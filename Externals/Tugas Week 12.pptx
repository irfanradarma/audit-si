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643" r:id="rId5"/>
    <p:sldId id="300" r:id="rId6"/>
    <p:sldId id="600" r:id="rId7"/>
    <p:sldId id="603" r:id="rId8"/>
    <p:sldId id="602" r:id="rId9"/>
    <p:sldId id="604" r:id="rId10"/>
    <p:sldId id="605" r:id="rId11"/>
    <p:sldId id="606" r:id="rId12"/>
    <p:sldId id="607" r:id="rId13"/>
    <p:sldId id="608" r:id="rId14"/>
    <p:sldId id="610" r:id="rId15"/>
    <p:sldId id="611" r:id="rId16"/>
    <p:sldId id="612" r:id="rId17"/>
    <p:sldId id="613" r:id="rId18"/>
    <p:sldId id="614" r:id="rId19"/>
    <p:sldId id="615" r:id="rId20"/>
    <p:sldId id="616" r:id="rId21"/>
    <p:sldId id="64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53:04.549" v="535" actId="14100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  <pc:sldChg chg="delSp modSp add mod">
        <pc:chgData name="Teuku Raja Irfan Radarma" userId="cf428174-95ba-4576-8554-3a3b8ffa52b7" providerId="ADAL" clId="{073E092D-5DC3-4A3F-9AA4-2C5DE54D1ABC}" dt="2026-02-22T03:53:04.549" v="535" actId="14100"/>
        <pc:sldMkLst>
          <pc:docMk/>
          <pc:sldMk cId="1571765726" sldId="669"/>
        </pc:sldMkLst>
        <pc:spChg chg="mod">
          <ac:chgData name="Teuku Raja Irfan Radarma" userId="cf428174-95ba-4576-8554-3a3b8ffa52b7" providerId="ADAL" clId="{073E092D-5DC3-4A3F-9AA4-2C5DE54D1ABC}" dt="2026-02-22T03:53:04.549" v="535" actId="14100"/>
          <ac:spMkLst>
            <pc:docMk/>
            <pc:sldMk cId="1571765726" sldId="669"/>
            <ac:spMk id="2" creationId="{66843766-21E1-4C23-9F13-67A6453E6A30}"/>
          </ac:spMkLst>
        </pc:spChg>
        <pc:spChg chg="del mod">
          <ac:chgData name="Teuku Raja Irfan Radarma" userId="cf428174-95ba-4576-8554-3a3b8ffa52b7" providerId="ADAL" clId="{073E092D-5DC3-4A3F-9AA4-2C5DE54D1ABC}" dt="2026-02-22T03:52:54.132" v="524" actId="478"/>
          <ac:spMkLst>
            <pc:docMk/>
            <pc:sldMk cId="1571765726" sldId="669"/>
            <ac:spMk id="4" creationId="{BEF24C4C-165B-4EFB-A63F-D182CC251C78}"/>
          </ac:spMkLst>
        </pc:spChg>
      </pc:sldChg>
    </pc:docChg>
  </pc:docChgLst>
  <pc:docChgLst>
    <pc:chgData name="Teuku Raja Irfan Radarma" userId="cf428174-95ba-4576-8554-3a3b8ffa52b7" providerId="ADAL" clId="{3C01DB91-9C33-4457-81A7-6D67DA1D6A4D}"/>
    <pc:docChg chg="undo redo custSel addSld delSld modSld">
      <pc:chgData name="Teuku Raja Irfan Radarma" userId="cf428174-95ba-4576-8554-3a3b8ffa52b7" providerId="ADAL" clId="{3C01DB91-9C33-4457-81A7-6D67DA1D6A4D}" dt="2026-02-24T01:49:24.838" v="227" actId="20577"/>
      <pc:docMkLst>
        <pc:docMk/>
      </pc:docMkLst>
      <pc:sldChg chg="modSp mod">
        <pc:chgData name="Teuku Raja Irfan Radarma" userId="cf428174-95ba-4576-8554-3a3b8ffa52b7" providerId="ADAL" clId="{3C01DB91-9C33-4457-81A7-6D67DA1D6A4D}" dt="2026-02-22T07:39:15.201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3C01DB91-9C33-4457-81A7-6D67DA1D6A4D}" dt="2026-02-22T07:39:15.201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39:08.156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3C01DB91-9C33-4457-81A7-6D67DA1D6A4D}" dt="2026-02-22T07:39:03.008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3C01DB91-9C33-4457-81A7-6D67DA1D6A4D}" dt="2026-02-22T07:39:08.156" v="3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42:30.991" v="1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3C01DB91-9C33-4457-81A7-6D67DA1D6A4D}" dt="2026-02-22T07:42:30.991" v="1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 del">
        <pc:chgData name="Teuku Raja Irfan Radarma" userId="cf428174-95ba-4576-8554-3a3b8ffa52b7" providerId="ADAL" clId="{3C01DB91-9C33-4457-81A7-6D67DA1D6A4D}" dt="2026-02-22T07:40:58.299" v="111"/>
        <pc:sldMkLst>
          <pc:docMk/>
          <pc:sldMk cId="1457204914" sldId="26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75863148" sldId="26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8287481" sldId="27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801049290" sldId="28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3C01DB91-9C33-4457-81A7-6D67DA1D6A4D}" dt="2026-02-22T07:39:47.499" v="9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3C01DB91-9C33-4457-81A7-6D67DA1D6A4D}" dt="2026-02-22T07:39:47.499" v="90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4T01:49:24.838" v="227" actId="20577"/>
        <pc:sldMkLst>
          <pc:docMk/>
          <pc:sldMk cId="2140043544" sldId="309"/>
        </pc:sldMkLst>
        <pc:spChg chg="mod">
          <ac:chgData name="Teuku Raja Irfan Radarma" userId="cf428174-95ba-4576-8554-3a3b8ffa52b7" providerId="ADAL" clId="{3C01DB91-9C33-4457-81A7-6D67DA1D6A4D}" dt="2026-02-24T01:49:24.838" v="227" actId="20577"/>
          <ac:spMkLst>
            <pc:docMk/>
            <pc:sldMk cId="2140043544" sldId="309"/>
            <ac:spMk id="2" creationId="{0C42CC2C-B944-4C25-BFC6-6429CA0902F7}"/>
          </ac:spMkLst>
        </pc:spChg>
        <pc:spChg chg="mod">
          <ac:chgData name="Teuku Raja Irfan Radarma" userId="cf428174-95ba-4576-8554-3a3b8ffa52b7" providerId="ADAL" clId="{3C01DB91-9C33-4457-81A7-6D67DA1D6A4D}" dt="2026-02-24T01:49:13.266" v="209" actId="20577"/>
          <ac:spMkLst>
            <pc:docMk/>
            <pc:sldMk cId="2140043544" sldId="309"/>
            <ac:spMk id="3" creationId="{FF965F0F-D707-4D34-B8CC-1D1457761B1C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3.437" v="196" actId="21"/>
        <pc:sldMkLst>
          <pc:docMk/>
          <pc:sldMk cId="3407306040" sldId="310"/>
        </pc:sldMkLst>
        <pc:picChg chg="add del mod">
          <ac:chgData name="Teuku Raja Irfan Radarma" userId="cf428174-95ba-4576-8554-3a3b8ffa52b7" providerId="ADAL" clId="{3C01DB91-9C33-4457-81A7-6D67DA1D6A4D}" dt="2026-02-22T07:50:03.437" v="196" actId="21"/>
          <ac:picMkLst>
            <pc:docMk/>
            <pc:sldMk cId="3407306040" sldId="310"/>
            <ac:picMk id="6" creationId="{D841FE7D-D215-4F4C-B861-E11A6C85B4F7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31572100" sldId="31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89749584" sldId="31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117714241" sldId="31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25736091" sldId="31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767778035" sldId="31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66384604" sldId="31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28876292" sldId="31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405135630" sldId="31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603194126" sldId="319"/>
        </pc:sldMkLst>
      </pc:sldChg>
      <pc:sldChg chg="modSp add mod">
        <pc:chgData name="Teuku Raja Irfan Radarma" userId="cf428174-95ba-4576-8554-3a3b8ffa52b7" providerId="ADAL" clId="{3C01DB91-9C33-4457-81A7-6D67DA1D6A4D}" dt="2026-02-22T07:45:08.573" v="182" actId="1076"/>
        <pc:sldMkLst>
          <pc:docMk/>
          <pc:sldMk cId="1562574567" sldId="320"/>
        </pc:sldMkLst>
        <pc:spChg chg="mod">
          <ac:chgData name="Teuku Raja Irfan Radarma" userId="cf428174-95ba-4576-8554-3a3b8ffa52b7" providerId="ADAL" clId="{3C01DB91-9C33-4457-81A7-6D67DA1D6A4D}" dt="2026-02-22T07:45:08.573" v="182" actId="1076"/>
          <ac:spMkLst>
            <pc:docMk/>
            <pc:sldMk cId="1562574567" sldId="320"/>
            <ac:spMk id="3" creationId="{281B1D22-0EED-42B6-A38F-C7C8D196B747}"/>
          </ac:spMkLst>
        </pc:sp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516586" sldId="32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250707088" sldId="32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15195672" sldId="32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21258611" sldId="32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56598728" sldId="32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847064398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543487194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435362320" sldId="32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176252531" sldId="329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030245141" sldId="330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86870268" sldId="331"/>
        </pc:sldMkLst>
      </pc:sldChg>
      <pc:sldChg chg="modSp add mod">
        <pc:chgData name="Teuku Raja Irfan Radarma" userId="cf428174-95ba-4576-8554-3a3b8ffa52b7" providerId="ADAL" clId="{3C01DB91-9C33-4457-81A7-6D67DA1D6A4D}" dt="2026-02-22T07:51:54.213" v="205" actId="20577"/>
        <pc:sldMkLst>
          <pc:docMk/>
          <pc:sldMk cId="3918830678" sldId="332"/>
        </pc:sldMkLst>
        <pc:spChg chg="mod">
          <ac:chgData name="Teuku Raja Irfan Radarma" userId="cf428174-95ba-4576-8554-3a3b8ffa52b7" providerId="ADAL" clId="{3C01DB91-9C33-4457-81A7-6D67DA1D6A4D}" dt="2026-02-22T07:51:54.213" v="205" actId="20577"/>
          <ac:spMkLst>
            <pc:docMk/>
            <pc:sldMk cId="3918830678" sldId="332"/>
            <ac:spMk id="3" creationId="{EAC6EF32-ECD1-4A47-8FE1-DFCABBD43E06}"/>
          </ac:spMkLst>
        </pc:spChg>
        <pc:picChg chg="mod">
          <ac:chgData name="Teuku Raja Irfan Radarma" userId="cf428174-95ba-4576-8554-3a3b8ffa52b7" providerId="ADAL" clId="{3C01DB91-9C33-4457-81A7-6D67DA1D6A4D}" dt="2026-02-22T07:51:37.916" v="199" actId="1076"/>
          <ac:picMkLst>
            <pc:docMk/>
            <pc:sldMk cId="3918830678" sldId="332"/>
            <ac:picMk id="1028" creationId="{ABC001D2-91D1-44BD-A77E-D2FB09D3CE5A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40754387" sldId="33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75038603" sldId="33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8136088" sldId="33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508547076" sldId="33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61733192" sldId="337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842161784" sldId="338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1876405775" sldId="339"/>
        </pc:sldMkLst>
      </pc:sldChg>
      <pc:sldChg chg="modSp add mod">
        <pc:chgData name="Teuku Raja Irfan Radarma" userId="cf428174-95ba-4576-8554-3a3b8ffa52b7" providerId="ADAL" clId="{3C01DB91-9C33-4457-81A7-6D67DA1D6A4D}" dt="2026-02-22T07:42:58.074" v="152" actId="1076"/>
        <pc:sldMkLst>
          <pc:docMk/>
          <pc:sldMk cId="3234400314" sldId="632"/>
        </pc:sldMkLst>
        <pc:spChg chg="mod">
          <ac:chgData name="Teuku Raja Irfan Radarma" userId="cf428174-95ba-4576-8554-3a3b8ffa52b7" providerId="ADAL" clId="{3C01DB91-9C33-4457-81A7-6D67DA1D6A4D}" dt="2026-02-22T07:42:48.148" v="147" actId="1076"/>
          <ac:spMkLst>
            <pc:docMk/>
            <pc:sldMk cId="3234400314" sldId="632"/>
            <ac:spMk id="2" creationId="{73ABA98E-9719-FA7B-6A83-FDFCB2399788}"/>
          </ac:spMkLst>
        </pc:spChg>
        <pc:spChg chg="mod">
          <ac:chgData name="Teuku Raja Irfan Radarma" userId="cf428174-95ba-4576-8554-3a3b8ffa52b7" providerId="ADAL" clId="{3C01DB91-9C33-4457-81A7-6D67DA1D6A4D}" dt="2026-02-22T07:42:58.074" v="152" actId="1076"/>
          <ac:spMkLst>
            <pc:docMk/>
            <pc:sldMk cId="3234400314" sldId="632"/>
            <ac:spMk id="9" creationId="{C1C27A90-738D-A2B4-4848-6533717DF900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4.623" v="181" actId="404"/>
        <pc:sldMkLst>
          <pc:docMk/>
          <pc:sldMk cId="989082994" sldId="633"/>
        </pc:sldMkLst>
        <pc:spChg chg="mod">
          <ac:chgData name="Teuku Raja Irfan Radarma" userId="cf428174-95ba-4576-8554-3a3b8ffa52b7" providerId="ADAL" clId="{3C01DB91-9C33-4457-81A7-6D67DA1D6A4D}" dt="2026-02-22T07:43:24.630" v="154" actId="27636"/>
          <ac:spMkLst>
            <pc:docMk/>
            <pc:sldMk cId="989082994" sldId="633"/>
            <ac:spMk id="2" creationId="{FE8DC504-9BC7-05B7-6F90-AF418AF2109A}"/>
          </ac:spMkLst>
        </pc:spChg>
        <pc:spChg chg="mod">
          <ac:chgData name="Teuku Raja Irfan Radarma" userId="cf428174-95ba-4576-8554-3a3b8ffa52b7" providerId="ADAL" clId="{3C01DB91-9C33-4457-81A7-6D67DA1D6A4D}" dt="2026-02-22T07:44:24.623" v="181" actId="404"/>
          <ac:spMkLst>
            <pc:docMk/>
            <pc:sldMk cId="989082994" sldId="633"/>
            <ac:spMk id="3" creationId="{84FA5AAB-EE1A-B37C-EDD5-BD190DB2158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2.008" v="180" actId="404"/>
        <pc:sldMkLst>
          <pc:docMk/>
          <pc:sldMk cId="2373469779" sldId="634"/>
        </pc:sldMkLst>
        <pc:spChg chg="mod">
          <ac:chgData name="Teuku Raja Irfan Radarma" userId="cf428174-95ba-4576-8554-3a3b8ffa52b7" providerId="ADAL" clId="{3C01DB91-9C33-4457-81A7-6D67DA1D6A4D}" dt="2026-02-22T07:43:49.099" v="170" actId="1076"/>
          <ac:spMkLst>
            <pc:docMk/>
            <pc:sldMk cId="2373469779" sldId="634"/>
            <ac:spMk id="2" creationId="{1E0E0A5B-0B16-F378-DA7C-D2116666435F}"/>
          </ac:spMkLst>
        </pc:spChg>
        <pc:spChg chg="mod">
          <ac:chgData name="Teuku Raja Irfan Radarma" userId="cf428174-95ba-4576-8554-3a3b8ffa52b7" providerId="ADAL" clId="{3C01DB91-9C33-4457-81A7-6D67DA1D6A4D}" dt="2026-02-22T07:44:22.008" v="180" actId="404"/>
          <ac:spMkLst>
            <pc:docMk/>
            <pc:sldMk cId="2373469779" sldId="634"/>
            <ac:spMk id="3" creationId="{0970CEB3-2704-E100-BF20-17D911715202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3:58.468" v="171" actId="1076"/>
        <pc:sldMkLst>
          <pc:docMk/>
          <pc:sldMk cId="2075550474" sldId="635"/>
        </pc:sldMkLst>
        <pc:spChg chg="mod">
          <ac:chgData name="Teuku Raja Irfan Radarma" userId="cf428174-95ba-4576-8554-3a3b8ffa52b7" providerId="ADAL" clId="{3C01DB91-9C33-4457-81A7-6D67DA1D6A4D}" dt="2026-02-22T07:43:58.468" v="171" actId="1076"/>
          <ac:spMkLst>
            <pc:docMk/>
            <pc:sldMk cId="2075550474" sldId="635"/>
            <ac:spMk id="2" creationId="{DA5852C8-1BF4-3F1C-7027-E2C416705A6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03.916" v="172" actId="1076"/>
        <pc:sldMkLst>
          <pc:docMk/>
          <pc:sldMk cId="3550433920" sldId="639"/>
        </pc:sldMkLst>
        <pc:spChg chg="mod">
          <ac:chgData name="Teuku Raja Irfan Radarma" userId="cf428174-95ba-4576-8554-3a3b8ffa52b7" providerId="ADAL" clId="{3C01DB91-9C33-4457-81A7-6D67DA1D6A4D}" dt="2026-02-22T07:44:03.916" v="172" actId="1076"/>
          <ac:spMkLst>
            <pc:docMk/>
            <pc:sldMk cId="3550433920" sldId="639"/>
            <ac:spMk id="2" creationId="{0F71E74B-3AB7-A0C5-FD69-E5DD54FD36E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15.685" v="177" actId="27636"/>
        <pc:sldMkLst>
          <pc:docMk/>
          <pc:sldMk cId="126332185" sldId="640"/>
        </pc:sldMkLst>
        <pc:spChg chg="mod">
          <ac:chgData name="Teuku Raja Irfan Radarma" userId="cf428174-95ba-4576-8554-3a3b8ffa52b7" providerId="ADAL" clId="{3C01DB91-9C33-4457-81A7-6D67DA1D6A4D}" dt="2026-02-22T07:44:14.271" v="175" actId="1076"/>
          <ac:spMkLst>
            <pc:docMk/>
            <pc:sldMk cId="126332185" sldId="640"/>
            <ac:spMk id="2" creationId="{6F9F207D-A5B6-BAB9-37CF-A18C40B6770D}"/>
          </ac:spMkLst>
        </pc:spChg>
        <pc:spChg chg="mod">
          <ac:chgData name="Teuku Raja Irfan Radarma" userId="cf428174-95ba-4576-8554-3a3b8ffa52b7" providerId="ADAL" clId="{3C01DB91-9C33-4457-81A7-6D67DA1D6A4D}" dt="2026-02-22T07:44:15.685" v="177" actId="27636"/>
          <ac:spMkLst>
            <pc:docMk/>
            <pc:sldMk cId="126332185" sldId="640"/>
            <ac:spMk id="3" creationId="{9E7D8964-BEB7-2DA7-EF74-175F24693B83}"/>
          </ac:spMkLst>
        </pc:spChg>
      </pc:sldChg>
      <pc:sldChg chg="modSp new mod">
        <pc:chgData name="Teuku Raja Irfan Radarma" userId="cf428174-95ba-4576-8554-3a3b8ffa52b7" providerId="ADAL" clId="{3C01DB91-9C33-4457-81A7-6D67DA1D6A4D}" dt="2026-02-22T07:43:36.440" v="168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3C01DB91-9C33-4457-81A7-6D67DA1D6A4D}" dt="2026-02-22T07:43:36.440" v="168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5.333" v="198"/>
        <pc:sldMkLst>
          <pc:docMk/>
          <pc:sldMk cId="2403279765" sldId="642"/>
        </pc:sldMkLst>
        <pc:picChg chg="del">
          <ac:chgData name="Teuku Raja Irfan Radarma" userId="cf428174-95ba-4576-8554-3a3b8ffa52b7" providerId="ADAL" clId="{3C01DB91-9C33-4457-81A7-6D67DA1D6A4D}" dt="2026-02-22T07:49:08.272" v="185" actId="478"/>
          <ac:picMkLst>
            <pc:docMk/>
            <pc:sldMk cId="2403279765" sldId="642"/>
            <ac:picMk id="5" creationId="{6F1DDE68-FFA7-4F21-B54D-C913701E2D37}"/>
          </ac:picMkLst>
        </pc:picChg>
        <pc:picChg chg="add del mod">
          <ac:chgData name="Teuku Raja Irfan Radarma" userId="cf428174-95ba-4576-8554-3a3b8ffa52b7" providerId="ADAL" clId="{3C01DB91-9C33-4457-81A7-6D67DA1D6A4D}" dt="2026-02-22T07:49:14.167" v="187" actId="478"/>
          <ac:picMkLst>
            <pc:docMk/>
            <pc:sldMk cId="2403279765" sldId="642"/>
            <ac:picMk id="6" creationId="{29126E61-FF59-4257-8724-08C028E65615}"/>
          </ac:picMkLst>
        </pc:picChg>
        <pc:picChg chg="add del mod">
          <ac:chgData name="Teuku Raja Irfan Radarma" userId="cf428174-95ba-4576-8554-3a3b8ffa52b7" providerId="ADAL" clId="{3C01DB91-9C33-4457-81A7-6D67DA1D6A4D}" dt="2026-02-22T07:49:15.696" v="189" actId="478"/>
          <ac:picMkLst>
            <pc:docMk/>
            <pc:sldMk cId="2403279765" sldId="642"/>
            <ac:picMk id="7" creationId="{63095D99-A3EC-4B84-8447-6494DB75CAF0}"/>
          </ac:picMkLst>
        </pc:picChg>
        <pc:picChg chg="add del mod">
          <ac:chgData name="Teuku Raja Irfan Radarma" userId="cf428174-95ba-4576-8554-3a3b8ffa52b7" providerId="ADAL" clId="{3C01DB91-9C33-4457-81A7-6D67DA1D6A4D}" dt="2026-02-22T07:50:05.028" v="197" actId="478"/>
          <ac:picMkLst>
            <pc:docMk/>
            <pc:sldMk cId="2403279765" sldId="642"/>
            <ac:picMk id="8" creationId="{6F2D679C-C24D-4B0A-9840-29EB96665E22}"/>
          </ac:picMkLst>
        </pc:picChg>
        <pc:picChg chg="add mod">
          <ac:chgData name="Teuku Raja Irfan Radarma" userId="cf428174-95ba-4576-8554-3a3b8ffa52b7" providerId="ADAL" clId="{3C01DB91-9C33-4457-81A7-6D67DA1D6A4D}" dt="2026-02-22T07:50:05.333" v="198"/>
          <ac:picMkLst>
            <pc:docMk/>
            <pc:sldMk cId="2403279765" sldId="642"/>
            <ac:picMk id="9" creationId="{BDD0FFA7-1FD2-4DA8-88DF-07A5852DAF51}"/>
          </ac:picMkLst>
        </pc:picChg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130923464" sldId="661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07793985" sldId="662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40253" sldId="663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3169595349" sldId="664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482308421" sldId="665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341285866" sldId="667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96161781" sldId="66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1765726" sldId="669"/>
        </pc:sldMkLst>
      </pc:sldChg>
    </pc:docChg>
  </pc:docChgLst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F230D0B3-F17F-4EC8-846D-7BD9D3F53A3D}"/>
    <pc:docChg chg="custSel addSld delSld modSld modMainMaster">
      <pc:chgData name="Teuku Raja Irfan Radarma" userId="cf428174-95ba-4576-8554-3a3b8ffa52b7" providerId="ADAL" clId="{F230D0B3-F17F-4EC8-846D-7BD9D3F53A3D}" dt="2026-02-24T02:24:28.794" v="132" actId="5793"/>
      <pc:docMkLst>
        <pc:docMk/>
      </pc:docMkLst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030995347" sldId="257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021974124" sldId="260"/>
        </pc:sldMkLst>
      </pc:sldChg>
      <pc:sldChg chg="del">
        <pc:chgData name="Teuku Raja Irfan Radarma" userId="cf428174-95ba-4576-8554-3a3b8ffa52b7" providerId="ADAL" clId="{F230D0B3-F17F-4EC8-846D-7BD9D3F53A3D}" dt="2026-02-24T02:16:13.904" v="18" actId="47"/>
        <pc:sldMkLst>
          <pc:docMk/>
          <pc:sldMk cId="911610319" sldId="262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835074240" sldId="263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457204914" sldId="26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675863148" sldId="268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08287481" sldId="27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801049290" sldId="285"/>
        </pc:sldMkLst>
      </pc:sldChg>
      <pc:sldChg chg="modSp add mod">
        <pc:chgData name="Teuku Raja Irfan Radarma" userId="cf428174-95ba-4576-8554-3a3b8ffa52b7" providerId="ADAL" clId="{F230D0B3-F17F-4EC8-846D-7BD9D3F53A3D}" dt="2026-02-24T02:16:06.373" v="1" actId="27636"/>
        <pc:sldMkLst>
          <pc:docMk/>
          <pc:sldMk cId="1474991757" sldId="300"/>
        </pc:sldMkLst>
        <pc:spChg chg="mod">
          <ac:chgData name="Teuku Raja Irfan Radarma" userId="cf428174-95ba-4576-8554-3a3b8ffa52b7" providerId="ADAL" clId="{F230D0B3-F17F-4EC8-846D-7BD9D3F53A3D}" dt="2026-02-24T02:16:06.373" v="1" actId="27636"/>
          <ac:spMkLst>
            <pc:docMk/>
            <pc:sldMk cId="1474991757" sldId="300"/>
            <ac:spMk id="2" creationId="{C1A917E2-EDBB-78C6-B2FB-292EE854D561}"/>
          </ac:spMkLst>
        </pc:spChg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650510589" sldId="30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891726164" sldId="30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140043544" sldId="309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407306040" sldId="310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931572100" sldId="31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89749584" sldId="312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117714241" sldId="313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525736091" sldId="31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767778035" sldId="315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566384604" sldId="316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628876292" sldId="317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405135630" sldId="318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603194126" sldId="319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562574567" sldId="320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0516586" sldId="32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250707088" sldId="322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815195672" sldId="323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4021258611" sldId="32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956598728" sldId="325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543487194" sldId="327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176252531" sldId="329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030245141" sldId="330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886870268" sldId="33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918830678" sldId="332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240754387" sldId="333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275038603" sldId="33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98136088" sldId="335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508547076" sldId="336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961733192" sldId="337"/>
        </pc:sldMkLst>
      </pc:sldChg>
      <pc:sldChg chg="modSp add del mod">
        <pc:chgData name="Teuku Raja Irfan Radarma" userId="cf428174-95ba-4576-8554-3a3b8ffa52b7" providerId="ADAL" clId="{F230D0B3-F17F-4EC8-846D-7BD9D3F53A3D}" dt="2026-02-24T02:16:44.225" v="29" actId="47"/>
        <pc:sldMkLst>
          <pc:docMk/>
          <pc:sldMk cId="602296652" sldId="599"/>
        </pc:sldMkLst>
        <pc:spChg chg="mod">
          <ac:chgData name="Teuku Raja Irfan Radarma" userId="cf428174-95ba-4576-8554-3a3b8ffa52b7" providerId="ADAL" clId="{F230D0B3-F17F-4EC8-846D-7BD9D3F53A3D}" dt="2026-02-24T02:16:06.381" v="2" actId="27636"/>
          <ac:spMkLst>
            <pc:docMk/>
            <pc:sldMk cId="602296652" sldId="599"/>
            <ac:spMk id="2" creationId="{617EF95F-4893-058D-17D5-16075B39E425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6:06.383" v="3" actId="27636"/>
        <pc:sldMkLst>
          <pc:docMk/>
          <pc:sldMk cId="1792475556" sldId="600"/>
        </pc:sldMkLst>
        <pc:spChg chg="mod">
          <ac:chgData name="Teuku Raja Irfan Radarma" userId="cf428174-95ba-4576-8554-3a3b8ffa52b7" providerId="ADAL" clId="{F230D0B3-F17F-4EC8-846D-7BD9D3F53A3D}" dt="2026-02-24T02:16:06.383" v="3" actId="27636"/>
          <ac:spMkLst>
            <pc:docMk/>
            <pc:sldMk cId="1792475556" sldId="600"/>
            <ac:spMk id="2" creationId="{7A2497AC-4271-6586-DFE1-654A76B03138}"/>
          </ac:spMkLst>
        </pc:spChg>
      </pc:sldChg>
      <pc:sldChg chg="modSp add del mod">
        <pc:chgData name="Teuku Raja Irfan Radarma" userId="cf428174-95ba-4576-8554-3a3b8ffa52b7" providerId="ADAL" clId="{F230D0B3-F17F-4EC8-846D-7BD9D3F53A3D}" dt="2026-02-24T02:17:45.165" v="54" actId="47"/>
        <pc:sldMkLst>
          <pc:docMk/>
          <pc:sldMk cId="2886261681" sldId="601"/>
        </pc:sldMkLst>
        <pc:spChg chg="mod">
          <ac:chgData name="Teuku Raja Irfan Radarma" userId="cf428174-95ba-4576-8554-3a3b8ffa52b7" providerId="ADAL" clId="{F230D0B3-F17F-4EC8-846D-7BD9D3F53A3D}" dt="2026-02-24T02:16:06.397" v="4" actId="27636"/>
          <ac:spMkLst>
            <pc:docMk/>
            <pc:sldMk cId="2886261681" sldId="601"/>
            <ac:spMk id="2" creationId="{D48C2779-2C98-1F72-F4A0-52AAFEF1BB29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2886261681" sldId="601"/>
            <ac:spMk id="4" creationId="{B2AFA696-B56C-CA9B-B641-5428F1B3FD07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7:50.214" v="55" actId="404"/>
        <pc:sldMkLst>
          <pc:docMk/>
          <pc:sldMk cId="1958810521" sldId="602"/>
        </pc:sldMkLst>
        <pc:spChg chg="mod">
          <ac:chgData name="Teuku Raja Irfan Radarma" userId="cf428174-95ba-4576-8554-3a3b8ffa52b7" providerId="ADAL" clId="{F230D0B3-F17F-4EC8-846D-7BD9D3F53A3D}" dt="2026-02-24T02:16:06.399" v="5" actId="27636"/>
          <ac:spMkLst>
            <pc:docMk/>
            <pc:sldMk cId="1958810521" sldId="602"/>
            <ac:spMk id="2" creationId="{0DFECDBF-03AA-F4A6-660A-04301766E41C}"/>
          </ac:spMkLst>
        </pc:spChg>
        <pc:spChg chg="mod">
          <ac:chgData name="Teuku Raja Irfan Radarma" userId="cf428174-95ba-4576-8554-3a3b8ffa52b7" providerId="ADAL" clId="{F230D0B3-F17F-4EC8-846D-7BD9D3F53A3D}" dt="2026-02-24T02:17:50.214" v="55" actId="404"/>
          <ac:spMkLst>
            <pc:docMk/>
            <pc:sldMk cId="1958810521" sldId="602"/>
            <ac:spMk id="3" creationId="{18492A79-2762-4877-F866-8207FE9F81D2}"/>
          </ac:spMkLst>
        </pc:spChg>
      </pc:sldChg>
      <pc:sldChg chg="add">
        <pc:chgData name="Teuku Raja Irfan Radarma" userId="cf428174-95ba-4576-8554-3a3b8ffa52b7" providerId="ADAL" clId="{F230D0B3-F17F-4EC8-846D-7BD9D3F53A3D}" dt="2026-02-24T02:16:06.311" v="0"/>
        <pc:sldMkLst>
          <pc:docMk/>
          <pc:sldMk cId="1080517130" sldId="603"/>
        </pc:sldMkLst>
      </pc:sldChg>
      <pc:sldChg chg="modSp add mod">
        <pc:chgData name="Teuku Raja Irfan Radarma" userId="cf428174-95ba-4576-8554-3a3b8ffa52b7" providerId="ADAL" clId="{F230D0B3-F17F-4EC8-846D-7BD9D3F53A3D}" dt="2026-02-24T02:17:53.582" v="57" actId="27636"/>
        <pc:sldMkLst>
          <pc:docMk/>
          <pc:sldMk cId="1902883853" sldId="604"/>
        </pc:sldMkLst>
        <pc:spChg chg="mod">
          <ac:chgData name="Teuku Raja Irfan Radarma" userId="cf428174-95ba-4576-8554-3a3b8ffa52b7" providerId="ADAL" clId="{F230D0B3-F17F-4EC8-846D-7BD9D3F53A3D}" dt="2026-02-24T02:16:06.412" v="6" actId="27636"/>
          <ac:spMkLst>
            <pc:docMk/>
            <pc:sldMk cId="1902883853" sldId="604"/>
            <ac:spMk id="2" creationId="{F514E4A5-D9B2-849C-3D78-3C54D3885EAC}"/>
          </ac:spMkLst>
        </pc:spChg>
        <pc:spChg chg="mod">
          <ac:chgData name="Teuku Raja Irfan Radarma" userId="cf428174-95ba-4576-8554-3a3b8ffa52b7" providerId="ADAL" clId="{F230D0B3-F17F-4EC8-846D-7BD9D3F53A3D}" dt="2026-02-24T02:17:53.582" v="57" actId="27636"/>
          <ac:spMkLst>
            <pc:docMk/>
            <pc:sldMk cId="1902883853" sldId="604"/>
            <ac:spMk id="3" creationId="{5AC3F1FF-591B-697A-829C-30BCD6E2F35C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8:29.824" v="73" actId="20577"/>
        <pc:sldMkLst>
          <pc:docMk/>
          <pc:sldMk cId="2619892771" sldId="605"/>
        </pc:sldMkLst>
        <pc:spChg chg="mod">
          <ac:chgData name="Teuku Raja Irfan Radarma" userId="cf428174-95ba-4576-8554-3a3b8ffa52b7" providerId="ADAL" clId="{F230D0B3-F17F-4EC8-846D-7BD9D3F53A3D}" dt="2026-02-24T02:16:06.431" v="8" actId="27636"/>
          <ac:spMkLst>
            <pc:docMk/>
            <pc:sldMk cId="2619892771" sldId="605"/>
            <ac:spMk id="2" creationId="{0AE834F1-4F67-2160-933E-F2FD32D20E8F}"/>
          </ac:spMkLst>
        </pc:spChg>
        <pc:spChg chg="mod">
          <ac:chgData name="Teuku Raja Irfan Radarma" userId="cf428174-95ba-4576-8554-3a3b8ffa52b7" providerId="ADAL" clId="{F230D0B3-F17F-4EC8-846D-7BD9D3F53A3D}" dt="2026-02-24T02:18:29.824" v="73" actId="20577"/>
          <ac:spMkLst>
            <pc:docMk/>
            <pc:sldMk cId="2619892771" sldId="605"/>
            <ac:spMk id="3" creationId="{C341F485-B76D-575E-632D-B223885743A3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2619892771" sldId="605"/>
            <ac:spMk id="4" creationId="{C88052AB-D77B-5987-4BF3-B8194F3E66AB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9:06.348" v="78" actId="179"/>
        <pc:sldMkLst>
          <pc:docMk/>
          <pc:sldMk cId="4019771412" sldId="606"/>
        </pc:sldMkLst>
        <pc:spChg chg="mod">
          <ac:chgData name="Teuku Raja Irfan Radarma" userId="cf428174-95ba-4576-8554-3a3b8ffa52b7" providerId="ADAL" clId="{F230D0B3-F17F-4EC8-846D-7BD9D3F53A3D}" dt="2026-02-24T02:16:06.432" v="9" actId="27636"/>
          <ac:spMkLst>
            <pc:docMk/>
            <pc:sldMk cId="4019771412" sldId="606"/>
            <ac:spMk id="2" creationId="{88A9E9A3-2E45-B665-1BC3-1B0FCF37C06D}"/>
          </ac:spMkLst>
        </pc:spChg>
        <pc:spChg chg="mod">
          <ac:chgData name="Teuku Raja Irfan Radarma" userId="cf428174-95ba-4576-8554-3a3b8ffa52b7" providerId="ADAL" clId="{F230D0B3-F17F-4EC8-846D-7BD9D3F53A3D}" dt="2026-02-24T02:19:06.348" v="78" actId="179"/>
          <ac:spMkLst>
            <pc:docMk/>
            <pc:sldMk cId="4019771412" sldId="606"/>
            <ac:spMk id="3" creationId="{8C4CF890-8D72-D3BE-E7E2-A4B4AA23AADB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4019771412" sldId="606"/>
            <ac:spMk id="4" creationId="{8CE6E0C7-6370-0A8F-7BBF-F2602B96A4F4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9:24.578" v="82" actId="179"/>
        <pc:sldMkLst>
          <pc:docMk/>
          <pc:sldMk cId="3367924336" sldId="607"/>
        </pc:sldMkLst>
        <pc:spChg chg="mod">
          <ac:chgData name="Teuku Raja Irfan Radarma" userId="cf428174-95ba-4576-8554-3a3b8ffa52b7" providerId="ADAL" clId="{F230D0B3-F17F-4EC8-846D-7BD9D3F53A3D}" dt="2026-02-24T02:16:06.434" v="10" actId="27636"/>
          <ac:spMkLst>
            <pc:docMk/>
            <pc:sldMk cId="3367924336" sldId="607"/>
            <ac:spMk id="2" creationId="{4841191A-FE02-1A6E-6306-03E643DD1BFB}"/>
          </ac:spMkLst>
        </pc:spChg>
        <pc:spChg chg="mod">
          <ac:chgData name="Teuku Raja Irfan Radarma" userId="cf428174-95ba-4576-8554-3a3b8ffa52b7" providerId="ADAL" clId="{F230D0B3-F17F-4EC8-846D-7BD9D3F53A3D}" dt="2026-02-24T02:19:24.578" v="82" actId="179"/>
          <ac:spMkLst>
            <pc:docMk/>
            <pc:sldMk cId="3367924336" sldId="607"/>
            <ac:spMk id="3" creationId="{72D2F065-2526-70E5-18F7-75AEBACAD5BE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3367924336" sldId="607"/>
            <ac:spMk id="4" creationId="{1FF5FCF0-EFF7-01D5-2D13-12F90E6D9E40}"/>
          </ac:spMkLst>
        </pc:spChg>
      </pc:sldChg>
      <pc:sldChg chg="add">
        <pc:chgData name="Teuku Raja Irfan Radarma" userId="cf428174-95ba-4576-8554-3a3b8ffa52b7" providerId="ADAL" clId="{F230D0B3-F17F-4EC8-846D-7BD9D3F53A3D}" dt="2026-02-24T02:16:06.311" v="0"/>
        <pc:sldMkLst>
          <pc:docMk/>
          <pc:sldMk cId="1003202061" sldId="608"/>
        </pc:sldMkLst>
      </pc:sldChg>
      <pc:sldChg chg="modSp add del mod">
        <pc:chgData name="Teuku Raja Irfan Radarma" userId="cf428174-95ba-4576-8554-3a3b8ffa52b7" providerId="ADAL" clId="{F230D0B3-F17F-4EC8-846D-7BD9D3F53A3D}" dt="2026-02-24T02:20:01.477" v="83" actId="47"/>
        <pc:sldMkLst>
          <pc:docMk/>
          <pc:sldMk cId="1907452665" sldId="609"/>
        </pc:sldMkLst>
        <pc:spChg chg="mod">
          <ac:chgData name="Teuku Raja Irfan Radarma" userId="cf428174-95ba-4576-8554-3a3b8ffa52b7" providerId="ADAL" clId="{F230D0B3-F17F-4EC8-846D-7BD9D3F53A3D}" dt="2026-02-24T02:16:06.445" v="11" actId="27636"/>
          <ac:spMkLst>
            <pc:docMk/>
            <pc:sldMk cId="1907452665" sldId="609"/>
            <ac:spMk id="2" creationId="{AF3ED9D2-6A3C-078F-E421-7F1993E6D6E5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6:06.448" v="12" actId="27636"/>
        <pc:sldMkLst>
          <pc:docMk/>
          <pc:sldMk cId="1704212300" sldId="610"/>
        </pc:sldMkLst>
        <pc:spChg chg="mod">
          <ac:chgData name="Teuku Raja Irfan Radarma" userId="cf428174-95ba-4576-8554-3a3b8ffa52b7" providerId="ADAL" clId="{F230D0B3-F17F-4EC8-846D-7BD9D3F53A3D}" dt="2026-02-24T02:16:06.448" v="12" actId="27636"/>
          <ac:spMkLst>
            <pc:docMk/>
            <pc:sldMk cId="1704212300" sldId="610"/>
            <ac:spMk id="2" creationId="{6BC9400C-DF03-C061-8988-4D73126A58EF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16:06.451" v="13" actId="27636"/>
        <pc:sldMkLst>
          <pc:docMk/>
          <pc:sldMk cId="3191394622" sldId="611"/>
        </pc:sldMkLst>
        <pc:spChg chg="mod">
          <ac:chgData name="Teuku Raja Irfan Radarma" userId="cf428174-95ba-4576-8554-3a3b8ffa52b7" providerId="ADAL" clId="{F230D0B3-F17F-4EC8-846D-7BD9D3F53A3D}" dt="2026-02-24T02:16:06.451" v="13" actId="27636"/>
          <ac:spMkLst>
            <pc:docMk/>
            <pc:sldMk cId="3191394622" sldId="611"/>
            <ac:spMk id="2" creationId="{9CD3A8ED-0E08-55AA-9530-65DEB4C20353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20:36.912" v="92" actId="179"/>
        <pc:sldMkLst>
          <pc:docMk/>
          <pc:sldMk cId="2558743468" sldId="612"/>
        </pc:sldMkLst>
        <pc:spChg chg="mod">
          <ac:chgData name="Teuku Raja Irfan Radarma" userId="cf428174-95ba-4576-8554-3a3b8ffa52b7" providerId="ADAL" clId="{F230D0B3-F17F-4EC8-846D-7BD9D3F53A3D}" dt="2026-02-24T02:20:28.049" v="84" actId="14100"/>
          <ac:spMkLst>
            <pc:docMk/>
            <pc:sldMk cId="2558743468" sldId="612"/>
            <ac:spMk id="2" creationId="{4280A864-E1CB-F1B2-EDE0-F3B8610DA3C4}"/>
          </ac:spMkLst>
        </pc:spChg>
        <pc:spChg chg="mod">
          <ac:chgData name="Teuku Raja Irfan Radarma" userId="cf428174-95ba-4576-8554-3a3b8ffa52b7" providerId="ADAL" clId="{F230D0B3-F17F-4EC8-846D-7BD9D3F53A3D}" dt="2026-02-24T02:20:36.912" v="92" actId="179"/>
          <ac:spMkLst>
            <pc:docMk/>
            <pc:sldMk cId="2558743468" sldId="612"/>
            <ac:spMk id="3" creationId="{F486D252-E152-2D9C-7D40-0E208B3D6CE1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2558743468" sldId="612"/>
            <ac:spMk id="4" creationId="{D1526B8B-F120-2B07-7C29-1F790FECD496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20:50" v="95" actId="179"/>
        <pc:sldMkLst>
          <pc:docMk/>
          <pc:sldMk cId="3416802877" sldId="613"/>
        </pc:sldMkLst>
        <pc:spChg chg="mod">
          <ac:chgData name="Teuku Raja Irfan Radarma" userId="cf428174-95ba-4576-8554-3a3b8ffa52b7" providerId="ADAL" clId="{F230D0B3-F17F-4EC8-846D-7BD9D3F53A3D}" dt="2026-02-24T02:20:44.772" v="93" actId="14100"/>
          <ac:spMkLst>
            <pc:docMk/>
            <pc:sldMk cId="3416802877" sldId="613"/>
            <ac:spMk id="2" creationId="{116BAF25-9F5B-11DD-676A-D45A37802A00}"/>
          </ac:spMkLst>
        </pc:spChg>
        <pc:spChg chg="mod">
          <ac:chgData name="Teuku Raja Irfan Radarma" userId="cf428174-95ba-4576-8554-3a3b8ffa52b7" providerId="ADAL" clId="{F230D0B3-F17F-4EC8-846D-7BD9D3F53A3D}" dt="2026-02-24T02:20:50" v="95" actId="179"/>
          <ac:spMkLst>
            <pc:docMk/>
            <pc:sldMk cId="3416802877" sldId="613"/>
            <ac:spMk id="3" creationId="{BBD26A4A-6729-81C8-E424-192696A5DD9C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3416802877" sldId="613"/>
            <ac:spMk id="4" creationId="{3695AF11-2E91-B6B1-307F-2B06FB87536F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21:02.033" v="99" actId="179"/>
        <pc:sldMkLst>
          <pc:docMk/>
          <pc:sldMk cId="2734204480" sldId="614"/>
        </pc:sldMkLst>
        <pc:spChg chg="mod">
          <ac:chgData name="Teuku Raja Irfan Radarma" userId="cf428174-95ba-4576-8554-3a3b8ffa52b7" providerId="ADAL" clId="{F230D0B3-F17F-4EC8-846D-7BD9D3F53A3D}" dt="2026-02-24T02:20:56.514" v="97" actId="27636"/>
          <ac:spMkLst>
            <pc:docMk/>
            <pc:sldMk cId="2734204480" sldId="614"/>
            <ac:spMk id="2" creationId="{F8BF4623-D41B-9A0E-F0CE-0E0985B0C442}"/>
          </ac:spMkLst>
        </pc:spChg>
        <pc:spChg chg="mod">
          <ac:chgData name="Teuku Raja Irfan Radarma" userId="cf428174-95ba-4576-8554-3a3b8ffa52b7" providerId="ADAL" clId="{F230D0B3-F17F-4EC8-846D-7BD9D3F53A3D}" dt="2026-02-24T02:21:02.033" v="99" actId="179"/>
          <ac:spMkLst>
            <pc:docMk/>
            <pc:sldMk cId="2734204480" sldId="614"/>
            <ac:spMk id="3" creationId="{047D106C-9EC7-462B-6382-C970639204D5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2734204480" sldId="614"/>
            <ac:spMk id="4" creationId="{42C579B9-74F4-5686-15C5-F5D8DFBBB773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21:13.399" v="102" actId="179"/>
        <pc:sldMkLst>
          <pc:docMk/>
          <pc:sldMk cId="2015634313" sldId="615"/>
        </pc:sldMkLst>
        <pc:spChg chg="mod">
          <ac:chgData name="Teuku Raja Irfan Radarma" userId="cf428174-95ba-4576-8554-3a3b8ffa52b7" providerId="ADAL" clId="{F230D0B3-F17F-4EC8-846D-7BD9D3F53A3D}" dt="2026-02-24T02:21:07.019" v="100" actId="14100"/>
          <ac:spMkLst>
            <pc:docMk/>
            <pc:sldMk cId="2015634313" sldId="615"/>
            <ac:spMk id="2" creationId="{4964C85A-BC22-A620-80C1-0E592BF8D3B0}"/>
          </ac:spMkLst>
        </pc:spChg>
        <pc:spChg chg="mod">
          <ac:chgData name="Teuku Raja Irfan Radarma" userId="cf428174-95ba-4576-8554-3a3b8ffa52b7" providerId="ADAL" clId="{F230D0B3-F17F-4EC8-846D-7BD9D3F53A3D}" dt="2026-02-24T02:21:13.399" v="102" actId="179"/>
          <ac:spMkLst>
            <pc:docMk/>
            <pc:sldMk cId="2015634313" sldId="615"/>
            <ac:spMk id="3" creationId="{CD530BD8-FA2E-2DC4-BA5E-FC6B0CBDD58A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2015634313" sldId="615"/>
            <ac:spMk id="4" creationId="{09872B5A-D6D6-40CB-92ED-688E8E4D460D}"/>
          </ac:spMkLst>
        </pc:spChg>
      </pc:sldChg>
      <pc:sldChg chg="modSp add mod">
        <pc:chgData name="Teuku Raja Irfan Radarma" userId="cf428174-95ba-4576-8554-3a3b8ffa52b7" providerId="ADAL" clId="{F230D0B3-F17F-4EC8-846D-7BD9D3F53A3D}" dt="2026-02-24T02:22:03.220" v="105" actId="179"/>
        <pc:sldMkLst>
          <pc:docMk/>
          <pc:sldMk cId="783836602" sldId="616"/>
        </pc:sldMkLst>
        <pc:spChg chg="mod">
          <ac:chgData name="Teuku Raja Irfan Radarma" userId="cf428174-95ba-4576-8554-3a3b8ffa52b7" providerId="ADAL" clId="{F230D0B3-F17F-4EC8-846D-7BD9D3F53A3D}" dt="2026-02-24T02:21:57.883" v="103" actId="14100"/>
          <ac:spMkLst>
            <pc:docMk/>
            <pc:sldMk cId="783836602" sldId="616"/>
            <ac:spMk id="2" creationId="{89B880EB-8045-3F1B-C374-7065B451660D}"/>
          </ac:spMkLst>
        </pc:spChg>
        <pc:spChg chg="mod">
          <ac:chgData name="Teuku Raja Irfan Radarma" userId="cf428174-95ba-4576-8554-3a3b8ffa52b7" providerId="ADAL" clId="{F230D0B3-F17F-4EC8-846D-7BD9D3F53A3D}" dt="2026-02-24T02:22:03.220" v="105" actId="179"/>
          <ac:spMkLst>
            <pc:docMk/>
            <pc:sldMk cId="783836602" sldId="616"/>
            <ac:spMk id="3" creationId="{82132A89-BA8F-1D89-6408-D4C9E3CC60F7}"/>
          </ac:spMkLst>
        </pc:spChg>
        <pc:spChg chg="mod">
          <ac:chgData name="Teuku Raja Irfan Radarma" userId="cf428174-95ba-4576-8554-3a3b8ffa52b7" providerId="ADAL" clId="{F230D0B3-F17F-4EC8-846D-7BD9D3F53A3D}" dt="2026-02-24T02:16:06.311" v="0"/>
          <ac:spMkLst>
            <pc:docMk/>
            <pc:sldMk cId="783836602" sldId="616"/>
            <ac:spMk id="4" creationId="{E925D530-9E2F-295A-5598-0C4A99D2CEB8}"/>
          </ac:spMkLst>
        </pc:spChg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234400314" sldId="632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989082994" sldId="633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373469779" sldId="634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075550474" sldId="635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3550433920" sldId="639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26332185" sldId="640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1793119782" sldId="641"/>
        </pc:sldMkLst>
      </pc:sldChg>
      <pc:sldChg chg="del">
        <pc:chgData name="Teuku Raja Irfan Radarma" userId="cf428174-95ba-4576-8554-3a3b8ffa52b7" providerId="ADAL" clId="{F230D0B3-F17F-4EC8-846D-7BD9D3F53A3D}" dt="2026-02-24T02:22:10.934" v="106" actId="47"/>
        <pc:sldMkLst>
          <pc:docMk/>
          <pc:sldMk cId="2403279765" sldId="642"/>
        </pc:sldMkLst>
      </pc:sldChg>
      <pc:sldChg chg="modSp add mod">
        <pc:chgData name="Teuku Raja Irfan Radarma" userId="cf428174-95ba-4576-8554-3a3b8ffa52b7" providerId="ADAL" clId="{F230D0B3-F17F-4EC8-846D-7BD9D3F53A3D}" dt="2026-02-24T02:17:33.853" v="53" actId="20577"/>
        <pc:sldMkLst>
          <pc:docMk/>
          <pc:sldMk cId="1407394737" sldId="643"/>
        </pc:sldMkLst>
        <pc:spChg chg="mod">
          <ac:chgData name="Teuku Raja Irfan Radarma" userId="cf428174-95ba-4576-8554-3a3b8ffa52b7" providerId="ADAL" clId="{F230D0B3-F17F-4EC8-846D-7BD9D3F53A3D}" dt="2026-02-24T02:17:30.814" v="42" actId="20577"/>
          <ac:spMkLst>
            <pc:docMk/>
            <pc:sldMk cId="1407394737" sldId="643"/>
            <ac:spMk id="2" creationId="{4E01A9EB-1940-2DB9-F2E1-5C48C0D2F2AB}"/>
          </ac:spMkLst>
        </pc:spChg>
        <pc:spChg chg="mod">
          <ac:chgData name="Teuku Raja Irfan Radarma" userId="cf428174-95ba-4576-8554-3a3b8ffa52b7" providerId="ADAL" clId="{F230D0B3-F17F-4EC8-846D-7BD9D3F53A3D}" dt="2026-02-24T02:17:33.853" v="53" actId="20577"/>
          <ac:spMkLst>
            <pc:docMk/>
            <pc:sldMk cId="1407394737" sldId="643"/>
            <ac:spMk id="3" creationId="{BA7EA346-54A5-5044-27FB-2E31A1CE5E30}"/>
          </ac:spMkLst>
        </pc:spChg>
      </pc:sldChg>
      <pc:sldChg chg="modSp new mod">
        <pc:chgData name="Teuku Raja Irfan Radarma" userId="cf428174-95ba-4576-8554-3a3b8ffa52b7" providerId="ADAL" clId="{F230D0B3-F17F-4EC8-846D-7BD9D3F53A3D}" dt="2026-02-24T02:24:28.794" v="132" actId="5793"/>
        <pc:sldMkLst>
          <pc:docMk/>
          <pc:sldMk cId="2183474456" sldId="644"/>
        </pc:sldMkLst>
        <pc:spChg chg="mod">
          <ac:chgData name="Teuku Raja Irfan Radarma" userId="cf428174-95ba-4576-8554-3a3b8ffa52b7" providerId="ADAL" clId="{F230D0B3-F17F-4EC8-846D-7BD9D3F53A3D}" dt="2026-02-24T02:24:25.979" v="130" actId="20577"/>
          <ac:spMkLst>
            <pc:docMk/>
            <pc:sldMk cId="2183474456" sldId="644"/>
            <ac:spMk id="2" creationId="{523CB97A-AF51-47C4-B95F-7379BD1BCA3F}"/>
          </ac:spMkLst>
        </pc:spChg>
        <pc:spChg chg="mod">
          <ac:chgData name="Teuku Raja Irfan Radarma" userId="cf428174-95ba-4576-8554-3a3b8ffa52b7" providerId="ADAL" clId="{F230D0B3-F17F-4EC8-846D-7BD9D3F53A3D}" dt="2026-02-24T02:24:28.794" v="132" actId="5793"/>
          <ac:spMkLst>
            <pc:docMk/>
            <pc:sldMk cId="2183474456" sldId="644"/>
            <ac:spMk id="4" creationId="{ABFE05D5-1F64-4025-8557-80B441013773}"/>
          </ac:spMkLst>
        </pc:spChg>
      </pc:sldChg>
      <pc:sldChg chg="new del">
        <pc:chgData name="Teuku Raja Irfan Radarma" userId="cf428174-95ba-4576-8554-3a3b8ffa52b7" providerId="ADAL" clId="{F230D0B3-F17F-4EC8-846D-7BD9D3F53A3D}" dt="2026-02-24T02:16:58.699" v="31" actId="47"/>
        <pc:sldMkLst>
          <pc:docMk/>
          <pc:sldMk cId="2692020090" sldId="644"/>
        </pc:sldMkLst>
      </pc:sldChg>
      <pc:sldMasterChg chg="modSldLayout">
        <pc:chgData name="Teuku Raja Irfan Radarma" userId="cf428174-95ba-4576-8554-3a3b8ffa52b7" providerId="ADAL" clId="{F230D0B3-F17F-4EC8-846D-7BD9D3F53A3D}" dt="2026-02-24T02:17:14.678" v="32" actId="478"/>
        <pc:sldMasterMkLst>
          <pc:docMk/>
          <pc:sldMasterMk cId="856379123" sldId="2147483648"/>
        </pc:sldMasterMkLst>
        <pc:sldLayoutChg chg="delSp">
          <pc:chgData name="Teuku Raja Irfan Radarma" userId="cf428174-95ba-4576-8554-3a3b8ffa52b7" providerId="ADAL" clId="{F230D0B3-F17F-4EC8-846D-7BD9D3F53A3D}" dt="2026-02-24T02:17:14.678" v="32" actId="478"/>
          <pc:sldLayoutMkLst>
            <pc:docMk/>
            <pc:sldMasterMk cId="856379123" sldId="2147483648"/>
            <pc:sldLayoutMk cId="2645331356" sldId="2147483664"/>
          </pc:sldLayoutMkLst>
          <pc:picChg chg="del">
            <ac:chgData name="Teuku Raja Irfan Radarma" userId="cf428174-95ba-4576-8554-3a3b8ffa52b7" providerId="ADAL" clId="{F230D0B3-F17F-4EC8-846D-7BD9D3F53A3D}" dt="2026-02-24T02:17:14.678" v="32" actId="478"/>
            <ac:picMkLst>
              <pc:docMk/>
              <pc:sldMasterMk cId="856379123" sldId="2147483648"/>
              <pc:sldLayoutMk cId="2645331356" sldId="2147483664"/>
              <ac:picMk id="1026" creationId="{9ECBFFF9-0A0F-BD8E-CC98-340B519D7CA1}"/>
            </ac:picMkLst>
          </pc:picChg>
        </pc:sldLayoutChg>
      </pc:sldMaster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6EC0C-4415-4F17-9DB7-D936492A6C97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6351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E6E6-B4AB-2DE8-E053-E151E3A05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504167"/>
            <a:ext cx="4576638" cy="165576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8EF5F-D4BE-B975-BE73-CD63E5202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159929"/>
            <a:ext cx="4576638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185F8-F7A8-C1BF-BDB4-E7614861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6FFF3-F95F-44B3-9EDD-AF3522F78FD2}" type="datetime1">
              <a:rPr lang="en-ID" smtClean="0"/>
              <a:t>24/02/2026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783AC-DF07-C428-936E-C6F02A4D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0B8878A-3F0F-DA9D-CADB-BD3602E7A4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995" y="0"/>
            <a:ext cx="5823005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n-ID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488A2-92C3-F4E5-E62B-02808F888B0A}"/>
              </a:ext>
            </a:extLst>
          </p:cNvPr>
          <p:cNvSpPr/>
          <p:nvPr userDrawn="1"/>
        </p:nvSpPr>
        <p:spPr>
          <a:xfrm rot="16200000">
            <a:off x="2756830" y="3245835"/>
            <a:ext cx="6858000" cy="3663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331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CB6F-A8C2-D732-41A0-F161504C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6875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8D82B-1E93-3C7C-980D-8B04BAC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75C2-809D-4858-BC0B-23D97A7F211F}" type="datetime1">
              <a:rPr lang="en-ID" smtClean="0"/>
              <a:t>24/02/2026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1B349-71A5-DF47-9967-A61A6BE1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F040E-4EE7-6A7E-6982-90E43AA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‹#›</a:t>
            </a:fld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E340039-0549-2E1C-B945-79D4AD20F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4392613"/>
            <a:ext cx="10515600" cy="804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078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A9EB-1940-2DB9-F2E1-5C48C0D2F2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SzPts val="2200"/>
              <a:buNone/>
            </a:pPr>
            <a:r>
              <a:rPr lang="en-IN" dirty="0"/>
              <a:t>Assignment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EA346-54A5-5044-27FB-2E31A1CE5E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 Auditing</a:t>
            </a:r>
          </a:p>
          <a:p>
            <a:r>
              <a:rPr lang="en-US" dirty="0"/>
              <a:t>Study cases</a:t>
            </a:r>
            <a:endParaRPr lang="en-ID" dirty="0"/>
          </a:p>
        </p:txBody>
      </p:sp>
      <p:pic>
        <p:nvPicPr>
          <p:cNvPr id="6" name="Picture Placeholder 5" descr="A person using a touch screen&#10;&#10;AI-generated content may be incorrect.">
            <a:extLst>
              <a:ext uri="{FF2B5EF4-FFF2-40B4-BE49-F238E27FC236}">
                <a16:creationId xmlns:a16="http://schemas.microsoft.com/office/drawing/2014/main" id="{E29661ED-7A30-C594-A249-DD6642556D0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8" r="216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739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17E2-EDBB-78C6-B2FB-292EE854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5B9D4-7306-C77E-EECF-9C661878D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lesson, students will balance:</a:t>
            </a:r>
          </a:p>
          <a:p>
            <a:r>
              <a:rPr lang="en-US" b="1" dirty="0"/>
              <a:t>Audit concepts </a:t>
            </a:r>
            <a:r>
              <a:rPr lang="en-US" dirty="0"/>
              <a:t>(what to look for in anomalies, control weaknesses)</a:t>
            </a:r>
          </a:p>
          <a:p>
            <a:r>
              <a:rPr lang="en-US" b="1" dirty="0"/>
              <a:t>Data skills </a:t>
            </a:r>
            <a:r>
              <a:rPr lang="en-US" dirty="0"/>
              <a:t>(processing logs, querying data, spotting suspicious patterns)</a:t>
            </a:r>
          </a:p>
          <a:p>
            <a:r>
              <a:rPr lang="en-US" b="1" dirty="0"/>
              <a:t>Critical thinking </a:t>
            </a:r>
            <a:r>
              <a:rPr lang="en-US" dirty="0"/>
              <a:t>(distinguishing between error vs. fraud)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D8613-C58D-9F5D-013A-F20EAD7D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499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97AC-4271-6586-DFE1-654A76B0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8200F-21FF-7CAD-7257-60FD0CEF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multiple ways to complete an audit task using spreadsheets</a:t>
            </a:r>
          </a:p>
          <a:p>
            <a:r>
              <a:rPr lang="en-US" dirty="0"/>
              <a:t>Most of the time, you want to complete the task using the quickest possible way</a:t>
            </a:r>
          </a:p>
          <a:p>
            <a:r>
              <a:rPr lang="en-US" dirty="0"/>
              <a:t>Hence: The more you know, the merrier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B86E-A79B-EEB5-DD3A-607397C5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247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758D-E8FE-70E2-65FB-DA776102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Studi Kasus 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0751D-0511-C01E-D103-D6D18C52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4</a:t>
            </a:fld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1D6AA-B960-FAE1-3C95-3335267FC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Audit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1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CDBF-03AA-F4A6-660A-04301766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Skenario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92A79-2762-4877-F866-8207FE9F8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Anda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seorang</a:t>
            </a:r>
            <a:r>
              <a:rPr lang="en-ID" sz="2400" dirty="0"/>
              <a:t> auditor TI yang </a:t>
            </a:r>
            <a:r>
              <a:rPr lang="en-ID" sz="2400" dirty="0" err="1"/>
              <a:t>ditugaskan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audit pada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absensi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IoT (Fingerprint/RFID) di Universitas ABC.</a:t>
            </a:r>
          </a:p>
          <a:p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mencatat</a:t>
            </a:r>
            <a:r>
              <a:rPr lang="en-ID" sz="2400" dirty="0"/>
              <a:t> </a:t>
            </a:r>
            <a:r>
              <a:rPr lang="en-ID" sz="2400" dirty="0" err="1"/>
              <a:t>kehadiran</a:t>
            </a:r>
            <a:r>
              <a:rPr lang="en-ID" sz="2400" dirty="0"/>
              <a:t> </a:t>
            </a:r>
            <a:r>
              <a:rPr lang="en-ID" sz="2400" dirty="0" err="1"/>
              <a:t>mahasiswa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otomatis</a:t>
            </a:r>
            <a:r>
              <a:rPr lang="en-ID" sz="2400" dirty="0"/>
              <a:t> di lima </a:t>
            </a:r>
            <a:r>
              <a:rPr lang="en-ID" sz="2400" dirty="0" err="1"/>
              <a:t>lokasi</a:t>
            </a:r>
            <a:r>
              <a:rPr lang="en-ID" sz="2400" dirty="0"/>
              <a:t> </a:t>
            </a:r>
            <a:r>
              <a:rPr lang="en-ID" sz="2400" dirty="0" err="1"/>
              <a:t>kampus</a:t>
            </a:r>
            <a:r>
              <a:rPr lang="en-ID" sz="2400" dirty="0"/>
              <a:t>. </a:t>
            </a:r>
          </a:p>
          <a:p>
            <a:r>
              <a:rPr lang="en-ID" sz="2400" dirty="0" err="1"/>
              <a:t>Mengingat</a:t>
            </a:r>
            <a:r>
              <a:rPr lang="en-ID" sz="2400" dirty="0"/>
              <a:t> volume data yang </a:t>
            </a:r>
            <a:r>
              <a:rPr lang="en-ID" sz="2400" dirty="0" err="1"/>
              <a:t>semakin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, </a:t>
            </a:r>
            <a:r>
              <a:rPr lang="en-ID" sz="2400" dirty="0" err="1"/>
              <a:t>manajemen</a:t>
            </a:r>
            <a:r>
              <a:rPr lang="en-ID" sz="2400" dirty="0"/>
              <a:t> universitas </a:t>
            </a:r>
            <a:r>
              <a:rPr lang="en-ID" sz="2400" dirty="0" err="1"/>
              <a:t>ingin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integritas</a:t>
            </a:r>
            <a:r>
              <a:rPr lang="en-ID" sz="2400" dirty="0"/>
              <a:t>, </a:t>
            </a:r>
            <a:r>
              <a:rPr lang="en-ID" sz="2400" dirty="0" err="1"/>
              <a:t>akurasi</a:t>
            </a:r>
            <a:r>
              <a:rPr lang="en-ID" sz="2400" dirty="0"/>
              <a:t>, dan </a:t>
            </a:r>
            <a:r>
              <a:rPr lang="en-ID" sz="2400" dirty="0" err="1"/>
              <a:t>keandalan</a:t>
            </a:r>
            <a:r>
              <a:rPr lang="en-ID" sz="2400" dirty="0"/>
              <a:t> data yang </a:t>
            </a:r>
            <a:r>
              <a:rPr lang="en-ID" sz="2400" dirty="0" err="1"/>
              <a:t>dihasilkan</a:t>
            </a:r>
            <a:r>
              <a:rPr lang="en-ID" sz="2400" dirty="0"/>
              <a:t> oleh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. </a:t>
            </a:r>
          </a:p>
          <a:p>
            <a:r>
              <a:rPr lang="en-ID" sz="2400" dirty="0" err="1"/>
              <a:t>Tugas</a:t>
            </a:r>
            <a:r>
              <a:rPr lang="en-ID" sz="2400" dirty="0"/>
              <a:t> Anda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menganalisis</a:t>
            </a:r>
            <a:r>
              <a:rPr lang="en-ID" sz="2400" dirty="0"/>
              <a:t> data </a:t>
            </a:r>
            <a:r>
              <a:rPr lang="en-ID" sz="2400" dirty="0" err="1"/>
              <a:t>absensi</a:t>
            </a:r>
            <a:r>
              <a:rPr lang="en-ID" sz="2400" dirty="0"/>
              <a:t> </a:t>
            </a:r>
            <a:r>
              <a:rPr lang="en-ID" sz="2400" dirty="0" err="1"/>
              <a:t>mentah</a:t>
            </a:r>
            <a:r>
              <a:rPr lang="en-ID" sz="2400" dirty="0"/>
              <a:t> </a:t>
            </a:r>
            <a:r>
              <a:rPr lang="en-ID" sz="2400" dirty="0" err="1"/>
              <a:t>selama</a:t>
            </a:r>
            <a:r>
              <a:rPr lang="en-ID" sz="2400" dirty="0"/>
              <a:t> dua </a:t>
            </a:r>
            <a:r>
              <a:rPr lang="en-ID" sz="2400" dirty="0" err="1"/>
              <a:t>minggu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potensi</a:t>
            </a:r>
            <a:r>
              <a:rPr lang="en-ID" sz="2400" dirty="0"/>
              <a:t> </a:t>
            </a:r>
            <a:r>
              <a:rPr lang="en-ID" sz="2400" dirty="0" err="1"/>
              <a:t>kelemahan</a:t>
            </a:r>
            <a:r>
              <a:rPr lang="en-ID" sz="2400" dirty="0"/>
              <a:t> </a:t>
            </a:r>
            <a:r>
              <a:rPr lang="en-ID" sz="2400" dirty="0" err="1"/>
              <a:t>kontrol</a:t>
            </a:r>
            <a:r>
              <a:rPr lang="en-ID" sz="2400" dirty="0"/>
              <a:t>, </a:t>
            </a:r>
            <a:r>
              <a:rPr lang="en-ID" sz="2400" dirty="0" err="1"/>
              <a:t>anomali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aktivitas</a:t>
            </a:r>
            <a:r>
              <a:rPr lang="en-ID" sz="2400" dirty="0"/>
              <a:t> </a:t>
            </a:r>
            <a:r>
              <a:rPr lang="en-ID" sz="2400" dirty="0" err="1"/>
              <a:t>mencurigakan</a:t>
            </a:r>
            <a:r>
              <a:rPr lang="en-ID" sz="2400" dirty="0"/>
              <a:t>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61E92-BE9F-5B21-9E7B-94D5A553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881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E4A5-D9B2-849C-3D78-3C54D388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Referensi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3F1FF-591B-697A-829C-30BCD6E2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000" b="1" dirty="0"/>
              <a:t>Daftar Mahasiswa &amp; Grup:</a:t>
            </a:r>
            <a:endParaRPr lang="en-US" sz="2000" dirty="0"/>
          </a:p>
          <a:p>
            <a:pPr lvl="1"/>
            <a:r>
              <a:rPr lang="en-US" sz="1800" b="1" dirty="0"/>
              <a:t>Grup 1:</a:t>
            </a:r>
            <a:r>
              <a:rPr lang="en-US" sz="1800" dirty="0"/>
              <a:t> </a:t>
            </a:r>
            <a:r>
              <a:rPr lang="en-US" sz="1800" dirty="0" err="1"/>
              <a:t>user_id</a:t>
            </a:r>
            <a:r>
              <a:rPr lang="en-US" sz="1800" dirty="0"/>
              <a:t> 2001-2025</a:t>
            </a:r>
          </a:p>
          <a:p>
            <a:pPr lvl="1"/>
            <a:r>
              <a:rPr lang="en-US" sz="1800" b="1" dirty="0"/>
              <a:t>Grup 2:</a:t>
            </a:r>
            <a:r>
              <a:rPr lang="en-US" sz="1800" dirty="0"/>
              <a:t> </a:t>
            </a:r>
            <a:r>
              <a:rPr lang="en-US" sz="1800" dirty="0" err="1"/>
              <a:t>user_id</a:t>
            </a:r>
            <a:r>
              <a:rPr lang="en-US" sz="1800" dirty="0"/>
              <a:t> 2026-2050</a:t>
            </a:r>
          </a:p>
          <a:p>
            <a:pPr lvl="0"/>
            <a:r>
              <a:rPr lang="en-US" sz="2000" b="1" dirty="0"/>
              <a:t>Jadwal Kuliah:</a:t>
            </a:r>
            <a:endParaRPr lang="en-US" sz="2000" dirty="0"/>
          </a:p>
          <a:p>
            <a:pPr lvl="1"/>
            <a:r>
              <a:rPr lang="en-US" sz="1800" b="1" dirty="0"/>
              <a:t>MK001 (Teori):</a:t>
            </a:r>
            <a:r>
              <a:rPr lang="en-US" sz="1800" dirty="0"/>
              <a:t> Senin, 08:00-10:00. </a:t>
            </a:r>
            <a:r>
              <a:rPr lang="en-US" sz="1800" dirty="0" err="1"/>
              <a:t>Diikuti</a:t>
            </a:r>
            <a:r>
              <a:rPr lang="en-US" sz="1800" dirty="0"/>
              <a:t> oleh </a:t>
            </a:r>
            <a:r>
              <a:rPr lang="en-US" sz="1800" b="1" dirty="0"/>
              <a:t>Grup 1</a:t>
            </a:r>
            <a:r>
              <a:rPr lang="en-US" sz="1800" dirty="0"/>
              <a:t> di Gedung-A-101.</a:t>
            </a:r>
          </a:p>
          <a:p>
            <a:pPr lvl="1"/>
            <a:r>
              <a:rPr lang="en-US" sz="1800" b="1" dirty="0"/>
              <a:t>MK003 (Teori):</a:t>
            </a:r>
            <a:r>
              <a:rPr lang="en-US" sz="1800" dirty="0"/>
              <a:t> Selasa, 10:00-12:00. </a:t>
            </a:r>
            <a:r>
              <a:rPr lang="en-US" sz="1800" dirty="0" err="1"/>
              <a:t>Diikuti</a:t>
            </a:r>
            <a:r>
              <a:rPr lang="en-US" sz="1800" dirty="0"/>
              <a:t> oleh </a:t>
            </a:r>
            <a:r>
              <a:rPr lang="en-US" sz="1800" b="1" dirty="0"/>
              <a:t>Grup 2</a:t>
            </a:r>
            <a:r>
              <a:rPr lang="en-US" sz="1800" dirty="0"/>
              <a:t> di Gedung-A-102.</a:t>
            </a:r>
          </a:p>
          <a:p>
            <a:pPr lvl="1"/>
            <a:r>
              <a:rPr lang="en-US" sz="1800" b="1" dirty="0"/>
              <a:t>MK002 (Praktikum):</a:t>
            </a:r>
            <a:r>
              <a:rPr lang="en-US" sz="1800" dirty="0"/>
              <a:t> Rabu, 13:00-15:00. </a:t>
            </a:r>
            <a:r>
              <a:rPr lang="en-US" sz="1800" dirty="0" err="1"/>
              <a:t>Diikuti</a:t>
            </a:r>
            <a:r>
              <a:rPr lang="en-US" sz="1800" dirty="0"/>
              <a:t> oleh </a:t>
            </a:r>
            <a:r>
              <a:rPr lang="en-US" sz="1800" b="1" dirty="0"/>
              <a:t>Grup 1</a:t>
            </a:r>
            <a:r>
              <a:rPr lang="en-US" sz="1800" dirty="0"/>
              <a:t> di Gedung-B-201 (Lab </a:t>
            </a:r>
            <a:r>
              <a:rPr lang="en-US" sz="1800" dirty="0" err="1"/>
              <a:t>Komputer</a:t>
            </a:r>
            <a:r>
              <a:rPr lang="en-US" sz="1800" dirty="0"/>
              <a:t>).</a:t>
            </a:r>
          </a:p>
          <a:p>
            <a:pPr lvl="1"/>
            <a:r>
              <a:rPr lang="en-US" sz="1800" b="1" dirty="0"/>
              <a:t>MK004 (Praktikum):</a:t>
            </a:r>
            <a:r>
              <a:rPr lang="en-US" sz="1800" dirty="0"/>
              <a:t> Kamis, 09:00-11:00. </a:t>
            </a:r>
            <a:r>
              <a:rPr lang="en-US" sz="1800" dirty="0" err="1"/>
              <a:t>Diikuti</a:t>
            </a:r>
            <a:r>
              <a:rPr lang="en-US" sz="1800" dirty="0"/>
              <a:t> oleh </a:t>
            </a:r>
            <a:r>
              <a:rPr lang="en-US" sz="1800" b="1" dirty="0"/>
              <a:t>Grup 2</a:t>
            </a:r>
            <a:r>
              <a:rPr lang="en-US" sz="1800" dirty="0"/>
              <a:t> di Gedung-B-202 (Lab Bahasa).</a:t>
            </a:r>
          </a:p>
          <a:p>
            <a:pPr lvl="0"/>
            <a:r>
              <a:rPr lang="en-US" sz="2000" b="1" dirty="0"/>
              <a:t>Jam </a:t>
            </a:r>
            <a:r>
              <a:rPr lang="en-US" sz="2000" b="1" dirty="0" err="1"/>
              <a:t>Operasional</a:t>
            </a:r>
            <a:r>
              <a:rPr lang="en-US" sz="2000" b="1" dirty="0"/>
              <a:t> Kampus:</a:t>
            </a:r>
            <a:endParaRPr lang="en-US" sz="2000" dirty="0"/>
          </a:p>
          <a:p>
            <a:pPr lvl="1"/>
            <a:r>
              <a:rPr lang="en-US" sz="1800" b="1" dirty="0"/>
              <a:t>Hari Kerja (Senin-Jumat):</a:t>
            </a:r>
            <a:r>
              <a:rPr lang="en-US" sz="1800" dirty="0"/>
              <a:t> 07:00 - 18:00</a:t>
            </a:r>
          </a:p>
          <a:p>
            <a:pPr lvl="1"/>
            <a:r>
              <a:rPr lang="en-US" sz="1800" b="1" dirty="0"/>
              <a:t>Akhir Pekan (Sabtu-Minggu):</a:t>
            </a:r>
            <a:r>
              <a:rPr lang="en-US" sz="1800" dirty="0"/>
              <a:t> Kampus seharusnya </a:t>
            </a:r>
            <a:r>
              <a:rPr lang="en-US" sz="1800" dirty="0" err="1"/>
              <a:t>tutup</a:t>
            </a:r>
            <a:r>
              <a:rPr lang="en-US" sz="1800" dirty="0"/>
              <a:t> dan tidak </a:t>
            </a:r>
            <a:r>
              <a:rPr lang="en-US" sz="1800" dirty="0" err="1"/>
              <a:t>ada</a:t>
            </a:r>
            <a:r>
              <a:rPr lang="en-US" sz="1800" dirty="0"/>
              <a:t> aktivitas </a:t>
            </a:r>
            <a:r>
              <a:rPr lang="en-US" sz="1800" dirty="0" err="1"/>
              <a:t>absensi</a:t>
            </a:r>
            <a:r>
              <a:rPr lang="en-US" sz="1800" dirty="0"/>
              <a:t>.</a:t>
            </a:r>
          </a:p>
          <a:p>
            <a:pPr lvl="0"/>
            <a:r>
              <a:rPr lang="en-US" sz="2000" b="1" dirty="0"/>
              <a:t>Lokasi Umum:</a:t>
            </a:r>
            <a:endParaRPr lang="en-US" sz="2000" dirty="0"/>
          </a:p>
          <a:p>
            <a:pPr lvl="1"/>
            <a:r>
              <a:rPr lang="en-US" sz="1800" dirty="0" err="1"/>
              <a:t>Perpustakaan</a:t>
            </a:r>
            <a:r>
              <a:rPr lang="en-US" sz="1800" dirty="0"/>
              <a:t> (</a:t>
            </a:r>
            <a:r>
              <a:rPr lang="en-US" sz="1800" dirty="0" err="1"/>
              <a:t>device_id</a:t>
            </a:r>
            <a:r>
              <a:rPr lang="en-US" sz="1800" dirty="0"/>
              <a:t> DEV301) </a:t>
            </a:r>
            <a:r>
              <a:rPr lang="en-US" sz="1800" dirty="0" err="1"/>
              <a:t>terbuka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semua mahasiswa </a:t>
            </a:r>
            <a:r>
              <a:rPr lang="en-US" sz="1800" dirty="0" err="1"/>
              <a:t>selama</a:t>
            </a:r>
            <a:r>
              <a:rPr lang="en-US" sz="1800" dirty="0"/>
              <a:t> jam </a:t>
            </a:r>
            <a:r>
              <a:rPr lang="en-US" sz="1800" dirty="0" err="1"/>
              <a:t>operasional</a:t>
            </a:r>
            <a:r>
              <a:rPr lang="en-US" sz="1800" dirty="0"/>
              <a:t> </a:t>
            </a:r>
            <a:r>
              <a:rPr lang="en-US" sz="1800" dirty="0" err="1"/>
              <a:t>kampus</a:t>
            </a:r>
            <a:r>
              <a:rPr lang="en-US" sz="1800" dirty="0"/>
              <a:t>. </a:t>
            </a:r>
            <a:r>
              <a:rPr lang="en-US" sz="1800" dirty="0" err="1"/>
              <a:t>Absensi</a:t>
            </a:r>
            <a:r>
              <a:rPr lang="en-US" sz="1800" dirty="0"/>
              <a:t> di </a:t>
            </a:r>
            <a:r>
              <a:rPr lang="en-US" sz="1800" dirty="0" err="1"/>
              <a:t>sini</a:t>
            </a:r>
            <a:r>
              <a:rPr lang="en-US" sz="1800" dirty="0"/>
              <a:t> adalah valid </a:t>
            </a:r>
            <a:r>
              <a:rPr lang="en-US" sz="1800" dirty="0" err="1"/>
              <a:t>tetapi</a:t>
            </a:r>
            <a:r>
              <a:rPr lang="en-US" sz="1800" dirty="0"/>
              <a:t> tidak </a:t>
            </a:r>
            <a:r>
              <a:rPr lang="en-US" sz="1800" dirty="0" err="1"/>
              <a:t>dihitung</a:t>
            </a:r>
            <a:r>
              <a:rPr lang="en-US" sz="1800" dirty="0"/>
              <a:t> sebagai </a:t>
            </a:r>
            <a:r>
              <a:rPr lang="en-US" sz="1800" dirty="0" err="1"/>
              <a:t>kehadiran</a:t>
            </a:r>
            <a:r>
              <a:rPr lang="en-US" sz="1800" dirty="0"/>
              <a:t> </a:t>
            </a:r>
            <a:r>
              <a:rPr lang="en-US" sz="1800" dirty="0" err="1"/>
              <a:t>kelas</a:t>
            </a:r>
            <a:r>
              <a:rPr lang="en-US" sz="1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8E18E-9DC2-3983-F76B-E62149C3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288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34F1-4F67-2160-933E-F2FD32D2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255795"/>
            <a:ext cx="11190136" cy="1230105"/>
          </a:xfrm>
        </p:spPr>
        <p:txBody>
          <a:bodyPr>
            <a:normAutofit/>
          </a:bodyPr>
          <a:lstStyle/>
          <a:p>
            <a:r>
              <a:rPr lang="en-US" b="1" dirty="0"/>
              <a:t>Tugas 1: </a:t>
            </a:r>
            <a:r>
              <a:rPr lang="en-US" b="1" dirty="0" err="1"/>
              <a:t>Deteksi</a:t>
            </a:r>
            <a:r>
              <a:rPr lang="en-US" b="1" dirty="0"/>
              <a:t> </a:t>
            </a:r>
            <a:r>
              <a:rPr lang="en-US" b="1" dirty="0" err="1"/>
              <a:t>Duplikasi</a:t>
            </a:r>
            <a:r>
              <a:rPr lang="en-US" b="1" dirty="0"/>
              <a:t> dan </a:t>
            </a:r>
            <a:r>
              <a:rPr lang="en-US" b="1" dirty="0" err="1"/>
              <a:t>Absensi</a:t>
            </a:r>
            <a:r>
              <a:rPr lang="en-US" b="1" dirty="0"/>
              <a:t> Ganda (Double Check-in)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F485-B76D-575E-632D-B2238857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589808"/>
            <a:ext cx="11190136" cy="458715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Sistem seharusnya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kontrol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mencegah</a:t>
            </a:r>
            <a:r>
              <a:rPr lang="en-US" sz="2000" dirty="0"/>
              <a:t> </a:t>
            </a:r>
            <a:r>
              <a:rPr lang="en-US" sz="2000" dirty="0" err="1"/>
              <a:t>pengguna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check-in </a:t>
            </a:r>
            <a:r>
              <a:rPr lang="en-US" sz="2000" dirty="0" err="1"/>
              <a:t>berkali</a:t>
            </a:r>
            <a:r>
              <a:rPr lang="en-US" sz="2000" dirty="0"/>
              <a:t>-kali </a:t>
            </a:r>
            <a:r>
              <a:rPr lang="en-US" sz="2000" dirty="0" err="1"/>
              <a:t>dalam</a:t>
            </a:r>
            <a:r>
              <a:rPr lang="en-US" sz="2000" dirty="0"/>
              <a:t> interval </a:t>
            </a:r>
            <a:r>
              <a:rPr lang="en-US" sz="2000" dirty="0" err="1"/>
              <a:t>waktu</a:t>
            </a:r>
            <a:r>
              <a:rPr lang="en-US" sz="2000" dirty="0"/>
              <a:t> yang sangat </a:t>
            </a:r>
            <a:r>
              <a:rPr lang="en-US" sz="2000" dirty="0" err="1"/>
              <a:t>singkat</a:t>
            </a:r>
            <a:r>
              <a:rPr lang="en-US" sz="2000" dirty="0"/>
              <a:t>, yang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mengindikasikan</a:t>
            </a:r>
            <a:r>
              <a:rPr lang="en-US" sz="2000" dirty="0"/>
              <a:t> error pada </a:t>
            </a:r>
            <a:r>
              <a:rPr lang="en-US" sz="2000" dirty="0" err="1"/>
              <a:t>perangkat</a:t>
            </a:r>
            <a:r>
              <a:rPr lang="en-US" sz="2000" dirty="0"/>
              <a:t> atau </a:t>
            </a:r>
            <a:r>
              <a:rPr lang="en-US" sz="2000" dirty="0" err="1"/>
              <a:t>percobaan</a:t>
            </a:r>
            <a:r>
              <a:rPr lang="en-US" sz="2000" dirty="0"/>
              <a:t> </a:t>
            </a:r>
            <a:r>
              <a:rPr lang="en-US" sz="2000" dirty="0" err="1"/>
              <a:t>manipulasi</a:t>
            </a:r>
            <a:r>
              <a:rPr lang="en-US" sz="2000" dirty="0"/>
              <a:t>.</a:t>
            </a:r>
          </a:p>
          <a:p>
            <a:pPr marL="714375" indent="-357188"/>
            <a:r>
              <a:rPr lang="en-US" sz="2000" b="1" dirty="0" err="1"/>
              <a:t>Identifikasi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Temukan</a:t>
            </a:r>
            <a:r>
              <a:rPr lang="en-US" sz="2000" dirty="0"/>
              <a:t> semua </a:t>
            </a:r>
            <a:r>
              <a:rPr lang="en-US" sz="2000" dirty="0" err="1"/>
              <a:t>user_id</a:t>
            </a:r>
            <a:r>
              <a:rPr lang="en-US" sz="2000" dirty="0"/>
              <a:t> yang </a:t>
            </a:r>
            <a:r>
              <a:rPr lang="en-US" sz="2000" dirty="0" err="1"/>
              <a:t>tercatat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absensi</a:t>
            </a:r>
            <a:r>
              <a:rPr lang="en-US" sz="2000" dirty="0"/>
              <a:t> lebih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kali </a:t>
            </a:r>
            <a:r>
              <a:rPr lang="en-US" sz="2000" dirty="0" err="1"/>
              <a:t>dalam</a:t>
            </a:r>
            <a:r>
              <a:rPr lang="en-US" sz="2000" dirty="0"/>
              <a:t> interval 2 menit pada </a:t>
            </a:r>
            <a:r>
              <a:rPr lang="en-US" sz="2000" dirty="0" err="1"/>
              <a:t>hari</a:t>
            </a:r>
            <a:r>
              <a:rPr lang="en-US" sz="2000" dirty="0"/>
              <a:t> yang </a:t>
            </a:r>
            <a:r>
              <a:rPr lang="en-US" sz="2000" dirty="0" err="1"/>
              <a:t>sama</a:t>
            </a:r>
            <a:r>
              <a:rPr lang="en-US" sz="2000" dirty="0"/>
              <a:t>.</a:t>
            </a:r>
          </a:p>
          <a:p>
            <a:pPr marL="714375" indent="-357188"/>
            <a:r>
              <a:rPr lang="en-US" sz="2000" b="1" dirty="0" err="1"/>
              <a:t>Analisis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Sajikan</a:t>
            </a:r>
            <a:r>
              <a:rPr lang="en-US" sz="2000" dirty="0"/>
              <a:t> </a:t>
            </a:r>
            <a:r>
              <a:rPr lang="en-US" sz="2000" dirty="0" err="1"/>
              <a:t>temuan</a:t>
            </a:r>
            <a:r>
              <a:rPr lang="en-US" sz="2000" dirty="0"/>
              <a:t> Anda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tabel yang </a:t>
            </a:r>
            <a:r>
              <a:rPr lang="en-US" sz="2000" dirty="0" err="1"/>
              <a:t>berisi</a:t>
            </a:r>
            <a:r>
              <a:rPr lang="en-US" sz="2000" dirty="0"/>
              <a:t> </a:t>
            </a:r>
            <a:r>
              <a:rPr lang="en-US" sz="2000" dirty="0" err="1"/>
              <a:t>user_id</a:t>
            </a:r>
            <a:r>
              <a:rPr lang="en-US" sz="2000" dirty="0"/>
              <a:t>, timestamp </a:t>
            </a:r>
            <a:r>
              <a:rPr lang="en-US" sz="2000" dirty="0" err="1"/>
              <a:t>duplikat</a:t>
            </a:r>
            <a:r>
              <a:rPr lang="en-US" sz="2000" dirty="0"/>
              <a:t>, dan </a:t>
            </a:r>
            <a:r>
              <a:rPr lang="en-US" sz="2000" dirty="0" err="1"/>
              <a:t>lokasi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052AB-D77B-5987-4BF3-B8194F3E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989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A0347-FB6D-DCE8-EF9B-FE08F47C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E9A3-2E45-B665-1BC3-1B0FCF37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255795"/>
            <a:ext cx="11190136" cy="1230105"/>
          </a:xfrm>
        </p:spPr>
        <p:txBody>
          <a:bodyPr>
            <a:normAutofit/>
          </a:bodyPr>
          <a:lstStyle/>
          <a:p>
            <a:r>
              <a:rPr lang="en-US" b="1" dirty="0"/>
              <a:t>Tugas 2: </a:t>
            </a:r>
            <a:r>
              <a:rPr lang="en-US" b="1" dirty="0" err="1"/>
              <a:t>Analisis</a:t>
            </a:r>
            <a:r>
              <a:rPr lang="en-US" b="1" dirty="0"/>
              <a:t> </a:t>
            </a:r>
            <a:r>
              <a:rPr lang="en-US" b="1" dirty="0" err="1"/>
              <a:t>Anomali</a:t>
            </a:r>
            <a:r>
              <a:rPr lang="en-US" b="1" dirty="0"/>
              <a:t> Waktu dan Hari </a:t>
            </a:r>
            <a:r>
              <a:rPr lang="en-US" b="1" dirty="0" err="1"/>
              <a:t>Absensi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F890-8D72-D3BE-E7E2-A4B4AA23A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589808"/>
            <a:ext cx="11190136" cy="458715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Aktivitas </a:t>
            </a:r>
            <a:r>
              <a:rPr lang="en-US" sz="2000" dirty="0" err="1"/>
              <a:t>absensi</a:t>
            </a:r>
            <a:r>
              <a:rPr lang="en-US" sz="2000" dirty="0"/>
              <a:t> harusnya </a:t>
            </a:r>
            <a:r>
              <a:rPr lang="en-US" sz="2000" dirty="0" err="1"/>
              <a:t>selaras</a:t>
            </a:r>
            <a:r>
              <a:rPr lang="en-US" sz="2000" dirty="0"/>
              <a:t> dengan jam </a:t>
            </a:r>
            <a:r>
              <a:rPr lang="en-US" sz="2000" dirty="0" err="1"/>
              <a:t>operasional</a:t>
            </a:r>
            <a:r>
              <a:rPr lang="en-US" sz="2000" dirty="0"/>
              <a:t> dan </a:t>
            </a:r>
            <a:r>
              <a:rPr lang="en-US" sz="2000" dirty="0" err="1"/>
              <a:t>hari</a:t>
            </a:r>
            <a:r>
              <a:rPr lang="en-US" sz="2000" dirty="0"/>
              <a:t> </a:t>
            </a:r>
            <a:r>
              <a:rPr lang="en-US" sz="2000" dirty="0" err="1"/>
              <a:t>akademik</a:t>
            </a:r>
            <a:r>
              <a:rPr lang="en-US" sz="2000" dirty="0"/>
              <a:t> universitas.</a:t>
            </a:r>
          </a:p>
          <a:p>
            <a:pPr marL="357188" lvl="0" indent="-357188"/>
            <a:r>
              <a:rPr lang="en-US" sz="2000" b="1" dirty="0" err="1"/>
              <a:t>Identifikasi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Analisis</a:t>
            </a:r>
            <a:r>
              <a:rPr lang="en-US" sz="2000" dirty="0"/>
              <a:t> seluruh data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menemukan</a:t>
            </a:r>
            <a:r>
              <a:rPr lang="en-US" sz="2000" dirty="0"/>
              <a:t> </a:t>
            </a:r>
            <a:r>
              <a:rPr lang="en-US" sz="2000" dirty="0" err="1"/>
              <a:t>absensi</a:t>
            </a:r>
            <a:r>
              <a:rPr lang="en-US" sz="2000" dirty="0"/>
              <a:t> yang </a:t>
            </a:r>
            <a:r>
              <a:rPr lang="en-US" sz="2000" dirty="0" err="1"/>
              <a:t>tercatat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Di </a:t>
            </a:r>
            <a:r>
              <a:rPr lang="en-US" sz="2000" dirty="0" err="1"/>
              <a:t>luar</a:t>
            </a:r>
            <a:r>
              <a:rPr lang="en-US" sz="2000" dirty="0"/>
              <a:t> jam </a:t>
            </a:r>
            <a:r>
              <a:rPr lang="en-US" sz="2000" dirty="0" err="1"/>
              <a:t>operasional</a:t>
            </a:r>
            <a:r>
              <a:rPr lang="en-US" sz="2000" dirty="0"/>
              <a:t> (sebelum 07:00 atau </a:t>
            </a:r>
            <a:r>
              <a:rPr lang="en-US" sz="2000" dirty="0" err="1"/>
              <a:t>setelah</a:t>
            </a:r>
            <a:r>
              <a:rPr lang="en-US" sz="2000" dirty="0"/>
              <a:t> 18:00).</a:t>
            </a:r>
          </a:p>
          <a:p>
            <a:pPr lvl="1"/>
            <a:r>
              <a:rPr lang="en-US" sz="2000" dirty="0"/>
              <a:t>Pada </a:t>
            </a:r>
            <a:r>
              <a:rPr lang="en-US" sz="2000" dirty="0" err="1"/>
              <a:t>hari</a:t>
            </a:r>
            <a:r>
              <a:rPr lang="en-US" sz="2000" dirty="0"/>
              <a:t> </a:t>
            </a:r>
            <a:r>
              <a:rPr lang="en-US" sz="2000" dirty="0" err="1"/>
              <a:t>libur</a:t>
            </a:r>
            <a:r>
              <a:rPr lang="en-US" sz="2000" dirty="0"/>
              <a:t> (Sabtu atau Minggu).</a:t>
            </a:r>
          </a:p>
          <a:p>
            <a:pPr marL="357188" lvl="0" indent="-357188"/>
            <a:r>
              <a:rPr lang="en-US" sz="2000" b="1" dirty="0" err="1"/>
              <a:t>Analisis</a:t>
            </a:r>
            <a:r>
              <a:rPr lang="en-US" sz="2000" b="1" dirty="0"/>
              <a:t>:</a:t>
            </a:r>
            <a:r>
              <a:rPr lang="en-US" sz="2000" dirty="0"/>
              <a:t> Catat semua </a:t>
            </a:r>
            <a:r>
              <a:rPr lang="en-US" sz="2000" dirty="0" err="1"/>
              <a:t>anomali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yang </a:t>
            </a:r>
            <a:r>
              <a:rPr lang="en-US" sz="2000" dirty="0" err="1"/>
              <a:t>ditemukan</a:t>
            </a:r>
            <a:r>
              <a:rPr lang="en-US" sz="2000" dirty="0"/>
              <a:t>. </a:t>
            </a:r>
            <a:r>
              <a:rPr lang="en-US" sz="2000" dirty="0" err="1"/>
              <a:t>Menurut</a:t>
            </a:r>
            <a:r>
              <a:rPr lang="en-US" sz="2000" dirty="0"/>
              <a:t> Anda, </a:t>
            </a:r>
            <a:r>
              <a:rPr lang="en-US" sz="2000" dirty="0" err="1"/>
              <a:t>apa</a:t>
            </a:r>
            <a:r>
              <a:rPr lang="en-US" sz="2000" dirty="0"/>
              <a:t> kemungkinan </a:t>
            </a:r>
            <a:r>
              <a:rPr lang="en-US" sz="2000" dirty="0" err="1"/>
              <a:t>penyebab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anomali</a:t>
            </a:r>
            <a:r>
              <a:rPr lang="en-US" sz="2000" dirty="0"/>
              <a:t> ini (misalnya, </a:t>
            </a:r>
            <a:r>
              <a:rPr lang="en-US" sz="2000" i="1" dirty="0"/>
              <a:t>device clock</a:t>
            </a:r>
            <a:r>
              <a:rPr lang="en-US" sz="2000" dirty="0"/>
              <a:t> yang tidak </a:t>
            </a:r>
            <a:r>
              <a:rPr lang="en-US" sz="2000" dirty="0" err="1"/>
              <a:t>sinkron</a:t>
            </a:r>
            <a:r>
              <a:rPr lang="en-US" sz="2000" dirty="0"/>
              <a:t>, </a:t>
            </a:r>
            <a:r>
              <a:rPr lang="en-US" sz="2000" dirty="0" err="1"/>
              <a:t>akses</a:t>
            </a:r>
            <a:r>
              <a:rPr lang="en-US" sz="2000" dirty="0"/>
              <a:t> tidak </a:t>
            </a:r>
            <a:r>
              <a:rPr lang="en-US" sz="2000" dirty="0" err="1"/>
              <a:t>sah</a:t>
            </a:r>
            <a:r>
              <a:rPr lang="en-US" sz="2000" dirty="0"/>
              <a:t>, </a:t>
            </a:r>
            <a:r>
              <a:rPr lang="en-US" sz="2000" dirty="0" err="1"/>
              <a:t>pengujian</a:t>
            </a:r>
            <a:r>
              <a:rPr lang="en-US" sz="2000" dirty="0"/>
              <a:t> sistem yang tidak </a:t>
            </a:r>
            <a:r>
              <a:rPr lang="en-US" sz="2000" dirty="0" err="1"/>
              <a:t>terdokumentasi</a:t>
            </a:r>
            <a:r>
              <a:rPr lang="en-US" sz="2000" dirty="0"/>
              <a:t>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E0C7-6370-0A8F-7BBF-F2602B96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977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279B-6F3B-090D-5260-EFC3A5408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1191A-FE02-1A6E-6306-03E643DD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255795"/>
            <a:ext cx="11190136" cy="1230105"/>
          </a:xfrm>
        </p:spPr>
        <p:txBody>
          <a:bodyPr>
            <a:normAutofit/>
          </a:bodyPr>
          <a:lstStyle/>
          <a:p>
            <a:r>
              <a:rPr lang="en-US" b="1" dirty="0"/>
              <a:t>Tugas 3: </a:t>
            </a:r>
            <a:r>
              <a:rPr lang="en-US" b="1" dirty="0" err="1"/>
              <a:t>Validasi</a:t>
            </a:r>
            <a:r>
              <a:rPr lang="en-US" b="1" dirty="0"/>
              <a:t> Silang Lokasi </a:t>
            </a:r>
            <a:r>
              <a:rPr lang="en-US" b="1" dirty="0" err="1"/>
              <a:t>Absensi</a:t>
            </a:r>
            <a:r>
              <a:rPr lang="en-US" b="1" dirty="0"/>
              <a:t> dengan Jadwal Kuliah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F065-2526-70E5-18F7-75AEBACAD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1589808"/>
            <a:ext cx="11190136" cy="458715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Salah </a:t>
            </a:r>
            <a:r>
              <a:rPr lang="en-US" sz="2000" dirty="0" err="1"/>
              <a:t>satu</a:t>
            </a:r>
            <a:r>
              <a:rPr lang="en-US" sz="2000" dirty="0"/>
              <a:t> integritas data kunci adalah </a:t>
            </a:r>
            <a:r>
              <a:rPr lang="en-US" sz="2000" dirty="0" err="1"/>
              <a:t>memastikan</a:t>
            </a:r>
            <a:r>
              <a:rPr lang="en-US" sz="2000" dirty="0"/>
              <a:t> mahasiswa hadir di </a:t>
            </a:r>
            <a:r>
              <a:rPr lang="en-US" sz="2000" dirty="0" err="1"/>
              <a:t>lokasi</a:t>
            </a:r>
            <a:r>
              <a:rPr lang="en-US" sz="2000" dirty="0"/>
              <a:t> yang benar sesuai jadwal.</a:t>
            </a:r>
          </a:p>
          <a:p>
            <a:pPr marL="357188" lvl="0" indent="-357188"/>
            <a:r>
              <a:rPr lang="en-US" sz="2000" b="1" dirty="0" err="1"/>
              <a:t>Identifikasi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Bandingkan</a:t>
            </a:r>
            <a:r>
              <a:rPr lang="en-US" sz="2000" dirty="0"/>
              <a:t> data </a:t>
            </a:r>
            <a:r>
              <a:rPr lang="en-US" sz="2000" dirty="0" err="1"/>
              <a:t>absensi</a:t>
            </a:r>
            <a:r>
              <a:rPr lang="en-US" sz="2000" dirty="0"/>
              <a:t> dengan jadwal kuliah yang </a:t>
            </a:r>
            <a:r>
              <a:rPr lang="en-US" sz="2000" dirty="0" err="1"/>
              <a:t>tersedia</a:t>
            </a:r>
            <a:r>
              <a:rPr lang="en-US" sz="2000" dirty="0"/>
              <a:t>. </a:t>
            </a:r>
            <a:r>
              <a:rPr lang="en-US" sz="2000" dirty="0" err="1"/>
              <a:t>Temukan</a:t>
            </a:r>
            <a:r>
              <a:rPr lang="en-US" sz="2000" dirty="0"/>
              <a:t> semua </a:t>
            </a:r>
            <a:r>
              <a:rPr lang="en-US" sz="2000" dirty="0" err="1"/>
              <a:t>kasus</a:t>
            </a:r>
            <a:r>
              <a:rPr lang="en-US" sz="2000" dirty="0"/>
              <a:t> di mana </a:t>
            </a:r>
            <a:r>
              <a:rPr lang="en-US" sz="2000" dirty="0" err="1"/>
              <a:t>seorang</a:t>
            </a:r>
            <a:r>
              <a:rPr lang="en-US" sz="2000" dirty="0"/>
              <a:t> mahasiswa </a:t>
            </a:r>
            <a:r>
              <a:rPr lang="en-US" sz="2000" dirty="0" err="1"/>
              <a:t>melakukan</a:t>
            </a:r>
            <a:r>
              <a:rPr lang="en-US" sz="2000" dirty="0"/>
              <a:t> check-in pada jam kuliah, </a:t>
            </a:r>
            <a:r>
              <a:rPr lang="en-US" sz="2000" dirty="0" err="1"/>
              <a:t>tetapi</a:t>
            </a:r>
            <a:r>
              <a:rPr lang="en-US" sz="2000" dirty="0"/>
              <a:t> di </a:t>
            </a:r>
            <a:r>
              <a:rPr lang="en-US" sz="2000" dirty="0" err="1"/>
              <a:t>lokasi</a:t>
            </a:r>
            <a:r>
              <a:rPr lang="en-US" sz="2000" dirty="0"/>
              <a:t> yang </a:t>
            </a:r>
            <a:r>
              <a:rPr lang="en-US" sz="2000" b="1" dirty="0"/>
              <a:t>salah</a:t>
            </a:r>
            <a:r>
              <a:rPr lang="en-US" sz="2000" dirty="0"/>
              <a:t>.</a:t>
            </a:r>
          </a:p>
          <a:p>
            <a:pPr lvl="1"/>
            <a:r>
              <a:rPr lang="en-US" sz="2000" i="1" dirty="0"/>
              <a:t>Catatan:</a:t>
            </a:r>
            <a:r>
              <a:rPr lang="en-US" sz="2000" dirty="0"/>
              <a:t> </a:t>
            </a:r>
            <a:r>
              <a:rPr lang="en-US" sz="2000" dirty="0" err="1"/>
              <a:t>Abaikan</a:t>
            </a:r>
            <a:r>
              <a:rPr lang="en-US" sz="2000" dirty="0"/>
              <a:t> </a:t>
            </a:r>
            <a:r>
              <a:rPr lang="en-US" sz="2000" dirty="0" err="1"/>
              <a:t>absensi</a:t>
            </a:r>
            <a:r>
              <a:rPr lang="en-US" sz="2000" dirty="0"/>
              <a:t> di </a:t>
            </a:r>
            <a:r>
              <a:rPr lang="en-US" sz="2000" dirty="0" err="1"/>
              <a:t>Perpustakaan</a:t>
            </a:r>
            <a:r>
              <a:rPr lang="en-US" sz="2000" dirty="0"/>
              <a:t> </a:t>
            </a:r>
            <a:r>
              <a:rPr lang="en-US" sz="2000" dirty="0" err="1"/>
              <a:t>jika</a:t>
            </a:r>
            <a:r>
              <a:rPr lang="en-US" sz="2000" dirty="0"/>
              <a:t> mahasiswa tersebut juga </a:t>
            </a:r>
            <a:r>
              <a:rPr lang="en-US" sz="2000" dirty="0" err="1"/>
              <a:t>memiliki</a:t>
            </a:r>
            <a:r>
              <a:rPr lang="en-US" sz="2000" dirty="0"/>
              <a:t> catatan </a:t>
            </a:r>
            <a:r>
              <a:rPr lang="en-US" sz="2000" dirty="0" err="1"/>
              <a:t>absensi</a:t>
            </a:r>
            <a:r>
              <a:rPr lang="en-US" sz="2000" dirty="0"/>
              <a:t> yang valid di </a:t>
            </a:r>
            <a:r>
              <a:rPr lang="en-US" sz="2000" dirty="0" err="1"/>
              <a:t>kelasnya</a:t>
            </a:r>
            <a:r>
              <a:rPr lang="en-US" sz="2000" dirty="0"/>
              <a:t>. </a:t>
            </a:r>
            <a:r>
              <a:rPr lang="en-US" sz="2000" dirty="0" err="1"/>
              <a:t>Fokus</a:t>
            </a:r>
            <a:r>
              <a:rPr lang="en-US" sz="2000" dirty="0"/>
              <a:t> pada </a:t>
            </a:r>
            <a:r>
              <a:rPr lang="en-US" sz="2000" dirty="0" err="1"/>
              <a:t>kasus</a:t>
            </a:r>
            <a:r>
              <a:rPr lang="en-US" sz="2000" dirty="0"/>
              <a:t> di mana </a:t>
            </a:r>
            <a:r>
              <a:rPr lang="en-US" sz="2000" i="1" dirty="0" err="1"/>
              <a:t>satu-satunya</a:t>
            </a:r>
            <a:r>
              <a:rPr lang="en-US" sz="2000" dirty="0"/>
              <a:t> </a:t>
            </a:r>
            <a:r>
              <a:rPr lang="en-US" sz="2000" dirty="0" err="1"/>
              <a:t>absensi</a:t>
            </a:r>
            <a:r>
              <a:rPr lang="en-US" sz="2000" dirty="0"/>
              <a:t> </a:t>
            </a:r>
            <a:r>
              <a:rPr lang="en-US" sz="2000" dirty="0" err="1"/>
              <a:t>mereka</a:t>
            </a:r>
            <a:r>
              <a:rPr lang="en-US" sz="2000" dirty="0"/>
              <a:t> pada jam itu </a:t>
            </a:r>
            <a:r>
              <a:rPr lang="en-US" sz="2000" dirty="0" err="1"/>
              <a:t>ada</a:t>
            </a:r>
            <a:r>
              <a:rPr lang="en-US" sz="2000" dirty="0"/>
              <a:t> di </a:t>
            </a:r>
            <a:r>
              <a:rPr lang="en-US" sz="2000" dirty="0" err="1"/>
              <a:t>lokasi</a:t>
            </a:r>
            <a:r>
              <a:rPr lang="en-US" sz="2000" dirty="0"/>
              <a:t> yang salah.</a:t>
            </a:r>
          </a:p>
          <a:p>
            <a:pPr marL="357188" lvl="0" indent="-357188"/>
            <a:r>
              <a:rPr lang="en-US" sz="2000" b="1" dirty="0" err="1"/>
              <a:t>Analisis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Tampilkan</a:t>
            </a:r>
            <a:r>
              <a:rPr lang="en-US" sz="2000" dirty="0"/>
              <a:t> data </a:t>
            </a:r>
            <a:r>
              <a:rPr lang="en-US" sz="2000" dirty="0" err="1"/>
              <a:t>lengkap</a:t>
            </a:r>
            <a:r>
              <a:rPr lang="en-US" sz="2000" dirty="0"/>
              <a:t> (</a:t>
            </a:r>
            <a:r>
              <a:rPr lang="en-US" sz="2000" dirty="0" err="1"/>
              <a:t>user_id</a:t>
            </a:r>
            <a:r>
              <a:rPr lang="en-US" sz="2000" dirty="0"/>
              <a:t>, timestamp, </a:t>
            </a:r>
            <a:r>
              <a:rPr lang="en-US" sz="2000" dirty="0" err="1"/>
              <a:t>lokasi</a:t>
            </a:r>
            <a:r>
              <a:rPr lang="en-US" sz="2000" dirty="0"/>
              <a:t> yang salah) dan </a:t>
            </a:r>
            <a:r>
              <a:rPr lang="en-US" sz="2000" dirty="0" err="1"/>
              <a:t>sebutkan</a:t>
            </a:r>
            <a:r>
              <a:rPr lang="en-US" sz="2000" dirty="0"/>
              <a:t> </a:t>
            </a:r>
            <a:r>
              <a:rPr lang="en-US" sz="2000" dirty="0" err="1"/>
              <a:t>lokasi</a:t>
            </a:r>
            <a:r>
              <a:rPr lang="en-US" sz="2000" dirty="0"/>
              <a:t> seharusnya </a:t>
            </a:r>
            <a:r>
              <a:rPr lang="en-US" sz="2000" dirty="0" err="1"/>
              <a:t>berdasarkan</a:t>
            </a:r>
            <a:r>
              <a:rPr lang="en-US" sz="2000" dirty="0"/>
              <a:t> jadwal.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5FCF0-EFF7-01D5-2D13-12F90E6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7924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75C9-4797-BC03-F70C-1F4E26DF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86E6-0D75-A099-1CFE-9ABF71AB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Studi Kasus II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AC7B41-E041-ACA5-B0D3-BB430790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10</a:t>
            </a:fld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45DED-4006-87FD-AB39-2E491A419A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Audit Log </a:t>
            </a:r>
            <a:r>
              <a:rPr lang="en-US" dirty="0" err="1"/>
              <a:t>Wifi</a:t>
            </a:r>
            <a:r>
              <a:rPr lang="en-US" dirty="0"/>
              <a:t> Kampus</a:t>
            </a:r>
          </a:p>
        </p:txBody>
      </p:sp>
    </p:spTree>
    <p:extLst>
      <p:ext uri="{BB962C8B-B14F-4D97-AF65-F5344CB8AC3E}">
        <p14:creationId xmlns:p14="http://schemas.microsoft.com/office/powerpoint/2010/main" val="100320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400C-DF03-C061-8988-4D73126A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Deskripsi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DBF5-6C0F-CEC3-A1AA-15D29C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500 baris log sesi Wi-Fi dengan </a:t>
            </a:r>
            <a:r>
              <a:rPr lang="en-US" dirty="0" err="1"/>
              <a:t>kolom</a:t>
            </a:r>
            <a:r>
              <a:rPr lang="en-US" dirty="0"/>
              <a:t> sebagai berikut:</a:t>
            </a:r>
          </a:p>
          <a:p>
            <a:r>
              <a:rPr lang="en-US" dirty="0" err="1"/>
              <a:t>UserID</a:t>
            </a:r>
            <a:r>
              <a:rPr lang="en-US" dirty="0"/>
              <a:t> : </a:t>
            </a:r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r>
              <a:rPr lang="en-US" dirty="0" err="1"/>
              <a:t>MAC_Address</a:t>
            </a:r>
            <a:r>
              <a:rPr lang="en-US" dirty="0"/>
              <a:t> :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(</a:t>
            </a:r>
            <a:r>
              <a:rPr lang="en-US" dirty="0" err="1"/>
              <a:t>unik</a:t>
            </a:r>
            <a:r>
              <a:rPr lang="en-US" dirty="0"/>
              <a:t> per device)</a:t>
            </a:r>
          </a:p>
          <a:p>
            <a:r>
              <a:rPr lang="en-US" dirty="0" err="1"/>
              <a:t>IP_Address</a:t>
            </a:r>
            <a:r>
              <a:rPr lang="en-US" dirty="0"/>
              <a:t> : </a:t>
            </a:r>
            <a:r>
              <a:rPr lang="en-US" dirty="0" err="1"/>
              <a:t>alamat</a:t>
            </a:r>
            <a:r>
              <a:rPr lang="en-US" dirty="0"/>
              <a:t> IP saat login</a:t>
            </a:r>
          </a:p>
          <a:p>
            <a:r>
              <a:rPr lang="en-US" dirty="0" err="1"/>
              <a:t>Login_Time</a:t>
            </a:r>
            <a:r>
              <a:rPr lang="en-US" dirty="0"/>
              <a:t> : </a:t>
            </a:r>
            <a:r>
              <a:rPr lang="en-US" dirty="0" err="1"/>
              <a:t>waktu</a:t>
            </a:r>
            <a:r>
              <a:rPr lang="en-US" dirty="0"/>
              <a:t> login</a:t>
            </a:r>
          </a:p>
          <a:p>
            <a:r>
              <a:rPr lang="en-US" dirty="0" err="1"/>
              <a:t>Duration_Minutes</a:t>
            </a:r>
            <a:r>
              <a:rPr lang="en-US" dirty="0"/>
              <a:t> : </a:t>
            </a:r>
            <a:r>
              <a:rPr lang="en-US" dirty="0" err="1"/>
              <a:t>durasi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(menit)</a:t>
            </a:r>
          </a:p>
          <a:p>
            <a:r>
              <a:rPr lang="en-US" dirty="0" err="1"/>
              <a:t>Data_Usage_MB</a:t>
            </a:r>
            <a:r>
              <a:rPr lang="en-US" dirty="0"/>
              <a:t> : </a:t>
            </a:r>
            <a:r>
              <a:rPr lang="en-US" dirty="0" err="1"/>
              <a:t>jumlah</a:t>
            </a:r>
            <a:r>
              <a:rPr lang="en-US" dirty="0"/>
              <a:t> data yang </a:t>
            </a:r>
            <a:r>
              <a:rPr lang="en-US" dirty="0" err="1"/>
              <a:t>digunakan</a:t>
            </a:r>
            <a:r>
              <a:rPr lang="en-US" dirty="0"/>
              <a:t> (MB)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982C6-75DD-91BA-84AD-169B15FA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421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A8ED-0E08-55AA-9530-65DEB4C2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Kriteria</a:t>
            </a:r>
            <a:r>
              <a:rPr lang="en-ID" b="1" dirty="0"/>
              <a:t> </a:t>
            </a:r>
            <a:r>
              <a:rPr lang="en-ID" b="1" dirty="0" err="1"/>
              <a:t>Evaluasi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5E08F-59D9-02AC-B2CF-B2FCB872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Untuk keperluan audit,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kategori</a:t>
            </a:r>
            <a:r>
              <a:rPr lang="en-US" sz="2800" dirty="0"/>
              <a:t>:</a:t>
            </a:r>
          </a:p>
          <a:p>
            <a:pPr lvl="0"/>
            <a:r>
              <a:rPr lang="en-US" sz="2800" dirty="0"/>
              <a:t>Critical Session (</a:t>
            </a:r>
            <a:r>
              <a:rPr lang="en-US" sz="2800" dirty="0" err="1"/>
              <a:t>prioritas</a:t>
            </a:r>
            <a:r>
              <a:rPr lang="en-US" sz="2800" dirty="0"/>
              <a:t> </a:t>
            </a:r>
            <a:r>
              <a:rPr lang="en-US" sz="2800" dirty="0" err="1"/>
              <a:t>tinggi</a:t>
            </a:r>
            <a:r>
              <a:rPr lang="en-US" sz="2800" dirty="0"/>
              <a:t> – </a:t>
            </a:r>
            <a:r>
              <a:rPr lang="en-US" sz="2800" dirty="0" err="1"/>
              <a:t>segera</a:t>
            </a:r>
            <a:r>
              <a:rPr lang="en-US" sz="2800" dirty="0"/>
              <a:t> </a:t>
            </a:r>
            <a:r>
              <a:rPr lang="en-US" sz="2800" dirty="0" err="1"/>
              <a:t>ditindak</a:t>
            </a:r>
            <a:r>
              <a:rPr lang="en-US" sz="2800" dirty="0"/>
              <a:t>)</a:t>
            </a:r>
          </a:p>
          <a:p>
            <a:pPr lvl="1"/>
            <a:r>
              <a:rPr lang="en-US" sz="2400" dirty="0" err="1"/>
              <a:t>Data_Usage_MB</a:t>
            </a:r>
            <a:r>
              <a:rPr lang="en-US" sz="2400" dirty="0"/>
              <a:t> &gt; 8000 atau </a:t>
            </a:r>
            <a:r>
              <a:rPr lang="en-US" sz="2400" dirty="0" err="1"/>
              <a:t>Duration_Minutes</a:t>
            </a:r>
            <a:r>
              <a:rPr lang="en-US" sz="2400" dirty="0"/>
              <a:t> &gt; 2000.</a:t>
            </a:r>
          </a:p>
          <a:p>
            <a:pPr lvl="0"/>
            <a:r>
              <a:rPr lang="en-US" sz="2800" dirty="0"/>
              <a:t>Suspicious Session (</a:t>
            </a:r>
            <a:r>
              <a:rPr lang="en-US" sz="2800" dirty="0" err="1"/>
              <a:t>peringatan</a:t>
            </a:r>
            <a:r>
              <a:rPr lang="en-US" sz="2800" dirty="0"/>
              <a:t> – perlu </a:t>
            </a:r>
            <a:r>
              <a:rPr lang="en-US" sz="2800" dirty="0" err="1"/>
              <a:t>diperiksa</a:t>
            </a:r>
            <a:r>
              <a:rPr lang="en-US" sz="2800" dirty="0"/>
              <a:t>)</a:t>
            </a:r>
          </a:p>
          <a:p>
            <a:pPr lvl="1"/>
            <a:r>
              <a:rPr lang="en-US" sz="2400" dirty="0" err="1"/>
              <a:t>Data_Usage_MB</a:t>
            </a:r>
            <a:r>
              <a:rPr lang="en-US" sz="2400" dirty="0"/>
              <a:t> &gt; 4000 atau </a:t>
            </a:r>
            <a:r>
              <a:rPr lang="en-US" sz="2400" dirty="0" err="1"/>
              <a:t>Duration_Minutes</a:t>
            </a:r>
            <a:r>
              <a:rPr lang="en-US" sz="2400" dirty="0"/>
              <a:t> &gt; 1000, atau</a:t>
            </a:r>
          </a:p>
          <a:p>
            <a:pPr lvl="1"/>
            <a:r>
              <a:rPr lang="en-US" sz="2400" dirty="0"/>
              <a:t>Sesi </a:t>
            </a:r>
            <a:r>
              <a:rPr lang="en-US" sz="2400" dirty="0" err="1"/>
              <a:t>tumpang</a:t>
            </a:r>
            <a:r>
              <a:rPr lang="en-US" sz="2400" dirty="0"/>
              <a:t> </a:t>
            </a:r>
            <a:r>
              <a:rPr lang="en-US" sz="2400" dirty="0" err="1"/>
              <a:t>tindih</a:t>
            </a:r>
            <a:r>
              <a:rPr lang="en-US" sz="2400" dirty="0"/>
              <a:t> (overlap) pada user yang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tetapi</a:t>
            </a:r>
            <a:r>
              <a:rPr lang="en-US" sz="2400" dirty="0"/>
              <a:t> </a:t>
            </a:r>
            <a:r>
              <a:rPr lang="en-US" sz="2400" dirty="0" err="1"/>
              <a:t>MAC_Address</a:t>
            </a:r>
            <a:r>
              <a:rPr lang="en-US" sz="2400" dirty="0"/>
              <a:t> </a:t>
            </a:r>
            <a:r>
              <a:rPr lang="en-US" sz="2400" dirty="0" err="1"/>
              <a:t>berbeda</a:t>
            </a:r>
            <a:r>
              <a:rPr lang="en-US" sz="2400" dirty="0"/>
              <a:t>, atau</a:t>
            </a:r>
          </a:p>
          <a:p>
            <a:pPr lvl="1"/>
            <a:r>
              <a:rPr lang="en-US" sz="2400" dirty="0"/>
              <a:t>Login di jam </a:t>
            </a:r>
            <a:r>
              <a:rPr lang="en-US" sz="2400" dirty="0" err="1"/>
              <a:t>dini</a:t>
            </a:r>
            <a:r>
              <a:rPr lang="en-US" sz="2400" dirty="0"/>
              <a:t> </a:t>
            </a:r>
            <a:r>
              <a:rPr lang="en-US" sz="2400" dirty="0" err="1"/>
              <a:t>hari</a:t>
            </a:r>
            <a:r>
              <a:rPr lang="en-US" sz="2400" dirty="0"/>
              <a:t> (00:00–04:59) dengan data &gt; 1000 MB.</a:t>
            </a:r>
          </a:p>
          <a:p>
            <a:pPr lvl="0"/>
            <a:r>
              <a:rPr lang="en-US" sz="2800" dirty="0"/>
              <a:t>Normal Session</a:t>
            </a:r>
          </a:p>
          <a:p>
            <a:pPr lvl="1"/>
            <a:r>
              <a:rPr lang="en-US" sz="2400" dirty="0"/>
              <a:t>Tidak </a:t>
            </a:r>
            <a:r>
              <a:rPr lang="en-US" sz="2400" dirty="0" err="1"/>
              <a:t>memenuhi</a:t>
            </a:r>
            <a:r>
              <a:rPr lang="en-US" sz="2400" dirty="0"/>
              <a:t> kriteria di </a:t>
            </a:r>
            <a:r>
              <a:rPr lang="en-US" sz="2400" dirty="0" err="1"/>
              <a:t>atas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35237-1347-FB44-D7BC-223B7C64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139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A864-E1CB-F1B2-EDE0-F3B8610D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92" y="528480"/>
            <a:ext cx="10621108" cy="1325563"/>
          </a:xfrm>
        </p:spPr>
        <p:txBody>
          <a:bodyPr>
            <a:normAutofit/>
          </a:bodyPr>
          <a:lstStyle/>
          <a:p>
            <a:r>
              <a:rPr lang="en-US" dirty="0"/>
              <a:t>Tugas I: Top Data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D252-E152-2D9C-7D40-0E208B3D6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8" y="1854043"/>
            <a:ext cx="10562492" cy="4183063"/>
          </a:xfrm>
        </p:spPr>
        <p:txBody>
          <a:bodyPr>
            <a:normAutofit/>
          </a:bodyPr>
          <a:lstStyle/>
          <a:p>
            <a:pPr marL="357188" indent="-357188"/>
            <a:r>
              <a:rPr lang="en-US" sz="2000" dirty="0" err="1"/>
              <a:t>Tampilkan</a:t>
            </a:r>
            <a:r>
              <a:rPr lang="en-US" sz="2000" dirty="0"/>
              <a:t> 5 sesi dengan </a:t>
            </a:r>
            <a:r>
              <a:rPr lang="en-US" sz="2000" dirty="0" err="1"/>
              <a:t>Data_Usage_MB</a:t>
            </a:r>
            <a:r>
              <a:rPr lang="en-US" sz="2000" dirty="0"/>
              <a:t> </a:t>
            </a:r>
            <a:r>
              <a:rPr lang="en-US" sz="2000" dirty="0" err="1"/>
              <a:t>terbesar</a:t>
            </a:r>
            <a:r>
              <a:rPr lang="en-US" sz="2000" dirty="0"/>
              <a:t>.</a:t>
            </a:r>
          </a:p>
          <a:p>
            <a:pPr marL="357188" indent="-357188"/>
            <a:r>
              <a:rPr lang="en-US" sz="2000" dirty="0" err="1"/>
              <a:t>Tandai</a:t>
            </a:r>
            <a:r>
              <a:rPr lang="en-US" sz="2000" dirty="0"/>
              <a:t> apakah termasuk critical dan suspicious</a:t>
            </a:r>
          </a:p>
          <a:p>
            <a:pPr marL="357188" indent="-357188"/>
            <a:r>
              <a:rPr lang="en-US" sz="2000" dirty="0" err="1"/>
              <a:t>Sertakan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UserID</a:t>
            </a:r>
            <a:r>
              <a:rPr lang="en-US" sz="2000" dirty="0"/>
              <a:t>, </a:t>
            </a:r>
            <a:r>
              <a:rPr lang="en-US" sz="2000" dirty="0" err="1"/>
              <a:t>MAC_Address</a:t>
            </a:r>
            <a:r>
              <a:rPr lang="en-US" sz="2000" dirty="0"/>
              <a:t>, </a:t>
            </a:r>
            <a:r>
              <a:rPr lang="en-US" sz="2000" dirty="0" err="1"/>
              <a:t>IP_Address</a:t>
            </a:r>
            <a:r>
              <a:rPr lang="en-US" sz="2000" dirty="0"/>
              <a:t>, </a:t>
            </a:r>
            <a:r>
              <a:rPr lang="en-US" sz="2000" dirty="0" err="1"/>
              <a:t>Login_Time</a:t>
            </a:r>
            <a:r>
              <a:rPr lang="en-US" sz="2000" dirty="0"/>
              <a:t>, </a:t>
            </a:r>
            <a:r>
              <a:rPr lang="en-US" sz="2000" dirty="0" err="1"/>
              <a:t>Duration_Minutes</a:t>
            </a:r>
            <a:r>
              <a:rPr lang="en-US" sz="2000" dirty="0"/>
              <a:t>, </a:t>
            </a:r>
            <a:r>
              <a:rPr lang="en-US" sz="2000" dirty="0" err="1"/>
              <a:t>Data_Usage_MB</a:t>
            </a:r>
            <a:r>
              <a:rPr lang="en-US" sz="2000" dirty="0"/>
              <a:t>, </a:t>
            </a:r>
            <a:r>
              <a:rPr lang="en-US" sz="2000" dirty="0" err="1"/>
              <a:t>Reason_Flag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26B8B-F120-2B07-7C29-1F790FEC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874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234C-5B94-76B1-0F46-E29FFA2C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AF25-9F5B-11DD-676A-D45A3780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938" y="528480"/>
            <a:ext cx="10673862" cy="1325563"/>
          </a:xfrm>
        </p:spPr>
        <p:txBody>
          <a:bodyPr>
            <a:normAutofit/>
          </a:bodyPr>
          <a:lstStyle/>
          <a:p>
            <a:r>
              <a:rPr lang="en-US" dirty="0"/>
              <a:t>Tugas II: Top Duration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26A4A-6729-81C8-E424-192696A5D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1854043"/>
            <a:ext cx="10673862" cy="4183063"/>
          </a:xfrm>
        </p:spPr>
        <p:txBody>
          <a:bodyPr>
            <a:normAutofit/>
          </a:bodyPr>
          <a:lstStyle/>
          <a:p>
            <a:pPr marL="357188" indent="-357188"/>
            <a:r>
              <a:rPr lang="en-US" sz="2000" dirty="0" err="1"/>
              <a:t>Tampilkan</a:t>
            </a:r>
            <a:r>
              <a:rPr lang="en-US" sz="2000" dirty="0"/>
              <a:t> 5 sesi dengan </a:t>
            </a:r>
            <a:r>
              <a:rPr lang="en-US" sz="2000" dirty="0" err="1"/>
              <a:t>durasi</a:t>
            </a:r>
            <a:r>
              <a:rPr lang="en-US" sz="2000" dirty="0"/>
              <a:t> </a:t>
            </a:r>
            <a:r>
              <a:rPr lang="en-US" sz="2000" dirty="0" err="1"/>
              <a:t>terlama</a:t>
            </a:r>
            <a:r>
              <a:rPr lang="en-US" sz="2000" dirty="0"/>
              <a:t>.</a:t>
            </a:r>
          </a:p>
          <a:p>
            <a:pPr marL="357188" indent="-357188"/>
            <a:r>
              <a:rPr lang="en-US" sz="2000" dirty="0" err="1"/>
              <a:t>Tandai</a:t>
            </a:r>
            <a:r>
              <a:rPr lang="en-US" sz="2000" dirty="0"/>
              <a:t> apakah termasuk critical dan suspicious</a:t>
            </a:r>
          </a:p>
          <a:p>
            <a:pPr marL="357188" indent="-357188"/>
            <a:r>
              <a:rPr lang="en-US" sz="2000" dirty="0" err="1"/>
              <a:t>Sertakan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UserID</a:t>
            </a:r>
            <a:r>
              <a:rPr lang="en-US" sz="2000" dirty="0"/>
              <a:t>, </a:t>
            </a:r>
            <a:r>
              <a:rPr lang="en-US" sz="2000" dirty="0" err="1"/>
              <a:t>MAC_Address</a:t>
            </a:r>
            <a:r>
              <a:rPr lang="en-US" sz="2000" dirty="0"/>
              <a:t>, </a:t>
            </a:r>
            <a:r>
              <a:rPr lang="en-US" sz="2000" dirty="0" err="1"/>
              <a:t>IP_Address</a:t>
            </a:r>
            <a:r>
              <a:rPr lang="en-US" sz="2000" dirty="0"/>
              <a:t>, </a:t>
            </a:r>
            <a:r>
              <a:rPr lang="en-US" sz="2000" dirty="0" err="1"/>
              <a:t>Login_Time</a:t>
            </a:r>
            <a:r>
              <a:rPr lang="en-US" sz="2000" dirty="0"/>
              <a:t>, </a:t>
            </a:r>
            <a:r>
              <a:rPr lang="en-US" sz="2000" dirty="0" err="1"/>
              <a:t>Duration_Minutes</a:t>
            </a:r>
            <a:r>
              <a:rPr lang="en-US" sz="2000" dirty="0"/>
              <a:t>, </a:t>
            </a:r>
            <a:r>
              <a:rPr lang="en-US" sz="2000" dirty="0" err="1"/>
              <a:t>Data_Usage_MB</a:t>
            </a:r>
            <a:r>
              <a:rPr lang="en-US" sz="2000" dirty="0"/>
              <a:t>, </a:t>
            </a:r>
            <a:r>
              <a:rPr lang="en-US" sz="2000" dirty="0" err="1"/>
              <a:t>Reason_Flag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5AF11-2E91-B6B1-307F-2B06FB87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680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70BFD-B037-8F38-A7B6-9A8143BA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4623-D41B-9A0E-F0CE-0E0985B0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646" y="528480"/>
            <a:ext cx="10492154" cy="1325563"/>
          </a:xfrm>
        </p:spPr>
        <p:txBody>
          <a:bodyPr>
            <a:normAutofit/>
          </a:bodyPr>
          <a:lstStyle/>
          <a:p>
            <a:r>
              <a:rPr lang="en-US" dirty="0"/>
              <a:t>Tugas III: Shared Account / Concurrent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D106C-9EC7-462B-6382-C9706392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646" y="1854043"/>
            <a:ext cx="10492154" cy="4183063"/>
          </a:xfrm>
        </p:spPr>
        <p:txBody>
          <a:bodyPr>
            <a:normAutofit/>
          </a:bodyPr>
          <a:lstStyle/>
          <a:p>
            <a:pPr marL="357188" indent="-357188"/>
            <a:r>
              <a:rPr lang="en-US" sz="2000" dirty="0"/>
              <a:t>Cari user yang </a:t>
            </a:r>
            <a:r>
              <a:rPr lang="en-US" sz="2000" dirty="0" err="1"/>
              <a:t>memiliki</a:t>
            </a:r>
            <a:r>
              <a:rPr lang="en-US" sz="2000" dirty="0"/>
              <a:t> lebih </a:t>
            </a:r>
            <a:r>
              <a:rPr lang="en-US" sz="2000" dirty="0" err="1"/>
              <a:t>dari</a:t>
            </a:r>
            <a:r>
              <a:rPr lang="en-US" sz="2000" dirty="0"/>
              <a:t> 1 </a:t>
            </a:r>
            <a:r>
              <a:rPr lang="en-US" sz="2000" dirty="0" err="1"/>
              <a:t>MAC_Address</a:t>
            </a:r>
            <a:r>
              <a:rPr lang="en-US" sz="2000" dirty="0"/>
              <a:t>.</a:t>
            </a:r>
          </a:p>
          <a:p>
            <a:pPr marL="357188" indent="-357188"/>
            <a:r>
              <a:rPr lang="en-US" sz="2000" dirty="0" err="1"/>
              <a:t>Tampilkan</a:t>
            </a:r>
            <a:r>
              <a:rPr lang="en-US" sz="2000" dirty="0"/>
              <a:t> </a:t>
            </a:r>
            <a:r>
              <a:rPr lang="en-US" sz="2000" dirty="0" err="1"/>
              <a:t>pasangan</a:t>
            </a:r>
            <a:r>
              <a:rPr lang="en-US" sz="2000" dirty="0"/>
              <a:t> sesi yang </a:t>
            </a:r>
            <a:r>
              <a:rPr lang="en-US" sz="2000" dirty="0" err="1"/>
              <a:t>tumpang</a:t>
            </a:r>
            <a:r>
              <a:rPr lang="en-US" sz="2000" dirty="0"/>
              <a:t> </a:t>
            </a:r>
            <a:r>
              <a:rPr lang="en-US" sz="2000" dirty="0" err="1"/>
              <a:t>tindih</a:t>
            </a:r>
            <a:r>
              <a:rPr lang="en-US" sz="2000" dirty="0"/>
              <a:t> (overlap) </a:t>
            </a:r>
            <a:r>
              <a:rPr lang="en-US" sz="2000" dirty="0" err="1"/>
              <a:t>untuk</a:t>
            </a:r>
            <a:r>
              <a:rPr lang="en-US" sz="2000" dirty="0"/>
              <a:t> user yang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tetapi</a:t>
            </a:r>
            <a:r>
              <a:rPr lang="en-US" sz="2000" dirty="0"/>
              <a:t> dengan </a:t>
            </a:r>
            <a:r>
              <a:rPr lang="en-US" sz="2000" dirty="0" err="1"/>
              <a:t>MAC_Address</a:t>
            </a:r>
            <a:r>
              <a:rPr lang="en-US" sz="2000" dirty="0"/>
              <a:t> </a:t>
            </a:r>
            <a:r>
              <a:rPr lang="en-US" sz="2000" dirty="0" err="1"/>
              <a:t>berbeda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579B9-74F4-5686-15C5-F5D8DFBB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420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C85A-BC22-A620-80C1-0E592BF8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31" y="528480"/>
            <a:ext cx="10550769" cy="1325563"/>
          </a:xfrm>
        </p:spPr>
        <p:txBody>
          <a:bodyPr>
            <a:normAutofit/>
          </a:bodyPr>
          <a:lstStyle/>
          <a:p>
            <a:r>
              <a:rPr lang="en-US" dirty="0"/>
              <a:t>Tugas IV: </a:t>
            </a:r>
            <a:r>
              <a:rPr lang="en-US" dirty="0" err="1"/>
              <a:t>Distribusi</a:t>
            </a:r>
            <a:r>
              <a:rPr lang="en-US" dirty="0"/>
              <a:t> Waktu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0BD8-FA2E-2DC4-BA5E-FC6B0CBDD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31" y="1854043"/>
            <a:ext cx="10550769" cy="4183063"/>
          </a:xfrm>
        </p:spPr>
        <p:txBody>
          <a:bodyPr/>
          <a:lstStyle/>
          <a:p>
            <a:pPr marL="357188" indent="-357188"/>
            <a:r>
              <a:rPr lang="sv-SE" sz="2000" dirty="0"/>
              <a:t>Hitung jumlah login per jam (0–23).</a:t>
            </a:r>
          </a:p>
          <a:p>
            <a:pPr marL="357188" indent="-357188"/>
            <a:r>
              <a:rPr lang="sv-SE" sz="2000" dirty="0"/>
              <a:t>Tentukan jam paling sibuk dan jam paling sepi.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2B5A-D6D6-40CB-92ED-688E8E4D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5634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80EB-8045-3F1B-C374-7065B451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528480"/>
            <a:ext cx="10597662" cy="1325563"/>
          </a:xfrm>
        </p:spPr>
        <p:txBody>
          <a:bodyPr>
            <a:normAutofit/>
          </a:bodyPr>
          <a:lstStyle/>
          <a:p>
            <a:r>
              <a:rPr lang="en-US" dirty="0"/>
              <a:t>Tugas V: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2A89-BA8F-1D89-6408-D4C9E3CC6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854043"/>
            <a:ext cx="10597662" cy="4183063"/>
          </a:xfrm>
        </p:spPr>
        <p:txBody>
          <a:bodyPr/>
          <a:lstStyle/>
          <a:p>
            <a:pPr marL="357188" indent="-357188"/>
            <a:r>
              <a:rPr lang="en-US" sz="2000" dirty="0" err="1"/>
              <a:t>Hitung</a:t>
            </a:r>
            <a:r>
              <a:rPr lang="en-US" sz="2000" dirty="0"/>
              <a:t> rata-rata </a:t>
            </a:r>
            <a:r>
              <a:rPr lang="en-US" sz="2000" dirty="0" err="1"/>
              <a:t>Duration_Minutes</a:t>
            </a:r>
            <a:r>
              <a:rPr lang="en-US" sz="2000" dirty="0"/>
              <a:t> dan </a:t>
            </a:r>
            <a:r>
              <a:rPr lang="en-US" sz="2000" dirty="0" err="1"/>
              <a:t>Data_Usage_MB</a:t>
            </a:r>
            <a:r>
              <a:rPr lang="en-US" sz="2000" dirty="0"/>
              <a:t> per user.</a:t>
            </a:r>
          </a:p>
          <a:p>
            <a:pPr marL="357188" indent="-357188"/>
            <a:r>
              <a:rPr lang="en-US" sz="2000" dirty="0" err="1"/>
              <a:t>Tampilkan</a:t>
            </a:r>
            <a:r>
              <a:rPr lang="en-US" sz="2000" dirty="0"/>
              <a:t> 3 user dengan rata-rata data </a:t>
            </a:r>
            <a:r>
              <a:rPr lang="en-US" sz="2000" dirty="0" err="1"/>
              <a:t>terbesar</a:t>
            </a:r>
            <a:r>
              <a:rPr lang="en-US" sz="2000" dirty="0"/>
              <a:t> dan 3 user dengan rata-rata </a:t>
            </a:r>
            <a:r>
              <a:rPr lang="en-US" sz="2000" dirty="0" err="1"/>
              <a:t>durasi</a:t>
            </a:r>
            <a:r>
              <a:rPr lang="en-US" sz="2000" dirty="0"/>
              <a:t> </a:t>
            </a:r>
            <a:r>
              <a:rPr lang="en-US" sz="2000" dirty="0" err="1"/>
              <a:t>terbesar</a:t>
            </a:r>
            <a:r>
              <a:rPr lang="en-US" sz="2000" dirty="0"/>
              <a:t>.</a:t>
            </a:r>
          </a:p>
          <a:p>
            <a:pPr marL="357188" indent="-357188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5D530-9E2F-295A-5598-0C4A99D2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78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D6BEEC-707E-44A7-A320-73FE18379FA8}" type="slidenum">
              <a:rPr lang="en-ID" smtClean="0"/>
              <a:pPr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3836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B97A-AF51-47C4-B95F-7379BD1B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your work here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1D708-F2D4-4F47-887C-AA058BDF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E05D5-1F64-4025-8557-80B441013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https://forms.gle/97SkoHCRxGjko7oj6</a:t>
            </a:r>
          </a:p>
        </p:txBody>
      </p:sp>
    </p:spTree>
    <p:extLst>
      <p:ext uri="{BB962C8B-B14F-4D97-AF65-F5344CB8AC3E}">
        <p14:creationId xmlns:p14="http://schemas.microsoft.com/office/powerpoint/2010/main" val="218347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Props1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3105</TotalTime>
  <Words>1009</Words>
  <Application>Microsoft Office PowerPoint</Application>
  <PresentationFormat>Widescreen</PresentationFormat>
  <Paragraphs>105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Assignment</vt:lpstr>
      <vt:lpstr>Learning Objectives</vt:lpstr>
      <vt:lpstr>Recap</vt:lpstr>
      <vt:lpstr>Studi Kasus I</vt:lpstr>
      <vt:lpstr>Skenario</vt:lpstr>
      <vt:lpstr>Data Referensi</vt:lpstr>
      <vt:lpstr>Tugas 1: Deteksi Duplikasi dan Absensi Ganda (Double Check-in)</vt:lpstr>
      <vt:lpstr>Tugas 2: Analisis Anomali Waktu dan Hari Absensi.</vt:lpstr>
      <vt:lpstr>Tugas 3: Validasi Silang Lokasi Absensi dengan Jadwal Kuliah</vt:lpstr>
      <vt:lpstr>Studi Kasus II</vt:lpstr>
      <vt:lpstr>Deskripsi Dataset</vt:lpstr>
      <vt:lpstr>Kriteria Evaluasi</vt:lpstr>
      <vt:lpstr>Tugas I: Top Data Usage</vt:lpstr>
      <vt:lpstr>Tugas II: Top Duration</vt:lpstr>
      <vt:lpstr>Tugas III: Shared Account / Concurrent Session</vt:lpstr>
      <vt:lpstr>Tugas IV: Distribusi Waktu</vt:lpstr>
      <vt:lpstr>Tugas V: Profil Pengguna</vt:lpstr>
      <vt:lpstr>Submit your work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70</cp:revision>
  <dcterms:created xsi:type="dcterms:W3CDTF">2023-09-18T04:21:25Z</dcterms:created>
  <dcterms:modified xsi:type="dcterms:W3CDTF">2026-02-24T02:24:35Z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