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1"/>
  </p:notesMasterIdLst>
  <p:sldIdLst>
    <p:sldId id="262" r:id="rId2"/>
    <p:sldId id="263" r:id="rId3"/>
    <p:sldId id="260" r:id="rId4"/>
    <p:sldId id="257" r:id="rId5"/>
    <p:sldId id="304" r:id="rId6"/>
    <p:sldId id="305" r:id="rId7"/>
    <p:sldId id="264" r:id="rId8"/>
    <p:sldId id="306" r:id="rId9"/>
    <p:sldId id="310" r:id="rId10"/>
    <p:sldId id="258" r:id="rId11"/>
    <p:sldId id="307" r:id="rId12"/>
    <p:sldId id="308" r:id="rId13"/>
    <p:sldId id="309" r:id="rId14"/>
    <p:sldId id="311" r:id="rId15"/>
    <p:sldId id="313" r:id="rId16"/>
    <p:sldId id="314" r:id="rId17"/>
    <p:sldId id="315" r:id="rId18"/>
    <p:sldId id="316" r:id="rId19"/>
    <p:sldId id="312" r:id="rId20"/>
    <p:sldId id="317" r:id="rId21"/>
    <p:sldId id="318" r:id="rId22"/>
    <p:sldId id="319" r:id="rId23"/>
    <p:sldId id="303" r:id="rId24"/>
    <p:sldId id="320" r:id="rId25"/>
    <p:sldId id="321" r:id="rId26"/>
    <p:sldId id="322" r:id="rId27"/>
    <p:sldId id="323" r:id="rId28"/>
    <p:sldId id="324" r:id="rId29"/>
    <p:sldId id="325" r:id="rId30"/>
    <p:sldId id="326" r:id="rId31"/>
    <p:sldId id="327" r:id="rId32"/>
    <p:sldId id="328" r:id="rId33"/>
    <p:sldId id="329" r:id="rId34"/>
    <p:sldId id="330" r:id="rId35"/>
    <p:sldId id="331" r:id="rId36"/>
    <p:sldId id="332" r:id="rId37"/>
    <p:sldId id="272" r:id="rId38"/>
    <p:sldId id="333" r:id="rId39"/>
    <p:sldId id="334" r:id="rId40"/>
    <p:sldId id="335" r:id="rId41"/>
    <p:sldId id="336" r:id="rId42"/>
    <p:sldId id="337" r:id="rId43"/>
    <p:sldId id="338" r:id="rId44"/>
    <p:sldId id="339" r:id="rId45"/>
    <p:sldId id="340" r:id="rId46"/>
    <p:sldId id="341" r:id="rId47"/>
    <p:sldId id="342" r:id="rId48"/>
    <p:sldId id="343" r:id="rId49"/>
    <p:sldId id="344" r:id="rId50"/>
    <p:sldId id="345" r:id="rId51"/>
    <p:sldId id="346" r:id="rId52"/>
    <p:sldId id="347" r:id="rId53"/>
    <p:sldId id="348" r:id="rId54"/>
    <p:sldId id="349" r:id="rId55"/>
    <p:sldId id="350" r:id="rId56"/>
    <p:sldId id="351" r:id="rId57"/>
    <p:sldId id="352" r:id="rId58"/>
    <p:sldId id="354" r:id="rId59"/>
    <p:sldId id="355" r:id="rId6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0294"/>
    <a:srgbClr val="FFC000"/>
    <a:srgbClr val="E4D304"/>
    <a:srgbClr val="4472C4"/>
    <a:srgbClr val="3F396D"/>
    <a:srgbClr val="2038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76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uku Raja Irfan Radarma" userId="cf428174-95ba-4576-8554-3a3b8ffa52b7" providerId="ADAL" clId="{6C5D399A-8E2C-4907-9624-A2DD17609376}"/>
    <pc:docChg chg="undo custSel delSld modSld">
      <pc:chgData name="Teuku Raja Irfan Radarma" userId="cf428174-95ba-4576-8554-3a3b8ffa52b7" providerId="ADAL" clId="{6C5D399A-8E2C-4907-9624-A2DD17609376}" dt="2025-11-18T02:55:12.052" v="44" actId="1076"/>
      <pc:docMkLst>
        <pc:docMk/>
      </pc:docMkLst>
      <pc:sldChg chg="delSp modSp mod">
        <pc:chgData name="Teuku Raja Irfan Radarma" userId="cf428174-95ba-4576-8554-3a3b8ffa52b7" providerId="ADAL" clId="{6C5D399A-8E2C-4907-9624-A2DD17609376}" dt="2025-11-18T02:55:12.052" v="44" actId="1076"/>
        <pc:sldMkLst>
          <pc:docMk/>
          <pc:sldMk cId="2054651574" sldId="328"/>
        </pc:sldMkLst>
        <pc:spChg chg="mod">
          <ac:chgData name="Teuku Raja Irfan Radarma" userId="cf428174-95ba-4576-8554-3a3b8ffa52b7" providerId="ADAL" clId="{6C5D399A-8E2C-4907-9624-A2DD17609376}" dt="2025-11-18T02:55:12.052" v="44" actId="1076"/>
          <ac:spMkLst>
            <pc:docMk/>
            <pc:sldMk cId="2054651574" sldId="328"/>
            <ac:spMk id="5" creationId="{70550D46-BACD-DC32-11FB-7BD82FE579E8}"/>
          </ac:spMkLst>
        </pc:spChg>
        <pc:spChg chg="mod">
          <ac:chgData name="Teuku Raja Irfan Radarma" userId="cf428174-95ba-4576-8554-3a3b8ffa52b7" providerId="ADAL" clId="{6C5D399A-8E2C-4907-9624-A2DD17609376}" dt="2025-11-18T02:55:12.052" v="44" actId="1076"/>
          <ac:spMkLst>
            <pc:docMk/>
            <pc:sldMk cId="2054651574" sldId="328"/>
            <ac:spMk id="8" creationId="{461A5A67-48C8-72C4-E3FC-E7905607F744}"/>
          </ac:spMkLst>
        </pc:spChg>
        <pc:spChg chg="mod">
          <ac:chgData name="Teuku Raja Irfan Radarma" userId="cf428174-95ba-4576-8554-3a3b8ffa52b7" providerId="ADAL" clId="{6C5D399A-8E2C-4907-9624-A2DD17609376}" dt="2025-11-18T02:55:12.052" v="44" actId="1076"/>
          <ac:spMkLst>
            <pc:docMk/>
            <pc:sldMk cId="2054651574" sldId="328"/>
            <ac:spMk id="9" creationId="{F1E62232-6F57-2580-B6AD-6E96F628728B}"/>
          </ac:spMkLst>
        </pc:spChg>
        <pc:spChg chg="mod">
          <ac:chgData name="Teuku Raja Irfan Radarma" userId="cf428174-95ba-4576-8554-3a3b8ffa52b7" providerId="ADAL" clId="{6C5D399A-8E2C-4907-9624-A2DD17609376}" dt="2025-11-18T02:55:12.052" v="44" actId="1076"/>
          <ac:spMkLst>
            <pc:docMk/>
            <pc:sldMk cId="2054651574" sldId="328"/>
            <ac:spMk id="10" creationId="{30AE368C-479D-801D-CD9C-59CD620C2F77}"/>
          </ac:spMkLst>
        </pc:spChg>
        <pc:spChg chg="del">
          <ac:chgData name="Teuku Raja Irfan Radarma" userId="cf428174-95ba-4576-8554-3a3b8ffa52b7" providerId="ADAL" clId="{6C5D399A-8E2C-4907-9624-A2DD17609376}" dt="2025-11-18T02:54:58.556" v="41" actId="478"/>
          <ac:spMkLst>
            <pc:docMk/>
            <pc:sldMk cId="2054651574" sldId="328"/>
            <ac:spMk id="11" creationId="{9185CBD0-690A-CA3C-C447-1E10CA61B099}"/>
          </ac:spMkLst>
        </pc:spChg>
        <pc:spChg chg="mod">
          <ac:chgData name="Teuku Raja Irfan Radarma" userId="cf428174-95ba-4576-8554-3a3b8ffa52b7" providerId="ADAL" clId="{6C5D399A-8E2C-4907-9624-A2DD17609376}" dt="2025-11-18T02:55:12.052" v="44" actId="1076"/>
          <ac:spMkLst>
            <pc:docMk/>
            <pc:sldMk cId="2054651574" sldId="328"/>
            <ac:spMk id="12" creationId="{6C94F6CB-9233-0ADC-3D5C-BBDE9E8204FF}"/>
          </ac:spMkLst>
        </pc:spChg>
        <pc:spChg chg="mod">
          <ac:chgData name="Teuku Raja Irfan Radarma" userId="cf428174-95ba-4576-8554-3a3b8ffa52b7" providerId="ADAL" clId="{6C5D399A-8E2C-4907-9624-A2DD17609376}" dt="2025-11-18T02:55:12.052" v="44" actId="1076"/>
          <ac:spMkLst>
            <pc:docMk/>
            <pc:sldMk cId="2054651574" sldId="328"/>
            <ac:spMk id="13" creationId="{F1587B93-8806-AA9C-93D9-3FB2A4F3DE6C}"/>
          </ac:spMkLst>
        </pc:spChg>
        <pc:spChg chg="mod">
          <ac:chgData name="Teuku Raja Irfan Radarma" userId="cf428174-95ba-4576-8554-3a3b8ffa52b7" providerId="ADAL" clId="{6C5D399A-8E2C-4907-9624-A2DD17609376}" dt="2025-11-18T02:55:12.052" v="44" actId="1076"/>
          <ac:spMkLst>
            <pc:docMk/>
            <pc:sldMk cId="2054651574" sldId="328"/>
            <ac:spMk id="14" creationId="{FC1CFBBD-728C-E6C4-432B-2F1EFBF73EE9}"/>
          </ac:spMkLst>
        </pc:spChg>
        <pc:spChg chg="mod">
          <ac:chgData name="Teuku Raja Irfan Radarma" userId="cf428174-95ba-4576-8554-3a3b8ffa52b7" providerId="ADAL" clId="{6C5D399A-8E2C-4907-9624-A2DD17609376}" dt="2025-11-18T02:55:12.052" v="44" actId="1076"/>
          <ac:spMkLst>
            <pc:docMk/>
            <pc:sldMk cId="2054651574" sldId="328"/>
            <ac:spMk id="15" creationId="{9BA8AD15-32F5-F2C8-ACFE-007315226C41}"/>
          </ac:spMkLst>
        </pc:spChg>
      </pc:sldChg>
      <pc:sldChg chg="delSp modSp mod">
        <pc:chgData name="Teuku Raja Irfan Radarma" userId="cf428174-95ba-4576-8554-3a3b8ffa52b7" providerId="ADAL" clId="{6C5D399A-8E2C-4907-9624-A2DD17609376}" dt="2025-11-18T02:54:52.928" v="40" actId="14100"/>
        <pc:sldMkLst>
          <pc:docMk/>
          <pc:sldMk cId="1938814478" sldId="329"/>
        </pc:sldMkLst>
        <pc:spChg chg="mod">
          <ac:chgData name="Teuku Raja Irfan Radarma" userId="cf428174-95ba-4576-8554-3a3b8ffa52b7" providerId="ADAL" clId="{6C5D399A-8E2C-4907-9624-A2DD17609376}" dt="2025-11-18T02:54:52.928" v="40" actId="14100"/>
          <ac:spMkLst>
            <pc:docMk/>
            <pc:sldMk cId="1938814478" sldId="329"/>
            <ac:spMk id="5" creationId="{3A430A9C-A6EF-E8F4-3799-8E0E5E484D27}"/>
          </ac:spMkLst>
        </pc:spChg>
        <pc:spChg chg="mod">
          <ac:chgData name="Teuku Raja Irfan Radarma" userId="cf428174-95ba-4576-8554-3a3b8ffa52b7" providerId="ADAL" clId="{6C5D399A-8E2C-4907-9624-A2DD17609376}" dt="2025-11-18T02:54:49.581" v="39" actId="1076"/>
          <ac:spMkLst>
            <pc:docMk/>
            <pc:sldMk cId="1938814478" sldId="329"/>
            <ac:spMk id="8" creationId="{903A5304-E21B-7EB6-A188-0FFE3519A501}"/>
          </ac:spMkLst>
        </pc:spChg>
        <pc:spChg chg="mod">
          <ac:chgData name="Teuku Raja Irfan Radarma" userId="cf428174-95ba-4576-8554-3a3b8ffa52b7" providerId="ADAL" clId="{6C5D399A-8E2C-4907-9624-A2DD17609376}" dt="2025-11-18T02:54:49.581" v="39" actId="1076"/>
          <ac:spMkLst>
            <pc:docMk/>
            <pc:sldMk cId="1938814478" sldId="329"/>
            <ac:spMk id="9" creationId="{4B600C8C-2562-1ACF-744B-BFC500CE6E60}"/>
          </ac:spMkLst>
        </pc:spChg>
        <pc:spChg chg="mod">
          <ac:chgData name="Teuku Raja Irfan Radarma" userId="cf428174-95ba-4576-8554-3a3b8ffa52b7" providerId="ADAL" clId="{6C5D399A-8E2C-4907-9624-A2DD17609376}" dt="2025-11-18T02:54:49.581" v="39" actId="1076"/>
          <ac:spMkLst>
            <pc:docMk/>
            <pc:sldMk cId="1938814478" sldId="329"/>
            <ac:spMk id="10" creationId="{A228D3D7-D86A-6749-46B7-688B045C05B6}"/>
          </ac:spMkLst>
        </pc:spChg>
        <pc:spChg chg="mod">
          <ac:chgData name="Teuku Raja Irfan Radarma" userId="cf428174-95ba-4576-8554-3a3b8ffa52b7" providerId="ADAL" clId="{6C5D399A-8E2C-4907-9624-A2DD17609376}" dt="2025-11-18T02:54:49.581" v="39" actId="1076"/>
          <ac:spMkLst>
            <pc:docMk/>
            <pc:sldMk cId="1938814478" sldId="329"/>
            <ac:spMk id="11" creationId="{BAB25C66-98D8-2D4C-0E09-1F8943D382CB}"/>
          </ac:spMkLst>
        </pc:spChg>
        <pc:spChg chg="del">
          <ac:chgData name="Teuku Raja Irfan Radarma" userId="cf428174-95ba-4576-8554-3a3b8ffa52b7" providerId="ADAL" clId="{6C5D399A-8E2C-4907-9624-A2DD17609376}" dt="2025-11-17T08:30:14.780" v="1" actId="478"/>
          <ac:spMkLst>
            <pc:docMk/>
            <pc:sldMk cId="1938814478" sldId="329"/>
            <ac:spMk id="12" creationId="{2DCAC1B0-F5F2-17FC-B827-76BA9F5DE398}"/>
          </ac:spMkLst>
        </pc:spChg>
        <pc:spChg chg="mod">
          <ac:chgData name="Teuku Raja Irfan Radarma" userId="cf428174-95ba-4576-8554-3a3b8ffa52b7" providerId="ADAL" clId="{6C5D399A-8E2C-4907-9624-A2DD17609376}" dt="2025-11-18T02:54:49.581" v="39" actId="1076"/>
          <ac:spMkLst>
            <pc:docMk/>
            <pc:sldMk cId="1938814478" sldId="329"/>
            <ac:spMk id="13" creationId="{76C1F66C-7A28-397B-BE4A-24615A26B475}"/>
          </ac:spMkLst>
        </pc:spChg>
        <pc:spChg chg="mod">
          <ac:chgData name="Teuku Raja Irfan Radarma" userId="cf428174-95ba-4576-8554-3a3b8ffa52b7" providerId="ADAL" clId="{6C5D399A-8E2C-4907-9624-A2DD17609376}" dt="2025-11-18T02:54:49.581" v="39" actId="1076"/>
          <ac:spMkLst>
            <pc:docMk/>
            <pc:sldMk cId="1938814478" sldId="329"/>
            <ac:spMk id="14" creationId="{DA32695B-B9C6-4503-B5BF-38D2847650C5}"/>
          </ac:spMkLst>
        </pc:spChg>
        <pc:spChg chg="mod">
          <ac:chgData name="Teuku Raja Irfan Radarma" userId="cf428174-95ba-4576-8554-3a3b8ffa52b7" providerId="ADAL" clId="{6C5D399A-8E2C-4907-9624-A2DD17609376}" dt="2025-11-18T02:54:49.581" v="39" actId="1076"/>
          <ac:spMkLst>
            <pc:docMk/>
            <pc:sldMk cId="1938814478" sldId="329"/>
            <ac:spMk id="15" creationId="{214910E5-F3D8-7EC3-F809-856362F5A7A3}"/>
          </ac:spMkLst>
        </pc:spChg>
      </pc:sldChg>
      <pc:sldChg chg="delSp modSp mod">
        <pc:chgData name="Teuku Raja Irfan Radarma" userId="cf428174-95ba-4576-8554-3a3b8ffa52b7" providerId="ADAL" clId="{6C5D399A-8E2C-4907-9624-A2DD17609376}" dt="2025-11-18T02:54:04.640" v="34" actId="1076"/>
        <pc:sldMkLst>
          <pc:docMk/>
          <pc:sldMk cId="3261445024" sldId="330"/>
        </pc:sldMkLst>
        <pc:spChg chg="mod">
          <ac:chgData name="Teuku Raja Irfan Radarma" userId="cf428174-95ba-4576-8554-3a3b8ffa52b7" providerId="ADAL" clId="{6C5D399A-8E2C-4907-9624-A2DD17609376}" dt="2025-11-18T02:54:04.640" v="34" actId="1076"/>
          <ac:spMkLst>
            <pc:docMk/>
            <pc:sldMk cId="3261445024" sldId="330"/>
            <ac:spMk id="5" creationId="{FBBBAFA0-540B-68CC-81EB-DBDACF1A7C87}"/>
          </ac:spMkLst>
        </pc:spChg>
        <pc:spChg chg="mod">
          <ac:chgData name="Teuku Raja Irfan Radarma" userId="cf428174-95ba-4576-8554-3a3b8ffa52b7" providerId="ADAL" clId="{6C5D399A-8E2C-4907-9624-A2DD17609376}" dt="2025-11-18T02:54:04.640" v="34" actId="1076"/>
          <ac:spMkLst>
            <pc:docMk/>
            <pc:sldMk cId="3261445024" sldId="330"/>
            <ac:spMk id="8" creationId="{8100A7F9-1C6E-E851-B0F7-1C38B96BCCF4}"/>
          </ac:spMkLst>
        </pc:spChg>
        <pc:spChg chg="mod">
          <ac:chgData name="Teuku Raja Irfan Radarma" userId="cf428174-95ba-4576-8554-3a3b8ffa52b7" providerId="ADAL" clId="{6C5D399A-8E2C-4907-9624-A2DD17609376}" dt="2025-11-18T02:54:04.640" v="34" actId="1076"/>
          <ac:spMkLst>
            <pc:docMk/>
            <pc:sldMk cId="3261445024" sldId="330"/>
            <ac:spMk id="9" creationId="{3244463C-A854-6024-ED33-88CE90BD72A7}"/>
          </ac:spMkLst>
        </pc:spChg>
        <pc:spChg chg="mod">
          <ac:chgData name="Teuku Raja Irfan Radarma" userId="cf428174-95ba-4576-8554-3a3b8ffa52b7" providerId="ADAL" clId="{6C5D399A-8E2C-4907-9624-A2DD17609376}" dt="2025-11-18T02:54:04.640" v="34" actId="1076"/>
          <ac:spMkLst>
            <pc:docMk/>
            <pc:sldMk cId="3261445024" sldId="330"/>
            <ac:spMk id="10" creationId="{CAC6D5AD-C8D0-D586-2DF1-D215108D3ECD}"/>
          </ac:spMkLst>
        </pc:spChg>
        <pc:spChg chg="mod">
          <ac:chgData name="Teuku Raja Irfan Radarma" userId="cf428174-95ba-4576-8554-3a3b8ffa52b7" providerId="ADAL" clId="{6C5D399A-8E2C-4907-9624-A2DD17609376}" dt="2025-11-18T02:54:04.640" v="34" actId="1076"/>
          <ac:spMkLst>
            <pc:docMk/>
            <pc:sldMk cId="3261445024" sldId="330"/>
            <ac:spMk id="11" creationId="{1979799A-11CF-2D3D-5169-F4D017F6E73B}"/>
          </ac:spMkLst>
        </pc:spChg>
        <pc:spChg chg="del">
          <ac:chgData name="Teuku Raja Irfan Radarma" userId="cf428174-95ba-4576-8554-3a3b8ffa52b7" providerId="ADAL" clId="{6C5D399A-8E2C-4907-9624-A2DD17609376}" dt="2025-11-18T02:53:26.933" v="5" actId="478"/>
          <ac:spMkLst>
            <pc:docMk/>
            <pc:sldMk cId="3261445024" sldId="330"/>
            <ac:spMk id="12" creationId="{A9E61EB8-1CFB-B80A-3BD6-02A05777E550}"/>
          </ac:spMkLst>
        </pc:spChg>
        <pc:spChg chg="mod">
          <ac:chgData name="Teuku Raja Irfan Radarma" userId="cf428174-95ba-4576-8554-3a3b8ffa52b7" providerId="ADAL" clId="{6C5D399A-8E2C-4907-9624-A2DD17609376}" dt="2025-11-18T02:54:04.640" v="34" actId="1076"/>
          <ac:spMkLst>
            <pc:docMk/>
            <pc:sldMk cId="3261445024" sldId="330"/>
            <ac:spMk id="13" creationId="{A0699C83-5DFA-03E5-2F4B-2C5F0EFB37B5}"/>
          </ac:spMkLst>
        </pc:spChg>
        <pc:spChg chg="mod">
          <ac:chgData name="Teuku Raja Irfan Radarma" userId="cf428174-95ba-4576-8554-3a3b8ffa52b7" providerId="ADAL" clId="{6C5D399A-8E2C-4907-9624-A2DD17609376}" dt="2025-11-18T02:54:04.640" v="34" actId="1076"/>
          <ac:spMkLst>
            <pc:docMk/>
            <pc:sldMk cId="3261445024" sldId="330"/>
            <ac:spMk id="14" creationId="{9C32B8FF-A075-FA32-6159-09985C795E50}"/>
          </ac:spMkLst>
        </pc:spChg>
        <pc:spChg chg="mod">
          <ac:chgData name="Teuku Raja Irfan Radarma" userId="cf428174-95ba-4576-8554-3a3b8ffa52b7" providerId="ADAL" clId="{6C5D399A-8E2C-4907-9624-A2DD17609376}" dt="2025-11-18T02:54:04.640" v="34" actId="1076"/>
          <ac:spMkLst>
            <pc:docMk/>
            <pc:sldMk cId="3261445024" sldId="330"/>
            <ac:spMk id="15" creationId="{FA95D1D2-55FC-7451-618C-9593FAD92F68}"/>
          </ac:spMkLst>
        </pc:spChg>
      </pc:sldChg>
      <pc:sldChg chg="delSp modSp mod">
        <pc:chgData name="Teuku Raja Irfan Radarma" userId="cf428174-95ba-4576-8554-3a3b8ffa52b7" providerId="ADAL" clId="{6C5D399A-8E2C-4907-9624-A2DD17609376}" dt="2025-11-18T02:54:23.829" v="38" actId="1076"/>
        <pc:sldMkLst>
          <pc:docMk/>
          <pc:sldMk cId="542359556" sldId="331"/>
        </pc:sldMkLst>
        <pc:spChg chg="mod">
          <ac:chgData name="Teuku Raja Irfan Radarma" userId="cf428174-95ba-4576-8554-3a3b8ffa52b7" providerId="ADAL" clId="{6C5D399A-8E2C-4907-9624-A2DD17609376}" dt="2025-11-18T02:54:23.829" v="38" actId="1076"/>
          <ac:spMkLst>
            <pc:docMk/>
            <pc:sldMk cId="542359556" sldId="331"/>
            <ac:spMk id="5" creationId="{BF77C613-F3F8-AB9C-0F05-EADECB260C28}"/>
          </ac:spMkLst>
        </pc:spChg>
        <pc:spChg chg="mod">
          <ac:chgData name="Teuku Raja Irfan Radarma" userId="cf428174-95ba-4576-8554-3a3b8ffa52b7" providerId="ADAL" clId="{6C5D399A-8E2C-4907-9624-A2DD17609376}" dt="2025-11-18T02:54:23.829" v="38" actId="1076"/>
          <ac:spMkLst>
            <pc:docMk/>
            <pc:sldMk cId="542359556" sldId="331"/>
            <ac:spMk id="8" creationId="{CB61A62F-81CB-B1DD-1377-90D0878E603B}"/>
          </ac:spMkLst>
        </pc:spChg>
        <pc:spChg chg="mod">
          <ac:chgData name="Teuku Raja Irfan Radarma" userId="cf428174-95ba-4576-8554-3a3b8ffa52b7" providerId="ADAL" clId="{6C5D399A-8E2C-4907-9624-A2DD17609376}" dt="2025-11-18T02:54:23.829" v="38" actId="1076"/>
          <ac:spMkLst>
            <pc:docMk/>
            <pc:sldMk cId="542359556" sldId="331"/>
            <ac:spMk id="9" creationId="{71F0BAD4-5ABA-DAD2-7371-E136ABB2F173}"/>
          </ac:spMkLst>
        </pc:spChg>
        <pc:spChg chg="mod">
          <ac:chgData name="Teuku Raja Irfan Radarma" userId="cf428174-95ba-4576-8554-3a3b8ffa52b7" providerId="ADAL" clId="{6C5D399A-8E2C-4907-9624-A2DD17609376}" dt="2025-11-18T02:54:23.829" v="38" actId="1076"/>
          <ac:spMkLst>
            <pc:docMk/>
            <pc:sldMk cId="542359556" sldId="331"/>
            <ac:spMk id="10" creationId="{C092434B-E922-F9DC-56B6-75447493D810}"/>
          </ac:spMkLst>
        </pc:spChg>
        <pc:spChg chg="mod">
          <ac:chgData name="Teuku Raja Irfan Radarma" userId="cf428174-95ba-4576-8554-3a3b8ffa52b7" providerId="ADAL" clId="{6C5D399A-8E2C-4907-9624-A2DD17609376}" dt="2025-11-18T02:54:23.829" v="38" actId="1076"/>
          <ac:spMkLst>
            <pc:docMk/>
            <pc:sldMk cId="542359556" sldId="331"/>
            <ac:spMk id="11" creationId="{E8174F63-495E-FFF6-C516-B93944798142}"/>
          </ac:spMkLst>
        </pc:spChg>
        <pc:spChg chg="del">
          <ac:chgData name="Teuku Raja Irfan Radarma" userId="cf428174-95ba-4576-8554-3a3b8ffa52b7" providerId="ADAL" clId="{6C5D399A-8E2C-4907-9624-A2DD17609376}" dt="2025-11-18T02:54:10.299" v="35" actId="478"/>
          <ac:spMkLst>
            <pc:docMk/>
            <pc:sldMk cId="542359556" sldId="331"/>
            <ac:spMk id="12" creationId="{AD3126E2-690D-0337-07AF-71C3A62550C8}"/>
          </ac:spMkLst>
        </pc:spChg>
        <pc:spChg chg="mod">
          <ac:chgData name="Teuku Raja Irfan Radarma" userId="cf428174-95ba-4576-8554-3a3b8ffa52b7" providerId="ADAL" clId="{6C5D399A-8E2C-4907-9624-A2DD17609376}" dt="2025-11-18T02:54:23.829" v="38" actId="1076"/>
          <ac:spMkLst>
            <pc:docMk/>
            <pc:sldMk cId="542359556" sldId="331"/>
            <ac:spMk id="13" creationId="{D36126AE-13A4-3A05-62CD-1865516E2166}"/>
          </ac:spMkLst>
        </pc:spChg>
        <pc:spChg chg="mod">
          <ac:chgData name="Teuku Raja Irfan Radarma" userId="cf428174-95ba-4576-8554-3a3b8ffa52b7" providerId="ADAL" clId="{6C5D399A-8E2C-4907-9624-A2DD17609376}" dt="2025-11-18T02:54:23.829" v="38" actId="1076"/>
          <ac:spMkLst>
            <pc:docMk/>
            <pc:sldMk cId="542359556" sldId="331"/>
            <ac:spMk id="14" creationId="{005AEE4C-29F5-D959-5910-BFCDF7279B62}"/>
          </ac:spMkLst>
        </pc:spChg>
        <pc:spChg chg="mod">
          <ac:chgData name="Teuku Raja Irfan Radarma" userId="cf428174-95ba-4576-8554-3a3b8ffa52b7" providerId="ADAL" clId="{6C5D399A-8E2C-4907-9624-A2DD17609376}" dt="2025-11-18T02:54:23.829" v="38" actId="1076"/>
          <ac:spMkLst>
            <pc:docMk/>
            <pc:sldMk cId="542359556" sldId="331"/>
            <ac:spMk id="15" creationId="{97A217AE-6955-0F0A-3036-C72F8BBF1173}"/>
          </ac:spMkLst>
        </pc:spChg>
      </pc:sldChg>
    </pc:docChg>
  </pc:docChgLst>
  <pc:docChgLst>
    <pc:chgData name="Teuku Raja Irfan Radarma" userId="cf428174-95ba-4576-8554-3a3b8ffa52b7" providerId="ADAL" clId="{A80269FD-1647-41EA-9465-E4829927D3E9}"/>
    <pc:docChg chg="undo redo custSel addSld delSld modSld sldOrd modMainMaster">
      <pc:chgData name="Teuku Raja Irfan Radarma" userId="cf428174-95ba-4576-8554-3a3b8ffa52b7" providerId="ADAL" clId="{A80269FD-1647-41EA-9465-E4829927D3E9}" dt="2025-11-17T00:07:41.614" v="9797" actId="20577"/>
      <pc:docMkLst>
        <pc:docMk/>
      </pc:docMkLst>
      <pc:sldChg chg="addSp delSp modSp mod ord">
        <pc:chgData name="Teuku Raja Irfan Radarma" userId="cf428174-95ba-4576-8554-3a3b8ffa52b7" providerId="ADAL" clId="{A80269FD-1647-41EA-9465-E4829927D3E9}" dt="2025-11-16T04:21:21.367" v="3814" actId="400"/>
        <pc:sldMkLst>
          <pc:docMk/>
          <pc:sldMk cId="4030995347" sldId="257"/>
        </pc:sldMkLst>
        <pc:spChg chg="mod">
          <ac:chgData name="Teuku Raja Irfan Radarma" userId="cf428174-95ba-4576-8554-3a3b8ffa52b7" providerId="ADAL" clId="{A80269FD-1647-41EA-9465-E4829927D3E9}" dt="2025-11-09T09:18:31.053" v="735" actId="403"/>
          <ac:spMkLst>
            <pc:docMk/>
            <pc:sldMk cId="4030995347" sldId="257"/>
            <ac:spMk id="2" creationId="{5067157F-D729-D43A-6721-923C7B23828A}"/>
          </ac:spMkLst>
        </pc:spChg>
        <pc:spChg chg="mod">
          <ac:chgData name="Teuku Raja Irfan Radarma" userId="cf428174-95ba-4576-8554-3a3b8ffa52b7" providerId="ADAL" clId="{A80269FD-1647-41EA-9465-E4829927D3E9}" dt="2025-11-16T04:21:21.367" v="3814" actId="400"/>
          <ac:spMkLst>
            <pc:docMk/>
            <pc:sldMk cId="4030995347" sldId="257"/>
            <ac:spMk id="3" creationId="{940F5DB3-7A6F-EDD4-9F33-B3FF6161C717}"/>
          </ac:spMkLst>
        </pc:spChg>
        <pc:spChg chg="add mod">
          <ac:chgData name="Teuku Raja Irfan Radarma" userId="cf428174-95ba-4576-8554-3a3b8ffa52b7" providerId="ADAL" clId="{A80269FD-1647-41EA-9465-E4829927D3E9}" dt="2025-11-09T09:20:21.260" v="962" actId="1076"/>
          <ac:spMkLst>
            <pc:docMk/>
            <pc:sldMk cId="4030995347" sldId="257"/>
            <ac:spMk id="4" creationId="{6C09DF7A-9B78-AB11-FA80-26BA72C3D29B}"/>
          </ac:spMkLst>
        </pc:spChg>
      </pc:sldChg>
      <pc:sldChg chg="delSp modSp mod">
        <pc:chgData name="Teuku Raja Irfan Radarma" userId="cf428174-95ba-4576-8554-3a3b8ffa52b7" providerId="ADAL" clId="{A80269FD-1647-41EA-9465-E4829927D3E9}" dt="2025-11-16T04:35:08.356" v="4454" actId="12"/>
        <pc:sldMkLst>
          <pc:docMk/>
          <pc:sldMk cId="336491319" sldId="258"/>
        </pc:sldMkLst>
        <pc:spChg chg="mod">
          <ac:chgData name="Teuku Raja Irfan Radarma" userId="cf428174-95ba-4576-8554-3a3b8ffa52b7" providerId="ADAL" clId="{A80269FD-1647-41EA-9465-E4829927D3E9}" dt="2025-11-16T04:33:57.529" v="4272" actId="20577"/>
          <ac:spMkLst>
            <pc:docMk/>
            <pc:sldMk cId="336491319" sldId="258"/>
            <ac:spMk id="2" creationId="{AEEF8F37-A50D-160F-959B-451148F4295E}"/>
          </ac:spMkLst>
        </pc:spChg>
        <pc:spChg chg="mod">
          <ac:chgData name="Teuku Raja Irfan Radarma" userId="cf428174-95ba-4576-8554-3a3b8ffa52b7" providerId="ADAL" clId="{A80269FD-1647-41EA-9465-E4829927D3E9}" dt="2025-11-16T04:35:08.356" v="4454" actId="12"/>
          <ac:spMkLst>
            <pc:docMk/>
            <pc:sldMk cId="336491319" sldId="258"/>
            <ac:spMk id="3" creationId="{EF89DAE2-B333-C41A-41EF-77E619569729}"/>
          </ac:spMkLst>
        </pc:spChg>
      </pc:sldChg>
      <pc:sldChg chg="modSp mod">
        <pc:chgData name="Teuku Raja Irfan Radarma" userId="cf428174-95ba-4576-8554-3a3b8ffa52b7" providerId="ADAL" clId="{A80269FD-1647-41EA-9465-E4829927D3E9}" dt="2025-11-16T04:20:40.085" v="3802" actId="20577"/>
        <pc:sldMkLst>
          <pc:docMk/>
          <pc:sldMk cId="2021974124" sldId="260"/>
        </pc:sldMkLst>
        <pc:spChg chg="mod">
          <ac:chgData name="Teuku Raja Irfan Radarma" userId="cf428174-95ba-4576-8554-3a3b8ffa52b7" providerId="ADAL" clId="{A80269FD-1647-41EA-9465-E4829927D3E9}" dt="2025-11-16T04:20:40.085" v="3802" actId="20577"/>
          <ac:spMkLst>
            <pc:docMk/>
            <pc:sldMk cId="2021974124" sldId="260"/>
            <ac:spMk id="3" creationId="{2952C04A-BCBB-9364-2819-8725E6696366}"/>
          </ac:spMkLst>
        </pc:spChg>
      </pc:sldChg>
      <pc:sldChg chg="modSp mod">
        <pc:chgData name="Teuku Raja Irfan Radarma" userId="cf428174-95ba-4576-8554-3a3b8ffa52b7" providerId="ADAL" clId="{A80269FD-1647-41EA-9465-E4829927D3E9}" dt="2025-11-16T04:19:10.368" v="3693" actId="20577"/>
        <pc:sldMkLst>
          <pc:docMk/>
          <pc:sldMk cId="911610319" sldId="262"/>
        </pc:sldMkLst>
        <pc:spChg chg="mod">
          <ac:chgData name="Teuku Raja Irfan Radarma" userId="cf428174-95ba-4576-8554-3a3b8ffa52b7" providerId="ADAL" clId="{A80269FD-1647-41EA-9465-E4829927D3E9}" dt="2025-11-16T04:19:08.622" v="3692" actId="20577"/>
          <ac:spMkLst>
            <pc:docMk/>
            <pc:sldMk cId="911610319" sldId="262"/>
            <ac:spMk id="3" creationId="{B17BBDE0-3A4E-3EA2-60B0-F9756E347209}"/>
          </ac:spMkLst>
        </pc:spChg>
        <pc:spChg chg="mod">
          <ac:chgData name="Teuku Raja Irfan Radarma" userId="cf428174-95ba-4576-8554-3a3b8ffa52b7" providerId="ADAL" clId="{A80269FD-1647-41EA-9465-E4829927D3E9}" dt="2025-11-16T04:19:10.368" v="3693" actId="20577"/>
          <ac:spMkLst>
            <pc:docMk/>
            <pc:sldMk cId="911610319" sldId="262"/>
            <ac:spMk id="4" creationId="{FFCC89D4-8169-77D5-D53F-1E998B469C40}"/>
          </ac:spMkLst>
        </pc:spChg>
      </pc:sldChg>
      <pc:sldChg chg="modSp mod">
        <pc:chgData name="Teuku Raja Irfan Radarma" userId="cf428174-95ba-4576-8554-3a3b8ffa52b7" providerId="ADAL" clId="{A80269FD-1647-41EA-9465-E4829927D3E9}" dt="2025-11-16T04:20:17.486" v="3791" actId="20577"/>
        <pc:sldMkLst>
          <pc:docMk/>
          <pc:sldMk cId="3835074240" sldId="263"/>
        </pc:sldMkLst>
        <pc:spChg chg="mod">
          <ac:chgData name="Teuku Raja Irfan Radarma" userId="cf428174-95ba-4576-8554-3a3b8ffa52b7" providerId="ADAL" clId="{A80269FD-1647-41EA-9465-E4829927D3E9}" dt="2025-11-16T04:20:17.486" v="3791" actId="20577"/>
          <ac:spMkLst>
            <pc:docMk/>
            <pc:sldMk cId="3835074240" sldId="263"/>
            <ac:spMk id="2" creationId="{2079CBE2-7ADF-23F1-83BE-26DF183A5B12}"/>
          </ac:spMkLst>
        </pc:spChg>
      </pc:sldChg>
      <pc:sldChg chg="modSp mod">
        <pc:chgData name="Teuku Raja Irfan Radarma" userId="cf428174-95ba-4576-8554-3a3b8ffa52b7" providerId="ADAL" clId="{A80269FD-1647-41EA-9465-E4829927D3E9}" dt="2025-11-16T06:02:24.773" v="5795" actId="20577"/>
        <pc:sldMkLst>
          <pc:docMk/>
          <pc:sldMk cId="1457204914" sldId="264"/>
        </pc:sldMkLst>
        <pc:spChg chg="mod">
          <ac:chgData name="Teuku Raja Irfan Radarma" userId="cf428174-95ba-4576-8554-3a3b8ffa52b7" providerId="ADAL" clId="{A80269FD-1647-41EA-9465-E4829927D3E9}" dt="2025-11-16T04:23:14.220" v="4080" actId="20577"/>
          <ac:spMkLst>
            <pc:docMk/>
            <pc:sldMk cId="1457204914" sldId="264"/>
            <ac:spMk id="2" creationId="{7E958052-05B2-9F29-B874-84F80A24B16B}"/>
          </ac:spMkLst>
        </pc:spChg>
        <pc:spChg chg="mod">
          <ac:chgData name="Teuku Raja Irfan Radarma" userId="cf428174-95ba-4576-8554-3a3b8ffa52b7" providerId="ADAL" clId="{A80269FD-1647-41EA-9465-E4829927D3E9}" dt="2025-11-16T06:02:24.773" v="5795" actId="20577"/>
          <ac:spMkLst>
            <pc:docMk/>
            <pc:sldMk cId="1457204914" sldId="264"/>
            <ac:spMk id="3" creationId="{ED136815-6D1A-2136-FEB7-5B68FA9A3B40}"/>
          </ac:spMkLst>
        </pc:spChg>
      </pc:sldChg>
      <pc:sldChg chg="delSp modSp add del mod ord">
        <pc:chgData name="Teuku Raja Irfan Radarma" userId="cf428174-95ba-4576-8554-3a3b8ffa52b7" providerId="ADAL" clId="{A80269FD-1647-41EA-9465-E4829927D3E9}" dt="2025-11-16T07:08:58.948" v="7541" actId="20577"/>
        <pc:sldMkLst>
          <pc:docMk/>
          <pc:sldMk cId="1479797784" sldId="272"/>
        </pc:sldMkLst>
        <pc:spChg chg="mod">
          <ac:chgData name="Teuku Raja Irfan Radarma" userId="cf428174-95ba-4576-8554-3a3b8ffa52b7" providerId="ADAL" clId="{A80269FD-1647-41EA-9465-E4829927D3E9}" dt="2025-11-16T07:08:58.948" v="7541" actId="20577"/>
          <ac:spMkLst>
            <pc:docMk/>
            <pc:sldMk cId="1479797784" sldId="272"/>
            <ac:spMk id="2" creationId="{7901BDFF-B4B4-3CEB-104E-CD2180BE8F41}"/>
          </ac:spMkLst>
        </pc:spChg>
      </pc:sldChg>
      <pc:sldChg chg="addSp delSp modSp add mod ord">
        <pc:chgData name="Teuku Raja Irfan Radarma" userId="cf428174-95ba-4576-8554-3a3b8ffa52b7" providerId="ADAL" clId="{A80269FD-1647-41EA-9465-E4829927D3E9}" dt="2025-11-16T06:20:41.788" v="6021" actId="1076"/>
        <pc:sldMkLst>
          <pc:docMk/>
          <pc:sldMk cId="3664726336" sldId="303"/>
        </pc:sldMkLst>
        <pc:spChg chg="mod">
          <ac:chgData name="Teuku Raja Irfan Radarma" userId="cf428174-95ba-4576-8554-3a3b8ffa52b7" providerId="ADAL" clId="{A80269FD-1647-41EA-9465-E4829927D3E9}" dt="2025-11-16T06:20:40.882" v="6020" actId="14100"/>
          <ac:spMkLst>
            <pc:docMk/>
            <pc:sldMk cId="3664726336" sldId="303"/>
            <ac:spMk id="2" creationId="{9E44D2E5-8856-DBD5-D8A0-B5ED5DB322E9}"/>
          </ac:spMkLst>
        </pc:spChg>
        <pc:picChg chg="add mod">
          <ac:chgData name="Teuku Raja Irfan Radarma" userId="cf428174-95ba-4576-8554-3a3b8ffa52b7" providerId="ADAL" clId="{A80269FD-1647-41EA-9465-E4829927D3E9}" dt="2025-11-16T06:20:41.788" v="6021" actId="1076"/>
          <ac:picMkLst>
            <pc:docMk/>
            <pc:sldMk cId="3664726336" sldId="303"/>
            <ac:picMk id="9218" creationId="{97513380-5F0C-BA46-33D9-304554373B81}"/>
          </ac:picMkLst>
        </pc:picChg>
      </pc:sldChg>
      <pc:sldChg chg="modSp new mod">
        <pc:chgData name="Teuku Raja Irfan Radarma" userId="cf428174-95ba-4576-8554-3a3b8ffa52b7" providerId="ADAL" clId="{A80269FD-1647-41EA-9465-E4829927D3E9}" dt="2025-11-16T04:22:40.974" v="4023" actId="404"/>
        <pc:sldMkLst>
          <pc:docMk/>
          <pc:sldMk cId="2891726164" sldId="304"/>
        </pc:sldMkLst>
        <pc:spChg chg="mod">
          <ac:chgData name="Teuku Raja Irfan Radarma" userId="cf428174-95ba-4576-8554-3a3b8ffa52b7" providerId="ADAL" clId="{A80269FD-1647-41EA-9465-E4829927D3E9}" dt="2025-11-16T04:21:35.033" v="3840" actId="20577"/>
          <ac:spMkLst>
            <pc:docMk/>
            <pc:sldMk cId="2891726164" sldId="304"/>
            <ac:spMk id="2" creationId="{FE2F06DC-C82D-49A7-49E8-24B02235CE1B}"/>
          </ac:spMkLst>
        </pc:spChg>
        <pc:spChg chg="mod">
          <ac:chgData name="Teuku Raja Irfan Radarma" userId="cf428174-95ba-4576-8554-3a3b8ffa52b7" providerId="ADAL" clId="{A80269FD-1647-41EA-9465-E4829927D3E9}" dt="2025-11-16T04:22:40.974" v="4023" actId="404"/>
          <ac:spMkLst>
            <pc:docMk/>
            <pc:sldMk cId="2891726164" sldId="304"/>
            <ac:spMk id="3" creationId="{0EEF17E5-AD4D-CEBE-F9C3-691B024490D7}"/>
          </ac:spMkLst>
        </pc:spChg>
      </pc:sldChg>
      <pc:sldChg chg="modSp new mod">
        <pc:chgData name="Teuku Raja Irfan Radarma" userId="cf428174-95ba-4576-8554-3a3b8ffa52b7" providerId="ADAL" clId="{A80269FD-1647-41EA-9465-E4829927D3E9}" dt="2025-11-16T13:54:37.265" v="9765" actId="20577"/>
        <pc:sldMkLst>
          <pc:docMk/>
          <pc:sldMk cId="3404562138" sldId="305"/>
        </pc:sldMkLst>
        <pc:spChg chg="mod">
          <ac:chgData name="Teuku Raja Irfan Radarma" userId="cf428174-95ba-4576-8554-3a3b8ffa52b7" providerId="ADAL" clId="{A80269FD-1647-41EA-9465-E4829927D3E9}" dt="2025-11-16T13:48:47.008" v="9712" actId="14100"/>
          <ac:spMkLst>
            <pc:docMk/>
            <pc:sldMk cId="3404562138" sldId="305"/>
            <ac:spMk id="2" creationId="{59E61678-8156-B5D7-6985-8F8C864E2A3D}"/>
          </ac:spMkLst>
        </pc:spChg>
        <pc:spChg chg="mod">
          <ac:chgData name="Teuku Raja Irfan Radarma" userId="cf428174-95ba-4576-8554-3a3b8ffa52b7" providerId="ADAL" clId="{A80269FD-1647-41EA-9465-E4829927D3E9}" dt="2025-11-16T13:54:37.265" v="9765" actId="20577"/>
          <ac:spMkLst>
            <pc:docMk/>
            <pc:sldMk cId="3404562138" sldId="305"/>
            <ac:spMk id="3" creationId="{8BA43A71-550D-6448-8070-817ACA416DEE}"/>
          </ac:spMkLst>
        </pc:spChg>
      </pc:sldChg>
      <pc:sldChg chg="addSp delSp modSp new mod">
        <pc:chgData name="Teuku Raja Irfan Radarma" userId="cf428174-95ba-4576-8554-3a3b8ffa52b7" providerId="ADAL" clId="{A80269FD-1647-41EA-9465-E4829927D3E9}" dt="2025-11-16T04:33:24.228" v="4247" actId="12"/>
        <pc:sldMkLst>
          <pc:docMk/>
          <pc:sldMk cId="3051451500" sldId="306"/>
        </pc:sldMkLst>
        <pc:spChg chg="mod">
          <ac:chgData name="Teuku Raja Irfan Radarma" userId="cf428174-95ba-4576-8554-3a3b8ffa52b7" providerId="ADAL" clId="{A80269FD-1647-41EA-9465-E4829927D3E9}" dt="2025-11-16T04:31:46.568" v="4218" actId="403"/>
          <ac:spMkLst>
            <pc:docMk/>
            <pc:sldMk cId="3051451500" sldId="306"/>
            <ac:spMk id="2" creationId="{31B9DD37-A529-C0FC-5CA8-591ADC5F0314}"/>
          </ac:spMkLst>
        </pc:spChg>
        <pc:spChg chg="mod">
          <ac:chgData name="Teuku Raja Irfan Radarma" userId="cf428174-95ba-4576-8554-3a3b8ffa52b7" providerId="ADAL" clId="{A80269FD-1647-41EA-9465-E4829927D3E9}" dt="2025-11-16T04:31:46.568" v="4218" actId="403"/>
          <ac:spMkLst>
            <pc:docMk/>
            <pc:sldMk cId="3051451500" sldId="306"/>
            <ac:spMk id="4" creationId="{1EBF9B3F-1891-0D88-A0F9-6164A522FA62}"/>
          </ac:spMkLst>
        </pc:spChg>
        <pc:spChg chg="add mod">
          <ac:chgData name="Teuku Raja Irfan Radarma" userId="cf428174-95ba-4576-8554-3a3b8ffa52b7" providerId="ADAL" clId="{A80269FD-1647-41EA-9465-E4829927D3E9}" dt="2025-11-16T04:33:24.228" v="4247" actId="12"/>
          <ac:spMkLst>
            <pc:docMk/>
            <pc:sldMk cId="3051451500" sldId="306"/>
            <ac:spMk id="6" creationId="{C6007249-6724-8E38-EC48-6E0C4748BD12}"/>
          </ac:spMkLst>
        </pc:spChg>
        <pc:spChg chg="add mod">
          <ac:chgData name="Teuku Raja Irfan Radarma" userId="cf428174-95ba-4576-8554-3a3b8ffa52b7" providerId="ADAL" clId="{A80269FD-1647-41EA-9465-E4829927D3E9}" dt="2025-11-16T04:32:49.824" v="4241" actId="207"/>
          <ac:spMkLst>
            <pc:docMk/>
            <pc:sldMk cId="3051451500" sldId="306"/>
            <ac:spMk id="7" creationId="{DDF16751-09F9-6761-2E34-EAF32CEF3755}"/>
          </ac:spMkLst>
        </pc:spChg>
      </pc:sldChg>
      <pc:sldChg chg="addSp modSp new mod">
        <pc:chgData name="Teuku Raja Irfan Radarma" userId="cf428174-95ba-4576-8554-3a3b8ffa52b7" providerId="ADAL" clId="{A80269FD-1647-41EA-9465-E4829927D3E9}" dt="2025-11-16T04:37:46.117" v="4772" actId="1076"/>
        <pc:sldMkLst>
          <pc:docMk/>
          <pc:sldMk cId="1925635915" sldId="307"/>
        </pc:sldMkLst>
        <pc:spChg chg="mod">
          <ac:chgData name="Teuku Raja Irfan Radarma" userId="cf428174-95ba-4576-8554-3a3b8ffa52b7" providerId="ADAL" clId="{A80269FD-1647-41EA-9465-E4829927D3E9}" dt="2025-11-16T04:35:32.763" v="4511" actId="20577"/>
          <ac:spMkLst>
            <pc:docMk/>
            <pc:sldMk cId="1925635915" sldId="307"/>
            <ac:spMk id="2" creationId="{F64DB71F-C16B-DA79-68B6-1A727EADB663}"/>
          </ac:spMkLst>
        </pc:spChg>
        <pc:spChg chg="mod">
          <ac:chgData name="Teuku Raja Irfan Radarma" userId="cf428174-95ba-4576-8554-3a3b8ffa52b7" providerId="ADAL" clId="{A80269FD-1647-41EA-9465-E4829927D3E9}" dt="2025-11-16T04:37:46.117" v="4772" actId="1076"/>
          <ac:spMkLst>
            <pc:docMk/>
            <pc:sldMk cId="1925635915" sldId="307"/>
            <ac:spMk id="3" creationId="{13E99E53-CB05-4A46-CA8D-0FB20301CF45}"/>
          </ac:spMkLst>
        </pc:spChg>
        <pc:spChg chg="add mod">
          <ac:chgData name="Teuku Raja Irfan Radarma" userId="cf428174-95ba-4576-8554-3a3b8ffa52b7" providerId="ADAL" clId="{A80269FD-1647-41EA-9465-E4829927D3E9}" dt="2025-11-16T04:37:39.648" v="4771" actId="114"/>
          <ac:spMkLst>
            <pc:docMk/>
            <pc:sldMk cId="1925635915" sldId="307"/>
            <ac:spMk id="5" creationId="{244F15F2-5210-6A75-7B83-C56C12B10AE3}"/>
          </ac:spMkLst>
        </pc:spChg>
      </pc:sldChg>
      <pc:sldChg chg="addSp modSp new mod">
        <pc:chgData name="Teuku Raja Irfan Radarma" userId="cf428174-95ba-4576-8554-3a3b8ffa52b7" providerId="ADAL" clId="{A80269FD-1647-41EA-9465-E4829927D3E9}" dt="2025-11-16T04:45:07.562" v="5106" actId="14100"/>
        <pc:sldMkLst>
          <pc:docMk/>
          <pc:sldMk cId="11299863" sldId="308"/>
        </pc:sldMkLst>
        <pc:spChg chg="mod">
          <ac:chgData name="Teuku Raja Irfan Radarma" userId="cf428174-95ba-4576-8554-3a3b8ffa52b7" providerId="ADAL" clId="{A80269FD-1647-41EA-9465-E4829927D3E9}" dt="2025-11-16T04:40:56.853" v="4935" actId="14100"/>
          <ac:spMkLst>
            <pc:docMk/>
            <pc:sldMk cId="11299863" sldId="308"/>
            <ac:spMk id="2" creationId="{73637D1F-3895-A963-A777-7BE4CF16C0D1}"/>
          </ac:spMkLst>
        </pc:spChg>
        <pc:spChg chg="mod">
          <ac:chgData name="Teuku Raja Irfan Radarma" userId="cf428174-95ba-4576-8554-3a3b8ffa52b7" providerId="ADAL" clId="{A80269FD-1647-41EA-9465-E4829927D3E9}" dt="2025-11-16T04:41:01.739" v="4937" actId="14100"/>
          <ac:spMkLst>
            <pc:docMk/>
            <pc:sldMk cId="11299863" sldId="308"/>
            <ac:spMk id="3" creationId="{AA25202D-5A2D-45F0-F71E-1919EDF619A2}"/>
          </ac:spMkLst>
        </pc:spChg>
        <pc:graphicFrameChg chg="add mod modGraphic">
          <ac:chgData name="Teuku Raja Irfan Radarma" userId="cf428174-95ba-4576-8554-3a3b8ffa52b7" providerId="ADAL" clId="{A80269FD-1647-41EA-9465-E4829927D3E9}" dt="2025-11-16T04:45:07.562" v="5106" actId="14100"/>
          <ac:graphicFrameMkLst>
            <pc:docMk/>
            <pc:sldMk cId="11299863" sldId="308"/>
            <ac:graphicFrameMk id="5" creationId="{8E567EFA-076E-51A4-47A8-D7DF3E434B2A}"/>
          </ac:graphicFrameMkLst>
        </pc:graphicFrameChg>
      </pc:sldChg>
      <pc:sldChg chg="addSp delSp modSp new mod">
        <pc:chgData name="Teuku Raja Irfan Radarma" userId="cf428174-95ba-4576-8554-3a3b8ffa52b7" providerId="ADAL" clId="{A80269FD-1647-41EA-9465-E4829927D3E9}" dt="2025-11-16T04:50:34.774" v="5478"/>
        <pc:sldMkLst>
          <pc:docMk/>
          <pc:sldMk cId="1447098636" sldId="309"/>
        </pc:sldMkLst>
        <pc:spChg chg="mod">
          <ac:chgData name="Teuku Raja Irfan Radarma" userId="cf428174-95ba-4576-8554-3a3b8ffa52b7" providerId="ADAL" clId="{A80269FD-1647-41EA-9465-E4829927D3E9}" dt="2025-11-16T04:48:11.733" v="5171" actId="14100"/>
          <ac:spMkLst>
            <pc:docMk/>
            <pc:sldMk cId="1447098636" sldId="309"/>
            <ac:spMk id="2" creationId="{71E20F38-3733-71F0-2050-A31316E16077}"/>
          </ac:spMkLst>
        </pc:spChg>
        <pc:spChg chg="mod">
          <ac:chgData name="Teuku Raja Irfan Radarma" userId="cf428174-95ba-4576-8554-3a3b8ffa52b7" providerId="ADAL" clId="{A80269FD-1647-41EA-9465-E4829927D3E9}" dt="2025-11-16T04:50:34.774" v="5478"/>
          <ac:spMkLst>
            <pc:docMk/>
            <pc:sldMk cId="1447098636" sldId="309"/>
            <ac:spMk id="3" creationId="{954FBCC0-297A-2C29-C2EA-E124E6902E00}"/>
          </ac:spMkLst>
        </pc:spChg>
      </pc:sldChg>
      <pc:sldChg chg="modSp add mod ord">
        <pc:chgData name="Teuku Raja Irfan Radarma" userId="cf428174-95ba-4576-8554-3a3b8ffa52b7" providerId="ADAL" clId="{A80269FD-1647-41EA-9465-E4829927D3E9}" dt="2025-11-16T04:54:32.704" v="5582" actId="14100"/>
        <pc:sldMkLst>
          <pc:docMk/>
          <pc:sldMk cId="4133513380" sldId="310"/>
        </pc:sldMkLst>
        <pc:spChg chg="mod">
          <ac:chgData name="Teuku Raja Irfan Radarma" userId="cf428174-95ba-4576-8554-3a3b8ffa52b7" providerId="ADAL" clId="{A80269FD-1647-41EA-9465-E4829927D3E9}" dt="2025-11-16T04:54:32.704" v="5582" actId="14100"/>
          <ac:spMkLst>
            <pc:docMk/>
            <pc:sldMk cId="4133513380" sldId="310"/>
            <ac:spMk id="2" creationId="{F4204DA2-4008-E351-CEE8-31BD3B9DC7B0}"/>
          </ac:spMkLst>
        </pc:spChg>
        <pc:spChg chg="mod">
          <ac:chgData name="Teuku Raja Irfan Radarma" userId="cf428174-95ba-4576-8554-3a3b8ffa52b7" providerId="ADAL" clId="{A80269FD-1647-41EA-9465-E4829927D3E9}" dt="2025-11-16T04:54:31.085" v="5581" actId="14100"/>
          <ac:spMkLst>
            <pc:docMk/>
            <pc:sldMk cId="4133513380" sldId="310"/>
            <ac:spMk id="3" creationId="{BD9E2BB4-0C99-4A5A-63A6-F98A68A6FA16}"/>
          </ac:spMkLst>
        </pc:spChg>
      </pc:sldChg>
      <pc:sldChg chg="modSp new mod">
        <pc:chgData name="Teuku Raja Irfan Radarma" userId="cf428174-95ba-4576-8554-3a3b8ffa52b7" providerId="ADAL" clId="{A80269FD-1647-41EA-9465-E4829927D3E9}" dt="2025-11-16T04:59:46.359" v="5646" actId="948"/>
        <pc:sldMkLst>
          <pc:docMk/>
          <pc:sldMk cId="1005904008" sldId="311"/>
        </pc:sldMkLst>
        <pc:spChg chg="mod">
          <ac:chgData name="Teuku Raja Irfan Radarma" userId="cf428174-95ba-4576-8554-3a3b8ffa52b7" providerId="ADAL" clId="{A80269FD-1647-41EA-9465-E4829927D3E9}" dt="2025-11-16T04:58:36.833" v="5606" actId="14100"/>
          <ac:spMkLst>
            <pc:docMk/>
            <pc:sldMk cId="1005904008" sldId="311"/>
            <ac:spMk id="2" creationId="{B27106D5-2EFC-C90D-D5A1-173EA25B7630}"/>
          </ac:spMkLst>
        </pc:spChg>
        <pc:spChg chg="mod">
          <ac:chgData name="Teuku Raja Irfan Radarma" userId="cf428174-95ba-4576-8554-3a3b8ffa52b7" providerId="ADAL" clId="{A80269FD-1647-41EA-9465-E4829927D3E9}" dt="2025-11-16T04:59:46.359" v="5646" actId="948"/>
          <ac:spMkLst>
            <pc:docMk/>
            <pc:sldMk cId="1005904008" sldId="311"/>
            <ac:spMk id="3" creationId="{B3DA75EF-9DB9-C3C3-0723-1DB30A955664}"/>
          </ac:spMkLst>
        </pc:spChg>
      </pc:sldChg>
      <pc:sldChg chg="modSp new mod">
        <pc:chgData name="Teuku Raja Irfan Radarma" userId="cf428174-95ba-4576-8554-3a3b8ffa52b7" providerId="ADAL" clId="{A80269FD-1647-41EA-9465-E4829927D3E9}" dt="2025-11-16T06:09:50.701" v="5903" actId="1076"/>
        <pc:sldMkLst>
          <pc:docMk/>
          <pc:sldMk cId="64752020" sldId="312"/>
        </pc:sldMkLst>
        <pc:spChg chg="mod">
          <ac:chgData name="Teuku Raja Irfan Radarma" userId="cf428174-95ba-4576-8554-3a3b8ffa52b7" providerId="ADAL" clId="{A80269FD-1647-41EA-9465-E4829927D3E9}" dt="2025-11-16T06:09:47.895" v="5902" actId="14100"/>
          <ac:spMkLst>
            <pc:docMk/>
            <pc:sldMk cId="64752020" sldId="312"/>
            <ac:spMk id="2" creationId="{94B119D0-7A6F-6ED2-A29B-C502DC2EFBE6}"/>
          </ac:spMkLst>
        </pc:spChg>
        <pc:spChg chg="mod">
          <ac:chgData name="Teuku Raja Irfan Radarma" userId="cf428174-95ba-4576-8554-3a3b8ffa52b7" providerId="ADAL" clId="{A80269FD-1647-41EA-9465-E4829927D3E9}" dt="2025-11-16T06:09:50.701" v="5903" actId="1076"/>
          <ac:spMkLst>
            <pc:docMk/>
            <pc:sldMk cId="64752020" sldId="312"/>
            <ac:spMk id="3" creationId="{CCCA65FC-C1E2-F034-168A-B97B59DE0DE2}"/>
          </ac:spMkLst>
        </pc:spChg>
      </pc:sldChg>
      <pc:sldChg chg="addSp modSp add mod">
        <pc:chgData name="Teuku Raja Irfan Radarma" userId="cf428174-95ba-4576-8554-3a3b8ffa52b7" providerId="ADAL" clId="{A80269FD-1647-41EA-9465-E4829927D3E9}" dt="2025-11-16T05:01:13.898" v="5666" actId="113"/>
        <pc:sldMkLst>
          <pc:docMk/>
          <pc:sldMk cId="3925586966" sldId="313"/>
        </pc:sldMkLst>
        <pc:spChg chg="mod">
          <ac:chgData name="Teuku Raja Irfan Radarma" userId="cf428174-95ba-4576-8554-3a3b8ffa52b7" providerId="ADAL" clId="{A80269FD-1647-41EA-9465-E4829927D3E9}" dt="2025-11-16T05:00:35.466" v="5649"/>
          <ac:spMkLst>
            <pc:docMk/>
            <pc:sldMk cId="3925586966" sldId="313"/>
            <ac:spMk id="2" creationId="{E170EFB3-BF99-001F-2758-BC81CD55AD88}"/>
          </ac:spMkLst>
        </pc:spChg>
        <pc:spChg chg="mod">
          <ac:chgData name="Teuku Raja Irfan Radarma" userId="cf428174-95ba-4576-8554-3a3b8ffa52b7" providerId="ADAL" clId="{A80269FD-1647-41EA-9465-E4829927D3E9}" dt="2025-11-16T05:01:13.898" v="5666" actId="113"/>
          <ac:spMkLst>
            <pc:docMk/>
            <pc:sldMk cId="3925586966" sldId="313"/>
            <ac:spMk id="3" creationId="{C7CB81B8-7902-185F-F7B7-8FBC8A0E03E0}"/>
          </ac:spMkLst>
        </pc:spChg>
      </pc:sldChg>
      <pc:sldChg chg="modSp add mod">
        <pc:chgData name="Teuku Raja Irfan Radarma" userId="cf428174-95ba-4576-8554-3a3b8ffa52b7" providerId="ADAL" clId="{A80269FD-1647-41EA-9465-E4829927D3E9}" dt="2025-11-16T05:03:02.002" v="5714" actId="20577"/>
        <pc:sldMkLst>
          <pc:docMk/>
          <pc:sldMk cId="902099203" sldId="314"/>
        </pc:sldMkLst>
        <pc:spChg chg="mod">
          <ac:chgData name="Teuku Raja Irfan Radarma" userId="cf428174-95ba-4576-8554-3a3b8ffa52b7" providerId="ADAL" clId="{A80269FD-1647-41EA-9465-E4829927D3E9}" dt="2025-11-16T05:01:37.585" v="5669"/>
          <ac:spMkLst>
            <pc:docMk/>
            <pc:sldMk cId="902099203" sldId="314"/>
            <ac:spMk id="2" creationId="{15A761E3-09BC-7400-E5AD-CFCD1683B33F}"/>
          </ac:spMkLst>
        </pc:spChg>
        <pc:spChg chg="mod">
          <ac:chgData name="Teuku Raja Irfan Radarma" userId="cf428174-95ba-4576-8554-3a3b8ffa52b7" providerId="ADAL" clId="{A80269FD-1647-41EA-9465-E4829927D3E9}" dt="2025-11-16T05:03:02.002" v="5714" actId="20577"/>
          <ac:spMkLst>
            <pc:docMk/>
            <pc:sldMk cId="902099203" sldId="314"/>
            <ac:spMk id="3" creationId="{738369CC-119B-4D91-6CD7-59AD04958692}"/>
          </ac:spMkLst>
        </pc:spChg>
      </pc:sldChg>
      <pc:sldChg chg="addSp modSp add mod">
        <pc:chgData name="Teuku Raja Irfan Radarma" userId="cf428174-95ba-4576-8554-3a3b8ffa52b7" providerId="ADAL" clId="{A80269FD-1647-41EA-9465-E4829927D3E9}" dt="2025-11-16T06:42:45.105" v="6870" actId="27636"/>
        <pc:sldMkLst>
          <pc:docMk/>
          <pc:sldMk cId="632387429" sldId="315"/>
        </pc:sldMkLst>
        <pc:spChg chg="mod">
          <ac:chgData name="Teuku Raja Irfan Radarma" userId="cf428174-95ba-4576-8554-3a3b8ffa52b7" providerId="ADAL" clId="{A80269FD-1647-41EA-9465-E4829927D3E9}" dt="2025-11-16T06:42:45.105" v="6870" actId="27636"/>
          <ac:spMkLst>
            <pc:docMk/>
            <pc:sldMk cId="632387429" sldId="315"/>
            <ac:spMk id="2" creationId="{BB6677CD-384D-148D-66D1-0FBE983E84BE}"/>
          </ac:spMkLst>
        </pc:spChg>
        <pc:spChg chg="mod">
          <ac:chgData name="Teuku Raja Irfan Radarma" userId="cf428174-95ba-4576-8554-3a3b8ffa52b7" providerId="ADAL" clId="{A80269FD-1647-41EA-9465-E4829927D3E9}" dt="2025-11-16T05:04:14.044" v="5726" actId="113"/>
          <ac:spMkLst>
            <pc:docMk/>
            <pc:sldMk cId="632387429" sldId="315"/>
            <ac:spMk id="3" creationId="{72289A41-0B70-3994-CA35-72159633C70F}"/>
          </ac:spMkLst>
        </pc:spChg>
      </pc:sldChg>
      <pc:sldChg chg="modSp new mod">
        <pc:chgData name="Teuku Raja Irfan Radarma" userId="cf428174-95ba-4576-8554-3a3b8ffa52b7" providerId="ADAL" clId="{A80269FD-1647-41EA-9465-E4829927D3E9}" dt="2025-11-16T06:02:45.410" v="5834" actId="20577"/>
        <pc:sldMkLst>
          <pc:docMk/>
          <pc:sldMk cId="960341126" sldId="316"/>
        </pc:sldMkLst>
        <pc:spChg chg="mod">
          <ac:chgData name="Teuku Raja Irfan Radarma" userId="cf428174-95ba-4576-8554-3a3b8ffa52b7" providerId="ADAL" clId="{A80269FD-1647-41EA-9465-E4829927D3E9}" dt="2025-11-16T05:05:07.973" v="5737" actId="20577"/>
          <ac:spMkLst>
            <pc:docMk/>
            <pc:sldMk cId="960341126" sldId="316"/>
            <ac:spMk id="2" creationId="{D74F498C-0FF3-E666-3A1C-3F256AED0935}"/>
          </ac:spMkLst>
        </pc:spChg>
        <pc:spChg chg="mod">
          <ac:chgData name="Teuku Raja Irfan Radarma" userId="cf428174-95ba-4576-8554-3a3b8ffa52b7" providerId="ADAL" clId="{A80269FD-1647-41EA-9465-E4829927D3E9}" dt="2025-11-16T06:02:45.410" v="5834" actId="20577"/>
          <ac:spMkLst>
            <pc:docMk/>
            <pc:sldMk cId="960341126" sldId="316"/>
            <ac:spMk id="3" creationId="{4DE5C577-0330-D3C2-04DE-E4A8299886DF}"/>
          </ac:spMkLst>
        </pc:spChg>
      </pc:sldChg>
      <pc:sldChg chg="addSp delSp modSp add mod">
        <pc:chgData name="Teuku Raja Irfan Radarma" userId="cf428174-95ba-4576-8554-3a3b8ffa52b7" providerId="ADAL" clId="{A80269FD-1647-41EA-9465-E4829927D3E9}" dt="2025-11-16T06:07:03.847" v="5879" actId="1035"/>
        <pc:sldMkLst>
          <pc:docMk/>
          <pc:sldMk cId="1813489887" sldId="317"/>
        </pc:sldMkLst>
        <pc:picChg chg="add mod">
          <ac:chgData name="Teuku Raja Irfan Radarma" userId="cf428174-95ba-4576-8554-3a3b8ffa52b7" providerId="ADAL" clId="{A80269FD-1647-41EA-9465-E4829927D3E9}" dt="2025-11-16T06:07:03.847" v="5879" actId="1035"/>
          <ac:picMkLst>
            <pc:docMk/>
            <pc:sldMk cId="1813489887" sldId="317"/>
            <ac:picMk id="4098" creationId="{760321F6-9164-8342-6C8C-D3A6ECA7CB6D}"/>
          </ac:picMkLst>
        </pc:picChg>
      </pc:sldChg>
      <pc:sldChg chg="addSp delSp modSp add">
        <pc:chgData name="Teuku Raja Irfan Radarma" userId="cf428174-95ba-4576-8554-3a3b8ffa52b7" providerId="ADAL" clId="{A80269FD-1647-41EA-9465-E4829927D3E9}" dt="2025-11-16T06:09:34.016" v="5901" actId="1076"/>
        <pc:sldMkLst>
          <pc:docMk/>
          <pc:sldMk cId="1332730147" sldId="318"/>
        </pc:sldMkLst>
        <pc:picChg chg="add mod">
          <ac:chgData name="Teuku Raja Irfan Radarma" userId="cf428174-95ba-4576-8554-3a3b8ffa52b7" providerId="ADAL" clId="{A80269FD-1647-41EA-9465-E4829927D3E9}" dt="2025-11-16T06:09:34.016" v="5901" actId="1076"/>
          <ac:picMkLst>
            <pc:docMk/>
            <pc:sldMk cId="1332730147" sldId="318"/>
            <ac:picMk id="5122" creationId="{3EA40A69-3F95-E4B6-D25D-CA4B18C084F1}"/>
          </ac:picMkLst>
        </pc:picChg>
      </pc:sldChg>
      <pc:sldChg chg="addSp modSp new mod">
        <pc:chgData name="Teuku Raja Irfan Radarma" userId="cf428174-95ba-4576-8554-3a3b8ffa52b7" providerId="ADAL" clId="{A80269FD-1647-41EA-9465-E4829927D3E9}" dt="2025-11-16T06:30:38.180" v="6692" actId="1076"/>
        <pc:sldMkLst>
          <pc:docMk/>
          <pc:sldMk cId="4007420529" sldId="319"/>
        </pc:sldMkLst>
        <pc:spChg chg="mod">
          <ac:chgData name="Teuku Raja Irfan Radarma" userId="cf428174-95ba-4576-8554-3a3b8ffa52b7" providerId="ADAL" clId="{A80269FD-1647-41EA-9465-E4829927D3E9}" dt="2025-11-16T06:19:36.056" v="6003" actId="20577"/>
          <ac:spMkLst>
            <pc:docMk/>
            <pc:sldMk cId="4007420529" sldId="319"/>
            <ac:spMk id="2" creationId="{56EB44F4-A23E-9CD5-73D4-02F6DD889C73}"/>
          </ac:spMkLst>
        </pc:spChg>
        <pc:spChg chg="mod">
          <ac:chgData name="Teuku Raja Irfan Radarma" userId="cf428174-95ba-4576-8554-3a3b8ffa52b7" providerId="ADAL" clId="{A80269FD-1647-41EA-9465-E4829927D3E9}" dt="2025-11-16T06:30:38.180" v="6692" actId="1076"/>
          <ac:spMkLst>
            <pc:docMk/>
            <pc:sldMk cId="4007420529" sldId="319"/>
            <ac:spMk id="3" creationId="{352BE743-BC50-0049-2458-BF190837457E}"/>
          </ac:spMkLst>
        </pc:spChg>
        <pc:spChg chg="add mod">
          <ac:chgData name="Teuku Raja Irfan Radarma" userId="cf428174-95ba-4576-8554-3a3b8ffa52b7" providerId="ADAL" clId="{A80269FD-1647-41EA-9465-E4829927D3E9}" dt="2025-11-16T06:30:33.775" v="6691" actId="207"/>
          <ac:spMkLst>
            <pc:docMk/>
            <pc:sldMk cId="4007420529" sldId="319"/>
            <ac:spMk id="5" creationId="{FC4EBA60-15C2-D1FA-A2F3-AFAFB3623BD5}"/>
          </ac:spMkLst>
        </pc:spChg>
        <pc:spChg chg="add mod">
          <ac:chgData name="Teuku Raja Irfan Radarma" userId="cf428174-95ba-4576-8554-3a3b8ffa52b7" providerId="ADAL" clId="{A80269FD-1647-41EA-9465-E4829927D3E9}" dt="2025-11-16T06:30:33.775" v="6691" actId="207"/>
          <ac:spMkLst>
            <pc:docMk/>
            <pc:sldMk cId="4007420529" sldId="319"/>
            <ac:spMk id="6" creationId="{BC41C5ED-BE46-A12A-8B28-5AC12A98DA0F}"/>
          </ac:spMkLst>
        </pc:spChg>
        <pc:spChg chg="add mod">
          <ac:chgData name="Teuku Raja Irfan Radarma" userId="cf428174-95ba-4576-8554-3a3b8ffa52b7" providerId="ADAL" clId="{A80269FD-1647-41EA-9465-E4829927D3E9}" dt="2025-11-16T06:30:33.775" v="6691" actId="207"/>
          <ac:spMkLst>
            <pc:docMk/>
            <pc:sldMk cId="4007420529" sldId="319"/>
            <ac:spMk id="7" creationId="{68F31AAF-870E-A41A-4CC0-8D77EF212CF2}"/>
          </ac:spMkLst>
        </pc:spChg>
        <pc:spChg chg="add mod">
          <ac:chgData name="Teuku Raja Irfan Radarma" userId="cf428174-95ba-4576-8554-3a3b8ffa52b7" providerId="ADAL" clId="{A80269FD-1647-41EA-9465-E4829927D3E9}" dt="2025-11-16T06:30:24.910" v="6689" actId="2085"/>
          <ac:spMkLst>
            <pc:docMk/>
            <pc:sldMk cId="4007420529" sldId="319"/>
            <ac:spMk id="8" creationId="{E87B47E8-6F53-7CCB-9AC6-D73A4E8FCF16}"/>
          </ac:spMkLst>
        </pc:spChg>
        <pc:spChg chg="add mod">
          <ac:chgData name="Teuku Raja Irfan Radarma" userId="cf428174-95ba-4576-8554-3a3b8ffa52b7" providerId="ADAL" clId="{A80269FD-1647-41EA-9465-E4829927D3E9}" dt="2025-11-16T06:30:27.810" v="6690" actId="571"/>
          <ac:spMkLst>
            <pc:docMk/>
            <pc:sldMk cId="4007420529" sldId="319"/>
            <ac:spMk id="9" creationId="{3AE3B5DD-556E-852F-48A1-B8566F18C881}"/>
          </ac:spMkLst>
        </pc:spChg>
      </pc:sldChg>
      <pc:sldChg chg="addSp delSp modSp add mod">
        <pc:chgData name="Teuku Raja Irfan Radarma" userId="cf428174-95ba-4576-8554-3a3b8ffa52b7" providerId="ADAL" clId="{A80269FD-1647-41EA-9465-E4829927D3E9}" dt="2025-11-16T06:28:06.186" v="6600" actId="1076"/>
        <pc:sldMkLst>
          <pc:docMk/>
          <pc:sldMk cId="2016869744" sldId="320"/>
        </pc:sldMkLst>
        <pc:spChg chg="mod">
          <ac:chgData name="Teuku Raja Irfan Radarma" userId="cf428174-95ba-4576-8554-3a3b8ffa52b7" providerId="ADAL" clId="{A80269FD-1647-41EA-9465-E4829927D3E9}" dt="2025-11-16T06:28:01.852" v="6599" actId="14100"/>
          <ac:spMkLst>
            <pc:docMk/>
            <pc:sldMk cId="2016869744" sldId="320"/>
            <ac:spMk id="2" creationId="{A3860E74-65D0-77B4-A112-4FDDDB84044C}"/>
          </ac:spMkLst>
        </pc:spChg>
        <pc:spChg chg="mod">
          <ac:chgData name="Teuku Raja Irfan Radarma" userId="cf428174-95ba-4576-8554-3a3b8ffa52b7" providerId="ADAL" clId="{A80269FD-1647-41EA-9465-E4829927D3E9}" dt="2025-11-16T06:28:06.186" v="6600" actId="1076"/>
          <ac:spMkLst>
            <pc:docMk/>
            <pc:sldMk cId="2016869744" sldId="320"/>
            <ac:spMk id="3" creationId="{FEA42EA5-DAA4-CE2B-06D3-8EF7D7C00422}"/>
          </ac:spMkLst>
        </pc:spChg>
        <pc:spChg chg="mod">
          <ac:chgData name="Teuku Raja Irfan Radarma" userId="cf428174-95ba-4576-8554-3a3b8ffa52b7" providerId="ADAL" clId="{A80269FD-1647-41EA-9465-E4829927D3E9}" dt="2025-11-16T06:28:06.186" v="6600" actId="1076"/>
          <ac:spMkLst>
            <pc:docMk/>
            <pc:sldMk cId="2016869744" sldId="320"/>
            <ac:spMk id="5" creationId="{F75D4BE8-6214-B8E6-2763-5AF81A68DBDE}"/>
          </ac:spMkLst>
        </pc:spChg>
        <pc:spChg chg="mod">
          <ac:chgData name="Teuku Raja Irfan Radarma" userId="cf428174-95ba-4576-8554-3a3b8ffa52b7" providerId="ADAL" clId="{A80269FD-1647-41EA-9465-E4829927D3E9}" dt="2025-11-16T06:28:06.186" v="6600" actId="1076"/>
          <ac:spMkLst>
            <pc:docMk/>
            <pc:sldMk cId="2016869744" sldId="320"/>
            <ac:spMk id="6" creationId="{EA2D4251-15F6-1DC8-5576-9EB02BB828FC}"/>
          </ac:spMkLst>
        </pc:spChg>
        <pc:spChg chg="mod">
          <ac:chgData name="Teuku Raja Irfan Radarma" userId="cf428174-95ba-4576-8554-3a3b8ffa52b7" providerId="ADAL" clId="{A80269FD-1647-41EA-9465-E4829927D3E9}" dt="2025-11-16T06:25:09.430" v="6269" actId="403"/>
          <ac:spMkLst>
            <pc:docMk/>
            <pc:sldMk cId="2016869744" sldId="320"/>
            <ac:spMk id="7" creationId="{6F561814-07EA-F1D1-4F41-BE78904A03B7}"/>
          </ac:spMkLst>
        </pc:spChg>
        <pc:spChg chg="mod">
          <ac:chgData name="Teuku Raja Irfan Radarma" userId="cf428174-95ba-4576-8554-3a3b8ffa52b7" providerId="ADAL" clId="{A80269FD-1647-41EA-9465-E4829927D3E9}" dt="2025-11-16T06:28:06.186" v="6600" actId="1076"/>
          <ac:spMkLst>
            <pc:docMk/>
            <pc:sldMk cId="2016869744" sldId="320"/>
            <ac:spMk id="8" creationId="{67DAC3B8-1D54-608B-851E-AF16139AA02E}"/>
          </ac:spMkLst>
        </pc:spChg>
        <pc:spChg chg="mod">
          <ac:chgData name="Teuku Raja Irfan Radarma" userId="cf428174-95ba-4576-8554-3a3b8ffa52b7" providerId="ADAL" clId="{A80269FD-1647-41EA-9465-E4829927D3E9}" dt="2025-11-16T06:28:06.186" v="6600" actId="1076"/>
          <ac:spMkLst>
            <pc:docMk/>
            <pc:sldMk cId="2016869744" sldId="320"/>
            <ac:spMk id="9" creationId="{41D4F3D9-78E6-3D06-A245-C34C61A12B5D}"/>
          </ac:spMkLst>
        </pc:spChg>
        <pc:spChg chg="mod">
          <ac:chgData name="Teuku Raja Irfan Radarma" userId="cf428174-95ba-4576-8554-3a3b8ffa52b7" providerId="ADAL" clId="{A80269FD-1647-41EA-9465-E4829927D3E9}" dt="2025-11-16T06:28:06.186" v="6600" actId="1076"/>
          <ac:spMkLst>
            <pc:docMk/>
            <pc:sldMk cId="2016869744" sldId="320"/>
            <ac:spMk id="10" creationId="{ADDC2C1D-ECBF-7768-FB13-042E1188D18C}"/>
          </ac:spMkLst>
        </pc:spChg>
        <pc:spChg chg="add mod">
          <ac:chgData name="Teuku Raja Irfan Radarma" userId="cf428174-95ba-4576-8554-3a3b8ffa52b7" providerId="ADAL" clId="{A80269FD-1647-41EA-9465-E4829927D3E9}" dt="2025-11-16T06:23:02.144" v="6076" actId="1076"/>
          <ac:spMkLst>
            <pc:docMk/>
            <pc:sldMk cId="2016869744" sldId="320"/>
            <ac:spMk id="11" creationId="{6499697B-13F5-321C-3565-3C92BA269D67}"/>
          </ac:spMkLst>
        </pc:spChg>
        <pc:spChg chg="add mod">
          <ac:chgData name="Teuku Raja Irfan Radarma" userId="cf428174-95ba-4576-8554-3a3b8ffa52b7" providerId="ADAL" clId="{A80269FD-1647-41EA-9465-E4829927D3E9}" dt="2025-11-16T06:28:06.186" v="6600" actId="1076"/>
          <ac:spMkLst>
            <pc:docMk/>
            <pc:sldMk cId="2016869744" sldId="320"/>
            <ac:spMk id="12" creationId="{6AF53AC2-5B4A-E2D3-634C-D4878EB25699}"/>
          </ac:spMkLst>
        </pc:spChg>
        <pc:spChg chg="add mod">
          <ac:chgData name="Teuku Raja Irfan Radarma" userId="cf428174-95ba-4576-8554-3a3b8ffa52b7" providerId="ADAL" clId="{A80269FD-1647-41EA-9465-E4829927D3E9}" dt="2025-11-16T06:28:06.186" v="6600" actId="1076"/>
          <ac:spMkLst>
            <pc:docMk/>
            <pc:sldMk cId="2016869744" sldId="320"/>
            <ac:spMk id="14" creationId="{481FADA5-C9E4-3E31-6CA0-DEE9B4850948}"/>
          </ac:spMkLst>
        </pc:spChg>
        <pc:spChg chg="add mod">
          <ac:chgData name="Teuku Raja Irfan Radarma" userId="cf428174-95ba-4576-8554-3a3b8ffa52b7" providerId="ADAL" clId="{A80269FD-1647-41EA-9465-E4829927D3E9}" dt="2025-11-16T06:27:10.347" v="6499" actId="20577"/>
          <ac:spMkLst>
            <pc:docMk/>
            <pc:sldMk cId="2016869744" sldId="320"/>
            <ac:spMk id="17" creationId="{54C837A2-64FB-C64B-71BE-34AEF2D1D9B8}"/>
          </ac:spMkLst>
        </pc:spChg>
        <pc:spChg chg="add mod">
          <ac:chgData name="Teuku Raja Irfan Radarma" userId="cf428174-95ba-4576-8554-3a3b8ffa52b7" providerId="ADAL" clId="{A80269FD-1647-41EA-9465-E4829927D3E9}" dt="2025-11-16T06:28:06.186" v="6600" actId="1076"/>
          <ac:spMkLst>
            <pc:docMk/>
            <pc:sldMk cId="2016869744" sldId="320"/>
            <ac:spMk id="18" creationId="{05CBFC1C-CA8B-EEE4-941B-B1A698A978E3}"/>
          </ac:spMkLst>
        </pc:spChg>
        <pc:spChg chg="add mod">
          <ac:chgData name="Teuku Raja Irfan Radarma" userId="cf428174-95ba-4576-8554-3a3b8ffa52b7" providerId="ADAL" clId="{A80269FD-1647-41EA-9465-E4829927D3E9}" dt="2025-11-16T06:28:06.186" v="6600" actId="1076"/>
          <ac:spMkLst>
            <pc:docMk/>
            <pc:sldMk cId="2016869744" sldId="320"/>
            <ac:spMk id="19" creationId="{0E712A9A-F33C-2C72-FA31-6B1EBCF7FB4A}"/>
          </ac:spMkLst>
        </pc:spChg>
        <pc:spChg chg="add mod">
          <ac:chgData name="Teuku Raja Irfan Radarma" userId="cf428174-95ba-4576-8554-3a3b8ffa52b7" providerId="ADAL" clId="{A80269FD-1647-41EA-9465-E4829927D3E9}" dt="2025-11-16T06:27:30.068" v="6596" actId="20577"/>
          <ac:spMkLst>
            <pc:docMk/>
            <pc:sldMk cId="2016869744" sldId="320"/>
            <ac:spMk id="22" creationId="{7508AB5D-A80D-6DBA-ED25-3C685EB1A60C}"/>
          </ac:spMkLst>
        </pc:spChg>
      </pc:sldChg>
      <pc:sldChg chg="addSp delSp modSp add mod">
        <pc:chgData name="Teuku Raja Irfan Radarma" userId="cf428174-95ba-4576-8554-3a3b8ffa52b7" providerId="ADAL" clId="{A80269FD-1647-41EA-9465-E4829927D3E9}" dt="2025-11-16T06:34:40.934" v="6804" actId="14100"/>
        <pc:sldMkLst>
          <pc:docMk/>
          <pc:sldMk cId="2668339624" sldId="321"/>
        </pc:sldMkLst>
        <pc:spChg chg="mod">
          <ac:chgData name="Teuku Raja Irfan Radarma" userId="cf428174-95ba-4576-8554-3a3b8ffa52b7" providerId="ADAL" clId="{A80269FD-1647-41EA-9465-E4829927D3E9}" dt="2025-11-16T06:34:36.253" v="6802" actId="14100"/>
          <ac:spMkLst>
            <pc:docMk/>
            <pc:sldMk cId="2668339624" sldId="321"/>
            <ac:spMk id="2" creationId="{B691802E-0B82-AB15-C413-C900B07FDF43}"/>
          </ac:spMkLst>
        </pc:spChg>
        <pc:spChg chg="add mod">
          <ac:chgData name="Teuku Raja Irfan Radarma" userId="cf428174-95ba-4576-8554-3a3b8ffa52b7" providerId="ADAL" clId="{A80269FD-1647-41EA-9465-E4829927D3E9}" dt="2025-11-16T06:34:40.934" v="6804" actId="14100"/>
          <ac:spMkLst>
            <pc:docMk/>
            <pc:sldMk cId="2668339624" sldId="321"/>
            <ac:spMk id="13" creationId="{3B1287F0-4AA7-F02B-ED5A-AE6DDD1D0776}"/>
          </ac:spMkLst>
        </pc:spChg>
        <pc:picChg chg="add mod">
          <ac:chgData name="Teuku Raja Irfan Radarma" userId="cf428174-95ba-4576-8554-3a3b8ffa52b7" providerId="ADAL" clId="{A80269FD-1647-41EA-9465-E4829927D3E9}" dt="2025-11-16T06:34:29.153" v="6799" actId="1076"/>
          <ac:picMkLst>
            <pc:docMk/>
            <pc:sldMk cId="2668339624" sldId="321"/>
            <ac:picMk id="6148" creationId="{7C9142CC-D175-61AF-38D3-B20FF2B6D229}"/>
          </ac:picMkLst>
        </pc:picChg>
      </pc:sldChg>
      <pc:sldChg chg="addSp delSp modSp new mod">
        <pc:chgData name="Teuku Raja Irfan Radarma" userId="cf428174-95ba-4576-8554-3a3b8ffa52b7" providerId="ADAL" clId="{A80269FD-1647-41EA-9465-E4829927D3E9}" dt="2025-11-16T06:46:04.115" v="6908" actId="478"/>
        <pc:sldMkLst>
          <pc:docMk/>
          <pc:sldMk cId="650684436" sldId="322"/>
        </pc:sldMkLst>
        <pc:spChg chg="mod">
          <ac:chgData name="Teuku Raja Irfan Radarma" userId="cf428174-95ba-4576-8554-3a3b8ffa52b7" providerId="ADAL" clId="{A80269FD-1647-41EA-9465-E4829927D3E9}" dt="2025-11-16T06:40:31.311" v="6866" actId="14100"/>
          <ac:spMkLst>
            <pc:docMk/>
            <pc:sldMk cId="650684436" sldId="322"/>
            <ac:spMk id="2" creationId="{2DA0EBFD-38DA-3469-C0B4-D2A78EF098CC}"/>
          </ac:spMkLst>
        </pc:spChg>
        <pc:spChg chg="mod">
          <ac:chgData name="Teuku Raja Irfan Radarma" userId="cf428174-95ba-4576-8554-3a3b8ffa52b7" providerId="ADAL" clId="{A80269FD-1647-41EA-9465-E4829927D3E9}" dt="2025-11-16T06:45:38.450" v="6904" actId="14100"/>
          <ac:spMkLst>
            <pc:docMk/>
            <pc:sldMk cId="650684436" sldId="322"/>
            <ac:spMk id="3" creationId="{6244124D-4497-B910-3C1A-2AD37F7E89B0}"/>
          </ac:spMkLst>
        </pc:spChg>
      </pc:sldChg>
      <pc:sldChg chg="modSp add mod">
        <pc:chgData name="Teuku Raja Irfan Radarma" userId="cf428174-95ba-4576-8554-3a3b8ffa52b7" providerId="ADAL" clId="{A80269FD-1647-41EA-9465-E4829927D3E9}" dt="2025-11-16T06:47:21.635" v="6991"/>
        <pc:sldMkLst>
          <pc:docMk/>
          <pc:sldMk cId="2375577549" sldId="323"/>
        </pc:sldMkLst>
        <pc:spChg chg="mod">
          <ac:chgData name="Teuku Raja Irfan Radarma" userId="cf428174-95ba-4576-8554-3a3b8ffa52b7" providerId="ADAL" clId="{A80269FD-1647-41EA-9465-E4829927D3E9}" dt="2025-11-16T06:46:56.050" v="6982" actId="404"/>
          <ac:spMkLst>
            <pc:docMk/>
            <pc:sldMk cId="2375577549" sldId="323"/>
            <ac:spMk id="2" creationId="{0F035DBF-373D-D64F-56DA-E007820FE5FA}"/>
          </ac:spMkLst>
        </pc:spChg>
        <pc:spChg chg="mod">
          <ac:chgData name="Teuku Raja Irfan Radarma" userId="cf428174-95ba-4576-8554-3a3b8ffa52b7" providerId="ADAL" clId="{A80269FD-1647-41EA-9465-E4829927D3E9}" dt="2025-11-16T06:47:21.635" v="6991"/>
          <ac:spMkLst>
            <pc:docMk/>
            <pc:sldMk cId="2375577549" sldId="323"/>
            <ac:spMk id="3" creationId="{1DECF930-FF64-86BE-9063-F88B1FC5F059}"/>
          </ac:spMkLst>
        </pc:spChg>
      </pc:sldChg>
      <pc:sldChg chg="addSp delSp modSp new mod">
        <pc:chgData name="Teuku Raja Irfan Radarma" userId="cf428174-95ba-4576-8554-3a3b8ffa52b7" providerId="ADAL" clId="{A80269FD-1647-41EA-9465-E4829927D3E9}" dt="2025-11-16T06:50:09.503" v="7075" actId="14100"/>
        <pc:sldMkLst>
          <pc:docMk/>
          <pc:sldMk cId="194573792" sldId="324"/>
        </pc:sldMkLst>
        <pc:spChg chg="mod">
          <ac:chgData name="Teuku Raja Irfan Radarma" userId="cf428174-95ba-4576-8554-3a3b8ffa52b7" providerId="ADAL" clId="{A80269FD-1647-41EA-9465-E4829927D3E9}" dt="2025-11-16T06:48:06.202" v="7049" actId="20577"/>
          <ac:spMkLst>
            <pc:docMk/>
            <pc:sldMk cId="194573792" sldId="324"/>
            <ac:spMk id="2" creationId="{9E279F7A-D53C-4D76-4C64-FD3C16A60B10}"/>
          </ac:spMkLst>
        </pc:spChg>
        <pc:spChg chg="add mod">
          <ac:chgData name="Teuku Raja Irfan Radarma" userId="cf428174-95ba-4576-8554-3a3b8ffa52b7" providerId="ADAL" clId="{A80269FD-1647-41EA-9465-E4829927D3E9}" dt="2025-11-16T06:49:15.029" v="7066" actId="14100"/>
          <ac:spMkLst>
            <pc:docMk/>
            <pc:sldMk cId="194573792" sldId="324"/>
            <ac:spMk id="6" creationId="{31E0FA37-F208-E2D1-D6FB-0E5B9EC05E7F}"/>
          </ac:spMkLst>
        </pc:spChg>
        <pc:spChg chg="add mod">
          <ac:chgData name="Teuku Raja Irfan Radarma" userId="cf428174-95ba-4576-8554-3a3b8ffa52b7" providerId="ADAL" clId="{A80269FD-1647-41EA-9465-E4829927D3E9}" dt="2025-11-16T06:50:09.503" v="7075" actId="14100"/>
          <ac:spMkLst>
            <pc:docMk/>
            <pc:sldMk cId="194573792" sldId="324"/>
            <ac:spMk id="7" creationId="{9DBD997B-B61B-7345-025C-BC6C71C9C395}"/>
          </ac:spMkLst>
        </pc:spChg>
      </pc:sldChg>
      <pc:sldChg chg="addSp modSp add mod modTransition">
        <pc:chgData name="Teuku Raja Irfan Radarma" userId="cf428174-95ba-4576-8554-3a3b8ffa52b7" providerId="ADAL" clId="{A80269FD-1647-41EA-9465-E4829927D3E9}" dt="2025-11-16T07:02:46.063" v="7408"/>
        <pc:sldMkLst>
          <pc:docMk/>
          <pc:sldMk cId="2458852138" sldId="325"/>
        </pc:sldMkLst>
        <pc:spChg chg="mod">
          <ac:chgData name="Teuku Raja Irfan Radarma" userId="cf428174-95ba-4576-8554-3a3b8ffa52b7" providerId="ADAL" clId="{A80269FD-1647-41EA-9465-E4829927D3E9}" dt="2025-11-16T06:51:19.025" v="7090" actId="1076"/>
          <ac:spMkLst>
            <pc:docMk/>
            <pc:sldMk cId="2458852138" sldId="325"/>
            <ac:spMk id="2" creationId="{02028223-8FF0-72FC-F908-21E6FAB2438F}"/>
          </ac:spMkLst>
        </pc:spChg>
        <pc:spChg chg="add mod">
          <ac:chgData name="Teuku Raja Irfan Radarma" userId="cf428174-95ba-4576-8554-3a3b8ffa52b7" providerId="ADAL" clId="{A80269FD-1647-41EA-9465-E4829927D3E9}" dt="2025-11-16T06:50:25.523" v="7079" actId="1076"/>
          <ac:spMkLst>
            <pc:docMk/>
            <pc:sldMk cId="2458852138" sldId="325"/>
            <ac:spMk id="4" creationId="{BFD6E802-890B-7699-2603-84C9B81646F0}"/>
          </ac:spMkLst>
        </pc:spChg>
        <pc:spChg chg="mod">
          <ac:chgData name="Teuku Raja Irfan Radarma" userId="cf428174-95ba-4576-8554-3a3b8ffa52b7" providerId="ADAL" clId="{A80269FD-1647-41EA-9465-E4829927D3E9}" dt="2025-11-16T06:51:40.655" v="7099" actId="27636"/>
          <ac:spMkLst>
            <pc:docMk/>
            <pc:sldMk cId="2458852138" sldId="325"/>
            <ac:spMk id="6" creationId="{EBC33127-2813-C91D-E683-838DAE103CC5}"/>
          </ac:spMkLst>
        </pc:spChg>
        <pc:spChg chg="mod">
          <ac:chgData name="Teuku Raja Irfan Radarma" userId="cf428174-95ba-4576-8554-3a3b8ffa52b7" providerId="ADAL" clId="{A80269FD-1647-41EA-9465-E4829927D3E9}" dt="2025-11-16T06:51:20.968" v="7091" actId="14100"/>
          <ac:spMkLst>
            <pc:docMk/>
            <pc:sldMk cId="2458852138" sldId="325"/>
            <ac:spMk id="7" creationId="{51996618-9B90-1526-D970-055F1E8F3073}"/>
          </ac:spMkLst>
        </pc:spChg>
      </pc:sldChg>
      <pc:sldChg chg="addSp modSp add mod modTransition">
        <pc:chgData name="Teuku Raja Irfan Radarma" userId="cf428174-95ba-4576-8554-3a3b8ffa52b7" providerId="ADAL" clId="{A80269FD-1647-41EA-9465-E4829927D3E9}" dt="2025-11-16T07:12:06.960" v="7578" actId="1076"/>
        <pc:sldMkLst>
          <pc:docMk/>
          <pc:sldMk cId="850212325" sldId="326"/>
        </pc:sldMkLst>
        <pc:spChg chg="mod">
          <ac:chgData name="Teuku Raja Irfan Radarma" userId="cf428174-95ba-4576-8554-3a3b8ffa52b7" providerId="ADAL" clId="{A80269FD-1647-41EA-9465-E4829927D3E9}" dt="2025-11-16T06:52:10.150" v="7102"/>
          <ac:spMkLst>
            <pc:docMk/>
            <pc:sldMk cId="850212325" sldId="326"/>
            <ac:spMk id="2" creationId="{C19BB153-0D26-6272-CE27-EEE3A73BED69}"/>
          </ac:spMkLst>
        </pc:spChg>
        <pc:spChg chg="add mod">
          <ac:chgData name="Teuku Raja Irfan Radarma" userId="cf428174-95ba-4576-8554-3a3b8ffa52b7" providerId="ADAL" clId="{A80269FD-1647-41EA-9465-E4829927D3E9}" dt="2025-11-16T07:12:06.960" v="7578" actId="1076"/>
          <ac:spMkLst>
            <pc:docMk/>
            <pc:sldMk cId="850212325" sldId="326"/>
            <ac:spMk id="5" creationId="{47F3A7F0-DBB4-CFAF-8E03-020737DC303E}"/>
          </ac:spMkLst>
        </pc:spChg>
        <pc:spChg chg="mod">
          <ac:chgData name="Teuku Raja Irfan Radarma" userId="cf428174-95ba-4576-8554-3a3b8ffa52b7" providerId="ADAL" clId="{A80269FD-1647-41EA-9465-E4829927D3E9}" dt="2025-11-16T06:52:45.913" v="7118" actId="2710"/>
          <ac:spMkLst>
            <pc:docMk/>
            <pc:sldMk cId="850212325" sldId="326"/>
            <ac:spMk id="6" creationId="{FAEDC4B5-7E7D-8710-C0A2-446E51D22B05}"/>
          </ac:spMkLst>
        </pc:spChg>
        <pc:spChg chg="mod">
          <ac:chgData name="Teuku Raja Irfan Radarma" userId="cf428174-95ba-4576-8554-3a3b8ffa52b7" providerId="ADAL" clId="{A80269FD-1647-41EA-9465-E4829927D3E9}" dt="2025-11-16T06:52:13.362" v="7103" actId="14100"/>
          <ac:spMkLst>
            <pc:docMk/>
            <pc:sldMk cId="850212325" sldId="326"/>
            <ac:spMk id="7" creationId="{B7C6EF0C-860E-C20C-09DB-1A5FB7E4FCD1}"/>
          </ac:spMkLst>
        </pc:spChg>
        <pc:picChg chg="add mod">
          <ac:chgData name="Teuku Raja Irfan Radarma" userId="cf428174-95ba-4576-8554-3a3b8ffa52b7" providerId="ADAL" clId="{A80269FD-1647-41EA-9465-E4829927D3E9}" dt="2025-11-16T07:11:51.010" v="7547" actId="1076"/>
          <ac:picMkLst>
            <pc:docMk/>
            <pc:sldMk cId="850212325" sldId="326"/>
            <ac:picMk id="8194" creationId="{69D48A12-CE5A-63C9-5B38-CF64DB3871B4}"/>
          </ac:picMkLst>
        </pc:picChg>
      </pc:sldChg>
      <pc:sldChg chg="addSp delSp modSp add mod modTransition">
        <pc:chgData name="Teuku Raja Irfan Radarma" userId="cf428174-95ba-4576-8554-3a3b8ffa52b7" providerId="ADAL" clId="{A80269FD-1647-41EA-9465-E4829927D3E9}" dt="2025-11-16T07:03:15.437" v="7412"/>
        <pc:sldMkLst>
          <pc:docMk/>
          <pc:sldMk cId="2632540083" sldId="327"/>
        </pc:sldMkLst>
        <pc:spChg chg="mod">
          <ac:chgData name="Teuku Raja Irfan Radarma" userId="cf428174-95ba-4576-8554-3a3b8ffa52b7" providerId="ADAL" clId="{A80269FD-1647-41EA-9465-E4829927D3E9}" dt="2025-11-16T06:53:04.421" v="7121" actId="20577"/>
          <ac:spMkLst>
            <pc:docMk/>
            <pc:sldMk cId="2632540083" sldId="327"/>
            <ac:spMk id="2" creationId="{32D088CF-8F89-1A6F-2E92-A49E304F2CDB}"/>
          </ac:spMkLst>
        </pc:spChg>
        <pc:spChg chg="mod">
          <ac:chgData name="Teuku Raja Irfan Radarma" userId="cf428174-95ba-4576-8554-3a3b8ffa52b7" providerId="ADAL" clId="{A80269FD-1647-41EA-9465-E4829927D3E9}" dt="2025-11-16T06:57:57.259" v="7300" actId="1076"/>
          <ac:spMkLst>
            <pc:docMk/>
            <pc:sldMk cId="2632540083" sldId="327"/>
            <ac:spMk id="4" creationId="{FE2DD680-4810-232B-DCD5-CD09FDB8D757}"/>
          </ac:spMkLst>
        </pc:spChg>
        <pc:spChg chg="add mod">
          <ac:chgData name="Teuku Raja Irfan Radarma" userId="cf428174-95ba-4576-8554-3a3b8ffa52b7" providerId="ADAL" clId="{A80269FD-1647-41EA-9465-E4829927D3E9}" dt="2025-11-16T07:01:56.234" v="7396" actId="207"/>
          <ac:spMkLst>
            <pc:docMk/>
            <pc:sldMk cId="2632540083" sldId="327"/>
            <ac:spMk id="5" creationId="{440B21DB-D5B3-4C88-359D-426DAB29F9AB}"/>
          </ac:spMkLst>
        </pc:spChg>
        <pc:spChg chg="add mod">
          <ac:chgData name="Teuku Raja Irfan Radarma" userId="cf428174-95ba-4576-8554-3a3b8ffa52b7" providerId="ADAL" clId="{A80269FD-1647-41EA-9465-E4829927D3E9}" dt="2025-11-16T06:57:36.738" v="7295" actId="1076"/>
          <ac:spMkLst>
            <pc:docMk/>
            <pc:sldMk cId="2632540083" sldId="327"/>
            <ac:spMk id="8" creationId="{87D754B8-09D9-0355-DEAD-8353F2A07D20}"/>
          </ac:spMkLst>
        </pc:spChg>
        <pc:spChg chg="add mod">
          <ac:chgData name="Teuku Raja Irfan Radarma" userId="cf428174-95ba-4576-8554-3a3b8ffa52b7" providerId="ADAL" clId="{A80269FD-1647-41EA-9465-E4829927D3E9}" dt="2025-11-16T06:58:26.050" v="7311" actId="1037"/>
          <ac:spMkLst>
            <pc:docMk/>
            <pc:sldMk cId="2632540083" sldId="327"/>
            <ac:spMk id="13" creationId="{7A703691-F695-559D-D978-5A0D5BABD779}"/>
          </ac:spMkLst>
        </pc:spChg>
        <pc:spChg chg="add mod">
          <ac:chgData name="Teuku Raja Irfan Radarma" userId="cf428174-95ba-4576-8554-3a3b8ffa52b7" providerId="ADAL" clId="{A80269FD-1647-41EA-9465-E4829927D3E9}" dt="2025-11-16T06:57:36.738" v="7295" actId="1076"/>
          <ac:spMkLst>
            <pc:docMk/>
            <pc:sldMk cId="2632540083" sldId="327"/>
            <ac:spMk id="14" creationId="{F98C7B1A-32D9-7800-8919-D3A483819041}"/>
          </ac:spMkLst>
        </pc:spChg>
        <pc:spChg chg="add mod">
          <ac:chgData name="Teuku Raja Irfan Radarma" userId="cf428174-95ba-4576-8554-3a3b8ffa52b7" providerId="ADAL" clId="{A80269FD-1647-41EA-9465-E4829927D3E9}" dt="2025-11-16T06:58:26.050" v="7311" actId="1037"/>
          <ac:spMkLst>
            <pc:docMk/>
            <pc:sldMk cId="2632540083" sldId="327"/>
            <ac:spMk id="15" creationId="{9F9FE808-C5FC-365C-9039-F519C3775027}"/>
          </ac:spMkLst>
        </pc:spChg>
        <pc:spChg chg="add mod">
          <ac:chgData name="Teuku Raja Irfan Radarma" userId="cf428174-95ba-4576-8554-3a3b8ffa52b7" providerId="ADAL" clId="{A80269FD-1647-41EA-9465-E4829927D3E9}" dt="2025-11-16T06:58:29.690" v="7312" actId="1076"/>
          <ac:spMkLst>
            <pc:docMk/>
            <pc:sldMk cId="2632540083" sldId="327"/>
            <ac:spMk id="17" creationId="{B01E59D3-D0D0-E721-E632-7EDD52172A9C}"/>
          </ac:spMkLst>
        </pc:spChg>
        <pc:spChg chg="add mod">
          <ac:chgData name="Teuku Raja Irfan Radarma" userId="cf428174-95ba-4576-8554-3a3b8ffa52b7" providerId="ADAL" clId="{A80269FD-1647-41EA-9465-E4829927D3E9}" dt="2025-11-16T06:58:26.050" v="7311" actId="1037"/>
          <ac:spMkLst>
            <pc:docMk/>
            <pc:sldMk cId="2632540083" sldId="327"/>
            <ac:spMk id="18" creationId="{7A51C538-2159-D9CA-33AC-B089BDF3A30E}"/>
          </ac:spMkLst>
        </pc:spChg>
        <pc:spChg chg="add mod">
          <ac:chgData name="Teuku Raja Irfan Radarma" userId="cf428174-95ba-4576-8554-3a3b8ffa52b7" providerId="ADAL" clId="{A80269FD-1647-41EA-9465-E4829927D3E9}" dt="2025-11-16T06:58:45.550" v="7338" actId="20577"/>
          <ac:spMkLst>
            <pc:docMk/>
            <pc:sldMk cId="2632540083" sldId="327"/>
            <ac:spMk id="19" creationId="{323F5F5A-2932-CA2B-626C-AB6DC13B7B45}"/>
          </ac:spMkLst>
        </pc:spChg>
        <pc:spChg chg="add mod">
          <ac:chgData name="Teuku Raja Irfan Radarma" userId="cf428174-95ba-4576-8554-3a3b8ffa52b7" providerId="ADAL" clId="{A80269FD-1647-41EA-9465-E4829927D3E9}" dt="2025-11-16T06:58:58.281" v="7356" actId="20577"/>
          <ac:spMkLst>
            <pc:docMk/>
            <pc:sldMk cId="2632540083" sldId="327"/>
            <ac:spMk id="20" creationId="{062E7BF4-7095-5CE8-AD5B-D6C3E52337BE}"/>
          </ac:spMkLst>
        </pc:spChg>
        <pc:spChg chg="add mod">
          <ac:chgData name="Teuku Raja Irfan Radarma" userId="cf428174-95ba-4576-8554-3a3b8ffa52b7" providerId="ADAL" clId="{A80269FD-1647-41EA-9465-E4829927D3E9}" dt="2025-11-16T06:59:30.941" v="7365" actId="207"/>
          <ac:spMkLst>
            <pc:docMk/>
            <pc:sldMk cId="2632540083" sldId="327"/>
            <ac:spMk id="21" creationId="{D100E149-C965-9A52-C807-CAF0B27F9083}"/>
          </ac:spMkLst>
        </pc:spChg>
        <pc:spChg chg="add mod">
          <ac:chgData name="Teuku Raja Irfan Radarma" userId="cf428174-95ba-4576-8554-3a3b8ffa52b7" providerId="ADAL" clId="{A80269FD-1647-41EA-9465-E4829927D3E9}" dt="2025-11-16T06:59:30.941" v="7365" actId="207"/>
          <ac:spMkLst>
            <pc:docMk/>
            <pc:sldMk cId="2632540083" sldId="327"/>
            <ac:spMk id="22" creationId="{8E75F5EC-3305-DACC-061B-CD31BCE7E94B}"/>
          </ac:spMkLst>
        </pc:spChg>
        <pc:spChg chg="add mod">
          <ac:chgData name="Teuku Raja Irfan Radarma" userId="cf428174-95ba-4576-8554-3a3b8ffa52b7" providerId="ADAL" clId="{A80269FD-1647-41EA-9465-E4829927D3E9}" dt="2025-11-16T06:58:26.050" v="7311" actId="1037"/>
          <ac:spMkLst>
            <pc:docMk/>
            <pc:sldMk cId="2632540083" sldId="327"/>
            <ac:spMk id="23" creationId="{0769CC8A-9105-A951-D194-9165D5F05C5B}"/>
          </ac:spMkLst>
        </pc:spChg>
        <pc:spChg chg="add mod">
          <ac:chgData name="Teuku Raja Irfan Radarma" userId="cf428174-95ba-4576-8554-3a3b8ffa52b7" providerId="ADAL" clId="{A80269FD-1647-41EA-9465-E4829927D3E9}" dt="2025-11-16T07:00:18.913" v="7376" actId="2711"/>
          <ac:spMkLst>
            <pc:docMk/>
            <pc:sldMk cId="2632540083" sldId="327"/>
            <ac:spMk id="24" creationId="{728467C4-2886-D1FD-0D0B-07E64CBECB09}"/>
          </ac:spMkLst>
        </pc:spChg>
        <pc:spChg chg="add mod">
          <ac:chgData name="Teuku Raja Irfan Radarma" userId="cf428174-95ba-4576-8554-3a3b8ffa52b7" providerId="ADAL" clId="{A80269FD-1647-41EA-9465-E4829927D3E9}" dt="2025-11-16T07:00:18.913" v="7376" actId="2711"/>
          <ac:spMkLst>
            <pc:docMk/>
            <pc:sldMk cId="2632540083" sldId="327"/>
            <ac:spMk id="25" creationId="{BC9AE684-7B6F-3FB8-7272-3D0E903050AE}"/>
          </ac:spMkLst>
        </pc:spChg>
        <pc:spChg chg="add mod">
          <ac:chgData name="Teuku Raja Irfan Radarma" userId="cf428174-95ba-4576-8554-3a3b8ffa52b7" providerId="ADAL" clId="{A80269FD-1647-41EA-9465-E4829927D3E9}" dt="2025-11-16T07:00:18.913" v="7376" actId="2711"/>
          <ac:spMkLst>
            <pc:docMk/>
            <pc:sldMk cId="2632540083" sldId="327"/>
            <ac:spMk id="26" creationId="{813E17C0-7AFD-FDE5-0A6F-E762C74401C4}"/>
          </ac:spMkLst>
        </pc:spChg>
        <pc:spChg chg="add mod">
          <ac:chgData name="Teuku Raja Irfan Radarma" userId="cf428174-95ba-4576-8554-3a3b8ffa52b7" providerId="ADAL" clId="{A80269FD-1647-41EA-9465-E4829927D3E9}" dt="2025-11-16T07:00:18.913" v="7376" actId="2711"/>
          <ac:spMkLst>
            <pc:docMk/>
            <pc:sldMk cId="2632540083" sldId="327"/>
            <ac:spMk id="27" creationId="{71D246E6-121B-B8DF-2F27-E0F4D05D4A5F}"/>
          </ac:spMkLst>
        </pc:spChg>
        <pc:spChg chg="add mod">
          <ac:chgData name="Teuku Raja Irfan Radarma" userId="cf428174-95ba-4576-8554-3a3b8ffa52b7" providerId="ADAL" clId="{A80269FD-1647-41EA-9465-E4829927D3E9}" dt="2025-11-16T06:58:17.920" v="7306" actId="571"/>
          <ac:spMkLst>
            <pc:docMk/>
            <pc:sldMk cId="2632540083" sldId="327"/>
            <ac:spMk id="28" creationId="{27863979-03B3-31D4-1BBD-74E23CEFDCC1}"/>
          </ac:spMkLst>
        </pc:spChg>
        <pc:spChg chg="add mod">
          <ac:chgData name="Teuku Raja Irfan Radarma" userId="cf428174-95ba-4576-8554-3a3b8ffa52b7" providerId="ADAL" clId="{A80269FD-1647-41EA-9465-E4829927D3E9}" dt="2025-11-16T07:01:37.289" v="7392" actId="2711"/>
          <ac:spMkLst>
            <pc:docMk/>
            <pc:sldMk cId="2632540083" sldId="327"/>
            <ac:spMk id="29" creationId="{814C2758-DF4D-41B2-53D2-5B5749A999FA}"/>
          </ac:spMkLst>
        </pc:spChg>
        <pc:spChg chg="add mod">
          <ac:chgData name="Teuku Raja Irfan Radarma" userId="cf428174-95ba-4576-8554-3a3b8ffa52b7" providerId="ADAL" clId="{A80269FD-1647-41EA-9465-E4829927D3E9}" dt="2025-11-16T07:01:37.289" v="7392" actId="2711"/>
          <ac:spMkLst>
            <pc:docMk/>
            <pc:sldMk cId="2632540083" sldId="327"/>
            <ac:spMk id="30" creationId="{DEF8A951-EDFE-5993-3933-F4F3D222CA8D}"/>
          </ac:spMkLst>
        </pc:spChg>
        <pc:spChg chg="add mod">
          <ac:chgData name="Teuku Raja Irfan Radarma" userId="cf428174-95ba-4576-8554-3a3b8ffa52b7" providerId="ADAL" clId="{A80269FD-1647-41EA-9465-E4829927D3E9}" dt="2025-11-16T07:01:37.289" v="7392" actId="2711"/>
          <ac:spMkLst>
            <pc:docMk/>
            <pc:sldMk cId="2632540083" sldId="327"/>
            <ac:spMk id="31" creationId="{23CFB1B0-A7CA-FE83-19D3-83A6209ECBE1}"/>
          </ac:spMkLst>
        </pc:spChg>
        <pc:spChg chg="add mod">
          <ac:chgData name="Teuku Raja Irfan Radarma" userId="cf428174-95ba-4576-8554-3a3b8ffa52b7" providerId="ADAL" clId="{A80269FD-1647-41EA-9465-E4829927D3E9}" dt="2025-11-16T06:58:26.050" v="7311" actId="1037"/>
          <ac:spMkLst>
            <pc:docMk/>
            <pc:sldMk cId="2632540083" sldId="327"/>
            <ac:spMk id="33" creationId="{AD07296B-791B-3666-E733-9CC47DE83461}"/>
          </ac:spMkLst>
        </pc:spChg>
        <pc:spChg chg="add mod">
          <ac:chgData name="Teuku Raja Irfan Radarma" userId="cf428174-95ba-4576-8554-3a3b8ffa52b7" providerId="ADAL" clId="{A80269FD-1647-41EA-9465-E4829927D3E9}" dt="2025-11-16T07:01:37.289" v="7392" actId="2711"/>
          <ac:spMkLst>
            <pc:docMk/>
            <pc:sldMk cId="2632540083" sldId="327"/>
            <ac:spMk id="34" creationId="{A3E4CDA7-08AE-9081-6B43-CF03C3848E4B}"/>
          </ac:spMkLst>
        </pc:spChg>
        <pc:spChg chg="add mod">
          <ac:chgData name="Teuku Raja Irfan Radarma" userId="cf428174-95ba-4576-8554-3a3b8ffa52b7" providerId="ADAL" clId="{A80269FD-1647-41EA-9465-E4829927D3E9}" dt="2025-11-16T07:01:37.289" v="7392" actId="2711"/>
          <ac:spMkLst>
            <pc:docMk/>
            <pc:sldMk cId="2632540083" sldId="327"/>
            <ac:spMk id="35" creationId="{31DDF0DA-3281-9205-07C3-DAFAF1255339}"/>
          </ac:spMkLst>
        </pc:spChg>
        <pc:spChg chg="add mod">
          <ac:chgData name="Teuku Raja Irfan Radarma" userId="cf428174-95ba-4576-8554-3a3b8ffa52b7" providerId="ADAL" clId="{A80269FD-1647-41EA-9465-E4829927D3E9}" dt="2025-11-16T06:59:44.387" v="7367"/>
          <ac:spMkLst>
            <pc:docMk/>
            <pc:sldMk cId="2632540083" sldId="327"/>
            <ac:spMk id="38" creationId="{F61C7271-A514-0E35-10B6-CBB0BB5A6A00}"/>
          </ac:spMkLst>
        </pc:spChg>
        <pc:spChg chg="add mod">
          <ac:chgData name="Teuku Raja Irfan Radarma" userId="cf428174-95ba-4576-8554-3a3b8ffa52b7" providerId="ADAL" clId="{A80269FD-1647-41EA-9465-E4829927D3E9}" dt="2025-11-16T07:00:32.852" v="7379" actId="1076"/>
          <ac:spMkLst>
            <pc:docMk/>
            <pc:sldMk cId="2632540083" sldId="327"/>
            <ac:spMk id="41" creationId="{B215C87E-263C-A191-94E1-71C3519AE29E}"/>
          </ac:spMkLst>
        </pc:spChg>
        <pc:spChg chg="add mod">
          <ac:chgData name="Teuku Raja Irfan Radarma" userId="cf428174-95ba-4576-8554-3a3b8ffa52b7" providerId="ADAL" clId="{A80269FD-1647-41EA-9465-E4829927D3E9}" dt="2025-11-16T07:01:16.703" v="7387"/>
          <ac:spMkLst>
            <pc:docMk/>
            <pc:sldMk cId="2632540083" sldId="327"/>
            <ac:spMk id="44" creationId="{7F18DB46-F718-6893-4959-61D3299AA09B}"/>
          </ac:spMkLst>
        </pc:spChg>
        <pc:spChg chg="add mod">
          <ac:chgData name="Teuku Raja Irfan Radarma" userId="cf428174-95ba-4576-8554-3a3b8ffa52b7" providerId="ADAL" clId="{A80269FD-1647-41EA-9465-E4829927D3E9}" dt="2025-11-16T07:01:47.834" v="7395" actId="1076"/>
          <ac:spMkLst>
            <pc:docMk/>
            <pc:sldMk cId="2632540083" sldId="327"/>
            <ac:spMk id="45" creationId="{0530DD47-1011-8D35-157D-93E38236D16E}"/>
          </ac:spMkLst>
        </pc:spChg>
      </pc:sldChg>
      <pc:sldChg chg="addSp delSp modSp add mod ord">
        <pc:chgData name="Teuku Raja Irfan Radarma" userId="cf428174-95ba-4576-8554-3a3b8ffa52b7" providerId="ADAL" clId="{A80269FD-1647-41EA-9465-E4829927D3E9}" dt="2025-11-16T07:28:35.765" v="8056" actId="404"/>
        <pc:sldMkLst>
          <pc:docMk/>
          <pc:sldMk cId="2054651574" sldId="328"/>
        </pc:sldMkLst>
        <pc:spChg chg="mod">
          <ac:chgData name="Teuku Raja Irfan Radarma" userId="cf428174-95ba-4576-8554-3a3b8ffa52b7" providerId="ADAL" clId="{A80269FD-1647-41EA-9465-E4829927D3E9}" dt="2025-11-16T07:04:12.208" v="7434" actId="403"/>
          <ac:spMkLst>
            <pc:docMk/>
            <pc:sldMk cId="2054651574" sldId="328"/>
            <ac:spMk id="2" creationId="{E395B0C6-C0D5-DAC1-1387-44A6ECF39679}"/>
          </ac:spMkLst>
        </pc:spChg>
        <pc:spChg chg="add mod">
          <ac:chgData name="Teuku Raja Irfan Radarma" userId="cf428174-95ba-4576-8554-3a3b8ffa52b7" providerId="ADAL" clId="{A80269FD-1647-41EA-9465-E4829927D3E9}" dt="2025-11-16T07:14:56.786" v="7671" actId="404"/>
          <ac:spMkLst>
            <pc:docMk/>
            <pc:sldMk cId="2054651574" sldId="328"/>
            <ac:spMk id="5" creationId="{70550D46-BACD-DC32-11FB-7BD82FE579E8}"/>
          </ac:spMkLst>
        </pc:spChg>
        <pc:spChg chg="mod">
          <ac:chgData name="Teuku Raja Irfan Radarma" userId="cf428174-95ba-4576-8554-3a3b8ffa52b7" providerId="ADAL" clId="{A80269FD-1647-41EA-9465-E4829927D3E9}" dt="2025-11-16T07:19:41.447" v="7878"/>
          <ac:spMkLst>
            <pc:docMk/>
            <pc:sldMk cId="2054651574" sldId="328"/>
            <ac:spMk id="6" creationId="{00B81064-203E-5ADF-82F4-8EC118BA6E0F}"/>
          </ac:spMkLst>
        </pc:spChg>
        <pc:spChg chg="add mod">
          <ac:chgData name="Teuku Raja Irfan Radarma" userId="cf428174-95ba-4576-8554-3a3b8ffa52b7" providerId="ADAL" clId="{A80269FD-1647-41EA-9465-E4829927D3E9}" dt="2025-11-16T07:15:31.257" v="7723" actId="20577"/>
          <ac:spMkLst>
            <pc:docMk/>
            <pc:sldMk cId="2054651574" sldId="328"/>
            <ac:spMk id="8" creationId="{461A5A67-48C8-72C4-E3FC-E7905607F744}"/>
          </ac:spMkLst>
        </pc:spChg>
        <pc:spChg chg="add mod">
          <ac:chgData name="Teuku Raja Irfan Radarma" userId="cf428174-95ba-4576-8554-3a3b8ffa52b7" providerId="ADAL" clId="{A80269FD-1647-41EA-9465-E4829927D3E9}" dt="2025-11-16T07:15:34.857" v="7725" actId="20577"/>
          <ac:spMkLst>
            <pc:docMk/>
            <pc:sldMk cId="2054651574" sldId="328"/>
            <ac:spMk id="9" creationId="{F1E62232-6F57-2580-B6AD-6E96F628728B}"/>
          </ac:spMkLst>
        </pc:spChg>
        <pc:spChg chg="add mod">
          <ac:chgData name="Teuku Raja Irfan Radarma" userId="cf428174-95ba-4576-8554-3a3b8ffa52b7" providerId="ADAL" clId="{A80269FD-1647-41EA-9465-E4829927D3E9}" dt="2025-11-16T07:15:36.727" v="7727" actId="20577"/>
          <ac:spMkLst>
            <pc:docMk/>
            <pc:sldMk cId="2054651574" sldId="328"/>
            <ac:spMk id="10" creationId="{30AE368C-479D-801D-CD9C-59CD620C2F77}"/>
          </ac:spMkLst>
        </pc:spChg>
        <pc:spChg chg="add mod">
          <ac:chgData name="Teuku Raja Irfan Radarma" userId="cf428174-95ba-4576-8554-3a3b8ffa52b7" providerId="ADAL" clId="{A80269FD-1647-41EA-9465-E4829927D3E9}" dt="2025-11-16T07:15:38.967" v="7729" actId="20577"/>
          <ac:spMkLst>
            <pc:docMk/>
            <pc:sldMk cId="2054651574" sldId="328"/>
            <ac:spMk id="11" creationId="{9185CBD0-690A-CA3C-C447-1E10CA61B099}"/>
          </ac:spMkLst>
        </pc:spChg>
        <pc:spChg chg="add mod">
          <ac:chgData name="Teuku Raja Irfan Radarma" userId="cf428174-95ba-4576-8554-3a3b8ffa52b7" providerId="ADAL" clId="{A80269FD-1647-41EA-9465-E4829927D3E9}" dt="2025-11-16T07:15:48.018" v="7755" actId="20577"/>
          <ac:spMkLst>
            <pc:docMk/>
            <pc:sldMk cId="2054651574" sldId="328"/>
            <ac:spMk id="12" creationId="{6C94F6CB-9233-0ADC-3D5C-BBDE9E8204FF}"/>
          </ac:spMkLst>
        </pc:spChg>
        <pc:spChg chg="add mod">
          <ac:chgData name="Teuku Raja Irfan Radarma" userId="cf428174-95ba-4576-8554-3a3b8ffa52b7" providerId="ADAL" clId="{A80269FD-1647-41EA-9465-E4829927D3E9}" dt="2025-11-16T07:15:59.628" v="7783" actId="20577"/>
          <ac:spMkLst>
            <pc:docMk/>
            <pc:sldMk cId="2054651574" sldId="328"/>
            <ac:spMk id="13" creationId="{F1587B93-8806-AA9C-93D9-3FB2A4F3DE6C}"/>
          </ac:spMkLst>
        </pc:spChg>
        <pc:spChg chg="add mod">
          <ac:chgData name="Teuku Raja Irfan Radarma" userId="cf428174-95ba-4576-8554-3a3b8ffa52b7" providerId="ADAL" clId="{A80269FD-1647-41EA-9465-E4829927D3E9}" dt="2025-11-16T07:19:06.780" v="7860" actId="20577"/>
          <ac:spMkLst>
            <pc:docMk/>
            <pc:sldMk cId="2054651574" sldId="328"/>
            <ac:spMk id="14" creationId="{FC1CFBBD-728C-E6C4-432B-2F1EFBF73EE9}"/>
          </ac:spMkLst>
        </pc:spChg>
        <pc:spChg chg="add del mod ord">
          <ac:chgData name="Teuku Raja Irfan Radarma" userId="cf428174-95ba-4576-8554-3a3b8ffa52b7" providerId="ADAL" clId="{A80269FD-1647-41EA-9465-E4829927D3E9}" dt="2025-11-16T07:28:35.765" v="8056" actId="404"/>
          <ac:spMkLst>
            <pc:docMk/>
            <pc:sldMk cId="2054651574" sldId="328"/>
            <ac:spMk id="15" creationId="{9BA8AD15-32F5-F2C8-ACFE-007315226C41}"/>
          </ac:spMkLst>
        </pc:spChg>
      </pc:sldChg>
      <pc:sldChg chg="addSp modSp add mod modTransition">
        <pc:chgData name="Teuku Raja Irfan Radarma" userId="cf428174-95ba-4576-8554-3a3b8ffa52b7" providerId="ADAL" clId="{A80269FD-1647-41EA-9465-E4829927D3E9}" dt="2025-11-16T07:28:30.965" v="8054" actId="404"/>
        <pc:sldMkLst>
          <pc:docMk/>
          <pc:sldMk cId="1938814478" sldId="329"/>
        </pc:sldMkLst>
        <pc:spChg chg="add mod">
          <ac:chgData name="Teuku Raja Irfan Radarma" userId="cf428174-95ba-4576-8554-3a3b8ffa52b7" providerId="ADAL" clId="{A80269FD-1647-41EA-9465-E4829927D3E9}" dt="2025-11-16T07:28:30.965" v="8054" actId="404"/>
          <ac:spMkLst>
            <pc:docMk/>
            <pc:sldMk cId="1938814478" sldId="329"/>
            <ac:spMk id="5" creationId="{3A430A9C-A6EF-E8F4-3799-8E0E5E484D27}"/>
          </ac:spMkLst>
        </pc:spChg>
        <pc:spChg chg="mod">
          <ac:chgData name="Teuku Raja Irfan Radarma" userId="cf428174-95ba-4576-8554-3a3b8ffa52b7" providerId="ADAL" clId="{A80269FD-1647-41EA-9465-E4829927D3E9}" dt="2025-11-16T07:19:29.404" v="7876"/>
          <ac:spMkLst>
            <pc:docMk/>
            <pc:sldMk cId="1938814478" sldId="329"/>
            <ac:spMk id="6" creationId="{A7AE372D-E457-AAC6-C7CC-8B68B00A91AD}"/>
          </ac:spMkLst>
        </pc:spChg>
        <pc:spChg chg="add mod">
          <ac:chgData name="Teuku Raja Irfan Radarma" userId="cf428174-95ba-4576-8554-3a3b8ffa52b7" providerId="ADAL" clId="{A80269FD-1647-41EA-9465-E4829927D3E9}" dt="2025-11-16T07:18:29.306" v="7834"/>
          <ac:spMkLst>
            <pc:docMk/>
            <pc:sldMk cId="1938814478" sldId="329"/>
            <ac:spMk id="8" creationId="{903A5304-E21B-7EB6-A188-0FFE3519A501}"/>
          </ac:spMkLst>
        </pc:spChg>
        <pc:spChg chg="add mod">
          <ac:chgData name="Teuku Raja Irfan Radarma" userId="cf428174-95ba-4576-8554-3a3b8ffa52b7" providerId="ADAL" clId="{A80269FD-1647-41EA-9465-E4829927D3E9}" dt="2025-11-16T07:18:29.306" v="7834"/>
          <ac:spMkLst>
            <pc:docMk/>
            <pc:sldMk cId="1938814478" sldId="329"/>
            <ac:spMk id="9" creationId="{4B600C8C-2562-1ACF-744B-BFC500CE6E60}"/>
          </ac:spMkLst>
        </pc:spChg>
        <pc:spChg chg="add mod">
          <ac:chgData name="Teuku Raja Irfan Radarma" userId="cf428174-95ba-4576-8554-3a3b8ffa52b7" providerId="ADAL" clId="{A80269FD-1647-41EA-9465-E4829927D3E9}" dt="2025-11-16T07:18:29.306" v="7834"/>
          <ac:spMkLst>
            <pc:docMk/>
            <pc:sldMk cId="1938814478" sldId="329"/>
            <ac:spMk id="10" creationId="{A228D3D7-D86A-6749-46B7-688B045C05B6}"/>
          </ac:spMkLst>
        </pc:spChg>
        <pc:spChg chg="add mod">
          <ac:chgData name="Teuku Raja Irfan Radarma" userId="cf428174-95ba-4576-8554-3a3b8ffa52b7" providerId="ADAL" clId="{A80269FD-1647-41EA-9465-E4829927D3E9}" dt="2025-11-16T07:18:29.306" v="7834"/>
          <ac:spMkLst>
            <pc:docMk/>
            <pc:sldMk cId="1938814478" sldId="329"/>
            <ac:spMk id="11" creationId="{BAB25C66-98D8-2D4C-0E09-1F8943D382CB}"/>
          </ac:spMkLst>
        </pc:spChg>
        <pc:spChg chg="add mod">
          <ac:chgData name="Teuku Raja Irfan Radarma" userId="cf428174-95ba-4576-8554-3a3b8ffa52b7" providerId="ADAL" clId="{A80269FD-1647-41EA-9465-E4829927D3E9}" dt="2025-11-16T07:18:29.306" v="7834"/>
          <ac:spMkLst>
            <pc:docMk/>
            <pc:sldMk cId="1938814478" sldId="329"/>
            <ac:spMk id="13" creationId="{76C1F66C-7A28-397B-BE4A-24615A26B475}"/>
          </ac:spMkLst>
        </pc:spChg>
        <pc:spChg chg="add mod">
          <ac:chgData name="Teuku Raja Irfan Radarma" userId="cf428174-95ba-4576-8554-3a3b8ffa52b7" providerId="ADAL" clId="{A80269FD-1647-41EA-9465-E4829927D3E9}" dt="2025-11-16T07:18:29.306" v="7834"/>
          <ac:spMkLst>
            <pc:docMk/>
            <pc:sldMk cId="1938814478" sldId="329"/>
            <ac:spMk id="14" creationId="{DA32695B-B9C6-4503-B5BF-38D2847650C5}"/>
          </ac:spMkLst>
        </pc:spChg>
        <pc:spChg chg="add mod">
          <ac:chgData name="Teuku Raja Irfan Radarma" userId="cf428174-95ba-4576-8554-3a3b8ffa52b7" providerId="ADAL" clId="{A80269FD-1647-41EA-9465-E4829927D3E9}" dt="2025-11-16T07:18:29.306" v="7834"/>
          <ac:spMkLst>
            <pc:docMk/>
            <pc:sldMk cId="1938814478" sldId="329"/>
            <ac:spMk id="15" creationId="{214910E5-F3D8-7EC3-F809-856362F5A7A3}"/>
          </ac:spMkLst>
        </pc:spChg>
      </pc:sldChg>
      <pc:sldChg chg="addSp modSp add mod modTransition">
        <pc:chgData name="Teuku Raja Irfan Radarma" userId="cf428174-95ba-4576-8554-3a3b8ffa52b7" providerId="ADAL" clId="{A80269FD-1647-41EA-9465-E4829927D3E9}" dt="2025-11-16T07:28:23.363" v="8050" actId="404"/>
        <pc:sldMkLst>
          <pc:docMk/>
          <pc:sldMk cId="3261445024" sldId="330"/>
        </pc:sldMkLst>
        <pc:spChg chg="add mod">
          <ac:chgData name="Teuku Raja Irfan Radarma" userId="cf428174-95ba-4576-8554-3a3b8ffa52b7" providerId="ADAL" clId="{A80269FD-1647-41EA-9465-E4829927D3E9}" dt="2025-11-16T07:28:23.363" v="8050" actId="404"/>
          <ac:spMkLst>
            <pc:docMk/>
            <pc:sldMk cId="3261445024" sldId="330"/>
            <ac:spMk id="5" creationId="{FBBBAFA0-540B-68CC-81EB-DBDACF1A7C87}"/>
          </ac:spMkLst>
        </pc:spChg>
        <pc:spChg chg="mod">
          <ac:chgData name="Teuku Raja Irfan Radarma" userId="cf428174-95ba-4576-8554-3a3b8ffa52b7" providerId="ADAL" clId="{A80269FD-1647-41EA-9465-E4829927D3E9}" dt="2025-11-16T07:19:07.313" v="7874" actId="14100"/>
          <ac:spMkLst>
            <pc:docMk/>
            <pc:sldMk cId="3261445024" sldId="330"/>
            <ac:spMk id="6" creationId="{49225416-9DF0-A6ED-916D-B0EC8DD8E4F1}"/>
          </ac:spMkLst>
        </pc:spChg>
        <pc:spChg chg="add mod">
          <ac:chgData name="Teuku Raja Irfan Radarma" userId="cf428174-95ba-4576-8554-3a3b8ffa52b7" providerId="ADAL" clId="{A80269FD-1647-41EA-9465-E4829927D3E9}" dt="2025-11-16T07:18:46.835" v="7840"/>
          <ac:spMkLst>
            <pc:docMk/>
            <pc:sldMk cId="3261445024" sldId="330"/>
            <ac:spMk id="8" creationId="{8100A7F9-1C6E-E851-B0F7-1C38B96BCCF4}"/>
          </ac:spMkLst>
        </pc:spChg>
        <pc:spChg chg="add mod">
          <ac:chgData name="Teuku Raja Irfan Radarma" userId="cf428174-95ba-4576-8554-3a3b8ffa52b7" providerId="ADAL" clId="{A80269FD-1647-41EA-9465-E4829927D3E9}" dt="2025-11-16T07:18:46.835" v="7840"/>
          <ac:spMkLst>
            <pc:docMk/>
            <pc:sldMk cId="3261445024" sldId="330"/>
            <ac:spMk id="9" creationId="{3244463C-A854-6024-ED33-88CE90BD72A7}"/>
          </ac:spMkLst>
        </pc:spChg>
        <pc:spChg chg="add mod">
          <ac:chgData name="Teuku Raja Irfan Radarma" userId="cf428174-95ba-4576-8554-3a3b8ffa52b7" providerId="ADAL" clId="{A80269FD-1647-41EA-9465-E4829927D3E9}" dt="2025-11-16T07:18:46.835" v="7840"/>
          <ac:spMkLst>
            <pc:docMk/>
            <pc:sldMk cId="3261445024" sldId="330"/>
            <ac:spMk id="10" creationId="{CAC6D5AD-C8D0-D586-2DF1-D215108D3ECD}"/>
          </ac:spMkLst>
        </pc:spChg>
        <pc:spChg chg="add mod">
          <ac:chgData name="Teuku Raja Irfan Radarma" userId="cf428174-95ba-4576-8554-3a3b8ffa52b7" providerId="ADAL" clId="{A80269FD-1647-41EA-9465-E4829927D3E9}" dt="2025-11-16T07:18:46.835" v="7840"/>
          <ac:spMkLst>
            <pc:docMk/>
            <pc:sldMk cId="3261445024" sldId="330"/>
            <ac:spMk id="11" creationId="{1979799A-11CF-2D3D-5169-F4D017F6E73B}"/>
          </ac:spMkLst>
        </pc:spChg>
        <pc:spChg chg="add mod">
          <ac:chgData name="Teuku Raja Irfan Radarma" userId="cf428174-95ba-4576-8554-3a3b8ffa52b7" providerId="ADAL" clId="{A80269FD-1647-41EA-9465-E4829927D3E9}" dt="2025-11-16T07:18:46.835" v="7840"/>
          <ac:spMkLst>
            <pc:docMk/>
            <pc:sldMk cId="3261445024" sldId="330"/>
            <ac:spMk id="13" creationId="{A0699C83-5DFA-03E5-2F4B-2C5F0EFB37B5}"/>
          </ac:spMkLst>
        </pc:spChg>
        <pc:spChg chg="add mod">
          <ac:chgData name="Teuku Raja Irfan Radarma" userId="cf428174-95ba-4576-8554-3a3b8ffa52b7" providerId="ADAL" clId="{A80269FD-1647-41EA-9465-E4829927D3E9}" dt="2025-11-16T07:18:46.835" v="7840"/>
          <ac:spMkLst>
            <pc:docMk/>
            <pc:sldMk cId="3261445024" sldId="330"/>
            <ac:spMk id="14" creationId="{9C32B8FF-A075-FA32-6159-09985C795E50}"/>
          </ac:spMkLst>
        </pc:spChg>
        <pc:spChg chg="add mod">
          <ac:chgData name="Teuku Raja Irfan Radarma" userId="cf428174-95ba-4576-8554-3a3b8ffa52b7" providerId="ADAL" clId="{A80269FD-1647-41EA-9465-E4829927D3E9}" dt="2025-11-16T07:18:46.835" v="7840"/>
          <ac:spMkLst>
            <pc:docMk/>
            <pc:sldMk cId="3261445024" sldId="330"/>
            <ac:spMk id="15" creationId="{FA95D1D2-55FC-7451-618C-9593FAD92F68}"/>
          </ac:spMkLst>
        </pc:spChg>
      </pc:sldChg>
      <pc:sldChg chg="addSp modSp add mod modTransition">
        <pc:chgData name="Teuku Raja Irfan Radarma" userId="cf428174-95ba-4576-8554-3a3b8ffa52b7" providerId="ADAL" clId="{A80269FD-1647-41EA-9465-E4829927D3E9}" dt="2025-11-16T07:28:18.616" v="8048" actId="113"/>
        <pc:sldMkLst>
          <pc:docMk/>
          <pc:sldMk cId="542359556" sldId="331"/>
        </pc:sldMkLst>
        <pc:spChg chg="add mod">
          <ac:chgData name="Teuku Raja Irfan Radarma" userId="cf428174-95ba-4576-8554-3a3b8ffa52b7" providerId="ADAL" clId="{A80269FD-1647-41EA-9465-E4829927D3E9}" dt="2025-11-16T07:28:18.616" v="8048" actId="113"/>
          <ac:spMkLst>
            <pc:docMk/>
            <pc:sldMk cId="542359556" sldId="331"/>
            <ac:spMk id="5" creationId="{BF77C613-F3F8-AB9C-0F05-EADECB260C28}"/>
          </ac:spMkLst>
        </pc:spChg>
        <pc:spChg chg="mod">
          <ac:chgData name="Teuku Raja Irfan Radarma" userId="cf428174-95ba-4576-8554-3a3b8ffa52b7" providerId="ADAL" clId="{A80269FD-1647-41EA-9465-E4829927D3E9}" dt="2025-11-16T07:19:58.678" v="7880" actId="14100"/>
          <ac:spMkLst>
            <pc:docMk/>
            <pc:sldMk cId="542359556" sldId="331"/>
            <ac:spMk id="6" creationId="{7D76152A-2957-68EE-9F6A-9510C480CBD5}"/>
          </ac:spMkLst>
        </pc:spChg>
        <pc:spChg chg="add mod">
          <ac:chgData name="Teuku Raja Irfan Radarma" userId="cf428174-95ba-4576-8554-3a3b8ffa52b7" providerId="ADAL" clId="{A80269FD-1647-41EA-9465-E4829927D3E9}" dt="2025-11-16T07:20:03.218" v="7881"/>
          <ac:spMkLst>
            <pc:docMk/>
            <pc:sldMk cId="542359556" sldId="331"/>
            <ac:spMk id="8" creationId="{CB61A62F-81CB-B1DD-1377-90D0878E603B}"/>
          </ac:spMkLst>
        </pc:spChg>
        <pc:spChg chg="add mod">
          <ac:chgData name="Teuku Raja Irfan Radarma" userId="cf428174-95ba-4576-8554-3a3b8ffa52b7" providerId="ADAL" clId="{A80269FD-1647-41EA-9465-E4829927D3E9}" dt="2025-11-16T07:20:03.218" v="7881"/>
          <ac:spMkLst>
            <pc:docMk/>
            <pc:sldMk cId="542359556" sldId="331"/>
            <ac:spMk id="9" creationId="{71F0BAD4-5ABA-DAD2-7371-E136ABB2F173}"/>
          </ac:spMkLst>
        </pc:spChg>
        <pc:spChg chg="add mod">
          <ac:chgData name="Teuku Raja Irfan Radarma" userId="cf428174-95ba-4576-8554-3a3b8ffa52b7" providerId="ADAL" clId="{A80269FD-1647-41EA-9465-E4829927D3E9}" dt="2025-11-16T07:20:03.218" v="7881"/>
          <ac:spMkLst>
            <pc:docMk/>
            <pc:sldMk cId="542359556" sldId="331"/>
            <ac:spMk id="10" creationId="{C092434B-E922-F9DC-56B6-75447493D810}"/>
          </ac:spMkLst>
        </pc:spChg>
        <pc:spChg chg="add mod">
          <ac:chgData name="Teuku Raja Irfan Radarma" userId="cf428174-95ba-4576-8554-3a3b8ffa52b7" providerId="ADAL" clId="{A80269FD-1647-41EA-9465-E4829927D3E9}" dt="2025-11-16T07:20:03.218" v="7881"/>
          <ac:spMkLst>
            <pc:docMk/>
            <pc:sldMk cId="542359556" sldId="331"/>
            <ac:spMk id="11" creationId="{E8174F63-495E-FFF6-C516-B93944798142}"/>
          </ac:spMkLst>
        </pc:spChg>
        <pc:spChg chg="add mod">
          <ac:chgData name="Teuku Raja Irfan Radarma" userId="cf428174-95ba-4576-8554-3a3b8ffa52b7" providerId="ADAL" clId="{A80269FD-1647-41EA-9465-E4829927D3E9}" dt="2025-11-16T07:20:03.218" v="7881"/>
          <ac:spMkLst>
            <pc:docMk/>
            <pc:sldMk cId="542359556" sldId="331"/>
            <ac:spMk id="12" creationId="{AD3126E2-690D-0337-07AF-71C3A62550C8}"/>
          </ac:spMkLst>
        </pc:spChg>
        <pc:spChg chg="add mod">
          <ac:chgData name="Teuku Raja Irfan Radarma" userId="cf428174-95ba-4576-8554-3a3b8ffa52b7" providerId="ADAL" clId="{A80269FD-1647-41EA-9465-E4829927D3E9}" dt="2025-11-16T07:20:03.218" v="7881"/>
          <ac:spMkLst>
            <pc:docMk/>
            <pc:sldMk cId="542359556" sldId="331"/>
            <ac:spMk id="13" creationId="{D36126AE-13A4-3A05-62CD-1865516E2166}"/>
          </ac:spMkLst>
        </pc:spChg>
        <pc:spChg chg="add mod">
          <ac:chgData name="Teuku Raja Irfan Radarma" userId="cf428174-95ba-4576-8554-3a3b8ffa52b7" providerId="ADAL" clId="{A80269FD-1647-41EA-9465-E4829927D3E9}" dt="2025-11-16T07:20:03.218" v="7881"/>
          <ac:spMkLst>
            <pc:docMk/>
            <pc:sldMk cId="542359556" sldId="331"/>
            <ac:spMk id="14" creationId="{005AEE4C-29F5-D959-5910-BFCDF7279B62}"/>
          </ac:spMkLst>
        </pc:spChg>
        <pc:spChg chg="add mod">
          <ac:chgData name="Teuku Raja Irfan Radarma" userId="cf428174-95ba-4576-8554-3a3b8ffa52b7" providerId="ADAL" clId="{A80269FD-1647-41EA-9465-E4829927D3E9}" dt="2025-11-16T07:20:03.218" v="7881"/>
          <ac:spMkLst>
            <pc:docMk/>
            <pc:sldMk cId="542359556" sldId="331"/>
            <ac:spMk id="15" creationId="{97A217AE-6955-0F0A-3036-C72F8BBF1173}"/>
          </ac:spMkLst>
        </pc:spChg>
      </pc:sldChg>
      <pc:sldChg chg="delSp modSp add mod">
        <pc:chgData name="Teuku Raja Irfan Radarma" userId="cf428174-95ba-4576-8554-3a3b8ffa52b7" providerId="ADAL" clId="{A80269FD-1647-41EA-9465-E4829927D3E9}" dt="2025-11-16T07:08:30.932" v="7503" actId="14100"/>
        <pc:sldMkLst>
          <pc:docMk/>
          <pc:sldMk cId="3885916245" sldId="332"/>
        </pc:sldMkLst>
        <pc:spChg chg="mod">
          <ac:chgData name="Teuku Raja Irfan Radarma" userId="cf428174-95ba-4576-8554-3a3b8ffa52b7" providerId="ADAL" clId="{A80269FD-1647-41EA-9465-E4829927D3E9}" dt="2025-11-16T07:07:51.803" v="7472" actId="14100"/>
          <ac:spMkLst>
            <pc:docMk/>
            <pc:sldMk cId="3885916245" sldId="332"/>
            <ac:spMk id="2" creationId="{C693CA06-38AA-83F2-AC2D-E0184BF51C1A}"/>
          </ac:spMkLst>
        </pc:spChg>
        <pc:spChg chg="mod">
          <ac:chgData name="Teuku Raja Irfan Radarma" userId="cf428174-95ba-4576-8554-3a3b8ffa52b7" providerId="ADAL" clId="{A80269FD-1647-41EA-9465-E4829927D3E9}" dt="2025-11-16T07:08:30.932" v="7503" actId="14100"/>
          <ac:spMkLst>
            <pc:docMk/>
            <pc:sldMk cId="3885916245" sldId="332"/>
            <ac:spMk id="6" creationId="{72BE637E-17AF-3A32-3D48-62B61564D1DE}"/>
          </ac:spMkLst>
        </pc:spChg>
      </pc:sldChg>
      <pc:sldChg chg="addSp modSp new mod">
        <pc:chgData name="Teuku Raja Irfan Radarma" userId="cf428174-95ba-4576-8554-3a3b8ffa52b7" providerId="ADAL" clId="{A80269FD-1647-41EA-9465-E4829927D3E9}" dt="2025-11-16T07:30:20.180" v="8082" actId="207"/>
        <pc:sldMkLst>
          <pc:docMk/>
          <pc:sldMk cId="1954776806" sldId="333"/>
        </pc:sldMkLst>
        <pc:spChg chg="mod">
          <ac:chgData name="Teuku Raja Irfan Radarma" userId="cf428174-95ba-4576-8554-3a3b8ffa52b7" providerId="ADAL" clId="{A80269FD-1647-41EA-9465-E4829927D3E9}" dt="2025-11-16T07:21:13.193" v="7919" actId="20577"/>
          <ac:spMkLst>
            <pc:docMk/>
            <pc:sldMk cId="1954776806" sldId="333"/>
            <ac:spMk id="2" creationId="{F7803F4A-1D49-9E25-94A7-566EB15D9C25}"/>
          </ac:spMkLst>
        </pc:spChg>
        <pc:spChg chg="mod">
          <ac:chgData name="Teuku Raja Irfan Radarma" userId="cf428174-95ba-4576-8554-3a3b8ffa52b7" providerId="ADAL" clId="{A80269FD-1647-41EA-9465-E4829927D3E9}" dt="2025-11-16T07:22:03.117" v="7936" actId="14100"/>
          <ac:spMkLst>
            <pc:docMk/>
            <pc:sldMk cId="1954776806" sldId="333"/>
            <ac:spMk id="3" creationId="{3C9D5C4A-CC76-D9DB-9ACE-49B4F775949B}"/>
          </ac:spMkLst>
        </pc:spChg>
        <pc:spChg chg="add mod">
          <ac:chgData name="Teuku Raja Irfan Radarma" userId="cf428174-95ba-4576-8554-3a3b8ffa52b7" providerId="ADAL" clId="{A80269FD-1647-41EA-9465-E4829927D3E9}" dt="2025-11-16T07:30:20.180" v="8082" actId="207"/>
          <ac:spMkLst>
            <pc:docMk/>
            <pc:sldMk cId="1954776806" sldId="333"/>
            <ac:spMk id="8" creationId="{74EE535D-EA89-C6A3-EAB2-F8A153B58C04}"/>
          </ac:spMkLst>
        </pc:spChg>
      </pc:sldChg>
      <pc:sldChg chg="modSp new mod">
        <pc:chgData name="Teuku Raja Irfan Radarma" userId="cf428174-95ba-4576-8554-3a3b8ffa52b7" providerId="ADAL" clId="{A80269FD-1647-41EA-9465-E4829927D3E9}" dt="2025-11-16T07:23:08.290" v="7950"/>
        <pc:sldMkLst>
          <pc:docMk/>
          <pc:sldMk cId="1547837787" sldId="334"/>
        </pc:sldMkLst>
        <pc:spChg chg="mod">
          <ac:chgData name="Teuku Raja Irfan Radarma" userId="cf428174-95ba-4576-8554-3a3b8ffa52b7" providerId="ADAL" clId="{A80269FD-1647-41EA-9465-E4829927D3E9}" dt="2025-11-16T07:22:41.777" v="7945"/>
          <ac:spMkLst>
            <pc:docMk/>
            <pc:sldMk cId="1547837787" sldId="334"/>
            <ac:spMk id="2" creationId="{48ADDC65-9C57-A797-E029-AA6FB2DB817D}"/>
          </ac:spMkLst>
        </pc:spChg>
        <pc:spChg chg="mod">
          <ac:chgData name="Teuku Raja Irfan Radarma" userId="cf428174-95ba-4576-8554-3a3b8ffa52b7" providerId="ADAL" clId="{A80269FD-1647-41EA-9465-E4829927D3E9}" dt="2025-11-16T07:23:08.290" v="7950"/>
          <ac:spMkLst>
            <pc:docMk/>
            <pc:sldMk cId="1547837787" sldId="334"/>
            <ac:spMk id="3" creationId="{66931B3B-5CC4-EEF1-62DB-80AF367BF6C7}"/>
          </ac:spMkLst>
        </pc:spChg>
      </pc:sldChg>
      <pc:sldChg chg="addSp delSp modSp new mod">
        <pc:chgData name="Teuku Raja Irfan Radarma" userId="cf428174-95ba-4576-8554-3a3b8ffa52b7" providerId="ADAL" clId="{A80269FD-1647-41EA-9465-E4829927D3E9}" dt="2025-11-16T07:26:29.714" v="7987" actId="1076"/>
        <pc:sldMkLst>
          <pc:docMk/>
          <pc:sldMk cId="1886525034" sldId="335"/>
        </pc:sldMkLst>
        <pc:spChg chg="mod">
          <ac:chgData name="Teuku Raja Irfan Radarma" userId="cf428174-95ba-4576-8554-3a3b8ffa52b7" providerId="ADAL" clId="{A80269FD-1647-41EA-9465-E4829927D3E9}" dt="2025-11-16T07:23:25.752" v="7952"/>
          <ac:spMkLst>
            <pc:docMk/>
            <pc:sldMk cId="1886525034" sldId="335"/>
            <ac:spMk id="2" creationId="{B6F1DF47-EFEF-3350-38EC-AE722B99141D}"/>
          </ac:spMkLst>
        </pc:spChg>
        <pc:spChg chg="add del mod">
          <ac:chgData name="Teuku Raja Irfan Radarma" userId="cf428174-95ba-4576-8554-3a3b8ffa52b7" providerId="ADAL" clId="{A80269FD-1647-41EA-9465-E4829927D3E9}" dt="2025-11-16T07:24:23.247" v="7958" actId="20577"/>
          <ac:spMkLst>
            <pc:docMk/>
            <pc:sldMk cId="1886525034" sldId="335"/>
            <ac:spMk id="3" creationId="{1A6DDA76-000B-232B-20A9-7BCD0EBCC0F8}"/>
          </ac:spMkLst>
        </pc:spChg>
        <pc:spChg chg="add mod">
          <ac:chgData name="Teuku Raja Irfan Radarma" userId="cf428174-95ba-4576-8554-3a3b8ffa52b7" providerId="ADAL" clId="{A80269FD-1647-41EA-9465-E4829927D3E9}" dt="2025-11-16T07:26:29.714" v="7987" actId="1076"/>
          <ac:spMkLst>
            <pc:docMk/>
            <pc:sldMk cId="1886525034" sldId="335"/>
            <ac:spMk id="6" creationId="{9E2E44FB-3489-9917-95F3-D82A12A7F1E1}"/>
          </ac:spMkLst>
        </pc:spChg>
        <pc:spChg chg="add mod">
          <ac:chgData name="Teuku Raja Irfan Radarma" userId="cf428174-95ba-4576-8554-3a3b8ffa52b7" providerId="ADAL" clId="{A80269FD-1647-41EA-9465-E4829927D3E9}" dt="2025-11-16T07:26:29.714" v="7987" actId="1076"/>
          <ac:spMkLst>
            <pc:docMk/>
            <pc:sldMk cId="1886525034" sldId="335"/>
            <ac:spMk id="7" creationId="{76E86B0F-D9FC-6B49-2D02-268A9D1B5626}"/>
          </ac:spMkLst>
        </pc:spChg>
        <pc:spChg chg="add mod">
          <ac:chgData name="Teuku Raja Irfan Radarma" userId="cf428174-95ba-4576-8554-3a3b8ffa52b7" providerId="ADAL" clId="{A80269FD-1647-41EA-9465-E4829927D3E9}" dt="2025-11-16T07:26:29.714" v="7987" actId="1076"/>
          <ac:spMkLst>
            <pc:docMk/>
            <pc:sldMk cId="1886525034" sldId="335"/>
            <ac:spMk id="8" creationId="{6ED99FE0-BD5D-E81E-548B-E597FFB50064}"/>
          </ac:spMkLst>
        </pc:spChg>
        <pc:spChg chg="add mod">
          <ac:chgData name="Teuku Raja Irfan Radarma" userId="cf428174-95ba-4576-8554-3a3b8ffa52b7" providerId="ADAL" clId="{A80269FD-1647-41EA-9465-E4829927D3E9}" dt="2025-11-16T07:26:29.714" v="7987" actId="1076"/>
          <ac:spMkLst>
            <pc:docMk/>
            <pc:sldMk cId="1886525034" sldId="335"/>
            <ac:spMk id="11" creationId="{E73EA4C7-8051-7783-8C45-24826B69C1E4}"/>
          </ac:spMkLst>
        </pc:spChg>
      </pc:sldChg>
      <pc:sldChg chg="addSp delSp modSp add mod">
        <pc:chgData name="Teuku Raja Irfan Radarma" userId="cf428174-95ba-4576-8554-3a3b8ffa52b7" providerId="ADAL" clId="{A80269FD-1647-41EA-9465-E4829927D3E9}" dt="2025-11-16T08:36:05.131" v="9122" actId="20577"/>
        <pc:sldMkLst>
          <pc:docMk/>
          <pc:sldMk cId="4278665831" sldId="336"/>
        </pc:sldMkLst>
        <pc:spChg chg="mod">
          <ac:chgData name="Teuku Raja Irfan Radarma" userId="cf428174-95ba-4576-8554-3a3b8ffa52b7" providerId="ADAL" clId="{A80269FD-1647-41EA-9465-E4829927D3E9}" dt="2025-11-16T07:27:08.680" v="8026" actId="20577"/>
          <ac:spMkLst>
            <pc:docMk/>
            <pc:sldMk cId="4278665831" sldId="336"/>
            <ac:spMk id="2" creationId="{CFF8FE1B-F450-54CE-C7BB-57E0E4A318D8}"/>
          </ac:spMkLst>
        </pc:spChg>
        <pc:spChg chg="mod">
          <ac:chgData name="Teuku Raja Irfan Radarma" userId="cf428174-95ba-4576-8554-3a3b8ffa52b7" providerId="ADAL" clId="{A80269FD-1647-41EA-9465-E4829927D3E9}" dt="2025-11-16T08:36:05.131" v="9122" actId="20577"/>
          <ac:spMkLst>
            <pc:docMk/>
            <pc:sldMk cId="4278665831" sldId="336"/>
            <ac:spMk id="3" creationId="{658ED902-B363-9F6D-5149-1C534DCF9CDF}"/>
          </ac:spMkLst>
        </pc:spChg>
        <pc:spChg chg="add mod">
          <ac:chgData name="Teuku Raja Irfan Radarma" userId="cf428174-95ba-4576-8554-3a3b8ffa52b7" providerId="ADAL" clId="{A80269FD-1647-41EA-9465-E4829927D3E9}" dt="2025-11-16T07:30:06.349" v="8080" actId="207"/>
          <ac:spMkLst>
            <pc:docMk/>
            <pc:sldMk cId="4278665831" sldId="336"/>
            <ac:spMk id="10" creationId="{9784F59A-2554-7C3C-478E-861A63FCB310}"/>
          </ac:spMkLst>
        </pc:spChg>
      </pc:sldChg>
      <pc:sldChg chg="modSp new mod">
        <pc:chgData name="Teuku Raja Irfan Radarma" userId="cf428174-95ba-4576-8554-3a3b8ffa52b7" providerId="ADAL" clId="{A80269FD-1647-41EA-9465-E4829927D3E9}" dt="2025-11-16T08:14:31.244" v="8528" actId="20577"/>
        <pc:sldMkLst>
          <pc:docMk/>
          <pc:sldMk cId="793532728" sldId="337"/>
        </pc:sldMkLst>
        <pc:spChg chg="mod">
          <ac:chgData name="Teuku Raja Irfan Radarma" userId="cf428174-95ba-4576-8554-3a3b8ffa52b7" providerId="ADAL" clId="{A80269FD-1647-41EA-9465-E4829927D3E9}" dt="2025-11-16T07:59:15.547" v="8084"/>
          <ac:spMkLst>
            <pc:docMk/>
            <pc:sldMk cId="793532728" sldId="337"/>
            <ac:spMk id="2" creationId="{BF113CE5-D0E5-C154-6622-EBDD7B4DA32E}"/>
          </ac:spMkLst>
        </pc:spChg>
        <pc:spChg chg="mod">
          <ac:chgData name="Teuku Raja Irfan Radarma" userId="cf428174-95ba-4576-8554-3a3b8ffa52b7" providerId="ADAL" clId="{A80269FD-1647-41EA-9465-E4829927D3E9}" dt="2025-11-16T08:14:31.244" v="8528" actId="20577"/>
          <ac:spMkLst>
            <pc:docMk/>
            <pc:sldMk cId="793532728" sldId="337"/>
            <ac:spMk id="3" creationId="{1107E53C-3392-A600-92D0-93F502C3C688}"/>
          </ac:spMkLst>
        </pc:spChg>
      </pc:sldChg>
      <pc:sldChg chg="addSp modSp new mod">
        <pc:chgData name="Teuku Raja Irfan Radarma" userId="cf428174-95ba-4576-8554-3a3b8ffa52b7" providerId="ADAL" clId="{A80269FD-1647-41EA-9465-E4829927D3E9}" dt="2025-11-16T08:08:38.837" v="8426" actId="1076"/>
        <pc:sldMkLst>
          <pc:docMk/>
          <pc:sldMk cId="3404868594" sldId="338"/>
        </pc:sldMkLst>
        <pc:spChg chg="mod">
          <ac:chgData name="Teuku Raja Irfan Radarma" userId="cf428174-95ba-4576-8554-3a3b8ffa52b7" providerId="ADAL" clId="{A80269FD-1647-41EA-9465-E4829927D3E9}" dt="2025-11-16T08:04:39.876" v="8378" actId="20577"/>
          <ac:spMkLst>
            <pc:docMk/>
            <pc:sldMk cId="3404868594" sldId="338"/>
            <ac:spMk id="2" creationId="{DC5447ED-0E1D-B4D7-B9AA-7BA277FE8F17}"/>
          </ac:spMkLst>
        </pc:spChg>
        <pc:spChg chg="mod">
          <ac:chgData name="Teuku Raja Irfan Radarma" userId="cf428174-95ba-4576-8554-3a3b8ffa52b7" providerId="ADAL" clId="{A80269FD-1647-41EA-9465-E4829927D3E9}" dt="2025-11-16T08:08:20.681" v="8421" actId="14100"/>
          <ac:spMkLst>
            <pc:docMk/>
            <pc:sldMk cId="3404868594" sldId="338"/>
            <ac:spMk id="3" creationId="{4449B494-87DD-09EB-620C-34E88CEC395A}"/>
          </ac:spMkLst>
        </pc:spChg>
        <pc:spChg chg="add mod">
          <ac:chgData name="Teuku Raja Irfan Radarma" userId="cf428174-95ba-4576-8554-3a3b8ffa52b7" providerId="ADAL" clId="{A80269FD-1647-41EA-9465-E4829927D3E9}" dt="2025-11-16T08:08:38.837" v="8426" actId="1076"/>
          <ac:spMkLst>
            <pc:docMk/>
            <pc:sldMk cId="3404868594" sldId="338"/>
            <ac:spMk id="5" creationId="{E0CB57BD-8764-F240-2891-7944FD4F9537}"/>
          </ac:spMkLst>
        </pc:spChg>
      </pc:sldChg>
      <pc:sldChg chg="modSp add mod">
        <pc:chgData name="Teuku Raja Irfan Radarma" userId="cf428174-95ba-4576-8554-3a3b8ffa52b7" providerId="ADAL" clId="{A80269FD-1647-41EA-9465-E4829927D3E9}" dt="2025-11-16T08:38:43.552" v="9124" actId="113"/>
        <pc:sldMkLst>
          <pc:docMk/>
          <pc:sldMk cId="1794000066" sldId="339"/>
        </pc:sldMkLst>
        <pc:spChg chg="mod">
          <ac:chgData name="Teuku Raja Irfan Radarma" userId="cf428174-95ba-4576-8554-3a3b8ffa52b7" providerId="ADAL" clId="{A80269FD-1647-41EA-9465-E4829927D3E9}" dt="2025-11-16T08:09:59.058" v="8435"/>
          <ac:spMkLst>
            <pc:docMk/>
            <pc:sldMk cId="1794000066" sldId="339"/>
            <ac:spMk id="2" creationId="{8659BEB0-ACB1-6C12-4A16-47BFD6D567C1}"/>
          </ac:spMkLst>
        </pc:spChg>
        <pc:spChg chg="mod">
          <ac:chgData name="Teuku Raja Irfan Radarma" userId="cf428174-95ba-4576-8554-3a3b8ffa52b7" providerId="ADAL" clId="{A80269FD-1647-41EA-9465-E4829927D3E9}" dt="2025-11-16T08:09:44.643" v="8433" actId="113"/>
          <ac:spMkLst>
            <pc:docMk/>
            <pc:sldMk cId="1794000066" sldId="339"/>
            <ac:spMk id="3" creationId="{8E962599-D143-5141-A03B-B3431EF33450}"/>
          </ac:spMkLst>
        </pc:spChg>
        <pc:spChg chg="mod">
          <ac:chgData name="Teuku Raja Irfan Radarma" userId="cf428174-95ba-4576-8554-3a3b8ffa52b7" providerId="ADAL" clId="{A80269FD-1647-41EA-9465-E4829927D3E9}" dt="2025-11-16T08:38:43.552" v="9124" actId="113"/>
          <ac:spMkLst>
            <pc:docMk/>
            <pc:sldMk cId="1794000066" sldId="339"/>
            <ac:spMk id="5" creationId="{A95DA4ED-173F-AA4C-1CCB-F82E51F2D307}"/>
          </ac:spMkLst>
        </pc:spChg>
      </pc:sldChg>
      <pc:sldChg chg="modSp add mod">
        <pc:chgData name="Teuku Raja Irfan Radarma" userId="cf428174-95ba-4576-8554-3a3b8ffa52b7" providerId="ADAL" clId="{A80269FD-1647-41EA-9465-E4829927D3E9}" dt="2025-11-16T08:38:48.182" v="9128" actId="27636"/>
        <pc:sldMkLst>
          <pc:docMk/>
          <pc:sldMk cId="3428136827" sldId="340"/>
        </pc:sldMkLst>
        <pc:spChg chg="mod">
          <ac:chgData name="Teuku Raja Irfan Radarma" userId="cf428174-95ba-4576-8554-3a3b8ffa52b7" providerId="ADAL" clId="{A80269FD-1647-41EA-9465-E4829927D3E9}" dt="2025-11-16T08:10:22.690" v="8443" actId="27636"/>
          <ac:spMkLst>
            <pc:docMk/>
            <pc:sldMk cId="3428136827" sldId="340"/>
            <ac:spMk id="2" creationId="{1FC30817-9425-6EEE-600E-E7FEE866643C}"/>
          </ac:spMkLst>
        </pc:spChg>
        <pc:spChg chg="mod">
          <ac:chgData name="Teuku Raja Irfan Radarma" userId="cf428174-95ba-4576-8554-3a3b8ffa52b7" providerId="ADAL" clId="{A80269FD-1647-41EA-9465-E4829927D3E9}" dt="2025-11-16T08:10:39.013" v="8449" actId="5793"/>
          <ac:spMkLst>
            <pc:docMk/>
            <pc:sldMk cId="3428136827" sldId="340"/>
            <ac:spMk id="3" creationId="{730992CA-8836-DB0B-38A5-846D28CF17C9}"/>
          </ac:spMkLst>
        </pc:spChg>
        <pc:spChg chg="mod">
          <ac:chgData name="Teuku Raja Irfan Radarma" userId="cf428174-95ba-4576-8554-3a3b8ffa52b7" providerId="ADAL" clId="{A80269FD-1647-41EA-9465-E4829927D3E9}" dt="2025-11-16T08:38:48.182" v="9128" actId="27636"/>
          <ac:spMkLst>
            <pc:docMk/>
            <pc:sldMk cId="3428136827" sldId="340"/>
            <ac:spMk id="5" creationId="{89DE8B58-A11D-5AB6-5053-E0DD668ADB23}"/>
          </ac:spMkLst>
        </pc:spChg>
      </pc:sldChg>
      <pc:sldChg chg="modSp add mod">
        <pc:chgData name="Teuku Raja Irfan Radarma" userId="cf428174-95ba-4576-8554-3a3b8ffa52b7" providerId="ADAL" clId="{A80269FD-1647-41EA-9465-E4829927D3E9}" dt="2025-11-16T08:16:38.919" v="8587" actId="5793"/>
        <pc:sldMkLst>
          <pc:docMk/>
          <pc:sldMk cId="3152488734" sldId="341"/>
        </pc:sldMkLst>
        <pc:spChg chg="mod">
          <ac:chgData name="Teuku Raja Irfan Radarma" userId="cf428174-95ba-4576-8554-3a3b8ffa52b7" providerId="ADAL" clId="{A80269FD-1647-41EA-9465-E4829927D3E9}" dt="2025-11-16T08:12:01.983" v="8460" actId="20577"/>
          <ac:spMkLst>
            <pc:docMk/>
            <pc:sldMk cId="3152488734" sldId="341"/>
            <ac:spMk id="2" creationId="{0082186E-E172-F218-3A50-483BAE52164F}"/>
          </ac:spMkLst>
        </pc:spChg>
        <pc:spChg chg="mod">
          <ac:chgData name="Teuku Raja Irfan Radarma" userId="cf428174-95ba-4576-8554-3a3b8ffa52b7" providerId="ADAL" clId="{A80269FD-1647-41EA-9465-E4829927D3E9}" dt="2025-11-16T08:13:02.471" v="8498" actId="27636"/>
          <ac:spMkLst>
            <pc:docMk/>
            <pc:sldMk cId="3152488734" sldId="341"/>
            <ac:spMk id="3" creationId="{4EB1E29E-A2E5-85B4-566F-58B3143F2B4D}"/>
          </ac:spMkLst>
        </pc:spChg>
        <pc:spChg chg="mod">
          <ac:chgData name="Teuku Raja Irfan Radarma" userId="cf428174-95ba-4576-8554-3a3b8ffa52b7" providerId="ADAL" clId="{A80269FD-1647-41EA-9465-E4829927D3E9}" dt="2025-11-16T08:16:38.919" v="8587" actId="5793"/>
          <ac:spMkLst>
            <pc:docMk/>
            <pc:sldMk cId="3152488734" sldId="341"/>
            <ac:spMk id="5" creationId="{206B9B6F-16A8-EF02-1B77-C7936933E8EC}"/>
          </ac:spMkLst>
        </pc:spChg>
      </pc:sldChg>
      <pc:sldChg chg="modSp add mod">
        <pc:chgData name="Teuku Raja Irfan Radarma" userId="cf428174-95ba-4576-8554-3a3b8ffa52b7" providerId="ADAL" clId="{A80269FD-1647-41EA-9465-E4829927D3E9}" dt="2025-11-16T08:16:53.937" v="8590" actId="5793"/>
        <pc:sldMkLst>
          <pc:docMk/>
          <pc:sldMk cId="1034730479" sldId="342"/>
        </pc:sldMkLst>
        <pc:spChg chg="mod">
          <ac:chgData name="Teuku Raja Irfan Radarma" userId="cf428174-95ba-4576-8554-3a3b8ffa52b7" providerId="ADAL" clId="{A80269FD-1647-41EA-9465-E4829927D3E9}" dt="2025-11-16T08:14:15.321" v="8519" actId="20577"/>
          <ac:spMkLst>
            <pc:docMk/>
            <pc:sldMk cId="1034730479" sldId="342"/>
            <ac:spMk id="2" creationId="{6844FDF9-7E3D-79B7-C70F-D149650592B7}"/>
          </ac:spMkLst>
        </pc:spChg>
        <pc:spChg chg="mod">
          <ac:chgData name="Teuku Raja Irfan Radarma" userId="cf428174-95ba-4576-8554-3a3b8ffa52b7" providerId="ADAL" clId="{A80269FD-1647-41EA-9465-E4829927D3E9}" dt="2025-11-16T08:14:19.644" v="8520" actId="2710"/>
          <ac:spMkLst>
            <pc:docMk/>
            <pc:sldMk cId="1034730479" sldId="342"/>
            <ac:spMk id="3" creationId="{7485DD9A-15F9-E047-2604-23C2848EA399}"/>
          </ac:spMkLst>
        </pc:spChg>
        <pc:spChg chg="mod">
          <ac:chgData name="Teuku Raja Irfan Radarma" userId="cf428174-95ba-4576-8554-3a3b8ffa52b7" providerId="ADAL" clId="{A80269FD-1647-41EA-9465-E4829927D3E9}" dt="2025-11-16T08:16:53.937" v="8590" actId="5793"/>
          <ac:spMkLst>
            <pc:docMk/>
            <pc:sldMk cId="1034730479" sldId="342"/>
            <ac:spMk id="5" creationId="{1C4C3321-8577-BC50-346A-654909F72A88}"/>
          </ac:spMkLst>
        </pc:spChg>
      </pc:sldChg>
      <pc:sldChg chg="modSp add mod">
        <pc:chgData name="Teuku Raja Irfan Radarma" userId="cf428174-95ba-4576-8554-3a3b8ffa52b7" providerId="ADAL" clId="{A80269FD-1647-41EA-9465-E4829927D3E9}" dt="2025-11-16T08:17:19.553" v="8598" actId="27636"/>
        <pc:sldMkLst>
          <pc:docMk/>
          <pc:sldMk cId="3332033869" sldId="343"/>
        </pc:sldMkLst>
        <pc:spChg chg="mod">
          <ac:chgData name="Teuku Raja Irfan Radarma" userId="cf428174-95ba-4576-8554-3a3b8ffa52b7" providerId="ADAL" clId="{A80269FD-1647-41EA-9465-E4829927D3E9}" dt="2025-11-16T08:14:54.550" v="8569" actId="20577"/>
          <ac:spMkLst>
            <pc:docMk/>
            <pc:sldMk cId="3332033869" sldId="343"/>
            <ac:spMk id="2" creationId="{3A2C90E3-B596-DEA0-C218-9C86F3E7E920}"/>
          </ac:spMkLst>
        </pc:spChg>
        <pc:spChg chg="mod">
          <ac:chgData name="Teuku Raja Irfan Radarma" userId="cf428174-95ba-4576-8554-3a3b8ffa52b7" providerId="ADAL" clId="{A80269FD-1647-41EA-9465-E4829927D3E9}" dt="2025-11-16T08:15:09.410" v="8574" actId="27636"/>
          <ac:spMkLst>
            <pc:docMk/>
            <pc:sldMk cId="3332033869" sldId="343"/>
            <ac:spMk id="3" creationId="{1C5E3FE7-CCAA-6A08-70BD-0B9A19D2C57C}"/>
          </ac:spMkLst>
        </pc:spChg>
        <pc:spChg chg="mod">
          <ac:chgData name="Teuku Raja Irfan Radarma" userId="cf428174-95ba-4576-8554-3a3b8ffa52b7" providerId="ADAL" clId="{A80269FD-1647-41EA-9465-E4829927D3E9}" dt="2025-11-16T08:17:19.553" v="8598" actId="27636"/>
          <ac:spMkLst>
            <pc:docMk/>
            <pc:sldMk cId="3332033869" sldId="343"/>
            <ac:spMk id="5" creationId="{48AEB297-22E6-A6E4-8B0F-9B15526413D0}"/>
          </ac:spMkLst>
        </pc:spChg>
      </pc:sldChg>
      <pc:sldChg chg="modSp new mod">
        <pc:chgData name="Teuku Raja Irfan Radarma" userId="cf428174-95ba-4576-8554-3a3b8ffa52b7" providerId="ADAL" clId="{A80269FD-1647-41EA-9465-E4829927D3E9}" dt="2025-11-16T08:18:18.165" v="8639" actId="20577"/>
        <pc:sldMkLst>
          <pc:docMk/>
          <pc:sldMk cId="426277938" sldId="344"/>
        </pc:sldMkLst>
        <pc:spChg chg="mod">
          <ac:chgData name="Teuku Raja Irfan Radarma" userId="cf428174-95ba-4576-8554-3a3b8ffa52b7" providerId="ADAL" clId="{A80269FD-1647-41EA-9465-E4829927D3E9}" dt="2025-11-16T08:18:06.259" v="8626" actId="20577"/>
          <ac:spMkLst>
            <pc:docMk/>
            <pc:sldMk cId="426277938" sldId="344"/>
            <ac:spMk id="2" creationId="{F37DA65F-4339-69E1-C9F9-63616120BA0E}"/>
          </ac:spMkLst>
        </pc:spChg>
        <pc:spChg chg="mod">
          <ac:chgData name="Teuku Raja Irfan Radarma" userId="cf428174-95ba-4576-8554-3a3b8ffa52b7" providerId="ADAL" clId="{A80269FD-1647-41EA-9465-E4829927D3E9}" dt="2025-11-16T08:18:18.165" v="8639" actId="20577"/>
          <ac:spMkLst>
            <pc:docMk/>
            <pc:sldMk cId="426277938" sldId="344"/>
            <ac:spMk id="3" creationId="{2CEA849F-8DC2-638A-CD2F-95612186930A}"/>
          </ac:spMkLst>
        </pc:spChg>
      </pc:sldChg>
      <pc:sldChg chg="addSp delSp modSp new mod">
        <pc:chgData name="Teuku Raja Irfan Radarma" userId="cf428174-95ba-4576-8554-3a3b8ffa52b7" providerId="ADAL" clId="{A80269FD-1647-41EA-9465-E4829927D3E9}" dt="2025-11-16T08:24:11.822" v="9094" actId="478"/>
        <pc:sldMkLst>
          <pc:docMk/>
          <pc:sldMk cId="1186569357" sldId="345"/>
        </pc:sldMkLst>
        <pc:spChg chg="mod">
          <ac:chgData name="Teuku Raja Irfan Radarma" userId="cf428174-95ba-4576-8554-3a3b8ffa52b7" providerId="ADAL" clId="{A80269FD-1647-41EA-9465-E4829927D3E9}" dt="2025-11-16T08:18:40.787" v="8695" actId="20577"/>
          <ac:spMkLst>
            <pc:docMk/>
            <pc:sldMk cId="1186569357" sldId="345"/>
            <ac:spMk id="2" creationId="{B2AAEFD2-D5E2-6752-D832-4D847F2A448A}"/>
          </ac:spMkLst>
        </pc:spChg>
        <pc:spChg chg="mod">
          <ac:chgData name="Teuku Raja Irfan Radarma" userId="cf428174-95ba-4576-8554-3a3b8ffa52b7" providerId="ADAL" clId="{A80269FD-1647-41EA-9465-E4829927D3E9}" dt="2025-11-16T08:22:39.176" v="9024" actId="14100"/>
          <ac:spMkLst>
            <pc:docMk/>
            <pc:sldMk cId="1186569357" sldId="345"/>
            <ac:spMk id="3" creationId="{DF1902C1-5F7D-FBCA-1397-F1648CDB7443}"/>
          </ac:spMkLst>
        </pc:spChg>
        <pc:spChg chg="add mod">
          <ac:chgData name="Teuku Raja Irfan Radarma" userId="cf428174-95ba-4576-8554-3a3b8ffa52b7" providerId="ADAL" clId="{A80269FD-1647-41EA-9465-E4829927D3E9}" dt="2025-11-16T08:23:54.551" v="9091" actId="207"/>
          <ac:spMkLst>
            <pc:docMk/>
            <pc:sldMk cId="1186569357" sldId="345"/>
            <ac:spMk id="6" creationId="{37D30045-3CD5-1C01-4019-DFA2F081BC92}"/>
          </ac:spMkLst>
        </pc:spChg>
        <pc:spChg chg="add mod">
          <ac:chgData name="Teuku Raja Irfan Radarma" userId="cf428174-95ba-4576-8554-3a3b8ffa52b7" providerId="ADAL" clId="{A80269FD-1647-41EA-9465-E4829927D3E9}" dt="2025-11-16T08:23:50.235" v="9090" actId="207"/>
          <ac:spMkLst>
            <pc:docMk/>
            <pc:sldMk cId="1186569357" sldId="345"/>
            <ac:spMk id="7" creationId="{B0A8F291-948F-B3ED-3957-E116EEF24512}"/>
          </ac:spMkLst>
        </pc:spChg>
      </pc:sldChg>
      <pc:sldChg chg="addSp delSp modSp add mod">
        <pc:chgData name="Teuku Raja Irfan Radarma" userId="cf428174-95ba-4576-8554-3a3b8ffa52b7" providerId="ADAL" clId="{A80269FD-1647-41EA-9465-E4829927D3E9}" dt="2025-11-16T08:26:15.996" v="9114" actId="20577"/>
        <pc:sldMkLst>
          <pc:docMk/>
          <pc:sldMk cId="2378158088" sldId="346"/>
        </pc:sldMkLst>
        <pc:spChg chg="add mod">
          <ac:chgData name="Teuku Raja Irfan Radarma" userId="cf428174-95ba-4576-8554-3a3b8ffa52b7" providerId="ADAL" clId="{A80269FD-1647-41EA-9465-E4829927D3E9}" dt="2025-11-16T08:25:03.405" v="9099" actId="1076"/>
          <ac:spMkLst>
            <pc:docMk/>
            <pc:sldMk cId="2378158088" sldId="346"/>
            <ac:spMk id="9" creationId="{5A8B9A21-2775-DA9E-3F84-59B3B231030C}"/>
          </ac:spMkLst>
        </pc:spChg>
        <pc:spChg chg="add mod">
          <ac:chgData name="Teuku Raja Irfan Radarma" userId="cf428174-95ba-4576-8554-3a3b8ffa52b7" providerId="ADAL" clId="{A80269FD-1647-41EA-9465-E4829927D3E9}" dt="2025-11-16T08:25:03.405" v="9099" actId="1076"/>
          <ac:spMkLst>
            <pc:docMk/>
            <pc:sldMk cId="2378158088" sldId="346"/>
            <ac:spMk id="10" creationId="{E0944340-8D74-5944-8568-CA78E02ACACF}"/>
          </ac:spMkLst>
        </pc:spChg>
        <pc:spChg chg="add mod">
          <ac:chgData name="Teuku Raja Irfan Radarma" userId="cf428174-95ba-4576-8554-3a3b8ffa52b7" providerId="ADAL" clId="{A80269FD-1647-41EA-9465-E4829927D3E9}" dt="2025-11-16T08:25:03.405" v="9099" actId="1076"/>
          <ac:spMkLst>
            <pc:docMk/>
            <pc:sldMk cId="2378158088" sldId="346"/>
            <ac:spMk id="11" creationId="{18031638-F7C4-0070-9FD0-714E873E618F}"/>
          </ac:spMkLst>
        </pc:spChg>
        <pc:spChg chg="add mod">
          <ac:chgData name="Teuku Raja Irfan Radarma" userId="cf428174-95ba-4576-8554-3a3b8ffa52b7" providerId="ADAL" clId="{A80269FD-1647-41EA-9465-E4829927D3E9}" dt="2025-11-16T08:25:54.665" v="9106" actId="20577"/>
          <ac:spMkLst>
            <pc:docMk/>
            <pc:sldMk cId="2378158088" sldId="346"/>
            <ac:spMk id="12" creationId="{30268A24-1EA0-8790-8DAC-973CB3132020}"/>
          </ac:spMkLst>
        </pc:spChg>
        <pc:spChg chg="add mod">
          <ac:chgData name="Teuku Raja Irfan Radarma" userId="cf428174-95ba-4576-8554-3a3b8ffa52b7" providerId="ADAL" clId="{A80269FD-1647-41EA-9465-E4829927D3E9}" dt="2025-11-16T08:26:06.440" v="9110" actId="20577"/>
          <ac:spMkLst>
            <pc:docMk/>
            <pc:sldMk cId="2378158088" sldId="346"/>
            <ac:spMk id="13" creationId="{14944150-F86B-821E-5C02-23F3D13C9668}"/>
          </ac:spMkLst>
        </pc:spChg>
        <pc:spChg chg="add mod">
          <ac:chgData name="Teuku Raja Irfan Radarma" userId="cf428174-95ba-4576-8554-3a3b8ffa52b7" providerId="ADAL" clId="{A80269FD-1647-41EA-9465-E4829927D3E9}" dt="2025-11-16T08:26:15.996" v="9114" actId="20577"/>
          <ac:spMkLst>
            <pc:docMk/>
            <pc:sldMk cId="2378158088" sldId="346"/>
            <ac:spMk id="14" creationId="{CBB78542-08B6-5D7E-B8ED-C14C609CA91A}"/>
          </ac:spMkLst>
        </pc:spChg>
      </pc:sldChg>
      <pc:sldChg chg="addSp delSp modSp add mod">
        <pc:chgData name="Teuku Raja Irfan Radarma" userId="cf428174-95ba-4576-8554-3a3b8ffa52b7" providerId="ADAL" clId="{A80269FD-1647-41EA-9465-E4829927D3E9}" dt="2025-11-16T08:26:38.783" v="9118" actId="1076"/>
        <pc:sldMkLst>
          <pc:docMk/>
          <pc:sldMk cId="2073425657" sldId="347"/>
        </pc:sldMkLst>
        <pc:spChg chg="add mod">
          <ac:chgData name="Teuku Raja Irfan Radarma" userId="cf428174-95ba-4576-8554-3a3b8ffa52b7" providerId="ADAL" clId="{A80269FD-1647-41EA-9465-E4829927D3E9}" dt="2025-11-16T08:26:38.783" v="9118" actId="1076"/>
          <ac:spMkLst>
            <pc:docMk/>
            <pc:sldMk cId="2073425657" sldId="347"/>
            <ac:spMk id="3" creationId="{05154078-A189-EB5A-50F8-01D4A12B135C}"/>
          </ac:spMkLst>
        </pc:spChg>
        <pc:spChg chg="add mod">
          <ac:chgData name="Teuku Raja Irfan Radarma" userId="cf428174-95ba-4576-8554-3a3b8ffa52b7" providerId="ADAL" clId="{A80269FD-1647-41EA-9465-E4829927D3E9}" dt="2025-11-16T08:26:38.783" v="9118" actId="1076"/>
          <ac:spMkLst>
            <pc:docMk/>
            <pc:sldMk cId="2073425657" sldId="347"/>
            <ac:spMk id="5" creationId="{0438DA8F-AA82-6A1F-0CE6-7B89D2D49D6A}"/>
          </ac:spMkLst>
        </pc:spChg>
        <pc:spChg chg="add mod">
          <ac:chgData name="Teuku Raja Irfan Radarma" userId="cf428174-95ba-4576-8554-3a3b8ffa52b7" providerId="ADAL" clId="{A80269FD-1647-41EA-9465-E4829927D3E9}" dt="2025-11-16T08:26:38.783" v="9118" actId="1076"/>
          <ac:spMkLst>
            <pc:docMk/>
            <pc:sldMk cId="2073425657" sldId="347"/>
            <ac:spMk id="6" creationId="{72215784-D0E5-CF53-4B6A-914A79F90A0D}"/>
          </ac:spMkLst>
        </pc:spChg>
        <pc:spChg chg="add mod">
          <ac:chgData name="Teuku Raja Irfan Radarma" userId="cf428174-95ba-4576-8554-3a3b8ffa52b7" providerId="ADAL" clId="{A80269FD-1647-41EA-9465-E4829927D3E9}" dt="2025-11-16T08:26:38.783" v="9118" actId="1076"/>
          <ac:spMkLst>
            <pc:docMk/>
            <pc:sldMk cId="2073425657" sldId="347"/>
            <ac:spMk id="7" creationId="{336F64B8-E1FA-3A4D-3251-1CE9D870EF2B}"/>
          </ac:spMkLst>
        </pc:spChg>
        <pc:spChg chg="add mod">
          <ac:chgData name="Teuku Raja Irfan Radarma" userId="cf428174-95ba-4576-8554-3a3b8ffa52b7" providerId="ADAL" clId="{A80269FD-1647-41EA-9465-E4829927D3E9}" dt="2025-11-16T08:26:38.783" v="9118" actId="1076"/>
          <ac:spMkLst>
            <pc:docMk/>
            <pc:sldMk cId="2073425657" sldId="347"/>
            <ac:spMk id="18" creationId="{68EA5E59-4FDE-4430-1879-47DD53FA1638}"/>
          </ac:spMkLst>
        </pc:spChg>
        <pc:spChg chg="add mod">
          <ac:chgData name="Teuku Raja Irfan Radarma" userId="cf428174-95ba-4576-8554-3a3b8ffa52b7" providerId="ADAL" clId="{A80269FD-1647-41EA-9465-E4829927D3E9}" dt="2025-11-16T08:26:38.783" v="9118" actId="1076"/>
          <ac:spMkLst>
            <pc:docMk/>
            <pc:sldMk cId="2073425657" sldId="347"/>
            <ac:spMk id="19" creationId="{B0316E0D-6534-588D-FEE4-B50859D2FBA9}"/>
          </ac:spMkLst>
        </pc:spChg>
        <pc:spChg chg="add mod">
          <ac:chgData name="Teuku Raja Irfan Radarma" userId="cf428174-95ba-4576-8554-3a3b8ffa52b7" providerId="ADAL" clId="{A80269FD-1647-41EA-9465-E4829927D3E9}" dt="2025-11-16T08:26:38.783" v="9118" actId="1076"/>
          <ac:spMkLst>
            <pc:docMk/>
            <pc:sldMk cId="2073425657" sldId="347"/>
            <ac:spMk id="20" creationId="{9A08AF72-5625-DEA1-E1D8-8A5E0EA6BA83}"/>
          </ac:spMkLst>
        </pc:spChg>
        <pc:spChg chg="add mod">
          <ac:chgData name="Teuku Raja Irfan Radarma" userId="cf428174-95ba-4576-8554-3a3b8ffa52b7" providerId="ADAL" clId="{A80269FD-1647-41EA-9465-E4829927D3E9}" dt="2025-11-16T08:26:38.783" v="9118" actId="1076"/>
          <ac:spMkLst>
            <pc:docMk/>
            <pc:sldMk cId="2073425657" sldId="347"/>
            <ac:spMk id="21" creationId="{29EBA80D-1A1B-1EBF-7E3F-69B9664254AD}"/>
          </ac:spMkLst>
        </pc:spChg>
        <pc:spChg chg="add mod">
          <ac:chgData name="Teuku Raja Irfan Radarma" userId="cf428174-95ba-4576-8554-3a3b8ffa52b7" providerId="ADAL" clId="{A80269FD-1647-41EA-9465-E4829927D3E9}" dt="2025-11-16T08:26:38.783" v="9118" actId="1076"/>
          <ac:spMkLst>
            <pc:docMk/>
            <pc:sldMk cId="2073425657" sldId="347"/>
            <ac:spMk id="22" creationId="{C58F65E5-3846-FA56-C45C-7B2176A14AE9}"/>
          </ac:spMkLst>
        </pc:spChg>
        <pc:spChg chg="add mod">
          <ac:chgData name="Teuku Raja Irfan Radarma" userId="cf428174-95ba-4576-8554-3a3b8ffa52b7" providerId="ADAL" clId="{A80269FD-1647-41EA-9465-E4829927D3E9}" dt="2025-11-16T08:26:38.783" v="9118" actId="1076"/>
          <ac:spMkLst>
            <pc:docMk/>
            <pc:sldMk cId="2073425657" sldId="347"/>
            <ac:spMk id="23" creationId="{6555341C-D545-E71C-6A49-E97A49E73689}"/>
          </ac:spMkLst>
        </pc:spChg>
      </pc:sldChg>
      <pc:sldChg chg="addSp modSp new mod">
        <pc:chgData name="Teuku Raja Irfan Radarma" userId="cf428174-95ba-4576-8554-3a3b8ffa52b7" providerId="ADAL" clId="{A80269FD-1647-41EA-9465-E4829927D3E9}" dt="2025-11-16T09:00:42.352" v="9572" actId="1076"/>
        <pc:sldMkLst>
          <pc:docMk/>
          <pc:sldMk cId="4030598052" sldId="348"/>
        </pc:sldMkLst>
        <pc:spChg chg="mod">
          <ac:chgData name="Teuku Raja Irfan Radarma" userId="cf428174-95ba-4576-8554-3a3b8ffa52b7" providerId="ADAL" clId="{A80269FD-1647-41EA-9465-E4829927D3E9}" dt="2025-11-16T09:00:39.071" v="9571" actId="20577"/>
          <ac:spMkLst>
            <pc:docMk/>
            <pc:sldMk cId="4030598052" sldId="348"/>
            <ac:spMk id="2" creationId="{1D645018-87D5-1EEC-18F0-7252B1453A6D}"/>
          </ac:spMkLst>
        </pc:spChg>
        <pc:spChg chg="mod">
          <ac:chgData name="Teuku Raja Irfan Radarma" userId="cf428174-95ba-4576-8554-3a3b8ffa52b7" providerId="ADAL" clId="{A80269FD-1647-41EA-9465-E4829927D3E9}" dt="2025-11-16T09:00:42.352" v="9572" actId="1076"/>
          <ac:spMkLst>
            <pc:docMk/>
            <pc:sldMk cId="4030598052" sldId="348"/>
            <ac:spMk id="4" creationId="{F72A8703-1BF8-63A8-E17B-22A432EA3F88}"/>
          </ac:spMkLst>
        </pc:spChg>
      </pc:sldChg>
      <pc:sldChg chg="modSp add mod">
        <pc:chgData name="Teuku Raja Irfan Radarma" userId="cf428174-95ba-4576-8554-3a3b8ffa52b7" providerId="ADAL" clId="{A80269FD-1647-41EA-9465-E4829927D3E9}" dt="2025-11-16T08:52:06.042" v="9369" actId="27636"/>
        <pc:sldMkLst>
          <pc:docMk/>
          <pc:sldMk cId="184288217" sldId="349"/>
        </pc:sldMkLst>
        <pc:spChg chg="mod">
          <ac:chgData name="Teuku Raja Irfan Radarma" userId="cf428174-95ba-4576-8554-3a3b8ffa52b7" providerId="ADAL" clId="{A80269FD-1647-41EA-9465-E4829927D3E9}" dt="2025-11-16T08:51:25.598" v="9350"/>
          <ac:spMkLst>
            <pc:docMk/>
            <pc:sldMk cId="184288217" sldId="349"/>
            <ac:spMk id="2" creationId="{4AB7F51F-1571-669A-C31F-4DEDD96B2F17}"/>
          </ac:spMkLst>
        </pc:spChg>
        <pc:spChg chg="mod">
          <ac:chgData name="Teuku Raja Irfan Radarma" userId="cf428174-95ba-4576-8554-3a3b8ffa52b7" providerId="ADAL" clId="{A80269FD-1647-41EA-9465-E4829927D3E9}" dt="2025-11-16T08:52:06.042" v="9369" actId="27636"/>
          <ac:spMkLst>
            <pc:docMk/>
            <pc:sldMk cId="184288217" sldId="349"/>
            <ac:spMk id="4" creationId="{F9323583-129F-732F-3E8C-FFA686138EDA}"/>
          </ac:spMkLst>
        </pc:spChg>
      </pc:sldChg>
      <pc:sldChg chg="modSp add mod">
        <pc:chgData name="Teuku Raja Irfan Radarma" userId="cf428174-95ba-4576-8554-3a3b8ffa52b7" providerId="ADAL" clId="{A80269FD-1647-41EA-9465-E4829927D3E9}" dt="2025-11-16T08:57:51.397" v="9515" actId="14100"/>
        <pc:sldMkLst>
          <pc:docMk/>
          <pc:sldMk cId="437662986" sldId="350"/>
        </pc:sldMkLst>
        <pc:spChg chg="mod">
          <ac:chgData name="Teuku Raja Irfan Radarma" userId="cf428174-95ba-4576-8554-3a3b8ffa52b7" providerId="ADAL" clId="{A80269FD-1647-41EA-9465-E4829927D3E9}" dt="2025-11-16T08:57:51.397" v="9515" actId="14100"/>
          <ac:spMkLst>
            <pc:docMk/>
            <pc:sldMk cId="437662986" sldId="350"/>
            <ac:spMk id="4" creationId="{97D91AB9-412D-738E-B111-B04F210D8EE7}"/>
          </ac:spMkLst>
        </pc:spChg>
      </pc:sldChg>
      <pc:sldChg chg="modSp add mod">
        <pc:chgData name="Teuku Raja Irfan Radarma" userId="cf428174-95ba-4576-8554-3a3b8ffa52b7" providerId="ADAL" clId="{A80269FD-1647-41EA-9465-E4829927D3E9}" dt="2025-11-16T08:54:01.830" v="9430" actId="27636"/>
        <pc:sldMkLst>
          <pc:docMk/>
          <pc:sldMk cId="323715114" sldId="351"/>
        </pc:sldMkLst>
        <pc:spChg chg="mod">
          <ac:chgData name="Teuku Raja Irfan Radarma" userId="cf428174-95ba-4576-8554-3a3b8ffa52b7" providerId="ADAL" clId="{A80269FD-1647-41EA-9465-E4829927D3E9}" dt="2025-11-16T08:53:21.545" v="9408"/>
          <ac:spMkLst>
            <pc:docMk/>
            <pc:sldMk cId="323715114" sldId="351"/>
            <ac:spMk id="2" creationId="{0422515D-063D-A3CF-3C2C-C15F4BC15A4D}"/>
          </ac:spMkLst>
        </pc:spChg>
        <pc:spChg chg="mod">
          <ac:chgData name="Teuku Raja Irfan Radarma" userId="cf428174-95ba-4576-8554-3a3b8ffa52b7" providerId="ADAL" clId="{A80269FD-1647-41EA-9465-E4829927D3E9}" dt="2025-11-16T08:54:01.830" v="9430" actId="27636"/>
          <ac:spMkLst>
            <pc:docMk/>
            <pc:sldMk cId="323715114" sldId="351"/>
            <ac:spMk id="4" creationId="{EC410417-CB3C-5403-A168-816FA97C1868}"/>
          </ac:spMkLst>
        </pc:spChg>
      </pc:sldChg>
      <pc:sldChg chg="modSp add mod ord">
        <pc:chgData name="Teuku Raja Irfan Radarma" userId="cf428174-95ba-4576-8554-3a3b8ffa52b7" providerId="ADAL" clId="{A80269FD-1647-41EA-9465-E4829927D3E9}" dt="2025-11-16T09:00:08.491" v="9553"/>
        <pc:sldMkLst>
          <pc:docMk/>
          <pc:sldMk cId="3901029982" sldId="352"/>
        </pc:sldMkLst>
        <pc:spChg chg="mod">
          <ac:chgData name="Teuku Raja Irfan Radarma" userId="cf428174-95ba-4576-8554-3a3b8ffa52b7" providerId="ADAL" clId="{A80269FD-1647-41EA-9465-E4829927D3E9}" dt="2025-11-16T08:54:30.014" v="9435"/>
          <ac:spMkLst>
            <pc:docMk/>
            <pc:sldMk cId="3901029982" sldId="352"/>
            <ac:spMk id="2" creationId="{A3AB73BD-8BBB-C6A5-87FD-7BE36C86A867}"/>
          </ac:spMkLst>
        </pc:spChg>
        <pc:spChg chg="mod">
          <ac:chgData name="Teuku Raja Irfan Radarma" userId="cf428174-95ba-4576-8554-3a3b8ffa52b7" providerId="ADAL" clId="{A80269FD-1647-41EA-9465-E4829927D3E9}" dt="2025-11-16T08:57:22.329" v="9509" actId="20577"/>
          <ac:spMkLst>
            <pc:docMk/>
            <pc:sldMk cId="3901029982" sldId="352"/>
            <ac:spMk id="4" creationId="{22597969-0FE1-1E33-690A-2F9E0D0161C8}"/>
          </ac:spMkLst>
        </pc:spChg>
      </pc:sldChg>
      <pc:sldChg chg="addSp delSp modSp new mod">
        <pc:chgData name="Teuku Raja Irfan Radarma" userId="cf428174-95ba-4576-8554-3a3b8ffa52b7" providerId="ADAL" clId="{A80269FD-1647-41EA-9465-E4829927D3E9}" dt="2025-11-16T08:59:43.265" v="9550" actId="403"/>
        <pc:sldMkLst>
          <pc:docMk/>
          <pc:sldMk cId="717219447" sldId="354"/>
        </pc:sldMkLst>
        <pc:spChg chg="add mod">
          <ac:chgData name="Teuku Raja Irfan Radarma" userId="cf428174-95ba-4576-8554-3a3b8ffa52b7" providerId="ADAL" clId="{A80269FD-1647-41EA-9465-E4829927D3E9}" dt="2025-11-16T08:58:46.171" v="9529" actId="20577"/>
          <ac:spMkLst>
            <pc:docMk/>
            <pc:sldMk cId="717219447" sldId="354"/>
            <ac:spMk id="4" creationId="{19E83176-7C1A-CE5F-7BB0-28B1D3F70214}"/>
          </ac:spMkLst>
        </pc:spChg>
        <pc:spChg chg="add mod">
          <ac:chgData name="Teuku Raja Irfan Radarma" userId="cf428174-95ba-4576-8554-3a3b8ffa52b7" providerId="ADAL" clId="{A80269FD-1647-41EA-9465-E4829927D3E9}" dt="2025-11-16T08:59:43.265" v="9550" actId="403"/>
          <ac:spMkLst>
            <pc:docMk/>
            <pc:sldMk cId="717219447" sldId="354"/>
            <ac:spMk id="5" creationId="{B07E3BB3-5A73-84AF-FC26-5AB014F57403}"/>
          </ac:spMkLst>
        </pc:spChg>
      </pc:sldChg>
      <pc:sldChg chg="modSp add mod ord">
        <pc:chgData name="Teuku Raja Irfan Radarma" userId="cf428174-95ba-4576-8554-3a3b8ffa52b7" providerId="ADAL" clId="{A80269FD-1647-41EA-9465-E4829927D3E9}" dt="2025-11-17T00:07:41.614" v="9797" actId="20577"/>
        <pc:sldMkLst>
          <pc:docMk/>
          <pc:sldMk cId="390435890" sldId="355"/>
        </pc:sldMkLst>
        <pc:spChg chg="mod">
          <ac:chgData name="Teuku Raja Irfan Radarma" userId="cf428174-95ba-4576-8554-3a3b8ffa52b7" providerId="ADAL" clId="{A80269FD-1647-41EA-9465-E4829927D3E9}" dt="2025-11-16T09:00:19.886" v="9560" actId="404"/>
          <ac:spMkLst>
            <pc:docMk/>
            <pc:sldMk cId="390435890" sldId="355"/>
            <ac:spMk id="2" creationId="{B0003AA4-F0EE-099A-1F0F-6558EC516318}"/>
          </ac:spMkLst>
        </pc:spChg>
        <pc:spChg chg="mod">
          <ac:chgData name="Teuku Raja Irfan Radarma" userId="cf428174-95ba-4576-8554-3a3b8ffa52b7" providerId="ADAL" clId="{A80269FD-1647-41EA-9465-E4829927D3E9}" dt="2025-11-17T00:07:41.614" v="9797" actId="20577"/>
          <ac:spMkLst>
            <pc:docMk/>
            <pc:sldMk cId="390435890" sldId="355"/>
            <ac:spMk id="4" creationId="{541BB6E2-BFBE-3CC6-4117-0F6023778159}"/>
          </ac:spMkLst>
        </pc:spChg>
      </pc:sldChg>
      <pc:sldMasterChg chg="modSldLayout">
        <pc:chgData name="Teuku Raja Irfan Radarma" userId="cf428174-95ba-4576-8554-3a3b8ffa52b7" providerId="ADAL" clId="{A80269FD-1647-41EA-9465-E4829927D3E9}" dt="2025-11-09T10:40:41.058" v="1846" actId="20577"/>
        <pc:sldMasterMkLst>
          <pc:docMk/>
          <pc:sldMasterMk cId="856379123" sldId="2147483648"/>
        </pc:sldMasterMkLst>
        <pc:sldLayoutChg chg="modSp mod">
          <pc:chgData name="Teuku Raja Irfan Radarma" userId="cf428174-95ba-4576-8554-3a3b8ffa52b7" providerId="ADAL" clId="{A80269FD-1647-41EA-9465-E4829927D3E9}" dt="2025-11-09T10:40:41.058" v="1846" actId="20577"/>
          <pc:sldLayoutMkLst>
            <pc:docMk/>
            <pc:sldMasterMk cId="856379123" sldId="2147483648"/>
            <pc:sldLayoutMk cId="4051033477" sldId="2147483650"/>
          </pc:sldLayoutMkLst>
          <pc:spChg chg="mod">
            <ac:chgData name="Teuku Raja Irfan Radarma" userId="cf428174-95ba-4576-8554-3a3b8ffa52b7" providerId="ADAL" clId="{A80269FD-1647-41EA-9465-E4829927D3E9}" dt="2025-11-09T10:40:41.058" v="1846" actId="20577"/>
            <ac:spMkLst>
              <pc:docMk/>
              <pc:sldMasterMk cId="856379123" sldId="2147483648"/>
              <pc:sldLayoutMk cId="4051033477" sldId="2147483650"/>
              <ac:spMk id="9" creationId="{15F53667-E945-14D4-A90C-05D1E426649F}"/>
            </ac:spMkLst>
          </pc:spChg>
        </pc:sldLayoutChg>
        <pc:sldLayoutChg chg="delSp modSp mod">
          <pc:chgData name="Teuku Raja Irfan Radarma" userId="cf428174-95ba-4576-8554-3a3b8ffa52b7" providerId="ADAL" clId="{A80269FD-1647-41EA-9465-E4829927D3E9}" dt="2025-11-09T09:13:34.720" v="486" actId="20577"/>
          <pc:sldLayoutMkLst>
            <pc:docMk/>
            <pc:sldMasterMk cId="856379123" sldId="2147483648"/>
            <pc:sldLayoutMk cId="2508048250" sldId="2147483662"/>
          </pc:sldLayoutMkLst>
          <pc:spChg chg="mod">
            <ac:chgData name="Teuku Raja Irfan Radarma" userId="cf428174-95ba-4576-8554-3a3b8ffa52b7" providerId="ADAL" clId="{A80269FD-1647-41EA-9465-E4829927D3E9}" dt="2025-11-09T09:13:34.720" v="486" actId="20577"/>
            <ac:spMkLst>
              <pc:docMk/>
              <pc:sldMasterMk cId="856379123" sldId="2147483648"/>
              <pc:sldLayoutMk cId="2508048250" sldId="2147483662"/>
              <ac:spMk id="2" creationId="{34BC7E75-7FE4-6D39-F18B-B1386AA76CC2}"/>
            </ac:spMkLst>
          </pc:spChg>
          <pc:spChg chg="mod">
            <ac:chgData name="Teuku Raja Irfan Radarma" userId="cf428174-95ba-4576-8554-3a3b8ffa52b7" providerId="ADAL" clId="{A80269FD-1647-41EA-9465-E4829927D3E9}" dt="2025-11-09T09:13:20.292" v="472" actId="20577"/>
            <ac:spMkLst>
              <pc:docMk/>
              <pc:sldMasterMk cId="856379123" sldId="2147483648"/>
              <pc:sldLayoutMk cId="2508048250" sldId="2147483662"/>
              <ac:spMk id="3" creationId="{16CA9344-337A-6909-2D92-1C9349DCCECD}"/>
            </ac:spMkLst>
          </pc:spChg>
          <pc:picChg chg="mod">
            <ac:chgData name="Teuku Raja Irfan Radarma" userId="cf428174-95ba-4576-8554-3a3b8ffa52b7" providerId="ADAL" clId="{A80269FD-1647-41EA-9465-E4829927D3E9}" dt="2025-11-09T09:13:12.990" v="470" actId="1076"/>
            <ac:picMkLst>
              <pc:docMk/>
              <pc:sldMasterMk cId="856379123" sldId="2147483648"/>
              <pc:sldLayoutMk cId="2508048250" sldId="2147483662"/>
              <ac:picMk id="76" creationId="{7E189709-2B81-101F-AB9F-CDAD6BD8B7AA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8B011F-D7B6-4AA5-96DB-211285231097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C40E93-FF8B-448D-BBEA-F694856742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219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BB156A4-E5DC-BD9E-0277-60026C66B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318135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err="1"/>
              <a:t>gambar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CE7D8F-8D59-78B8-97D8-AA1D3D293B00}"/>
              </a:ext>
            </a:extLst>
          </p:cNvPr>
          <p:cNvSpPr/>
          <p:nvPr userDrawn="1"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0202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12" descr="Black and white 3D wave design">
            <a:extLst>
              <a:ext uri="{FF2B5EF4-FFF2-40B4-BE49-F238E27FC236}">
                <a16:creationId xmlns:a16="http://schemas.microsoft.com/office/drawing/2014/main" id="{A355B9C9-62AF-74CB-DD64-6E68C347AA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1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362" b="18638"/>
          <a:stretch/>
        </p:blipFill>
        <p:spPr>
          <a:xfrm>
            <a:off x="0" y="3429000"/>
            <a:ext cx="12192000" cy="3429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8DAEF-925F-5505-B516-1E35B4B578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4375" y="3429000"/>
            <a:ext cx="9144000" cy="971551"/>
          </a:xfrm>
        </p:spPr>
        <p:txBody>
          <a:bodyPr anchor="b">
            <a:no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168B28-1F01-2FE5-5F22-7A39033B9E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4375" y="4400551"/>
            <a:ext cx="9144000" cy="1586467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E4D30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60B2D-CEA2-41AE-A645-252274BF3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DC5E43-CB27-49BC-9DB7-94D08E117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58E01D-DC36-7F62-6787-C7D44BBAE6BF}"/>
              </a:ext>
            </a:extLst>
          </p:cNvPr>
          <p:cNvSpPr/>
          <p:nvPr userDrawn="1"/>
        </p:nvSpPr>
        <p:spPr>
          <a:xfrm>
            <a:off x="0" y="3181351"/>
            <a:ext cx="12192000" cy="247649"/>
          </a:xfrm>
          <a:prstGeom prst="rect">
            <a:avLst/>
          </a:prstGeom>
          <a:solidFill>
            <a:srgbClr val="E4D30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5CB65A2-F0D1-50E5-D300-FA692A08196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9900" y="5589587"/>
            <a:ext cx="1004887" cy="100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6BD6353-9C57-985F-CA0D-9FE168345B41}"/>
              </a:ext>
            </a:extLst>
          </p:cNvPr>
          <p:cNvSpPr txBox="1"/>
          <p:nvPr userDrawn="1"/>
        </p:nvSpPr>
        <p:spPr>
          <a:xfrm>
            <a:off x="821285" y="5987018"/>
            <a:ext cx="2398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>
                <a:solidFill>
                  <a:schemeClr val="bg1"/>
                </a:solidFill>
                <a:latin typeface="Monotype Corsiva" panose="03010101010201010101" pitchFamily="66" charset="0"/>
              </a:rPr>
              <a:t>Teuku Raja Irfan Radarma</a:t>
            </a:r>
          </a:p>
        </p:txBody>
      </p:sp>
    </p:spTree>
    <p:extLst>
      <p:ext uri="{BB962C8B-B14F-4D97-AF65-F5344CB8AC3E}">
        <p14:creationId xmlns:p14="http://schemas.microsoft.com/office/powerpoint/2010/main" val="506968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lose up of a person's eye">
            <a:extLst>
              <a:ext uri="{FF2B5EF4-FFF2-40B4-BE49-F238E27FC236}">
                <a16:creationId xmlns:a16="http://schemas.microsoft.com/office/drawing/2014/main" id="{7097E4FB-807E-8E70-4956-74A7B808D6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CB613F-A1B4-D3C7-25DC-8D05E3B77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5D33C7-84C4-AE72-483B-24AB2536C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3AD0E7-98AD-8F4A-8F09-61E3DF391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B0453B-D8CA-A3F8-13B2-F7A61DF82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fld id="{8A7409E4-D43D-4036-AE02-5131D818BD5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3A7DC0A-71C4-5E52-9E70-C5B7695D5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7985760" cy="38645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16101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rgbClr val="E4D3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Black and white 3D wave design">
            <a:extLst>
              <a:ext uri="{FF2B5EF4-FFF2-40B4-BE49-F238E27FC236}">
                <a16:creationId xmlns:a16="http://schemas.microsoft.com/office/drawing/2014/main" id="{3BEFDFC4-5A88-4EA9-1BBB-C17CD8718F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44" b="142"/>
          <a:stretch/>
        </p:blipFill>
        <p:spPr>
          <a:xfrm>
            <a:off x="0" y="-52"/>
            <a:ext cx="12192000" cy="685805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A9344-337A-6909-2D92-1C9349DCC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3074" y="1084469"/>
            <a:ext cx="5800725" cy="467723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C0B2564-55DA-FA4D-DBFE-A8A986B928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9900" y="5589587"/>
            <a:ext cx="1004887" cy="100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173B85BB-CF98-A57C-3915-986D51559C89}"/>
              </a:ext>
            </a:extLst>
          </p:cNvPr>
          <p:cNvSpPr/>
          <p:nvPr userDrawn="1"/>
        </p:nvSpPr>
        <p:spPr>
          <a:xfrm>
            <a:off x="791497" y="1084469"/>
            <a:ext cx="4259363" cy="4259363"/>
          </a:xfrm>
          <a:prstGeom prst="ellipse">
            <a:avLst/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latin typeface="Britannic Bold" panose="020B0903060703020204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7249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solidFill>
          <a:srgbClr val="E4D3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75" descr="Black and white 3D wave design">
            <a:extLst>
              <a:ext uri="{FF2B5EF4-FFF2-40B4-BE49-F238E27FC236}">
                <a16:creationId xmlns:a16="http://schemas.microsoft.com/office/drawing/2014/main" id="{7E189709-2B81-101F-AB9F-CDAD6BD8B7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44" b="142"/>
          <a:stretch/>
        </p:blipFill>
        <p:spPr>
          <a:xfrm>
            <a:off x="0" y="-52"/>
            <a:ext cx="12192000" cy="68580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BC7E75-7FE4-6D39-F18B-B1386AA76C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2880" y="528480"/>
            <a:ext cx="4820920" cy="13255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Class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A9344-337A-6909-2D92-1C9349DCC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2880" y="1854043"/>
            <a:ext cx="4820920" cy="4183063"/>
          </a:xfrm>
        </p:spPr>
        <p:txBody>
          <a:bodyPr>
            <a:noAutofit/>
          </a:bodyPr>
          <a:lstStyle>
            <a:lvl1pPr marL="233363" indent="-233363">
              <a:spcBef>
                <a:spcPts val="400"/>
              </a:spcBef>
              <a:buFont typeface="+mj-lt"/>
              <a:buAutoNum type="alphaUcPeriod"/>
              <a:defRPr sz="1200" b="0"/>
            </a:lvl1pPr>
          </a:lstStyle>
          <a:p>
            <a:pPr lvl="0"/>
            <a:endParaRPr lang="en-US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C0B2564-55DA-FA4D-DBFE-A8A986B928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168274"/>
            <a:ext cx="492759" cy="492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8048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alphaModFix amt="43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030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7E75-7FE4-6D39-F18B-B1386AA76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A9344-337A-6909-2D92-1C9349DCCE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1A638-2012-C8F7-B6C4-19C8D7A24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8A7409E4-D43D-4036-AE02-5131D818BD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4C1D878A-61B4-78B6-AAC0-3F588E250FB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6343496"/>
            <a:ext cx="390832" cy="390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61C4515-3840-A960-FE52-B3F6DE635CB7}"/>
              </a:ext>
            </a:extLst>
          </p:cNvPr>
          <p:cNvSpPr/>
          <p:nvPr userDrawn="1"/>
        </p:nvSpPr>
        <p:spPr>
          <a:xfrm>
            <a:off x="838200" y="6181930"/>
            <a:ext cx="10515600" cy="90795"/>
          </a:xfrm>
          <a:prstGeom prst="rect">
            <a:avLst/>
          </a:prstGeom>
          <a:solidFill>
            <a:srgbClr val="E4D30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F53667-E945-14D4-A90C-05D1E426649F}"/>
              </a:ext>
            </a:extLst>
          </p:cNvPr>
          <p:cNvSpPr txBox="1"/>
          <p:nvPr userDrawn="1"/>
        </p:nvSpPr>
        <p:spPr>
          <a:xfrm>
            <a:off x="1229032" y="6369635"/>
            <a:ext cx="11769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IS Auditing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C8BFCB-A454-9040-8DBF-4E9479BE3D05}"/>
              </a:ext>
            </a:extLst>
          </p:cNvPr>
          <p:cNvSpPr txBox="1"/>
          <p:nvPr userDrawn="1"/>
        </p:nvSpPr>
        <p:spPr>
          <a:xfrm>
            <a:off x="4038600" y="6382921"/>
            <a:ext cx="411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>
                    <a:lumMod val="65000"/>
                  </a:schemeClr>
                </a:solidFill>
                <a:latin typeface="Monotype Corsiva" panose="03010101010201010101" pitchFamily="66" charset="0"/>
              </a:rPr>
              <a:t>Teuku Raja Irfan Radarma</a:t>
            </a:r>
          </a:p>
        </p:txBody>
      </p:sp>
    </p:spTree>
    <p:extLst>
      <p:ext uri="{BB962C8B-B14F-4D97-AF65-F5344CB8AC3E}">
        <p14:creationId xmlns:p14="http://schemas.microsoft.com/office/powerpoint/2010/main" val="4051033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n abstract circuit line pattern">
            <a:extLst>
              <a:ext uri="{FF2B5EF4-FFF2-40B4-BE49-F238E27FC236}">
                <a16:creationId xmlns:a16="http://schemas.microsoft.com/office/drawing/2014/main" id="{2E3B5FA6-2D9D-F25E-D8E6-3606BD33D9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90" r="13390"/>
          <a:stretch/>
        </p:blipFill>
        <p:spPr>
          <a:xfrm>
            <a:off x="4673600" y="12383"/>
            <a:ext cx="7530044" cy="6858000"/>
          </a:xfrm>
          <a:prstGeom prst="rect">
            <a:avLst/>
          </a:prstGeom>
        </p:spPr>
      </p:pic>
      <p:sp>
        <p:nvSpPr>
          <p:cNvPr id="9" name="Rectangle: Top Corners One Rounded and One Snipped 8">
            <a:extLst>
              <a:ext uri="{FF2B5EF4-FFF2-40B4-BE49-F238E27FC236}">
                <a16:creationId xmlns:a16="http://schemas.microsoft.com/office/drawing/2014/main" id="{FC9CD173-9628-4C1C-B2C0-F3C9483E2467}"/>
              </a:ext>
            </a:extLst>
          </p:cNvPr>
          <p:cNvSpPr/>
          <p:nvPr userDrawn="1"/>
        </p:nvSpPr>
        <p:spPr>
          <a:xfrm rot="5400000">
            <a:off x="647700" y="-647700"/>
            <a:ext cx="6858000" cy="815340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A4424C-1456-7F97-A7D5-3DFD9B8CD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3881"/>
            <a:ext cx="620268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8E1FD0-24D3-2D6F-5433-75B6F1C96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429000"/>
            <a:ext cx="620268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E4D304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5E53B8-72CD-0A6A-3B80-9F5393F6B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71FB3-C06E-7810-07B1-3767D5B97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8B63C4CD-A611-EAA3-45C7-78686547DDB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282407"/>
            <a:ext cx="1004887" cy="100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E527D52-8D29-D3D2-5F30-3F229C472DEE}"/>
              </a:ext>
            </a:extLst>
          </p:cNvPr>
          <p:cNvCxnSpPr>
            <a:endCxn id="9" idx="3"/>
          </p:cNvCxnSpPr>
          <p:nvPr userDrawn="1"/>
        </p:nvCxnSpPr>
        <p:spPr>
          <a:xfrm>
            <a:off x="8153400" y="0"/>
            <a:ext cx="0" cy="3429000"/>
          </a:xfrm>
          <a:prstGeom prst="line">
            <a:avLst/>
          </a:prstGeom>
          <a:ln w="57150">
            <a:solidFill>
              <a:srgbClr val="E4D30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0B7E5C7-ECC4-BCC4-E23E-CB22CCFC232D}"/>
              </a:ext>
            </a:extLst>
          </p:cNvPr>
          <p:cNvCxnSpPr>
            <a:cxnSpLocks/>
            <a:stCxn id="9" idx="3"/>
          </p:cNvCxnSpPr>
          <p:nvPr userDrawn="1"/>
        </p:nvCxnSpPr>
        <p:spPr>
          <a:xfrm flipH="1">
            <a:off x="4736592" y="3429000"/>
            <a:ext cx="3416808" cy="3429000"/>
          </a:xfrm>
          <a:prstGeom prst="line">
            <a:avLst/>
          </a:prstGeom>
          <a:ln w="57150">
            <a:solidFill>
              <a:srgbClr val="E4D30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6023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339DA-2C22-495A-2050-6632D4241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96BE6-213D-EF68-7FCB-613DB5BCFF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C32821-2212-FFB9-8249-88BDBE3D9C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D76F88-C5C8-264D-104C-A8C264A8D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CD97FB-8025-8A85-C4AA-B9128331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09E2AB-897E-B2A9-EB39-1CFF362F7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120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C6799-6B4B-00CC-0737-327765019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7FFA02-90BB-B2B5-F035-1C834F4769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B53401-9F40-AD3E-0626-D55823BF1A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0E4F6A-F81F-0E7F-8D54-856873A1D9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BA935B-D069-9460-4459-BF4D1D4932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6A9E23-9F18-ED1A-5DF1-9B0659DCB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11A36E-FBBF-9DCF-9938-2599539D8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5949C8-15FA-726E-9C27-0DC40D7CC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850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6EF09-B442-1926-2CD5-24B30BDBF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32F290-9AE9-8C71-BA7A-CE5ABDFDC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6E5225-F528-20C2-D92B-5FEE98536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C12FF7-F415-B014-9D3D-942DAC5CA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311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F4E34C-3DBB-E858-47C3-68A12A3B4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6EAC0A-8994-E667-28A8-BC08BB604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9ED37-C602-70E8-A682-FF5465E27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140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477C2-2768-98B0-D674-F152E5CF8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5BF90-F561-63B7-96CC-31B426784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A228BE-E891-B74B-F5EF-3894938C5B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E967D9-385F-34B4-C1A5-643B078A7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B2162B-4D97-B1C3-1432-88BFDEF81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B6EB3-DD1D-8098-2466-15E2FBB64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5413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A1925-552C-C9C0-0DE6-8B703D980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CC4691-06F7-2B6D-3ACF-957758B43E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9DB517-F705-71BB-6D17-355C2DE105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B9A284-8754-89F8-CE20-4D91029CC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510707-1F15-0831-432A-9385D550E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3C669E-DDDA-5194-C3B2-3EF6414B4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8173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80884-9102-FB05-B313-0DB1F3D81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DF3D2F-3ED5-D4AE-F6F9-0960478455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484E0E-2FA3-4E5B-3DDD-2C48307DA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BDE46-39C9-F262-C10D-C350FA96A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3D60A4-66C4-73A3-7158-2EA17C62A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4365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045FAA-2D37-9057-31D6-C08017EE92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9450B0-FC44-1EA2-4C6E-8D9B1D53D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3412B-7ECC-ACC1-4E68-267CC18E1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86721-00AB-0CC7-EF5F-03EE3AE5D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6E0BF-8927-53D7-5A80-AF7FAEC34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452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2080A8-208E-A677-1C33-0E1B94723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9B18EC-BA8C-2AAB-5F85-DCCDD612B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5ED497-36B7-7E15-015E-68D649EB9C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D94E0-D630-F30C-38E4-A05C88E3F1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CE704-8EE5-E145-606D-E803784D13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379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0" r:id="rId3"/>
    <p:sldLayoutId id="2147483662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4E5C2036-BD6E-3793-4543-1B984AA16F6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01" b="30401"/>
          <a:stretch/>
        </p:blipFill>
        <p:spPr>
          <a:xfrm>
            <a:off x="0" y="0"/>
            <a:ext cx="12192000" cy="318135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17BBDE0-3A4E-3EA2-60B0-F9756E3472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IT Governance Audit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FCC89D4-8169-77D5-D53F-1E998B469C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Information Systems Auditing</a:t>
            </a:r>
          </a:p>
          <a:p>
            <a:r>
              <a:rPr lang="en-US" dirty="0"/>
              <a:t>Class II</a:t>
            </a:r>
          </a:p>
        </p:txBody>
      </p:sp>
    </p:spTree>
    <p:extLst>
      <p:ext uri="{BB962C8B-B14F-4D97-AF65-F5344CB8AC3E}">
        <p14:creationId xmlns:p14="http://schemas.microsoft.com/office/powerpoint/2010/main" val="911610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079CBE2-7ADF-23F1-83BE-26DF183A5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Audit &amp; Standards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COBIT 2019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Auditing IT Governance using COBIT 2019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5074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52C04A-BCBB-9364-2819-8725E6696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Recap</a:t>
            </a:r>
          </a:p>
        </p:txBody>
      </p:sp>
    </p:spTree>
    <p:extLst>
      <p:ext uri="{BB962C8B-B14F-4D97-AF65-F5344CB8AC3E}">
        <p14:creationId xmlns:p14="http://schemas.microsoft.com/office/powerpoint/2010/main" val="2021974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7157F-D729-D43A-6721-923C7B238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5540" y="236651"/>
            <a:ext cx="4820920" cy="1325563"/>
          </a:xfrm>
        </p:spPr>
        <p:txBody>
          <a:bodyPr>
            <a:normAutofit/>
          </a:bodyPr>
          <a:lstStyle/>
          <a:p>
            <a:pPr algn="ctr"/>
            <a:r>
              <a:rPr lang="en-US" sz="4800" dirty="0"/>
              <a:t>Class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F5DB3-7A6F-EDD4-9F33-B3FF6161C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571" y="1682885"/>
            <a:ext cx="5473429" cy="4354221"/>
          </a:xfrm>
        </p:spPr>
        <p:txBody>
          <a:bodyPr/>
          <a:lstStyle/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IT Governance: Concept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b="1" dirty="0"/>
              <a:t>IT Governance: Audit Program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IS Acquisition, Development &amp; Implementation I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IS Acquisition, Development &amp; Implementation II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IS Operation &amp; Business Resilience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Protection of Information Assets I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Protection of Information Assets II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Mid-Term Exam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C09DF7A-9B78-AB11-FA80-26BA72C3D29B}"/>
              </a:ext>
            </a:extLst>
          </p:cNvPr>
          <p:cNvSpPr txBox="1">
            <a:spLocks/>
          </p:cNvSpPr>
          <p:nvPr/>
        </p:nvSpPr>
        <p:spPr>
          <a:xfrm>
            <a:off x="6459167" y="1682885"/>
            <a:ext cx="5340483" cy="43542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33363" indent="-233363" algn="l" defTabSz="914400" rtl="0" eaLnBrk="1" latinLnBrk="0" hangingPunct="1">
              <a:lnSpc>
                <a:spcPct val="90000"/>
              </a:lnSpc>
              <a:spcBef>
                <a:spcPts val="400"/>
              </a:spcBef>
              <a:buFont typeface="+mj-lt"/>
              <a:buAutoNum type="alphaUcPeriod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Basic of Data Analysis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Risk and Control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Parallel Simulation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Analytics and Sampling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Substantive Testing: Sales Cycle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Substantive Testing: Expenditure Cycle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Audit Report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Final Exam</a:t>
            </a:r>
          </a:p>
        </p:txBody>
      </p:sp>
    </p:spTree>
    <p:extLst>
      <p:ext uri="{BB962C8B-B14F-4D97-AF65-F5344CB8AC3E}">
        <p14:creationId xmlns:p14="http://schemas.microsoft.com/office/powerpoint/2010/main" val="4030995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F06DC-C82D-49A7-49E8-24B02235C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Covered Last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F17E5-AD4D-CEBE-F9C3-691B024490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What is Governance?</a:t>
            </a:r>
          </a:p>
          <a:p>
            <a:r>
              <a:rPr lang="en-US" sz="2400" dirty="0"/>
              <a:t>What is IT Governance?</a:t>
            </a:r>
          </a:p>
          <a:p>
            <a:r>
              <a:rPr lang="en-US" sz="2400" dirty="0"/>
              <a:t>Governance vs Management</a:t>
            </a:r>
          </a:p>
          <a:p>
            <a:r>
              <a:rPr lang="en-US" sz="2400" dirty="0"/>
              <a:t>Why IT Governance matters</a:t>
            </a:r>
          </a:p>
          <a:p>
            <a:r>
              <a:rPr lang="en-US" sz="2400" dirty="0"/>
              <a:t>Assignment reflection: evidence, investigation, and audit thinking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DACEAD-C5C5-7B9B-5D94-3516EDDB6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726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61678-8156-B5D7-6985-8F8C864E2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8109"/>
          </a:xfrm>
        </p:spPr>
        <p:txBody>
          <a:bodyPr/>
          <a:lstStyle/>
          <a:p>
            <a:r>
              <a:rPr lang="en-US" dirty="0"/>
              <a:t>Audit The Lecturer - 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43A71-550D-6448-8070-817ACA416D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0500"/>
            <a:ext cx="10515600" cy="4351338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b="1" dirty="0"/>
              <a:t>It was never about the facts you found about me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The assignment wasn’t only a test of how deep you could dig.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It was more about how you think, verify, </a:t>
            </a:r>
            <a:r>
              <a:rPr lang="en-US"/>
              <a:t>and conclude</a:t>
            </a:r>
            <a:r>
              <a:rPr lang="en-US" dirty="0"/>
              <a:t>.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Auditing is not about spying, it’s about evidence, reasoning, and ethics.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b="1" dirty="0"/>
              <a:t>This assignment was actually about </a:t>
            </a:r>
            <a:r>
              <a:rPr lang="en-US" b="1" i="1" dirty="0"/>
              <a:t>you. </a:t>
            </a:r>
            <a:br>
              <a:rPr lang="en-US" i="1" dirty="0"/>
            </a:br>
            <a:r>
              <a:rPr lang="en-US" dirty="0"/>
              <a:t>You learned how you approach: searching, validating, filtering noise, assessing credibility, drawing conclusions from incomplete data.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b="1" dirty="0"/>
              <a:t>The Internet Never Forgets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42707D-EB6F-11F8-2A06-4E76D4C1D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562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58052-05B2-9F29-B874-84F80A24B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Audit &amp; Standards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136815-6D1A-2136-FEB7-5B68FA9A3B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#criteria #objectivity #repeatability</a:t>
            </a:r>
          </a:p>
        </p:txBody>
      </p:sp>
    </p:spTree>
    <p:extLst>
      <p:ext uri="{BB962C8B-B14F-4D97-AF65-F5344CB8AC3E}">
        <p14:creationId xmlns:p14="http://schemas.microsoft.com/office/powerpoint/2010/main" val="1457204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9DD37-A529-C0FC-5CA8-591ADC5F0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28654"/>
          </a:xfrm>
        </p:spPr>
        <p:txBody>
          <a:bodyPr/>
          <a:lstStyle/>
          <a:p>
            <a:r>
              <a:rPr lang="en-US" dirty="0"/>
              <a:t>Remember What Arens said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BF9B3F-1891-0D88-A0F9-6164A522F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007249-6724-8E38-EC48-6E0C4748BD12}"/>
              </a:ext>
            </a:extLst>
          </p:cNvPr>
          <p:cNvSpPr txBox="1"/>
          <p:nvPr/>
        </p:nvSpPr>
        <p:spPr>
          <a:xfrm>
            <a:off x="838200" y="3160755"/>
            <a:ext cx="1051559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/>
              <a:t>This definition gives us three pillars: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Evidence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Information being evaluated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Criteria (the benchmark used to judge the information)</a:t>
            </a:r>
          </a:p>
          <a:p>
            <a:pPr marL="342900" indent="-342900">
              <a:buFont typeface="+mj-lt"/>
              <a:buAutoNum type="arabicPeriod"/>
            </a:pPr>
            <a:endParaRPr lang="en-US" sz="2000" dirty="0"/>
          </a:p>
          <a:p>
            <a:pPr>
              <a:buNone/>
            </a:pPr>
            <a:r>
              <a:rPr lang="en-US" sz="2000" dirty="0"/>
              <a:t>Most students and even professionals often forget that the </a:t>
            </a:r>
            <a:r>
              <a:rPr lang="en-US" sz="2000" b="1" dirty="0"/>
              <a:t>criteria</a:t>
            </a:r>
            <a:r>
              <a:rPr lang="en-US" sz="2000" dirty="0"/>
              <a:t> is the centerpiece.</a:t>
            </a:r>
          </a:p>
          <a:p>
            <a:pPr>
              <a:buNone/>
            </a:pPr>
            <a:r>
              <a:rPr lang="en-US" sz="2000" dirty="0"/>
              <a:t>Without criteria, there is no audit, only opinion.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F16751-09F9-6761-2E34-EAF32CEF3755}"/>
              </a:ext>
            </a:extLst>
          </p:cNvPr>
          <p:cNvSpPr/>
          <p:nvPr/>
        </p:nvSpPr>
        <p:spPr>
          <a:xfrm>
            <a:off x="838199" y="1450476"/>
            <a:ext cx="10515599" cy="1373034"/>
          </a:xfrm>
          <a:prstGeom prst="rect">
            <a:avLst/>
          </a:prstGeom>
          <a:solidFill>
            <a:srgbClr val="E4D304">
              <a:alpha val="12157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i="1" dirty="0">
                <a:solidFill>
                  <a:schemeClr val="tx1"/>
                </a:solidFill>
              </a:rPr>
              <a:t>“Auditing is the accumulation and evaluation of evidence about information to determine and report on the degree of correspondence between the information and </a:t>
            </a:r>
            <a:r>
              <a:rPr lang="en-US" sz="2400" b="1" i="1" dirty="0">
                <a:solidFill>
                  <a:schemeClr val="tx1"/>
                </a:solidFill>
              </a:rPr>
              <a:t>established criteria</a:t>
            </a:r>
            <a:r>
              <a:rPr lang="en-US" sz="2400" i="1" dirty="0">
                <a:solidFill>
                  <a:schemeClr val="tx1"/>
                </a:solidFill>
              </a:rPr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30514515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B064F-3523-260F-D5EC-2DBED5058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04DA2-4008-E351-CEE8-31BD3B9DC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4090"/>
          </a:xfrm>
        </p:spPr>
        <p:txBody>
          <a:bodyPr/>
          <a:lstStyle/>
          <a:p>
            <a:r>
              <a:rPr lang="en-US" dirty="0"/>
              <a:t>Why Established Criteria Matters in Auditing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E2BB4-0C99-4A5A-63A6-F98A68A6F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8603"/>
            <a:ext cx="10515600" cy="469835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It makes judgments objective</a:t>
            </a:r>
          </a:p>
          <a:p>
            <a:pPr>
              <a:lnSpc>
                <a:spcPct val="100000"/>
              </a:lnSpc>
            </a:pPr>
            <a:r>
              <a:rPr lang="en-US" dirty="0"/>
              <a:t>It defines “what good looks like”</a:t>
            </a:r>
          </a:p>
          <a:p>
            <a:pPr>
              <a:lnSpc>
                <a:spcPct val="100000"/>
              </a:lnSpc>
            </a:pPr>
            <a:r>
              <a:rPr lang="en-US" dirty="0"/>
              <a:t>It reduces arguments with management</a:t>
            </a:r>
          </a:p>
          <a:p>
            <a:pPr>
              <a:lnSpc>
                <a:spcPct val="100000"/>
              </a:lnSpc>
            </a:pPr>
            <a:r>
              <a:rPr lang="en-US" dirty="0"/>
              <a:t>It ensures audits are repeatable and comparable</a:t>
            </a:r>
          </a:p>
          <a:p>
            <a:pPr>
              <a:lnSpc>
                <a:spcPct val="100000"/>
              </a:lnSpc>
            </a:pPr>
            <a:r>
              <a:rPr lang="en-US" dirty="0"/>
              <a:t>It protects the auditor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5CFAE7-6BF9-8599-8041-D6E708AC0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5133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F8F37-A50D-160F-959B-451148F42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Reflection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9DAE2-B333-C41A-41EF-77E6195697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3864538"/>
          </a:xfrm>
        </p:spPr>
        <p:txBody>
          <a:bodyPr/>
          <a:lstStyle/>
          <a:p>
            <a:r>
              <a:rPr lang="en-US" dirty="0"/>
              <a:t>In financial audit, what are the traditional criteria?</a:t>
            </a:r>
          </a:p>
          <a:p>
            <a:endParaRPr lang="en-US" dirty="0"/>
          </a:p>
          <a:p>
            <a:r>
              <a:rPr lang="en-US" dirty="0"/>
              <a:t>In IT/IS Auditing, what is the equivalent of that traditional criteria?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4DAD7F-78E8-3D5C-5B0C-29E8CDE58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913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DB71F-C16B-DA79-68B6-1A727EADB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Landscape of Establishing Criteria in IT/IS Auditing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99E53-CB05-4A46-CA8D-0FB20301C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1472052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/>
              <a:t>Because IT is broad, fast-changing, and context-dependent, IT auditors deal with multiple domains under “IT” such as: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EA3EA0-6327-F28B-AD8A-29CCEADAB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44F15F2-5210-6A75-7B83-C56C12B10AE3}"/>
              </a:ext>
            </a:extLst>
          </p:cNvPr>
          <p:cNvSpPr txBox="1">
            <a:spLocks/>
          </p:cNvSpPr>
          <p:nvPr/>
        </p:nvSpPr>
        <p:spPr>
          <a:xfrm>
            <a:off x="838200" y="2883866"/>
            <a:ext cx="10515600" cy="2941899"/>
          </a:xfrm>
          <a:prstGeom prst="rect">
            <a:avLst/>
          </a:prstGeom>
        </p:spPr>
        <p:txBody>
          <a:bodyPr vert="horz" lIns="91440" tIns="45720" rIns="91440" bIns="45720" numCol="2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dirty="0"/>
              <a:t>IT Governance</a:t>
            </a:r>
          </a:p>
          <a:p>
            <a:pPr>
              <a:lnSpc>
                <a:spcPct val="100000"/>
              </a:lnSpc>
            </a:pPr>
            <a:r>
              <a:rPr lang="en-US" dirty="0"/>
              <a:t>Information Security</a:t>
            </a:r>
          </a:p>
          <a:p>
            <a:pPr>
              <a:lnSpc>
                <a:spcPct val="100000"/>
              </a:lnSpc>
            </a:pPr>
            <a:r>
              <a:rPr lang="en-US" dirty="0"/>
              <a:t>IT Operations</a:t>
            </a:r>
          </a:p>
          <a:p>
            <a:pPr>
              <a:lnSpc>
                <a:spcPct val="100000"/>
              </a:lnSpc>
            </a:pPr>
            <a:r>
              <a:rPr lang="en-US" dirty="0"/>
              <a:t>System Development</a:t>
            </a:r>
          </a:p>
          <a:p>
            <a:pPr>
              <a:lnSpc>
                <a:spcPct val="100000"/>
              </a:lnSpc>
            </a:pPr>
            <a:r>
              <a:rPr lang="en-US" dirty="0"/>
              <a:t>Data Management</a:t>
            </a:r>
          </a:p>
          <a:p>
            <a:pPr>
              <a:lnSpc>
                <a:spcPct val="100000"/>
              </a:lnSpc>
            </a:pPr>
            <a:r>
              <a:rPr lang="en-US" dirty="0"/>
              <a:t>Infrastructure</a:t>
            </a:r>
          </a:p>
          <a:p>
            <a:pPr>
              <a:lnSpc>
                <a:spcPct val="100000"/>
              </a:lnSpc>
            </a:pPr>
            <a:r>
              <a:rPr lang="en-US" dirty="0"/>
              <a:t>Cloud Service</a:t>
            </a:r>
          </a:p>
          <a:p>
            <a:pPr>
              <a:lnSpc>
                <a:spcPct val="100000"/>
              </a:lnSpc>
            </a:pPr>
            <a:r>
              <a:rPr lang="en-US" dirty="0"/>
              <a:t>Privacy</a:t>
            </a:r>
          </a:p>
          <a:p>
            <a:pPr>
              <a:lnSpc>
                <a:spcPct val="100000"/>
              </a:lnSpc>
            </a:pPr>
            <a:r>
              <a:rPr lang="en-US" dirty="0"/>
              <a:t>Cybersecurity</a:t>
            </a:r>
          </a:p>
          <a:p>
            <a:pPr>
              <a:lnSpc>
                <a:spcPct val="100000"/>
              </a:lnSpc>
            </a:pPr>
            <a:r>
              <a:rPr lang="en-US" i="1" dirty="0"/>
              <a:t>And so many more!</a:t>
            </a:r>
          </a:p>
        </p:txBody>
      </p:sp>
    </p:spTree>
    <p:extLst>
      <p:ext uri="{BB962C8B-B14F-4D97-AF65-F5344CB8AC3E}">
        <p14:creationId xmlns:p14="http://schemas.microsoft.com/office/powerpoint/2010/main" val="19256359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37D1F-3895-A963-A777-7BE4CF16C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2194"/>
          </a:xfrm>
        </p:spPr>
        <p:txBody>
          <a:bodyPr/>
          <a:lstStyle/>
          <a:p>
            <a:r>
              <a:rPr lang="en-US" dirty="0"/>
              <a:t>Diverse Standards Used as Criteria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5202D-5A2D-45F0-F71E-1919EDF61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1207767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/>
              <a:t>There is no single “GAAP for IT.”</a:t>
            </a:r>
            <a:br>
              <a:rPr lang="en-US" dirty="0"/>
            </a:br>
            <a:r>
              <a:rPr lang="en-US" dirty="0"/>
              <a:t>IT auditors typically rely on combinations of: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BB4DF-A164-B636-C282-5F31C701A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12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E567EFA-076E-51A4-47A8-D7DF3E434B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7641349"/>
              </p:ext>
            </p:extLst>
          </p:nvPr>
        </p:nvGraphicFramePr>
        <p:xfrm>
          <a:off x="934126" y="2461098"/>
          <a:ext cx="10323747" cy="3388012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419369">
                  <a:extLst>
                    <a:ext uri="{9D8B030D-6E8A-4147-A177-3AD203B41FA5}">
                      <a16:colId xmlns:a16="http://schemas.microsoft.com/office/drawing/2014/main" val="933440076"/>
                    </a:ext>
                  </a:extLst>
                </a:gridCol>
                <a:gridCol w="3092045">
                  <a:extLst>
                    <a:ext uri="{9D8B030D-6E8A-4147-A177-3AD203B41FA5}">
                      <a16:colId xmlns:a16="http://schemas.microsoft.com/office/drawing/2014/main" val="846357383"/>
                    </a:ext>
                  </a:extLst>
                </a:gridCol>
                <a:gridCol w="6812333">
                  <a:extLst>
                    <a:ext uri="{9D8B030D-6E8A-4147-A177-3AD203B41FA5}">
                      <a16:colId xmlns:a16="http://schemas.microsoft.com/office/drawing/2014/main" val="3384507886"/>
                    </a:ext>
                  </a:extLst>
                </a:gridCol>
              </a:tblGrid>
              <a:tr h="656753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dirty="0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dirty="0"/>
                        <a:t>ISACA Standards &amp; COBIT 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dirty="0"/>
                        <a:t>The </a:t>
                      </a:r>
                      <a:r>
                        <a:rPr lang="en-US" i="1" dirty="0"/>
                        <a:t>backbone</a:t>
                      </a:r>
                      <a:r>
                        <a:rPr lang="en-US" dirty="0"/>
                        <a:t> of professional IS auditing and IT governance evaluation.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8124159"/>
                  </a:ext>
                </a:extLst>
              </a:tr>
              <a:tr h="656753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dirty="0"/>
                        <a:t>ISO Standards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dirty="0"/>
                        <a:t>The </a:t>
                      </a:r>
                      <a:r>
                        <a:rPr lang="en-US" i="1" dirty="0"/>
                        <a:t>universal best-practice yardsticks</a:t>
                      </a:r>
                      <a:r>
                        <a:rPr lang="en-US" dirty="0"/>
                        <a:t> for IT processes, security, and risk.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8355300"/>
                  </a:ext>
                </a:extLst>
              </a:tr>
              <a:tr h="656753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dirty="0"/>
                        <a:t>NIST Standards &amp; 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dirty="0"/>
                        <a:t>The </a:t>
                      </a:r>
                      <a:r>
                        <a:rPr lang="en-US" i="1" dirty="0"/>
                        <a:t>technical and cyber-focused criteria</a:t>
                      </a:r>
                      <a:r>
                        <a:rPr lang="en-US" dirty="0"/>
                        <a:t> for controls and risk management.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6786313"/>
                  </a:ext>
                </a:extLst>
              </a:tr>
              <a:tr h="380500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dirty="0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dirty="0"/>
                        <a:t>ITIL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dirty="0"/>
                        <a:t>The </a:t>
                      </a:r>
                      <a:r>
                        <a:rPr lang="en-US" i="1" dirty="0"/>
                        <a:t>service quality and IT operations benchmark</a:t>
                      </a:r>
                      <a:r>
                        <a:rPr lang="en-US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055296"/>
                  </a:ext>
                </a:extLst>
              </a:tr>
              <a:tr h="380500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dirty="0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dirty="0"/>
                        <a:t>Regulations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dirty="0"/>
                        <a:t>The </a:t>
                      </a:r>
                      <a:r>
                        <a:rPr lang="en-US" i="1" dirty="0"/>
                        <a:t>non-negotiable legal compliance yardstick</a:t>
                      </a:r>
                      <a:r>
                        <a:rPr lang="en-US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3630573"/>
                  </a:ext>
                </a:extLst>
              </a:tr>
              <a:tr h="656753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dirty="0"/>
                        <a:t>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dirty="0"/>
                        <a:t>Internal Standards, Policies, SOPs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dirty="0"/>
                        <a:t>The </a:t>
                      </a:r>
                      <a:r>
                        <a:rPr lang="en-US" i="1" dirty="0"/>
                        <a:t>organization’s own promises</a:t>
                      </a:r>
                      <a:r>
                        <a:rPr lang="en-US" dirty="0"/>
                        <a:t> and auditors verify whether those promises are kept.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9782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998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20F38-3733-71F0-2050-A31316E16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4373"/>
          </a:xfrm>
        </p:spPr>
        <p:txBody>
          <a:bodyPr/>
          <a:lstStyle/>
          <a:p>
            <a:r>
              <a:rPr lang="en-US" dirty="0"/>
              <a:t>In IT Auditing, Criteria Selection is Strategic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FBCC0-297A-2C29-C2EA-E124E6902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7047"/>
            <a:ext cx="10515600" cy="4999916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The Auditor must understand context hence the audit objective determines the standard.</a:t>
            </a:r>
          </a:p>
          <a:p>
            <a:pPr>
              <a:lnSpc>
                <a:spcPct val="100000"/>
              </a:lnSpc>
            </a:pPr>
            <a:r>
              <a:rPr lang="en-US" dirty="0"/>
              <a:t>However, ensuring the standards use is challenging because (for example:</a:t>
            </a:r>
          </a:p>
          <a:p>
            <a:pPr lvl="1"/>
            <a:r>
              <a:rPr lang="en-US" dirty="0"/>
              <a:t>Not every organization uses the same framework</a:t>
            </a:r>
          </a:p>
          <a:p>
            <a:pPr lvl="1"/>
            <a:r>
              <a:rPr lang="en-US" dirty="0"/>
              <a:t>Many controls are custom or informal</a:t>
            </a:r>
          </a:p>
          <a:p>
            <a:pPr lvl="1"/>
            <a:r>
              <a:rPr lang="en-US" dirty="0"/>
              <a:t>Technology evolves faster than standards</a:t>
            </a:r>
          </a:p>
          <a:p>
            <a:pPr lvl="1"/>
            <a:r>
              <a:rPr lang="en-US" dirty="0"/>
              <a:t>Organizations use 3</a:t>
            </a:r>
            <a:r>
              <a:rPr lang="en-US" baseline="30000" dirty="0"/>
              <a:t>rd</a:t>
            </a:r>
            <a:r>
              <a:rPr lang="en-US" dirty="0"/>
              <a:t> party services/providers</a:t>
            </a:r>
          </a:p>
          <a:p>
            <a:r>
              <a:rPr lang="en-US" dirty="0"/>
              <a:t>Thus, IT audit requires professional judgment to establish </a:t>
            </a:r>
            <a:r>
              <a:rPr lang="en-US" b="1" dirty="0"/>
              <a:t>fit-for-purpose criteria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95ED8E-4C61-5234-ED01-80B1C0082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0986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106D5-2EFC-C90D-D5A1-173EA25B7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0015"/>
          </a:xfrm>
        </p:spPr>
        <p:txBody>
          <a:bodyPr/>
          <a:lstStyle/>
          <a:p>
            <a:r>
              <a:rPr lang="en-US" dirty="0"/>
              <a:t>Case 1: Audit of IT Service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A75EF-9DB9-C3C3-0723-1DB30A9556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0783"/>
            <a:ext cx="10515600" cy="477618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1" dirty="0"/>
              <a:t>Audit Objective: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dirty="0"/>
              <a:t>Evaluate the effectiveness of the company’s incident management, change management, and service delivery.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/>
              <a:t>Appropriate Standards: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ITIL (best practice for incidents, changes, service desk)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ISO 20000 (formal ITSM standard)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Internal SOPs (who approves changes, escalation paths)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/>
              <a:t>Why these standards?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IT operations rely on process maturity more than policy frameworks.</a:t>
            </a:r>
            <a:br>
              <a:rPr lang="en-US" sz="1800" dirty="0"/>
            </a:br>
            <a:r>
              <a:rPr lang="en-US" sz="1800" dirty="0"/>
              <a:t>ITIL provides detailed process guidance, while ISO 20000 sets formal service management requirements.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E0B779-09BE-4247-4224-F7E2D729D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9040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48348-0F5E-13AD-2477-68A33329D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0EFB3-BF99-001F-2758-BC81CD55A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0015"/>
          </a:xfrm>
        </p:spPr>
        <p:txBody>
          <a:bodyPr/>
          <a:lstStyle/>
          <a:p>
            <a:r>
              <a:rPr lang="en-US" dirty="0"/>
              <a:t>Case 2: Audit of Information Security Controls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B81B8-7902-185F-F7B7-8FBC8A0E03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0783"/>
            <a:ext cx="10515600" cy="477618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1" dirty="0"/>
              <a:t>Audit Objective: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dirty="0"/>
              <a:t>Evaluate whether the company has adequate information security governance and controls to protect critical data.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/>
              <a:t>Appropriate Standards:</a:t>
            </a:r>
          </a:p>
          <a:p>
            <a:r>
              <a:rPr lang="en-US" sz="1800" dirty="0"/>
              <a:t>ISO 27001 → Core security controls</a:t>
            </a:r>
          </a:p>
          <a:p>
            <a:r>
              <a:rPr lang="en-US" sz="1800" dirty="0"/>
              <a:t>NIST 800-53 → Technical/operational controls (detailed)</a:t>
            </a:r>
          </a:p>
          <a:p>
            <a:r>
              <a:rPr lang="en-US" sz="1800" dirty="0"/>
              <a:t>Internal security policy → Whether the company follows its own rules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/>
              <a:t>Why these standards?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Security controls are best evaluated using recognized security frameworks, not ITIL or COBIT alone.</a:t>
            </a:r>
            <a:br>
              <a:rPr lang="en-US" sz="1800" dirty="0"/>
            </a:br>
            <a:r>
              <a:rPr lang="en-US" sz="1800" dirty="0"/>
              <a:t>ISO 27001 provides a high-level ISMS structure, while NIST 800-53 provides deep technical control benchmarks.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7FA61A-28BD-A059-55C7-1BA56E3B3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5869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A9BCC-D169-1D92-93DB-819131FCE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761E3-09BC-7400-E5AD-CFCD1683B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0015"/>
          </a:xfrm>
        </p:spPr>
        <p:txBody>
          <a:bodyPr/>
          <a:lstStyle/>
          <a:p>
            <a:r>
              <a:rPr lang="en-US" dirty="0"/>
              <a:t>Case 3: Audit of Data Privacy Compliance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369CC-119B-4D91-6CD7-59AD049586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0783"/>
            <a:ext cx="10515600" cy="477618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1" dirty="0"/>
              <a:t>Audit Objective: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dirty="0"/>
              <a:t>Assess whether PI/PD is collected, processed, stored, and deleted in compliance with laws.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/>
              <a:t>Appropriate Standards:</a:t>
            </a:r>
          </a:p>
          <a:p>
            <a:r>
              <a:rPr lang="en-US" sz="1800" dirty="0"/>
              <a:t>GDPR / PDPA / UU PDP (depending on jurisdiction)</a:t>
            </a:r>
          </a:p>
          <a:p>
            <a:r>
              <a:rPr lang="en-US" sz="1800" dirty="0"/>
              <a:t>Internal data protection policy</a:t>
            </a:r>
          </a:p>
          <a:p>
            <a:r>
              <a:rPr lang="en-US" sz="1800" dirty="0"/>
              <a:t>ISO 27701 (privacy extension to ISMS)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/>
              <a:t>Why these standards?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Privacy audits are compliance-driven hence the law is the primary criterion, not ITIL or COBIT.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3D3921-D034-FAF3-EC6F-E3E3CB618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0992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CD1C6-651C-26DE-36D1-545FB002A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677CD-384D-148D-66D1-0FBE983E8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0015"/>
          </a:xfrm>
        </p:spPr>
        <p:txBody>
          <a:bodyPr>
            <a:normAutofit/>
          </a:bodyPr>
          <a:lstStyle/>
          <a:p>
            <a:r>
              <a:rPr lang="en-US" dirty="0"/>
              <a:t>Case 4: Audit of IT Governance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89A41-0B70-3994-CA35-72159633C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0783"/>
            <a:ext cx="10515600" cy="477618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1" dirty="0"/>
              <a:t>Audit Objective: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dirty="0"/>
              <a:t>Assess whether IT activities align with business goals and risks are properly managed.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/>
              <a:t>Appropriate Standards:</a:t>
            </a:r>
          </a:p>
          <a:p>
            <a:r>
              <a:rPr lang="en-US" sz="1800" dirty="0"/>
              <a:t>COBIT 2019 → Core governance &amp; management objectives</a:t>
            </a:r>
          </a:p>
          <a:p>
            <a:r>
              <a:rPr lang="en-US" sz="1800" dirty="0"/>
              <a:t>ISO 38500 → Board-level IT governance principles</a:t>
            </a:r>
          </a:p>
          <a:p>
            <a:r>
              <a:rPr lang="en-US" sz="1800" dirty="0"/>
              <a:t>Internal governance policies → Decision-making roles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/>
              <a:t>Why these standards?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This is a governance audit, so operational frameworks (e.g., ITIL) are not central.</a:t>
            </a:r>
            <a:br>
              <a:rPr lang="en-US" sz="1800" dirty="0"/>
            </a:br>
            <a:r>
              <a:rPr lang="en-US" sz="1800" dirty="0"/>
              <a:t>COBIT provides end-to-end criteria for alignment, value delivery, risk management, and performance measurement.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C25B8A-AE87-1FEF-33F4-75448D82D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3874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F498C-0FF3-E666-3A1C-3F256AED0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COBIT 2019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E5C577-0330-D3C2-04DE-E4A8299886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#Governance #Alignment #ValueCreation</a:t>
            </a:r>
          </a:p>
        </p:txBody>
      </p:sp>
    </p:spTree>
    <p:extLst>
      <p:ext uri="{BB962C8B-B14F-4D97-AF65-F5344CB8AC3E}">
        <p14:creationId xmlns:p14="http://schemas.microsoft.com/office/powerpoint/2010/main" val="9603411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119D0-7A6F-6ED2-A29B-C502DC2EF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8642"/>
          </a:xfrm>
        </p:spPr>
        <p:txBody>
          <a:bodyPr/>
          <a:lstStyle/>
          <a:p>
            <a:r>
              <a:rPr lang="en-US" dirty="0"/>
              <a:t>What is COBIT?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A65FC-C1E2-F034-168A-B97B59DE0D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0500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</a:t>
            </a:r>
            <a:r>
              <a:rPr lang="en-US" dirty="0"/>
              <a:t>ontrol </a:t>
            </a:r>
            <a:r>
              <a:rPr lang="en-US" b="1" dirty="0" err="1"/>
              <a:t>OB</a:t>
            </a:r>
            <a:r>
              <a:rPr lang="en-US" dirty="0" err="1"/>
              <a:t>jectives</a:t>
            </a:r>
            <a:r>
              <a:rPr lang="en-US" dirty="0"/>
              <a:t> for </a:t>
            </a:r>
            <a:r>
              <a:rPr lang="en-US" b="1" dirty="0"/>
              <a:t>I</a:t>
            </a:r>
            <a:r>
              <a:rPr lang="en-US" dirty="0"/>
              <a:t>nformation and related </a:t>
            </a:r>
            <a:r>
              <a:rPr lang="en-US" b="1" dirty="0"/>
              <a:t>T</a:t>
            </a:r>
            <a:r>
              <a:rPr lang="en-US" dirty="0"/>
              <a:t>echnology.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dirty="0"/>
              <a:t>COBIT is the map + compass specifically designed for governing and managing enterprise IT.</a:t>
            </a:r>
          </a:p>
          <a:p>
            <a:r>
              <a:rPr lang="en-US" dirty="0"/>
              <a:t>COBIT helps ensure:</a:t>
            </a:r>
          </a:p>
          <a:p>
            <a:pPr lvl="1"/>
            <a:r>
              <a:rPr lang="en-US" dirty="0"/>
              <a:t>IT decisions support business goals</a:t>
            </a:r>
          </a:p>
          <a:p>
            <a:pPr lvl="1"/>
            <a:r>
              <a:rPr lang="en-US" dirty="0"/>
              <a:t>Risks are understood and controlled</a:t>
            </a:r>
          </a:p>
          <a:p>
            <a:pPr lvl="1"/>
            <a:r>
              <a:rPr lang="en-US" dirty="0"/>
              <a:t>Resources (people, systems, data) are used responsibly</a:t>
            </a:r>
          </a:p>
          <a:p>
            <a:pPr lvl="1"/>
            <a:r>
              <a:rPr lang="en-US" dirty="0"/>
              <a:t>Everyone knows their roles &amp; boundaries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7AF402-5164-54D9-BB27-56F211085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520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56419-305C-8B67-D209-9BA2133BF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10CD30-7234-A9FE-E903-A677F6073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760321F6-9164-8342-6C8C-D3A6ECA7CB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161" y="-136188"/>
            <a:ext cx="11679678" cy="7651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34898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1751E-61A9-6417-BF70-1FF296769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CEDD78-EDA6-77D4-189C-64D10D728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5122" name="Picture 2" descr="COBIT 2019: Key principles and framework for IT governance">
            <a:extLst>
              <a:ext uri="{FF2B5EF4-FFF2-40B4-BE49-F238E27FC236}">
                <a16:creationId xmlns:a16="http://schemas.microsoft.com/office/drawing/2014/main" id="{3EA40A69-3F95-E4B6-D25D-CA4B18C08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82066"/>
            <a:ext cx="12192000" cy="7140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27301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B44F4-A23E-9CD5-73D4-02F6DD889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COBIT 2019 Core Focus: EGIT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BE743-BC50-0049-2458-BF1908374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7725"/>
            <a:ext cx="10515600" cy="4351338"/>
          </a:xfrm>
        </p:spPr>
        <p:txBody>
          <a:bodyPr/>
          <a:lstStyle/>
          <a:p>
            <a:r>
              <a:rPr lang="en-US" dirty="0"/>
              <a:t>COBIT 2019 focuses on Enterprise Governance of Information and Technology (EGIT).</a:t>
            </a:r>
          </a:p>
          <a:p>
            <a:r>
              <a:rPr lang="en-US" dirty="0"/>
              <a:t>It's not just about managing technology</a:t>
            </a:r>
          </a:p>
          <a:p>
            <a:r>
              <a:rPr lang="en-US" dirty="0"/>
              <a:t>It's about the governance system that ensures I&amp;T aligns with business strategy.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D46034-2098-E589-8360-A988FDC9D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C4EBA60-15C2-D1FA-A2F3-AFAFB3623BD5}"/>
              </a:ext>
            </a:extLst>
          </p:cNvPr>
          <p:cNvSpPr/>
          <p:nvPr/>
        </p:nvSpPr>
        <p:spPr>
          <a:xfrm>
            <a:off x="838200" y="4435813"/>
            <a:ext cx="2897221" cy="1556425"/>
          </a:xfrm>
          <a:prstGeom prst="roundRect">
            <a:avLst/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Aptos SemiBold" panose="020B0004020202020204" pitchFamily="34" charset="0"/>
              </a:rPr>
              <a:t>Enterprise Governance of IT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C41C5ED-BE46-A12A-8B28-5AC12A98DA0F}"/>
              </a:ext>
            </a:extLst>
          </p:cNvPr>
          <p:cNvSpPr/>
          <p:nvPr/>
        </p:nvSpPr>
        <p:spPr>
          <a:xfrm>
            <a:off x="4647389" y="4435813"/>
            <a:ext cx="2897221" cy="1556425"/>
          </a:xfrm>
          <a:prstGeom prst="roundRect">
            <a:avLst/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Aptos SemiBold" panose="020B0004020202020204" pitchFamily="34" charset="0"/>
              </a:rPr>
              <a:t>Business/IT Alignment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8F31AAF-870E-A41A-4CC0-8D77EF212CF2}"/>
              </a:ext>
            </a:extLst>
          </p:cNvPr>
          <p:cNvSpPr/>
          <p:nvPr/>
        </p:nvSpPr>
        <p:spPr>
          <a:xfrm>
            <a:off x="8456578" y="4435813"/>
            <a:ext cx="2897221" cy="1556425"/>
          </a:xfrm>
          <a:prstGeom prst="roundRect">
            <a:avLst/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Aptos SemiBold" panose="020B0004020202020204" pitchFamily="34" charset="0"/>
              </a:rPr>
              <a:t>Value Creation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E87B47E8-6F53-7CCB-9AC6-D73A4E8FCF16}"/>
              </a:ext>
            </a:extLst>
          </p:cNvPr>
          <p:cNvSpPr/>
          <p:nvPr/>
        </p:nvSpPr>
        <p:spPr>
          <a:xfrm>
            <a:off x="4001715" y="4897876"/>
            <a:ext cx="544749" cy="632298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3AE3B5DD-556E-852F-48A1-B8566F18C881}"/>
              </a:ext>
            </a:extLst>
          </p:cNvPr>
          <p:cNvSpPr/>
          <p:nvPr/>
        </p:nvSpPr>
        <p:spPr>
          <a:xfrm>
            <a:off x="7728219" y="4897876"/>
            <a:ext cx="544749" cy="632298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4205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AFCF4-BFAA-23DF-EB1D-E56AD6E07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Understanding COBIT Framework: Definition, Components, and Benefits -  CyberTalents">
            <a:extLst>
              <a:ext uri="{FF2B5EF4-FFF2-40B4-BE49-F238E27FC236}">
                <a16:creationId xmlns:a16="http://schemas.microsoft.com/office/drawing/2014/main" id="{97513380-5F0C-BA46-33D9-304554373B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653" y="1238491"/>
            <a:ext cx="8529680" cy="4721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E44D2E5-8856-DBD5-D8A0-B5ED5DB32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3366"/>
          </a:xfrm>
        </p:spPr>
        <p:txBody>
          <a:bodyPr>
            <a:normAutofit/>
          </a:bodyPr>
          <a:lstStyle/>
          <a:p>
            <a:r>
              <a:rPr lang="en-US" dirty="0"/>
              <a:t>COBIT 2019 Domains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28F327-5A65-2BA0-314E-A15114F38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7263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A5DA7-A5D6-5708-E5F7-9BACD7DBA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EA42EA5-DAA4-CE2B-06D3-8EF7D7C00422}"/>
              </a:ext>
            </a:extLst>
          </p:cNvPr>
          <p:cNvSpPr/>
          <p:nvPr/>
        </p:nvSpPr>
        <p:spPr>
          <a:xfrm>
            <a:off x="838200" y="1696747"/>
            <a:ext cx="2009172" cy="3624282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5D4BE8-6214-B8E6-2763-5AF81A68DBDE}"/>
              </a:ext>
            </a:extLst>
          </p:cNvPr>
          <p:cNvSpPr/>
          <p:nvPr/>
        </p:nvSpPr>
        <p:spPr>
          <a:xfrm>
            <a:off x="3095263" y="1696747"/>
            <a:ext cx="8195038" cy="3624282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860E74-65D0-77B4-A112-4FDDDB840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6971"/>
          </a:xfrm>
        </p:spPr>
        <p:txBody>
          <a:bodyPr>
            <a:normAutofit/>
          </a:bodyPr>
          <a:lstStyle/>
          <a:p>
            <a:r>
              <a:rPr lang="en-US" dirty="0"/>
              <a:t>COBIT 2019 Domains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AE6ECB-075F-9125-1E6D-DBB75D0DD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2D4251-15F6-1DC8-5576-9EB02BB828FC}"/>
              </a:ext>
            </a:extLst>
          </p:cNvPr>
          <p:cNvSpPr/>
          <p:nvPr/>
        </p:nvSpPr>
        <p:spPr>
          <a:xfrm>
            <a:off x="960699" y="2613538"/>
            <a:ext cx="1782501" cy="1099595"/>
          </a:xfrm>
          <a:prstGeom prst="rect">
            <a:avLst/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Aptos" panose="020B0004020202020204" pitchFamily="34" charset="0"/>
              </a:rPr>
              <a:t>EDM</a:t>
            </a:r>
            <a:endParaRPr lang="en-US" b="1" dirty="0">
              <a:latin typeface="Aptos" panose="020B0004020202020204" pitchFamily="34" charset="0"/>
            </a:endParaRPr>
          </a:p>
          <a:p>
            <a:pPr algn="ctr"/>
            <a:r>
              <a:rPr lang="en-US" sz="1600" dirty="0">
                <a:latin typeface="Aptos" panose="020B0004020202020204" pitchFamily="34" charset="0"/>
              </a:rPr>
              <a:t>Evaluate, Direct and Monitor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561814-07EA-F1D1-4F41-BE78904A03B7}"/>
              </a:ext>
            </a:extLst>
          </p:cNvPr>
          <p:cNvSpPr/>
          <p:nvPr/>
        </p:nvSpPr>
        <p:spPr>
          <a:xfrm>
            <a:off x="3240912" y="2613538"/>
            <a:ext cx="1782501" cy="109959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Aptos" panose="020B0004020202020204" pitchFamily="34" charset="0"/>
              </a:rPr>
              <a:t>APO</a:t>
            </a:r>
            <a:endParaRPr lang="en-US" b="1" dirty="0">
              <a:latin typeface="Aptos" panose="020B0004020202020204" pitchFamily="34" charset="0"/>
            </a:endParaRPr>
          </a:p>
          <a:p>
            <a:pPr algn="ctr"/>
            <a:r>
              <a:rPr lang="en-US" sz="1600" dirty="0">
                <a:latin typeface="Aptos" panose="020B0004020202020204" pitchFamily="34" charset="0"/>
              </a:rPr>
              <a:t>Align, Plan and Organize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DAC3B8-1D54-608B-851E-AF16139AA02E}"/>
              </a:ext>
            </a:extLst>
          </p:cNvPr>
          <p:cNvSpPr/>
          <p:nvPr/>
        </p:nvSpPr>
        <p:spPr>
          <a:xfrm>
            <a:off x="5271304" y="2613538"/>
            <a:ext cx="1782501" cy="109959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Aptos" panose="020B0004020202020204" pitchFamily="34" charset="0"/>
              </a:rPr>
              <a:t>BAI</a:t>
            </a:r>
            <a:endParaRPr lang="en-US" b="1" dirty="0">
              <a:latin typeface="Aptos" panose="020B0004020202020204" pitchFamily="34" charset="0"/>
            </a:endParaRPr>
          </a:p>
          <a:p>
            <a:pPr algn="ctr"/>
            <a:r>
              <a:rPr lang="en-US" sz="1600" dirty="0">
                <a:latin typeface="Aptos" panose="020B0004020202020204" pitchFamily="34" charset="0"/>
              </a:rPr>
              <a:t>Build, Acquire and Implement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D4F3D9-78E6-3D06-A245-C34C61A12B5D}"/>
              </a:ext>
            </a:extLst>
          </p:cNvPr>
          <p:cNvSpPr/>
          <p:nvPr/>
        </p:nvSpPr>
        <p:spPr>
          <a:xfrm>
            <a:off x="7301696" y="2613538"/>
            <a:ext cx="1782501" cy="109959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Aptos" panose="020B0004020202020204" pitchFamily="34" charset="0"/>
              </a:rPr>
              <a:t>DSS</a:t>
            </a:r>
            <a:endParaRPr lang="en-US" b="1" dirty="0">
              <a:latin typeface="Aptos" panose="020B0004020202020204" pitchFamily="34" charset="0"/>
            </a:endParaRPr>
          </a:p>
          <a:p>
            <a:pPr algn="ctr"/>
            <a:r>
              <a:rPr lang="en-US" sz="1600" dirty="0">
                <a:latin typeface="Aptos" panose="020B0004020202020204" pitchFamily="34" charset="0"/>
              </a:rPr>
              <a:t>Deliver, Service and Support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DC2C1D-ECBF-7768-FB13-042E1188D18C}"/>
              </a:ext>
            </a:extLst>
          </p:cNvPr>
          <p:cNvSpPr/>
          <p:nvPr/>
        </p:nvSpPr>
        <p:spPr>
          <a:xfrm>
            <a:off x="9332088" y="2613538"/>
            <a:ext cx="1782501" cy="109959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Aptos" panose="020B0004020202020204" pitchFamily="34" charset="0"/>
              </a:rPr>
              <a:t>MEA</a:t>
            </a:r>
            <a:endParaRPr lang="en-US" b="1" dirty="0">
              <a:latin typeface="Aptos" panose="020B0004020202020204" pitchFamily="34" charset="0"/>
            </a:endParaRPr>
          </a:p>
          <a:p>
            <a:pPr algn="ctr"/>
            <a:r>
              <a:rPr lang="en-US" sz="1600" dirty="0">
                <a:latin typeface="Aptos" panose="020B0004020202020204" pitchFamily="34" charset="0"/>
              </a:rPr>
              <a:t>Monitor, Evaluate and Assess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99697B-13F5-321C-3565-3C92BA269D67}"/>
              </a:ext>
            </a:extLst>
          </p:cNvPr>
          <p:cNvSpPr txBox="1"/>
          <p:nvPr/>
        </p:nvSpPr>
        <p:spPr>
          <a:xfrm>
            <a:off x="1104715" y="1754059"/>
            <a:ext cx="14761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ptos" panose="020B0004020202020204" pitchFamily="34" charset="0"/>
                <a:cs typeface="Arial" panose="020B0604020202020204" pitchFamily="34" charset="0"/>
              </a:rPr>
              <a:t>Governance Objectives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F53AC2-5B4A-E2D3-634C-D4878EB25699}"/>
              </a:ext>
            </a:extLst>
          </p:cNvPr>
          <p:cNvSpPr txBox="1"/>
          <p:nvPr/>
        </p:nvSpPr>
        <p:spPr>
          <a:xfrm>
            <a:off x="6360244" y="1754059"/>
            <a:ext cx="16650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ptos" panose="020B0004020202020204" pitchFamily="34" charset="0"/>
                <a:cs typeface="Arial" panose="020B0604020202020204" pitchFamily="34" charset="0"/>
              </a:rPr>
              <a:t>Management Objectives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1FADA5-C9E4-3E31-6CA0-DEE9B4850948}"/>
              </a:ext>
            </a:extLst>
          </p:cNvPr>
          <p:cNvSpPr txBox="1"/>
          <p:nvPr/>
        </p:nvSpPr>
        <p:spPr>
          <a:xfrm>
            <a:off x="951534" y="3868027"/>
            <a:ext cx="178250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ptos SemiBold" panose="020B0004020202020204" pitchFamily="34" charset="0"/>
                <a:cs typeface="Arial" panose="020B0604020202020204" pitchFamily="34" charset="0"/>
              </a:rPr>
              <a:t>Evaluate strategic options, direct the chosen options and monitor strategy achievement.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C837A2-64FB-C64B-71BE-34AEF2D1D9B8}"/>
              </a:ext>
            </a:extLst>
          </p:cNvPr>
          <p:cNvSpPr txBox="1"/>
          <p:nvPr/>
        </p:nvSpPr>
        <p:spPr>
          <a:xfrm>
            <a:off x="3240912" y="3868027"/>
            <a:ext cx="17825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ptos SemiBold" panose="020B0004020202020204" pitchFamily="34" charset="0"/>
                <a:cs typeface="Arial" panose="020B0604020202020204" pitchFamily="34" charset="0"/>
              </a:rPr>
              <a:t>Organize strategy and supporting activities for I&amp;T.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CBFC1C-CA8B-EEE4-941B-B1A698A978E3}"/>
              </a:ext>
            </a:extLst>
          </p:cNvPr>
          <p:cNvSpPr txBox="1"/>
          <p:nvPr/>
        </p:nvSpPr>
        <p:spPr>
          <a:xfrm>
            <a:off x="5271304" y="3868027"/>
            <a:ext cx="17825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ptos SemiBold" panose="020B0004020202020204" pitchFamily="34" charset="0"/>
                <a:cs typeface="Arial" panose="020B0604020202020204" pitchFamily="34" charset="0"/>
              </a:rPr>
              <a:t>Define, acquire and implement I&amp;T solutions.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E712A9A-F33C-2C72-FA31-6B1EBCF7FB4A}"/>
              </a:ext>
            </a:extLst>
          </p:cNvPr>
          <p:cNvSpPr txBox="1"/>
          <p:nvPr/>
        </p:nvSpPr>
        <p:spPr>
          <a:xfrm>
            <a:off x="7301695" y="3868027"/>
            <a:ext cx="17825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ptos SemiBold" panose="020B0004020202020204" pitchFamily="34" charset="0"/>
                <a:cs typeface="Arial" panose="020B0604020202020204" pitchFamily="34" charset="0"/>
              </a:rPr>
              <a:t>Operational delivery and support of I&amp;T services.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508AB5D-A80D-6DBA-ED25-3C685EB1A60C}"/>
              </a:ext>
            </a:extLst>
          </p:cNvPr>
          <p:cNvSpPr txBox="1"/>
          <p:nvPr/>
        </p:nvSpPr>
        <p:spPr>
          <a:xfrm>
            <a:off x="9332088" y="3868027"/>
            <a:ext cx="17825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ptos SemiBold" panose="020B0004020202020204" pitchFamily="34" charset="0"/>
                <a:cs typeface="Arial" panose="020B0604020202020204" pitchFamily="34" charset="0"/>
              </a:rPr>
              <a:t>Monitor performance and conformance of I&amp;T.</a:t>
            </a:r>
          </a:p>
        </p:txBody>
      </p:sp>
    </p:spTree>
    <p:extLst>
      <p:ext uri="{BB962C8B-B14F-4D97-AF65-F5344CB8AC3E}">
        <p14:creationId xmlns:p14="http://schemas.microsoft.com/office/powerpoint/2010/main" val="20168697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B059F-F83B-64D5-436E-99E35F44A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1802E-0B82-AB15-C413-C900B07FD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1274"/>
            <a:ext cx="2490281" cy="1315152"/>
          </a:xfrm>
        </p:spPr>
        <p:txBody>
          <a:bodyPr>
            <a:normAutofit fontScale="90000"/>
          </a:bodyPr>
          <a:lstStyle/>
          <a:p>
            <a:r>
              <a:rPr lang="en-US" dirty="0"/>
              <a:t>COBIT 2019 Core 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E6B3B9-3C32-3A07-CAE2-5E9AD0615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1287F0-4AA7-F02B-ED5A-AE6DDD1D0776}"/>
              </a:ext>
            </a:extLst>
          </p:cNvPr>
          <p:cNvSpPr txBox="1"/>
          <p:nvPr/>
        </p:nvSpPr>
        <p:spPr>
          <a:xfrm>
            <a:off x="0" y="1362520"/>
            <a:ext cx="24140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40 objectives grouped in 5 domains</a:t>
            </a:r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7C9142CC-D175-61AF-38D3-B20FF2B6D2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4079" y="0"/>
            <a:ext cx="9777920" cy="6840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83396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0EBFD-38DA-3469-C0B4-D2A78EF09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137798"/>
          </a:xfrm>
        </p:spPr>
        <p:txBody>
          <a:bodyPr/>
          <a:lstStyle/>
          <a:p>
            <a:r>
              <a:rPr lang="en-US" dirty="0"/>
              <a:t>What is The Core Model for?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4124D-4497-B910-3C1A-2AD37F7E89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600"/>
            <a:ext cx="10515600" cy="2840478"/>
          </a:xfrm>
        </p:spPr>
        <p:txBody>
          <a:bodyPr>
            <a:normAutofit/>
          </a:bodyPr>
          <a:lstStyle/>
          <a:p>
            <a:r>
              <a:rPr lang="en-US" sz="2400" dirty="0"/>
              <a:t>Represent </a:t>
            </a:r>
            <a:r>
              <a:rPr lang="en-US" sz="2400" i="1" dirty="0"/>
              <a:t>everything</a:t>
            </a:r>
            <a:r>
              <a:rPr lang="en-US" sz="2400" dirty="0"/>
              <a:t> an organization must govern and manage in relation to IT.</a:t>
            </a:r>
          </a:p>
          <a:p>
            <a:r>
              <a:rPr lang="en-US" sz="2400" dirty="0"/>
              <a:t>Act as a structured “to-do list” for effective IT governance.</a:t>
            </a:r>
          </a:p>
          <a:p>
            <a:r>
              <a:rPr lang="en-US" sz="2400" dirty="0"/>
              <a:t>Serve as a universal criteria for auditors.</a:t>
            </a:r>
          </a:p>
          <a:p>
            <a:r>
              <a:rPr lang="en-US" sz="2400" dirty="0"/>
              <a:t>Ensure consistency across organizations and industries.</a:t>
            </a:r>
          </a:p>
          <a:p>
            <a:r>
              <a:rPr lang="en-US" sz="2400" dirty="0"/>
              <a:t>Help organizations design or improve their IT governance system.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AF83B3-DDDC-5467-E429-FB70FCFDF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6844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B47ED-2A5C-789A-9AAC-BFE8B86E2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35DBF-373D-D64F-56DA-E007820FE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137798"/>
          </a:xfrm>
        </p:spPr>
        <p:txBody>
          <a:bodyPr>
            <a:normAutofit/>
          </a:bodyPr>
          <a:lstStyle/>
          <a:p>
            <a:r>
              <a:rPr lang="en-US" sz="3200" dirty="0"/>
              <a:t>The 40 Objectives are “Catalog” not a “Mandatory”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ECF930-FF64-86BE-9063-F88B1FC5F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600"/>
            <a:ext cx="10515600" cy="2840478"/>
          </a:xfrm>
        </p:spPr>
        <p:txBody>
          <a:bodyPr>
            <a:normAutofit/>
          </a:bodyPr>
          <a:lstStyle/>
          <a:p>
            <a:r>
              <a:rPr lang="en-US" sz="2400" dirty="0"/>
              <a:t>Different organizations have different risks, strategies, and levels of IT dependency.</a:t>
            </a:r>
          </a:p>
          <a:p>
            <a:r>
              <a:rPr lang="en-US" sz="2400" dirty="0"/>
              <a:t>COBIT is a “design-your-own” governance framework.</a:t>
            </a:r>
          </a:p>
          <a:p>
            <a:r>
              <a:rPr lang="en-US" sz="2400" dirty="0"/>
              <a:t>Not all objectives are equally critical at all maturity levels.</a:t>
            </a:r>
          </a:p>
          <a:p>
            <a:r>
              <a:rPr lang="en-US" sz="2400" dirty="0"/>
              <a:t>Governance must be cost-effective.</a:t>
            </a:r>
          </a:p>
          <a:p>
            <a:r>
              <a:rPr lang="en-US" sz="2400" dirty="0"/>
              <a:t>The catalog ensures coverage, but not obligation.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5A51A6-86E6-E3B9-3980-9F0B9632B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5775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79F7A-D53C-4D76-4C64-FD3C16A60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Illustration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2D7E395-6971-590D-9A27-C17B59335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28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1E0FA37-F208-E2D1-D6FB-0E5B9EC05E7F}"/>
              </a:ext>
            </a:extLst>
          </p:cNvPr>
          <p:cNvSpPr txBox="1">
            <a:spLocks/>
          </p:cNvSpPr>
          <p:nvPr/>
        </p:nvSpPr>
        <p:spPr>
          <a:xfrm>
            <a:off x="838200" y="1605063"/>
            <a:ext cx="10515600" cy="4416357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sz="2400" dirty="0"/>
              <a:t>A large retail company, </a:t>
            </a:r>
            <a:r>
              <a:rPr lang="en-US" sz="2400" dirty="0" err="1"/>
              <a:t>MegaMart</a:t>
            </a:r>
            <a:r>
              <a:rPr lang="en-US" sz="2400" dirty="0"/>
              <a:t> Indonesia, is evolving rapidly: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Moving from traditional stores → omnichannel (mobile app + e-commerce + physical stores)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Managing 20M customer accounts and loyalty points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Facing supply chain digitization and cybersecurity incidents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Needing better alignment between IT and business operations</a:t>
            </a:r>
          </a:p>
          <a:p>
            <a:pPr marL="0" indent="0">
              <a:lnSpc>
                <a:spcPct val="110000"/>
              </a:lnSpc>
              <a:buNone/>
            </a:pPr>
            <a:endParaRPr lang="en-US" sz="2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400" dirty="0"/>
              <a:t>The CEO says: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“We need IT to stop being just a support function.</a:t>
            </a:r>
            <a:br>
              <a:rPr lang="en-US" sz="2400" dirty="0"/>
            </a:br>
            <a:r>
              <a:rPr lang="en-US" sz="2400" dirty="0"/>
              <a:t>IT must help us innovate — safely, efficiently, and reliably.”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The CIO proposes using COBIT 2019 as the governance framework.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9DBD997B-B61B-7345-025C-BC6C71C9C395}"/>
              </a:ext>
            </a:extLst>
          </p:cNvPr>
          <p:cNvSpPr/>
          <p:nvPr/>
        </p:nvSpPr>
        <p:spPr>
          <a:xfrm>
            <a:off x="4990289" y="221472"/>
            <a:ext cx="7548664" cy="1527244"/>
          </a:xfrm>
          <a:prstGeom prst="rightArrow">
            <a:avLst/>
          </a:prstGeom>
          <a:solidFill>
            <a:srgbClr val="4472C4">
              <a:alpha val="2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737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A3381-99BD-EC77-A106-37F66AF3A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28223-8FF0-72FC-F908-21E6FAB24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731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1. Understanding the Enterprise Needs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EB6994-B3FD-28EE-8C34-BE04B62B6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29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BC33127-2813-C91D-E683-838DAE103CC5}"/>
              </a:ext>
            </a:extLst>
          </p:cNvPr>
          <p:cNvSpPr txBox="1">
            <a:spLocks/>
          </p:cNvSpPr>
          <p:nvPr/>
        </p:nvSpPr>
        <p:spPr>
          <a:xfrm>
            <a:off x="838200" y="1605063"/>
            <a:ext cx="10515600" cy="4416357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COBIT begins with </a:t>
            </a:r>
            <a:r>
              <a:rPr lang="en-US" sz="2400" i="1" dirty="0"/>
              <a:t>goals</a:t>
            </a:r>
            <a:r>
              <a:rPr lang="en-US" sz="2400" dirty="0"/>
              <a:t>, not with technology.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Enterprise goals for </a:t>
            </a:r>
            <a:r>
              <a:rPr lang="en-US" sz="2400" b="1" dirty="0" err="1"/>
              <a:t>MegaMart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/>
              <a:t>Increase online revenue by 25%</a:t>
            </a:r>
          </a:p>
          <a:p>
            <a:r>
              <a:rPr lang="en-US" sz="2400" dirty="0"/>
              <a:t>Improve customer data protection</a:t>
            </a:r>
          </a:p>
          <a:p>
            <a:r>
              <a:rPr lang="en-US" sz="2400" dirty="0"/>
              <a:t>Reduce IT service outages</a:t>
            </a:r>
          </a:p>
          <a:p>
            <a:r>
              <a:rPr lang="en-US" sz="2400" dirty="0"/>
              <a:t>Optimize supply chain digitalization</a:t>
            </a:r>
          </a:p>
          <a:p>
            <a:r>
              <a:rPr lang="en-US" sz="2400" dirty="0"/>
              <a:t>Meet compliance requirements (PDPA-style regulations)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These goals become inputs into selecting relevant objectives.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51996618-9B90-1526-D970-055F1E8F3073}"/>
              </a:ext>
            </a:extLst>
          </p:cNvPr>
          <p:cNvSpPr/>
          <p:nvPr/>
        </p:nvSpPr>
        <p:spPr>
          <a:xfrm>
            <a:off x="11013331" y="221472"/>
            <a:ext cx="1525621" cy="1527244"/>
          </a:xfrm>
          <a:prstGeom prst="rightArrow">
            <a:avLst/>
          </a:prstGeom>
          <a:solidFill>
            <a:srgbClr val="4472C4">
              <a:alpha val="2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BFD6E802-890B-7699-2603-84C9B81646F0}"/>
              </a:ext>
            </a:extLst>
          </p:cNvPr>
          <p:cNvSpPr/>
          <p:nvPr/>
        </p:nvSpPr>
        <p:spPr>
          <a:xfrm>
            <a:off x="-1585608" y="221472"/>
            <a:ext cx="2016868" cy="1527244"/>
          </a:xfrm>
          <a:prstGeom prst="rightArrow">
            <a:avLst/>
          </a:prstGeom>
          <a:solidFill>
            <a:srgbClr val="4472C4">
              <a:alpha val="2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852138"/>
      </p:ext>
    </p:extLst>
  </p:cSld>
  <p:clrMapOvr>
    <a:masterClrMapping/>
  </p:clrMapOvr>
  <p:transition spd="slow">
    <p:push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A875E-1712-DB20-7C51-C17F55588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BB153-0D26-6272-CE27-EEE3A73BE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731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2. Using the Core Model as a Catalog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05BF49-9502-284E-8DF2-F77239078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30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EDC4B5-7E7D-8710-C0A2-446E51D22B05}"/>
              </a:ext>
            </a:extLst>
          </p:cNvPr>
          <p:cNvSpPr txBox="1">
            <a:spLocks/>
          </p:cNvSpPr>
          <p:nvPr/>
        </p:nvSpPr>
        <p:spPr>
          <a:xfrm>
            <a:off x="838200" y="1605063"/>
            <a:ext cx="10515600" cy="4416357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The CIO reviews the </a:t>
            </a:r>
            <a:r>
              <a:rPr lang="en-US" sz="2400" b="1" dirty="0"/>
              <a:t>40 COBIT objectives</a:t>
            </a:r>
            <a:r>
              <a:rPr lang="en-US" sz="2400" dirty="0"/>
              <a:t> as a </a:t>
            </a:r>
            <a:r>
              <a:rPr lang="en-US" sz="2400" i="1" dirty="0"/>
              <a:t>menu</a:t>
            </a:r>
            <a:r>
              <a:rPr lang="en-US" sz="2400" dirty="0"/>
              <a:t> or catalog.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The point is </a:t>
            </a:r>
            <a:r>
              <a:rPr lang="en-US" sz="2400" b="1" dirty="0"/>
              <a:t>not</a:t>
            </a:r>
            <a:r>
              <a:rPr lang="en-US" sz="2400" dirty="0"/>
              <a:t> to implement all 40.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Instead, </a:t>
            </a:r>
            <a:r>
              <a:rPr lang="en-US" sz="2400" dirty="0" err="1"/>
              <a:t>MegaMart</a:t>
            </a:r>
            <a:r>
              <a:rPr lang="en-US" sz="2400" dirty="0"/>
              <a:t> identifies </a:t>
            </a:r>
            <a:r>
              <a:rPr lang="en-US" sz="2400" b="1" dirty="0"/>
              <a:t>which objectives matter</a:t>
            </a:r>
            <a:r>
              <a:rPr lang="en-US" sz="2400" dirty="0"/>
              <a:t> based on:</a:t>
            </a:r>
          </a:p>
          <a:p>
            <a:r>
              <a:rPr lang="en-US" sz="2400" dirty="0"/>
              <a:t>strategy</a:t>
            </a:r>
          </a:p>
          <a:p>
            <a:r>
              <a:rPr lang="en-US" sz="2400" dirty="0"/>
              <a:t>risk profile</a:t>
            </a:r>
          </a:p>
          <a:p>
            <a:r>
              <a:rPr lang="en-US" sz="2400" dirty="0"/>
              <a:t>scale</a:t>
            </a:r>
          </a:p>
          <a:p>
            <a:r>
              <a:rPr lang="en-US" sz="2400" dirty="0"/>
              <a:t>regulatory pressure</a:t>
            </a:r>
          </a:p>
          <a:p>
            <a:r>
              <a:rPr lang="en-US" sz="2400" dirty="0"/>
              <a:t>IT reliance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This is where COBIT's </a:t>
            </a:r>
            <a:r>
              <a:rPr lang="en-US" sz="2400" b="1" dirty="0"/>
              <a:t>Design Factors</a:t>
            </a:r>
            <a:r>
              <a:rPr lang="en-US" sz="2400" dirty="0"/>
              <a:t> come in.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B7C6EF0C-860E-C20C-09DB-1A5FB7E4FCD1}"/>
              </a:ext>
            </a:extLst>
          </p:cNvPr>
          <p:cNvSpPr/>
          <p:nvPr/>
        </p:nvSpPr>
        <p:spPr>
          <a:xfrm>
            <a:off x="10126495" y="221472"/>
            <a:ext cx="2412458" cy="1527244"/>
          </a:xfrm>
          <a:prstGeom prst="rightArrow">
            <a:avLst/>
          </a:prstGeom>
          <a:solidFill>
            <a:srgbClr val="4472C4">
              <a:alpha val="2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2120E318-8AB6-BD45-6ABC-3E3D64A701DA}"/>
              </a:ext>
            </a:extLst>
          </p:cNvPr>
          <p:cNvSpPr/>
          <p:nvPr/>
        </p:nvSpPr>
        <p:spPr>
          <a:xfrm>
            <a:off x="-1585608" y="221472"/>
            <a:ext cx="2016868" cy="1527244"/>
          </a:xfrm>
          <a:prstGeom prst="rightArrow">
            <a:avLst/>
          </a:prstGeom>
          <a:solidFill>
            <a:srgbClr val="4472C4">
              <a:alpha val="2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94" name="Picture 2" descr="Figure 4">
            <a:extLst>
              <a:ext uri="{FF2B5EF4-FFF2-40B4-BE49-F238E27FC236}">
                <a16:creationId xmlns:a16="http://schemas.microsoft.com/office/drawing/2014/main" id="{69D48A12-CE5A-63C9-5B38-CF64DB3871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6677" y="3706238"/>
            <a:ext cx="4764063" cy="1956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7F3A7F0-DBB4-CFAF-8E03-020737DC303E}"/>
              </a:ext>
            </a:extLst>
          </p:cNvPr>
          <p:cNvSpPr txBox="1"/>
          <p:nvPr/>
        </p:nvSpPr>
        <p:spPr>
          <a:xfrm>
            <a:off x="8015591" y="5813433"/>
            <a:ext cx="29220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COBIT 2019 Design Factors</a:t>
            </a:r>
          </a:p>
        </p:txBody>
      </p:sp>
    </p:spTree>
    <p:extLst>
      <p:ext uri="{BB962C8B-B14F-4D97-AF65-F5344CB8AC3E}">
        <p14:creationId xmlns:p14="http://schemas.microsoft.com/office/powerpoint/2010/main" val="850212325"/>
      </p:ext>
    </p:extLst>
  </p:cSld>
  <p:clrMapOvr>
    <a:masterClrMapping/>
  </p:clrMapOvr>
  <p:transition spd="slow">
    <p:push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1C99F-D530-EA17-D443-C50313D29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088CF-8F89-1A6F-2E92-A49E304F2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731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3. Choosing the Relevant Objectives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2EFD31-B2D2-2BE2-62CF-7C6215F5F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31</a:t>
            </a:fld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E053358A-7B56-7EFB-20CB-1B9F5BD86E31}"/>
              </a:ext>
            </a:extLst>
          </p:cNvPr>
          <p:cNvSpPr/>
          <p:nvPr/>
        </p:nvSpPr>
        <p:spPr>
          <a:xfrm>
            <a:off x="10126495" y="221472"/>
            <a:ext cx="2412458" cy="1527244"/>
          </a:xfrm>
          <a:prstGeom prst="rightArrow">
            <a:avLst/>
          </a:prstGeom>
          <a:solidFill>
            <a:srgbClr val="4472C4">
              <a:alpha val="2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FE2DD680-4810-232B-DCD5-CD09FDB8D757}"/>
              </a:ext>
            </a:extLst>
          </p:cNvPr>
          <p:cNvSpPr/>
          <p:nvPr/>
        </p:nvSpPr>
        <p:spPr>
          <a:xfrm>
            <a:off x="-1585608" y="221472"/>
            <a:ext cx="2016868" cy="1527244"/>
          </a:xfrm>
          <a:prstGeom prst="rightArrow">
            <a:avLst/>
          </a:prstGeom>
          <a:solidFill>
            <a:srgbClr val="4472C4">
              <a:alpha val="2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0B21DB-D5B3-4C88-359D-426DAB29F9AB}"/>
              </a:ext>
            </a:extLst>
          </p:cNvPr>
          <p:cNvSpPr/>
          <p:nvPr/>
        </p:nvSpPr>
        <p:spPr>
          <a:xfrm>
            <a:off x="225354" y="1892369"/>
            <a:ext cx="2245469" cy="3778857"/>
          </a:xfrm>
          <a:prstGeom prst="rect">
            <a:avLst/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7D754B8-09D9-0355-DEAD-8353F2A07D20}"/>
              </a:ext>
            </a:extLst>
          </p:cNvPr>
          <p:cNvSpPr/>
          <p:nvPr/>
        </p:nvSpPr>
        <p:spPr>
          <a:xfrm>
            <a:off x="402075" y="2016239"/>
            <a:ext cx="1806102" cy="8056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ptos SemiBold" panose="020B0004020202020204" pitchFamily="34" charset="0"/>
              </a:rPr>
              <a:t>EDM01 – Ensures Governance Framework Setting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A703691-F695-559D-D978-5A0D5BABD779}"/>
              </a:ext>
            </a:extLst>
          </p:cNvPr>
          <p:cNvSpPr/>
          <p:nvPr/>
        </p:nvSpPr>
        <p:spPr>
          <a:xfrm>
            <a:off x="402075" y="2904535"/>
            <a:ext cx="1806102" cy="8056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ptos SemiBold" panose="020B0004020202020204" pitchFamily="34" charset="0"/>
              </a:rPr>
              <a:t>EDM02 – Ensures Benefits Delivery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98C7B1A-32D9-7800-8919-D3A483819041}"/>
              </a:ext>
            </a:extLst>
          </p:cNvPr>
          <p:cNvSpPr/>
          <p:nvPr/>
        </p:nvSpPr>
        <p:spPr>
          <a:xfrm>
            <a:off x="402075" y="3792831"/>
            <a:ext cx="1806102" cy="8056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ptos SemiBold" panose="020B0004020202020204" pitchFamily="34" charset="0"/>
              </a:rPr>
              <a:t>EDM03 – Ensures Risk Optimization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F9FE808-C5FC-365C-9039-F519C3775027}"/>
              </a:ext>
            </a:extLst>
          </p:cNvPr>
          <p:cNvSpPr/>
          <p:nvPr/>
        </p:nvSpPr>
        <p:spPr>
          <a:xfrm>
            <a:off x="402075" y="4681127"/>
            <a:ext cx="1806102" cy="8056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ptos SemiBold" panose="020B0004020202020204" pitchFamily="34" charset="0"/>
              </a:rPr>
              <a:t>EDM05 – Ensures Stakeholder Engagement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1E59D3-D0D0-E721-E632-7EDD52172A9C}"/>
              </a:ext>
            </a:extLst>
          </p:cNvPr>
          <p:cNvSpPr txBox="1"/>
          <p:nvPr/>
        </p:nvSpPr>
        <p:spPr>
          <a:xfrm>
            <a:off x="254539" y="5814879"/>
            <a:ext cx="22454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The Board wants structured oversight of IT investments and risks.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51C538-2159-D9CA-33AC-B089BDF3A30E}"/>
              </a:ext>
            </a:extLst>
          </p:cNvPr>
          <p:cNvSpPr/>
          <p:nvPr/>
        </p:nvSpPr>
        <p:spPr>
          <a:xfrm>
            <a:off x="2607818" y="1892369"/>
            <a:ext cx="2245469" cy="37788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23F5F5A-2932-CA2B-626C-AB6DC13B7B45}"/>
              </a:ext>
            </a:extLst>
          </p:cNvPr>
          <p:cNvSpPr/>
          <p:nvPr/>
        </p:nvSpPr>
        <p:spPr>
          <a:xfrm>
            <a:off x="2784539" y="2016239"/>
            <a:ext cx="1806102" cy="8056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ptos SemiBold" panose="020B0004020202020204" pitchFamily="34" charset="0"/>
              </a:rPr>
              <a:t>APO02 – Managed Strategy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62E7BF4-7095-5CE8-AD5B-D6C3E52337BE}"/>
              </a:ext>
            </a:extLst>
          </p:cNvPr>
          <p:cNvSpPr/>
          <p:nvPr/>
        </p:nvSpPr>
        <p:spPr>
          <a:xfrm>
            <a:off x="2784539" y="2904535"/>
            <a:ext cx="1806102" cy="8056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ptos SemiBold" panose="020B0004020202020204" pitchFamily="34" charset="0"/>
              </a:rPr>
              <a:t>APO12 – Managed Risk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100E149-C965-9A52-C807-CAF0B27F9083}"/>
              </a:ext>
            </a:extLst>
          </p:cNvPr>
          <p:cNvSpPr/>
          <p:nvPr/>
        </p:nvSpPr>
        <p:spPr>
          <a:xfrm>
            <a:off x="2784539" y="3792831"/>
            <a:ext cx="1806102" cy="8056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ptos SemiBold" panose="020B0004020202020204" pitchFamily="34" charset="0"/>
              </a:rPr>
              <a:t>APO13 – Managed Security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E75F5EC-3305-DACC-061B-CD31BCE7E94B}"/>
              </a:ext>
            </a:extLst>
          </p:cNvPr>
          <p:cNvSpPr/>
          <p:nvPr/>
        </p:nvSpPr>
        <p:spPr>
          <a:xfrm>
            <a:off x="2784539" y="4681127"/>
            <a:ext cx="1806102" cy="8056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ptos SemiBold" panose="020B0004020202020204" pitchFamily="34" charset="0"/>
              </a:rPr>
              <a:t>APO14 – Managed Data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769CC8A-9105-A951-D194-9165D5F05C5B}"/>
              </a:ext>
            </a:extLst>
          </p:cNvPr>
          <p:cNvSpPr/>
          <p:nvPr/>
        </p:nvSpPr>
        <p:spPr>
          <a:xfrm>
            <a:off x="4990282" y="1892369"/>
            <a:ext cx="2245469" cy="37788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28467C4-2886-D1FD-0D0B-07E64CBECB09}"/>
              </a:ext>
            </a:extLst>
          </p:cNvPr>
          <p:cNvSpPr/>
          <p:nvPr/>
        </p:nvSpPr>
        <p:spPr>
          <a:xfrm>
            <a:off x="5167003" y="2016239"/>
            <a:ext cx="1806102" cy="8056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ptos SemiBold" panose="020B0004020202020204" pitchFamily="34" charset="0"/>
              </a:rPr>
              <a:t>BAI03 – Managed Solutions Build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C9AE684-7B6F-3FB8-7272-3D0E903050AE}"/>
              </a:ext>
            </a:extLst>
          </p:cNvPr>
          <p:cNvSpPr/>
          <p:nvPr/>
        </p:nvSpPr>
        <p:spPr>
          <a:xfrm>
            <a:off x="5167003" y="2904535"/>
            <a:ext cx="1806102" cy="8056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ptos SemiBold" panose="020B0004020202020204" pitchFamily="34" charset="0"/>
              </a:rPr>
              <a:t>BAI06 – Managed Change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13E17C0-7AFD-FDE5-0A6F-E762C74401C4}"/>
              </a:ext>
            </a:extLst>
          </p:cNvPr>
          <p:cNvSpPr/>
          <p:nvPr/>
        </p:nvSpPr>
        <p:spPr>
          <a:xfrm>
            <a:off x="5167003" y="3792831"/>
            <a:ext cx="1806102" cy="8056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ptos SemiBold" panose="020B0004020202020204" pitchFamily="34" charset="0"/>
              </a:rPr>
              <a:t>BAI08 – Managed Knowledge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1D246E6-121B-B8DF-2F27-E0F4D05D4A5F}"/>
              </a:ext>
            </a:extLst>
          </p:cNvPr>
          <p:cNvSpPr/>
          <p:nvPr/>
        </p:nvSpPr>
        <p:spPr>
          <a:xfrm>
            <a:off x="5167003" y="4681127"/>
            <a:ext cx="1806102" cy="8056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ptos SemiBold" panose="020B0004020202020204" pitchFamily="34" charset="0"/>
              </a:rPr>
              <a:t>BAI09 – Managed Assets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7863979-03B3-31D4-1BBD-74E23CEFDCC1}"/>
              </a:ext>
            </a:extLst>
          </p:cNvPr>
          <p:cNvSpPr/>
          <p:nvPr/>
        </p:nvSpPr>
        <p:spPr>
          <a:xfrm>
            <a:off x="7372746" y="1892369"/>
            <a:ext cx="2245469" cy="37788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14C2758-DF4D-41B2-53D2-5B5749A999FA}"/>
              </a:ext>
            </a:extLst>
          </p:cNvPr>
          <p:cNvSpPr/>
          <p:nvPr/>
        </p:nvSpPr>
        <p:spPr>
          <a:xfrm>
            <a:off x="7549467" y="2016239"/>
            <a:ext cx="1806102" cy="8056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ptos SemiBold" panose="020B0004020202020204" pitchFamily="34" charset="0"/>
              </a:rPr>
              <a:t>DSS01 – Managed Operations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DEF8A951-EDFE-5993-3933-F4F3D222CA8D}"/>
              </a:ext>
            </a:extLst>
          </p:cNvPr>
          <p:cNvSpPr/>
          <p:nvPr/>
        </p:nvSpPr>
        <p:spPr>
          <a:xfrm>
            <a:off x="7549467" y="2904535"/>
            <a:ext cx="1806102" cy="8056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ptos SemiBold" panose="020B0004020202020204" pitchFamily="34" charset="0"/>
              </a:rPr>
              <a:t>DSS02 – Managed Incidents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23CFB1B0-A7CA-FE83-19D3-83A6209ECBE1}"/>
              </a:ext>
            </a:extLst>
          </p:cNvPr>
          <p:cNvSpPr/>
          <p:nvPr/>
        </p:nvSpPr>
        <p:spPr>
          <a:xfrm>
            <a:off x="7549467" y="3792831"/>
            <a:ext cx="1806102" cy="8056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ptos SemiBold" panose="020B0004020202020204" pitchFamily="34" charset="0"/>
              </a:rPr>
              <a:t>DSS05 – Managed Security Services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D07296B-791B-3666-E733-9CC47DE83461}"/>
              </a:ext>
            </a:extLst>
          </p:cNvPr>
          <p:cNvSpPr/>
          <p:nvPr/>
        </p:nvSpPr>
        <p:spPr>
          <a:xfrm>
            <a:off x="9755210" y="1892369"/>
            <a:ext cx="2245469" cy="37788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A3E4CDA7-08AE-9081-6B43-CF03C3848E4B}"/>
              </a:ext>
            </a:extLst>
          </p:cNvPr>
          <p:cNvSpPr/>
          <p:nvPr/>
        </p:nvSpPr>
        <p:spPr>
          <a:xfrm>
            <a:off x="9931931" y="2016239"/>
            <a:ext cx="1806102" cy="8056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ptos SemiBold" panose="020B0004020202020204" pitchFamily="34" charset="0"/>
              </a:rPr>
              <a:t>MEA01 – Performance Monitoring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31DDF0DA-3281-9205-07C3-DAFAF1255339}"/>
              </a:ext>
            </a:extLst>
          </p:cNvPr>
          <p:cNvSpPr/>
          <p:nvPr/>
        </p:nvSpPr>
        <p:spPr>
          <a:xfrm>
            <a:off x="9931931" y="2904535"/>
            <a:ext cx="1806102" cy="8056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ptos SemiBold" panose="020B0004020202020204" pitchFamily="34" charset="0"/>
              </a:rPr>
              <a:t>MEA03 – Compliance Monitoring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61C7271-A514-0E35-10B6-CBB0BB5A6A00}"/>
              </a:ext>
            </a:extLst>
          </p:cNvPr>
          <p:cNvSpPr txBox="1"/>
          <p:nvPr/>
        </p:nvSpPr>
        <p:spPr>
          <a:xfrm>
            <a:off x="2564856" y="5814879"/>
            <a:ext cx="22454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IT strategy, cybersecurity, and data governance are top priorities.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215C87E-263C-A191-94E1-71C3519AE29E}"/>
              </a:ext>
            </a:extLst>
          </p:cNvPr>
          <p:cNvSpPr txBox="1"/>
          <p:nvPr/>
        </p:nvSpPr>
        <p:spPr>
          <a:xfrm>
            <a:off x="4973266" y="5814879"/>
            <a:ext cx="22454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/>
              <a:t>MegaMart</a:t>
            </a:r>
            <a:r>
              <a:rPr lang="en-US" sz="1200" dirty="0"/>
              <a:t> is integrating ERP + e-commerce + loyalty systems.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F18DB46-F718-6893-4959-61D3299AA09B}"/>
              </a:ext>
            </a:extLst>
          </p:cNvPr>
          <p:cNvSpPr txBox="1"/>
          <p:nvPr/>
        </p:nvSpPr>
        <p:spPr>
          <a:xfrm>
            <a:off x="7372746" y="5814879"/>
            <a:ext cx="22454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Outages and cyber incidents directly impact sales and customer trust.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530DD47-1011-8D35-157D-93E38236D16E}"/>
              </a:ext>
            </a:extLst>
          </p:cNvPr>
          <p:cNvSpPr txBox="1"/>
          <p:nvPr/>
        </p:nvSpPr>
        <p:spPr>
          <a:xfrm>
            <a:off x="9772226" y="5814879"/>
            <a:ext cx="22454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Executives want dashboards showing IT performance and compliance status.</a:t>
            </a:r>
          </a:p>
        </p:txBody>
      </p:sp>
    </p:spTree>
    <p:extLst>
      <p:ext uri="{BB962C8B-B14F-4D97-AF65-F5344CB8AC3E}">
        <p14:creationId xmlns:p14="http://schemas.microsoft.com/office/powerpoint/2010/main" val="2632540083"/>
      </p:ext>
    </p:extLst>
  </p:cSld>
  <p:clrMapOvr>
    <a:masterClrMapping/>
  </p:clrMapOvr>
  <p:transition spd="slow">
    <p:push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5C316-381B-2E21-AC2C-1C3518B2C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peech Bubble: Rectangle 14">
            <a:extLst>
              <a:ext uri="{FF2B5EF4-FFF2-40B4-BE49-F238E27FC236}">
                <a16:creationId xmlns:a16="http://schemas.microsoft.com/office/drawing/2014/main" id="{9BA8AD15-32F5-F2C8-ACFE-007315226C41}"/>
              </a:ext>
            </a:extLst>
          </p:cNvPr>
          <p:cNvSpPr/>
          <p:nvPr/>
        </p:nvSpPr>
        <p:spPr>
          <a:xfrm>
            <a:off x="9358009" y="2658752"/>
            <a:ext cx="2743200" cy="3530133"/>
          </a:xfrm>
          <a:prstGeom prst="wedgeRectCallout">
            <a:avLst>
              <a:gd name="adj1" fmla="val -112322"/>
              <a:gd name="adj2" fmla="val 28773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Components of Gov System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95B0C6-C0D5-DAC1-1387-44A6ECF39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731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4. Building IT Gov Structure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DC57E1-37A4-4A56-C12A-2C067633E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32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0B81064-203E-5ADF-82F4-8EC118BA6E0F}"/>
              </a:ext>
            </a:extLst>
          </p:cNvPr>
          <p:cNvSpPr txBox="1">
            <a:spLocks/>
          </p:cNvSpPr>
          <p:nvPr/>
        </p:nvSpPr>
        <p:spPr>
          <a:xfrm>
            <a:off x="838200" y="1605063"/>
            <a:ext cx="10515600" cy="44163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Example 1: EDM01 → Building the Governance Framework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Actions:</a:t>
            </a:r>
          </a:p>
          <a:p>
            <a:r>
              <a:rPr lang="en-US" sz="2400" dirty="0"/>
              <a:t>Form an </a:t>
            </a:r>
            <a:r>
              <a:rPr lang="en-US" sz="2400" b="1" dirty="0"/>
              <a:t>IT Governance Committee</a:t>
            </a:r>
          </a:p>
          <a:p>
            <a:r>
              <a:rPr lang="en-US" sz="2400" dirty="0"/>
              <a:t>Define roles for CIO, CISO, Data Steward, Architecture Lead</a:t>
            </a:r>
          </a:p>
          <a:p>
            <a:r>
              <a:rPr lang="en-US" sz="2400" dirty="0"/>
              <a:t>Establish decision rights (who approves what)</a:t>
            </a:r>
          </a:p>
          <a:p>
            <a:r>
              <a:rPr lang="en-US" sz="2400" dirty="0"/>
              <a:t>Create policies (security, data, change, outsourcing)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COBIT provides the structure for each element.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5E0025D-3C5D-2A7D-F24D-3938A4A8F515}"/>
              </a:ext>
            </a:extLst>
          </p:cNvPr>
          <p:cNvSpPr/>
          <p:nvPr/>
        </p:nvSpPr>
        <p:spPr>
          <a:xfrm>
            <a:off x="10126495" y="221472"/>
            <a:ext cx="2412458" cy="1527244"/>
          </a:xfrm>
          <a:prstGeom prst="rightArrow">
            <a:avLst/>
          </a:prstGeom>
          <a:solidFill>
            <a:srgbClr val="4472C4">
              <a:alpha val="2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7A0DE5F5-E3C5-F777-14C4-44D2B1359A41}"/>
              </a:ext>
            </a:extLst>
          </p:cNvPr>
          <p:cNvSpPr/>
          <p:nvPr/>
        </p:nvSpPr>
        <p:spPr>
          <a:xfrm>
            <a:off x="-1585608" y="221472"/>
            <a:ext cx="2016868" cy="1527244"/>
          </a:xfrm>
          <a:prstGeom prst="rightArrow">
            <a:avLst/>
          </a:prstGeom>
          <a:solidFill>
            <a:srgbClr val="4472C4">
              <a:alpha val="2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550D46-BACD-DC32-11FB-7BD82FE579E8}"/>
              </a:ext>
            </a:extLst>
          </p:cNvPr>
          <p:cNvSpPr/>
          <p:nvPr/>
        </p:nvSpPr>
        <p:spPr>
          <a:xfrm>
            <a:off x="9533919" y="3086769"/>
            <a:ext cx="24124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Processes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1A5A67-48C8-72C4-E3FC-E7905607F744}"/>
              </a:ext>
            </a:extLst>
          </p:cNvPr>
          <p:cNvSpPr/>
          <p:nvPr/>
        </p:nvSpPr>
        <p:spPr>
          <a:xfrm>
            <a:off x="9533919" y="3519480"/>
            <a:ext cx="24124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Organizational structures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E62232-6F57-2580-B6AD-6E96F628728B}"/>
              </a:ext>
            </a:extLst>
          </p:cNvPr>
          <p:cNvSpPr/>
          <p:nvPr/>
        </p:nvSpPr>
        <p:spPr>
          <a:xfrm>
            <a:off x="9533919" y="3952191"/>
            <a:ext cx="24124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Information items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AE368C-479D-801D-CD9C-59CD620C2F77}"/>
              </a:ext>
            </a:extLst>
          </p:cNvPr>
          <p:cNvSpPr/>
          <p:nvPr/>
        </p:nvSpPr>
        <p:spPr>
          <a:xfrm>
            <a:off x="9533919" y="4384902"/>
            <a:ext cx="24124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Skills and competencies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C94F6CB-9233-0ADC-3D5C-BBDE9E8204FF}"/>
              </a:ext>
            </a:extLst>
          </p:cNvPr>
          <p:cNvSpPr/>
          <p:nvPr/>
        </p:nvSpPr>
        <p:spPr>
          <a:xfrm>
            <a:off x="9533919" y="4827855"/>
            <a:ext cx="24124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Culture and behavior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587B93-8806-AA9C-93D9-3FB2A4F3DE6C}"/>
              </a:ext>
            </a:extLst>
          </p:cNvPr>
          <p:cNvSpPr/>
          <p:nvPr/>
        </p:nvSpPr>
        <p:spPr>
          <a:xfrm>
            <a:off x="9533919" y="5260566"/>
            <a:ext cx="24124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Policies and procedures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C1CFBBD-728C-E6C4-432B-2F1EFBF73EE9}"/>
              </a:ext>
            </a:extLst>
          </p:cNvPr>
          <p:cNvSpPr/>
          <p:nvPr/>
        </p:nvSpPr>
        <p:spPr>
          <a:xfrm>
            <a:off x="9533919" y="5693277"/>
            <a:ext cx="24124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Services, infra, and app</a:t>
            </a:r>
          </a:p>
        </p:txBody>
      </p:sp>
    </p:spTree>
    <p:extLst>
      <p:ext uri="{BB962C8B-B14F-4D97-AF65-F5344CB8AC3E}">
        <p14:creationId xmlns:p14="http://schemas.microsoft.com/office/powerpoint/2010/main" val="2054651574"/>
      </p:ext>
    </p:extLst>
  </p:cSld>
  <p:clrMapOvr>
    <a:masterClrMapping/>
  </p:clrMapOvr>
  <p:transition spd="slow">
    <p:push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D8796-A112-84F0-848D-7A841597D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8F632-D64E-C36E-EA64-1EA31E322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731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4. Building IT Gov Structure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24D36C-012D-8644-CD7D-79325874D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33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7AE372D-E457-AAC6-C7CC-8B68B00A91AD}"/>
              </a:ext>
            </a:extLst>
          </p:cNvPr>
          <p:cNvSpPr txBox="1">
            <a:spLocks/>
          </p:cNvSpPr>
          <p:nvPr/>
        </p:nvSpPr>
        <p:spPr>
          <a:xfrm>
            <a:off x="838200" y="1605063"/>
            <a:ext cx="8451715" cy="44163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Example 2: APO02 → Align IT Strategy with Business Goals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Actions:</a:t>
            </a:r>
          </a:p>
          <a:p>
            <a:r>
              <a:rPr lang="en-US" sz="2400" dirty="0"/>
              <a:t>Create an </a:t>
            </a:r>
            <a:r>
              <a:rPr lang="en-US" sz="2400" b="1" dirty="0"/>
              <a:t>IT Roadmap</a:t>
            </a:r>
            <a:r>
              <a:rPr lang="en-US" sz="2400" dirty="0"/>
              <a:t> aligning with omnichannel expansion</a:t>
            </a:r>
          </a:p>
          <a:p>
            <a:r>
              <a:rPr lang="en-US" sz="2400" dirty="0"/>
              <a:t>Ensure each IT initiative links to specific enterprise goals</a:t>
            </a:r>
          </a:p>
          <a:p>
            <a:r>
              <a:rPr lang="en-US" sz="2400" dirty="0"/>
              <a:t>Define KPIs (e.g., app uptime, online conversion rate)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COBIT provides alignment principles and strategy practices.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BCB9B377-5F91-315C-5FDB-F264F3086A78}"/>
              </a:ext>
            </a:extLst>
          </p:cNvPr>
          <p:cNvSpPr/>
          <p:nvPr/>
        </p:nvSpPr>
        <p:spPr>
          <a:xfrm>
            <a:off x="10126495" y="221472"/>
            <a:ext cx="2412458" cy="1527244"/>
          </a:xfrm>
          <a:prstGeom prst="rightArrow">
            <a:avLst/>
          </a:prstGeom>
          <a:solidFill>
            <a:srgbClr val="4472C4">
              <a:alpha val="2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A84BBC82-CAB0-76DB-FC6E-DA65F4839C2B}"/>
              </a:ext>
            </a:extLst>
          </p:cNvPr>
          <p:cNvSpPr/>
          <p:nvPr/>
        </p:nvSpPr>
        <p:spPr>
          <a:xfrm>
            <a:off x="-1585608" y="221472"/>
            <a:ext cx="2016868" cy="1527244"/>
          </a:xfrm>
          <a:prstGeom prst="rightArrow">
            <a:avLst/>
          </a:prstGeom>
          <a:solidFill>
            <a:srgbClr val="4472C4">
              <a:alpha val="2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3A430A9C-A6EF-E8F4-3799-8E0E5E484D27}"/>
              </a:ext>
            </a:extLst>
          </p:cNvPr>
          <p:cNvSpPr/>
          <p:nvPr/>
        </p:nvSpPr>
        <p:spPr>
          <a:xfrm>
            <a:off x="9358009" y="2768189"/>
            <a:ext cx="2743200" cy="3530133"/>
          </a:xfrm>
          <a:prstGeom prst="wedgeRectCallout">
            <a:avLst>
              <a:gd name="adj1" fmla="val -62292"/>
              <a:gd name="adj2" fmla="val 31434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Components of Gov System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3A5304-E21B-7EB6-A188-0FFE3519A501}"/>
              </a:ext>
            </a:extLst>
          </p:cNvPr>
          <p:cNvSpPr/>
          <p:nvPr/>
        </p:nvSpPr>
        <p:spPr>
          <a:xfrm>
            <a:off x="9533919" y="3196206"/>
            <a:ext cx="24124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Processes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B600C8C-2562-1ACF-744B-BFC500CE6E60}"/>
              </a:ext>
            </a:extLst>
          </p:cNvPr>
          <p:cNvSpPr/>
          <p:nvPr/>
        </p:nvSpPr>
        <p:spPr>
          <a:xfrm>
            <a:off x="9533919" y="3628917"/>
            <a:ext cx="24124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Organizational structures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228D3D7-D86A-6749-46B7-688B045C05B6}"/>
              </a:ext>
            </a:extLst>
          </p:cNvPr>
          <p:cNvSpPr/>
          <p:nvPr/>
        </p:nvSpPr>
        <p:spPr>
          <a:xfrm>
            <a:off x="9533919" y="4061628"/>
            <a:ext cx="24124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Information items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B25C66-98D8-2D4C-0E09-1F8943D382CB}"/>
              </a:ext>
            </a:extLst>
          </p:cNvPr>
          <p:cNvSpPr/>
          <p:nvPr/>
        </p:nvSpPr>
        <p:spPr>
          <a:xfrm>
            <a:off x="9533919" y="4494339"/>
            <a:ext cx="24124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Skills and competencies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C1F66C-7A28-397B-BE4A-24615A26B475}"/>
              </a:ext>
            </a:extLst>
          </p:cNvPr>
          <p:cNvSpPr/>
          <p:nvPr/>
        </p:nvSpPr>
        <p:spPr>
          <a:xfrm>
            <a:off x="9533919" y="4937292"/>
            <a:ext cx="24124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Culture and behavior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32695B-B9C6-4503-B5BF-38D2847650C5}"/>
              </a:ext>
            </a:extLst>
          </p:cNvPr>
          <p:cNvSpPr/>
          <p:nvPr/>
        </p:nvSpPr>
        <p:spPr>
          <a:xfrm>
            <a:off x="9533919" y="5370003"/>
            <a:ext cx="24124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Policies and procedures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14910E5-F3D8-7EC3-F809-856362F5A7A3}"/>
              </a:ext>
            </a:extLst>
          </p:cNvPr>
          <p:cNvSpPr/>
          <p:nvPr/>
        </p:nvSpPr>
        <p:spPr>
          <a:xfrm>
            <a:off x="9533919" y="5802714"/>
            <a:ext cx="24124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Services, infra, and app</a:t>
            </a:r>
          </a:p>
        </p:txBody>
      </p:sp>
    </p:spTree>
    <p:extLst>
      <p:ext uri="{BB962C8B-B14F-4D97-AF65-F5344CB8AC3E}">
        <p14:creationId xmlns:p14="http://schemas.microsoft.com/office/powerpoint/2010/main" val="19388144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FF3A0-2860-CFA2-F43A-D7556FA96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A9E6E-D31C-EE6F-8433-FC37E5E06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731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4. Building IT Gov Structure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91D70B-92A2-D060-C8C4-B5F5A1DA8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34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9225416-9DF0-A6ED-916D-B0EC8DD8E4F1}"/>
              </a:ext>
            </a:extLst>
          </p:cNvPr>
          <p:cNvSpPr txBox="1">
            <a:spLocks/>
          </p:cNvSpPr>
          <p:nvPr/>
        </p:nvSpPr>
        <p:spPr>
          <a:xfrm>
            <a:off x="838200" y="1605063"/>
            <a:ext cx="8305800" cy="4416357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Example 3: APO14 → Implementing Data Governance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Actions:</a:t>
            </a:r>
          </a:p>
          <a:p>
            <a:r>
              <a:rPr lang="en-US" sz="2400" dirty="0"/>
              <a:t>Assign </a:t>
            </a:r>
            <a:r>
              <a:rPr lang="en-US" sz="2400" b="1" dirty="0"/>
              <a:t>data owners</a:t>
            </a:r>
            <a:r>
              <a:rPr lang="en-US" sz="2400" dirty="0"/>
              <a:t> for customer, product, and transaction data</a:t>
            </a:r>
          </a:p>
          <a:p>
            <a:r>
              <a:rPr lang="en-US" sz="2400" dirty="0"/>
              <a:t>Establish data lifecycle rules</a:t>
            </a:r>
          </a:p>
          <a:p>
            <a:r>
              <a:rPr lang="en-US" sz="2400" dirty="0"/>
              <a:t>Implement data quality monitoring</a:t>
            </a:r>
          </a:p>
          <a:p>
            <a:r>
              <a:rPr lang="en-US" sz="2400" dirty="0"/>
              <a:t>Define access criteria for personal information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COBIT provides guidance for ownership, quality, lifecycle, and security.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1CE26F1F-B12A-B998-0646-98E1A6FEC273}"/>
              </a:ext>
            </a:extLst>
          </p:cNvPr>
          <p:cNvSpPr/>
          <p:nvPr/>
        </p:nvSpPr>
        <p:spPr>
          <a:xfrm>
            <a:off x="10126495" y="221472"/>
            <a:ext cx="2412458" cy="1527244"/>
          </a:xfrm>
          <a:prstGeom prst="rightArrow">
            <a:avLst/>
          </a:prstGeom>
          <a:solidFill>
            <a:srgbClr val="4472C4">
              <a:alpha val="2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3C79AD40-C50C-7BEB-76A0-597A444B4460}"/>
              </a:ext>
            </a:extLst>
          </p:cNvPr>
          <p:cNvSpPr/>
          <p:nvPr/>
        </p:nvSpPr>
        <p:spPr>
          <a:xfrm>
            <a:off x="-1585608" y="221472"/>
            <a:ext cx="2016868" cy="1527244"/>
          </a:xfrm>
          <a:prstGeom prst="rightArrow">
            <a:avLst/>
          </a:prstGeom>
          <a:solidFill>
            <a:srgbClr val="4472C4">
              <a:alpha val="2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FBBBAFA0-540B-68CC-81EB-DBDACF1A7C87}"/>
              </a:ext>
            </a:extLst>
          </p:cNvPr>
          <p:cNvSpPr/>
          <p:nvPr/>
        </p:nvSpPr>
        <p:spPr>
          <a:xfrm>
            <a:off x="9358009" y="2648241"/>
            <a:ext cx="2743200" cy="3540644"/>
          </a:xfrm>
          <a:prstGeom prst="wedgeRectCallout">
            <a:avLst>
              <a:gd name="adj1" fmla="val -71896"/>
              <a:gd name="adj2" fmla="val 30950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Components of Gov System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00A7F9-1C6E-E851-B0F7-1C38B96BCCF4}"/>
              </a:ext>
            </a:extLst>
          </p:cNvPr>
          <p:cNvSpPr/>
          <p:nvPr/>
        </p:nvSpPr>
        <p:spPr>
          <a:xfrm>
            <a:off x="9533919" y="3076258"/>
            <a:ext cx="24124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Processes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244463C-A854-6024-ED33-88CE90BD72A7}"/>
              </a:ext>
            </a:extLst>
          </p:cNvPr>
          <p:cNvSpPr/>
          <p:nvPr/>
        </p:nvSpPr>
        <p:spPr>
          <a:xfrm>
            <a:off x="9533919" y="3508969"/>
            <a:ext cx="24124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Organizational structures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C6D5AD-C8D0-D586-2DF1-D215108D3ECD}"/>
              </a:ext>
            </a:extLst>
          </p:cNvPr>
          <p:cNvSpPr/>
          <p:nvPr/>
        </p:nvSpPr>
        <p:spPr>
          <a:xfrm>
            <a:off x="9533919" y="3941680"/>
            <a:ext cx="24124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Information items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79799A-11CF-2D3D-5169-F4D017F6E73B}"/>
              </a:ext>
            </a:extLst>
          </p:cNvPr>
          <p:cNvSpPr/>
          <p:nvPr/>
        </p:nvSpPr>
        <p:spPr>
          <a:xfrm>
            <a:off x="9533919" y="4374391"/>
            <a:ext cx="24124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Skills and competencies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699C83-5DFA-03E5-2F4B-2C5F0EFB37B5}"/>
              </a:ext>
            </a:extLst>
          </p:cNvPr>
          <p:cNvSpPr/>
          <p:nvPr/>
        </p:nvSpPr>
        <p:spPr>
          <a:xfrm>
            <a:off x="9533919" y="4829908"/>
            <a:ext cx="24124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Culture and behavior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C32B8FF-A075-FA32-6159-09985C795E50}"/>
              </a:ext>
            </a:extLst>
          </p:cNvPr>
          <p:cNvSpPr/>
          <p:nvPr/>
        </p:nvSpPr>
        <p:spPr>
          <a:xfrm>
            <a:off x="9533919" y="5262619"/>
            <a:ext cx="24124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Policies and procedures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A95D1D2-55FC-7451-618C-9593FAD92F68}"/>
              </a:ext>
            </a:extLst>
          </p:cNvPr>
          <p:cNvSpPr/>
          <p:nvPr/>
        </p:nvSpPr>
        <p:spPr>
          <a:xfrm>
            <a:off x="9533919" y="5695330"/>
            <a:ext cx="24124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Services, infra, and app</a:t>
            </a:r>
          </a:p>
        </p:txBody>
      </p:sp>
    </p:spTree>
    <p:extLst>
      <p:ext uri="{BB962C8B-B14F-4D97-AF65-F5344CB8AC3E}">
        <p14:creationId xmlns:p14="http://schemas.microsoft.com/office/powerpoint/2010/main" val="32614450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D4DED-A6D4-5E11-EA55-6BAACD46C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377F5-831A-5869-B45E-03D0CDA0E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731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4. Building IT Gov Structure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386C9C-1EAF-37E0-F156-6D50F973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35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D76152A-2957-68EE-9F6A-9510C480CBD5}"/>
              </a:ext>
            </a:extLst>
          </p:cNvPr>
          <p:cNvSpPr txBox="1">
            <a:spLocks/>
          </p:cNvSpPr>
          <p:nvPr/>
        </p:nvSpPr>
        <p:spPr>
          <a:xfrm>
            <a:off x="838200" y="1605063"/>
            <a:ext cx="8276617" cy="44163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Example 4: MEA01 → Monitoring and Dashboards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Actions:</a:t>
            </a:r>
          </a:p>
          <a:p>
            <a:r>
              <a:rPr lang="en-US" sz="2400" dirty="0"/>
              <a:t>Develop KPIs for service uptime, security, incidents, change success</a:t>
            </a:r>
          </a:p>
          <a:p>
            <a:r>
              <a:rPr lang="en-US" sz="2400" dirty="0"/>
              <a:t>Create monthly performance reports to governance committee</a:t>
            </a:r>
          </a:p>
          <a:p>
            <a:r>
              <a:rPr lang="en-US" sz="2400" dirty="0"/>
              <a:t>Benchmark performance against COBIT practices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COBIT provides recommended performance metrics.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61F2C84F-9136-32B4-54A8-BCF423C6E762}"/>
              </a:ext>
            </a:extLst>
          </p:cNvPr>
          <p:cNvSpPr/>
          <p:nvPr/>
        </p:nvSpPr>
        <p:spPr>
          <a:xfrm>
            <a:off x="10126495" y="221472"/>
            <a:ext cx="2412458" cy="1527244"/>
          </a:xfrm>
          <a:prstGeom prst="rightArrow">
            <a:avLst/>
          </a:prstGeom>
          <a:solidFill>
            <a:srgbClr val="4472C4">
              <a:alpha val="2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73B8352E-F59C-B47B-63AF-E173D931707D}"/>
              </a:ext>
            </a:extLst>
          </p:cNvPr>
          <p:cNvSpPr/>
          <p:nvPr/>
        </p:nvSpPr>
        <p:spPr>
          <a:xfrm>
            <a:off x="-1585608" y="221472"/>
            <a:ext cx="2016868" cy="1527244"/>
          </a:xfrm>
          <a:prstGeom prst="rightArrow">
            <a:avLst/>
          </a:prstGeom>
          <a:solidFill>
            <a:srgbClr val="4472C4">
              <a:alpha val="2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BF77C613-F3F8-AB9C-0F05-EADECB260C28}"/>
              </a:ext>
            </a:extLst>
          </p:cNvPr>
          <p:cNvSpPr/>
          <p:nvPr/>
        </p:nvSpPr>
        <p:spPr>
          <a:xfrm>
            <a:off x="9358009" y="2789209"/>
            <a:ext cx="2743200" cy="3509113"/>
          </a:xfrm>
          <a:prstGeom prst="wedgeRectCallout">
            <a:avLst>
              <a:gd name="adj1" fmla="val -95300"/>
              <a:gd name="adj2" fmla="val 32643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Components of Gov System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61A62F-81CB-B1DD-1377-90D0878E603B}"/>
              </a:ext>
            </a:extLst>
          </p:cNvPr>
          <p:cNvSpPr/>
          <p:nvPr/>
        </p:nvSpPr>
        <p:spPr>
          <a:xfrm>
            <a:off x="9533919" y="3217226"/>
            <a:ext cx="24124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Processes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F0BAD4-5ABA-DAD2-7371-E136ABB2F173}"/>
              </a:ext>
            </a:extLst>
          </p:cNvPr>
          <p:cNvSpPr/>
          <p:nvPr/>
        </p:nvSpPr>
        <p:spPr>
          <a:xfrm>
            <a:off x="9533919" y="3649937"/>
            <a:ext cx="24124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Organizational structures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92434B-E922-F9DC-56B6-75447493D810}"/>
              </a:ext>
            </a:extLst>
          </p:cNvPr>
          <p:cNvSpPr/>
          <p:nvPr/>
        </p:nvSpPr>
        <p:spPr>
          <a:xfrm>
            <a:off x="9533919" y="4082648"/>
            <a:ext cx="24124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Information items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8174F63-495E-FFF6-C516-B93944798142}"/>
              </a:ext>
            </a:extLst>
          </p:cNvPr>
          <p:cNvSpPr/>
          <p:nvPr/>
        </p:nvSpPr>
        <p:spPr>
          <a:xfrm>
            <a:off x="9533919" y="4515359"/>
            <a:ext cx="24124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Skills and competencies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6126AE-13A4-3A05-62CD-1865516E2166}"/>
              </a:ext>
            </a:extLst>
          </p:cNvPr>
          <p:cNvSpPr/>
          <p:nvPr/>
        </p:nvSpPr>
        <p:spPr>
          <a:xfrm>
            <a:off x="9533919" y="4948070"/>
            <a:ext cx="24124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Culture and behavior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5AEE4C-29F5-D959-5910-BFCDF7279B62}"/>
              </a:ext>
            </a:extLst>
          </p:cNvPr>
          <p:cNvSpPr/>
          <p:nvPr/>
        </p:nvSpPr>
        <p:spPr>
          <a:xfrm>
            <a:off x="9533919" y="5380781"/>
            <a:ext cx="24124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Policies and procedures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A217AE-6955-0F0A-3036-C72F8BBF1173}"/>
              </a:ext>
            </a:extLst>
          </p:cNvPr>
          <p:cNvSpPr/>
          <p:nvPr/>
        </p:nvSpPr>
        <p:spPr>
          <a:xfrm>
            <a:off x="9533919" y="5813492"/>
            <a:ext cx="24124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Services, infra, and app</a:t>
            </a:r>
          </a:p>
        </p:txBody>
      </p:sp>
    </p:spTree>
    <p:extLst>
      <p:ext uri="{BB962C8B-B14F-4D97-AF65-F5344CB8AC3E}">
        <p14:creationId xmlns:p14="http://schemas.microsoft.com/office/powerpoint/2010/main" val="5423595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6BD27-B31F-122C-5206-5A29E18F8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3CA06-38AA-83F2-AC2D-E0184BF51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731" y="365125"/>
            <a:ext cx="11243554" cy="1325563"/>
          </a:xfrm>
        </p:spPr>
        <p:txBody>
          <a:bodyPr>
            <a:normAutofit/>
          </a:bodyPr>
          <a:lstStyle/>
          <a:p>
            <a:r>
              <a:rPr lang="en-US" dirty="0"/>
              <a:t>5. Final Result: A Practical IT Governance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10C552-3D4C-3074-22E7-7977894B6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36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BE637E-17AF-3A32-3D48-62B61564D1DE}"/>
              </a:ext>
            </a:extLst>
          </p:cNvPr>
          <p:cNvSpPr txBox="1">
            <a:spLocks/>
          </p:cNvSpPr>
          <p:nvPr/>
        </p:nvSpPr>
        <p:spPr>
          <a:xfrm>
            <a:off x="838200" y="1605063"/>
            <a:ext cx="10515600" cy="4513635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After 6 months, </a:t>
            </a:r>
            <a:r>
              <a:rPr lang="en-US" sz="2400" dirty="0" err="1"/>
              <a:t>MegaMart</a:t>
            </a:r>
            <a:r>
              <a:rPr lang="en-US" sz="2400" dirty="0"/>
              <a:t> achieves:</a:t>
            </a:r>
          </a:p>
          <a:p>
            <a:r>
              <a:rPr lang="en-US" sz="2400" dirty="0"/>
              <a:t>Clear IT decision-making structure</a:t>
            </a:r>
          </a:p>
          <a:p>
            <a:r>
              <a:rPr lang="en-US" sz="2400" dirty="0"/>
              <a:t>Improved alignment across business–IT initiatives</a:t>
            </a:r>
          </a:p>
          <a:p>
            <a:r>
              <a:rPr lang="en-US" sz="2400" dirty="0"/>
              <a:t>Reduced emergency changes by 40%</a:t>
            </a:r>
          </a:p>
          <a:p>
            <a:r>
              <a:rPr lang="en-US" sz="2400" dirty="0"/>
              <a:t>Faster incident response (improved by 30%)</a:t>
            </a:r>
          </a:p>
          <a:p>
            <a:r>
              <a:rPr lang="en-US" sz="2400" dirty="0"/>
              <a:t>Better data governance for customer protection</a:t>
            </a:r>
          </a:p>
          <a:p>
            <a:r>
              <a:rPr lang="en-US" sz="2400" dirty="0"/>
              <a:t>More reliable online services</a:t>
            </a:r>
          </a:p>
          <a:p>
            <a:r>
              <a:rPr lang="en-US" sz="2400" dirty="0"/>
              <a:t>Transparent reporting to leadership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Everything is built using </a:t>
            </a:r>
            <a:r>
              <a:rPr lang="en-US" sz="2400" b="1" dirty="0"/>
              <a:t>selected</a:t>
            </a:r>
            <a:r>
              <a:rPr lang="en-US" sz="2400" dirty="0"/>
              <a:t> COBIT 2019 Core Model objectives.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7AC1F595-1959-E4ED-CE1B-8AD585D2E98D}"/>
              </a:ext>
            </a:extLst>
          </p:cNvPr>
          <p:cNvSpPr/>
          <p:nvPr/>
        </p:nvSpPr>
        <p:spPr>
          <a:xfrm>
            <a:off x="-1585608" y="221472"/>
            <a:ext cx="2016868" cy="1527244"/>
          </a:xfrm>
          <a:prstGeom prst="rightArrow">
            <a:avLst/>
          </a:prstGeom>
          <a:solidFill>
            <a:srgbClr val="4472C4">
              <a:alpha val="2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916245"/>
      </p:ext>
    </p:extLst>
  </p:cSld>
  <p:clrMapOvr>
    <a:masterClrMapping/>
  </p:clrMapOvr>
  <p:transition spd="slow">
    <p:push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1BDFF-B4B4-3CEB-104E-CD2180BE8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Auditing IT Governance</a:t>
            </a:r>
          </a:p>
        </p:txBody>
      </p:sp>
    </p:spTree>
    <p:extLst>
      <p:ext uri="{BB962C8B-B14F-4D97-AF65-F5344CB8AC3E}">
        <p14:creationId xmlns:p14="http://schemas.microsoft.com/office/powerpoint/2010/main" val="14797977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03F4A-1D49-9E25-94A7-566EB15D9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Urgency of Auditing IT Governance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D5C4A-CC76-D9DB-9ACE-49B4F77594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1841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IT Governance failures cause:</a:t>
            </a:r>
          </a:p>
          <a:p>
            <a:r>
              <a:rPr lang="en-US" dirty="0"/>
              <a:t>misalignment</a:t>
            </a:r>
          </a:p>
          <a:p>
            <a:r>
              <a:rPr lang="en-US" dirty="0"/>
              <a:t>project failure</a:t>
            </a:r>
          </a:p>
          <a:p>
            <a:r>
              <a:rPr lang="en-US" dirty="0"/>
              <a:t>data breaches</a:t>
            </a:r>
          </a:p>
          <a:p>
            <a:r>
              <a:rPr lang="en-US" dirty="0"/>
              <a:t>operational losses</a:t>
            </a:r>
          </a:p>
          <a:p>
            <a:r>
              <a:rPr lang="en-US" dirty="0"/>
              <a:t>compliance issues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2B82C7-3AF6-D5C2-8D05-6A779DCBD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EE535D-EA89-C6A3-EAB2-F8A153B58C04}"/>
              </a:ext>
            </a:extLst>
          </p:cNvPr>
          <p:cNvSpPr txBox="1"/>
          <p:nvPr/>
        </p:nvSpPr>
        <p:spPr>
          <a:xfrm>
            <a:off x="7327359" y="1951672"/>
            <a:ext cx="3470343" cy="1477328"/>
          </a:xfrm>
          <a:prstGeom prst="rect">
            <a:avLst/>
          </a:prstGeom>
          <a:solidFill>
            <a:srgbClr val="E4D304">
              <a:alpha val="43137"/>
            </a:srgb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Key idea:</a:t>
            </a:r>
            <a:br>
              <a:rPr lang="en-US" dirty="0"/>
            </a:br>
            <a:r>
              <a:rPr lang="en-US" i="1" dirty="0"/>
              <a:t>We audit IT Governance to ensure direction, oversight, and accountability are working as intended.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477680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DDC65-9C57-A797-E029-AA6FB2DB8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COBIT 2019 as Audit Criteria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31B3B-5CC4-EEF1-62DB-80AF367BF6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Why COBIT is suitable for governance auditing:</a:t>
            </a:r>
          </a:p>
          <a:p>
            <a:r>
              <a:rPr lang="en-US" dirty="0"/>
              <a:t>internationally recognized</a:t>
            </a:r>
          </a:p>
          <a:p>
            <a:r>
              <a:rPr lang="en-US" dirty="0"/>
              <a:t>covers all governance &amp; management components</a:t>
            </a:r>
          </a:p>
          <a:p>
            <a:r>
              <a:rPr lang="en-US" dirty="0"/>
              <a:t>provides </a:t>
            </a:r>
            <a:r>
              <a:rPr lang="en-US" i="1" dirty="0"/>
              <a:t>criteria, activities, and practices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COBIT gives auditors a structured, neutral, complete criteria set.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1951A4-595D-3E6B-8A63-7DD86F143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8377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1DF47-EFEF-3350-38EC-AE722B991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Selecting Relevant COBIT Objectives for Audit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DDA76-000B-232B-20A9-7BCD0EBCC0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157936" cy="4351338"/>
          </a:xfrm>
        </p:spPr>
        <p:txBody>
          <a:bodyPr/>
          <a:lstStyle/>
          <a:p>
            <a:r>
              <a:rPr lang="en-US" dirty="0"/>
              <a:t>Auditors don’t audit all 40 objectives</a:t>
            </a:r>
          </a:p>
          <a:p>
            <a:r>
              <a:rPr lang="en-US" dirty="0"/>
              <a:t>Selection depends on:</a:t>
            </a:r>
          </a:p>
          <a:p>
            <a:pPr lvl="1"/>
            <a:r>
              <a:rPr lang="en-US" dirty="0"/>
              <a:t>organization’s strategy</a:t>
            </a:r>
          </a:p>
          <a:p>
            <a:pPr lvl="1"/>
            <a:r>
              <a:rPr lang="en-US" dirty="0"/>
              <a:t>risk profile</a:t>
            </a:r>
          </a:p>
          <a:p>
            <a:pPr lvl="1"/>
            <a:r>
              <a:rPr lang="en-US" dirty="0"/>
              <a:t>regulatory requirements</a:t>
            </a:r>
          </a:p>
          <a:p>
            <a:pPr lvl="1"/>
            <a:r>
              <a:rPr lang="en-US" dirty="0"/>
              <a:t>current maturity</a:t>
            </a:r>
          </a:p>
          <a:p>
            <a:pPr lvl="1"/>
            <a:r>
              <a:rPr lang="en-US" dirty="0"/>
              <a:t>known pain points</a:t>
            </a:r>
          </a:p>
          <a:p>
            <a:r>
              <a:rPr lang="en-US" dirty="0"/>
              <a:t>Link back to the </a:t>
            </a:r>
            <a:r>
              <a:rPr lang="en-US" i="1" dirty="0" err="1"/>
              <a:t>MegaMart</a:t>
            </a:r>
            <a:r>
              <a:rPr lang="en-US" dirty="0"/>
              <a:t> case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F972E0-0762-35ED-A1D3-2A8CFC1B8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6" name="Callout: Down Arrow 5">
            <a:extLst>
              <a:ext uri="{FF2B5EF4-FFF2-40B4-BE49-F238E27FC236}">
                <a16:creationId xmlns:a16="http://schemas.microsoft.com/office/drawing/2014/main" id="{9E2E44FB-3489-9917-95F3-D82A12A7F1E1}"/>
              </a:ext>
            </a:extLst>
          </p:cNvPr>
          <p:cNvSpPr/>
          <p:nvPr/>
        </p:nvSpPr>
        <p:spPr>
          <a:xfrm>
            <a:off x="7636213" y="2106039"/>
            <a:ext cx="3618690" cy="894944"/>
          </a:xfrm>
          <a:prstGeom prst="downArrowCallout">
            <a:avLst/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Understand enterprise goals</a:t>
            </a:r>
          </a:p>
        </p:txBody>
      </p:sp>
      <p:sp>
        <p:nvSpPr>
          <p:cNvPr id="7" name="Callout: Down Arrow 6">
            <a:extLst>
              <a:ext uri="{FF2B5EF4-FFF2-40B4-BE49-F238E27FC236}">
                <a16:creationId xmlns:a16="http://schemas.microsoft.com/office/drawing/2014/main" id="{76E86B0F-D9FC-6B49-2D02-268A9D1B5626}"/>
              </a:ext>
            </a:extLst>
          </p:cNvPr>
          <p:cNvSpPr/>
          <p:nvPr/>
        </p:nvSpPr>
        <p:spPr>
          <a:xfrm>
            <a:off x="7636213" y="3000983"/>
            <a:ext cx="3618690" cy="894944"/>
          </a:xfrm>
          <a:prstGeom prst="downArrowCallout">
            <a:avLst/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Understand IT environment</a:t>
            </a:r>
          </a:p>
        </p:txBody>
      </p:sp>
      <p:sp>
        <p:nvSpPr>
          <p:cNvPr id="8" name="Callout: Down Arrow 7">
            <a:extLst>
              <a:ext uri="{FF2B5EF4-FFF2-40B4-BE49-F238E27FC236}">
                <a16:creationId xmlns:a16="http://schemas.microsoft.com/office/drawing/2014/main" id="{6ED99FE0-BD5D-E81E-548B-E597FFB50064}"/>
              </a:ext>
            </a:extLst>
          </p:cNvPr>
          <p:cNvSpPr/>
          <p:nvPr/>
        </p:nvSpPr>
        <p:spPr>
          <a:xfrm>
            <a:off x="7636213" y="3895927"/>
            <a:ext cx="3618690" cy="894944"/>
          </a:xfrm>
          <a:prstGeom prst="downArrowCallout">
            <a:avLst/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Identify high-risk COBIT domains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3EA4C7-8051-7783-8C45-24826B69C1E4}"/>
              </a:ext>
            </a:extLst>
          </p:cNvPr>
          <p:cNvSpPr/>
          <p:nvPr/>
        </p:nvSpPr>
        <p:spPr>
          <a:xfrm>
            <a:off x="7636213" y="4790871"/>
            <a:ext cx="3618690" cy="583659"/>
          </a:xfrm>
          <a:prstGeom prst="rect">
            <a:avLst/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Select relevant objectives</a:t>
            </a:r>
          </a:p>
        </p:txBody>
      </p:sp>
    </p:spTree>
    <p:extLst>
      <p:ext uri="{BB962C8B-B14F-4D97-AF65-F5344CB8AC3E}">
        <p14:creationId xmlns:p14="http://schemas.microsoft.com/office/powerpoint/2010/main" val="188652503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98D3B-BFBB-A34A-578C-FBC9E694E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8FE1B-F450-54CE-C7BB-57E0E4A31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COBIT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ED902-B363-9F6D-5149-1C534DCF9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628762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/>
              <a:t>Each COBIT objective contains: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Objective statement → what it must achieve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Purpose → why it exists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Gov/Management practices → </a:t>
            </a:r>
            <a:r>
              <a:rPr lang="en-US" sz="2400" b="1" dirty="0"/>
              <a:t>the “audit criteria”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Inputs / Outputs → audit evidence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RACI → roles to interview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Metrics → performance &amp; conformance indicators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05EA98-8C47-367B-370E-C08F926C1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84F59A-2554-7C3C-478E-861A63FCB310}"/>
              </a:ext>
            </a:extLst>
          </p:cNvPr>
          <p:cNvSpPr txBox="1"/>
          <p:nvPr/>
        </p:nvSpPr>
        <p:spPr>
          <a:xfrm>
            <a:off x="8698959" y="2150212"/>
            <a:ext cx="2312751" cy="1477328"/>
          </a:xfrm>
          <a:prstGeom prst="rect">
            <a:avLst/>
          </a:prstGeom>
          <a:solidFill>
            <a:srgbClr val="E4D304">
              <a:alpha val="45882"/>
            </a:srgb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Key idea:</a:t>
            </a:r>
            <a:br>
              <a:rPr lang="en-US" dirty="0"/>
            </a:br>
            <a:r>
              <a:rPr lang="en-US" i="1" dirty="0"/>
              <a:t>This structure tells auditors what to test, who to ask, and what evidence to collect.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86658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13CE5-D0E5-C154-6622-EBDD7B4DA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Perform an Audit of IT Governance Using COBIT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7E53C-3392-A600-92D0-93F502C3C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Plan the Audit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Understand the Governance Structure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Evaluate Design of Controls / Governance Practices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Test Control and Activities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Assess Capability or Maturity (Optional)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Form Conclusions and Recommendations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59F84C-D384-4256-3207-6E70DC60F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53272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447ED-0E1D-B4D7-B9AA-7BA277FE8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Plan the Audit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9B494-87DD-09EB-620C-34E88CEC39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6648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You define what you are auditing, why, and against which criteria (COBIT objectives).</a:t>
            </a:r>
          </a:p>
          <a:p>
            <a:pPr marL="0" indent="0">
              <a:buNone/>
            </a:pPr>
            <a:r>
              <a:rPr lang="en-US" sz="2000" dirty="0"/>
              <a:t>You must identify:</a:t>
            </a:r>
          </a:p>
          <a:p>
            <a:r>
              <a:rPr lang="en-US" sz="2000" dirty="0"/>
              <a:t>Objective (e.g., “Is IT Governance effective?”)</a:t>
            </a:r>
          </a:p>
          <a:p>
            <a:r>
              <a:rPr lang="en-US" sz="2000" dirty="0"/>
              <a:t>Scope (which COBIT objectives? EDM01? APO01? etc.)</a:t>
            </a:r>
          </a:p>
          <a:p>
            <a:r>
              <a:rPr lang="en-US" sz="2000" dirty="0"/>
              <a:t>Risks</a:t>
            </a:r>
          </a:p>
          <a:p>
            <a:r>
              <a:rPr lang="en-US" sz="2000" dirty="0"/>
              <a:t>Resources and schedule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1E0976-6007-AA4B-7485-14B31BF51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0CB57BD-8764-F240-2891-7944FD4F9537}"/>
              </a:ext>
            </a:extLst>
          </p:cNvPr>
          <p:cNvSpPr txBox="1">
            <a:spLocks/>
          </p:cNvSpPr>
          <p:nvPr/>
        </p:nvSpPr>
        <p:spPr>
          <a:xfrm>
            <a:off x="6498077" y="1580509"/>
            <a:ext cx="4855723" cy="4351338"/>
          </a:xfrm>
          <a:prstGeom prst="rect">
            <a:avLst/>
          </a:prstGeom>
          <a:solidFill>
            <a:srgbClr val="FFC000">
              <a:alpha val="60000"/>
            </a:srgb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/>
              <a:t>Example</a:t>
            </a:r>
          </a:p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2000" dirty="0"/>
              <a:t>A retail company, “</a:t>
            </a:r>
            <a:r>
              <a:rPr lang="en-US" sz="2000" dirty="0" err="1"/>
              <a:t>ShopNow</a:t>
            </a:r>
            <a:r>
              <a:rPr lang="en-US" sz="2000" dirty="0"/>
              <a:t>”, is rolling out a new customer-facing mobile app.</a:t>
            </a:r>
            <a:br>
              <a:rPr lang="en-US" sz="2000" dirty="0"/>
            </a:br>
            <a:r>
              <a:rPr lang="en-US" sz="2000" dirty="0"/>
              <a:t>Audit scope is focused on IT governance over digital services, specifically the COBIT objectives:</a:t>
            </a:r>
          </a:p>
          <a:p>
            <a:pPr>
              <a:lnSpc>
                <a:spcPct val="120000"/>
              </a:lnSpc>
            </a:pPr>
            <a:r>
              <a:rPr lang="en-US" sz="2000" dirty="0"/>
              <a:t>EDM02 (Ensure Benefits Delivery)</a:t>
            </a:r>
          </a:p>
          <a:p>
            <a:pPr>
              <a:lnSpc>
                <a:spcPct val="120000"/>
              </a:lnSpc>
            </a:pPr>
            <a:r>
              <a:rPr lang="en-US" sz="2000" dirty="0"/>
              <a:t>APO01 (Manage the IT Management Framework)</a:t>
            </a:r>
          </a:p>
          <a:p>
            <a:pPr>
              <a:lnSpc>
                <a:spcPct val="120000"/>
              </a:lnSpc>
            </a:pPr>
            <a:r>
              <a:rPr lang="en-US" sz="2000" dirty="0"/>
              <a:t>APO12 (Manage Risk)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0486859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C7D6A-548F-D5B3-A8C1-AE2137459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9BEB0-ACB1-6C12-4A16-47BFD6D56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Understand the Governance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62599-D143-5141-A03B-B3431EF33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66489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/>
              <a:t>Here you learn how IT decisions are actually made inside the organization.</a:t>
            </a:r>
          </a:p>
          <a:p>
            <a:pPr marL="0" indent="0">
              <a:buNone/>
            </a:pPr>
            <a:r>
              <a:rPr lang="en-US" sz="2000" dirty="0"/>
              <a:t>You examine:</a:t>
            </a:r>
          </a:p>
          <a:p>
            <a:r>
              <a:rPr lang="en-US" sz="2000" dirty="0"/>
              <a:t>Governance bodies (board, IT steering committee)</a:t>
            </a:r>
          </a:p>
          <a:p>
            <a:r>
              <a:rPr lang="en-US" sz="2000" dirty="0"/>
              <a:t>Decision rights (who approves what)</a:t>
            </a:r>
          </a:p>
          <a:p>
            <a:r>
              <a:rPr lang="en-US" sz="2000" dirty="0"/>
              <a:t>Policies &amp; charters</a:t>
            </a:r>
          </a:p>
          <a:p>
            <a:r>
              <a:rPr lang="en-US" sz="2000" dirty="0"/>
              <a:t>Enterprise goals &amp; IT alignment</a:t>
            </a:r>
          </a:p>
          <a:p>
            <a:r>
              <a:rPr lang="en-US" sz="2000" dirty="0"/>
              <a:t>Reporting lines</a:t>
            </a:r>
          </a:p>
          <a:p>
            <a:r>
              <a:rPr lang="en-US" sz="2000" dirty="0"/>
              <a:t>COBIT Governance System Components</a:t>
            </a:r>
          </a:p>
          <a:p>
            <a:r>
              <a:rPr lang="en-US" sz="2000" dirty="0"/>
              <a:t>This forms the baseline of what “exists” before testing anything.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57FFD1-CD61-5918-FF3C-0D791DD8F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95DA4ED-173F-AA4C-1CCB-F82E51F2D307}"/>
              </a:ext>
            </a:extLst>
          </p:cNvPr>
          <p:cNvSpPr txBox="1">
            <a:spLocks/>
          </p:cNvSpPr>
          <p:nvPr/>
        </p:nvSpPr>
        <p:spPr>
          <a:xfrm>
            <a:off x="6498077" y="1580509"/>
            <a:ext cx="4855723" cy="4351338"/>
          </a:xfrm>
          <a:prstGeom prst="rect">
            <a:avLst/>
          </a:prstGeom>
          <a:solidFill>
            <a:srgbClr val="FFC000">
              <a:alpha val="60000"/>
            </a:srgb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/>
              <a:t>Example</a:t>
            </a:r>
          </a:p>
          <a:p>
            <a:pPr marL="0" indent="0">
              <a:buNone/>
            </a:pPr>
            <a:r>
              <a:rPr lang="en-US" sz="2000" dirty="0"/>
              <a:t>During interviews, the auditor learns:</a:t>
            </a:r>
          </a:p>
          <a:p>
            <a:r>
              <a:rPr lang="en-US" sz="2000" dirty="0"/>
              <a:t>There is an IT Steering Committee but it has not met for 4 months.</a:t>
            </a:r>
          </a:p>
          <a:p>
            <a:r>
              <a:rPr lang="en-US" sz="2000" dirty="0"/>
              <a:t>The CIO reports directly to the COO, but the digital product team bypasses IT governance in urgent releases.</a:t>
            </a:r>
          </a:p>
          <a:p>
            <a:r>
              <a:rPr lang="en-US" sz="2000" dirty="0"/>
              <a:t>The risk function is not involved in sprint planning.</a:t>
            </a:r>
          </a:p>
          <a:p>
            <a:pPr marL="0" indent="0">
              <a:buNone/>
            </a:pPr>
            <a:r>
              <a:rPr lang="en-US" sz="2000" dirty="0"/>
              <a:t>This helps the auditor understand where governance may be weak.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9400006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6F372-57C4-4E42-7C89-72D078ACA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30817-9425-6EEE-600E-E7FEE8666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3. Evaluate Design of Controls / Governance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992CA-8836-DB0B-38A5-846D28CF1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6648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Now you compare the organization’s governance design to COBIT’s recommended practices.</a:t>
            </a:r>
          </a:p>
          <a:p>
            <a:pPr marL="0" indent="0">
              <a:buNone/>
            </a:pPr>
            <a:r>
              <a:rPr lang="en-US" sz="2000" dirty="0"/>
              <a:t>You check:</a:t>
            </a:r>
          </a:p>
          <a:p>
            <a:r>
              <a:rPr lang="en-US" sz="2000" dirty="0"/>
              <a:t>Are the right policies defined?</a:t>
            </a:r>
          </a:p>
          <a:p>
            <a:r>
              <a:rPr lang="en-US" sz="2000" dirty="0"/>
              <a:t>Are governance committees structured appropriately?</a:t>
            </a:r>
          </a:p>
          <a:p>
            <a:r>
              <a:rPr lang="en-US" sz="2000" dirty="0"/>
              <a:t>Are roles aligned with COBIT’s RACI?</a:t>
            </a:r>
          </a:p>
          <a:p>
            <a:r>
              <a:rPr lang="en-US" sz="2000" dirty="0"/>
              <a:t>Do the expected practices exist in the design?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64E340-6103-2846-C19D-445D2B38E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9DE8B58-A11D-5AB6-5053-E0DD668ADB23}"/>
              </a:ext>
            </a:extLst>
          </p:cNvPr>
          <p:cNvSpPr txBox="1">
            <a:spLocks/>
          </p:cNvSpPr>
          <p:nvPr/>
        </p:nvSpPr>
        <p:spPr>
          <a:xfrm>
            <a:off x="6498077" y="1580509"/>
            <a:ext cx="4855723" cy="4351338"/>
          </a:xfrm>
          <a:prstGeom prst="rect">
            <a:avLst/>
          </a:prstGeom>
          <a:solidFill>
            <a:srgbClr val="FFC000">
              <a:alpha val="60000"/>
            </a:srgb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/>
              <a:t>Example</a:t>
            </a:r>
          </a:p>
          <a:p>
            <a:pPr marL="0" indent="0">
              <a:buNone/>
            </a:pPr>
            <a:r>
              <a:rPr lang="en-US" sz="2000" dirty="0"/>
              <a:t>For EDM02, COBIT expects benefit delivery mechanisms.</a:t>
            </a:r>
            <a:br>
              <a:rPr lang="en-US" sz="2000" dirty="0"/>
            </a:br>
            <a:r>
              <a:rPr lang="en-US" sz="2000" dirty="0"/>
              <a:t>The auditor reviews </a:t>
            </a:r>
            <a:r>
              <a:rPr lang="en-US" sz="2000" dirty="0" err="1"/>
              <a:t>ShopNow’s</a:t>
            </a:r>
            <a:r>
              <a:rPr lang="en-US" sz="2000" dirty="0"/>
              <a:t> governance practices and finds:</a:t>
            </a:r>
          </a:p>
          <a:p>
            <a:r>
              <a:rPr lang="en-US" sz="2000" dirty="0"/>
              <a:t>Business case exists, but no benefit tracking after app release.</a:t>
            </a:r>
          </a:p>
          <a:p>
            <a:r>
              <a:rPr lang="en-US" sz="2000" dirty="0"/>
              <a:t>No governance trigger when expected customer adoption falls below target.</a:t>
            </a:r>
          </a:p>
          <a:p>
            <a:r>
              <a:rPr lang="en-US" sz="2000" dirty="0"/>
              <a:t>No clear owner assigned to track KPIs.</a:t>
            </a:r>
          </a:p>
          <a:p>
            <a:pPr marL="0" indent="0">
              <a:buNone/>
            </a:pPr>
            <a:r>
              <a:rPr lang="en-US" sz="2000" dirty="0"/>
              <a:t>This shows gaps in governance design and operation.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2813682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74DF3-7432-1758-20C4-959C1A32A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2186E-E172-F218-3A50-483BAE521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4. Test Control and Activities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B1E29E-A2E5-85B4-566F-58B3143F2B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66489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/>
              <a:t>Now you check whether the governance practices actually work in real life.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000" dirty="0"/>
              <a:t>Methods include: Interviews, Document review, Observation, Evidence sampling, Decision trail examination, Meeting minutes analysis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000" dirty="0"/>
              <a:t>You test whether: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Meetings happen as chartered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Risks are being escalated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Projects are prioritized correctly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IT investments are monitored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Policies are followed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AA23BC-2BE3-DD2D-8017-9B2E9D391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06B9B6F-16A8-EF02-1B77-C7936933E8EC}"/>
              </a:ext>
            </a:extLst>
          </p:cNvPr>
          <p:cNvSpPr txBox="1">
            <a:spLocks/>
          </p:cNvSpPr>
          <p:nvPr/>
        </p:nvSpPr>
        <p:spPr>
          <a:xfrm>
            <a:off x="6498077" y="1580509"/>
            <a:ext cx="4855723" cy="4351338"/>
          </a:xfrm>
          <a:prstGeom prst="rect">
            <a:avLst/>
          </a:prstGeom>
          <a:solidFill>
            <a:srgbClr val="FFC000">
              <a:alpha val="60000"/>
            </a:srgbClr>
          </a:solidFill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/>
              <a:t>Example</a:t>
            </a:r>
          </a:p>
          <a:p>
            <a:pPr marL="0" indent="0">
              <a:buNone/>
            </a:pPr>
            <a:r>
              <a:rPr lang="en-US" sz="2000" dirty="0"/>
              <a:t>The auditor tests if risk assessments (APO12) are happening before major releases:</a:t>
            </a:r>
          </a:p>
          <a:p>
            <a:r>
              <a:rPr lang="en-US" sz="2000" dirty="0"/>
              <a:t>Reviews three release cycles → only one has a documented risk assessment.</a:t>
            </a:r>
          </a:p>
          <a:p>
            <a:r>
              <a:rPr lang="en-US" sz="2000" dirty="0"/>
              <a:t>Risk mitigation decisions are not approved by any governance body.</a:t>
            </a:r>
          </a:p>
          <a:p>
            <a:r>
              <a:rPr lang="en-US" sz="2000" dirty="0"/>
              <a:t>Evidence shows developers pushed a hotfix directly to production without oversight.</a:t>
            </a:r>
          </a:p>
          <a:p>
            <a:pPr marL="0" indent="0">
              <a:buNone/>
            </a:pPr>
            <a:r>
              <a:rPr lang="en-US" sz="2000" dirty="0"/>
              <a:t>Testing confirms that governance controls exist on paper but do not operate consistently.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5248873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D42D9-C522-2889-E3BC-6AB7973BF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4FDF9-7E3D-79B7-C70F-D14965059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5. Assess Capability or Maturity  (Optional)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5DD9A-15F9-E047-2604-23C2848EA3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66489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Using COBIT’s Performance Management Model, auditors can score how mature or capable each objective is (0–5).</a:t>
            </a:r>
            <a:br>
              <a:rPr lang="en-US" sz="2000" dirty="0"/>
            </a:br>
            <a:r>
              <a:rPr lang="en-US" sz="2000" dirty="0"/>
              <a:t>This is optional but often requested by management.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The rating helps communicate: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How strong the governance process is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Where improvements are needed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Progress over time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708E26-8963-8F8C-A8A3-19E258D4A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C4C3321-8577-BC50-346A-654909F72A88}"/>
              </a:ext>
            </a:extLst>
          </p:cNvPr>
          <p:cNvSpPr txBox="1">
            <a:spLocks/>
          </p:cNvSpPr>
          <p:nvPr/>
        </p:nvSpPr>
        <p:spPr>
          <a:xfrm>
            <a:off x="6498077" y="1580509"/>
            <a:ext cx="4855723" cy="4351338"/>
          </a:xfrm>
          <a:prstGeom prst="rect">
            <a:avLst/>
          </a:prstGeom>
          <a:solidFill>
            <a:srgbClr val="FFC000">
              <a:alpha val="60000"/>
            </a:srgb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/>
              <a:t>Example</a:t>
            </a:r>
          </a:p>
          <a:p>
            <a:pPr marL="0" indent="0">
              <a:buNone/>
            </a:pPr>
            <a:r>
              <a:rPr lang="en-US" sz="2000" dirty="0"/>
              <a:t>Based on evidence:</a:t>
            </a:r>
          </a:p>
          <a:p>
            <a:r>
              <a:rPr lang="en-US" sz="2000" b="1" dirty="0"/>
              <a:t>EDM02</a:t>
            </a:r>
            <a:r>
              <a:rPr lang="en-US" sz="2000" dirty="0"/>
              <a:t>: Level 1 (Performed) – benefits are identified but not systematically monitored.</a:t>
            </a:r>
          </a:p>
          <a:p>
            <a:r>
              <a:rPr lang="en-US" sz="2000" b="1" dirty="0"/>
              <a:t>APO12</a:t>
            </a:r>
            <a:r>
              <a:rPr lang="en-US" sz="2000" dirty="0"/>
              <a:t>: Level 0–1 – risk management is inconsistent and mostly reactive.</a:t>
            </a:r>
          </a:p>
          <a:p>
            <a:r>
              <a:rPr lang="en-US" sz="2000" b="1" dirty="0"/>
              <a:t>APO01</a:t>
            </a:r>
            <a:r>
              <a:rPr lang="en-US" sz="2000" dirty="0"/>
              <a:t>: Level 2 – there is an IT management framework but not fully embedded.</a:t>
            </a:r>
          </a:p>
          <a:p>
            <a:pPr marL="0" indent="0">
              <a:buNone/>
            </a:pPr>
            <a:r>
              <a:rPr lang="en-US" sz="2000" dirty="0"/>
              <a:t>Simple, consistent scoring supports improvement planning.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3473047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ACBF8-DFEB-E324-2F07-848AD3813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C90E3-B596-DEA0-C218-9C86F3E7E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6. Form Conclusions and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5E3FE7-CCAA-6A08-70BD-0B9A19D2C5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66489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/>
              <a:t>Finally, auditors:</a:t>
            </a:r>
          </a:p>
          <a:p>
            <a:r>
              <a:rPr lang="en-US" sz="2000" dirty="0"/>
              <a:t>Summarize gaps</a:t>
            </a:r>
          </a:p>
          <a:p>
            <a:r>
              <a:rPr lang="en-US" sz="2000" dirty="0"/>
              <a:t>Explain risks</a:t>
            </a:r>
          </a:p>
          <a:p>
            <a:r>
              <a:rPr lang="en-US" sz="2000" dirty="0"/>
              <a:t>Conclude on governance effectiveness</a:t>
            </a:r>
          </a:p>
          <a:p>
            <a:r>
              <a:rPr lang="en-US" sz="2000" dirty="0"/>
              <a:t>Provide prioritized recommendations</a:t>
            </a:r>
          </a:p>
          <a:p>
            <a:r>
              <a:rPr lang="en-US" sz="2000" dirty="0"/>
              <a:t>Align findings with enterprise goals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Recommendations must be:</a:t>
            </a:r>
          </a:p>
          <a:p>
            <a:r>
              <a:rPr lang="en-US" sz="2000" dirty="0"/>
              <a:t>Practical</a:t>
            </a:r>
          </a:p>
          <a:p>
            <a:r>
              <a:rPr lang="en-US" sz="2000" dirty="0"/>
              <a:t>Risk-based</a:t>
            </a:r>
          </a:p>
          <a:p>
            <a:r>
              <a:rPr lang="en-US" sz="2000" dirty="0"/>
              <a:t>Aligned with COBIT Design Factors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496EEA-4507-235F-EFC9-03DC2C5B6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8AEB297-22E6-A6E4-8B0F-9B15526413D0}"/>
              </a:ext>
            </a:extLst>
          </p:cNvPr>
          <p:cNvSpPr txBox="1">
            <a:spLocks/>
          </p:cNvSpPr>
          <p:nvPr/>
        </p:nvSpPr>
        <p:spPr>
          <a:xfrm>
            <a:off x="6498077" y="1580509"/>
            <a:ext cx="4855723" cy="4351338"/>
          </a:xfrm>
          <a:prstGeom prst="rect">
            <a:avLst/>
          </a:prstGeom>
          <a:solidFill>
            <a:srgbClr val="FFC000">
              <a:alpha val="60000"/>
            </a:srgbClr>
          </a:solidFill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/>
              <a:t>Example</a:t>
            </a:r>
          </a:p>
          <a:p>
            <a:pPr marL="0" indent="0">
              <a:buNone/>
            </a:pPr>
            <a:r>
              <a:rPr lang="en-US" sz="2000" dirty="0"/>
              <a:t>Conclusion for </a:t>
            </a:r>
            <a:r>
              <a:rPr lang="en-US" sz="2000" dirty="0" err="1"/>
              <a:t>ShopNow</a:t>
            </a:r>
            <a:r>
              <a:rPr lang="en-US" sz="2000" dirty="0"/>
              <a:t>:</a:t>
            </a:r>
          </a:p>
          <a:p>
            <a:r>
              <a:rPr lang="en-US" sz="2000" dirty="0"/>
              <a:t>Governance bodies are not functioning effectively.</a:t>
            </a:r>
          </a:p>
          <a:p>
            <a:r>
              <a:rPr lang="en-US" sz="2000" dirty="0"/>
              <a:t>Benefits and risks of the mobile app are not governed systematically.</a:t>
            </a:r>
          </a:p>
          <a:p>
            <a:r>
              <a:rPr lang="en-US" sz="2000" dirty="0"/>
              <a:t>Governance roles are blurred between IT, digital product, and risk teams.</a:t>
            </a:r>
          </a:p>
          <a:p>
            <a:pPr marL="0" indent="0">
              <a:buNone/>
            </a:pPr>
            <a:r>
              <a:rPr lang="en-US" sz="2000" dirty="0"/>
              <a:t>Recommendations:</a:t>
            </a:r>
          </a:p>
          <a:p>
            <a:r>
              <a:rPr lang="en-US" sz="2000" dirty="0"/>
              <a:t>Reactivate IT Steering Committee with monthly meetings.</a:t>
            </a:r>
          </a:p>
          <a:p>
            <a:r>
              <a:rPr lang="en-US" sz="2000" dirty="0"/>
              <a:t>Assign an owner responsible for benefit tracking and KPI reviews.</a:t>
            </a:r>
          </a:p>
          <a:p>
            <a:r>
              <a:rPr lang="en-US" sz="2000" dirty="0"/>
              <a:t>Require risk assessment for every major release before approval.</a:t>
            </a:r>
          </a:p>
          <a:p>
            <a:r>
              <a:rPr lang="en-US" sz="2000" dirty="0"/>
              <a:t>Integrate product teams into the formal governance framework (APO01).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33203386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DA65F-4339-69E1-C9F9-63616120B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Cheatsheet</a:t>
            </a:r>
            <a:r>
              <a:rPr lang="en-US" dirty="0"/>
              <a:t> of Auditing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EA849F-8DC2-638A-CD2F-9561218693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#ToD #ToE #ST</a:t>
            </a:r>
          </a:p>
        </p:txBody>
      </p:sp>
    </p:spTree>
    <p:extLst>
      <p:ext uri="{BB962C8B-B14F-4D97-AF65-F5344CB8AC3E}">
        <p14:creationId xmlns:p14="http://schemas.microsoft.com/office/powerpoint/2010/main" val="42627793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AEFD2-D5E2-6752-D832-4D847F2A4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Audit Step Simplification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902C1-5F7D-FBCA-1397-F1648CDB74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80613"/>
          </a:xfrm>
        </p:spPr>
        <p:txBody>
          <a:bodyPr/>
          <a:lstStyle/>
          <a:p>
            <a:r>
              <a:rPr lang="en-US" dirty="0"/>
              <a:t>In most cases, audit is about evaluating whether certain risks are threatening the achievement of objectives or not.</a:t>
            </a:r>
          </a:p>
          <a:p>
            <a:r>
              <a:rPr lang="en-US" dirty="0"/>
              <a:t>The most practical way of doing it is through testing the existing controls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47CF97-84BB-3DAB-A6F8-C5A85FEF1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D30045-3CD5-1C01-4019-DFA2F081BC92}"/>
              </a:ext>
            </a:extLst>
          </p:cNvPr>
          <p:cNvSpPr/>
          <p:nvPr/>
        </p:nvSpPr>
        <p:spPr>
          <a:xfrm>
            <a:off x="6780179" y="3803515"/>
            <a:ext cx="3813242" cy="573932"/>
          </a:xfrm>
          <a:prstGeom prst="rect">
            <a:avLst/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Substantive Test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B0A8F291-948F-B3ED-3957-E116EEF24512}"/>
              </a:ext>
            </a:extLst>
          </p:cNvPr>
          <p:cNvSpPr/>
          <p:nvPr/>
        </p:nvSpPr>
        <p:spPr>
          <a:xfrm>
            <a:off x="1332689" y="3550257"/>
            <a:ext cx="5933872" cy="1123545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Test of Control</a:t>
            </a:r>
          </a:p>
        </p:txBody>
      </p:sp>
    </p:spTree>
    <p:extLst>
      <p:ext uri="{BB962C8B-B14F-4D97-AF65-F5344CB8AC3E}">
        <p14:creationId xmlns:p14="http://schemas.microsoft.com/office/powerpoint/2010/main" val="118656935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716BE-7C28-D4AC-3E8C-9658AF8D7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07AE1-94BE-1CEE-21BF-986CD23FC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Audit Step Simplification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C3D674-70D7-90D6-BDD1-5EA9E28BD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5A8B9A21-2775-DA9E-3F84-59B3B231030C}"/>
              </a:ext>
            </a:extLst>
          </p:cNvPr>
          <p:cNvSpPr/>
          <p:nvPr/>
        </p:nvSpPr>
        <p:spPr>
          <a:xfrm>
            <a:off x="7322130" y="1414438"/>
            <a:ext cx="3644406" cy="1074057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Substantive Test</a:t>
            </a:r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E0944340-8D74-5944-8568-CA78E02ACACF}"/>
              </a:ext>
            </a:extLst>
          </p:cNvPr>
          <p:cNvSpPr/>
          <p:nvPr/>
        </p:nvSpPr>
        <p:spPr>
          <a:xfrm>
            <a:off x="4080165" y="1414438"/>
            <a:ext cx="3644406" cy="1074057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Test of Effectiveness</a:t>
            </a:r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18031638-F7C4-0070-9FD0-714E873E618F}"/>
              </a:ext>
            </a:extLst>
          </p:cNvPr>
          <p:cNvSpPr/>
          <p:nvPr/>
        </p:nvSpPr>
        <p:spPr>
          <a:xfrm>
            <a:off x="838200" y="1414437"/>
            <a:ext cx="3644406" cy="1074057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Test of Design</a:t>
            </a:r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268A24-1EA0-8790-8DAC-973CB3132020}"/>
              </a:ext>
            </a:extLst>
          </p:cNvPr>
          <p:cNvSpPr txBox="1"/>
          <p:nvPr/>
        </p:nvSpPr>
        <p:spPr>
          <a:xfrm>
            <a:off x="838200" y="2419219"/>
            <a:ext cx="313455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Evaluate whether the control is designed properly to prevent, detect, or correct errors.</a:t>
            </a:r>
          </a:p>
          <a:p>
            <a:br>
              <a:rPr lang="en-US" dirty="0"/>
            </a:br>
            <a:r>
              <a:rPr lang="en-US" dirty="0"/>
              <a:t>You check policies, procedures, responsibilities, workflows, and whether the design </a:t>
            </a:r>
            <a:r>
              <a:rPr lang="en-US" i="1" dirty="0"/>
              <a:t>makes sense</a:t>
            </a:r>
            <a:r>
              <a:rPr lang="en-US" dirty="0"/>
              <a:t>.</a:t>
            </a:r>
            <a:endParaRPr lang="en-ID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944150-F86B-821E-5C02-23F3D13C9668}"/>
              </a:ext>
            </a:extLst>
          </p:cNvPr>
          <p:cNvSpPr txBox="1"/>
          <p:nvPr/>
        </p:nvSpPr>
        <p:spPr>
          <a:xfrm>
            <a:off x="4080165" y="2419219"/>
            <a:ext cx="313455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Check whether the control actually works in practice, not just on paper.</a:t>
            </a:r>
          </a:p>
          <a:p>
            <a:br>
              <a:rPr lang="en-US" dirty="0"/>
            </a:br>
            <a:r>
              <a:rPr lang="en-US" dirty="0"/>
              <a:t>You verify evidence, logs, samples of activities, or observe how the process runs daily.</a:t>
            </a:r>
            <a:endParaRPr lang="en-ID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B78542-08B6-5D7E-B8ED-C14C609CA91A}"/>
              </a:ext>
            </a:extLst>
          </p:cNvPr>
          <p:cNvSpPr txBox="1"/>
          <p:nvPr/>
        </p:nvSpPr>
        <p:spPr>
          <a:xfrm>
            <a:off x="7429537" y="2419219"/>
            <a:ext cx="313455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Directly test the transactions, records, or results to detect misstatements or irregularities.</a:t>
            </a:r>
          </a:p>
          <a:p>
            <a:br>
              <a:rPr lang="en-US" dirty="0"/>
            </a:br>
            <a:r>
              <a:rPr lang="en-US" dirty="0"/>
              <a:t>This step checks the actual outcome, especially when controls are weak.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37815808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D8FDC-1AD7-E502-A337-714248A11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84A50-7FDC-F2F2-488A-4B0B3A305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Audit Step Simplification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3028F5-DAD6-18CB-4969-297D6DC0E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3" name="Flowchart: Decision 2">
            <a:extLst>
              <a:ext uri="{FF2B5EF4-FFF2-40B4-BE49-F238E27FC236}">
                <a16:creationId xmlns:a16="http://schemas.microsoft.com/office/drawing/2014/main" id="{05154078-A189-EB5A-50F8-01D4A12B135C}"/>
              </a:ext>
            </a:extLst>
          </p:cNvPr>
          <p:cNvSpPr/>
          <p:nvPr/>
        </p:nvSpPr>
        <p:spPr>
          <a:xfrm>
            <a:off x="759866" y="2646146"/>
            <a:ext cx="2552007" cy="1787236"/>
          </a:xfrm>
          <a:prstGeom prst="flowChartDecision">
            <a:avLst/>
          </a:prstGeom>
          <a:solidFill>
            <a:srgbClr val="0202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Desain </a:t>
            </a:r>
            <a:r>
              <a:rPr lang="en-US" sz="1400" dirty="0" err="1"/>
              <a:t>Pengendalian</a:t>
            </a:r>
            <a:r>
              <a:rPr lang="en-US" sz="1400" dirty="0"/>
              <a:t> </a:t>
            </a:r>
            <a:r>
              <a:rPr lang="en-US" sz="1400" dirty="0" err="1"/>
              <a:t>Memadai</a:t>
            </a:r>
            <a:r>
              <a:rPr lang="en-US" sz="1400" dirty="0"/>
              <a:t>?</a:t>
            </a:r>
            <a:endParaRPr lang="en-ID" sz="1400" dirty="0"/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0438DA8F-AA82-6A1F-0CE6-7B89D2D49D6A}"/>
              </a:ext>
            </a:extLst>
          </p:cNvPr>
          <p:cNvSpPr/>
          <p:nvPr/>
        </p:nvSpPr>
        <p:spPr>
          <a:xfrm>
            <a:off x="8390623" y="4878121"/>
            <a:ext cx="2443942" cy="1188720"/>
          </a:xfrm>
          <a:prstGeom prst="flowChartProcess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Uji </a:t>
            </a:r>
            <a:r>
              <a:rPr lang="en-US" dirty="0" err="1"/>
              <a:t>Substantif</a:t>
            </a:r>
            <a:r>
              <a:rPr lang="en-US" dirty="0"/>
              <a:t> </a:t>
            </a:r>
            <a:r>
              <a:rPr lang="en-US" dirty="0" err="1"/>
              <a:t>Mendalam</a:t>
            </a:r>
            <a:endParaRPr lang="en-ID" dirty="0"/>
          </a:p>
        </p:txBody>
      </p:sp>
      <p:sp>
        <p:nvSpPr>
          <p:cNvPr id="6" name="Flowchart: Decision 5">
            <a:extLst>
              <a:ext uri="{FF2B5EF4-FFF2-40B4-BE49-F238E27FC236}">
                <a16:creationId xmlns:a16="http://schemas.microsoft.com/office/drawing/2014/main" id="{72215784-D0E5-CF53-4B6A-914A79F90A0D}"/>
              </a:ext>
            </a:extLst>
          </p:cNvPr>
          <p:cNvSpPr/>
          <p:nvPr/>
        </p:nvSpPr>
        <p:spPr>
          <a:xfrm>
            <a:off x="4517219" y="2646146"/>
            <a:ext cx="2552007" cy="1787236"/>
          </a:xfrm>
          <a:prstGeom prst="flowChartDecision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Pengendalian</a:t>
            </a:r>
            <a:r>
              <a:rPr lang="en-US" sz="1400" dirty="0"/>
              <a:t> </a:t>
            </a:r>
            <a:r>
              <a:rPr lang="en-US" sz="1400" dirty="0" err="1"/>
              <a:t>Berfungsi</a:t>
            </a:r>
            <a:r>
              <a:rPr lang="en-US" sz="1400" dirty="0"/>
              <a:t>?</a:t>
            </a:r>
            <a:endParaRPr lang="en-ID" sz="1400" dirty="0"/>
          </a:p>
        </p:txBody>
      </p:sp>
      <p:sp>
        <p:nvSpPr>
          <p:cNvPr id="7" name="Flowchart: Process 6">
            <a:extLst>
              <a:ext uri="{FF2B5EF4-FFF2-40B4-BE49-F238E27FC236}">
                <a16:creationId xmlns:a16="http://schemas.microsoft.com/office/drawing/2014/main" id="{336F64B8-E1FA-3A4D-3251-1CE9D870EF2B}"/>
              </a:ext>
            </a:extLst>
          </p:cNvPr>
          <p:cNvSpPr/>
          <p:nvPr/>
        </p:nvSpPr>
        <p:spPr>
          <a:xfrm>
            <a:off x="8439440" y="2951293"/>
            <a:ext cx="2443942" cy="1188720"/>
          </a:xfrm>
          <a:prstGeom prst="flowChartProcess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Pengujian</a:t>
            </a:r>
            <a:r>
              <a:rPr lang="en-US" dirty="0"/>
              <a:t> </a:t>
            </a:r>
            <a:r>
              <a:rPr lang="en-US" dirty="0" err="1"/>
              <a:t>Terbatas</a:t>
            </a:r>
            <a:r>
              <a:rPr lang="en-US" dirty="0"/>
              <a:t> / Uji </a:t>
            </a:r>
            <a:r>
              <a:rPr lang="en-US" dirty="0" err="1"/>
              <a:t>Petik</a:t>
            </a:r>
            <a:endParaRPr lang="en-ID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9B98DB3-CA2F-8105-143B-70F8728045A5}"/>
              </a:ext>
            </a:extLst>
          </p:cNvPr>
          <p:cNvCxnSpPr>
            <a:stCxn id="3" idx="3"/>
            <a:endCxn id="6" idx="1"/>
          </p:cNvCxnSpPr>
          <p:nvPr/>
        </p:nvCxnSpPr>
        <p:spPr>
          <a:xfrm>
            <a:off x="3311873" y="3539764"/>
            <a:ext cx="120534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BB1E3D0-C120-BDF2-2E12-70EF805FE10A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7069226" y="3539764"/>
            <a:ext cx="1370214" cy="588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25DE55A9-7919-ABFA-A706-1EF5766C3623}"/>
              </a:ext>
            </a:extLst>
          </p:cNvPr>
          <p:cNvCxnSpPr>
            <a:stCxn id="3" idx="2"/>
            <a:endCxn id="5" idx="1"/>
          </p:cNvCxnSpPr>
          <p:nvPr/>
        </p:nvCxnSpPr>
        <p:spPr>
          <a:xfrm rot="16200000" flipH="1">
            <a:off x="4693697" y="1775554"/>
            <a:ext cx="1039099" cy="6354753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F23DFC8E-09BE-3E7F-A490-CF95F8F5775A}"/>
              </a:ext>
            </a:extLst>
          </p:cNvPr>
          <p:cNvCxnSpPr>
            <a:stCxn id="6" idx="2"/>
            <a:endCxn id="5" idx="1"/>
          </p:cNvCxnSpPr>
          <p:nvPr/>
        </p:nvCxnSpPr>
        <p:spPr>
          <a:xfrm rot="16200000" flipH="1">
            <a:off x="6572374" y="3654231"/>
            <a:ext cx="1039099" cy="259740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8EA5E59-4FDE-4430-1879-47DD53FA1638}"/>
              </a:ext>
            </a:extLst>
          </p:cNvPr>
          <p:cNvSpPr txBox="1"/>
          <p:nvPr/>
        </p:nvSpPr>
        <p:spPr>
          <a:xfrm>
            <a:off x="3385754" y="3060510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Ya</a:t>
            </a:r>
            <a:endParaRPr lang="en-ID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0316E0D-6534-588D-FEE4-B50859D2FBA9}"/>
              </a:ext>
            </a:extLst>
          </p:cNvPr>
          <p:cNvSpPr txBox="1"/>
          <p:nvPr/>
        </p:nvSpPr>
        <p:spPr>
          <a:xfrm>
            <a:off x="2131386" y="4552441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Tidak</a:t>
            </a:r>
            <a:endParaRPr lang="en-ID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A08AF72-5625-DEA1-E1D8-8A5E0EA6BA83}"/>
              </a:ext>
            </a:extLst>
          </p:cNvPr>
          <p:cNvSpPr txBox="1"/>
          <p:nvPr/>
        </p:nvSpPr>
        <p:spPr>
          <a:xfrm>
            <a:off x="7040054" y="3060510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Ya</a:t>
            </a:r>
            <a:endParaRPr lang="en-ID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9EBA80D-1A1B-1EBF-7E3F-69B9664254AD}"/>
              </a:ext>
            </a:extLst>
          </p:cNvPr>
          <p:cNvSpPr txBox="1"/>
          <p:nvPr/>
        </p:nvSpPr>
        <p:spPr>
          <a:xfrm>
            <a:off x="5866572" y="4552441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Tidak</a:t>
            </a:r>
            <a:endParaRPr lang="en-ID" dirty="0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C58F65E5-3846-FA56-C45C-7B2176A14AE9}"/>
              </a:ext>
            </a:extLst>
          </p:cNvPr>
          <p:cNvSpPr/>
          <p:nvPr/>
        </p:nvSpPr>
        <p:spPr>
          <a:xfrm>
            <a:off x="7243796" y="1322208"/>
            <a:ext cx="3644406" cy="1074057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Substantive Test</a:t>
            </a:r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6555341C-D545-E71C-6A49-E97A49E73689}"/>
              </a:ext>
            </a:extLst>
          </p:cNvPr>
          <p:cNvSpPr/>
          <p:nvPr/>
        </p:nvSpPr>
        <p:spPr>
          <a:xfrm>
            <a:off x="4001831" y="1322208"/>
            <a:ext cx="3644406" cy="1074057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Test of Effectiveness</a:t>
            </a:r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82741AEC-9FD6-100F-1422-F9D4330DBB48}"/>
              </a:ext>
            </a:extLst>
          </p:cNvPr>
          <p:cNvSpPr/>
          <p:nvPr/>
        </p:nvSpPr>
        <p:spPr>
          <a:xfrm>
            <a:off x="759866" y="1322207"/>
            <a:ext cx="3644406" cy="1074057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Test of Design</a:t>
            </a:r>
            <a:endParaRPr lang="en-ID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342565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45018-87D5-1EEC-18F0-7252B1453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II – Design Audit Scope (Group)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C08417-8AEF-8B62-9503-4FEB1E0FC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2A8703-1BF8-63A8-E17B-22A432EA3F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85242"/>
            <a:ext cx="9492574" cy="3864538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/>
              <a:t>This assignment trains you to: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dirty="0"/>
              <a:t>Read and understand a practical organizational context.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dirty="0"/>
              <a:t>Identify relevant COBIT 2019 governance and management objectives that should be included in an audit scope.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dirty="0"/>
              <a:t>Explain </a:t>
            </a:r>
            <a:r>
              <a:rPr lang="en-US" i="1" dirty="0"/>
              <a:t>why</a:t>
            </a:r>
            <a:r>
              <a:rPr lang="en-US" dirty="0"/>
              <a:t> those objectives matter based on risks or conditions in the case.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dirty="0"/>
              <a:t>Extract governance/management practices and activities directly from the COBIT 2019 Governance &amp; Management Objectives book.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dirty="0"/>
              <a:t>Connect the COBIT model to real auditing decisions.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You will need to use COBIT 2019 Framework Governance &amp; Management Objectives publication as attached in class logistic.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59805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70E3A-C52D-5A5B-79DA-CD607E6D6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7F51F-1571-669A-C31F-4DEDD96B2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CASE: PT Sinar Jaya Digital (SJD)</a:t>
            </a:r>
            <a:endParaRPr lang="en-US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FE37911-A925-4A03-0E5E-BFBEA0DD6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323583-129F-732F-3E8C-FFA686138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10515599" cy="4665662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/>
              <a:t>SJD is a mid-sized e-commerce company facing rapid growth. The company relies heavily on IT to process transactions, handle customer data, and manage its logistics partners. Several issues have emerged:</a:t>
            </a:r>
          </a:p>
          <a:p>
            <a:pPr>
              <a:lnSpc>
                <a:spcPct val="120000"/>
              </a:lnSpc>
            </a:pPr>
            <a:r>
              <a:rPr lang="en-US" sz="1600" dirty="0"/>
              <a:t>The board receives limited reporting on IT risks and performance.</a:t>
            </a:r>
          </a:p>
          <a:p>
            <a:pPr>
              <a:lnSpc>
                <a:spcPct val="120000"/>
              </a:lnSpc>
            </a:pPr>
            <a:r>
              <a:rPr lang="en-US" sz="1600" dirty="0"/>
              <a:t>IT decisions are made by the IT Manager without clear alignment to business priorities.</a:t>
            </a:r>
          </a:p>
          <a:p>
            <a:pPr>
              <a:lnSpc>
                <a:spcPct val="120000"/>
              </a:lnSpc>
            </a:pPr>
            <a:r>
              <a:rPr lang="en-US" sz="1600" dirty="0"/>
              <a:t>There is no formal risk management, although the company has experienced 2 outages in the past 6 months.</a:t>
            </a:r>
          </a:p>
          <a:p>
            <a:pPr>
              <a:lnSpc>
                <a:spcPct val="120000"/>
              </a:lnSpc>
            </a:pPr>
            <a:r>
              <a:rPr lang="en-US" sz="1600" dirty="0"/>
              <a:t>Change requests (new features, bug fixes) are handled informally through WhatsApp.</a:t>
            </a:r>
          </a:p>
          <a:p>
            <a:pPr>
              <a:lnSpc>
                <a:spcPct val="120000"/>
              </a:lnSpc>
            </a:pPr>
            <a:r>
              <a:rPr lang="en-US" sz="1600" dirty="0"/>
              <a:t>Customer complaints spike whenever the website suffers slowdowns.</a:t>
            </a:r>
          </a:p>
          <a:p>
            <a:pPr>
              <a:lnSpc>
                <a:spcPct val="120000"/>
              </a:lnSpc>
            </a:pPr>
            <a:r>
              <a:rPr lang="en-US" sz="1600" dirty="0"/>
              <a:t>No one is clearly accountable for cybersecurity measures; employees mix personal and corporate credentials.</a:t>
            </a:r>
          </a:p>
          <a:p>
            <a:pPr>
              <a:lnSpc>
                <a:spcPct val="120000"/>
              </a:lnSpc>
            </a:pPr>
            <a:r>
              <a:rPr lang="en-US" sz="1600" dirty="0"/>
              <a:t>The company plans major expansion next year, but IT planning is mostly reactive.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/>
              <a:t>SJD’s Internal Audit is asked to perform a limited-scope IT Governance review to determine whether IT is being managed properly to support business objectives.</a:t>
            </a:r>
          </a:p>
        </p:txBody>
      </p:sp>
    </p:spTree>
    <p:extLst>
      <p:ext uri="{BB962C8B-B14F-4D97-AF65-F5344CB8AC3E}">
        <p14:creationId xmlns:p14="http://schemas.microsoft.com/office/powerpoint/2010/main" val="18428821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B47E9-A4F1-4595-7F07-4A4269C78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5A38D-634E-5339-56E6-B6A85DDDE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Instructions</a:t>
            </a:r>
            <a:endParaRPr lang="en-US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F75EB1-A1F9-B950-6D25-559423D3A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55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D91AB9-412D-738E-B111-B04F210D8E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10903085" cy="3864538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dirty="0"/>
              <a:t>Select COBIT Objectives (1 Governance + 3 Management)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dirty="0"/>
              <a:t>Extract the Practices and Activities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dirty="0"/>
              <a:t>Submit a Structured Document (PDF)</a:t>
            </a:r>
          </a:p>
        </p:txBody>
      </p:sp>
    </p:spTree>
    <p:extLst>
      <p:ext uri="{BB962C8B-B14F-4D97-AF65-F5344CB8AC3E}">
        <p14:creationId xmlns:p14="http://schemas.microsoft.com/office/powerpoint/2010/main" val="43766298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76C7B-6519-9CEB-429E-E897428BE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2515D-063D-A3CF-3C2C-C15F4BC15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Select COBIT Objectives </a:t>
            </a:r>
            <a:endParaRPr lang="en-US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5859AD-614C-DEC7-A2D4-55AE16155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56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410417-CB3C-5403-A168-816FA97C18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10591800" cy="4564197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lnSpc>
                <a:spcPct val="120000"/>
              </a:lnSpc>
              <a:buFont typeface="+mj-lt"/>
              <a:buAutoNum type="arabicParenR"/>
            </a:pPr>
            <a:r>
              <a:rPr lang="en-US" dirty="0"/>
              <a:t>Choose at least 1 Governance Objective (EDM domain) relevant to SJD’s situation.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arenR"/>
            </a:pPr>
            <a:r>
              <a:rPr lang="en-US" dirty="0"/>
              <a:t>Choose at least 3 Management Objectives (APO, BAI, DSS, MEA domains) that should be included in the audit scope.</a:t>
            </a:r>
          </a:p>
          <a:p>
            <a:pPr marL="0" indent="0">
              <a:lnSpc>
                <a:spcPct val="120000"/>
              </a:lnSpc>
              <a:buNone/>
            </a:pPr>
            <a:endParaRPr lang="en-US" dirty="0"/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Your output must include:</a:t>
            </a:r>
          </a:p>
          <a:p>
            <a:pPr>
              <a:lnSpc>
                <a:spcPct val="120000"/>
              </a:lnSpc>
            </a:pPr>
            <a:r>
              <a:rPr lang="en-US" dirty="0"/>
              <a:t>The selected objectives (e.g., EDM02, APO12, BAI06…)</a:t>
            </a:r>
          </a:p>
          <a:p>
            <a:pPr>
              <a:lnSpc>
                <a:spcPct val="120000"/>
              </a:lnSpc>
            </a:pPr>
            <a:r>
              <a:rPr lang="en-US" dirty="0"/>
              <a:t>A brief explanation (5–7 sentences total) answering: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Why is this objective relevant to the case?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What risk or problem does it address?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Why should Internal Audit review it now?</a:t>
            </a:r>
          </a:p>
        </p:txBody>
      </p:sp>
    </p:spTree>
    <p:extLst>
      <p:ext uri="{BB962C8B-B14F-4D97-AF65-F5344CB8AC3E}">
        <p14:creationId xmlns:p14="http://schemas.microsoft.com/office/powerpoint/2010/main" val="32371511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E3EAC-CDB0-96D4-175B-4D984188A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B73BD-8BBB-C6A5-87FD-7BE36C86A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Extract the Practices and Activities</a:t>
            </a:r>
            <a:endParaRPr lang="en-US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EC0EB2-2DCF-89C3-79D0-0E71558CB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57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597969-0FE1-1E33-690A-2F9E0D016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10591800" cy="4564197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For each selected objective:</a:t>
            </a:r>
          </a:p>
          <a:p>
            <a:r>
              <a:rPr lang="en-US" dirty="0"/>
              <a:t>List all Governance or Management Practices</a:t>
            </a:r>
          </a:p>
          <a:p>
            <a:r>
              <a:rPr lang="en-US" dirty="0"/>
              <a:t>Under each practice, list the activities related to it</a:t>
            </a:r>
          </a:p>
          <a:p>
            <a:r>
              <a:rPr lang="en-US" dirty="0"/>
              <a:t>Attach screenshots from the COBIT 2019 Governance &amp; Management Objectives book showing the practices and activities.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Instructions for evidence:</a:t>
            </a:r>
          </a:p>
          <a:p>
            <a:r>
              <a:rPr lang="en-US" dirty="0"/>
              <a:t>Screenshot must clearly show the objective title, each practice and its activities</a:t>
            </a:r>
          </a:p>
          <a:p>
            <a:r>
              <a:rPr lang="en-US" dirty="0"/>
              <a:t>You must not share PDFs; only screenshots of the parts used</a:t>
            </a:r>
          </a:p>
        </p:txBody>
      </p:sp>
    </p:spTree>
    <p:extLst>
      <p:ext uri="{BB962C8B-B14F-4D97-AF65-F5344CB8AC3E}">
        <p14:creationId xmlns:p14="http://schemas.microsoft.com/office/powerpoint/2010/main" val="390102998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9E83176-7C1A-CE5F-7BB0-28B1D3F70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Example</a:t>
            </a:r>
            <a:endParaRPr lang="en-US" b="1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B07E3BB3-5A73-84AF-FC26-5AB014F574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10591800" cy="45641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Objective: APO12 Managed Risk</a:t>
            </a:r>
          </a:p>
          <a:p>
            <a:r>
              <a:rPr lang="en-US" sz="2800" b="1" dirty="0"/>
              <a:t>Practice: APO12.01 – Collect and Maintain Risk Information</a:t>
            </a:r>
            <a:endParaRPr lang="en-US" sz="2800" dirty="0"/>
          </a:p>
          <a:p>
            <a:pPr lvl="1"/>
            <a:r>
              <a:rPr lang="en-US" sz="2800" i="1" dirty="0"/>
              <a:t>Activities (from book)</a:t>
            </a:r>
            <a:endParaRPr lang="en-US" sz="2800" dirty="0"/>
          </a:p>
          <a:p>
            <a:pPr lvl="2"/>
            <a:r>
              <a:rPr lang="en-US" sz="2800" dirty="0"/>
              <a:t>Screenshot provided</a:t>
            </a:r>
          </a:p>
          <a:p>
            <a:pPr lvl="2"/>
            <a:r>
              <a:rPr lang="en-US" sz="2800" dirty="0"/>
              <a:t>Bullet summary of each activity copied from the book</a:t>
            </a:r>
          </a:p>
          <a:p>
            <a:r>
              <a:rPr lang="en-US" sz="2800" b="1" dirty="0"/>
              <a:t>Practice: APO12.02 – Analyze Risk</a:t>
            </a:r>
            <a:endParaRPr lang="en-US" sz="2800" dirty="0"/>
          </a:p>
          <a:p>
            <a:pPr lvl="1"/>
            <a:r>
              <a:rPr lang="en-US" sz="2800" i="1" dirty="0"/>
              <a:t>Activities (from book)</a:t>
            </a:r>
            <a:endParaRPr lang="en-US" sz="2800" dirty="0"/>
          </a:p>
          <a:p>
            <a:pPr lvl="2"/>
            <a:r>
              <a:rPr lang="en-US" sz="2800" dirty="0"/>
              <a:t>Screenshot provided</a:t>
            </a:r>
          </a:p>
          <a:p>
            <a:pPr lvl="2"/>
            <a:r>
              <a:rPr lang="en-US" sz="2800" dirty="0"/>
              <a:t>Bullet summary copied</a:t>
            </a:r>
          </a:p>
          <a:p>
            <a:r>
              <a:rPr lang="en-US" sz="2800" i="1" dirty="0"/>
              <a:t>(Repeat for all practices)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71721944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D2CE2-B592-FE33-4031-292A32DAC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03AA4-F0EE-099A-1F0F-6558EC516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</a:t>
            </a:r>
            <a:r>
              <a:rPr lang="en-US" sz="4000" dirty="0"/>
              <a:t>Submit a Structured Document (PDF)</a:t>
            </a:r>
            <a:endParaRPr lang="en-US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4BE8F56-8C28-AECB-F010-CDB0CA961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59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1BB6E2-BFBE-3CC6-4117-0F60237781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10591800" cy="45641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Your submission must include:</a:t>
            </a:r>
          </a:p>
          <a:p>
            <a:r>
              <a:rPr lang="en-US" dirty="0"/>
              <a:t>Selected Objectives + Rationale</a:t>
            </a:r>
          </a:p>
          <a:p>
            <a:r>
              <a:rPr lang="en-US" dirty="0"/>
              <a:t>Practices &amp; activities (with screenshot evidence)</a:t>
            </a:r>
          </a:p>
          <a:p>
            <a:r>
              <a:rPr lang="en-US" dirty="0"/>
              <a:t>Short conclusion:</a:t>
            </a:r>
            <a:br>
              <a:rPr lang="en-US" dirty="0"/>
            </a:br>
            <a:r>
              <a:rPr lang="en-US" dirty="0"/>
              <a:t>“What would be the main audit focus if these objectives are selected?”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Submit your report </a:t>
            </a:r>
            <a:r>
              <a:rPr lang="en-US"/>
              <a:t>here:</a:t>
            </a:r>
          </a:p>
          <a:p>
            <a:pPr marL="0" indent="0">
              <a:buNone/>
            </a:pPr>
            <a:r>
              <a:rPr lang="en-US"/>
              <a:t>https</a:t>
            </a:r>
            <a:r>
              <a:rPr lang="en-US" dirty="0"/>
              <a:t>://forms.gle/5aKgGfmTQwcB2fheA</a:t>
            </a:r>
          </a:p>
        </p:txBody>
      </p:sp>
    </p:spTree>
    <p:extLst>
      <p:ext uri="{BB962C8B-B14F-4D97-AF65-F5344CB8AC3E}">
        <p14:creationId xmlns:p14="http://schemas.microsoft.com/office/powerpoint/2010/main" val="3904358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Source Serif Pro Black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3975</TotalTime>
  <Words>3767</Words>
  <Application>Microsoft Office PowerPoint</Application>
  <PresentationFormat>Widescreen</PresentationFormat>
  <Paragraphs>606</Paragraphs>
  <Slides>59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8" baseType="lpstr">
      <vt:lpstr>Aptos</vt:lpstr>
      <vt:lpstr>Aptos SemiBold</vt:lpstr>
      <vt:lpstr>Arial</vt:lpstr>
      <vt:lpstr>Britannic Bold</vt:lpstr>
      <vt:lpstr>Calibri</vt:lpstr>
      <vt:lpstr>Monotype Corsiva</vt:lpstr>
      <vt:lpstr>Segoe UI</vt:lpstr>
      <vt:lpstr>Source Serif Pro Black</vt:lpstr>
      <vt:lpstr>Office Theme</vt:lpstr>
      <vt:lpstr>IT Governance Audit</vt:lpstr>
      <vt:lpstr>PowerPoint Presentation</vt:lpstr>
      <vt:lpstr>Class Recap</vt:lpstr>
      <vt:lpstr>Class Roadmap</vt:lpstr>
      <vt:lpstr>Covered Last Week</vt:lpstr>
      <vt:lpstr>Audit The Lecturer - recap</vt:lpstr>
      <vt:lpstr>Audit &amp; Standards</vt:lpstr>
      <vt:lpstr>Remember What Arens said</vt:lpstr>
      <vt:lpstr>Why Established Criteria Matters in Auditing</vt:lpstr>
      <vt:lpstr>Reflection Question</vt:lpstr>
      <vt:lpstr>The Landscape of Establishing Criteria in IT/IS Auditing</vt:lpstr>
      <vt:lpstr>Diverse Standards Used as Criteria</vt:lpstr>
      <vt:lpstr>In IT Auditing, Criteria Selection is Strategic</vt:lpstr>
      <vt:lpstr>Case 1: Audit of IT Service Management</vt:lpstr>
      <vt:lpstr>Case 2: Audit of Information Security Controls</vt:lpstr>
      <vt:lpstr>Case 3: Audit of Data Privacy Compliance</vt:lpstr>
      <vt:lpstr>Case 4: Audit of IT Governance</vt:lpstr>
      <vt:lpstr>COBIT 2019</vt:lpstr>
      <vt:lpstr>What is COBIT?</vt:lpstr>
      <vt:lpstr>PowerPoint Presentation</vt:lpstr>
      <vt:lpstr>PowerPoint Presentation</vt:lpstr>
      <vt:lpstr>COBIT 2019 Core Focus: EGIT</vt:lpstr>
      <vt:lpstr>COBIT 2019 Domains</vt:lpstr>
      <vt:lpstr>COBIT 2019 Domains</vt:lpstr>
      <vt:lpstr>COBIT 2019 Core  Model</vt:lpstr>
      <vt:lpstr>What is The Core Model for?</vt:lpstr>
      <vt:lpstr>The 40 Objectives are “Catalog” not a “Mandatory”</vt:lpstr>
      <vt:lpstr>An Illustration</vt:lpstr>
      <vt:lpstr>1. Understanding the Enterprise Needs</vt:lpstr>
      <vt:lpstr>2. Using the Core Model as a Catalog</vt:lpstr>
      <vt:lpstr>3. Choosing the Relevant Objectives</vt:lpstr>
      <vt:lpstr>4. Building IT Gov Structure</vt:lpstr>
      <vt:lpstr>4. Building IT Gov Structure</vt:lpstr>
      <vt:lpstr>4. Building IT Gov Structure</vt:lpstr>
      <vt:lpstr>4. Building IT Gov Structure</vt:lpstr>
      <vt:lpstr>5. Final Result: A Practical IT Governance</vt:lpstr>
      <vt:lpstr>Auditing IT Governance</vt:lpstr>
      <vt:lpstr>The Urgency of Auditing IT Governance</vt:lpstr>
      <vt:lpstr>Using COBIT 2019 as Audit Criteria</vt:lpstr>
      <vt:lpstr>Selecting Relevant COBIT Objectives for Audit</vt:lpstr>
      <vt:lpstr>Understanding COBIT Components</vt:lpstr>
      <vt:lpstr>How to Perform an Audit of IT Governance Using COBIT</vt:lpstr>
      <vt:lpstr>1. Plan the Audit</vt:lpstr>
      <vt:lpstr>2. Understand the Governance System</vt:lpstr>
      <vt:lpstr>3. Evaluate Design of Controls / Governance Practices</vt:lpstr>
      <vt:lpstr>4. Test Control and Activities</vt:lpstr>
      <vt:lpstr>5. Assess Capability or Maturity  (Optional)</vt:lpstr>
      <vt:lpstr>6. Form Conclusions and Recommendations</vt:lpstr>
      <vt:lpstr>Cheatsheet of Auditing</vt:lpstr>
      <vt:lpstr>Audit Step Simplification</vt:lpstr>
      <vt:lpstr>Audit Step Simplification</vt:lpstr>
      <vt:lpstr>Audit Step Simplification</vt:lpstr>
      <vt:lpstr>Assignment II – Design Audit Scope (Group)</vt:lpstr>
      <vt:lpstr>CASE: PT Sinar Jaya Digital (SJD)</vt:lpstr>
      <vt:lpstr>Task Instructions</vt:lpstr>
      <vt:lpstr>1. Select COBIT Objectives </vt:lpstr>
      <vt:lpstr>2. Extract the Practices and Activities</vt:lpstr>
      <vt:lpstr>Example</vt:lpstr>
      <vt:lpstr>3. Submit a Structured Document (PDF)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Konsep dan Peran SI &amp; TI</dc:title>
  <dc:creator>Teuku Raja Irfan Radarma</dc:creator>
  <cp:lastModifiedBy>Teuku Raja Irfan Radarma</cp:lastModifiedBy>
  <cp:revision>1</cp:revision>
  <dcterms:created xsi:type="dcterms:W3CDTF">2023-09-18T04:21:25Z</dcterms:created>
  <dcterms:modified xsi:type="dcterms:W3CDTF">2025-11-18T02:55:19Z</dcterms:modified>
</cp:coreProperties>
</file>