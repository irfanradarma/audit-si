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62" r:id="rId2"/>
    <p:sldId id="263" r:id="rId3"/>
    <p:sldId id="260" r:id="rId4"/>
    <p:sldId id="257" r:id="rId5"/>
    <p:sldId id="304" r:id="rId6"/>
    <p:sldId id="305" r:id="rId7"/>
    <p:sldId id="264" r:id="rId8"/>
    <p:sldId id="306" r:id="rId9"/>
    <p:sldId id="310" r:id="rId10"/>
    <p:sldId id="258" r:id="rId11"/>
    <p:sldId id="307" r:id="rId12"/>
    <p:sldId id="308" r:id="rId13"/>
    <p:sldId id="309" r:id="rId14"/>
    <p:sldId id="311" r:id="rId15"/>
    <p:sldId id="313" r:id="rId16"/>
    <p:sldId id="314" r:id="rId17"/>
    <p:sldId id="315" r:id="rId18"/>
    <p:sldId id="316" r:id="rId19"/>
    <p:sldId id="312" r:id="rId20"/>
    <p:sldId id="317" r:id="rId21"/>
    <p:sldId id="318" r:id="rId22"/>
    <p:sldId id="319" r:id="rId23"/>
    <p:sldId id="303" r:id="rId24"/>
    <p:sldId id="320" r:id="rId25"/>
    <p:sldId id="321" r:id="rId26"/>
    <p:sldId id="322" r:id="rId27"/>
    <p:sldId id="323" r:id="rId28"/>
    <p:sldId id="324" r:id="rId29"/>
    <p:sldId id="325" r:id="rId30"/>
    <p:sldId id="326" r:id="rId31"/>
    <p:sldId id="327" r:id="rId32"/>
    <p:sldId id="328" r:id="rId33"/>
    <p:sldId id="329" r:id="rId34"/>
    <p:sldId id="330" r:id="rId35"/>
    <p:sldId id="331" r:id="rId36"/>
    <p:sldId id="332" r:id="rId37"/>
    <p:sldId id="272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40" r:id="rId46"/>
    <p:sldId id="341" r:id="rId47"/>
    <p:sldId id="342" r:id="rId48"/>
    <p:sldId id="343" r:id="rId49"/>
    <p:sldId id="344" r:id="rId50"/>
    <p:sldId id="345" r:id="rId51"/>
    <p:sldId id="346" r:id="rId52"/>
    <p:sldId id="347" r:id="rId53"/>
    <p:sldId id="348" r:id="rId54"/>
    <p:sldId id="349" r:id="rId55"/>
    <p:sldId id="350" r:id="rId56"/>
    <p:sldId id="351" r:id="rId57"/>
    <p:sldId id="352" r:id="rId58"/>
    <p:sldId id="354" r:id="rId59"/>
    <p:sldId id="355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1CCFB5-A811-4CB3-9A3B-CCD151D885EF}" v="319" dt="2025-11-16T09:00:29.1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delSld">
      <pc:chgData name="Teuku Raja Irfan Radarma" userId="cf428174-95ba-4576-8554-3a3b8ffa52b7" providerId="ADAL" clId="{6C5D399A-8E2C-4907-9624-A2DD17609376}" dt="2025-11-10T06:51:07.165" v="0" actId="47"/>
      <pc:docMkLst>
        <pc:docMk/>
      </pc:docMkLst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6T09:01:44.074" v="9623" actId="404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  <pc:spChg chg="del">
          <ac:chgData name="Teuku Raja Irfan Radarma" userId="cf428174-95ba-4576-8554-3a3b8ffa52b7" providerId="ADAL" clId="{A80269FD-1647-41EA-9465-E4829927D3E9}" dt="2025-11-16T04:33:49.334" v="4249" actId="478"/>
          <ac:spMkLst>
            <pc:docMk/>
            <pc:sldMk cId="336491319" sldId="258"/>
            <ac:spMk id="5" creationId="{5EAC256A-6413-5F5E-2CE2-AF1B8027625D}"/>
          </ac:spMkLst>
        </pc:spChg>
        <pc:picChg chg="del">
          <ac:chgData name="Teuku Raja Irfan Radarma" userId="cf428174-95ba-4576-8554-3a3b8ffa52b7" providerId="ADAL" clId="{A80269FD-1647-41EA-9465-E4829927D3E9}" dt="2025-11-16T04:33:48.214" v="4248" actId="478"/>
          <ac:picMkLst>
            <pc:docMk/>
            <pc:sldMk cId="336491319" sldId="258"/>
            <ac:picMk id="6" creationId="{C3D9E656-21FD-6FE4-2B5D-8ADE63011359}"/>
          </ac:picMkLst>
        </pc:pic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934583662" sldId="261"/>
        </pc:sldMkLst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">
        <pc:chgData name="Teuku Raja Irfan Radarma" userId="cf428174-95ba-4576-8554-3a3b8ffa52b7" providerId="ADAL" clId="{A80269FD-1647-41EA-9465-E4829927D3E9}" dt="2025-11-16T04:20:42.051" v="3803" actId="47"/>
        <pc:sldMkLst>
          <pc:docMk/>
          <pc:sldMk cId="1927062682" sldId="265"/>
        </pc:sldMkLst>
      </pc:sldChg>
      <pc:sldChg chg="modSp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57847258" sldId="270"/>
        </pc:sldMkLst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877362423" sldId="273"/>
        </pc:sldMkLst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730554632" sldId="275"/>
        </pc:sldMkLst>
      </pc:sldChg>
      <pc:sldChg chg="delSp modSp new del mod">
        <pc:chgData name="Teuku Raja Irfan Radarma" userId="cf428174-95ba-4576-8554-3a3b8ffa52b7" providerId="ADAL" clId="{A80269FD-1647-41EA-9465-E4829927D3E9}" dt="2025-11-16T04:23:03.335" v="4063" actId="47"/>
        <pc:sldMkLst>
          <pc:docMk/>
          <pc:sldMk cId="1528834545" sldId="277"/>
        </pc:sldMkLst>
      </pc:sldChg>
      <pc:sldChg chg="add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281304752" sldId="278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06833523" sldId="279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902401671" sldId="280"/>
        </pc:sldMkLst>
      </pc:sldChg>
      <pc:sldChg chg="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346323895" sldId="281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939938389" sldId="282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575179726" sldId="283"/>
        </pc:sldMkLst>
      </pc:sldChg>
      <pc:sldChg chg="addSp delSp modSp new del mod ord">
        <pc:chgData name="Teuku Raja Irfan Radarma" userId="cf428174-95ba-4576-8554-3a3b8ffa52b7" providerId="ADAL" clId="{A80269FD-1647-41EA-9465-E4829927D3E9}" dt="2025-11-16T08:17:29.340" v="8599" actId="47"/>
        <pc:sldMkLst>
          <pc:docMk/>
          <pc:sldMk cId="836162307" sldId="284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488047739" sldId="285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851724703" sldId="286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035956711" sldId="287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982944986" sldId="289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03412585" sldId="290"/>
        </pc:sldMkLst>
      </pc:sldChg>
      <pc:sldChg chg="addSp delSp 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3704312122" sldId="291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736248582" sldId="292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491934607" sldId="293"/>
        </pc:sldMkLst>
      </pc:sldChg>
      <pc:sldChg chg="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288245769" sldId="294"/>
        </pc:sldMkLst>
      </pc:sldChg>
      <pc:sldChg chg="modSp new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02656698" sldId="295"/>
        </pc:sldMkLst>
      </pc:sldChg>
      <pc:sldChg chg="add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4270869266" sldId="296"/>
        </pc:sldMkLst>
      </pc:sldChg>
      <pc:sldChg chg="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1565179483" sldId="297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10:15.292" v="5904" actId="47"/>
        <pc:sldMkLst>
          <pc:docMk/>
          <pc:sldMk cId="2671036277" sldId="298"/>
        </pc:sldMkLst>
      </pc:sldChg>
      <pc:sldChg chg="addSp delSp modSp add del mod">
        <pc:chgData name="Teuku Raja Irfan Radarma" userId="cf428174-95ba-4576-8554-3a3b8ffa52b7" providerId="ADAL" clId="{A80269FD-1647-41EA-9465-E4829927D3E9}" dt="2025-11-16T06:28:45.397" v="6601" actId="47"/>
        <pc:sldMkLst>
          <pc:docMk/>
          <pc:sldMk cId="1341147585" sldId="299"/>
        </pc:sldMkLst>
        <pc:spChg chg="mod">
          <ac:chgData name="Teuku Raja Irfan Radarma" userId="cf428174-95ba-4576-8554-3a3b8ffa52b7" providerId="ADAL" clId="{A80269FD-1647-41EA-9465-E4829927D3E9}" dt="2025-11-16T06:12:51.946" v="5956" actId="20577"/>
          <ac:spMkLst>
            <pc:docMk/>
            <pc:sldMk cId="1341147585" sldId="299"/>
            <ac:spMk id="2" creationId="{C0F881BC-3254-DC52-63D9-A35129872544}"/>
          </ac:spMkLst>
        </pc:spChg>
        <pc:spChg chg="add mod ord">
          <ac:chgData name="Teuku Raja Irfan Radarma" userId="cf428174-95ba-4576-8554-3a3b8ffa52b7" providerId="ADAL" clId="{A80269FD-1647-41EA-9465-E4829927D3E9}" dt="2025-11-16T06:21:32.411" v="6029" actId="167"/>
          <ac:spMkLst>
            <pc:docMk/>
            <pc:sldMk cId="1341147585" sldId="299"/>
            <ac:spMk id="3" creationId="{1786A92A-D4B9-E7A8-8FD8-39F2821B96FA}"/>
          </ac:spMkLst>
        </pc:spChg>
        <pc:spChg chg="add mod ord">
          <ac:chgData name="Teuku Raja Irfan Radarma" userId="cf428174-95ba-4576-8554-3a3b8ffa52b7" providerId="ADAL" clId="{A80269FD-1647-41EA-9465-E4829927D3E9}" dt="2025-11-16T06:21:32.411" v="6029" actId="167"/>
          <ac:spMkLst>
            <pc:docMk/>
            <pc:sldMk cId="1341147585" sldId="299"/>
            <ac:spMk id="5" creationId="{A04AFC5B-D64E-64FC-55B9-44DDB8C207F0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6" creationId="{D1A2BC0C-D0F2-703E-60B7-5FCB0EACE7B0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7" creationId="{9E74271A-DA35-F496-BE16-87EEB4BC615E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8" creationId="{39D57B17-9079-FDC9-2E38-709197E80B91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9" creationId="{5B360933-91B4-B3A1-DAEF-FDD633EE27A7}"/>
          </ac:spMkLst>
        </pc:spChg>
        <pc:spChg chg="add del mod">
          <ac:chgData name="Teuku Raja Irfan Radarma" userId="cf428174-95ba-4576-8554-3a3b8ffa52b7" providerId="ADAL" clId="{A80269FD-1647-41EA-9465-E4829927D3E9}" dt="2025-11-16T06:22:08.350" v="6043" actId="478"/>
          <ac:spMkLst>
            <pc:docMk/>
            <pc:sldMk cId="1341147585" sldId="299"/>
            <ac:spMk id="10" creationId="{7AE38E01-FDBF-43ED-3623-BEC484AE4E2C}"/>
          </ac:spMkLst>
        </pc:spChg>
        <pc:picChg chg="add mod">
          <ac:chgData name="Teuku Raja Irfan Radarma" userId="cf428174-95ba-4576-8554-3a3b8ffa52b7" providerId="ADAL" clId="{A80269FD-1647-41EA-9465-E4829927D3E9}" dt="2025-11-16T06:21:12.629" v="6023" actId="1076"/>
          <ac:picMkLst>
            <pc:docMk/>
            <pc:sldMk cId="1341147585" sldId="299"/>
            <ac:picMk id="7170" creationId="{765E9312-4359-754D-74A0-D9309E20107C}"/>
          </ac:picMkLst>
        </pc:picChg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558709642" sldId="301"/>
        </pc:sldMkLst>
      </pc:sldChg>
      <pc:sldChg chg="modSp add del mod">
        <pc:chgData name="Teuku Raja Irfan Radarma" userId="cf428174-95ba-4576-8554-3a3b8ffa52b7" providerId="ADAL" clId="{A80269FD-1647-41EA-9465-E4829927D3E9}" dt="2025-11-16T06:42:30.514" v="6868" actId="47"/>
        <pc:sldMkLst>
          <pc:docMk/>
          <pc:sldMk cId="2325243187" sldId="302"/>
        </pc:sldMkLst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23:01.352" v="4062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04:23:01.352" v="4062" actId="20577"/>
          <ac:spMkLst>
            <pc:docMk/>
            <pc:sldMk cId="3404562138" sldId="305"/>
            <ac:spMk id="2" creationId="{59E61678-8156-B5D7-6985-8F8C864E2A3D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del mod">
          <ac:chgData name="Teuku Raja Irfan Radarma" userId="cf428174-95ba-4576-8554-3a3b8ffa52b7" providerId="ADAL" clId="{A80269FD-1647-41EA-9465-E4829927D3E9}" dt="2025-11-16T04:31:56.546" v="4227" actId="478"/>
          <ac:spMkLst>
            <pc:docMk/>
            <pc:sldMk cId="3051451500" sldId="306"/>
            <ac:spMk id="3" creationId="{759A1A00-FB7B-AD53-32CF-EA90A75CD9A8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  <pc:spChg chg="add del mod">
          <ac:chgData name="Teuku Raja Irfan Radarma" userId="cf428174-95ba-4576-8554-3a3b8ffa52b7" providerId="ADAL" clId="{A80269FD-1647-41EA-9465-E4829927D3E9}" dt="2025-11-16T04:31:58.385" v="4228" actId="478"/>
          <ac:spMkLst>
            <pc:docMk/>
            <pc:sldMk cId="3051451500" sldId="306"/>
            <ac:spMk id="9" creationId="{AA86058C-4107-43E4-5D25-38FDF90EE29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 del">
        <pc:chgData name="Teuku Raja Irfan Radarma" userId="cf428174-95ba-4576-8554-3a3b8ffa52b7" providerId="ADAL" clId="{A80269FD-1647-41EA-9465-E4829927D3E9}" dt="2025-11-16T04:29:02.549" v="4157" actId="47"/>
        <pc:sldMkLst>
          <pc:docMk/>
          <pc:sldMk cId="2029475948" sldId="307"/>
        </pc:sldMkLst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16T04:37:59.470" v="4774" actId="2890"/>
        <pc:sldMkLst>
          <pc:docMk/>
          <pc:sldMk cId="2521982183" sldId="308"/>
        </pc:sldMkLst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  <pc:spChg chg="add">
          <ac:chgData name="Teuku Raja Irfan Radarma" userId="cf428174-95ba-4576-8554-3a3b8ffa52b7" providerId="ADAL" clId="{A80269FD-1647-41EA-9465-E4829927D3E9}" dt="2025-11-16T04:49:28.398" v="5383"/>
          <ac:spMkLst>
            <pc:docMk/>
            <pc:sldMk cId="1447098636" sldId="309"/>
            <ac:spMk id="5" creationId="{A070198D-EE0F-8AAB-B9FC-689D9E1D7659}"/>
          </ac:spMkLst>
        </pc:spChg>
        <pc:spChg chg="add del">
          <ac:chgData name="Teuku Raja Irfan Radarma" userId="cf428174-95ba-4576-8554-3a3b8ffa52b7" providerId="ADAL" clId="{A80269FD-1647-41EA-9465-E4829927D3E9}" dt="2025-11-16T04:50:32.282" v="5475" actId="22"/>
          <ac:spMkLst>
            <pc:docMk/>
            <pc:sldMk cId="1447098636" sldId="309"/>
            <ac:spMk id="7" creationId="{CA157D4F-623E-EA40-2478-AAD9C2124C1A}"/>
          </ac:spMkLst>
        </pc:spChg>
      </pc:sldChg>
      <pc:sldChg chg="new del">
        <pc:chgData name="Teuku Raja Irfan Radarma" userId="cf428174-95ba-4576-8554-3a3b8ffa52b7" providerId="ADAL" clId="{A80269FD-1647-41EA-9465-E4829927D3E9}" dt="2025-11-16T04:50:53.152" v="5480" actId="680"/>
        <pc:sldMkLst>
          <pc:docMk/>
          <pc:sldMk cId="990144426" sldId="310"/>
        </pc:sldMkLst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  <pc:spChg chg="add">
          <ac:chgData name="Teuku Raja Irfan Radarma" userId="cf428174-95ba-4576-8554-3a3b8ffa52b7" providerId="ADAL" clId="{A80269FD-1647-41EA-9465-E4829927D3E9}" dt="2025-11-16T05:00:49.950" v="5654"/>
          <ac:spMkLst>
            <pc:docMk/>
            <pc:sldMk cId="3925586966" sldId="313"/>
            <ac:spMk id="5" creationId="{6A17078F-41B4-6D50-78FF-587A341270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  <pc:spChg chg="add">
          <ac:chgData name="Teuku Raja Irfan Radarma" userId="cf428174-95ba-4576-8554-3a3b8ffa52b7" providerId="ADAL" clId="{A80269FD-1647-41EA-9465-E4829927D3E9}" dt="2025-11-16T05:03:57" v="5721"/>
          <ac:spMkLst>
            <pc:docMk/>
            <pc:sldMk cId="632387429" sldId="315"/>
            <ac:spMk id="5" creationId="{C721B589-EA8F-CF31-0ACE-1AEA1B7E842D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spChg chg="del">
          <ac:chgData name="Teuku Raja Irfan Radarma" userId="cf428174-95ba-4576-8554-3a3b8ffa52b7" providerId="ADAL" clId="{A80269FD-1647-41EA-9465-E4829927D3E9}" dt="2025-11-16T06:06:13.100" v="5854" actId="478"/>
          <ac:spMkLst>
            <pc:docMk/>
            <pc:sldMk cId="1813489887" sldId="317"/>
            <ac:spMk id="2" creationId="{10DF3839-191A-2BD1-B28C-8BBD83B4C932}"/>
          </ac:spMkLst>
        </pc:spChg>
        <pc:spChg chg="del">
          <ac:chgData name="Teuku Raja Irfan Radarma" userId="cf428174-95ba-4576-8554-3a3b8ffa52b7" providerId="ADAL" clId="{A80269FD-1647-41EA-9465-E4829927D3E9}" dt="2025-11-16T06:06:16.167" v="5855" actId="478"/>
          <ac:spMkLst>
            <pc:docMk/>
            <pc:sldMk cId="1813489887" sldId="317"/>
            <ac:spMk id="3" creationId="{7299DAC0-C84A-07A9-6957-5E3602F6D206}"/>
          </ac:spMkLst>
        </pc:spChg>
        <pc:spChg chg="add del mod">
          <ac:chgData name="Teuku Raja Irfan Radarma" userId="cf428174-95ba-4576-8554-3a3b8ffa52b7" providerId="ADAL" clId="{A80269FD-1647-41EA-9465-E4829927D3E9}" dt="2025-11-16T06:06:17.571" v="5856" actId="478"/>
          <ac:spMkLst>
            <pc:docMk/>
            <pc:sldMk cId="1813489887" sldId="317"/>
            <ac:spMk id="6" creationId="{2407D3B1-FFFE-BA85-233A-770E476261CD}"/>
          </ac:spMkLst>
        </pc:spChg>
        <pc:spChg chg="add del mod">
          <ac:chgData name="Teuku Raja Irfan Radarma" userId="cf428174-95ba-4576-8554-3a3b8ffa52b7" providerId="ADAL" clId="{A80269FD-1647-41EA-9465-E4829927D3E9}" dt="2025-11-16T06:06:18.907" v="5857" actId="478"/>
          <ac:spMkLst>
            <pc:docMk/>
            <pc:sldMk cId="1813489887" sldId="317"/>
            <ac:spMk id="8" creationId="{2DBC3E93-E931-09C6-C717-50FC2B94A3AD}"/>
          </ac:spMkLst>
        </pc:spChg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del">
          <ac:chgData name="Teuku Raja Irfan Radarma" userId="cf428174-95ba-4576-8554-3a3b8ffa52b7" providerId="ADAL" clId="{A80269FD-1647-41EA-9465-E4829927D3E9}" dt="2025-11-16T06:09:08.885" v="5893" actId="478"/>
          <ac:picMkLst>
            <pc:docMk/>
            <pc:sldMk cId="1332730147" sldId="318"/>
            <ac:picMk id="4098" creationId="{DB506959-DC47-87CC-718A-4802034324AD}"/>
          </ac:picMkLst>
        </pc:picChg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6:26.711" v="6394" actId="571"/>
          <ac:spMkLst>
            <pc:docMk/>
            <pc:sldMk cId="2016869744" sldId="320"/>
            <ac:spMk id="15" creationId="{307F4CD3-B33C-0ED6-AF3A-62E25D322486}"/>
          </ac:spMkLst>
        </pc:spChg>
        <pc:spChg chg="add mod">
          <ac:chgData name="Teuku Raja Irfan Radarma" userId="cf428174-95ba-4576-8554-3a3b8ffa52b7" providerId="ADAL" clId="{A80269FD-1647-41EA-9465-E4829927D3E9}" dt="2025-11-16T06:26:26.711" v="6394" actId="571"/>
          <ac:spMkLst>
            <pc:docMk/>
            <pc:sldMk cId="2016869744" sldId="320"/>
            <ac:spMk id="16" creationId="{309BD9C8-4F93-5331-CA56-441C7E1173B4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6:56.086" v="6453" actId="571"/>
          <ac:spMkLst>
            <pc:docMk/>
            <pc:sldMk cId="2016869744" sldId="320"/>
            <ac:spMk id="20" creationId="{A90699DE-DF41-044F-B856-508066D9D218}"/>
          </ac:spMkLst>
        </pc:spChg>
        <pc:spChg chg="add mod">
          <ac:chgData name="Teuku Raja Irfan Radarma" userId="cf428174-95ba-4576-8554-3a3b8ffa52b7" providerId="ADAL" clId="{A80269FD-1647-41EA-9465-E4829927D3E9}" dt="2025-11-16T06:26:56.086" v="6453" actId="571"/>
          <ac:spMkLst>
            <pc:docMk/>
            <pc:sldMk cId="2016869744" sldId="320"/>
            <ac:spMk id="21" creationId="{89EB0745-1114-F4BA-161C-0D6BB7C9C187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  <pc:picChg chg="add del mod">
          <ac:chgData name="Teuku Raja Irfan Radarma" userId="cf428174-95ba-4576-8554-3a3b8ffa52b7" providerId="ADAL" clId="{A80269FD-1647-41EA-9465-E4829927D3E9}" dt="2025-11-16T06:27:37.996" v="6598" actId="478"/>
          <ac:picMkLst>
            <pc:docMk/>
            <pc:sldMk cId="2016869744" sldId="320"/>
            <ac:picMk id="13" creationId="{D279A4EE-6ED2-53EF-A06C-1C7489BBB5F1}"/>
          </ac:picMkLst>
        </pc:picChg>
        <pc:picChg chg="del">
          <ac:chgData name="Teuku Raja Irfan Radarma" userId="cf428174-95ba-4576-8554-3a3b8ffa52b7" providerId="ADAL" clId="{A80269FD-1647-41EA-9465-E4829927D3E9}" dt="2025-11-16T06:21:51.639" v="6037" actId="478"/>
          <ac:picMkLst>
            <pc:docMk/>
            <pc:sldMk cId="2016869744" sldId="320"/>
            <ac:picMk id="7170" creationId="{BCE241B2-4832-B044-A6BC-4D3FC6D440DD}"/>
          </ac:picMkLst>
        </pc:pic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3" creationId="{5B391A94-8074-8599-8583-07F51033F50F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5" creationId="{DD48BF1F-8536-9A39-EF9E-5870AA3B6E8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7" creationId="{72FA7E3B-59F1-297B-DFEB-E3C86029419D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8" creationId="{E83C7464-8E0E-BEAF-BF0E-80AFC846CE54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9" creationId="{1337CB1A-1794-2CDC-0A23-AEC4FE57833E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0" creationId="{066AB3B4-A48B-C0D7-FF80-96A00F8B70A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2" creationId="{120D59EE-5799-2D1F-F67B-47F7C6BAA4D2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4" creationId="{02D48B65-7676-E63C-9508-F627CD346F04}"/>
          </ac:spMkLst>
        </pc:spChg>
        <pc:spChg chg="add del">
          <ac:chgData name="Teuku Raja Irfan Radarma" userId="cf428174-95ba-4576-8554-3a3b8ffa52b7" providerId="ADAL" clId="{A80269FD-1647-41EA-9465-E4829927D3E9}" dt="2025-11-16T06:32:39.860" v="6764" actId="478"/>
          <ac:spMkLst>
            <pc:docMk/>
            <pc:sldMk cId="2668339624" sldId="321"/>
            <ac:spMk id="16" creationId="{5704C2D0-B6AE-9CBB-5865-A711A3485FA8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7" creationId="{7F506E0B-538B-A849-0402-F91D72FDD12C}"/>
          </ac:spMkLst>
        </pc:spChg>
        <pc:spChg chg="del">
          <ac:chgData name="Teuku Raja Irfan Radarma" userId="cf428174-95ba-4576-8554-3a3b8ffa52b7" providerId="ADAL" clId="{A80269FD-1647-41EA-9465-E4829927D3E9}" dt="2025-11-16T06:31:05.111" v="6704" actId="478"/>
          <ac:spMkLst>
            <pc:docMk/>
            <pc:sldMk cId="2668339624" sldId="321"/>
            <ac:spMk id="18" creationId="{BB027C0C-82EF-1C2D-0805-05DD0A7B62A9}"/>
          </ac:spMkLst>
        </pc:spChg>
        <pc:spChg chg="add del mod">
          <ac:chgData name="Teuku Raja Irfan Radarma" userId="cf428174-95ba-4576-8554-3a3b8ffa52b7" providerId="ADAL" clId="{A80269FD-1647-41EA-9465-E4829927D3E9}" dt="2025-11-16T06:33:39.272" v="6775" actId="478"/>
          <ac:spMkLst>
            <pc:docMk/>
            <pc:sldMk cId="2668339624" sldId="321"/>
            <ac:spMk id="20" creationId="{C8F08E90-2D3E-A3FF-ECF9-3EE94277DE97}"/>
          </ac:spMkLst>
        </pc:spChg>
        <pc:picChg chg="add del mod">
          <ac:chgData name="Teuku Raja Irfan Radarma" userId="cf428174-95ba-4576-8554-3a3b8ffa52b7" providerId="ADAL" clId="{A80269FD-1647-41EA-9465-E4829927D3E9}" dt="2025-11-16T06:32:12.141" v="6762" actId="478"/>
          <ac:picMkLst>
            <pc:docMk/>
            <pc:sldMk cId="2668339624" sldId="321"/>
            <ac:picMk id="6146" creationId="{6D43712F-54E5-D13D-D3C0-5CECE8C9F77F}"/>
          </ac:picMkLst>
        </pc:pic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  <pc:spChg chg="add del mod">
          <ac:chgData name="Teuku Raja Irfan Radarma" userId="cf428174-95ba-4576-8554-3a3b8ffa52b7" providerId="ADAL" clId="{A80269FD-1647-41EA-9465-E4829927D3E9}" dt="2025-11-16T06:46:04.115" v="6908" actId="478"/>
          <ac:spMkLst>
            <pc:docMk/>
            <pc:sldMk cId="650684436" sldId="322"/>
            <ac:spMk id="5" creationId="{E7032F04-5F50-E80B-55F9-B85AAF8F651F}"/>
          </ac:spMkLst>
        </pc:spChg>
      </pc:sldChg>
      <pc:sldChg chg="new del">
        <pc:chgData name="Teuku Raja Irfan Radarma" userId="cf428174-95ba-4576-8554-3a3b8ffa52b7" providerId="ADAL" clId="{A80269FD-1647-41EA-9465-E4829927D3E9}" dt="2025-11-16T06:46:34.470" v="6910" actId="47"/>
        <pc:sldMkLst>
          <pc:docMk/>
          <pc:sldMk cId="1652981064" sldId="323"/>
        </pc:sldMkLst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del">
          <ac:chgData name="Teuku Raja Irfan Radarma" userId="cf428174-95ba-4576-8554-3a3b8ffa52b7" providerId="ADAL" clId="{A80269FD-1647-41EA-9465-E4829927D3E9}" dt="2025-11-16T06:48:32.923" v="7051" actId="22"/>
          <ac:spMkLst>
            <pc:docMk/>
            <pc:sldMk cId="194573792" sldId="324"/>
            <ac:spMk id="5" creationId="{961BD8B7-645F-A542-E916-9AF357B9E5BC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del">
          <ac:chgData name="Teuku Raja Irfan Radarma" userId="cf428174-95ba-4576-8554-3a3b8ffa52b7" providerId="ADAL" clId="{A80269FD-1647-41EA-9465-E4829927D3E9}" dt="2025-11-16T06:53:17.241" v="7122" actId="478"/>
          <ac:spMkLst>
            <pc:docMk/>
            <pc:sldMk cId="2632540083" sldId="327"/>
            <ac:spMk id="6" creationId="{29903D5F-3867-519A-F134-025A3A256E5F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del mod">
          <ac:chgData name="Teuku Raja Irfan Radarma" userId="cf428174-95ba-4576-8554-3a3b8ffa52b7" providerId="ADAL" clId="{A80269FD-1647-41EA-9465-E4829927D3E9}" dt="2025-11-16T06:58:03.853" v="7302" actId="478"/>
          <ac:spMkLst>
            <pc:docMk/>
            <pc:sldMk cId="2632540083" sldId="327"/>
            <ac:spMk id="9" creationId="{87E35D0A-C3DE-6966-CC4C-776BACCB04FB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0" creationId="{A52C871D-9BC2-7123-CDD9-33A6CD591BE7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1" creationId="{38A49182-8964-E069-67E3-C3D92E6B3A0E}"/>
          </ac:spMkLst>
        </pc:spChg>
        <pc:spChg chg="add del mod">
          <ac:chgData name="Teuku Raja Irfan Radarma" userId="cf428174-95ba-4576-8554-3a3b8ffa52b7" providerId="ADAL" clId="{A80269FD-1647-41EA-9465-E4829927D3E9}" dt="2025-11-16T06:58:11.230" v="7304" actId="478"/>
          <ac:spMkLst>
            <pc:docMk/>
            <pc:sldMk cId="2632540083" sldId="327"/>
            <ac:spMk id="12" creationId="{6245EC1A-309D-01DC-362E-DF80D0E68E2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del mod">
          <ac:chgData name="Teuku Raja Irfan Radarma" userId="cf428174-95ba-4576-8554-3a3b8ffa52b7" providerId="ADAL" clId="{A80269FD-1647-41EA-9465-E4829927D3E9}" dt="2025-11-16T07:01:08.493" v="7385" actId="478"/>
          <ac:spMkLst>
            <pc:docMk/>
            <pc:sldMk cId="2632540083" sldId="327"/>
            <ac:spMk id="32" creationId="{0DB1BC20-8185-4F8D-2ABA-0C20D6834C73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del mod">
          <ac:chgData name="Teuku Raja Irfan Radarma" userId="cf428174-95ba-4576-8554-3a3b8ffa52b7" providerId="ADAL" clId="{A80269FD-1647-41EA-9465-E4829927D3E9}" dt="2025-11-16T07:01:29.154" v="7390" actId="478"/>
          <ac:spMkLst>
            <pc:docMk/>
            <pc:sldMk cId="2632540083" sldId="327"/>
            <ac:spMk id="36" creationId="{86AE62F0-8598-B057-C635-D7A634987960}"/>
          </ac:spMkLst>
        </pc:spChg>
        <pc:spChg chg="add del mod">
          <ac:chgData name="Teuku Raja Irfan Radarma" userId="cf428174-95ba-4576-8554-3a3b8ffa52b7" providerId="ADAL" clId="{A80269FD-1647-41EA-9465-E4829927D3E9}" dt="2025-11-16T07:01:29.154" v="7390" actId="478"/>
          <ac:spMkLst>
            <pc:docMk/>
            <pc:sldMk cId="2632540083" sldId="327"/>
            <ac:spMk id="37" creationId="{FF3B2B07-01C8-1C80-BBA2-DCB415668EF4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">
          <ac:chgData name="Teuku Raja Irfan Radarma" userId="cf428174-95ba-4576-8554-3a3b8ffa52b7" providerId="ADAL" clId="{A80269FD-1647-41EA-9465-E4829927D3E9}" dt="2025-11-16T06:59:56.242" v="7369"/>
          <ac:spMkLst>
            <pc:docMk/>
            <pc:sldMk cId="2632540083" sldId="327"/>
            <ac:spMk id="39" creationId="{1B63655D-94BA-CF51-59F1-573A9342377D}"/>
          </ac:spMkLst>
        </pc:spChg>
        <pc:spChg chg="add mod">
          <ac:chgData name="Teuku Raja Irfan Radarma" userId="cf428174-95ba-4576-8554-3a3b8ffa52b7" providerId="ADAL" clId="{A80269FD-1647-41EA-9465-E4829927D3E9}" dt="2025-11-16T07:00:00.736" v="7371"/>
          <ac:spMkLst>
            <pc:docMk/>
            <pc:sldMk cId="2632540083" sldId="327"/>
            <ac:spMk id="40" creationId="{718363BD-1F9D-FA76-7791-EC51E5070864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">
          <ac:chgData name="Teuku Raja Irfan Radarma" userId="cf428174-95ba-4576-8554-3a3b8ffa52b7" providerId="ADAL" clId="{A80269FD-1647-41EA-9465-E4829927D3E9}" dt="2025-11-16T07:00:49.144" v="7380"/>
          <ac:spMkLst>
            <pc:docMk/>
            <pc:sldMk cId="2632540083" sldId="327"/>
            <ac:spMk id="42" creationId="{0C9FC231-E5EF-6866-022A-F46237FD8138}"/>
          </ac:spMkLst>
        </pc:spChg>
        <pc:spChg chg="add">
          <ac:chgData name="Teuku Raja Irfan Radarma" userId="cf428174-95ba-4576-8554-3a3b8ffa52b7" providerId="ADAL" clId="{A80269FD-1647-41EA-9465-E4829927D3E9}" dt="2025-11-16T07:00:52.500" v="7381"/>
          <ac:spMkLst>
            <pc:docMk/>
            <pc:sldMk cId="2632540083" sldId="327"/>
            <ac:spMk id="43" creationId="{658AF6D5-A09C-EFAB-7978-73C0C1D95CD9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38.967" v="7729" actId="20577"/>
          <ac:spMkLst>
            <pc:docMk/>
            <pc:sldMk cId="2054651574" sldId="328"/>
            <ac:spMk id="11" creationId="{9185CBD0-690A-CA3C-C447-1E10CA61B099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2" creationId="{2DCAC1B0-F5F2-17FC-B827-76BA9F5DE398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2" creationId="{A9E61EB8-1CFB-B80A-3BD6-02A05777E5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2" creationId="{AD3126E2-690D-0337-07AF-71C3A62550C8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  <pc:spChg chg="del">
          <ac:chgData name="Teuku Raja Irfan Radarma" userId="cf428174-95ba-4576-8554-3a3b8ffa52b7" providerId="ADAL" clId="{A80269FD-1647-41EA-9465-E4829927D3E9}" dt="2025-11-16T07:07:32.713" v="7468" actId="478"/>
          <ac:spMkLst>
            <pc:docMk/>
            <pc:sldMk cId="3885916245" sldId="332"/>
            <ac:spMk id="7" creationId="{034B59C3-5C58-8BF9-A994-FD0BE4D35E8B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">
          <ac:chgData name="Teuku Raja Irfan Radarma" userId="cf428174-95ba-4576-8554-3a3b8ffa52b7" providerId="ADAL" clId="{A80269FD-1647-41EA-9465-E4829927D3E9}" dt="2025-11-16T07:21:34.378" v="7929"/>
          <ac:spMkLst>
            <pc:docMk/>
            <pc:sldMk cId="1954776806" sldId="333"/>
            <ac:spMk id="5" creationId="{9476F7CC-8694-2CC3-FA08-3B8ACF84BFA4}"/>
          </ac:spMkLst>
        </pc:spChg>
        <pc:spChg chg="add">
          <ac:chgData name="Teuku Raja Irfan Radarma" userId="cf428174-95ba-4576-8554-3a3b8ffa52b7" providerId="ADAL" clId="{A80269FD-1647-41EA-9465-E4829927D3E9}" dt="2025-11-16T07:21:39.658" v="7930"/>
          <ac:spMkLst>
            <pc:docMk/>
            <pc:sldMk cId="1954776806" sldId="333"/>
            <ac:spMk id="6" creationId="{59057F07-3882-831C-8CE1-04C917387B9D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3:37.624" v="7954"/>
          <ac:spMkLst>
            <pc:docMk/>
            <pc:sldMk cId="1886525034" sldId="335"/>
            <ac:spMk id="5" creationId="{DC1F0FA6-B467-D1FD-9A1D-C4400657606A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del mod">
          <ac:chgData name="Teuku Raja Irfan Radarma" userId="cf428174-95ba-4576-8554-3a3b8ffa52b7" providerId="ADAL" clId="{A80269FD-1647-41EA-9465-E4829927D3E9}" dt="2025-11-16T07:25:32.429" v="7967" actId="478"/>
          <ac:spMkLst>
            <pc:docMk/>
            <pc:sldMk cId="1886525034" sldId="335"/>
            <ac:spMk id="9" creationId="{3D8281A0-3CC9-6FC1-E4EF-310FD6E621A7}"/>
          </ac:spMkLst>
        </pc:spChg>
        <pc:spChg chg="add del">
          <ac:chgData name="Teuku Raja Irfan Radarma" userId="cf428174-95ba-4576-8554-3a3b8ffa52b7" providerId="ADAL" clId="{A80269FD-1647-41EA-9465-E4829927D3E9}" dt="2025-11-16T07:25:40.848" v="7969" actId="478"/>
          <ac:spMkLst>
            <pc:docMk/>
            <pc:sldMk cId="1886525034" sldId="335"/>
            <ac:spMk id="10" creationId="{4B77B9D1-A199-27EA-267A-9624E4C071E3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  <pc:spChg chg="add del mod">
          <ac:chgData name="Teuku Raja Irfan Radarma" userId="cf428174-95ba-4576-8554-3a3b8ffa52b7" providerId="ADAL" clId="{A80269FD-1647-41EA-9465-E4829927D3E9}" dt="2025-11-16T07:26:25.223" v="7986" actId="478"/>
          <ac:spMkLst>
            <pc:docMk/>
            <pc:sldMk cId="1886525034" sldId="335"/>
            <ac:spMk id="12" creationId="{0D9CE13C-BF6D-E78D-3940-D330324065C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">
          <ac:chgData name="Teuku Raja Irfan Radarma" userId="cf428174-95ba-4576-8554-3a3b8ffa52b7" providerId="ADAL" clId="{A80269FD-1647-41EA-9465-E4829927D3E9}" dt="2025-11-16T07:29:05.168" v="8060"/>
          <ac:spMkLst>
            <pc:docMk/>
            <pc:sldMk cId="4278665831" sldId="336"/>
            <ac:spMk id="5" creationId="{942E8689-95ED-E763-1B94-83A26F9F82DC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6" creationId="{5DBC3B00-8ED3-EE30-70DF-A248EFE7A5D0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7" creationId="{D2CA9716-0578-44B4-6B98-B7568BE9AA9F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8" creationId="{62EE64AC-007C-8D4B-3F0A-C7A6BC0FAA79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  <pc:spChg chg="del">
          <ac:chgData name="Teuku Raja Irfan Radarma" userId="cf428174-95ba-4576-8554-3a3b8ffa52b7" providerId="ADAL" clId="{A80269FD-1647-41EA-9465-E4829927D3E9}" dt="2025-11-16T07:28:58.635" v="8057" actId="478"/>
          <ac:spMkLst>
            <pc:docMk/>
            <pc:sldMk cId="4278665831" sldId="336"/>
            <ac:spMk id="11" creationId="{C8FCFECB-C793-CB47-1B6A-EBC87A9CE86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new del">
        <pc:chgData name="Teuku Raja Irfan Radarma" userId="cf428174-95ba-4576-8554-3a3b8ffa52b7" providerId="ADAL" clId="{A80269FD-1647-41EA-9465-E4829927D3E9}" dt="2025-11-16T08:18:25.404" v="8641" actId="680"/>
        <pc:sldMkLst>
          <pc:docMk/>
          <pc:sldMk cId="129072884" sldId="345"/>
        </pc:sldMkLst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del mod">
          <ac:chgData name="Teuku Raja Irfan Radarma" userId="cf428174-95ba-4576-8554-3a3b8ffa52b7" providerId="ADAL" clId="{A80269FD-1647-41EA-9465-E4829927D3E9}" dt="2025-11-16T08:23:31.730" v="9085" actId="478"/>
          <ac:spMkLst>
            <pc:docMk/>
            <pc:sldMk cId="1186569357" sldId="345"/>
            <ac:spMk id="5" creationId="{B69304A7-0586-CD9E-944D-E11945A72F8D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  <pc:spChg chg="add del mod">
          <ac:chgData name="Teuku Raja Irfan Radarma" userId="cf428174-95ba-4576-8554-3a3b8ffa52b7" providerId="ADAL" clId="{A80269FD-1647-41EA-9465-E4829927D3E9}" dt="2025-11-16T08:24:11.822" v="9094" actId="478"/>
          <ac:spMkLst>
            <pc:docMk/>
            <pc:sldMk cId="1186569357" sldId="345"/>
            <ac:spMk id="8" creationId="{81610ABC-AA4F-8E6C-D090-88DF1677D0B5}"/>
          </ac:spMkLst>
        </pc:spChg>
        <pc:spChg chg="add del mod">
          <ac:chgData name="Teuku Raja Irfan Radarma" userId="cf428174-95ba-4576-8554-3a3b8ffa52b7" providerId="ADAL" clId="{A80269FD-1647-41EA-9465-E4829927D3E9}" dt="2025-11-16T08:24:11.822" v="9094" actId="478"/>
          <ac:spMkLst>
            <pc:docMk/>
            <pc:sldMk cId="1186569357" sldId="345"/>
            <ac:spMk id="9" creationId="{94043E51-9EF0-A9AF-5F4D-85B67EDC88F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3" creationId="{1E7FFBF3-368D-1125-04ED-982E4D9BDB79}"/>
          </ac:spMkLst>
        </pc:spChg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6" creationId="{E4A8231B-4E5F-3D56-9F6B-CA768270B63E}"/>
          </ac:spMkLst>
        </pc:spChg>
        <pc:spChg chg="del">
          <ac:chgData name="Teuku Raja Irfan Radarma" userId="cf428174-95ba-4576-8554-3a3b8ffa52b7" providerId="ADAL" clId="{A80269FD-1647-41EA-9465-E4829927D3E9}" dt="2025-11-16T08:24:57.548" v="9096" actId="478"/>
          <ac:spMkLst>
            <pc:docMk/>
            <pc:sldMk cId="2378158088" sldId="346"/>
            <ac:spMk id="7" creationId="{D7AB9C1D-DDA0-E322-E4F8-241F4308FCBD}"/>
          </ac:spMkLst>
        </pc:spChg>
        <pc:spChg chg="add del mod">
          <ac:chgData name="Teuku Raja Irfan Radarma" userId="cf428174-95ba-4576-8554-3a3b8ffa52b7" providerId="ADAL" clId="{A80269FD-1647-41EA-9465-E4829927D3E9}" dt="2025-11-16T08:24:59.671" v="9097" actId="478"/>
          <ac:spMkLst>
            <pc:docMk/>
            <pc:sldMk cId="2378158088" sldId="346"/>
            <ac:spMk id="8" creationId="{183A62F2-C914-475A-56F4-33C8EF200DEA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9" creationId="{BFB03C5A-564D-3633-E0A5-08092994F080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0" creationId="{9BF88D82-1FB4-8082-3E47-60BB0480E343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1" creationId="{873C7031-3EDD-08DC-17AB-39B1A4246396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2" creationId="{1C6E012D-E94E-E5D9-3029-90ABABC99E33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3" creationId="{EEF7879E-15EE-F7A8-2543-EABCDA9E0891}"/>
          </ac:spMkLst>
        </pc:spChg>
        <pc:spChg chg="del">
          <ac:chgData name="Teuku Raja Irfan Radarma" userId="cf428174-95ba-4576-8554-3a3b8ffa52b7" providerId="ADAL" clId="{A80269FD-1647-41EA-9465-E4829927D3E9}" dt="2025-11-16T08:26:34.350" v="9116" actId="478"/>
          <ac:spMkLst>
            <pc:docMk/>
            <pc:sldMk cId="2073425657" sldId="347"/>
            <ac:spMk id="14" creationId="{C8752A26-85CB-2540-0DD2-E420AB515E81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  <pc:spChg chg="add">
          <ac:chgData name="Teuku Raja Irfan Radarma" userId="cf428174-95ba-4576-8554-3a3b8ffa52b7" providerId="ADAL" clId="{A80269FD-1647-41EA-9465-E4829927D3E9}" dt="2025-11-16T08:49:21.670" v="9304"/>
          <ac:spMkLst>
            <pc:docMk/>
            <pc:sldMk cId="4030598052" sldId="348"/>
            <ac:spMk id="5" creationId="{8FF1E8D3-8572-624A-BBA6-699ED595FFE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new del">
        <pc:chgData name="Teuku Raja Irfan Radarma" userId="cf428174-95ba-4576-8554-3a3b8ffa52b7" providerId="ADAL" clId="{A80269FD-1647-41EA-9465-E4829927D3E9}" dt="2025-11-16T08:58:20.635" v="9517" actId="47"/>
        <pc:sldMkLst>
          <pc:docMk/>
          <pc:sldMk cId="335393557" sldId="353"/>
        </pc:sldMkLst>
      </pc:sldChg>
      <pc:sldChg chg="new del">
        <pc:chgData name="Teuku Raja Irfan Radarma" userId="cf428174-95ba-4576-8554-3a3b8ffa52b7" providerId="ADAL" clId="{A80269FD-1647-41EA-9465-E4829927D3E9}" dt="2025-11-16T08:58:36.194" v="9521" actId="47"/>
        <pc:sldMkLst>
          <pc:docMk/>
          <pc:sldMk cId="2029539240" sldId="353"/>
        </pc:sldMkLst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del">
          <ac:chgData name="Teuku Raja Irfan Radarma" userId="cf428174-95ba-4576-8554-3a3b8ffa52b7" providerId="ADAL" clId="{A80269FD-1647-41EA-9465-E4829927D3E9}" dt="2025-11-16T08:58:34.534" v="9520" actId="478"/>
          <ac:spMkLst>
            <pc:docMk/>
            <pc:sldMk cId="717219447" sldId="354"/>
            <ac:spMk id="2" creationId="{5A42454B-6877-CB54-E01C-BFC6881682C6}"/>
          </ac:spMkLst>
        </pc:spChg>
        <pc:spChg chg="del">
          <ac:chgData name="Teuku Raja Irfan Radarma" userId="cf428174-95ba-4576-8554-3a3b8ffa52b7" providerId="ADAL" clId="{A80269FD-1647-41EA-9465-E4829927D3E9}" dt="2025-11-16T08:58:34.534" v="9520" actId="478"/>
          <ac:spMkLst>
            <pc:docMk/>
            <pc:sldMk cId="717219447" sldId="354"/>
            <ac:spMk id="3" creationId="{1CE4B2C9-FF28-5727-ECF1-DD81F5725193}"/>
          </ac:spMkLst>
        </pc:spChg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1:44.074" v="9623" actId="404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6T09:01:44.074" v="9623" actId="404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Governance vs Management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Assignment reflection: evidence, investigation, and audit thinking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The Lecturer -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85CBD0-690A-CA3C-C447-1E10CA61B099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62676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CAC1B0-F5F2-17FC-B827-76BA9F5DE398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E61EB8-1CFB-B80A-3BD6-02A05777E550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334639"/>
            <a:ext cx="2743200" cy="4021712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276265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19536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362807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06078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126E2-690D-0337-07AF-71C3A62550C8}"/>
              </a:ext>
            </a:extLst>
          </p:cNvPr>
          <p:cNvSpPr/>
          <p:nvPr/>
        </p:nvSpPr>
        <p:spPr>
          <a:xfrm>
            <a:off x="9533919" y="449350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2621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5892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79163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36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II – Design Audit Scope (Group)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i="1" dirty="0"/>
              <a:t>&lt;submission link will be announced later&gt;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3596</TotalTime>
  <Words>3686</Words>
  <Application>Microsoft Office PowerPoint</Application>
  <PresentationFormat>Widescreen</PresentationFormat>
  <Paragraphs>603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8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The Lecturer - recap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II – Design Audit Scope (Group)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2025-11-16T09:01:51Z</dcterms:modified>
</cp:coreProperties>
</file>