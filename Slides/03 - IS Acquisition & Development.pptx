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6" r:id="rId11"/>
    <p:sldId id="357" r:id="rId12"/>
    <p:sldId id="358" r:id="rId13"/>
    <p:sldId id="372" r:id="rId14"/>
    <p:sldId id="368" r:id="rId15"/>
    <p:sldId id="369" r:id="rId16"/>
    <p:sldId id="370" r:id="rId17"/>
    <p:sldId id="371" r:id="rId18"/>
    <p:sldId id="373" r:id="rId19"/>
    <p:sldId id="359" r:id="rId20"/>
    <p:sldId id="363" r:id="rId21"/>
    <p:sldId id="364" r:id="rId22"/>
    <p:sldId id="366" r:id="rId23"/>
    <p:sldId id="367" r:id="rId24"/>
    <p:sldId id="360" r:id="rId25"/>
    <p:sldId id="375" r:id="rId26"/>
    <p:sldId id="376" r:id="rId27"/>
    <p:sldId id="377" r:id="rId28"/>
    <p:sldId id="378" r:id="rId29"/>
    <p:sldId id="361" r:id="rId30"/>
    <p:sldId id="379" r:id="rId31"/>
    <p:sldId id="380" r:id="rId32"/>
    <p:sldId id="383" r:id="rId33"/>
    <p:sldId id="384" r:id="rId34"/>
    <p:sldId id="385" r:id="rId35"/>
    <p:sldId id="362" r:id="rId36"/>
    <p:sldId id="386" r:id="rId37"/>
    <p:sldId id="387" r:id="rId38"/>
    <p:sldId id="388" r:id="rId39"/>
    <p:sldId id="391" r:id="rId40"/>
    <p:sldId id="390" r:id="rId41"/>
    <p:sldId id="389" r:id="rId42"/>
    <p:sldId id="392" r:id="rId43"/>
    <p:sldId id="37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CE775A-F99A-4D68-8593-2435F700D507}" v="205" dt="2025-11-23T13:17:10.2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1-22T04:50:00.747" v="1791"/>
      <pc:docMkLst>
        <pc:docMk/>
      </pc:docMkLst>
      <pc:sldChg chg="modSp mod">
        <pc:chgData name="Teuku Raja Irfan Radarma" userId="cf428174-95ba-4576-8554-3a3b8ffa52b7" providerId="ADAL" clId="{6C5D399A-8E2C-4907-9624-A2DD17609376}" dt="2025-11-22T04:32:40.769" v="980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2T04:32:40.769" v="980" actId="20577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4:43.797" v="9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2T04:24:41.294" v="97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2T04:24:43.797" v="9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2T04:35:15.488" v="122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2T04:35:15.488" v="122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6:55.848" v="30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2T04:26:55.848" v="30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1:36.625" v="927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2T04:27:21.097" v="338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2T04:31:36.625" v="927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  <pc:spChg chg="del">
          <ac:chgData name="Teuku Raja Irfan Radarma" userId="cf428174-95ba-4576-8554-3a3b8ffa52b7" providerId="ADAL" clId="{6C5D399A-8E2C-4907-9624-A2DD17609376}" dt="2025-11-22T04:37:42.594" v="1356" actId="478"/>
          <ac:spMkLst>
            <pc:docMk/>
            <pc:sldMk cId="3051451500" sldId="306"/>
            <ac:spMk id="7" creationId="{DDF16751-09F9-6761-2E34-EAF32CEF3755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8" creationId="{4C214459-AF61-BBE7-F19C-A8F8278DF35C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9" creationId="{2BFC5A99-AA86-FB16-348A-4F01402003A7}"/>
          </ac:spMkLst>
        </pc:spChg>
        <pc:spChg chg="add mod">
          <ac:chgData name="Teuku Raja Irfan Radarma" userId="cf428174-95ba-4576-8554-3a3b8ffa52b7" providerId="ADAL" clId="{6C5D399A-8E2C-4907-9624-A2DD17609376}" dt="2025-11-22T04:44:58.823" v="1731" actId="20577"/>
          <ac:spMkLst>
            <pc:docMk/>
            <pc:sldMk cId="3051451500" sldId="306"/>
            <ac:spMk id="10" creationId="{A81E38FB-E151-2B35-2B05-EC05413EE571}"/>
          </ac:spMkLst>
        </pc:spChg>
        <pc:spChg chg="add mod">
          <ac:chgData name="Teuku Raja Irfan Radarma" userId="cf428174-95ba-4576-8554-3a3b8ffa52b7" providerId="ADAL" clId="{6C5D399A-8E2C-4907-9624-A2DD17609376}" dt="2025-11-22T04:45:15.534" v="1733" actId="20577"/>
          <ac:spMkLst>
            <pc:docMk/>
            <pc:sldMk cId="3051451500" sldId="306"/>
            <ac:spMk id="11" creationId="{D10B4733-33BA-0DF4-C39B-2F735E6D52EB}"/>
          </ac:spMkLst>
        </pc:spChg>
        <pc:picChg chg="add mod">
          <ac:chgData name="Teuku Raja Irfan Radarma" userId="cf428174-95ba-4576-8554-3a3b8ffa52b7" providerId="ADAL" clId="{6C5D399A-8E2C-4907-9624-A2DD17609376}" dt="2025-11-22T04:43:06.193" v="1708" actId="1076"/>
          <ac:picMkLst>
            <pc:docMk/>
            <pc:sldMk cId="3051451500" sldId="306"/>
            <ac:picMk id="3" creationId="{ED84208F-3FCB-342A-1B74-AD8BAC29A265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  <pc:spChg chg="add mod">
          <ac:chgData name="Teuku Raja Irfan Radarma" userId="cf428174-95ba-4576-8554-3a3b8ffa52b7" providerId="ADAL" clId="{6C5D399A-8E2C-4907-9624-A2DD17609376}" dt="2025-11-22T04:46:38.099" v="1752" actId="14100"/>
          <ac:spMkLst>
            <pc:docMk/>
            <pc:sldMk cId="4133513380" sldId="310"/>
            <ac:spMk id="5" creationId="{6A9B22AE-C51A-5392-0984-874BBFD212C4}"/>
          </ac:spMkLst>
        </pc:spChg>
      </pc:sldChg>
      <pc:sldChg chg="addSp delSp modSp new mod ord">
        <pc:chgData name="Teuku Raja Irfan Radarma" userId="cf428174-95ba-4576-8554-3a3b8ffa52b7" providerId="ADAL" clId="{6C5D399A-8E2C-4907-9624-A2DD17609376}" dt="2025-11-22T04:50:00.747" v="1791"/>
        <pc:sldMkLst>
          <pc:docMk/>
          <pc:sldMk cId="788678985" sldId="356"/>
        </pc:sldMkLst>
        <pc:spChg chg="mod">
          <ac:chgData name="Teuku Raja Irfan Radarma" userId="cf428174-95ba-4576-8554-3a3b8ffa52b7" providerId="ADAL" clId="{6C5D399A-8E2C-4907-9624-A2DD17609376}" dt="2025-11-22T04:47:03.560" v="1771" actId="20577"/>
          <ac:spMkLst>
            <pc:docMk/>
            <pc:sldMk cId="788678985" sldId="356"/>
            <ac:spMk id="2" creationId="{24A6F8D9-F661-35CB-CB29-522048F0FC1A}"/>
          </ac:spMkLst>
        </pc:spChg>
        <pc:spChg chg="add del mod">
          <ac:chgData name="Teuku Raja Irfan Radarma" userId="cf428174-95ba-4576-8554-3a3b8ffa52b7" providerId="ADAL" clId="{6C5D399A-8E2C-4907-9624-A2DD17609376}" dt="2025-11-22T04:48:55.492" v="1787" actId="5793"/>
          <ac:spMkLst>
            <pc:docMk/>
            <pc:sldMk cId="788678985" sldId="356"/>
            <ac:spMk id="3" creationId="{DC5F821E-2EE9-0A70-84B7-FF17DC243949}"/>
          </ac:spMkLst>
        </pc:spChg>
        <pc:spChg chg="add mod">
          <ac:chgData name="Teuku Raja Irfan Radarma" userId="cf428174-95ba-4576-8554-3a3b8ffa52b7" providerId="ADAL" clId="{6C5D399A-8E2C-4907-9624-A2DD17609376}" dt="2025-11-22T04:48:29.044" v="1773"/>
          <ac:spMkLst>
            <pc:docMk/>
            <pc:sldMk cId="788678985" sldId="356"/>
            <ac:spMk id="5" creationId="{8DF6CD61-E2CD-8832-4D95-B051720352CF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3T13:50:01.983" v="143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del mod">
        <pc:chgData name="Teuku Raja Irfan Radarma" userId="cf428174-95ba-4576-8554-3a3b8ffa52b7" providerId="ADAL" clId="{A80269FD-1647-41EA-9465-E4829927D3E9}" dt="2025-11-22T13:10:05.725" v="9902" actId="47"/>
        <pc:sldMkLst>
          <pc:docMk/>
          <pc:sldMk cId="336491319" sldId="258"/>
        </pc:sldMkLst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479797784" sldId="272"/>
        </pc:sldMkLst>
      </pc:sldChg>
      <pc:sldChg chg="addSp delSp 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664726336" sldId="303"/>
        </pc:sldMkLst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  <pc:picChg chg="add mod">
          <ac:chgData name="Teuku Raja Irfan Radarma" userId="cf428174-95ba-4576-8554-3a3b8ffa52b7" providerId="ADAL" clId="{A80269FD-1647-41EA-9465-E4829927D3E9}" dt="2025-11-23T13:02:29.623" v="13902" actId="1076"/>
          <ac:picMkLst>
            <pc:docMk/>
            <pc:sldMk cId="2891726164" sldId="304"/>
            <ac:picMk id="7" creationId="{49B6D3FE-8769-21BC-BF58-6C31B83C8104}"/>
          </ac:picMkLst>
        </pc:picChg>
        <pc:picChg chg="add mod">
          <ac:chgData name="Teuku Raja Irfan Radarma" userId="cf428174-95ba-4576-8554-3a3b8ffa52b7" providerId="ADAL" clId="{A80269FD-1647-41EA-9465-E4829927D3E9}" dt="2025-11-23T13:03:03.131" v="13907" actId="207"/>
          <ac:picMkLst>
            <pc:docMk/>
            <pc:sldMk cId="2891726164" sldId="304"/>
            <ac:picMk id="8" creationId="{1DF48BA0-E2AC-E6EA-A883-0DABBD93C5DC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50:01.983" v="14397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25635915" sldId="307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1299863" sldId="308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447098636" sldId="309"/>
        </pc:sldMkLst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005904008" sldId="311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64752020" sldId="312"/>
        </pc:sldMkLst>
      </pc:sldChg>
      <pc:sldChg chg="add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925586966" sldId="313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902099203" sldId="314"/>
        </pc:sldMkLst>
      </pc:sldChg>
      <pc:sldChg chg="add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632387429" sldId="315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960341126" sldId="316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813489887" sldId="317"/>
        </pc:sldMkLst>
      </pc:sldChg>
      <pc:sldChg chg="addSp delSp modSp add del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332730147" sldId="318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007420529" sldId="319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016869744" sldId="320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668339624" sldId="321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650684436" sldId="322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375577549" sldId="323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4573792" sldId="324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458852138" sldId="325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850212325" sldId="326"/>
        </pc:sldMkLst>
      </pc:sldChg>
      <pc:sldChg chg="addSp del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632540083" sldId="327"/>
        </pc:sldMkLst>
      </pc:sldChg>
      <pc:sldChg chg="addSp delSp 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054651574" sldId="328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38814478" sldId="329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261445024" sldId="330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542359556" sldId="331"/>
        </pc:sldMkLst>
      </pc:sldChg>
      <pc:sldChg chg="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885916245" sldId="332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54776806" sldId="333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547837787" sldId="334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886525034" sldId="335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278665831" sldId="336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793532728" sldId="337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404868594" sldId="338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794000066" sldId="339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428136827" sldId="340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152488734" sldId="341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034730479" sldId="342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332033869" sldId="343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26277938" sldId="344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186569357" sldId="345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378158088" sldId="346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073425657" sldId="347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030598052" sldId="348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84288217" sldId="349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37662986" sldId="350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23715114" sldId="351"/>
        </pc:sldMkLst>
      </pc:sldChg>
      <pc:sldChg chg="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901029982" sldId="352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717219447" sldId="354"/>
        </pc:sldMkLst>
      </pc:sldChg>
      <pc:sldChg chg="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90435890" sldId="355"/>
        </pc:sldMkLst>
      </pc:sldChg>
      <pc:sldChg chg="addSp delSp modSp mod">
        <pc:chgData name="Teuku Raja Irfan Radarma" userId="cf428174-95ba-4576-8554-3a3b8ffa52b7" providerId="ADAL" clId="{A80269FD-1647-41EA-9465-E4829927D3E9}" dt="2025-11-22T13:02:20.462" v="9832" actId="122"/>
        <pc:sldMkLst>
          <pc:docMk/>
          <pc:sldMk cId="788678985" sldId="356"/>
        </pc:sldMkLst>
        <pc:spChg chg="del">
          <ac:chgData name="Teuku Raja Irfan Radarma" userId="cf428174-95ba-4576-8554-3a3b8ffa52b7" providerId="ADAL" clId="{A80269FD-1647-41EA-9465-E4829927D3E9}" dt="2025-11-22T13:00:42.559" v="9799" actId="478"/>
          <ac:spMkLst>
            <pc:docMk/>
            <pc:sldMk cId="788678985" sldId="356"/>
            <ac:spMk id="3" creationId="{DC5F821E-2EE9-0A70-84B7-FF17DC243949}"/>
          </ac:spMkLst>
        </pc:spChg>
        <pc:spChg chg="add del mod">
          <ac:chgData name="Teuku Raja Irfan Radarma" userId="cf428174-95ba-4576-8554-3a3b8ffa52b7" providerId="ADAL" clId="{A80269FD-1647-41EA-9465-E4829927D3E9}" dt="2025-11-22T13:00:44.339" v="9800" actId="478"/>
          <ac:spMkLst>
            <pc:docMk/>
            <pc:sldMk cId="788678985" sldId="356"/>
            <ac:spMk id="6" creationId="{FC6F3F26-8C92-2153-A82D-6C9AE7A48913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02:20.462" v="9832" actId="122"/>
          <ac:graphicFrameMkLst>
            <pc:docMk/>
            <pc:sldMk cId="788678985" sldId="356"/>
            <ac:graphicFrameMk id="7" creationId="{2A45CD78-C63B-CE59-610D-BC81DDBEA5A1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2T13:02:31.742" v="9833" actId="47"/>
        <pc:sldMkLst>
          <pc:docMk/>
          <pc:sldMk cId="675539860" sldId="357"/>
        </pc:sldMkLst>
      </pc:sldChg>
      <pc:sldChg chg="modSp new mod">
        <pc:chgData name="Teuku Raja Irfan Radarma" userId="cf428174-95ba-4576-8554-3a3b8ffa52b7" providerId="ADAL" clId="{A80269FD-1647-41EA-9465-E4829927D3E9}" dt="2025-11-22T13:03:18.033" v="9843" actId="14100"/>
        <pc:sldMkLst>
          <pc:docMk/>
          <pc:sldMk cId="3553490152" sldId="357"/>
        </pc:sldMkLst>
        <pc:spChg chg="mod">
          <ac:chgData name="Teuku Raja Irfan Radarma" userId="cf428174-95ba-4576-8554-3a3b8ffa52b7" providerId="ADAL" clId="{A80269FD-1647-41EA-9465-E4829927D3E9}" dt="2025-11-22T13:03:00.654" v="9835"/>
          <ac:spMkLst>
            <pc:docMk/>
            <pc:sldMk cId="3553490152" sldId="357"/>
            <ac:spMk id="2" creationId="{30BF18F0-2597-8903-CC5D-5CAED3CF96C6}"/>
          </ac:spMkLst>
        </pc:spChg>
        <pc:spChg chg="mod">
          <ac:chgData name="Teuku Raja Irfan Radarma" userId="cf428174-95ba-4576-8554-3a3b8ffa52b7" providerId="ADAL" clId="{A80269FD-1647-41EA-9465-E4829927D3E9}" dt="2025-11-22T13:03:18.033" v="9843" actId="14100"/>
          <ac:spMkLst>
            <pc:docMk/>
            <pc:sldMk cId="3553490152" sldId="357"/>
            <ac:spMk id="3" creationId="{E28203E7-48B3-52D0-8994-AE75E38F00A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0:01:58.082" v="13048" actId="20577"/>
        <pc:sldMkLst>
          <pc:docMk/>
          <pc:sldMk cId="403227103" sldId="358"/>
        </pc:sldMkLst>
        <pc:spChg chg="mod">
          <ac:chgData name="Teuku Raja Irfan Radarma" userId="cf428174-95ba-4576-8554-3a3b8ffa52b7" providerId="ADAL" clId="{A80269FD-1647-41EA-9465-E4829927D3E9}" dt="2025-11-22T13:04:14.525" v="9895" actId="20577"/>
          <ac:spMkLst>
            <pc:docMk/>
            <pc:sldMk cId="403227103" sldId="358"/>
            <ac:spMk id="2" creationId="{07EF561B-1CC2-F80D-E37D-3EF4C66806BE}"/>
          </ac:spMkLst>
        </pc:spChg>
        <pc:spChg chg="mod">
          <ac:chgData name="Teuku Raja Irfan Radarma" userId="cf428174-95ba-4576-8554-3a3b8ffa52b7" providerId="ADAL" clId="{A80269FD-1647-41EA-9465-E4829927D3E9}" dt="2025-11-23T10:01:58.082" v="13048" actId="20577"/>
          <ac:spMkLst>
            <pc:docMk/>
            <pc:sldMk cId="403227103" sldId="358"/>
            <ac:spMk id="3" creationId="{CA9941E1-632D-ED61-5374-366652099FB7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2T13:33:32.455" v="10287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2T13:33:32.455" v="10287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9:43:50.114" v="12712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3T09:43:50.114" v="12712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25.477" v="10357" actId="2057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2T13:32:17.590" v="10264" actId="5793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2T13:34:25.477" v="10357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A80269FD-1647-41EA-9465-E4829927D3E9}" dt="2025-11-22T13:39:00.585" v="10398" actId="1076"/>
          <ac:spMkLst>
            <pc:docMk/>
            <pc:sldMk cId="1044276249" sldId="363"/>
            <ac:spMk id="3" creationId="{CD81C06D-494C-27A0-0E5F-98BA47AD48B7}"/>
          </ac:spMkLst>
        </pc:spChg>
        <pc:spChg chg="add mod">
          <ac:chgData name="Teuku Raja Irfan Radarma" userId="cf428174-95ba-4576-8554-3a3b8ffa52b7" providerId="ADAL" clId="{A80269FD-1647-41EA-9465-E4829927D3E9}" dt="2025-11-22T13:38:56.910" v="10397" actId="1076"/>
          <ac:spMkLst>
            <pc:docMk/>
            <pc:sldMk cId="1044276249" sldId="363"/>
            <ac:spMk id="5" creationId="{2E89AC33-9A1B-0BD4-C2BA-C56E0FE16C83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22T13:32:18.983" v="10265" actId="47"/>
        <pc:sldMkLst>
          <pc:docMk/>
          <pc:sldMk cId="3580746412" sldId="363"/>
        </pc:sldMkLst>
        <pc:spChg chg="mod">
          <ac:chgData name="Teuku Raja Irfan Radarma" userId="cf428174-95ba-4576-8554-3a3b8ffa52b7" providerId="ADAL" clId="{A80269FD-1647-41EA-9465-E4829927D3E9}" dt="2025-11-22T13:12:04.428" v="9919" actId="5793"/>
          <ac:spMkLst>
            <pc:docMk/>
            <pc:sldMk cId="3580746412" sldId="363"/>
            <ac:spMk id="2" creationId="{C4AA78EF-E136-9D4D-07F6-68B24DDC039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40:05.688" v="10424" actId="27636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2T13:39:18.565" v="10402"/>
          <ac:spMkLst>
            <pc:docMk/>
            <pc:sldMk cId="3369179900" sldId="364"/>
            <ac:spMk id="2" creationId="{9355AC7A-A396-196D-64A6-0D798170A028}"/>
          </ac:spMkLst>
        </pc:spChg>
        <pc:spChg chg="del">
          <ac:chgData name="Teuku Raja Irfan Radarma" userId="cf428174-95ba-4576-8554-3a3b8ffa52b7" providerId="ADAL" clId="{A80269FD-1647-41EA-9465-E4829927D3E9}" dt="2025-11-22T13:39:31.735" v="10403" actId="478"/>
          <ac:spMkLst>
            <pc:docMk/>
            <pc:sldMk cId="3369179900" sldId="364"/>
            <ac:spMk id="3" creationId="{EF3AF833-5F9C-14FD-6078-3F5782C78669}"/>
          </ac:spMkLst>
        </pc:spChg>
        <pc:spChg chg="del">
          <ac:chgData name="Teuku Raja Irfan Radarma" userId="cf428174-95ba-4576-8554-3a3b8ffa52b7" providerId="ADAL" clId="{A80269FD-1647-41EA-9465-E4829927D3E9}" dt="2025-11-22T13:39:40.076" v="10409" actId="478"/>
          <ac:spMkLst>
            <pc:docMk/>
            <pc:sldMk cId="3369179900" sldId="364"/>
            <ac:spMk id="5" creationId="{677B7455-5F58-6E3F-BEA7-1D6503E8C460}"/>
          </ac:spMkLst>
        </pc:spChg>
        <pc:spChg chg="mod">
          <ac:chgData name="Teuku Raja Irfan Radarma" userId="cf428174-95ba-4576-8554-3a3b8ffa52b7" providerId="ADAL" clId="{A80269FD-1647-41EA-9465-E4829927D3E9}" dt="2025-11-22T13:40:05.688" v="10424" actId="27636"/>
          <ac:spMkLst>
            <pc:docMk/>
            <pc:sldMk cId="3369179900" sldId="364"/>
            <ac:spMk id="6" creationId="{DA02822E-99EC-C2AA-3F8B-FB9F20D07F69}"/>
          </ac:spMkLst>
        </pc:spChg>
        <pc:spChg chg="add del mod">
          <ac:chgData name="Teuku Raja Irfan Radarma" userId="cf428174-95ba-4576-8554-3a3b8ffa52b7" providerId="ADAL" clId="{A80269FD-1647-41EA-9465-E4829927D3E9}" dt="2025-11-22T13:39:33.651" v="10404" actId="478"/>
          <ac:spMkLst>
            <pc:docMk/>
            <pc:sldMk cId="3369179900" sldId="364"/>
            <ac:spMk id="8" creationId="{2F8399D4-3846-50C0-D34D-A220085B2E25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23T05:26:17.480" v="10849" actId="47"/>
        <pc:sldMkLst>
          <pc:docMk/>
          <pc:sldMk cId="2965404108" sldId="365"/>
        </pc:sldMkLst>
        <pc:spChg chg="mod">
          <ac:chgData name="Teuku Raja Irfan Radarma" userId="cf428174-95ba-4576-8554-3a3b8ffa52b7" providerId="ADAL" clId="{A80269FD-1647-41EA-9465-E4829927D3E9}" dt="2025-11-22T13:40:42.398" v="10441" actId="14100"/>
          <ac:spMkLst>
            <pc:docMk/>
            <pc:sldMk cId="2965404108" sldId="365"/>
            <ac:spMk id="2" creationId="{6F921D57-24DC-8C32-7064-4A2386A7E5C6}"/>
          </ac:spMkLst>
        </pc:spChg>
        <pc:spChg chg="add mod">
          <ac:chgData name="Teuku Raja Irfan Radarma" userId="cf428174-95ba-4576-8554-3a3b8ffa52b7" providerId="ADAL" clId="{A80269FD-1647-41EA-9465-E4829927D3E9}" dt="2025-11-22T13:42:05.420" v="10470" actId="1076"/>
          <ac:spMkLst>
            <pc:docMk/>
            <pc:sldMk cId="2965404108" sldId="365"/>
            <ac:spMk id="3" creationId="{1F3544A5-0348-8A21-8E10-85CE311A8F85}"/>
          </ac:spMkLst>
        </pc:spChg>
        <pc:spChg chg="add mod">
          <ac:chgData name="Teuku Raja Irfan Radarma" userId="cf428174-95ba-4576-8554-3a3b8ffa52b7" providerId="ADAL" clId="{A80269FD-1647-41EA-9465-E4829927D3E9}" dt="2025-11-22T13:42:21.780" v="10487" actId="20577"/>
          <ac:spMkLst>
            <pc:docMk/>
            <pc:sldMk cId="2965404108" sldId="365"/>
            <ac:spMk id="5" creationId="{BC5C3BA2-4562-D7A5-A229-D9AC81D6C79A}"/>
          </ac:spMkLst>
        </pc:spChg>
        <pc:spChg chg="del">
          <ac:chgData name="Teuku Raja Irfan Radarma" userId="cf428174-95ba-4576-8554-3a3b8ffa52b7" providerId="ADAL" clId="{A80269FD-1647-41EA-9465-E4829927D3E9}" dt="2025-11-22T13:40:52.669" v="10442" actId="478"/>
          <ac:spMkLst>
            <pc:docMk/>
            <pc:sldMk cId="2965404108" sldId="365"/>
            <ac:spMk id="6" creationId="{9682F081-18A9-7EBB-DB49-E10F73440183}"/>
          </ac:spMkLst>
        </pc:spChg>
        <pc:spChg chg="add mod">
          <ac:chgData name="Teuku Raja Irfan Radarma" userId="cf428174-95ba-4576-8554-3a3b8ffa52b7" providerId="ADAL" clId="{A80269FD-1647-41EA-9465-E4829927D3E9}" dt="2025-11-22T13:42:26.991" v="10499" actId="20577"/>
          <ac:spMkLst>
            <pc:docMk/>
            <pc:sldMk cId="2965404108" sldId="365"/>
            <ac:spMk id="7" creationId="{2B05C3BD-97DB-8C83-35AC-B0293F552DE6}"/>
          </ac:spMkLst>
        </pc:spChg>
        <pc:spChg chg="add mod">
          <ac:chgData name="Teuku Raja Irfan Radarma" userId="cf428174-95ba-4576-8554-3a3b8ffa52b7" providerId="ADAL" clId="{A80269FD-1647-41EA-9465-E4829927D3E9}" dt="2025-11-22T13:42:47.806" v="10539" actId="404"/>
          <ac:spMkLst>
            <pc:docMk/>
            <pc:sldMk cId="2965404108" sldId="365"/>
            <ac:spMk id="8" creationId="{DD48FC49-EEF0-1696-8E7D-43484022484A}"/>
          </ac:spMkLst>
        </pc:spChg>
        <pc:spChg chg="add mod">
          <ac:chgData name="Teuku Raja Irfan Radarma" userId="cf428174-95ba-4576-8554-3a3b8ffa52b7" providerId="ADAL" clId="{A80269FD-1647-41EA-9465-E4829927D3E9}" dt="2025-11-22T13:42:43.221" v="10533"/>
          <ac:spMkLst>
            <pc:docMk/>
            <pc:sldMk cId="2965404108" sldId="365"/>
            <ac:spMk id="9" creationId="{77BC704D-6BAD-4273-2CA0-D06DC7187E6E}"/>
          </ac:spMkLst>
        </pc:spChg>
        <pc:spChg chg="add">
          <ac:chgData name="Teuku Raja Irfan Radarma" userId="cf428174-95ba-4576-8554-3a3b8ffa52b7" providerId="ADAL" clId="{A80269FD-1647-41EA-9465-E4829927D3E9}" dt="2025-11-22T13:42:59.485" v="10540"/>
          <ac:spMkLst>
            <pc:docMk/>
            <pc:sldMk cId="2965404108" sldId="365"/>
            <ac:spMk id="10" creationId="{877FC4F8-F455-628A-21AD-9DB8621669D9}"/>
          </ac:spMkLst>
        </pc:spChg>
        <pc:spChg chg="add mod">
          <ac:chgData name="Teuku Raja Irfan Radarma" userId="cf428174-95ba-4576-8554-3a3b8ffa52b7" providerId="ADAL" clId="{A80269FD-1647-41EA-9465-E4829927D3E9}" dt="2025-11-22T13:46:26.787" v="10628" actId="1076"/>
          <ac:spMkLst>
            <pc:docMk/>
            <pc:sldMk cId="2965404108" sldId="365"/>
            <ac:spMk id="11" creationId="{E00FC123-FE62-727F-8923-A7F331958B31}"/>
          </ac:spMkLst>
        </pc:spChg>
        <pc:spChg chg="add mod">
          <ac:chgData name="Teuku Raja Irfan Radarma" userId="cf428174-95ba-4576-8554-3a3b8ffa52b7" providerId="ADAL" clId="{A80269FD-1647-41EA-9465-E4829927D3E9}" dt="2025-11-22T13:46:53.409" v="10636" actId="1076"/>
          <ac:spMkLst>
            <pc:docMk/>
            <pc:sldMk cId="2965404108" sldId="365"/>
            <ac:spMk id="12" creationId="{9A8662A6-F5D0-5EDE-A7B2-E47619C3AF04}"/>
          </ac:spMkLst>
        </pc:spChg>
        <pc:spChg chg="add mod">
          <ac:chgData name="Teuku Raja Irfan Radarma" userId="cf428174-95ba-4576-8554-3a3b8ffa52b7" providerId="ADAL" clId="{A80269FD-1647-41EA-9465-E4829927D3E9}" dt="2025-11-22T13:47:11.409" v="10646" actId="12"/>
          <ac:spMkLst>
            <pc:docMk/>
            <pc:sldMk cId="2965404108" sldId="365"/>
            <ac:spMk id="13" creationId="{BC5CF3B2-0009-35A3-5F87-49C128B5F50A}"/>
          </ac:spMkLst>
        </pc:spChg>
        <pc:spChg chg="add">
          <ac:chgData name="Teuku Raja Irfan Radarma" userId="cf428174-95ba-4576-8554-3a3b8ffa52b7" providerId="ADAL" clId="{A80269FD-1647-41EA-9465-E4829927D3E9}" dt="2025-11-22T13:47:01.371" v="10638"/>
          <ac:spMkLst>
            <pc:docMk/>
            <pc:sldMk cId="2965404108" sldId="365"/>
            <ac:spMk id="14" creationId="{FD13F06E-42BF-AE14-C1FF-6531A1F46D7C}"/>
          </ac:spMkLst>
        </pc:spChg>
        <pc:spChg chg="add mod">
          <ac:chgData name="Teuku Raja Irfan Radarma" userId="cf428174-95ba-4576-8554-3a3b8ffa52b7" providerId="ADAL" clId="{A80269FD-1647-41EA-9465-E4829927D3E9}" dt="2025-11-22T13:47:39.799" v="10655" actId="6549"/>
          <ac:spMkLst>
            <pc:docMk/>
            <pc:sldMk cId="2965404108" sldId="365"/>
            <ac:spMk id="15" creationId="{55B35BA3-E090-5C2A-E09C-07C76288F8A1}"/>
          </ac:spMkLst>
        </pc:spChg>
        <pc:spChg chg="add">
          <ac:chgData name="Teuku Raja Irfan Radarma" userId="cf428174-95ba-4576-8554-3a3b8ffa52b7" providerId="ADAL" clId="{A80269FD-1647-41EA-9465-E4829927D3E9}" dt="2025-11-22T13:47:27.409" v="10648"/>
          <ac:spMkLst>
            <pc:docMk/>
            <pc:sldMk cId="2965404108" sldId="365"/>
            <ac:spMk id="16" creationId="{0EA049C9-0D44-DC88-DED2-6EFFEF818871}"/>
          </ac:spMkLst>
        </pc:spChg>
        <pc:spChg chg="add mod">
          <ac:chgData name="Teuku Raja Irfan Radarma" userId="cf428174-95ba-4576-8554-3a3b8ffa52b7" providerId="ADAL" clId="{A80269FD-1647-41EA-9465-E4829927D3E9}" dt="2025-11-22T13:48:04.253" v="10660" actId="12"/>
          <ac:spMkLst>
            <pc:docMk/>
            <pc:sldMk cId="2965404108" sldId="365"/>
            <ac:spMk id="17" creationId="{FA80E0D7-ADD5-8337-2673-11DD5B4684F5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56:09.587" v="10825" actId="478"/>
        <pc:sldMkLst>
          <pc:docMk/>
          <pc:sldMk cId="1607815187" sldId="366"/>
        </pc:sldMkLst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3" creationId="{BACDA8C4-7833-BA35-E534-AE2901C0A075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5" creationId="{3AABB61F-33F4-7C95-725B-4CC3955CE875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7" creationId="{E380B405-0EEA-A281-AFBF-277EA0F564F4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8" creationId="{73089DEF-C558-2089-4921-165AE03FD25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9" creationId="{C9940146-294F-84FF-1FE9-A13B76D30F6F}"/>
          </ac:spMkLst>
        </pc:spChg>
        <pc:spChg chg="add del mod">
          <ac:chgData name="Teuku Raja Irfan Radarma" userId="cf428174-95ba-4576-8554-3a3b8ffa52b7" providerId="ADAL" clId="{A80269FD-1647-41EA-9465-E4829927D3E9}" dt="2025-11-22T13:50:12.484" v="10694" actId="478"/>
          <ac:spMkLst>
            <pc:docMk/>
            <pc:sldMk cId="1607815187" sldId="366"/>
            <ac:spMk id="10" creationId="{22473D34-6719-A891-0882-0480C18EBCD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1" creationId="{7A518908-F8D5-3131-7677-B9872DF658B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2" creationId="{0FB56A38-57C8-8285-65C0-3E0325877F55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3" creationId="{3B4E78A9-7419-DE98-6CD9-5738C1CFDF5B}"/>
          </ac:spMkLst>
        </pc:spChg>
        <pc:spChg chg="add del mod">
          <ac:chgData name="Teuku Raja Irfan Radarma" userId="cf428174-95ba-4576-8554-3a3b8ffa52b7" providerId="ADAL" clId="{A80269FD-1647-41EA-9465-E4829927D3E9}" dt="2025-11-22T13:50:07.189" v="10691" actId="478"/>
          <ac:spMkLst>
            <pc:docMk/>
            <pc:sldMk cId="1607815187" sldId="366"/>
            <ac:spMk id="14" creationId="{89DB842A-39B5-6827-7863-78BEA9E72098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5" creationId="{958115FB-4F2F-9C6C-8997-389C485B5212}"/>
          </ac:spMkLst>
        </pc:spChg>
        <pc:spChg chg="add del mod">
          <ac:chgData name="Teuku Raja Irfan Radarma" userId="cf428174-95ba-4576-8554-3a3b8ffa52b7" providerId="ADAL" clId="{A80269FD-1647-41EA-9465-E4829927D3E9}" dt="2025-11-22T13:50:01.993" v="10688" actId="478"/>
          <ac:spMkLst>
            <pc:docMk/>
            <pc:sldMk cId="1607815187" sldId="366"/>
            <ac:spMk id="16" creationId="{729221D5-FF0B-E182-A3BC-F2983BCFFB9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7" creationId="{820B548B-E323-C4A6-B71B-2DDF98E9EE53}"/>
          </ac:spMkLst>
        </pc:spChg>
        <pc:spChg chg="add del mod">
          <ac:chgData name="Teuku Raja Irfan Radarma" userId="cf428174-95ba-4576-8554-3a3b8ffa52b7" providerId="ADAL" clId="{A80269FD-1647-41EA-9465-E4829927D3E9}" dt="2025-11-22T13:49:57.073" v="10685" actId="478"/>
          <ac:spMkLst>
            <pc:docMk/>
            <pc:sldMk cId="1607815187" sldId="366"/>
            <ac:spMk id="18" creationId="{96A774C9-4920-A6E5-AACF-B72E65A2F1F9}"/>
          </ac:spMkLst>
        </pc:spChg>
        <pc:spChg chg="add mod">
          <ac:chgData name="Teuku Raja Irfan Radarma" userId="cf428174-95ba-4576-8554-3a3b8ffa52b7" providerId="ADAL" clId="{A80269FD-1647-41EA-9465-E4829927D3E9}" dt="2025-11-22T13:53:46.022" v="10753" actId="14100"/>
          <ac:spMkLst>
            <pc:docMk/>
            <pc:sldMk cId="1607815187" sldId="366"/>
            <ac:spMk id="19" creationId="{6586CAD0-1065-8875-975F-FD7816B8A9B8}"/>
          </ac:spMkLst>
        </pc:spChg>
        <pc:spChg chg="add mod">
          <ac:chgData name="Teuku Raja Irfan Radarma" userId="cf428174-95ba-4576-8554-3a3b8ffa52b7" providerId="ADAL" clId="{A80269FD-1647-41EA-9465-E4829927D3E9}" dt="2025-11-22T13:54:04.219" v="10758" actId="14100"/>
          <ac:spMkLst>
            <pc:docMk/>
            <pc:sldMk cId="1607815187" sldId="366"/>
            <ac:spMk id="20" creationId="{B1445C34-02C4-5FDC-142E-E7E299945BCD}"/>
          </ac:spMkLst>
        </pc:spChg>
        <pc:spChg chg="add mod">
          <ac:chgData name="Teuku Raja Irfan Radarma" userId="cf428174-95ba-4576-8554-3a3b8ffa52b7" providerId="ADAL" clId="{A80269FD-1647-41EA-9465-E4829927D3E9}" dt="2025-11-22T13:54:06.695" v="10760" actId="571"/>
          <ac:spMkLst>
            <pc:docMk/>
            <pc:sldMk cId="1607815187" sldId="366"/>
            <ac:spMk id="21" creationId="{15C9E3BC-E1C3-2408-2886-1BBC2F5E015B}"/>
          </ac:spMkLst>
        </pc:spChg>
        <pc:spChg chg="add mod">
          <ac:chgData name="Teuku Raja Irfan Radarma" userId="cf428174-95ba-4576-8554-3a3b8ffa52b7" providerId="ADAL" clId="{A80269FD-1647-41EA-9465-E4829927D3E9}" dt="2025-11-22T13:55:26.243" v="10816" actId="1076"/>
          <ac:spMkLst>
            <pc:docMk/>
            <pc:sldMk cId="1607815187" sldId="366"/>
            <ac:spMk id="22" creationId="{575204F1-C5AB-A6FD-A1F9-495AEA9402D8}"/>
          </ac:spMkLst>
        </pc:spChg>
        <pc:spChg chg="add del mod">
          <ac:chgData name="Teuku Raja Irfan Radarma" userId="cf428174-95ba-4576-8554-3a3b8ffa52b7" providerId="ADAL" clId="{A80269FD-1647-41EA-9465-E4829927D3E9}" dt="2025-11-22T13:56:09.587" v="10825" actId="478"/>
          <ac:spMkLst>
            <pc:docMk/>
            <pc:sldMk cId="1607815187" sldId="366"/>
            <ac:spMk id="23" creationId="{FDF67172-01A4-D192-1D8E-C54D18BD9E9C}"/>
          </ac:spMkLst>
        </pc:spChg>
        <pc:spChg chg="add del mod">
          <ac:chgData name="Teuku Raja Irfan Radarma" userId="cf428174-95ba-4576-8554-3a3b8ffa52b7" providerId="ADAL" clId="{A80269FD-1647-41EA-9465-E4829927D3E9}" dt="2025-11-22T13:56:09.587" v="10825" actId="478"/>
          <ac:spMkLst>
            <pc:docMk/>
            <pc:sldMk cId="1607815187" sldId="366"/>
            <ac:spMk id="24" creationId="{7D5C7AAC-8B40-9CFD-4BEB-3E3D8AF33538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55:14.063" v="10814" actId="20577"/>
          <ac:graphicFrameMkLst>
            <pc:docMk/>
            <pc:sldMk cId="1607815187" sldId="366"/>
            <ac:graphicFrameMk id="6" creationId="{99BDDA31-16A7-A215-C728-952FEBB4B328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57:02.716" v="10848" actId="27636"/>
        <pc:sldMkLst>
          <pc:docMk/>
          <pc:sldMk cId="1665639214" sldId="367"/>
        </pc:sldMkLst>
        <pc:spChg chg="mod">
          <ac:chgData name="Teuku Raja Irfan Radarma" userId="cf428174-95ba-4576-8554-3a3b8ffa52b7" providerId="ADAL" clId="{A80269FD-1647-41EA-9465-E4829927D3E9}" dt="2025-11-22T13:56:56.015" v="10844" actId="14100"/>
          <ac:spMkLst>
            <pc:docMk/>
            <pc:sldMk cId="1665639214" sldId="367"/>
            <ac:spMk id="2" creationId="{F7C0AA7C-D81E-FE2D-2231-151B86834004}"/>
          </ac:spMkLst>
        </pc:spChg>
        <pc:spChg chg="mod">
          <ac:chgData name="Teuku Raja Irfan Radarma" userId="cf428174-95ba-4576-8554-3a3b8ffa52b7" providerId="ADAL" clId="{A80269FD-1647-41EA-9465-E4829927D3E9}" dt="2025-11-22T13:57:02.716" v="10848" actId="27636"/>
          <ac:spMkLst>
            <pc:docMk/>
            <pc:sldMk cId="1665639214" sldId="367"/>
            <ac:spMk id="3" creationId="{CC6A691E-A129-6B6B-3FE6-51787CCD4B17}"/>
          </ac:spMkLst>
        </pc:spChg>
      </pc:sldChg>
      <pc:sldChg chg="add del">
        <pc:chgData name="Teuku Raja Irfan Radarma" userId="cf428174-95ba-4576-8554-3a3b8ffa52b7" providerId="ADAL" clId="{A80269FD-1647-41EA-9465-E4829927D3E9}" dt="2025-11-22T13:56:19.384" v="10827" actId="2890"/>
        <pc:sldMkLst>
          <pc:docMk/>
          <pc:sldMk cId="2715839518" sldId="367"/>
        </pc:sldMkLst>
      </pc:sldChg>
      <pc:sldChg chg="modSp new mod ord">
        <pc:chgData name="Teuku Raja Irfan Radarma" userId="cf428174-95ba-4576-8554-3a3b8ffa52b7" providerId="ADAL" clId="{A80269FD-1647-41EA-9465-E4829927D3E9}" dt="2025-11-23T06:00:43.998" v="11998" actId="27636"/>
        <pc:sldMkLst>
          <pc:docMk/>
          <pc:sldMk cId="220906709" sldId="368"/>
        </pc:sldMkLst>
        <pc:spChg chg="mod">
          <ac:chgData name="Teuku Raja Irfan Radarma" userId="cf428174-95ba-4576-8554-3a3b8ffa52b7" providerId="ADAL" clId="{A80269FD-1647-41EA-9465-E4829927D3E9}" dt="2025-11-23T05:34:16.721" v="11303"/>
          <ac:spMkLst>
            <pc:docMk/>
            <pc:sldMk cId="220906709" sldId="368"/>
            <ac:spMk id="2" creationId="{DBD477D0-B4A0-A754-DEAF-F93C0FC5C981}"/>
          </ac:spMkLst>
        </pc:spChg>
        <pc:spChg chg="mod">
          <ac:chgData name="Teuku Raja Irfan Radarma" userId="cf428174-95ba-4576-8554-3a3b8ffa52b7" providerId="ADAL" clId="{A80269FD-1647-41EA-9465-E4829927D3E9}" dt="2025-11-23T06:00:43.998" v="11998" actId="27636"/>
          <ac:spMkLst>
            <pc:docMk/>
            <pc:sldMk cId="220906709" sldId="368"/>
            <ac:spMk id="3" creationId="{A54BFDEF-D35A-78C0-263A-41EA5B93A542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0:40.855" v="11996" actId="20577"/>
        <pc:sldMkLst>
          <pc:docMk/>
          <pc:sldMk cId="279956807" sldId="369"/>
        </pc:sldMkLst>
        <pc:spChg chg="mod">
          <ac:chgData name="Teuku Raja Irfan Radarma" userId="cf428174-95ba-4576-8554-3a3b8ffa52b7" providerId="ADAL" clId="{A80269FD-1647-41EA-9465-E4829927D3E9}" dt="2025-11-23T05:34:31.747" v="11344" actId="20577"/>
          <ac:spMkLst>
            <pc:docMk/>
            <pc:sldMk cId="279956807" sldId="369"/>
            <ac:spMk id="2" creationId="{DADF56F9-75A4-AFBB-FD69-78B5698B1C83}"/>
          </ac:spMkLst>
        </pc:spChg>
        <pc:spChg chg="mod">
          <ac:chgData name="Teuku Raja Irfan Radarma" userId="cf428174-95ba-4576-8554-3a3b8ffa52b7" providerId="ADAL" clId="{A80269FD-1647-41EA-9465-E4829927D3E9}" dt="2025-11-23T06:00:40.855" v="11996" actId="20577"/>
          <ac:spMkLst>
            <pc:docMk/>
            <pc:sldMk cId="279956807" sldId="369"/>
            <ac:spMk id="3" creationId="{AC6D7342-342C-B5C0-6FA7-0D81715593E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2:05.091" v="12117" actId="27636"/>
        <pc:sldMkLst>
          <pc:docMk/>
          <pc:sldMk cId="4246891256" sldId="370"/>
        </pc:sldMkLst>
        <pc:spChg chg="mod">
          <ac:chgData name="Teuku Raja Irfan Radarma" userId="cf428174-95ba-4576-8554-3a3b8ffa52b7" providerId="ADAL" clId="{A80269FD-1647-41EA-9465-E4829927D3E9}" dt="2025-11-23T05:37:01.442" v="11485"/>
          <ac:spMkLst>
            <pc:docMk/>
            <pc:sldMk cId="4246891256" sldId="370"/>
            <ac:spMk id="2" creationId="{163E463A-559E-3BF2-7423-5DC0C345C129}"/>
          </ac:spMkLst>
        </pc:spChg>
        <pc:spChg chg="mod">
          <ac:chgData name="Teuku Raja Irfan Radarma" userId="cf428174-95ba-4576-8554-3a3b8ffa52b7" providerId="ADAL" clId="{A80269FD-1647-41EA-9465-E4829927D3E9}" dt="2025-11-23T06:02:05.091" v="12117" actId="27636"/>
          <ac:spMkLst>
            <pc:docMk/>
            <pc:sldMk cId="4246891256" sldId="370"/>
            <ac:spMk id="3" creationId="{F84CFF49-7024-21CC-A7B6-B82171D8C2C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1:24.943" v="12115" actId="20577"/>
        <pc:sldMkLst>
          <pc:docMk/>
          <pc:sldMk cId="934609450" sldId="371"/>
        </pc:sldMkLst>
        <pc:spChg chg="mod">
          <ac:chgData name="Teuku Raja Irfan Radarma" userId="cf428174-95ba-4576-8554-3a3b8ffa52b7" providerId="ADAL" clId="{A80269FD-1647-41EA-9465-E4829927D3E9}" dt="2025-11-23T05:50:18.358" v="11778"/>
          <ac:spMkLst>
            <pc:docMk/>
            <pc:sldMk cId="934609450" sldId="371"/>
            <ac:spMk id="2" creationId="{8A304E36-E8E4-5F86-2D09-54C6A0A1447C}"/>
          </ac:spMkLst>
        </pc:spChg>
        <pc:spChg chg="mod">
          <ac:chgData name="Teuku Raja Irfan Radarma" userId="cf428174-95ba-4576-8554-3a3b8ffa52b7" providerId="ADAL" clId="{A80269FD-1647-41EA-9465-E4829927D3E9}" dt="2025-11-23T06:01:24.943" v="12115" actId="20577"/>
          <ac:spMkLst>
            <pc:docMk/>
            <pc:sldMk cId="934609450" sldId="371"/>
            <ac:spMk id="3" creationId="{AF7C1625-9EA0-F506-BAF0-189C25928C7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18:41.462" v="14250" actId="27636"/>
        <pc:sldMkLst>
          <pc:docMk/>
          <pc:sldMk cId="2661301634" sldId="372"/>
        </pc:sldMkLst>
        <pc:spChg chg="mod">
          <ac:chgData name="Teuku Raja Irfan Radarma" userId="cf428174-95ba-4576-8554-3a3b8ffa52b7" providerId="ADAL" clId="{A80269FD-1647-41EA-9465-E4829927D3E9}" dt="2025-11-23T06:02:45.753" v="12150" actId="20577"/>
          <ac:spMkLst>
            <pc:docMk/>
            <pc:sldMk cId="2661301634" sldId="372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A80269FD-1647-41EA-9465-E4829927D3E9}" dt="2025-11-23T13:18:41.462" v="14250" actId="27636"/>
          <ac:spMkLst>
            <pc:docMk/>
            <pc:sldMk cId="2661301634" sldId="372"/>
            <ac:spMk id="4" creationId="{66471DFC-754E-2FC5-EFDE-BF6BC7C0EE5E}"/>
          </ac:spMkLst>
        </pc:spChg>
        <pc:spChg chg="add del">
          <ac:chgData name="Teuku Raja Irfan Radarma" userId="cf428174-95ba-4576-8554-3a3b8ffa52b7" providerId="ADAL" clId="{A80269FD-1647-41EA-9465-E4829927D3E9}" dt="2025-11-23T09:40:12.973" v="12453" actId="22"/>
          <ac:spMkLst>
            <pc:docMk/>
            <pc:sldMk cId="2661301634" sldId="372"/>
            <ac:spMk id="6" creationId="{78E7E891-165C-FD94-6088-FB8A32D87C9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2:22.864" v="12529" actId="5793"/>
        <pc:sldMkLst>
          <pc:docMk/>
          <pc:sldMk cId="2319660178" sldId="373"/>
        </pc:sldMkLst>
        <pc:spChg chg="mod">
          <ac:chgData name="Teuku Raja Irfan Radarma" userId="cf428174-95ba-4576-8554-3a3b8ffa52b7" providerId="ADAL" clId="{A80269FD-1647-41EA-9465-E4829927D3E9}" dt="2025-11-23T09:42:07.361" v="12498" actId="20577"/>
          <ac:spMkLst>
            <pc:docMk/>
            <pc:sldMk cId="2319660178" sldId="373"/>
            <ac:spMk id="2" creationId="{74FBABD0-6155-54BD-79EE-632EEBFA4D4F}"/>
          </ac:spMkLst>
        </pc:spChg>
        <pc:spChg chg="mod">
          <ac:chgData name="Teuku Raja Irfan Radarma" userId="cf428174-95ba-4576-8554-3a3b8ffa52b7" providerId="ADAL" clId="{A80269FD-1647-41EA-9465-E4829927D3E9}" dt="2025-11-23T09:42:22.864" v="12529" actId="5793"/>
          <ac:spMkLst>
            <pc:docMk/>
            <pc:sldMk cId="2319660178" sldId="373"/>
            <ac:spMk id="4" creationId="{3794AD2B-5F8B-5A3F-A446-29A9F4FB975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9:32.748" v="14393" actId="27636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3T09:42:43.237" v="12581" actId="404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1-23T13:19:32.748" v="14393" actId="27636"/>
          <ac:spMkLst>
            <pc:docMk/>
            <pc:sldMk cId="3887449466" sldId="374"/>
            <ac:spMk id="4" creationId="{5DFB2A37-0B4B-405A-2CAA-C05F9F347F73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8:23.658" v="12942" actId="14100"/>
        <pc:sldMkLst>
          <pc:docMk/>
          <pc:sldMk cId="3681168979" sldId="375"/>
        </pc:sldMkLst>
        <pc:spChg chg="mod">
          <ac:chgData name="Teuku Raja Irfan Radarma" userId="cf428174-95ba-4576-8554-3a3b8ffa52b7" providerId="ADAL" clId="{A80269FD-1647-41EA-9465-E4829927D3E9}" dt="2025-11-23T09:48:20.393" v="12939" actId="14100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A80269FD-1647-41EA-9465-E4829927D3E9}" dt="2025-11-23T09:48:23.658" v="12942" actId="14100"/>
          <ac:spMkLst>
            <pc:docMk/>
            <pc:sldMk cId="3681168979" sldId="375"/>
            <ac:spMk id="3" creationId="{F434CB59-B9B2-408E-598F-1718021403D3}"/>
          </ac:spMkLst>
        </pc:spChg>
      </pc:sldChg>
      <pc:sldChg chg="new del">
        <pc:chgData name="Teuku Raja Irfan Radarma" userId="cf428174-95ba-4576-8554-3a3b8ffa52b7" providerId="ADAL" clId="{A80269FD-1647-41EA-9465-E4829927D3E9}" dt="2025-11-23T09:43:59.207" v="12714" actId="680"/>
        <pc:sldMkLst>
          <pc:docMk/>
          <pc:sldMk cId="3965548846" sldId="375"/>
        </pc:sldMkLst>
      </pc:sldChg>
      <pc:sldChg chg="delSp modSp add mod ord">
        <pc:chgData name="Teuku Raja Irfan Radarma" userId="cf428174-95ba-4576-8554-3a3b8ffa52b7" providerId="ADAL" clId="{A80269FD-1647-41EA-9465-E4829927D3E9}" dt="2025-11-23T09:52:45.083" v="12967" actId="12"/>
        <pc:sldMkLst>
          <pc:docMk/>
          <pc:sldMk cId="2149270284" sldId="376"/>
        </pc:sldMkLst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19" creationId="{FBD5B4CA-1B53-BFC1-157F-37DC9BA8AA2F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0" creationId="{8F9EC7D3-CDFA-2D8E-E614-179F4D0E6A07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2" creationId="{20540D43-41D3-6548-254A-737ABC26F739}"/>
          </ac:spMkLst>
        </pc:spChg>
        <pc:graphicFrameChg chg="mod modGraphic">
          <ac:chgData name="Teuku Raja Irfan Radarma" userId="cf428174-95ba-4576-8554-3a3b8ffa52b7" providerId="ADAL" clId="{A80269FD-1647-41EA-9465-E4829927D3E9}" dt="2025-11-23T09:52:45.083" v="12967" actId="12"/>
          <ac:graphicFrameMkLst>
            <pc:docMk/>
            <pc:sldMk cId="2149270284" sldId="376"/>
            <ac:graphicFrameMk id="6" creationId="{EC7FF61E-6088-6B22-AD41-E5BC3E88F3C5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5:22.146" v="13019" actId="1076"/>
        <pc:sldMkLst>
          <pc:docMk/>
          <pc:sldMk cId="3671432061" sldId="377"/>
        </pc:sldMkLst>
        <pc:spChg chg="mod">
          <ac:chgData name="Teuku Raja Irfan Radarma" userId="cf428174-95ba-4576-8554-3a3b8ffa52b7" providerId="ADAL" clId="{A80269FD-1647-41EA-9465-E4829927D3E9}" dt="2025-11-23T09:53:02.982" v="12979" actId="20577"/>
          <ac:spMkLst>
            <pc:docMk/>
            <pc:sldMk cId="3671432061" sldId="377"/>
            <ac:spMk id="2" creationId="{8C7A13C9-784F-C92E-4D8F-C1AF04C2A387}"/>
          </ac:spMkLst>
        </pc:spChg>
        <pc:spChg chg="add mod">
          <ac:chgData name="Teuku Raja Irfan Radarma" userId="cf428174-95ba-4576-8554-3a3b8ffa52b7" providerId="ADAL" clId="{A80269FD-1647-41EA-9465-E4829927D3E9}" dt="2025-11-23T09:53:43.798" v="12992" actId="14100"/>
          <ac:spMkLst>
            <pc:docMk/>
            <pc:sldMk cId="3671432061" sldId="377"/>
            <ac:spMk id="3" creationId="{C8AFD79F-37B9-34EC-A81A-59FCC97EB517}"/>
          </ac:spMkLst>
        </pc:spChg>
        <pc:spChg chg="add">
          <ac:chgData name="Teuku Raja Irfan Radarma" userId="cf428174-95ba-4576-8554-3a3b8ffa52b7" providerId="ADAL" clId="{A80269FD-1647-41EA-9465-E4829927D3E9}" dt="2025-11-23T09:53:30.784" v="12988"/>
          <ac:spMkLst>
            <pc:docMk/>
            <pc:sldMk cId="3671432061" sldId="377"/>
            <ac:spMk id="5" creationId="{9BD36764-AC29-A15A-96E3-A48CDC52F808}"/>
          </ac:spMkLst>
        </pc:spChg>
        <pc:graphicFrameChg chg="del">
          <ac:chgData name="Teuku Raja Irfan Radarma" userId="cf428174-95ba-4576-8554-3a3b8ffa52b7" providerId="ADAL" clId="{A80269FD-1647-41EA-9465-E4829927D3E9}" dt="2025-11-23T09:53:10.330" v="12980" actId="478"/>
          <ac:graphicFrameMkLst>
            <pc:docMk/>
            <pc:sldMk cId="3671432061" sldId="377"/>
            <ac:graphicFrameMk id="6" creationId="{5FDDB9A7-643D-81CA-0560-CADB8513EC1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1-23T09:55:22.146" v="13019" actId="1076"/>
          <ac:graphicFrameMkLst>
            <pc:docMk/>
            <pc:sldMk cId="3671432061" sldId="377"/>
            <ac:graphicFrameMk id="7" creationId="{086040E4-5B16-F1B0-320D-2E1EBB9404A4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7:15.352" v="13043" actId="14100"/>
        <pc:sldMkLst>
          <pc:docMk/>
          <pc:sldMk cId="2485184506" sldId="378"/>
        </pc:sldMkLst>
        <pc:spChg chg="mod">
          <ac:chgData name="Teuku Raja Irfan Radarma" userId="cf428174-95ba-4576-8554-3a3b8ffa52b7" providerId="ADAL" clId="{A80269FD-1647-41EA-9465-E4829927D3E9}" dt="2025-11-23T09:56:13.116" v="13021"/>
          <ac:spMkLst>
            <pc:docMk/>
            <pc:sldMk cId="2485184506" sldId="378"/>
            <ac:spMk id="2" creationId="{E643469D-6B3D-DB4C-5F2C-D89064AC5394}"/>
          </ac:spMkLst>
        </pc:spChg>
        <pc:spChg chg="del">
          <ac:chgData name="Teuku Raja Irfan Radarma" userId="cf428174-95ba-4576-8554-3a3b8ffa52b7" providerId="ADAL" clId="{A80269FD-1647-41EA-9465-E4829927D3E9}" dt="2025-11-23T09:56:43.769" v="13031" actId="478"/>
          <ac:spMkLst>
            <pc:docMk/>
            <pc:sldMk cId="2485184506" sldId="378"/>
            <ac:spMk id="3" creationId="{F5C6C1B1-BC90-2A2C-7C05-4D22E1FE5235}"/>
          </ac:spMkLst>
        </pc:spChg>
        <pc:spChg chg="add mod">
          <ac:chgData name="Teuku Raja Irfan Radarma" userId="cf428174-95ba-4576-8554-3a3b8ffa52b7" providerId="ADAL" clId="{A80269FD-1647-41EA-9465-E4829927D3E9}" dt="2025-11-23T09:57:15.352" v="13043" actId="14100"/>
          <ac:spMkLst>
            <pc:docMk/>
            <pc:sldMk cId="2485184506" sldId="378"/>
            <ac:spMk id="5" creationId="{E579AC86-3D9B-C497-A520-2FC9B11FFFEC}"/>
          </ac:spMkLst>
        </pc:spChg>
        <pc:spChg chg="add del mod">
          <ac:chgData name="Teuku Raja Irfan Radarma" userId="cf428174-95ba-4576-8554-3a3b8ffa52b7" providerId="ADAL" clId="{A80269FD-1647-41EA-9465-E4829927D3E9}" dt="2025-11-23T09:56:46.595" v="13032" actId="478"/>
          <ac:spMkLst>
            <pc:docMk/>
            <pc:sldMk cId="2485184506" sldId="378"/>
            <ac:spMk id="8" creationId="{3F7089A6-2122-8AB8-7ED9-FE9799C41296}"/>
          </ac:spMkLst>
        </pc:spChg>
        <pc:graphicFrameChg chg="del">
          <ac:chgData name="Teuku Raja Irfan Radarma" userId="cf428174-95ba-4576-8554-3a3b8ffa52b7" providerId="ADAL" clId="{A80269FD-1647-41EA-9465-E4829927D3E9}" dt="2025-11-23T09:56:23.256" v="13022" actId="478"/>
          <ac:graphicFrameMkLst>
            <pc:docMk/>
            <pc:sldMk cId="2485184506" sldId="378"/>
            <ac:graphicFrameMk id="7" creationId="{A4001E12-C2F2-566F-8232-8128FAA3C56E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3T10:02:33.453" v="13056"/>
        <pc:sldMkLst>
          <pc:docMk/>
          <pc:sldMk cId="1463845629" sldId="379"/>
        </pc:sldMkLst>
        <pc:spChg chg="mod">
          <ac:chgData name="Teuku Raja Irfan Radarma" userId="cf428174-95ba-4576-8554-3a3b8ffa52b7" providerId="ADAL" clId="{A80269FD-1647-41EA-9465-E4829927D3E9}" dt="2025-11-23T10:01:45.296" v="13045"/>
          <ac:spMkLst>
            <pc:docMk/>
            <pc:sldMk cId="1463845629" sldId="379"/>
            <ac:spMk id="2" creationId="{8587709F-527A-279A-9EA8-87932AD6FF66}"/>
          </ac:spMkLst>
        </pc:spChg>
        <pc:spChg chg="mod">
          <ac:chgData name="Teuku Raja Irfan Radarma" userId="cf428174-95ba-4576-8554-3a3b8ffa52b7" providerId="ADAL" clId="{A80269FD-1647-41EA-9465-E4829927D3E9}" dt="2025-11-23T10:02:33.453" v="13056"/>
          <ac:spMkLst>
            <pc:docMk/>
            <pc:sldMk cId="1463845629" sldId="379"/>
            <ac:spMk id="3" creationId="{AC7550E4-568C-5650-BF87-98D8FF69AE98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4:10.419" v="14075" actId="113"/>
        <pc:sldMkLst>
          <pc:docMk/>
          <pc:sldMk cId="1814904752" sldId="380"/>
        </pc:sldMkLst>
        <pc:spChg chg="mod">
          <ac:chgData name="Teuku Raja Irfan Radarma" userId="cf428174-95ba-4576-8554-3a3b8ffa52b7" providerId="ADAL" clId="{A80269FD-1647-41EA-9465-E4829927D3E9}" dt="2025-11-23T10:09:13.317" v="13299" actId="1076"/>
          <ac:spMkLst>
            <pc:docMk/>
            <pc:sldMk cId="1814904752" sldId="380"/>
            <ac:spMk id="2" creationId="{B96D2B3C-2FEE-CFFC-2620-2E12B5487BC6}"/>
          </ac:spMkLst>
        </pc:spChg>
        <pc:spChg chg="del">
          <ac:chgData name="Teuku Raja Irfan Radarma" userId="cf428174-95ba-4576-8554-3a3b8ffa52b7" providerId="ADAL" clId="{A80269FD-1647-41EA-9465-E4829927D3E9}" dt="2025-11-23T10:03:00.737" v="13060" actId="478"/>
          <ac:spMkLst>
            <pc:docMk/>
            <pc:sldMk cId="1814904752" sldId="380"/>
            <ac:spMk id="3" creationId="{7F3BD456-F999-A381-3564-27DE13FA913D}"/>
          </ac:spMkLst>
        </pc:spChg>
        <pc:spChg chg="add del mod">
          <ac:chgData name="Teuku Raja Irfan Radarma" userId="cf428174-95ba-4576-8554-3a3b8ffa52b7" providerId="ADAL" clId="{A80269FD-1647-41EA-9465-E4829927D3E9}" dt="2025-11-23T10:03:01.917" v="13061" actId="478"/>
          <ac:spMkLst>
            <pc:docMk/>
            <pc:sldMk cId="1814904752" sldId="380"/>
            <ac:spMk id="6" creationId="{5A549676-AC85-FDB1-BBCF-B33C4CC0F3CB}"/>
          </ac:spMkLst>
        </pc:spChg>
        <pc:spChg chg="add del">
          <ac:chgData name="Teuku Raja Irfan Radarma" userId="cf428174-95ba-4576-8554-3a3b8ffa52b7" providerId="ADAL" clId="{A80269FD-1647-41EA-9465-E4829927D3E9}" dt="2025-11-23T10:03:05.544" v="13064" actId="22"/>
          <ac:spMkLst>
            <pc:docMk/>
            <pc:sldMk cId="1814904752" sldId="380"/>
            <ac:spMk id="8" creationId="{D356B541-91E4-CEF6-3678-B39E059C6C30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4:10.419" v="14075" actId="113"/>
          <ac:graphicFrameMkLst>
            <pc:docMk/>
            <pc:sldMk cId="1814904752" sldId="380"/>
            <ac:graphicFrameMk id="9" creationId="{52716B68-2925-244C-35E6-BFBD3F0A1E00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3:13:59.302" v="14071" actId="47"/>
        <pc:sldMkLst>
          <pc:docMk/>
          <pc:sldMk cId="2292263291" sldId="381"/>
        </pc:sldMkLst>
      </pc:sldChg>
      <pc:sldChg chg="addSp delSp modSp add del mod">
        <pc:chgData name="Teuku Raja Irfan Radarma" userId="cf428174-95ba-4576-8554-3a3b8ffa52b7" providerId="ADAL" clId="{A80269FD-1647-41EA-9465-E4829927D3E9}" dt="2025-11-23T13:20:22.460" v="14394" actId="47"/>
        <pc:sldMkLst>
          <pc:docMk/>
          <pc:sldMk cId="1582107768" sldId="382"/>
        </pc:sldMkLst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2" creationId="{FFE767CC-D48B-CA11-747D-6AC7C2F6D34E}"/>
          </ac:spMkLst>
        </pc:spChg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5" creationId="{047538A2-F3EF-E05A-9D7C-1C1555F51FA6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0:12:26.158" v="13682" actId="14100"/>
          <ac:graphicFrameMkLst>
            <pc:docMk/>
            <pc:sldMk cId="1582107768" sldId="382"/>
            <ac:graphicFrameMk id="6" creationId="{D8BC44AE-B8CF-BA0C-6E0A-6D0ABFF713E1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1-23T10:09:39.794" v="13306" actId="478"/>
          <ac:graphicFrameMkLst>
            <pc:docMk/>
            <pc:sldMk cId="1582107768" sldId="382"/>
            <ac:graphicFrameMk id="9" creationId="{0824323B-FF76-B780-FE8E-E7890FDFA29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10:17:29.226" v="13785" actId="20577"/>
        <pc:sldMkLst>
          <pc:docMk/>
          <pc:sldMk cId="2008764988" sldId="383"/>
        </pc:sldMkLst>
        <pc:spChg chg="add del mod">
          <ac:chgData name="Teuku Raja Irfan Radarma" userId="cf428174-95ba-4576-8554-3a3b8ffa52b7" providerId="ADAL" clId="{A80269FD-1647-41EA-9465-E4829927D3E9}" dt="2025-11-23T10:13:20.920" v="13693" actId="478"/>
          <ac:spMkLst>
            <pc:docMk/>
            <pc:sldMk cId="2008764988" sldId="383"/>
            <ac:spMk id="3" creationId="{FA29DB00-FBDB-6E4F-CA0A-E8BD002825D2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5" creationId="{84001E1D-707B-79EB-FCE9-042D2A9B243C}"/>
          </ac:spMkLst>
        </pc:spChg>
        <pc:spChg chg="add mod">
          <ac:chgData name="Teuku Raja Irfan Radarma" userId="cf428174-95ba-4576-8554-3a3b8ffa52b7" providerId="ADAL" clId="{A80269FD-1647-41EA-9465-E4829927D3E9}" dt="2025-11-23T10:16:17.284" v="13752" actId="1076"/>
          <ac:spMkLst>
            <pc:docMk/>
            <pc:sldMk cId="2008764988" sldId="383"/>
            <ac:spMk id="8" creationId="{5AA6ED0B-A05F-91AA-7056-E71AF76E6262}"/>
          </ac:spMkLst>
        </pc:spChg>
        <pc:spChg chg="add del mod">
          <ac:chgData name="Teuku Raja Irfan Radarma" userId="cf428174-95ba-4576-8554-3a3b8ffa52b7" providerId="ADAL" clId="{A80269FD-1647-41EA-9465-E4829927D3E9}" dt="2025-11-23T10:14:03.956" v="13704" actId="478"/>
          <ac:spMkLst>
            <pc:docMk/>
            <pc:sldMk cId="2008764988" sldId="383"/>
            <ac:spMk id="9" creationId="{24E73FB6-728A-27F1-113D-50A6F7ABC772}"/>
          </ac:spMkLst>
        </pc:spChg>
        <pc:spChg chg="add mod">
          <ac:chgData name="Teuku Raja Irfan Radarma" userId="cf428174-95ba-4576-8554-3a3b8ffa52b7" providerId="ADAL" clId="{A80269FD-1647-41EA-9465-E4829927D3E9}" dt="2025-11-23T10:15:13.475" v="13721" actId="1076"/>
          <ac:spMkLst>
            <pc:docMk/>
            <pc:sldMk cId="2008764988" sldId="383"/>
            <ac:spMk id="10" creationId="{5071F618-D6EC-CF2E-905A-11FA55583374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1" creationId="{779B30EA-E9FD-896A-6EFA-2D330670723D}"/>
          </ac:spMkLst>
        </pc:spChg>
        <pc:spChg chg="add mod">
          <ac:chgData name="Teuku Raja Irfan Radarma" userId="cf428174-95ba-4576-8554-3a3b8ffa52b7" providerId="ADAL" clId="{A80269FD-1647-41EA-9465-E4829927D3E9}" dt="2025-11-23T10:16:13.230" v="13751" actId="1076"/>
          <ac:spMkLst>
            <pc:docMk/>
            <pc:sldMk cId="2008764988" sldId="383"/>
            <ac:spMk id="12" creationId="{9D495FCC-0781-F35F-5CFE-D66E3DB37D3B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3" creationId="{E1B755AC-B8D2-FFC7-DF56-76B23CE9F36C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4" creationId="{0AA37CF9-3A1B-A51A-133A-419F52BFE59E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5" creationId="{7018622A-437B-A0F3-5E60-AD5A7135EB10}"/>
          </ac:spMkLst>
        </pc:spChg>
        <pc:spChg chg="add del mod">
          <ac:chgData name="Teuku Raja Irfan Radarma" userId="cf428174-95ba-4576-8554-3a3b8ffa52b7" providerId="ADAL" clId="{A80269FD-1647-41EA-9465-E4829927D3E9}" dt="2025-11-23T10:16:18.678" v="13753" actId="478"/>
          <ac:spMkLst>
            <pc:docMk/>
            <pc:sldMk cId="2008764988" sldId="383"/>
            <ac:spMk id="16" creationId="{5126F9D4-3A41-3965-9FDD-071EEAAB2066}"/>
          </ac:spMkLst>
        </pc:spChg>
        <pc:spChg chg="add mod">
          <ac:chgData name="Teuku Raja Irfan Radarma" userId="cf428174-95ba-4576-8554-3a3b8ffa52b7" providerId="ADAL" clId="{A80269FD-1647-41EA-9465-E4829927D3E9}" dt="2025-11-23T10:16:36.484" v="13763"/>
          <ac:spMkLst>
            <pc:docMk/>
            <pc:sldMk cId="2008764988" sldId="383"/>
            <ac:spMk id="17" creationId="{C5D7C676-51DE-001A-D089-18D3495BA646}"/>
          </ac:spMkLst>
        </pc:spChg>
        <pc:spChg chg="add mod">
          <ac:chgData name="Teuku Raja Irfan Radarma" userId="cf428174-95ba-4576-8554-3a3b8ffa52b7" providerId="ADAL" clId="{A80269FD-1647-41EA-9465-E4829927D3E9}" dt="2025-11-23T10:16:39.769" v="13764"/>
          <ac:spMkLst>
            <pc:docMk/>
            <pc:sldMk cId="2008764988" sldId="383"/>
            <ac:spMk id="18" creationId="{3F97AC70-2040-2377-B0A7-93FA87F11F06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9" creationId="{95C24C52-B03F-3618-792D-02933906ABEF}"/>
          </ac:spMkLst>
        </pc:spChg>
        <pc:spChg chg="add mod">
          <ac:chgData name="Teuku Raja Irfan Radarma" userId="cf428174-95ba-4576-8554-3a3b8ffa52b7" providerId="ADAL" clId="{A80269FD-1647-41EA-9465-E4829927D3E9}" dt="2025-11-23T10:16:43.255" v="13765"/>
          <ac:spMkLst>
            <pc:docMk/>
            <pc:sldMk cId="2008764988" sldId="383"/>
            <ac:spMk id="20" creationId="{E3F8FE53-EDBD-7518-EFF7-A7F6B596D815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1" creationId="{9CE1D816-F9A3-C089-6E09-F2D9E414B3A3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2" creationId="{21842F08-182C-68F9-11D3-DE86331F8DB0}"/>
          </ac:spMkLst>
        </pc:spChg>
        <pc:spChg chg="add mod">
          <ac:chgData name="Teuku Raja Irfan Radarma" userId="cf428174-95ba-4576-8554-3a3b8ffa52b7" providerId="ADAL" clId="{A80269FD-1647-41EA-9465-E4829927D3E9}" dt="2025-11-23T10:17:12.350" v="13777" actId="14100"/>
          <ac:spMkLst>
            <pc:docMk/>
            <pc:sldMk cId="2008764988" sldId="383"/>
            <ac:spMk id="23" creationId="{16788CF5-4C24-BBFA-2218-A368420F5DAB}"/>
          </ac:spMkLst>
        </pc:spChg>
        <pc:spChg chg="add mod">
          <ac:chgData name="Teuku Raja Irfan Radarma" userId="cf428174-95ba-4576-8554-3a3b8ffa52b7" providerId="ADAL" clId="{A80269FD-1647-41EA-9465-E4829927D3E9}" dt="2025-11-23T10:17:16.514" v="13779" actId="20577"/>
          <ac:spMkLst>
            <pc:docMk/>
            <pc:sldMk cId="2008764988" sldId="383"/>
            <ac:spMk id="24" creationId="{C36E10E5-84F8-E982-CBCF-5BCBBC39066F}"/>
          </ac:spMkLst>
        </pc:spChg>
        <pc:spChg chg="add mod">
          <ac:chgData name="Teuku Raja Irfan Radarma" userId="cf428174-95ba-4576-8554-3a3b8ffa52b7" providerId="ADAL" clId="{A80269FD-1647-41EA-9465-E4829927D3E9}" dt="2025-11-23T10:17:19.764" v="13781" actId="20577"/>
          <ac:spMkLst>
            <pc:docMk/>
            <pc:sldMk cId="2008764988" sldId="383"/>
            <ac:spMk id="25" creationId="{A80B018F-4CAF-A705-3A30-849916094236}"/>
          </ac:spMkLst>
        </pc:spChg>
        <pc:spChg chg="add mod">
          <ac:chgData name="Teuku Raja Irfan Radarma" userId="cf428174-95ba-4576-8554-3a3b8ffa52b7" providerId="ADAL" clId="{A80269FD-1647-41EA-9465-E4829927D3E9}" dt="2025-11-23T10:17:25.618" v="13783" actId="20577"/>
          <ac:spMkLst>
            <pc:docMk/>
            <pc:sldMk cId="2008764988" sldId="383"/>
            <ac:spMk id="26" creationId="{DF1AA40D-3728-CC9E-B503-E8843B37576A}"/>
          </ac:spMkLst>
        </pc:spChg>
        <pc:spChg chg="add mod">
          <ac:chgData name="Teuku Raja Irfan Radarma" userId="cf428174-95ba-4576-8554-3a3b8ffa52b7" providerId="ADAL" clId="{A80269FD-1647-41EA-9465-E4829927D3E9}" dt="2025-11-23T10:17:27.524" v="13784" actId="20577"/>
          <ac:spMkLst>
            <pc:docMk/>
            <pc:sldMk cId="2008764988" sldId="383"/>
            <ac:spMk id="27" creationId="{355E3E92-C658-3D63-D1F6-D4652303C35C}"/>
          </ac:spMkLst>
        </pc:spChg>
        <pc:spChg chg="add mod">
          <ac:chgData name="Teuku Raja Irfan Radarma" userId="cf428174-95ba-4576-8554-3a3b8ffa52b7" providerId="ADAL" clId="{A80269FD-1647-41EA-9465-E4829927D3E9}" dt="2025-11-23T10:17:29.226" v="13785" actId="20577"/>
          <ac:spMkLst>
            <pc:docMk/>
            <pc:sldMk cId="2008764988" sldId="383"/>
            <ac:spMk id="28" creationId="{6527CD0F-BADC-E0A1-706E-ED4806936163}"/>
          </ac:spMkLst>
        </pc:spChg>
        <pc:graphicFrameChg chg="del">
          <ac:chgData name="Teuku Raja Irfan Radarma" userId="cf428174-95ba-4576-8554-3a3b8ffa52b7" providerId="ADAL" clId="{A80269FD-1647-41EA-9465-E4829927D3E9}" dt="2025-11-23T10:12:36.738" v="13684" actId="478"/>
          <ac:graphicFrameMkLst>
            <pc:docMk/>
            <pc:sldMk cId="2008764988" sldId="383"/>
            <ac:graphicFrameMk id="6" creationId="{BB87F6B8-B788-03BA-3DF5-ECB768CEF19E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0:17:36.635" v="13787" actId="2890"/>
        <pc:sldMkLst>
          <pc:docMk/>
          <pc:sldMk cId="591236262" sldId="384"/>
        </pc:sldMkLst>
      </pc:sldChg>
      <pc:sldChg chg="addSp modSp add mod ord">
        <pc:chgData name="Teuku Raja Irfan Radarma" userId="cf428174-95ba-4576-8554-3a3b8ffa52b7" providerId="ADAL" clId="{A80269FD-1647-41EA-9465-E4829927D3E9}" dt="2025-11-23T10:17:58.056" v="13817" actId="6549"/>
        <pc:sldMkLst>
          <pc:docMk/>
          <pc:sldMk cId="794032112" sldId="384"/>
        </pc:sldMkLst>
        <pc:spChg chg="mod">
          <ac:chgData name="Teuku Raja Irfan Radarma" userId="cf428174-95ba-4576-8554-3a3b8ffa52b7" providerId="ADAL" clId="{A80269FD-1647-41EA-9465-E4829927D3E9}" dt="2025-11-23T10:17:47.196" v="13814" actId="20577"/>
          <ac:spMkLst>
            <pc:docMk/>
            <pc:sldMk cId="794032112" sldId="384"/>
            <ac:spMk id="2" creationId="{584E0B70-CE59-71DA-12ED-7DA89EE26B30}"/>
          </ac:spMkLst>
        </pc:spChg>
        <pc:spChg chg="mod">
          <ac:chgData name="Teuku Raja Irfan Radarma" userId="cf428174-95ba-4576-8554-3a3b8ffa52b7" providerId="ADAL" clId="{A80269FD-1647-41EA-9465-E4829927D3E9}" dt="2025-11-23T10:17:58.056" v="13817" actId="6549"/>
          <ac:spMkLst>
            <pc:docMk/>
            <pc:sldMk cId="794032112" sldId="384"/>
            <ac:spMk id="3" creationId="{AA104E17-026C-D2B9-DBFE-3EE524DD8428}"/>
          </ac:spMkLst>
        </pc:spChg>
        <pc:spChg chg="add">
          <ac:chgData name="Teuku Raja Irfan Radarma" userId="cf428174-95ba-4576-8554-3a3b8ffa52b7" providerId="ADAL" clId="{A80269FD-1647-41EA-9465-E4829927D3E9}" dt="2025-11-23T10:17:53.285" v="13815"/>
          <ac:spMkLst>
            <pc:docMk/>
            <pc:sldMk cId="794032112" sldId="384"/>
            <ac:spMk id="5" creationId="{62FBAA06-D838-9A31-43FB-8B84610CD0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0:18:21.337" v="13847" actId="113"/>
        <pc:sldMkLst>
          <pc:docMk/>
          <pc:sldMk cId="3097405765" sldId="385"/>
        </pc:sldMkLst>
        <pc:spChg chg="mod">
          <ac:chgData name="Teuku Raja Irfan Radarma" userId="cf428174-95ba-4576-8554-3a3b8ffa52b7" providerId="ADAL" clId="{A80269FD-1647-41EA-9465-E4829927D3E9}" dt="2025-11-23T10:18:10.231" v="13841" actId="20577"/>
          <ac:spMkLst>
            <pc:docMk/>
            <pc:sldMk cId="3097405765" sldId="385"/>
            <ac:spMk id="2" creationId="{749FD504-C8B7-BF71-CD3B-A4EAC7393E5E}"/>
          </ac:spMkLst>
        </pc:spChg>
        <pc:spChg chg="mod">
          <ac:chgData name="Teuku Raja Irfan Radarma" userId="cf428174-95ba-4576-8554-3a3b8ffa52b7" providerId="ADAL" clId="{A80269FD-1647-41EA-9465-E4829927D3E9}" dt="2025-11-23T10:18:21.337" v="13847" actId="113"/>
          <ac:spMkLst>
            <pc:docMk/>
            <pc:sldMk cId="3097405765" sldId="385"/>
            <ac:spMk id="3" creationId="{D1D17BC4-9B8E-916B-466A-BAB10AD2027E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1:40.904" v="13865" actId="114"/>
        <pc:sldMkLst>
          <pc:docMk/>
          <pc:sldMk cId="2592257330" sldId="386"/>
        </pc:sldMkLst>
        <pc:spChg chg="mod">
          <ac:chgData name="Teuku Raja Irfan Radarma" userId="cf428174-95ba-4576-8554-3a3b8ffa52b7" providerId="ADAL" clId="{A80269FD-1647-41EA-9465-E4829927D3E9}" dt="2025-11-23T13:01:07.976" v="13849"/>
          <ac:spMkLst>
            <pc:docMk/>
            <pc:sldMk cId="2592257330" sldId="386"/>
            <ac:spMk id="2" creationId="{9974385F-E126-61C7-E28E-6544D031F228}"/>
          </ac:spMkLst>
        </pc:spChg>
        <pc:spChg chg="mod">
          <ac:chgData name="Teuku Raja Irfan Radarma" userId="cf428174-95ba-4576-8554-3a3b8ffa52b7" providerId="ADAL" clId="{A80269FD-1647-41EA-9465-E4829927D3E9}" dt="2025-11-23T13:01:40.904" v="13865" actId="114"/>
          <ac:spMkLst>
            <pc:docMk/>
            <pc:sldMk cId="2592257330" sldId="386"/>
            <ac:spMk id="3" creationId="{EA681187-7253-B693-88AF-89E182082B7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6:58.506" v="13914" actId="113"/>
        <pc:sldMkLst>
          <pc:docMk/>
          <pc:sldMk cId="2557108116" sldId="387"/>
        </pc:sldMkLst>
        <pc:spChg chg="mod">
          <ac:chgData name="Teuku Raja Irfan Radarma" userId="cf428174-95ba-4576-8554-3a3b8ffa52b7" providerId="ADAL" clId="{A80269FD-1647-41EA-9465-E4829927D3E9}" dt="2025-11-23T13:01:48.458" v="13867"/>
          <ac:spMkLst>
            <pc:docMk/>
            <pc:sldMk cId="2557108116" sldId="387"/>
            <ac:spMk id="2" creationId="{6DEB2E2A-C12F-B723-AF3B-C574F58E0C50}"/>
          </ac:spMkLst>
        </pc:spChg>
        <pc:spChg chg="mod">
          <ac:chgData name="Teuku Raja Irfan Radarma" userId="cf428174-95ba-4576-8554-3a3b8ffa52b7" providerId="ADAL" clId="{A80269FD-1647-41EA-9465-E4829927D3E9}" dt="2025-11-23T13:06:58.506" v="13914" actId="113"/>
          <ac:spMkLst>
            <pc:docMk/>
            <pc:sldMk cId="2557108116" sldId="387"/>
            <ac:spMk id="3" creationId="{C709EA2B-FA08-D47A-8025-08EB63079F76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1:28.657" v="14057" actId="1076"/>
        <pc:sldMkLst>
          <pc:docMk/>
          <pc:sldMk cId="1905144473" sldId="388"/>
        </pc:sldMkLst>
        <pc:spChg chg="mod">
          <ac:chgData name="Teuku Raja Irfan Radarma" userId="cf428174-95ba-4576-8554-3a3b8ffa52b7" providerId="ADAL" clId="{A80269FD-1647-41EA-9465-E4829927D3E9}" dt="2025-11-23T13:07:14.808" v="13916"/>
          <ac:spMkLst>
            <pc:docMk/>
            <pc:sldMk cId="1905144473" sldId="388"/>
            <ac:spMk id="2" creationId="{E7AAFA37-EB2F-321A-E7E5-E94B4B7CBCA1}"/>
          </ac:spMkLst>
        </pc:spChg>
        <pc:spChg chg="del">
          <ac:chgData name="Teuku Raja Irfan Radarma" userId="cf428174-95ba-4576-8554-3a3b8ffa52b7" providerId="ADAL" clId="{A80269FD-1647-41EA-9465-E4829927D3E9}" dt="2025-11-23T13:08:28.299" v="13917" actId="478"/>
          <ac:spMkLst>
            <pc:docMk/>
            <pc:sldMk cId="1905144473" sldId="388"/>
            <ac:spMk id="3" creationId="{30C43E25-ED00-3FCE-6DFE-0A4F7889DD66}"/>
          </ac:spMkLst>
        </pc:spChg>
        <pc:spChg chg="add del mod">
          <ac:chgData name="Teuku Raja Irfan Radarma" userId="cf428174-95ba-4576-8554-3a3b8ffa52b7" providerId="ADAL" clId="{A80269FD-1647-41EA-9465-E4829927D3E9}" dt="2025-11-23T13:08:31.099" v="13918" actId="478"/>
          <ac:spMkLst>
            <pc:docMk/>
            <pc:sldMk cId="1905144473" sldId="388"/>
            <ac:spMk id="6" creationId="{C6CF4C07-0D3C-3248-4BA0-1326F3209325}"/>
          </ac:spMkLst>
        </pc:spChg>
        <pc:spChg chg="add mod">
          <ac:chgData name="Teuku Raja Irfan Radarma" userId="cf428174-95ba-4576-8554-3a3b8ffa52b7" providerId="ADAL" clId="{A80269FD-1647-41EA-9465-E4829927D3E9}" dt="2025-11-23T13:10:47.773" v="13997" actId="1076"/>
          <ac:spMkLst>
            <pc:docMk/>
            <pc:sldMk cId="1905144473" sldId="388"/>
            <ac:spMk id="8" creationId="{263F1F04-7CE7-FF6E-AE6A-AA15BFC9F689}"/>
          </ac:spMkLst>
        </pc:spChg>
        <pc:spChg chg="add mod">
          <ac:chgData name="Teuku Raja Irfan Radarma" userId="cf428174-95ba-4576-8554-3a3b8ffa52b7" providerId="ADAL" clId="{A80269FD-1647-41EA-9465-E4829927D3E9}" dt="2025-11-23T13:11:02.129" v="14016" actId="1076"/>
          <ac:spMkLst>
            <pc:docMk/>
            <pc:sldMk cId="1905144473" sldId="388"/>
            <ac:spMk id="9" creationId="{18307B64-B9C2-73B7-56C7-D9128C455872}"/>
          </ac:spMkLst>
        </pc:spChg>
        <pc:spChg chg="add mod">
          <ac:chgData name="Teuku Raja Irfan Radarma" userId="cf428174-95ba-4576-8554-3a3b8ffa52b7" providerId="ADAL" clId="{A80269FD-1647-41EA-9465-E4829927D3E9}" dt="2025-11-23T13:11:28.657" v="14057" actId="1076"/>
          <ac:spMkLst>
            <pc:docMk/>
            <pc:sldMk cId="1905144473" sldId="388"/>
            <ac:spMk id="10" creationId="{9007CE93-2CF6-677C-C78D-662E037F7881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0:38.491" v="13994" actId="14100"/>
          <ac:graphicFrameMkLst>
            <pc:docMk/>
            <pc:sldMk cId="1905144473" sldId="388"/>
            <ac:graphicFrameMk id="7" creationId="{DFBB2626-5D78-6B4A-816A-39E54D36F318}"/>
          </ac:graphicFrameMkLst>
        </pc:graphicFrameChg>
      </pc:sldChg>
      <pc:sldChg chg="addSp modSp add mod ord">
        <pc:chgData name="Teuku Raja Irfan Radarma" userId="cf428174-95ba-4576-8554-3a3b8ffa52b7" providerId="ADAL" clId="{A80269FD-1647-41EA-9465-E4829927D3E9}" dt="2025-11-23T13:16:37.211" v="14169" actId="2710"/>
        <pc:sldMkLst>
          <pc:docMk/>
          <pc:sldMk cId="600183735" sldId="389"/>
        </pc:sldMkLst>
        <pc:spChg chg="mod">
          <ac:chgData name="Teuku Raja Irfan Radarma" userId="cf428174-95ba-4576-8554-3a3b8ffa52b7" providerId="ADAL" clId="{A80269FD-1647-41EA-9465-E4829927D3E9}" dt="2025-11-23T13:16:01.496" v="14161"/>
          <ac:spMkLst>
            <pc:docMk/>
            <pc:sldMk cId="600183735" sldId="389"/>
            <ac:spMk id="2" creationId="{07B37E82-519B-6B6A-EF93-8965E17919C1}"/>
          </ac:spMkLst>
        </pc:spChg>
        <pc:spChg chg="mod">
          <ac:chgData name="Teuku Raja Irfan Radarma" userId="cf428174-95ba-4576-8554-3a3b8ffa52b7" providerId="ADAL" clId="{A80269FD-1647-41EA-9465-E4829927D3E9}" dt="2025-11-23T13:16:37.211" v="14169" actId="2710"/>
          <ac:spMkLst>
            <pc:docMk/>
            <pc:sldMk cId="600183735" sldId="389"/>
            <ac:spMk id="3" creationId="{04EF1FF2-E416-C394-96DE-DFC41AECC46F}"/>
          </ac:spMkLst>
        </pc:spChg>
        <pc:spChg chg="add">
          <ac:chgData name="Teuku Raja Irfan Radarma" userId="cf428174-95ba-4576-8554-3a3b8ffa52b7" providerId="ADAL" clId="{A80269FD-1647-41EA-9465-E4829927D3E9}" dt="2025-11-23T13:16:06.234" v="14162"/>
          <ac:spMkLst>
            <pc:docMk/>
            <pc:sldMk cId="600183735" sldId="389"/>
            <ac:spMk id="5" creationId="{09652A39-99C7-9B01-BD4E-BB43A812BBAE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5:48.461" v="14157" actId="404"/>
        <pc:sldMkLst>
          <pc:docMk/>
          <pc:sldMk cId="3750579765" sldId="390"/>
        </pc:sldMkLst>
        <pc:spChg chg="mod">
          <ac:chgData name="Teuku Raja Irfan Radarma" userId="cf428174-95ba-4576-8554-3a3b8ffa52b7" providerId="ADAL" clId="{A80269FD-1647-41EA-9465-E4829927D3E9}" dt="2025-11-23T13:13:45.349" v="14070"/>
          <ac:spMkLst>
            <pc:docMk/>
            <pc:sldMk cId="3750579765" sldId="390"/>
            <ac:spMk id="2" creationId="{894B3DB2-953E-2A58-7C3B-5CE8C52964B6}"/>
          </ac:spMkLst>
        </pc:spChg>
        <pc:graphicFrameChg chg="mod modGraphic">
          <ac:chgData name="Teuku Raja Irfan Radarma" userId="cf428174-95ba-4576-8554-3a3b8ffa52b7" providerId="ADAL" clId="{A80269FD-1647-41EA-9465-E4829927D3E9}" dt="2025-11-23T13:15:48.461" v="14157" actId="404"/>
          <ac:graphicFrameMkLst>
            <pc:docMk/>
            <pc:sldMk cId="3750579765" sldId="390"/>
            <ac:graphicFrameMk id="9" creationId="{6322D453-56CE-55F2-4C72-D4DC75DF2EC6}"/>
          </ac:graphicFrameMkLst>
        </pc:graphicFrameChg>
      </pc:sldChg>
      <pc:sldChg chg="add">
        <pc:chgData name="Teuku Raja Irfan Radarma" userId="cf428174-95ba-4576-8554-3a3b8ffa52b7" providerId="ADAL" clId="{A80269FD-1647-41EA-9465-E4829927D3E9}" dt="2025-11-23T13:15:57.990" v="14158" actId="2890"/>
        <pc:sldMkLst>
          <pc:docMk/>
          <pc:sldMk cId="2050775962" sldId="391"/>
        </pc:sldMkLst>
      </pc:sldChg>
      <pc:sldChg chg="modSp add mod">
        <pc:chgData name="Teuku Raja Irfan Radarma" userId="cf428174-95ba-4576-8554-3a3b8ffa52b7" providerId="ADAL" clId="{A80269FD-1647-41EA-9465-E4829927D3E9}" dt="2025-11-23T13:17:10.248" v="14181"/>
        <pc:sldMkLst>
          <pc:docMk/>
          <pc:sldMk cId="3904906635" sldId="392"/>
        </pc:sldMkLst>
        <pc:spChg chg="mod">
          <ac:chgData name="Teuku Raja Irfan Radarma" userId="cf428174-95ba-4576-8554-3a3b8ffa52b7" providerId="ADAL" clId="{A80269FD-1647-41EA-9465-E4829927D3E9}" dt="2025-11-23T13:17:10.248" v="14181"/>
          <ac:spMkLst>
            <pc:docMk/>
            <pc:sldMk cId="3904906635" sldId="392"/>
            <ac:spMk id="2" creationId="{A61D64FA-FE6C-6CC0-72B7-20E480548DA1}"/>
          </ac:spMkLst>
        </pc:spChg>
        <pc:spChg chg="mod">
          <ac:chgData name="Teuku Raja Irfan Radarma" userId="cf428174-95ba-4576-8554-3a3b8ffa52b7" providerId="ADAL" clId="{A80269FD-1647-41EA-9465-E4829927D3E9}" dt="2025-11-23T13:17:02.260" v="14180" actId="5793"/>
          <ac:spMkLst>
            <pc:docMk/>
            <pc:sldMk cId="3904906635" sldId="392"/>
            <ac:spMk id="3" creationId="{46A9F11A-DB93-532A-D61E-48E5E2DFE19B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Acquisition, Development &amp; Implementation 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Implementation II: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IT Governance in concept</a:t>
            </a:r>
          </a:p>
          <a:p>
            <a:r>
              <a:rPr lang="en-US" sz="2400" dirty="0"/>
              <a:t>IT Governance through COBIT 2019 standard</a:t>
            </a:r>
          </a:p>
          <a:p>
            <a:r>
              <a:rPr lang="en-US" sz="2400" dirty="0"/>
              <a:t>Using COBIT 2019 as a criteria for IT Governance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715966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49B6D3FE-8769-21BC-BF58-6C31B83C8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2687" y="4269064"/>
            <a:ext cx="317933" cy="317933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1DF48BA0-E2AC-E6EA-A883-0DABBD93C5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74979" y="3965858"/>
            <a:ext cx="377541" cy="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 dirty="0"/>
              <a:t>Design Audit Scope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It was about how you really use standard in IS auditing</a:t>
            </a:r>
          </a:p>
          <a:p>
            <a:pPr>
              <a:lnSpc>
                <a:spcPct val="100000"/>
              </a:lnSpc>
            </a:pPr>
            <a:r>
              <a:rPr lang="en-US" dirty="0"/>
              <a:t>The practices/activities listed out are very useful to design audit program in IT Governance Auditing</a:t>
            </a:r>
          </a:p>
          <a:p>
            <a:pPr>
              <a:lnSpc>
                <a:spcPct val="100000"/>
              </a:lnSpc>
            </a:pPr>
            <a:r>
              <a:rPr lang="en-US" dirty="0"/>
              <a:t>It may be used fully or partially in real audit</a:t>
            </a:r>
          </a:p>
          <a:p>
            <a:pPr>
              <a:lnSpc>
                <a:spcPct val="100000"/>
              </a:lnSpc>
            </a:pPr>
            <a:r>
              <a:rPr lang="en-US" dirty="0"/>
              <a:t>All in all, the practical IT Governance Auditing is about testing whether the practices/activities are done through various audit techniques, such as: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Document review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Interview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Observation</a:t>
            </a:r>
          </a:p>
          <a:p>
            <a:pPr lvl="1">
              <a:lnSpc>
                <a:spcPct val="100000"/>
              </a:lnSpc>
            </a:pP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Project Governance and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Business Case and Feasibility Analysis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System Development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#decide #design #build #deploy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 dirty="0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domain focuses on how an organization gets a new system, from the moment someone says “We need this” until the system is finally up and running.</a:t>
            </a:r>
          </a:p>
        </p:txBody>
      </p:sp>
      <p:pic>
        <p:nvPicPr>
          <p:cNvPr id="3" name="Picture 2" descr="Lazy - Free people icons">
            <a:extLst>
              <a:ext uri="{FF2B5EF4-FFF2-40B4-BE49-F238E27FC236}">
                <a16:creationId xmlns:a16="http://schemas.microsoft.com/office/drawing/2014/main" id="{ED84208F-3FCB-342A-1B74-AD8BAC29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8857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214459-AF61-BBE7-F19C-A8F8278DF35C}"/>
              </a:ext>
            </a:extLst>
          </p:cNvPr>
          <p:cNvSpPr txBox="1"/>
          <p:nvPr/>
        </p:nvSpPr>
        <p:spPr>
          <a:xfrm>
            <a:off x="2727290" y="3163563"/>
            <a:ext cx="2859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do we make sure the system we build or buy is the system we actually need, and that it works?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C5A99-AA86-FB16-348A-4F01402003A7}"/>
              </a:ext>
            </a:extLst>
          </p:cNvPr>
          <p:cNvSpPr txBox="1"/>
          <p:nvPr/>
        </p:nvSpPr>
        <p:spPr>
          <a:xfrm>
            <a:off x="2727290" y="2798857"/>
            <a:ext cx="112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about</a:t>
            </a:r>
            <a:endParaRPr lang="en-ID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E38FB-E151-2B35-2B05-EC05413EE571}"/>
              </a:ext>
            </a:extLst>
          </p:cNvPr>
          <p:cNvSpPr/>
          <p:nvPr/>
        </p:nvSpPr>
        <p:spPr>
          <a:xfrm>
            <a:off x="6712299" y="2842614"/>
            <a:ext cx="4641500" cy="3165231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Think of building a house.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You don’t start by laying bricks. You start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Why do we need the house?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What kind of rooms?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How much budget?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Who will build it?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How do we know the house is safe?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system works the same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B4733-33BA-0DF4-C39B-2F735E6D52EB}"/>
              </a:ext>
            </a:extLst>
          </p:cNvPr>
          <p:cNvSpPr txBox="1"/>
          <p:nvPr/>
        </p:nvSpPr>
        <p:spPr>
          <a:xfrm>
            <a:off x="8539163" y="2429525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Analogy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It Matters to an Auditor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system failures happen </a:t>
            </a:r>
            <a:r>
              <a:rPr lang="en-US" b="1" dirty="0"/>
              <a:t>before</a:t>
            </a:r>
            <a:r>
              <a:rPr lang="en-US" dirty="0"/>
              <a:t> anyone writes a single line of code:</a:t>
            </a:r>
          </a:p>
          <a:p>
            <a:r>
              <a:rPr lang="en-US" dirty="0"/>
              <a:t>unclear goals</a:t>
            </a:r>
          </a:p>
          <a:p>
            <a:r>
              <a:rPr lang="en-US" dirty="0"/>
              <a:t>weak planning</a:t>
            </a:r>
          </a:p>
          <a:p>
            <a:r>
              <a:rPr lang="en-US" dirty="0"/>
              <a:t>wrong vendor</a:t>
            </a:r>
          </a:p>
          <a:p>
            <a:r>
              <a:rPr lang="en-US" dirty="0"/>
              <a:t>missing documentation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Auditors step in early to make sure the “house is properly planned” before construction begins.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B22AE-C51A-5392-0984-874BBFD212C4}"/>
              </a:ext>
            </a:extLst>
          </p:cNvPr>
          <p:cNvSpPr/>
          <p:nvPr/>
        </p:nvSpPr>
        <p:spPr>
          <a:xfrm>
            <a:off x="5918479" y="2910521"/>
            <a:ext cx="5435322" cy="1036958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If the blueprint is wrong, it doesn’t matter how great the builder is, the house will still be wrong.</a:t>
            </a:r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F8D9-F661-35CB-CB29-522048F0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 Correlation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158FC-5B3E-1623-4305-1511307B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A45CD78-C63B-CE59-610D-BC81DDBEA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77149"/>
              </p:ext>
            </p:extLst>
          </p:nvPr>
        </p:nvGraphicFramePr>
        <p:xfrm>
          <a:off x="923045" y="1818892"/>
          <a:ext cx="10254036" cy="212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69193">
                  <a:extLst>
                    <a:ext uri="{9D8B030D-6E8A-4147-A177-3AD203B41FA5}">
                      <a16:colId xmlns:a16="http://schemas.microsoft.com/office/drawing/2014/main" val="1995143459"/>
                    </a:ext>
                  </a:extLst>
                </a:gridCol>
                <a:gridCol w="5184843">
                  <a:extLst>
                    <a:ext uri="{9D8B030D-6E8A-4147-A177-3AD203B41FA5}">
                      <a16:colId xmlns:a16="http://schemas.microsoft.com/office/drawing/2014/main" val="3069935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39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IT Governance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decides the direction: “We need a new house.”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582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Information Systems Acquisition, Development, and Implementation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is the </a:t>
                      </a:r>
                      <a:r>
                        <a:rPr lang="en-US" b="1" dirty="0"/>
                        <a:t>construction process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91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Information Systems Operations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living in the house and maintaining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78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Information Security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is protecting the house from intruders.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6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78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8F0-2597-8903-CC5D-5CAED3CF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203E7-48B3-52D0-8994-AE75E38F0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515"/>
            <a:ext cx="10515600" cy="465944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company builds a new HR or payroll system</a:t>
            </a:r>
          </a:p>
          <a:p>
            <a:r>
              <a:rPr lang="en-US" dirty="0"/>
              <a:t>A bank launches a mobile banking app</a:t>
            </a:r>
          </a:p>
          <a:p>
            <a:r>
              <a:rPr lang="en-US" dirty="0"/>
              <a:t>A hospital upgrades its patient record system</a:t>
            </a:r>
          </a:p>
          <a:p>
            <a:r>
              <a:rPr lang="en-US" dirty="0"/>
              <a:t>A government office creates a new monitoring platform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each case, an auditor checks whether the system is:</a:t>
            </a:r>
          </a:p>
          <a:p>
            <a:r>
              <a:rPr lang="en-US" dirty="0"/>
              <a:t>needed</a:t>
            </a:r>
          </a:p>
          <a:p>
            <a:r>
              <a:rPr lang="en-US" dirty="0"/>
              <a:t>planned correctly</a:t>
            </a:r>
          </a:p>
          <a:p>
            <a:r>
              <a:rPr lang="en-US" dirty="0"/>
              <a:t>developed properly</a:t>
            </a:r>
          </a:p>
          <a:p>
            <a:r>
              <a:rPr lang="en-US" dirty="0"/>
              <a:t>implemented safely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7C2B-7C3D-5F59-1331-E7CADBF4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9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561B-1CC2-F80D-E37D-3EF4C668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You Going To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1E1-632D-ED61-5374-36665209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the end of this topic, you should understand:</a:t>
            </a:r>
          </a:p>
          <a:p>
            <a:r>
              <a:rPr lang="en-US" dirty="0"/>
              <a:t>how organizations decide to build or buy a system</a:t>
            </a:r>
          </a:p>
          <a:p>
            <a:r>
              <a:rPr lang="en-US" dirty="0"/>
              <a:t>how a project should be planned</a:t>
            </a:r>
          </a:p>
          <a:p>
            <a:r>
              <a:rPr lang="en-US" dirty="0"/>
              <a:t>how system development lifecycle (SDLC) works</a:t>
            </a:r>
          </a:p>
          <a:p>
            <a:r>
              <a:rPr lang="en-US" dirty="0"/>
              <a:t>where typical risks appear</a:t>
            </a:r>
          </a:p>
          <a:p>
            <a:r>
              <a:rPr lang="en-US" dirty="0"/>
              <a:t>what evidence auditors look for at each stage</a:t>
            </a:r>
          </a:p>
          <a:p>
            <a:r>
              <a:rPr lang="en-US" dirty="0"/>
              <a:t>how to evaluate testing and implementation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3E9B3-B0FE-4578-F496-B474D3528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Try Something New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We are going to form two big groups in class</a:t>
            </a:r>
          </a:p>
          <a:p>
            <a:pPr>
              <a:lnSpc>
                <a:spcPct val="110000"/>
              </a:lnSpc>
            </a:pPr>
            <a:r>
              <a:rPr lang="en-US" dirty="0"/>
              <a:t>Each group will have to fill-up our Mind Map App with relevant contents: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Group A: 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Project Governance and Management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Business Case and Feasibility Analysis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Group B: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System Development Methodologies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Control Identification and Design</a:t>
            </a:r>
          </a:p>
          <a:p>
            <a:pPr>
              <a:lnSpc>
                <a:spcPct val="110000"/>
              </a:lnSpc>
            </a:pPr>
            <a:r>
              <a:rPr lang="en-US" dirty="0"/>
              <a:t>This data will be used for our own application, accessed here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Irfanradarma.github.io/Audit-SI/mind-map-audit5.html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Irfanradarma.github.io/Audit-SI/mind-map-sisfo2.html</a:t>
            </a:r>
          </a:p>
        </p:txBody>
      </p:sp>
    </p:spTree>
    <p:extLst>
      <p:ext uri="{BB962C8B-B14F-4D97-AF65-F5344CB8AC3E}">
        <p14:creationId xmlns:p14="http://schemas.microsoft.com/office/powerpoint/2010/main" val="26613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77D0-B4A0-A754-DEAF-F93C0FC5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Project Governance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FDEF-D35A-78C0-263A-41EA5B93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Roles and Responsibility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Portfolio/Program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Office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Benefit 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Initiation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Planning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Execution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Controlling and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Closing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CD46-FDC7-8061-3B74-4E1CFDE8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6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E105-1BB1-A707-5664-045C4EC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F56F9-75A4-AFBB-FD69-78B5698B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Business Case and Feasibility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7342-342C-B5C0-6FA7-0D8171559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Project Scope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Current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Approach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B0C2-F2F4-5C56-62ED-8343180E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6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78C64-B2F7-2029-0936-9B386993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E463A-559E-3BF2-7423-5DC0C345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System Development 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FF49-7024-21CC-A7B6-B82171D8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Business Application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SDLC Models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SDLC Phases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Software Development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System Development Tools and Productivity Aids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Infrastructure Development/Acquisition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Hardware/Software Acquisition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System Software Acquisition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F026A-6760-BAF2-35E2-03F20874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91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3CF-5663-3898-2169-04699FE1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04E36-E8E4-5F86-2D09-54C6A0A14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Control Identification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1625-9EA0-F506-BAF0-189C25928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Input/Origination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Processing Procedures and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Output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Application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User Procedures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Decision Support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2DEAB-081D-BA24-7B27-11032E360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09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BABD0-6155-54BD-79EE-632EEBFA4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Form The Group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9FC7A5-D4B5-8257-3B02-56CF3D5C0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4AD2B-5F8B-5A3F-A446-29A9F4FB9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Wayground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660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Project Governance and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#plan #lead #guide #monitor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It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C06D-494C-27A0-0E5F-98BA47AD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901633"/>
            <a:ext cx="6294120" cy="2613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It answers questions like:</a:t>
            </a:r>
          </a:p>
          <a:p>
            <a:r>
              <a:rPr lang="en-US" sz="2400" dirty="0"/>
              <a:t>Who is in charge?</a:t>
            </a:r>
          </a:p>
          <a:p>
            <a:r>
              <a:rPr lang="en-US" sz="2400" dirty="0"/>
              <a:t>Who makes decisions?</a:t>
            </a:r>
          </a:p>
          <a:p>
            <a:r>
              <a:rPr lang="en-US" sz="2400" dirty="0"/>
              <a:t>How do we keep the project on schedule and within budget?</a:t>
            </a:r>
          </a:p>
          <a:p>
            <a:r>
              <a:rPr lang="en-US" sz="2400" dirty="0"/>
              <a:t>How do we manage risks?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9AC33-9A1B-0BD4-C2BA-C56E0FE16C83}"/>
              </a:ext>
            </a:extLst>
          </p:cNvPr>
          <p:cNvSpPr/>
          <p:nvPr/>
        </p:nvSpPr>
        <p:spPr>
          <a:xfrm>
            <a:off x="7101841" y="2901633"/>
            <a:ext cx="4196079" cy="24993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It’s like organizing a big trip with your family.</a:t>
            </a:r>
          </a:p>
          <a:p>
            <a:pPr algn="ctr"/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Someone must lead the planning, set the itinerary, book the hotels, make sure everyone sticks to the plan, and solve problems along the way.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Project governance and management is about how a system project is planned, led, and controlled so it doesn’t go off-track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It Matters in System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Most IT project failures come from management issues, not technology: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unclear goals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no leadership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no monitoring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scope keeps expanding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risks ignored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Good governance keeps the project steady and aligned with business needs.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ED7E-CFEE-5538-F3F2-D60FC52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EB24-52C2-357B-B656-46EF047A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 dirty="0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91DCD-F9EB-A000-2D2F-3CBE36DA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BDDA31-16A7-A215-C728-952FEBB4B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087104"/>
              </p:ext>
            </p:extLst>
          </p:nvPr>
        </p:nvGraphicFramePr>
        <p:xfrm>
          <a:off x="914400" y="1087120"/>
          <a:ext cx="7848601" cy="4994995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3126297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722304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Steering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Provide direction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Approves major decisions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Handles conflicts and priorities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Project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Runs the day-to-day work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Manages schedule, budget, people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Reports progress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Handles risks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Users, IT staff, security team, vendors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Provide inputs and validate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Scope, Time, Cost </a:t>
                      </a:r>
                      <a:r>
                        <a:rPr lang="en-US" sz="1800" dirty="0" err="1"/>
                        <a:t>Mgmt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Scope (what we want to build)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Time (how long)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Cost (how much money)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dirty="0"/>
                        <a:t>If one changes, the others must adjust.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Identify early risks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Monitor them throughout the project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Create mitigation plans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6586CAD0-1065-8875-975F-FD7816B8A9B8}"/>
              </a:ext>
            </a:extLst>
          </p:cNvPr>
          <p:cNvSpPr/>
          <p:nvPr/>
        </p:nvSpPr>
        <p:spPr>
          <a:xfrm>
            <a:off x="8839201" y="1087120"/>
            <a:ext cx="2590799" cy="8737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They are like the “parents of the trip,” deciding the destination and budget.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45C34-02C4-5FDC-142E-E7E299945BCD}"/>
              </a:ext>
            </a:extLst>
          </p:cNvPr>
          <p:cNvSpPr/>
          <p:nvPr/>
        </p:nvSpPr>
        <p:spPr>
          <a:xfrm>
            <a:off x="8839201" y="2072554"/>
            <a:ext cx="2590799" cy="1016085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 “trip coordinator” who arranges flights, hotels, and makes sure everyone is on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5204F1-C5AB-A6FD-A1F9-495AEA9402D8}"/>
              </a:ext>
            </a:extLst>
          </p:cNvPr>
          <p:cNvSpPr/>
          <p:nvPr/>
        </p:nvSpPr>
        <p:spPr>
          <a:xfrm>
            <a:off x="8844281" y="3210474"/>
            <a:ext cx="2590799" cy="731606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Everyone joining the trip—they must share what they want and agree on the plan.</a:t>
            </a:r>
          </a:p>
        </p:txBody>
      </p:sp>
    </p:spTree>
    <p:extLst>
      <p:ext uri="{BB962C8B-B14F-4D97-AF65-F5344CB8AC3E}">
        <p14:creationId xmlns:p14="http://schemas.microsoft.com/office/powerpoint/2010/main" val="1607815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AA7C-D81E-FE2D-2231-151B8683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7115"/>
          </a:xfrm>
        </p:spPr>
        <p:txBody>
          <a:bodyPr/>
          <a:lstStyle/>
          <a:p>
            <a:r>
              <a:rPr lang="en-US" dirty="0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A691E-A129-6B6B-3FE6-51787CCD4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1"/>
            <a:ext cx="10515600" cy="4358640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/>
              <a:t>Auditors look at whether the project is:</a:t>
            </a:r>
          </a:p>
          <a:p>
            <a:pPr>
              <a:lnSpc>
                <a:spcPct val="110000"/>
              </a:lnSpc>
            </a:pPr>
            <a:r>
              <a:rPr lang="en-US" dirty="0"/>
              <a:t>well planned</a:t>
            </a:r>
          </a:p>
          <a:p>
            <a:pPr>
              <a:lnSpc>
                <a:spcPct val="110000"/>
              </a:lnSpc>
            </a:pPr>
            <a:r>
              <a:rPr lang="en-US" dirty="0"/>
              <a:t>properly supervised</a:t>
            </a:r>
          </a:p>
          <a:p>
            <a:pPr>
              <a:lnSpc>
                <a:spcPct val="110000"/>
              </a:lnSpc>
            </a:pPr>
            <a:r>
              <a:rPr lang="en-US" dirty="0"/>
              <a:t>following approved policies</a:t>
            </a:r>
          </a:p>
          <a:p>
            <a:pPr>
              <a:lnSpc>
                <a:spcPct val="110000"/>
              </a:lnSpc>
            </a:pPr>
            <a:r>
              <a:rPr lang="en-US" dirty="0"/>
              <a:t>managing risks</a:t>
            </a:r>
          </a:p>
          <a:p>
            <a:pPr>
              <a:lnSpc>
                <a:spcPct val="110000"/>
              </a:lnSpc>
            </a:pPr>
            <a:r>
              <a:rPr lang="en-US" dirty="0"/>
              <a:t>tracking changes (scope creep)</a:t>
            </a:r>
          </a:p>
          <a:p>
            <a:pPr>
              <a:lnSpc>
                <a:spcPct val="110000"/>
              </a:lnSpc>
            </a:pPr>
            <a:r>
              <a:rPr lang="en-US" dirty="0"/>
              <a:t>communicating status</a:t>
            </a:r>
          </a:p>
          <a:p>
            <a:pPr>
              <a:lnSpc>
                <a:spcPct val="110000"/>
              </a:lnSpc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They do not manage the project,</a:t>
            </a:r>
            <a:br>
              <a:rPr lang="en-US" dirty="0"/>
            </a:br>
            <a:r>
              <a:rPr lang="en-US" dirty="0"/>
              <a:t>they assess whether it is being managed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57AD-2F8C-A7DB-247C-C939D0A9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392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Business Case and Feasibility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#justify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33BB-D74D-FC4C-AE63-46D0CE85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 dirty="0"/>
              <a:t>Purpose of a Business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4CB59-B9B2-408E-598F-171802140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5914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The business case answers one core question:</a:t>
            </a:r>
          </a:p>
          <a:p>
            <a:pPr marL="0" indent="0">
              <a:buNone/>
            </a:pPr>
            <a:r>
              <a:rPr lang="en-US" b="1" dirty="0"/>
              <a:t>“Is this project worth doing?”</a:t>
            </a:r>
          </a:p>
          <a:p>
            <a:pPr marL="0" indent="0">
              <a:buNone/>
            </a:pPr>
            <a:r>
              <a:rPr lang="en-US" dirty="0"/>
              <a:t>Auditors look for whether the organization clearly justified the project before spending money, time, and resources.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auditors check:</a:t>
            </a:r>
          </a:p>
          <a:p>
            <a:r>
              <a:rPr lang="en-US" dirty="0"/>
              <a:t>Is there a documented </a:t>
            </a:r>
            <a:r>
              <a:rPr lang="en-US" i="1" dirty="0"/>
              <a:t>reason</a:t>
            </a:r>
            <a:r>
              <a:rPr lang="en-US" dirty="0"/>
              <a:t> for the project?</a:t>
            </a:r>
          </a:p>
          <a:p>
            <a:r>
              <a:rPr lang="en-US" dirty="0"/>
              <a:t>Do the expected </a:t>
            </a:r>
            <a:r>
              <a:rPr lang="en-US" i="1" dirty="0"/>
              <a:t>benefits</a:t>
            </a:r>
            <a:r>
              <a:rPr lang="en-US" dirty="0"/>
              <a:t> outweigh the </a:t>
            </a:r>
            <a:r>
              <a:rPr lang="en-US" i="1" dirty="0"/>
              <a:t>costs</a:t>
            </a:r>
            <a:r>
              <a:rPr lang="en-US" dirty="0"/>
              <a:t>?</a:t>
            </a:r>
          </a:p>
          <a:p>
            <a:r>
              <a:rPr lang="en-US" dirty="0"/>
              <a:t>Are the objectives aligned with strategy?</a:t>
            </a:r>
          </a:p>
          <a:p>
            <a:r>
              <a:rPr lang="en-US" dirty="0"/>
              <a:t>Has management reviewed and approved it?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F1EBF-EBFC-867B-B883-0635F906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689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947E-FDAC-A698-3384-943CEEEF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F246-6F69-8276-9686-90153CE1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 dirty="0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C66B-B4FB-7610-1E31-1A1FFDE8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7FF61E-6088-6B22-AD41-E5BC3E88F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05417"/>
              </p:ext>
            </p:extLst>
          </p:nvPr>
        </p:nvGraphicFramePr>
        <p:xfrm>
          <a:off x="914400" y="1087120"/>
          <a:ext cx="10439400" cy="4869350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782111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65728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Problem or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What issue are we solving?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Is it a compliance need, efficiency improvement, or new capability?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Development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Operating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Maintenance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Opportunity cost (what we lose by choosing this project instead of another)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Benefits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Financial (savings, 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Non-financial (better control, better decision-making)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Risk reduction (e.g., automating manual processes to reduce errors)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Risk Assessment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What risks could threaten the success of the project?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Is there mitigation?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ROI / Value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Payback period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Cost–benefit comparison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Qualitative value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270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17CB-9012-7918-CCC0-93761838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A13C9-784F-C92E-4D8F-C1AF04C2A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 dirty="0"/>
              <a:t>Feasibility Analysis (can we?)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DD495-DE63-2CC7-04B4-2A3647E9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FD79F-37B9-34EC-A81A-59FCC97EB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121"/>
            <a:ext cx="10515600" cy="55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This is where the organization checks whether the project can realistically be delivered.</a:t>
            </a:r>
          </a:p>
          <a:p>
            <a:pPr marL="0" indent="0">
              <a:buNone/>
            </a:pPr>
            <a:endParaRPr lang="en-US" sz="20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6040E4-5B16-F1B0-320D-2E1EBB940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01043"/>
              </p:ext>
            </p:extLst>
          </p:nvPr>
        </p:nvGraphicFramePr>
        <p:xfrm>
          <a:off x="1050587" y="1744394"/>
          <a:ext cx="9844391" cy="4187762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623540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220851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Technical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Do we have the technology?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Do we have the skills?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Is the infrastructure ready?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Operational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Will users actually adopt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Are the processes ready to change?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Economic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Can we afford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Does the value justify the cost?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Legal &amp; regulatory feasibility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Does the project comply with laws and policies?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Is there a data protection requirement?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Schedule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Can we finish within the required timeline?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432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2B82-0B98-ABBB-3CC2-20DEF9CC3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469D-6B3D-DB4C-5F2C-D89064AC5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 dirty="0"/>
              <a:t>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36F33-0107-3640-F265-A16A9F2F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9AC86-3D9B-C497-A520-2FC9B11FFFEC}"/>
              </a:ext>
            </a:extLst>
          </p:cNvPr>
          <p:cNvSpPr txBox="1">
            <a:spLocks/>
          </p:cNvSpPr>
          <p:nvPr/>
        </p:nvSpPr>
        <p:spPr>
          <a:xfrm>
            <a:off x="838200" y="1177047"/>
            <a:ext cx="10515600" cy="47860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dirty="0"/>
              <a:t>This is where the organization checks whether the project can realistically be delivered.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Auditors verify whether the business case was:</a:t>
            </a:r>
          </a:p>
          <a:p>
            <a:pPr>
              <a:lnSpc>
                <a:spcPct val="110000"/>
              </a:lnSpc>
            </a:pPr>
            <a:r>
              <a:rPr lang="en-US" dirty="0"/>
              <a:t>Prepared </a:t>
            </a:r>
            <a:r>
              <a:rPr lang="en-US" b="1" dirty="0"/>
              <a:t>before</a:t>
            </a:r>
            <a:r>
              <a:rPr lang="en-US" dirty="0"/>
              <a:t> significant investment was made</a:t>
            </a:r>
          </a:p>
          <a:p>
            <a:pPr>
              <a:lnSpc>
                <a:spcPct val="110000"/>
              </a:lnSpc>
            </a:pPr>
            <a:r>
              <a:rPr lang="en-US" dirty="0"/>
              <a:t>Reviewed and approved by the right authority</a:t>
            </a:r>
          </a:p>
          <a:p>
            <a:pPr>
              <a:lnSpc>
                <a:spcPct val="110000"/>
              </a:lnSpc>
            </a:pPr>
            <a:r>
              <a:rPr lang="en-US" dirty="0"/>
              <a:t>Supported by realistic assumptions</a:t>
            </a:r>
          </a:p>
          <a:p>
            <a:pPr>
              <a:lnSpc>
                <a:spcPct val="110000"/>
              </a:lnSpc>
            </a:pPr>
            <a:r>
              <a:rPr lang="en-US" dirty="0"/>
              <a:t>Objectively assessing costs, benefits, and risks</a:t>
            </a:r>
          </a:p>
          <a:p>
            <a:pPr>
              <a:lnSpc>
                <a:spcPct val="110000"/>
              </a:lnSpc>
            </a:pPr>
            <a:r>
              <a:rPr lang="en-US" dirty="0"/>
              <a:t>Updated when major changes occur during the project lifecycle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/>
              <a:t>Key risk:</a:t>
            </a:r>
            <a:br>
              <a:rPr lang="en-US" dirty="0"/>
            </a:br>
            <a:r>
              <a:rPr lang="en-US" dirty="0"/>
              <a:t>If the business case is weak, the project may fail even if technically well executed.</a:t>
            </a:r>
          </a:p>
        </p:txBody>
      </p:sp>
    </p:spTree>
    <p:extLst>
      <p:ext uri="{BB962C8B-B14F-4D97-AF65-F5344CB8AC3E}">
        <p14:creationId xmlns:p14="http://schemas.microsoft.com/office/powerpoint/2010/main" val="2485184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System Development Methodologies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#approach #steps #change #build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709F-527A-279A-9EA8-87932AD6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Methodology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550E4-568C-5650-BF87-98D8FF69A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A methodology is simply the recipe for building a system.</a:t>
            </a:r>
            <a:br>
              <a:rPr lang="en-US" dirty="0"/>
            </a:br>
            <a:r>
              <a:rPr lang="en-US" dirty="0"/>
              <a:t>Auditors care because a consistent, documented recipe reduces project failure.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“Governance decides the rules, business case justifies </a:t>
            </a:r>
            <a:r>
              <a:rPr lang="en-US" i="1" dirty="0"/>
              <a:t>why</a:t>
            </a:r>
            <a:r>
              <a:rPr lang="en-US" dirty="0"/>
              <a:t>,</a:t>
            </a:r>
            <a:br>
              <a:rPr lang="en-US" dirty="0"/>
            </a:br>
            <a:r>
              <a:rPr lang="en-US" b="1" dirty="0"/>
              <a:t>methodology defines </a:t>
            </a:r>
            <a:r>
              <a:rPr lang="en-US" b="1" i="1" dirty="0"/>
              <a:t>how we build</a:t>
            </a:r>
            <a:r>
              <a:rPr lang="en-US" dirty="0"/>
              <a:t>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FD07F-F520-748F-00DD-454E5958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45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86E6-FE1F-D464-D6ED-76C2D524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B3C-2FEE-CFFC-2620-2E12B548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 dirty="0"/>
              <a:t>Common Development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EA19C-F15D-B804-E41C-0655421B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716B68-2925-244C-35E6-BFBD3F0A1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755578"/>
              </p:ext>
            </p:extLst>
          </p:nvPr>
        </p:nvGraphicFramePr>
        <p:xfrm>
          <a:off x="590955" y="1043632"/>
          <a:ext cx="11010090" cy="509350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92109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055912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  <a:gridCol w="5162069">
                  <a:extLst>
                    <a:ext uri="{9D8B030D-6E8A-4147-A177-3AD203B41FA5}">
                      <a16:colId xmlns:a16="http://schemas.microsoft.com/office/drawing/2014/main" val="132275916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 dirty="0"/>
                        <a:t>Brief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Audit Angle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Waterfall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(</a:t>
                      </a:r>
                      <a:r>
                        <a:rPr lang="en-US" sz="1100" i="1" dirty="0"/>
                        <a:t>step-by-step)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Linear, sequential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Complete one phase before the next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Clear documentation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Good for predictable, stable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Easy to review because every phase has deliverables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requirements become outdated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Agile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 dirty="0"/>
                        <a:t>(iteration)</a:t>
                      </a:r>
                      <a:endParaRPr lang="en-US" sz="12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in small cycles (sprints)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feedback from users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Flexible for changing requirements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Look for sprint planning, backlog prioritization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Check role clarity (Scrum Master, Product Owner)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Main risk: weak documentation if team is undisciplined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DevOps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 dirty="0"/>
                        <a:t>(continuous)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Integrates development and operations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Continuous integration, continuous delivery (CI/CD)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Automation of build, test, and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Review pipeline controls (e.g., approvals, automated tests)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Check separation of duties in automated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Main risk: deploying too quickly without human oversight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Prototyping</a:t>
                      </a:r>
                      <a:r>
                        <a:rPr lang="en-US" sz="1400" dirty="0"/>
                        <a:t> / Rapid Application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 dirty="0"/>
                        <a:t>(draft first)</a:t>
                      </a:r>
                      <a:endParaRPr lang="en-US" sz="12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Build quick prototypes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Get early user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Validate that prototype changes are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Ensure prototype → final product transition is controlled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Main risk: unclear requirements if not formalized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Outsourced</a:t>
                      </a:r>
                      <a:r>
                        <a:rPr lang="en-US" sz="1400" dirty="0"/>
                        <a:t> / Third-Party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 dirty="0"/>
                        <a:t>(external build)</a:t>
                      </a:r>
                      <a:endParaRPr lang="en-US" sz="12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Vendor designs and develops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Client must manage SLA, contract, and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Contract includes security, quality, testing, and IP clauses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Vendor risk assessment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Main risk: loss of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904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EF41-6B88-2A22-59AB-14E790994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40C8-572B-66A8-BC81-6D7BCC325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>
            <a:normAutofit fontScale="90000"/>
          </a:bodyPr>
          <a:lstStyle/>
          <a:p>
            <a:r>
              <a:rPr lang="en-US" dirty="0"/>
              <a:t>Phases in Most Methodologies (Regardless of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4266D-38A5-F1D7-9BD9-7689A4A6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4001E1D-707B-79EB-FCE9-042D2A9B243C}"/>
              </a:ext>
            </a:extLst>
          </p:cNvPr>
          <p:cNvSpPr/>
          <p:nvPr/>
        </p:nvSpPr>
        <p:spPr>
          <a:xfrm>
            <a:off x="1836477" y="1478604"/>
            <a:ext cx="2472876" cy="642026"/>
          </a:xfrm>
          <a:prstGeom prst="homePlat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/>
              <a:t>Requirement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6ED0B-A05F-91AA-7056-E71AF76E6262}"/>
              </a:ext>
            </a:extLst>
          </p:cNvPr>
          <p:cNvSpPr txBox="1"/>
          <p:nvPr/>
        </p:nvSpPr>
        <p:spPr>
          <a:xfrm>
            <a:off x="2149811" y="2314996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 dirty="0"/>
              <a:t>Is everything documented and approved?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1F618-D6EC-CF2E-905A-11FA55583374}"/>
              </a:ext>
            </a:extLst>
          </p:cNvPr>
          <p:cNvSpPr txBox="1"/>
          <p:nvPr/>
        </p:nvSpPr>
        <p:spPr>
          <a:xfrm>
            <a:off x="4630366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 dirty="0"/>
              <a:t>Logical design, physical design, controls design</a:t>
            </a: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779B30EA-E9FD-896A-6EFA-2D330670723D}"/>
              </a:ext>
            </a:extLst>
          </p:cNvPr>
          <p:cNvSpPr/>
          <p:nvPr/>
        </p:nvSpPr>
        <p:spPr>
          <a:xfrm>
            <a:off x="4309353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95FCC-0781-F35F-5CFE-D66E3DB37D3B}"/>
              </a:ext>
            </a:extLst>
          </p:cNvPr>
          <p:cNvSpPr txBox="1"/>
          <p:nvPr/>
        </p:nvSpPr>
        <p:spPr>
          <a:xfrm>
            <a:off x="7198469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 dirty="0"/>
              <a:t>Coding standards, versioning, documentation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E1B755AC-B8D2-FFC7-DF56-76B23CE9F36C}"/>
              </a:ext>
            </a:extLst>
          </p:cNvPr>
          <p:cNvSpPr/>
          <p:nvPr/>
        </p:nvSpPr>
        <p:spPr>
          <a:xfrm>
            <a:off x="6994187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Development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7C676-51DE-001A-D089-18D3495BA646}"/>
              </a:ext>
            </a:extLst>
          </p:cNvPr>
          <p:cNvSpPr txBox="1"/>
          <p:nvPr/>
        </p:nvSpPr>
        <p:spPr>
          <a:xfrm>
            <a:off x="2149811" y="4769368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 dirty="0"/>
              <a:t>Functional, integration, security, user acceptance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97AC70-2040-2377-B0A7-93FA87F11F06}"/>
              </a:ext>
            </a:extLst>
          </p:cNvPr>
          <p:cNvSpPr txBox="1"/>
          <p:nvPr/>
        </p:nvSpPr>
        <p:spPr>
          <a:xfrm>
            <a:off x="4630366" y="4769368"/>
            <a:ext cx="2130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 dirty="0"/>
              <a:t>Migration, training, deployment</a:t>
            </a:r>
          </a:p>
        </p:txBody>
      </p:sp>
      <p:sp>
        <p:nvSpPr>
          <p:cNvPr id="19" name="Arrow: Chevron 18">
            <a:extLst>
              <a:ext uri="{FF2B5EF4-FFF2-40B4-BE49-F238E27FC236}">
                <a16:creationId xmlns:a16="http://schemas.microsoft.com/office/drawing/2014/main" id="{95C24C52-B03F-3618-792D-02933906ABEF}"/>
              </a:ext>
            </a:extLst>
          </p:cNvPr>
          <p:cNvSpPr/>
          <p:nvPr/>
        </p:nvSpPr>
        <p:spPr>
          <a:xfrm>
            <a:off x="4309353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/>
              <a:t>Implementation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8FE53-EDBD-7518-EFF7-A7F6B596D815}"/>
              </a:ext>
            </a:extLst>
          </p:cNvPr>
          <p:cNvSpPr txBox="1"/>
          <p:nvPr/>
        </p:nvSpPr>
        <p:spPr>
          <a:xfrm>
            <a:off x="7198469" y="4769368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 dirty="0"/>
              <a:t>Change management, patches, updates</a:t>
            </a:r>
          </a:p>
        </p:txBody>
      </p:sp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9CE1D816-F9A3-C089-6E09-F2D9E414B3A3}"/>
              </a:ext>
            </a:extLst>
          </p:cNvPr>
          <p:cNvSpPr/>
          <p:nvPr/>
        </p:nvSpPr>
        <p:spPr>
          <a:xfrm>
            <a:off x="6994187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Development</a:t>
            </a:r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21842F08-182C-68F9-11D3-DE86331F8DB0}"/>
              </a:ext>
            </a:extLst>
          </p:cNvPr>
          <p:cNvSpPr/>
          <p:nvPr/>
        </p:nvSpPr>
        <p:spPr>
          <a:xfrm>
            <a:off x="1836477" y="3932976"/>
            <a:ext cx="2472876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/>
              <a:t>Testing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6788CF5-4C24-BBFA-2218-A368420F5DAB}"/>
              </a:ext>
            </a:extLst>
          </p:cNvPr>
          <p:cNvSpPr/>
          <p:nvPr/>
        </p:nvSpPr>
        <p:spPr>
          <a:xfrm>
            <a:off x="1646788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36E10E5-84F8-E982-CBCF-5BCBBC39066F}"/>
              </a:ext>
            </a:extLst>
          </p:cNvPr>
          <p:cNvSpPr/>
          <p:nvPr/>
        </p:nvSpPr>
        <p:spPr>
          <a:xfrm>
            <a:off x="4192620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80B018F-4CAF-A705-3A30-849916094236}"/>
              </a:ext>
            </a:extLst>
          </p:cNvPr>
          <p:cNvSpPr/>
          <p:nvPr/>
        </p:nvSpPr>
        <p:spPr>
          <a:xfrm>
            <a:off x="6855185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1AA40D-3728-CC9E-B503-E8843B37576A}"/>
              </a:ext>
            </a:extLst>
          </p:cNvPr>
          <p:cNvSpPr/>
          <p:nvPr/>
        </p:nvSpPr>
        <p:spPr>
          <a:xfrm>
            <a:off x="1646788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55E3E92-C658-3D63-D1F6-D4652303C35C}"/>
              </a:ext>
            </a:extLst>
          </p:cNvPr>
          <p:cNvSpPr/>
          <p:nvPr/>
        </p:nvSpPr>
        <p:spPr>
          <a:xfrm>
            <a:off x="4192620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527CD0F-BADC-E0A1-706E-ED4806936163}"/>
              </a:ext>
            </a:extLst>
          </p:cNvPr>
          <p:cNvSpPr/>
          <p:nvPr/>
        </p:nvSpPr>
        <p:spPr>
          <a:xfrm>
            <a:off x="6855185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08764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47D0-CA19-45A0-8E70-DF5B900F4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B70-CE59-71DA-12ED-7DA89EE2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of Poor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4E17-026C-D2B9-DBFE-3EE524DD8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Requirements misunderstood</a:t>
            </a:r>
          </a:p>
          <a:p>
            <a:r>
              <a:rPr lang="en-US" dirty="0"/>
              <a:t>Scope creep</a:t>
            </a:r>
          </a:p>
          <a:p>
            <a:r>
              <a:rPr lang="en-US" dirty="0"/>
              <a:t>Late discovery of defects</a:t>
            </a:r>
          </a:p>
          <a:p>
            <a:r>
              <a:rPr lang="en-US" dirty="0"/>
              <a:t>No audit trail</a:t>
            </a:r>
          </a:p>
          <a:p>
            <a:r>
              <a:rPr lang="en-US" dirty="0"/>
              <a:t>Controls missing because nobody designed them explicitly</a:t>
            </a:r>
          </a:p>
          <a:p>
            <a:r>
              <a:rPr lang="en-US" dirty="0"/>
              <a:t>Misalignment with business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7ADA1-9DC4-B357-47A0-0BDED58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2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82A7F-D56D-B35A-CD40-69597513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FD504-C8B7-BF71-CD3B-A4EAC739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Auditor Look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17BC4-9B8E-916B-466A-BAB10AD20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the methodology documented and approved?</a:t>
            </a:r>
          </a:p>
          <a:p>
            <a:r>
              <a:rPr lang="en-US" dirty="0"/>
              <a:t>Is it actually used, or only on paper?</a:t>
            </a:r>
          </a:p>
          <a:p>
            <a:r>
              <a:rPr lang="en-US" dirty="0"/>
              <a:t>Are controls embedded at each phase?</a:t>
            </a:r>
          </a:p>
          <a:p>
            <a:r>
              <a:rPr lang="en-US" dirty="0"/>
              <a:t>Does the project follow the chosen method consistently?</a:t>
            </a:r>
          </a:p>
          <a:p>
            <a:r>
              <a:rPr lang="en-US" dirty="0"/>
              <a:t>Are roles and responsibilities clear?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8F13B-A8B1-B3FE-025E-C0145B9A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05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Control Identification and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#protect #prevent #check #embed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85F-E126-61C7-E28E-6544D031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Section Is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187-7253-B693-88AF-89E182082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After you know what to build (requirements) and how to build it (methodology), you must decide how to protect it.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“Controls are like adding locks, alarms, and safety rails into a house while you build it — not after it’s finished.”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9904D-983A-C8B1-D465-A32D15903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2573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2E2A-C12F-B723-AF3B-C574F58E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It Matters in Domain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9EA2B-FA08-D47A-8025-08EB6307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Most system failures happen not because the system is wrong,</a:t>
            </a:r>
            <a:br>
              <a:rPr lang="en-US" dirty="0"/>
            </a:br>
            <a:r>
              <a:rPr lang="en-US" dirty="0"/>
              <a:t>but because controls were not embedded early.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Audit logic:</a:t>
            </a:r>
            <a:br>
              <a:rPr lang="en-US" dirty="0"/>
            </a:br>
            <a:r>
              <a:rPr lang="en-US" dirty="0"/>
              <a:t>If you design controls at the end, it’s already too late (expensive, messy, insecure).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DA6C6-5827-61C5-9FFC-6A6AD757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081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A76DD-1A3A-8CAC-927A-A1CD3661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AFA37-EB2F-321A-E7E5-E94B4B7C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Controls to Identify and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6A5FE-D0B9-1245-647A-F871C96FB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BB2626-5D78-6B4A-816A-39E54D36F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201869"/>
              </p:ext>
            </p:extLst>
          </p:nvPr>
        </p:nvGraphicFramePr>
        <p:xfrm>
          <a:off x="935477" y="1597660"/>
          <a:ext cx="8422532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566">
                  <a:extLst>
                    <a:ext uri="{9D8B030D-6E8A-4147-A177-3AD203B41FA5}">
                      <a16:colId xmlns:a16="http://schemas.microsoft.com/office/drawing/2014/main" val="1801377535"/>
                    </a:ext>
                  </a:extLst>
                </a:gridCol>
                <a:gridCol w="5500966">
                  <a:extLst>
                    <a:ext uri="{9D8B030D-6E8A-4147-A177-3AD203B41FA5}">
                      <a16:colId xmlns:a16="http://schemas.microsoft.com/office/drawing/2014/main" val="460408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271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Preventive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Access controls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Segregation of duties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Input validation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Secure coding standards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54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Detective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Alerts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Reconciliations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27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Corrective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Error handling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Rollback plans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Patch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0127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63F1F04-7CE7-FF6E-AE6A-AA15BFC9F689}"/>
              </a:ext>
            </a:extLst>
          </p:cNvPr>
          <p:cNvSpPr txBox="1"/>
          <p:nvPr/>
        </p:nvSpPr>
        <p:spPr>
          <a:xfrm>
            <a:off x="7774104" y="2208724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307B64-B9C2-73B7-56C7-D9128C455872}"/>
              </a:ext>
            </a:extLst>
          </p:cNvPr>
          <p:cNvSpPr txBox="1"/>
          <p:nvPr/>
        </p:nvSpPr>
        <p:spPr>
          <a:xfrm>
            <a:off x="7774104" y="3411366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07CE93-2CF6-677C-C78D-662E037F7881}"/>
              </a:ext>
            </a:extLst>
          </p:cNvPr>
          <p:cNvSpPr txBox="1"/>
          <p:nvPr/>
        </p:nvSpPr>
        <p:spPr>
          <a:xfrm>
            <a:off x="8085086" y="4398566"/>
            <a:ext cx="68159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  <a:p>
            <a:pPr algn="ctr"/>
            <a:r>
              <a:rPr lang="en-US" sz="1600" dirty="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  <a:p>
            <a:pPr algn="ctr"/>
            <a:r>
              <a:rPr lang="en-US" sz="1600" dirty="0">
                <a:solidFill>
                  <a:srgbClr val="020294"/>
                </a:solidFill>
                <a:latin typeface="Stencil" panose="040409050D0802020404" pitchFamily="82" charset="0"/>
              </a:rPr>
              <a:t>fix</a:t>
            </a:r>
            <a:endParaRPr lang="en-US" sz="2400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1444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3677-1C2B-2744-26D9-D6FFD7D6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A348-D506-C1A6-C588-F919D26D9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Controls Into the SDLC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AFB99-7577-7FB1-AE33-5AE8E9BA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Controls must be added during design and development, not afterwards.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Analogy:</a:t>
            </a:r>
            <a:br>
              <a:rPr lang="en-US" dirty="0"/>
            </a:br>
            <a:r>
              <a:rPr lang="en-US" i="1" dirty="0"/>
              <a:t>“You don’t install a seatbelt after the car is already sold.”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Auditors check if controls are built-in, not added-on.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4765E-F622-15A6-D5BC-BA2279A9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75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CD2C-A85C-0E5D-7EE9-647321CFF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3DB2-953E-2A58-7C3B-5CE8C529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 dirty="0"/>
              <a:t>Key Areas Auditors Focus 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DE2-2232-81CC-055A-A0ABF691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22D453-56CE-55F2-4C72-D4DC75DF2E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661655"/>
              </p:ext>
            </p:extLst>
          </p:nvPr>
        </p:nvGraphicFramePr>
        <p:xfrm>
          <a:off x="1534538" y="1267368"/>
          <a:ext cx="8932424" cy="411104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737315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619510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800" dirty="0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/>
                        <a:t>Requirement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Security requirements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Compliance requirements identified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Data classification recognized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Design</a:t>
                      </a:r>
                      <a:endParaRPr lang="en-US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Access frameworks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Architecture security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Control mapping (e.g., to COBIT, NIST, 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Development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Secure coding standards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Code review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Version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Pre-Implementation</a:t>
                      </a:r>
                      <a:endParaRPr lang="en-US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User access reviewed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Testing confirms controls work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Data migration controls tested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57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D0C5D-CDA0-1053-EB08-5E9ACBBF8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7E82-519B-6B6A-EF93-8965E179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Risks When Controls Are Weak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F1FF2-E416-C394-96DE-DFC41AECC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Wrong people access the system</a:t>
            </a:r>
          </a:p>
          <a:p>
            <a:pPr>
              <a:lnSpc>
                <a:spcPct val="100000"/>
              </a:lnSpc>
            </a:pPr>
            <a:r>
              <a:rPr lang="en-US" dirty="0"/>
              <a:t>Data changes without trace</a:t>
            </a:r>
          </a:p>
          <a:p>
            <a:pPr>
              <a:lnSpc>
                <a:spcPct val="100000"/>
              </a:lnSpc>
            </a:pPr>
            <a:r>
              <a:rPr lang="en-US" dirty="0"/>
              <a:t>Error goes unnoticed</a:t>
            </a:r>
          </a:p>
          <a:p>
            <a:pPr>
              <a:lnSpc>
                <a:spcPct val="100000"/>
              </a:lnSpc>
            </a:pPr>
            <a:r>
              <a:rPr lang="en-US" dirty="0"/>
              <a:t>No backup if things go wrong</a:t>
            </a:r>
          </a:p>
          <a:p>
            <a:pPr>
              <a:lnSpc>
                <a:spcPct val="100000"/>
              </a:lnSpc>
            </a:pPr>
            <a:r>
              <a:rPr lang="en-US" dirty="0"/>
              <a:t>Fraud or misuse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D8C2-D7D7-AAE4-1AAE-F221077C4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83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A6CC-FF9B-1CD1-02FF-10BE358E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64FA-FE6C-6CC0-72B7-20E480548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F11A-DB93-532A-D61E-48E5E2DF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Auditors are not designers, they check whether controls exist and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verify:</a:t>
            </a:r>
          </a:p>
          <a:p>
            <a:r>
              <a:rPr lang="en-US" dirty="0"/>
              <a:t>Are controls identified correctly?</a:t>
            </a:r>
          </a:p>
          <a:p>
            <a:r>
              <a:rPr lang="en-US" dirty="0"/>
              <a:t>Are they designed early in the process?</a:t>
            </a:r>
          </a:p>
          <a:p>
            <a:r>
              <a:rPr lang="en-US" dirty="0"/>
              <a:t>Do they cover the key risks?</a:t>
            </a:r>
          </a:p>
          <a:p>
            <a:r>
              <a:rPr lang="en-US" dirty="0"/>
              <a:t>Are they tested before go-live?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741-4D65-7107-FB94-876CC5529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06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III – Fill up Chapter 3 Part 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With the same group, continue filling up the Google Sheets for material in Chapter 3 Part B of CISA Review Manual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Group A:</a:t>
            </a:r>
          </a:p>
          <a:p>
            <a:r>
              <a:rPr lang="en-US" dirty="0"/>
              <a:t>Testing Methodologies</a:t>
            </a:r>
          </a:p>
          <a:p>
            <a:r>
              <a:rPr lang="en-US" dirty="0"/>
              <a:t>Configuration &amp; Release Management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Group B:</a:t>
            </a:r>
          </a:p>
          <a:p>
            <a:r>
              <a:rPr lang="en-US" dirty="0"/>
              <a:t>System Migration, Infrastructure Deployment &amp; Data Conversion</a:t>
            </a:r>
          </a:p>
          <a:p>
            <a:r>
              <a:rPr lang="en-US" dirty="0"/>
              <a:t>Post Implementation Review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5160</TotalTime>
  <Words>2301</Words>
  <Application>Microsoft Office PowerPoint</Application>
  <PresentationFormat>Widescreen</PresentationFormat>
  <Paragraphs>463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IS Acquisition, Development &amp; Implementation I</vt:lpstr>
      <vt:lpstr>Class Recap</vt:lpstr>
      <vt:lpstr>Class Roadmap</vt:lpstr>
      <vt:lpstr>Covered So Far</vt:lpstr>
      <vt:lpstr>Design Audit Scope - reflection</vt:lpstr>
      <vt:lpstr>PowerPoint Presentation</vt:lpstr>
      <vt:lpstr>Intro</vt:lpstr>
      <vt:lpstr>What is it about?</vt:lpstr>
      <vt:lpstr>Why It Matters to an Auditor</vt:lpstr>
      <vt:lpstr>Domain Correlation</vt:lpstr>
      <vt:lpstr>Examples </vt:lpstr>
      <vt:lpstr>What Are You Going To Learn</vt:lpstr>
      <vt:lpstr>Let’s Try Something New</vt:lpstr>
      <vt:lpstr>Project Governance and Management</vt:lpstr>
      <vt:lpstr>Business Case and Feasibility Analysis</vt:lpstr>
      <vt:lpstr>System Development Methodologies</vt:lpstr>
      <vt:lpstr>Control Identification and Design</vt:lpstr>
      <vt:lpstr>Let’s Form The Group</vt:lpstr>
      <vt:lpstr>Project Governance and Management</vt:lpstr>
      <vt:lpstr>What It Means</vt:lpstr>
      <vt:lpstr>Why It Matters in System Projects</vt:lpstr>
      <vt:lpstr>Key Components</vt:lpstr>
      <vt:lpstr>Auditor’s Role</vt:lpstr>
      <vt:lpstr>Business Case and Feasibility Analysis</vt:lpstr>
      <vt:lpstr>Purpose of a Business Case</vt:lpstr>
      <vt:lpstr>Key Components</vt:lpstr>
      <vt:lpstr>Feasibility Analysis (can we?)</vt:lpstr>
      <vt:lpstr>Auditor's Perspective</vt:lpstr>
      <vt:lpstr>System Development Methodologies</vt:lpstr>
      <vt:lpstr>Why Methodology Matters</vt:lpstr>
      <vt:lpstr>Common Development Approaches</vt:lpstr>
      <vt:lpstr>Phases in Most Methodologies (Regardless of Type)</vt:lpstr>
      <vt:lpstr>Risk of Poor Methodology</vt:lpstr>
      <vt:lpstr>What Auditor Look for</vt:lpstr>
      <vt:lpstr>Control Identification and Design</vt:lpstr>
      <vt:lpstr>What This Section Is About</vt:lpstr>
      <vt:lpstr>Why It Matters in Domain 3</vt:lpstr>
      <vt:lpstr>Types of Controls to Identify and Design</vt:lpstr>
      <vt:lpstr>Embedding Controls Into the SDLC</vt:lpstr>
      <vt:lpstr>Key Areas Auditors Focus On</vt:lpstr>
      <vt:lpstr>Common Risks When Controls Are Weak</vt:lpstr>
      <vt:lpstr>Auditor’s Role</vt:lpstr>
      <vt:lpstr>Assignment III – Fill up Chapter 3 Part 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2025-11-23T13:50:12Z</dcterms:modified>
</cp:coreProperties>
</file>