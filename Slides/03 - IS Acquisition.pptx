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62" r:id="rId2"/>
    <p:sldId id="260" r:id="rId3"/>
    <p:sldId id="257" r:id="rId4"/>
    <p:sldId id="304" r:id="rId5"/>
    <p:sldId id="305" r:id="rId6"/>
    <p:sldId id="263" r:id="rId7"/>
    <p:sldId id="264" r:id="rId8"/>
    <p:sldId id="306" r:id="rId9"/>
    <p:sldId id="310" r:id="rId10"/>
    <p:sldId id="356" r:id="rId11"/>
    <p:sldId id="357" r:id="rId12"/>
    <p:sldId id="358" r:id="rId13"/>
    <p:sldId id="372" r:id="rId14"/>
    <p:sldId id="368" r:id="rId15"/>
    <p:sldId id="369" r:id="rId16"/>
    <p:sldId id="370" r:id="rId17"/>
    <p:sldId id="371" r:id="rId18"/>
    <p:sldId id="359" r:id="rId19"/>
    <p:sldId id="363" r:id="rId20"/>
    <p:sldId id="364" r:id="rId21"/>
    <p:sldId id="366" r:id="rId22"/>
    <p:sldId id="367" r:id="rId23"/>
    <p:sldId id="360" r:id="rId24"/>
    <p:sldId id="361" r:id="rId25"/>
    <p:sldId id="362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2C51"/>
    <a:srgbClr val="FFC000"/>
    <a:srgbClr val="020294"/>
    <a:srgbClr val="E4D304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CE775A-F99A-4D68-8593-2435F700D507}" v="89" dt="2025-11-23T05:57:10.1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0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6C5D399A-8E2C-4907-9624-A2DD17609376}"/>
    <pc:docChg chg="undo custSel addSld delSld modSld sldOrd">
      <pc:chgData name="Teuku Raja Irfan Radarma" userId="cf428174-95ba-4576-8554-3a3b8ffa52b7" providerId="ADAL" clId="{6C5D399A-8E2C-4907-9624-A2DD17609376}" dt="2025-11-22T04:50:00.747" v="1791"/>
      <pc:docMkLst>
        <pc:docMk/>
      </pc:docMkLst>
      <pc:sldChg chg="modSp mod">
        <pc:chgData name="Teuku Raja Irfan Radarma" userId="cf428174-95ba-4576-8554-3a3b8ffa52b7" providerId="ADAL" clId="{6C5D399A-8E2C-4907-9624-A2DD17609376}" dt="2025-11-22T04:32:40.769" v="980" actId="20577"/>
        <pc:sldMkLst>
          <pc:docMk/>
          <pc:sldMk cId="4030995347" sldId="257"/>
        </pc:sldMkLst>
        <pc:spChg chg="mod">
          <ac:chgData name="Teuku Raja Irfan Radarma" userId="cf428174-95ba-4576-8554-3a3b8ffa52b7" providerId="ADAL" clId="{6C5D399A-8E2C-4907-9624-A2DD17609376}" dt="2025-11-22T04:32:40.769" v="980" actId="20577"/>
          <ac:spMkLst>
            <pc:docMk/>
            <pc:sldMk cId="4030995347" sldId="257"/>
            <ac:spMk id="3" creationId="{940F5DB3-7A6F-EDD4-9F33-B3FF6161C717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24:43.797" v="98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6C5D399A-8E2C-4907-9624-A2DD17609376}" dt="2025-11-22T04:24:41.294" v="97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6C5D399A-8E2C-4907-9624-A2DD17609376}" dt="2025-11-22T04:24:43.797" v="98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 ord">
        <pc:chgData name="Teuku Raja Irfan Radarma" userId="cf428174-95ba-4576-8554-3a3b8ffa52b7" providerId="ADAL" clId="{6C5D399A-8E2C-4907-9624-A2DD17609376}" dt="2025-11-22T04:35:15.488" v="1224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6C5D399A-8E2C-4907-9624-A2DD17609376}" dt="2025-11-22T04:35:15.488" v="1224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37:01.464" v="1262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6C5D399A-8E2C-4907-9624-A2DD17609376}" dt="2025-11-22T04:36:46.769" v="1237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6C5D399A-8E2C-4907-9624-A2DD17609376}" dt="2025-11-22T04:37:01.464" v="1262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26:55.848" v="309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6C5D399A-8E2C-4907-9624-A2DD17609376}" dt="2025-11-22T04:25:58.366" v="109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6C5D399A-8E2C-4907-9624-A2DD17609376}" dt="2025-11-22T04:26:55.848" v="309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31:36.625" v="927" actId="20577"/>
        <pc:sldMkLst>
          <pc:docMk/>
          <pc:sldMk cId="3404562138" sldId="305"/>
        </pc:sldMkLst>
        <pc:spChg chg="mod">
          <ac:chgData name="Teuku Raja Irfan Radarma" userId="cf428174-95ba-4576-8554-3a3b8ffa52b7" providerId="ADAL" clId="{6C5D399A-8E2C-4907-9624-A2DD17609376}" dt="2025-11-22T04:27:21.097" v="338" actId="20577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6C5D399A-8E2C-4907-9624-A2DD17609376}" dt="2025-11-22T04:31:36.625" v="927" actId="20577"/>
          <ac:spMkLst>
            <pc:docMk/>
            <pc:sldMk cId="3404562138" sldId="305"/>
            <ac:spMk id="3" creationId="{8BA43A71-550D-6448-8070-817ACA416DEE}"/>
          </ac:spMkLst>
        </pc:spChg>
      </pc:sldChg>
      <pc:sldChg chg="addSp delSp modSp mod">
        <pc:chgData name="Teuku Raja Irfan Radarma" userId="cf428174-95ba-4576-8554-3a3b8ffa52b7" providerId="ADAL" clId="{6C5D399A-8E2C-4907-9624-A2DD17609376}" dt="2025-11-22T04:45:15.534" v="1733" actId="20577"/>
        <pc:sldMkLst>
          <pc:docMk/>
          <pc:sldMk cId="3051451500" sldId="306"/>
        </pc:sldMkLst>
        <pc:spChg chg="mod">
          <ac:chgData name="Teuku Raja Irfan Radarma" userId="cf428174-95ba-4576-8554-3a3b8ffa52b7" providerId="ADAL" clId="{6C5D399A-8E2C-4907-9624-A2DD17609376}" dt="2025-11-22T04:37:38.774" v="1355" actId="20577"/>
          <ac:spMkLst>
            <pc:docMk/>
            <pc:sldMk cId="3051451500" sldId="306"/>
            <ac:spMk id="2" creationId="{31B9DD37-A529-C0FC-5CA8-591ADC5F0314}"/>
          </ac:spMkLst>
        </pc:spChg>
        <pc:spChg chg="mod">
          <ac:chgData name="Teuku Raja Irfan Radarma" userId="cf428174-95ba-4576-8554-3a3b8ffa52b7" providerId="ADAL" clId="{6C5D399A-8E2C-4907-9624-A2DD17609376}" dt="2025-11-22T04:42:59.576" v="1707" actId="404"/>
          <ac:spMkLst>
            <pc:docMk/>
            <pc:sldMk cId="3051451500" sldId="306"/>
            <ac:spMk id="6" creationId="{C6007249-6724-8E38-EC48-6E0C4748BD12}"/>
          </ac:spMkLst>
        </pc:spChg>
        <pc:spChg chg="del">
          <ac:chgData name="Teuku Raja Irfan Radarma" userId="cf428174-95ba-4576-8554-3a3b8ffa52b7" providerId="ADAL" clId="{6C5D399A-8E2C-4907-9624-A2DD17609376}" dt="2025-11-22T04:37:42.594" v="1356" actId="478"/>
          <ac:spMkLst>
            <pc:docMk/>
            <pc:sldMk cId="3051451500" sldId="306"/>
            <ac:spMk id="7" creationId="{DDF16751-09F9-6761-2E34-EAF32CEF3755}"/>
          </ac:spMkLst>
        </pc:spChg>
        <pc:spChg chg="add mod">
          <ac:chgData name="Teuku Raja Irfan Radarma" userId="cf428174-95ba-4576-8554-3a3b8ffa52b7" providerId="ADAL" clId="{6C5D399A-8E2C-4907-9624-A2DD17609376}" dt="2025-11-22T04:43:06.193" v="1708" actId="1076"/>
          <ac:spMkLst>
            <pc:docMk/>
            <pc:sldMk cId="3051451500" sldId="306"/>
            <ac:spMk id="8" creationId="{4C214459-AF61-BBE7-F19C-A8F8278DF35C}"/>
          </ac:spMkLst>
        </pc:spChg>
        <pc:spChg chg="add mod">
          <ac:chgData name="Teuku Raja Irfan Radarma" userId="cf428174-95ba-4576-8554-3a3b8ffa52b7" providerId="ADAL" clId="{6C5D399A-8E2C-4907-9624-A2DD17609376}" dt="2025-11-22T04:43:06.193" v="1708" actId="1076"/>
          <ac:spMkLst>
            <pc:docMk/>
            <pc:sldMk cId="3051451500" sldId="306"/>
            <ac:spMk id="9" creationId="{2BFC5A99-AA86-FB16-348A-4F01402003A7}"/>
          </ac:spMkLst>
        </pc:spChg>
        <pc:spChg chg="add mod">
          <ac:chgData name="Teuku Raja Irfan Radarma" userId="cf428174-95ba-4576-8554-3a3b8ffa52b7" providerId="ADAL" clId="{6C5D399A-8E2C-4907-9624-A2DD17609376}" dt="2025-11-22T04:44:58.823" v="1731" actId="20577"/>
          <ac:spMkLst>
            <pc:docMk/>
            <pc:sldMk cId="3051451500" sldId="306"/>
            <ac:spMk id="10" creationId="{A81E38FB-E151-2B35-2B05-EC05413EE571}"/>
          </ac:spMkLst>
        </pc:spChg>
        <pc:spChg chg="add mod">
          <ac:chgData name="Teuku Raja Irfan Radarma" userId="cf428174-95ba-4576-8554-3a3b8ffa52b7" providerId="ADAL" clId="{6C5D399A-8E2C-4907-9624-A2DD17609376}" dt="2025-11-22T04:45:15.534" v="1733" actId="20577"/>
          <ac:spMkLst>
            <pc:docMk/>
            <pc:sldMk cId="3051451500" sldId="306"/>
            <ac:spMk id="11" creationId="{D10B4733-33BA-0DF4-C39B-2F735E6D52EB}"/>
          </ac:spMkLst>
        </pc:spChg>
        <pc:picChg chg="add mod">
          <ac:chgData name="Teuku Raja Irfan Radarma" userId="cf428174-95ba-4576-8554-3a3b8ffa52b7" providerId="ADAL" clId="{6C5D399A-8E2C-4907-9624-A2DD17609376}" dt="2025-11-22T04:43:06.193" v="1708" actId="1076"/>
          <ac:picMkLst>
            <pc:docMk/>
            <pc:sldMk cId="3051451500" sldId="306"/>
            <ac:picMk id="3" creationId="{ED84208F-3FCB-342A-1B74-AD8BAC29A265}"/>
          </ac:picMkLst>
        </pc:picChg>
      </pc:sldChg>
      <pc:sldChg chg="addSp modSp mod">
        <pc:chgData name="Teuku Raja Irfan Radarma" userId="cf428174-95ba-4576-8554-3a3b8ffa52b7" providerId="ADAL" clId="{6C5D399A-8E2C-4907-9624-A2DD17609376}" dt="2025-11-22T04:46:38.099" v="1752" actId="14100"/>
        <pc:sldMkLst>
          <pc:docMk/>
          <pc:sldMk cId="4133513380" sldId="310"/>
        </pc:sldMkLst>
        <pc:spChg chg="mod">
          <ac:chgData name="Teuku Raja Irfan Radarma" userId="cf428174-95ba-4576-8554-3a3b8ffa52b7" providerId="ADAL" clId="{6C5D399A-8E2C-4907-9624-A2DD17609376}" dt="2025-11-22T04:40:58.918" v="1694" actId="20577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6C5D399A-8E2C-4907-9624-A2DD17609376}" dt="2025-11-22T04:46:01.275" v="1741" actId="14100"/>
          <ac:spMkLst>
            <pc:docMk/>
            <pc:sldMk cId="4133513380" sldId="310"/>
            <ac:spMk id="3" creationId="{BD9E2BB4-0C99-4A5A-63A6-F98A68A6FA16}"/>
          </ac:spMkLst>
        </pc:spChg>
        <pc:spChg chg="add mod">
          <ac:chgData name="Teuku Raja Irfan Radarma" userId="cf428174-95ba-4576-8554-3a3b8ffa52b7" providerId="ADAL" clId="{6C5D399A-8E2C-4907-9624-A2DD17609376}" dt="2025-11-22T04:46:38.099" v="1752" actId="14100"/>
          <ac:spMkLst>
            <pc:docMk/>
            <pc:sldMk cId="4133513380" sldId="310"/>
            <ac:spMk id="5" creationId="{6A9B22AE-C51A-5392-0984-874BBFD212C4}"/>
          </ac:spMkLst>
        </pc:spChg>
      </pc:sldChg>
      <pc:sldChg chg="addSp delSp modSp new mod ord">
        <pc:chgData name="Teuku Raja Irfan Radarma" userId="cf428174-95ba-4576-8554-3a3b8ffa52b7" providerId="ADAL" clId="{6C5D399A-8E2C-4907-9624-A2DD17609376}" dt="2025-11-22T04:50:00.747" v="1791"/>
        <pc:sldMkLst>
          <pc:docMk/>
          <pc:sldMk cId="788678985" sldId="356"/>
        </pc:sldMkLst>
        <pc:spChg chg="mod">
          <ac:chgData name="Teuku Raja Irfan Radarma" userId="cf428174-95ba-4576-8554-3a3b8ffa52b7" providerId="ADAL" clId="{6C5D399A-8E2C-4907-9624-A2DD17609376}" dt="2025-11-22T04:47:03.560" v="1771" actId="20577"/>
          <ac:spMkLst>
            <pc:docMk/>
            <pc:sldMk cId="788678985" sldId="356"/>
            <ac:spMk id="2" creationId="{24A6F8D9-F661-35CB-CB29-522048F0FC1A}"/>
          </ac:spMkLst>
        </pc:spChg>
        <pc:spChg chg="add del mod">
          <ac:chgData name="Teuku Raja Irfan Radarma" userId="cf428174-95ba-4576-8554-3a3b8ffa52b7" providerId="ADAL" clId="{6C5D399A-8E2C-4907-9624-A2DD17609376}" dt="2025-11-22T04:48:55.492" v="1787" actId="5793"/>
          <ac:spMkLst>
            <pc:docMk/>
            <pc:sldMk cId="788678985" sldId="356"/>
            <ac:spMk id="3" creationId="{DC5F821E-2EE9-0A70-84B7-FF17DC243949}"/>
          </ac:spMkLst>
        </pc:spChg>
        <pc:spChg chg="add mod">
          <ac:chgData name="Teuku Raja Irfan Radarma" userId="cf428174-95ba-4576-8554-3a3b8ffa52b7" providerId="ADAL" clId="{6C5D399A-8E2C-4907-9624-A2DD17609376}" dt="2025-11-22T04:48:29.044" v="1773"/>
          <ac:spMkLst>
            <pc:docMk/>
            <pc:sldMk cId="788678985" sldId="356"/>
            <ac:spMk id="5" creationId="{8DF6CD61-E2CD-8832-4D95-B051720352CF}"/>
          </ac:spMkLst>
        </pc:spChg>
      </pc:sldChg>
    </pc:docChg>
  </pc:docChgLst>
  <pc:docChgLst>
    <pc:chgData name="Teuku Raja Irfan Radarma" userId="cf428174-95ba-4576-8554-3a3b8ffa52b7" providerId="ADAL" clId="{A80269FD-1647-41EA-9465-E4829927D3E9}"/>
    <pc:docChg chg="undo redo custSel addSld delSld modSld sldOrd modMainMaster">
      <pc:chgData name="Teuku Raja Irfan Radarma" userId="cf428174-95ba-4576-8554-3a3b8ffa52b7" providerId="ADAL" clId="{A80269FD-1647-41EA-9465-E4829927D3E9}" dt="2025-11-23T06:03:28.290" v="12303" actId="20577"/>
      <pc:docMkLst>
        <pc:docMk/>
      </pc:docMkLst>
      <pc:sldChg chg="addSp delSp modSp mod ord">
        <pc:chgData name="Teuku Raja Irfan Radarma" userId="cf428174-95ba-4576-8554-3a3b8ffa52b7" providerId="ADAL" clId="{A80269FD-1647-41EA-9465-E4829927D3E9}" dt="2025-11-22T13:20:34.214" v="9975" actId="20577"/>
        <pc:sldMkLst>
          <pc:docMk/>
          <pc:sldMk cId="4030995347" sldId="257"/>
        </pc:sldMkLst>
        <pc:spChg chg="mod">
          <ac:chgData name="Teuku Raja Irfan Radarma" userId="cf428174-95ba-4576-8554-3a3b8ffa52b7" providerId="ADAL" clId="{A80269FD-1647-41EA-9465-E4829927D3E9}" dt="2025-11-09T09:18:31.053" v="735" actId="403"/>
          <ac:spMkLst>
            <pc:docMk/>
            <pc:sldMk cId="4030995347" sldId="257"/>
            <ac:spMk id="2" creationId="{5067157F-D729-D43A-6721-923C7B23828A}"/>
          </ac:spMkLst>
        </pc:spChg>
        <pc:spChg chg="mod">
          <ac:chgData name="Teuku Raja Irfan Radarma" userId="cf428174-95ba-4576-8554-3a3b8ffa52b7" providerId="ADAL" clId="{A80269FD-1647-41EA-9465-E4829927D3E9}" dt="2025-11-22T13:20:34.214" v="9975" actId="20577"/>
          <ac:spMkLst>
            <pc:docMk/>
            <pc:sldMk cId="4030995347" sldId="257"/>
            <ac:spMk id="3" creationId="{940F5DB3-7A6F-EDD4-9F33-B3FF6161C717}"/>
          </ac:spMkLst>
        </pc:spChg>
        <pc:spChg chg="add mod">
          <ac:chgData name="Teuku Raja Irfan Radarma" userId="cf428174-95ba-4576-8554-3a3b8ffa52b7" providerId="ADAL" clId="{A80269FD-1647-41EA-9465-E4829927D3E9}" dt="2025-11-09T09:20:21.260" v="962" actId="1076"/>
          <ac:spMkLst>
            <pc:docMk/>
            <pc:sldMk cId="4030995347" sldId="257"/>
            <ac:spMk id="4" creationId="{6C09DF7A-9B78-AB11-FA80-26BA72C3D29B}"/>
          </ac:spMkLst>
        </pc:spChg>
      </pc:sldChg>
      <pc:sldChg chg="delSp modSp del mod">
        <pc:chgData name="Teuku Raja Irfan Radarma" userId="cf428174-95ba-4576-8554-3a3b8ffa52b7" providerId="ADAL" clId="{A80269FD-1647-41EA-9465-E4829927D3E9}" dt="2025-11-22T13:10:05.725" v="9902" actId="47"/>
        <pc:sldMkLst>
          <pc:docMk/>
          <pc:sldMk cId="336491319" sldId="258"/>
        </pc:sldMkLst>
      </pc:sldChg>
      <pc:sldChg chg="modSp mod">
        <pc:chgData name="Teuku Raja Irfan Radarma" userId="cf428174-95ba-4576-8554-3a3b8ffa52b7" providerId="ADAL" clId="{A80269FD-1647-41EA-9465-E4829927D3E9}" dt="2025-11-16T04:20:40.085" v="3802" actId="20577"/>
        <pc:sldMkLst>
          <pc:docMk/>
          <pc:sldMk cId="2021974124" sldId="260"/>
        </pc:sldMkLst>
        <pc:spChg chg="mod">
          <ac:chgData name="Teuku Raja Irfan Radarma" userId="cf428174-95ba-4576-8554-3a3b8ffa52b7" providerId="ADAL" clId="{A80269FD-1647-41EA-9465-E4829927D3E9}" dt="2025-11-16T04:20:40.085" v="3802" actId="20577"/>
          <ac:spMkLst>
            <pc:docMk/>
            <pc:sldMk cId="2021974124" sldId="260"/>
            <ac:spMk id="3" creationId="{2952C04A-BCBB-9364-2819-8725E6696366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19:10.368" v="369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A80269FD-1647-41EA-9465-E4829927D3E9}" dt="2025-11-16T04:19:08.622" v="3692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A80269FD-1647-41EA-9465-E4829927D3E9}" dt="2025-11-16T04:19:10.368" v="3693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A80269FD-1647-41EA-9465-E4829927D3E9}" dt="2025-11-22T13:30:56.461" v="10252" actId="2710"/>
        <pc:sldMkLst>
          <pc:docMk/>
          <pc:sldMk cId="3835074240" sldId="263"/>
        </pc:sldMkLst>
        <pc:spChg chg="mod">
          <ac:chgData name="Teuku Raja Irfan Radarma" userId="cf428174-95ba-4576-8554-3a3b8ffa52b7" providerId="ADAL" clId="{A80269FD-1647-41EA-9465-E4829927D3E9}" dt="2025-11-22T13:30:56.461" v="10252" actId="2710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6:02:24.773" v="5795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A80269FD-1647-41EA-9465-E4829927D3E9}" dt="2025-11-16T04:23:14.220" v="4080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A80269FD-1647-41EA-9465-E4829927D3E9}" dt="2025-11-16T06:02:24.773" v="5795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delSp modSp add del mod or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479797784" sldId="272"/>
        </pc:sldMkLst>
      </pc:sldChg>
      <pc:sldChg chg="addSp delSp modSp add del mod or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3664726336" sldId="303"/>
        </pc:sldMkLst>
      </pc:sldChg>
      <pc:sldChg chg="addSp modSp new mod">
        <pc:chgData name="Teuku Raja Irfan Radarma" userId="cf428174-95ba-4576-8554-3a3b8ffa52b7" providerId="ADAL" clId="{A80269FD-1647-41EA-9465-E4829927D3E9}" dt="2025-11-22T13:23:17.850" v="10232" actId="1076"/>
        <pc:sldMkLst>
          <pc:docMk/>
          <pc:sldMk cId="2891726164" sldId="304"/>
        </pc:sldMkLst>
        <pc:spChg chg="mod">
          <ac:chgData name="Teuku Raja Irfan Radarma" userId="cf428174-95ba-4576-8554-3a3b8ffa52b7" providerId="ADAL" clId="{A80269FD-1647-41EA-9465-E4829927D3E9}" dt="2025-11-16T04:21:35.033" v="3840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A80269FD-1647-41EA-9465-E4829927D3E9}" dt="2025-11-16T04:22:40.974" v="4023" actId="404"/>
          <ac:spMkLst>
            <pc:docMk/>
            <pc:sldMk cId="2891726164" sldId="304"/>
            <ac:spMk id="3" creationId="{0EEF17E5-AD4D-CEBE-F9C3-691B024490D7}"/>
          </ac:spMkLst>
        </pc:spChg>
        <pc:spChg chg="add mod">
          <ac:chgData name="Teuku Raja Irfan Radarma" userId="cf428174-95ba-4576-8554-3a3b8ffa52b7" providerId="ADAL" clId="{A80269FD-1647-41EA-9465-E4829927D3E9}" dt="2025-11-22T13:22:36.886" v="10226" actId="20577"/>
          <ac:spMkLst>
            <pc:docMk/>
            <pc:sldMk cId="2891726164" sldId="304"/>
            <ac:spMk id="5" creationId="{7D1C4826-0D9F-82A9-71DC-D0E6749679B2}"/>
          </ac:spMkLst>
        </pc:spChg>
        <pc:picChg chg="add mod">
          <ac:chgData name="Teuku Raja Irfan Radarma" userId="cf428174-95ba-4576-8554-3a3b8ffa52b7" providerId="ADAL" clId="{A80269FD-1647-41EA-9465-E4829927D3E9}" dt="2025-11-22T13:23:17.850" v="10232" actId="1076"/>
          <ac:picMkLst>
            <pc:docMk/>
            <pc:sldMk cId="2891726164" sldId="304"/>
            <ac:picMk id="7" creationId="{49B6D3FE-8769-21BC-BF58-6C31B83C8104}"/>
          </ac:picMkLst>
        </pc:picChg>
      </pc:sldChg>
      <pc:sldChg chg="modSp new mod">
        <pc:chgData name="Teuku Raja Irfan Radarma" userId="cf428174-95ba-4576-8554-3a3b8ffa52b7" providerId="ADAL" clId="{A80269FD-1647-41EA-9465-E4829927D3E9}" dt="2025-11-16T13:54:37.265" v="9765" actId="20577"/>
        <pc:sldMkLst>
          <pc:docMk/>
          <pc:sldMk cId="3404562138" sldId="305"/>
        </pc:sldMkLst>
        <pc:spChg chg="mod">
          <ac:chgData name="Teuku Raja Irfan Radarma" userId="cf428174-95ba-4576-8554-3a3b8ffa52b7" providerId="ADAL" clId="{A80269FD-1647-41EA-9465-E4829927D3E9}" dt="2025-11-16T13:48:47.008" v="9712" actId="14100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A80269FD-1647-41EA-9465-E4829927D3E9}" dt="2025-11-16T13:54:37.265" v="9765" actId="20577"/>
          <ac:spMkLst>
            <pc:docMk/>
            <pc:sldMk cId="3404562138" sldId="305"/>
            <ac:spMk id="3" creationId="{8BA43A71-550D-6448-8070-817ACA416DEE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4:33:24.228" v="4247" actId="12"/>
        <pc:sldMkLst>
          <pc:docMk/>
          <pc:sldMk cId="3051451500" sldId="306"/>
        </pc:sldMkLst>
        <pc:spChg chg="mod">
          <ac:chgData name="Teuku Raja Irfan Radarma" userId="cf428174-95ba-4576-8554-3a3b8ffa52b7" providerId="ADAL" clId="{A80269FD-1647-41EA-9465-E4829927D3E9}" dt="2025-11-16T04:31:46.568" v="4218" actId="403"/>
          <ac:spMkLst>
            <pc:docMk/>
            <pc:sldMk cId="3051451500" sldId="306"/>
            <ac:spMk id="2" creationId="{31B9DD37-A529-C0FC-5CA8-591ADC5F0314}"/>
          </ac:spMkLst>
        </pc:spChg>
        <pc:spChg chg="mod">
          <ac:chgData name="Teuku Raja Irfan Radarma" userId="cf428174-95ba-4576-8554-3a3b8ffa52b7" providerId="ADAL" clId="{A80269FD-1647-41EA-9465-E4829927D3E9}" dt="2025-11-16T04:31:46.568" v="4218" actId="403"/>
          <ac:spMkLst>
            <pc:docMk/>
            <pc:sldMk cId="3051451500" sldId="306"/>
            <ac:spMk id="4" creationId="{1EBF9B3F-1891-0D88-A0F9-6164A522FA62}"/>
          </ac:spMkLst>
        </pc:spChg>
        <pc:spChg chg="add mod">
          <ac:chgData name="Teuku Raja Irfan Radarma" userId="cf428174-95ba-4576-8554-3a3b8ffa52b7" providerId="ADAL" clId="{A80269FD-1647-41EA-9465-E4829927D3E9}" dt="2025-11-16T04:33:24.228" v="4247" actId="12"/>
          <ac:spMkLst>
            <pc:docMk/>
            <pc:sldMk cId="3051451500" sldId="306"/>
            <ac:spMk id="6" creationId="{C6007249-6724-8E38-EC48-6E0C4748BD12}"/>
          </ac:spMkLst>
        </pc:spChg>
      </pc:sldChg>
      <pc:sldChg chg="addSp 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925635915" sldId="307"/>
        </pc:sldMkLst>
      </pc:sldChg>
      <pc:sldChg chg="addSp 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1299863" sldId="308"/>
        </pc:sldMkLst>
      </pc:sldChg>
      <pc:sldChg chg="addSp delSp 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447098636" sldId="309"/>
        </pc:sldMkLst>
      </pc:sldChg>
      <pc:sldChg chg="modSp add mod ord">
        <pc:chgData name="Teuku Raja Irfan Radarma" userId="cf428174-95ba-4576-8554-3a3b8ffa52b7" providerId="ADAL" clId="{A80269FD-1647-41EA-9465-E4829927D3E9}" dt="2025-11-16T04:54:32.704" v="5582" actId="14100"/>
        <pc:sldMkLst>
          <pc:docMk/>
          <pc:sldMk cId="4133513380" sldId="310"/>
        </pc:sldMkLst>
        <pc:spChg chg="mod">
          <ac:chgData name="Teuku Raja Irfan Radarma" userId="cf428174-95ba-4576-8554-3a3b8ffa52b7" providerId="ADAL" clId="{A80269FD-1647-41EA-9465-E4829927D3E9}" dt="2025-11-16T04:54:32.704" v="5582" actId="14100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A80269FD-1647-41EA-9465-E4829927D3E9}" dt="2025-11-16T04:54:31.085" v="5581" actId="14100"/>
          <ac:spMkLst>
            <pc:docMk/>
            <pc:sldMk cId="4133513380" sldId="310"/>
            <ac:spMk id="3" creationId="{BD9E2BB4-0C99-4A5A-63A6-F98A68A6FA16}"/>
          </ac:spMkLst>
        </pc:spChg>
      </pc:sldChg>
      <pc:sldChg chg="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005904008" sldId="311"/>
        </pc:sldMkLst>
      </pc:sldChg>
      <pc:sldChg chg="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64752020" sldId="312"/>
        </pc:sldMkLst>
      </pc:sldChg>
      <pc:sldChg chg="addSp 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3925586966" sldId="313"/>
        </pc:sldMkLst>
      </pc:sldChg>
      <pc:sldChg chg="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902099203" sldId="314"/>
        </pc:sldMkLst>
      </pc:sldChg>
      <pc:sldChg chg="addSp 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632387429" sldId="315"/>
        </pc:sldMkLst>
      </pc:sldChg>
      <pc:sldChg chg="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960341126" sldId="316"/>
        </pc:sldMkLst>
      </pc:sldChg>
      <pc:sldChg chg="addSp delSp 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813489887" sldId="317"/>
        </pc:sldMkLst>
      </pc:sldChg>
      <pc:sldChg chg="addSp delSp modSp add del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332730147" sldId="318"/>
        </pc:sldMkLst>
      </pc:sldChg>
      <pc:sldChg chg="addSp 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4007420529" sldId="319"/>
        </pc:sldMkLst>
      </pc:sldChg>
      <pc:sldChg chg="addSp delSp 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2016869744" sldId="320"/>
        </pc:sldMkLst>
      </pc:sldChg>
      <pc:sldChg chg="addSp delSp 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2668339624" sldId="321"/>
        </pc:sldMkLst>
      </pc:sldChg>
      <pc:sldChg chg="addSp delSp 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650684436" sldId="322"/>
        </pc:sldMkLst>
      </pc:sldChg>
      <pc:sldChg chg="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2375577549" sldId="323"/>
        </pc:sldMkLst>
      </pc:sldChg>
      <pc:sldChg chg="addSp delSp 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94573792" sldId="324"/>
        </pc:sldMkLst>
      </pc:sldChg>
      <pc:sldChg chg="addSp modSp add del mod modTransition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2458852138" sldId="325"/>
        </pc:sldMkLst>
      </pc:sldChg>
      <pc:sldChg chg="addSp modSp add del mod modTransition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850212325" sldId="326"/>
        </pc:sldMkLst>
      </pc:sldChg>
      <pc:sldChg chg="addSp delSp modSp add del mod modTransition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2632540083" sldId="327"/>
        </pc:sldMkLst>
      </pc:sldChg>
      <pc:sldChg chg="addSp delSp modSp add del mod or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2054651574" sldId="328"/>
        </pc:sldMkLst>
      </pc:sldChg>
      <pc:sldChg chg="addSp modSp add del mod modTransition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938814478" sldId="329"/>
        </pc:sldMkLst>
      </pc:sldChg>
      <pc:sldChg chg="addSp modSp add del mod modTransition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3261445024" sldId="330"/>
        </pc:sldMkLst>
      </pc:sldChg>
      <pc:sldChg chg="addSp modSp add del mod modTransition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542359556" sldId="331"/>
        </pc:sldMkLst>
      </pc:sldChg>
      <pc:sldChg chg="delSp 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3885916245" sldId="332"/>
        </pc:sldMkLst>
      </pc:sldChg>
      <pc:sldChg chg="addSp 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954776806" sldId="333"/>
        </pc:sldMkLst>
      </pc:sldChg>
      <pc:sldChg chg="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547837787" sldId="334"/>
        </pc:sldMkLst>
      </pc:sldChg>
      <pc:sldChg chg="addSp delSp 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886525034" sldId="335"/>
        </pc:sldMkLst>
      </pc:sldChg>
      <pc:sldChg chg="addSp delSp 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4278665831" sldId="336"/>
        </pc:sldMkLst>
      </pc:sldChg>
      <pc:sldChg chg="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793532728" sldId="337"/>
        </pc:sldMkLst>
      </pc:sldChg>
      <pc:sldChg chg="addSp 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3404868594" sldId="338"/>
        </pc:sldMkLst>
      </pc:sldChg>
      <pc:sldChg chg="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794000066" sldId="339"/>
        </pc:sldMkLst>
      </pc:sldChg>
      <pc:sldChg chg="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3428136827" sldId="340"/>
        </pc:sldMkLst>
      </pc:sldChg>
      <pc:sldChg chg="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3152488734" sldId="341"/>
        </pc:sldMkLst>
      </pc:sldChg>
      <pc:sldChg chg="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034730479" sldId="342"/>
        </pc:sldMkLst>
      </pc:sldChg>
      <pc:sldChg chg="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3332033869" sldId="343"/>
        </pc:sldMkLst>
      </pc:sldChg>
      <pc:sldChg chg="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426277938" sldId="344"/>
        </pc:sldMkLst>
      </pc:sldChg>
      <pc:sldChg chg="addSp delSp 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186569357" sldId="345"/>
        </pc:sldMkLst>
      </pc:sldChg>
      <pc:sldChg chg="addSp delSp 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2378158088" sldId="346"/>
        </pc:sldMkLst>
      </pc:sldChg>
      <pc:sldChg chg="addSp delSp 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2073425657" sldId="347"/>
        </pc:sldMkLst>
      </pc:sldChg>
      <pc:sldChg chg="addSp 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4030598052" sldId="348"/>
        </pc:sldMkLst>
      </pc:sldChg>
      <pc:sldChg chg="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184288217" sldId="349"/>
        </pc:sldMkLst>
      </pc:sldChg>
      <pc:sldChg chg="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437662986" sldId="350"/>
        </pc:sldMkLst>
      </pc:sldChg>
      <pc:sldChg chg="modSp add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323715114" sldId="351"/>
        </pc:sldMkLst>
      </pc:sldChg>
      <pc:sldChg chg="modSp add del mod or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3901029982" sldId="352"/>
        </pc:sldMkLst>
      </pc:sldChg>
      <pc:sldChg chg="addSp delSp modSp new del mo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717219447" sldId="354"/>
        </pc:sldMkLst>
      </pc:sldChg>
      <pc:sldChg chg="modSp add del mod ord">
        <pc:chgData name="Teuku Raja Irfan Radarma" userId="cf428174-95ba-4576-8554-3a3b8ffa52b7" providerId="ADAL" clId="{A80269FD-1647-41EA-9465-E4829927D3E9}" dt="2025-11-22T13:10:53.517" v="9908" actId="47"/>
        <pc:sldMkLst>
          <pc:docMk/>
          <pc:sldMk cId="390435890" sldId="355"/>
        </pc:sldMkLst>
      </pc:sldChg>
      <pc:sldChg chg="addSp delSp modSp mod">
        <pc:chgData name="Teuku Raja Irfan Radarma" userId="cf428174-95ba-4576-8554-3a3b8ffa52b7" providerId="ADAL" clId="{A80269FD-1647-41EA-9465-E4829927D3E9}" dt="2025-11-22T13:02:20.462" v="9832" actId="122"/>
        <pc:sldMkLst>
          <pc:docMk/>
          <pc:sldMk cId="788678985" sldId="356"/>
        </pc:sldMkLst>
        <pc:spChg chg="del">
          <ac:chgData name="Teuku Raja Irfan Radarma" userId="cf428174-95ba-4576-8554-3a3b8ffa52b7" providerId="ADAL" clId="{A80269FD-1647-41EA-9465-E4829927D3E9}" dt="2025-11-22T13:00:42.559" v="9799" actId="478"/>
          <ac:spMkLst>
            <pc:docMk/>
            <pc:sldMk cId="788678985" sldId="356"/>
            <ac:spMk id="3" creationId="{DC5F821E-2EE9-0A70-84B7-FF17DC243949}"/>
          </ac:spMkLst>
        </pc:spChg>
        <pc:spChg chg="add del mod">
          <ac:chgData name="Teuku Raja Irfan Radarma" userId="cf428174-95ba-4576-8554-3a3b8ffa52b7" providerId="ADAL" clId="{A80269FD-1647-41EA-9465-E4829927D3E9}" dt="2025-11-22T13:00:44.339" v="9800" actId="478"/>
          <ac:spMkLst>
            <pc:docMk/>
            <pc:sldMk cId="788678985" sldId="356"/>
            <ac:spMk id="6" creationId="{FC6F3F26-8C92-2153-A82D-6C9AE7A48913}"/>
          </ac:spMkLst>
        </pc:spChg>
        <pc:graphicFrameChg chg="add mod modGraphic">
          <ac:chgData name="Teuku Raja Irfan Radarma" userId="cf428174-95ba-4576-8554-3a3b8ffa52b7" providerId="ADAL" clId="{A80269FD-1647-41EA-9465-E4829927D3E9}" dt="2025-11-22T13:02:20.462" v="9832" actId="122"/>
          <ac:graphicFrameMkLst>
            <pc:docMk/>
            <pc:sldMk cId="788678985" sldId="356"/>
            <ac:graphicFrameMk id="7" creationId="{2A45CD78-C63B-CE59-610D-BC81DDBEA5A1}"/>
          </ac:graphicFrameMkLst>
        </pc:graphicFrameChg>
      </pc:sldChg>
      <pc:sldChg chg="add del">
        <pc:chgData name="Teuku Raja Irfan Radarma" userId="cf428174-95ba-4576-8554-3a3b8ffa52b7" providerId="ADAL" clId="{A80269FD-1647-41EA-9465-E4829927D3E9}" dt="2025-11-22T13:02:31.742" v="9833" actId="47"/>
        <pc:sldMkLst>
          <pc:docMk/>
          <pc:sldMk cId="675539860" sldId="357"/>
        </pc:sldMkLst>
      </pc:sldChg>
      <pc:sldChg chg="modSp new mod">
        <pc:chgData name="Teuku Raja Irfan Radarma" userId="cf428174-95ba-4576-8554-3a3b8ffa52b7" providerId="ADAL" clId="{A80269FD-1647-41EA-9465-E4829927D3E9}" dt="2025-11-22T13:03:18.033" v="9843" actId="14100"/>
        <pc:sldMkLst>
          <pc:docMk/>
          <pc:sldMk cId="3553490152" sldId="357"/>
        </pc:sldMkLst>
        <pc:spChg chg="mod">
          <ac:chgData name="Teuku Raja Irfan Radarma" userId="cf428174-95ba-4576-8554-3a3b8ffa52b7" providerId="ADAL" clId="{A80269FD-1647-41EA-9465-E4829927D3E9}" dt="2025-11-22T13:03:00.654" v="9835"/>
          <ac:spMkLst>
            <pc:docMk/>
            <pc:sldMk cId="3553490152" sldId="357"/>
            <ac:spMk id="2" creationId="{30BF18F0-2597-8903-CC5D-5CAED3CF96C6}"/>
          </ac:spMkLst>
        </pc:spChg>
        <pc:spChg chg="mod">
          <ac:chgData name="Teuku Raja Irfan Radarma" userId="cf428174-95ba-4576-8554-3a3b8ffa52b7" providerId="ADAL" clId="{A80269FD-1647-41EA-9465-E4829927D3E9}" dt="2025-11-22T13:03:18.033" v="9843" actId="14100"/>
          <ac:spMkLst>
            <pc:docMk/>
            <pc:sldMk cId="3553490152" sldId="357"/>
            <ac:spMk id="3" creationId="{E28203E7-48B3-52D0-8994-AE75E38F00AA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2T13:04:28.821" v="9901" actId="12"/>
        <pc:sldMkLst>
          <pc:docMk/>
          <pc:sldMk cId="403227103" sldId="358"/>
        </pc:sldMkLst>
        <pc:spChg chg="mod">
          <ac:chgData name="Teuku Raja Irfan Radarma" userId="cf428174-95ba-4576-8554-3a3b8ffa52b7" providerId="ADAL" clId="{A80269FD-1647-41EA-9465-E4829927D3E9}" dt="2025-11-22T13:04:14.525" v="9895" actId="20577"/>
          <ac:spMkLst>
            <pc:docMk/>
            <pc:sldMk cId="403227103" sldId="358"/>
            <ac:spMk id="2" creationId="{07EF561B-1CC2-F80D-E37D-3EF4C66806BE}"/>
          </ac:spMkLst>
        </pc:spChg>
        <pc:spChg chg="mod">
          <ac:chgData name="Teuku Raja Irfan Radarma" userId="cf428174-95ba-4576-8554-3a3b8ffa52b7" providerId="ADAL" clId="{A80269FD-1647-41EA-9465-E4829927D3E9}" dt="2025-11-22T13:04:28.821" v="9901" actId="12"/>
          <ac:spMkLst>
            <pc:docMk/>
            <pc:sldMk cId="403227103" sldId="358"/>
            <ac:spMk id="3" creationId="{CA9941E1-632D-ED61-5374-366652099FB7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22T13:33:32.455" v="10287" actId="20577"/>
        <pc:sldMkLst>
          <pc:docMk/>
          <pc:sldMk cId="62413706" sldId="359"/>
        </pc:sldMkLst>
        <pc:spChg chg="mod">
          <ac:chgData name="Teuku Raja Irfan Radarma" userId="cf428174-95ba-4576-8554-3a3b8ffa52b7" providerId="ADAL" clId="{A80269FD-1647-41EA-9465-E4829927D3E9}" dt="2025-11-22T13:31:38.482" v="10256" actId="27636"/>
          <ac:spMkLst>
            <pc:docMk/>
            <pc:sldMk cId="62413706" sldId="359"/>
            <ac:spMk id="2" creationId="{86D1BB63-4350-72A4-F5A6-7BC05C8ACCEA}"/>
          </ac:spMkLst>
        </pc:spChg>
        <pc:spChg chg="mod">
          <ac:chgData name="Teuku Raja Irfan Radarma" userId="cf428174-95ba-4576-8554-3a3b8ffa52b7" providerId="ADAL" clId="{A80269FD-1647-41EA-9465-E4829927D3E9}" dt="2025-11-22T13:33:32.455" v="10287" actId="20577"/>
          <ac:spMkLst>
            <pc:docMk/>
            <pc:sldMk cId="62413706" sldId="359"/>
            <ac:spMk id="3" creationId="{10DAE108-9E44-567B-9E8A-3F62785A8106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2T13:33:52.256" v="10307" actId="20577"/>
        <pc:sldMkLst>
          <pc:docMk/>
          <pc:sldMk cId="2404744056" sldId="360"/>
        </pc:sldMkLst>
        <pc:spChg chg="mod">
          <ac:chgData name="Teuku Raja Irfan Radarma" userId="cf428174-95ba-4576-8554-3a3b8ffa52b7" providerId="ADAL" clId="{A80269FD-1647-41EA-9465-E4829927D3E9}" dt="2025-11-22T13:31:49.282" v="10260" actId="27636"/>
          <ac:spMkLst>
            <pc:docMk/>
            <pc:sldMk cId="2404744056" sldId="360"/>
            <ac:spMk id="2" creationId="{92D33C5B-666B-44AF-F5DA-F291DC227033}"/>
          </ac:spMkLst>
        </pc:spChg>
        <pc:spChg chg="mod">
          <ac:chgData name="Teuku Raja Irfan Radarma" userId="cf428174-95ba-4576-8554-3a3b8ffa52b7" providerId="ADAL" clId="{A80269FD-1647-41EA-9465-E4829927D3E9}" dt="2025-11-22T13:33:52.256" v="10307" actId="20577"/>
          <ac:spMkLst>
            <pc:docMk/>
            <pc:sldMk cId="2404744056" sldId="360"/>
            <ac:spMk id="3" creationId="{F8BDAA9C-22C0-D55D-1EF7-51DBED1171A8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2T13:34:10.716" v="10331" actId="20577"/>
        <pc:sldMkLst>
          <pc:docMk/>
          <pc:sldMk cId="2842273901" sldId="361"/>
        </pc:sldMkLst>
        <pc:spChg chg="mod">
          <ac:chgData name="Teuku Raja Irfan Radarma" userId="cf428174-95ba-4576-8554-3a3b8ffa52b7" providerId="ADAL" clId="{A80269FD-1647-41EA-9465-E4829927D3E9}" dt="2025-11-22T13:32:01.453" v="10262" actId="5793"/>
          <ac:spMkLst>
            <pc:docMk/>
            <pc:sldMk cId="2842273901" sldId="361"/>
            <ac:spMk id="2" creationId="{371AC606-9CA3-A16A-AC54-A351C99D82CC}"/>
          </ac:spMkLst>
        </pc:spChg>
        <pc:spChg chg="mod">
          <ac:chgData name="Teuku Raja Irfan Radarma" userId="cf428174-95ba-4576-8554-3a3b8ffa52b7" providerId="ADAL" clId="{A80269FD-1647-41EA-9465-E4829927D3E9}" dt="2025-11-22T13:34:10.716" v="10331" actId="20577"/>
          <ac:spMkLst>
            <pc:docMk/>
            <pc:sldMk cId="2842273901" sldId="361"/>
            <ac:spMk id="3" creationId="{A873FDAF-A69D-CD40-D4B3-06E89828D610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2T13:34:25.477" v="10357" actId="20577"/>
        <pc:sldMkLst>
          <pc:docMk/>
          <pc:sldMk cId="2948661724" sldId="362"/>
        </pc:sldMkLst>
        <pc:spChg chg="mod">
          <ac:chgData name="Teuku Raja Irfan Radarma" userId="cf428174-95ba-4576-8554-3a3b8ffa52b7" providerId="ADAL" clId="{A80269FD-1647-41EA-9465-E4829927D3E9}" dt="2025-11-22T13:32:17.590" v="10264" actId="5793"/>
          <ac:spMkLst>
            <pc:docMk/>
            <pc:sldMk cId="2948661724" sldId="362"/>
            <ac:spMk id="2" creationId="{1F5DF6D6-8F52-BE2D-5E23-48D0F43EDCEB}"/>
          </ac:spMkLst>
        </pc:spChg>
        <pc:spChg chg="mod">
          <ac:chgData name="Teuku Raja Irfan Radarma" userId="cf428174-95ba-4576-8554-3a3b8ffa52b7" providerId="ADAL" clId="{A80269FD-1647-41EA-9465-E4829927D3E9}" dt="2025-11-22T13:34:25.477" v="10357" actId="20577"/>
          <ac:spMkLst>
            <pc:docMk/>
            <pc:sldMk cId="2948661724" sldId="362"/>
            <ac:spMk id="3" creationId="{69551409-D9D6-781E-9386-25124D216DAF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22T13:39:05.849" v="10400" actId="1076"/>
        <pc:sldMkLst>
          <pc:docMk/>
          <pc:sldMk cId="1044276249" sldId="363"/>
        </pc:sldMkLst>
        <pc:spChg chg="mod">
          <ac:chgData name="Teuku Raja Irfan Radarma" userId="cf428174-95ba-4576-8554-3a3b8ffa52b7" providerId="ADAL" clId="{A80269FD-1647-41EA-9465-E4829927D3E9}" dt="2025-11-22T13:36:32.370" v="10359"/>
          <ac:spMkLst>
            <pc:docMk/>
            <pc:sldMk cId="1044276249" sldId="363"/>
            <ac:spMk id="2" creationId="{A125681A-45A2-7128-DE7A-C52014C27119}"/>
          </ac:spMkLst>
        </pc:spChg>
        <pc:spChg chg="mod">
          <ac:chgData name="Teuku Raja Irfan Radarma" userId="cf428174-95ba-4576-8554-3a3b8ffa52b7" providerId="ADAL" clId="{A80269FD-1647-41EA-9465-E4829927D3E9}" dt="2025-11-22T13:39:00.585" v="10398" actId="1076"/>
          <ac:spMkLst>
            <pc:docMk/>
            <pc:sldMk cId="1044276249" sldId="363"/>
            <ac:spMk id="3" creationId="{CD81C06D-494C-27A0-0E5F-98BA47AD48B7}"/>
          </ac:spMkLst>
        </pc:spChg>
        <pc:spChg chg="add mod">
          <ac:chgData name="Teuku Raja Irfan Radarma" userId="cf428174-95ba-4576-8554-3a3b8ffa52b7" providerId="ADAL" clId="{A80269FD-1647-41EA-9465-E4829927D3E9}" dt="2025-11-22T13:38:56.910" v="10397" actId="1076"/>
          <ac:spMkLst>
            <pc:docMk/>
            <pc:sldMk cId="1044276249" sldId="363"/>
            <ac:spMk id="5" creationId="{2E89AC33-9A1B-0BD4-C2BA-C56E0FE16C83}"/>
          </ac:spMkLst>
        </pc:spChg>
        <pc:spChg chg="add mod">
          <ac:chgData name="Teuku Raja Irfan Radarma" userId="cf428174-95ba-4576-8554-3a3b8ffa52b7" providerId="ADAL" clId="{A80269FD-1647-41EA-9465-E4829927D3E9}" dt="2025-11-22T13:39:05.849" v="10400" actId="1076"/>
          <ac:spMkLst>
            <pc:docMk/>
            <pc:sldMk cId="1044276249" sldId="363"/>
            <ac:spMk id="6" creationId="{00CA8178-C5D9-B7AC-2EB9-8CAE37EAAF27}"/>
          </ac:spMkLst>
        </pc:spChg>
      </pc:sldChg>
      <pc:sldChg chg="modSp add del mod">
        <pc:chgData name="Teuku Raja Irfan Radarma" userId="cf428174-95ba-4576-8554-3a3b8ffa52b7" providerId="ADAL" clId="{A80269FD-1647-41EA-9465-E4829927D3E9}" dt="2025-11-22T13:32:18.983" v="10265" actId="47"/>
        <pc:sldMkLst>
          <pc:docMk/>
          <pc:sldMk cId="3580746412" sldId="363"/>
        </pc:sldMkLst>
        <pc:spChg chg="mod">
          <ac:chgData name="Teuku Raja Irfan Radarma" userId="cf428174-95ba-4576-8554-3a3b8ffa52b7" providerId="ADAL" clId="{A80269FD-1647-41EA-9465-E4829927D3E9}" dt="2025-11-22T13:12:04.428" v="9919" actId="5793"/>
          <ac:spMkLst>
            <pc:docMk/>
            <pc:sldMk cId="3580746412" sldId="363"/>
            <ac:spMk id="2" creationId="{C4AA78EF-E136-9D4D-07F6-68B24DDC039A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22T13:40:05.688" v="10424" actId="27636"/>
        <pc:sldMkLst>
          <pc:docMk/>
          <pc:sldMk cId="3369179900" sldId="364"/>
        </pc:sldMkLst>
        <pc:spChg chg="mod">
          <ac:chgData name="Teuku Raja Irfan Radarma" userId="cf428174-95ba-4576-8554-3a3b8ffa52b7" providerId="ADAL" clId="{A80269FD-1647-41EA-9465-E4829927D3E9}" dt="2025-11-22T13:39:18.565" v="10402"/>
          <ac:spMkLst>
            <pc:docMk/>
            <pc:sldMk cId="3369179900" sldId="364"/>
            <ac:spMk id="2" creationId="{9355AC7A-A396-196D-64A6-0D798170A028}"/>
          </ac:spMkLst>
        </pc:spChg>
        <pc:spChg chg="del">
          <ac:chgData name="Teuku Raja Irfan Radarma" userId="cf428174-95ba-4576-8554-3a3b8ffa52b7" providerId="ADAL" clId="{A80269FD-1647-41EA-9465-E4829927D3E9}" dt="2025-11-22T13:39:31.735" v="10403" actId="478"/>
          <ac:spMkLst>
            <pc:docMk/>
            <pc:sldMk cId="3369179900" sldId="364"/>
            <ac:spMk id="3" creationId="{EF3AF833-5F9C-14FD-6078-3F5782C78669}"/>
          </ac:spMkLst>
        </pc:spChg>
        <pc:spChg chg="del">
          <ac:chgData name="Teuku Raja Irfan Radarma" userId="cf428174-95ba-4576-8554-3a3b8ffa52b7" providerId="ADAL" clId="{A80269FD-1647-41EA-9465-E4829927D3E9}" dt="2025-11-22T13:39:40.076" v="10409" actId="478"/>
          <ac:spMkLst>
            <pc:docMk/>
            <pc:sldMk cId="3369179900" sldId="364"/>
            <ac:spMk id="5" creationId="{677B7455-5F58-6E3F-BEA7-1D6503E8C460}"/>
          </ac:spMkLst>
        </pc:spChg>
        <pc:spChg chg="mod">
          <ac:chgData name="Teuku Raja Irfan Radarma" userId="cf428174-95ba-4576-8554-3a3b8ffa52b7" providerId="ADAL" clId="{A80269FD-1647-41EA-9465-E4829927D3E9}" dt="2025-11-22T13:40:05.688" v="10424" actId="27636"/>
          <ac:spMkLst>
            <pc:docMk/>
            <pc:sldMk cId="3369179900" sldId="364"/>
            <ac:spMk id="6" creationId="{DA02822E-99EC-C2AA-3F8B-FB9F20D07F69}"/>
          </ac:spMkLst>
        </pc:spChg>
        <pc:spChg chg="add del mod">
          <ac:chgData name="Teuku Raja Irfan Radarma" userId="cf428174-95ba-4576-8554-3a3b8ffa52b7" providerId="ADAL" clId="{A80269FD-1647-41EA-9465-E4829927D3E9}" dt="2025-11-22T13:39:33.651" v="10404" actId="478"/>
          <ac:spMkLst>
            <pc:docMk/>
            <pc:sldMk cId="3369179900" sldId="364"/>
            <ac:spMk id="8" creationId="{2F8399D4-3846-50C0-D34D-A220085B2E25}"/>
          </ac:spMkLst>
        </pc:spChg>
      </pc:sldChg>
      <pc:sldChg chg="addSp delSp modSp add del mod">
        <pc:chgData name="Teuku Raja Irfan Radarma" userId="cf428174-95ba-4576-8554-3a3b8ffa52b7" providerId="ADAL" clId="{A80269FD-1647-41EA-9465-E4829927D3E9}" dt="2025-11-23T05:26:17.480" v="10849" actId="47"/>
        <pc:sldMkLst>
          <pc:docMk/>
          <pc:sldMk cId="2965404108" sldId="365"/>
        </pc:sldMkLst>
        <pc:spChg chg="mod">
          <ac:chgData name="Teuku Raja Irfan Radarma" userId="cf428174-95ba-4576-8554-3a3b8ffa52b7" providerId="ADAL" clId="{A80269FD-1647-41EA-9465-E4829927D3E9}" dt="2025-11-22T13:40:42.398" v="10441" actId="14100"/>
          <ac:spMkLst>
            <pc:docMk/>
            <pc:sldMk cId="2965404108" sldId="365"/>
            <ac:spMk id="2" creationId="{6F921D57-24DC-8C32-7064-4A2386A7E5C6}"/>
          </ac:spMkLst>
        </pc:spChg>
        <pc:spChg chg="add mod">
          <ac:chgData name="Teuku Raja Irfan Radarma" userId="cf428174-95ba-4576-8554-3a3b8ffa52b7" providerId="ADAL" clId="{A80269FD-1647-41EA-9465-E4829927D3E9}" dt="2025-11-22T13:42:05.420" v="10470" actId="1076"/>
          <ac:spMkLst>
            <pc:docMk/>
            <pc:sldMk cId="2965404108" sldId="365"/>
            <ac:spMk id="3" creationId="{1F3544A5-0348-8A21-8E10-85CE311A8F85}"/>
          </ac:spMkLst>
        </pc:spChg>
        <pc:spChg chg="add mod">
          <ac:chgData name="Teuku Raja Irfan Radarma" userId="cf428174-95ba-4576-8554-3a3b8ffa52b7" providerId="ADAL" clId="{A80269FD-1647-41EA-9465-E4829927D3E9}" dt="2025-11-22T13:42:21.780" v="10487" actId="20577"/>
          <ac:spMkLst>
            <pc:docMk/>
            <pc:sldMk cId="2965404108" sldId="365"/>
            <ac:spMk id="5" creationId="{BC5C3BA2-4562-D7A5-A229-D9AC81D6C79A}"/>
          </ac:spMkLst>
        </pc:spChg>
        <pc:spChg chg="del">
          <ac:chgData name="Teuku Raja Irfan Radarma" userId="cf428174-95ba-4576-8554-3a3b8ffa52b7" providerId="ADAL" clId="{A80269FD-1647-41EA-9465-E4829927D3E9}" dt="2025-11-22T13:40:52.669" v="10442" actId="478"/>
          <ac:spMkLst>
            <pc:docMk/>
            <pc:sldMk cId="2965404108" sldId="365"/>
            <ac:spMk id="6" creationId="{9682F081-18A9-7EBB-DB49-E10F73440183}"/>
          </ac:spMkLst>
        </pc:spChg>
        <pc:spChg chg="add mod">
          <ac:chgData name="Teuku Raja Irfan Radarma" userId="cf428174-95ba-4576-8554-3a3b8ffa52b7" providerId="ADAL" clId="{A80269FD-1647-41EA-9465-E4829927D3E9}" dt="2025-11-22T13:42:26.991" v="10499" actId="20577"/>
          <ac:spMkLst>
            <pc:docMk/>
            <pc:sldMk cId="2965404108" sldId="365"/>
            <ac:spMk id="7" creationId="{2B05C3BD-97DB-8C83-35AC-B0293F552DE6}"/>
          </ac:spMkLst>
        </pc:spChg>
        <pc:spChg chg="add mod">
          <ac:chgData name="Teuku Raja Irfan Radarma" userId="cf428174-95ba-4576-8554-3a3b8ffa52b7" providerId="ADAL" clId="{A80269FD-1647-41EA-9465-E4829927D3E9}" dt="2025-11-22T13:42:47.806" v="10539" actId="404"/>
          <ac:spMkLst>
            <pc:docMk/>
            <pc:sldMk cId="2965404108" sldId="365"/>
            <ac:spMk id="8" creationId="{DD48FC49-EEF0-1696-8E7D-43484022484A}"/>
          </ac:spMkLst>
        </pc:spChg>
        <pc:spChg chg="add mod">
          <ac:chgData name="Teuku Raja Irfan Radarma" userId="cf428174-95ba-4576-8554-3a3b8ffa52b7" providerId="ADAL" clId="{A80269FD-1647-41EA-9465-E4829927D3E9}" dt="2025-11-22T13:42:43.221" v="10533"/>
          <ac:spMkLst>
            <pc:docMk/>
            <pc:sldMk cId="2965404108" sldId="365"/>
            <ac:spMk id="9" creationId="{77BC704D-6BAD-4273-2CA0-D06DC7187E6E}"/>
          </ac:spMkLst>
        </pc:spChg>
        <pc:spChg chg="add">
          <ac:chgData name="Teuku Raja Irfan Radarma" userId="cf428174-95ba-4576-8554-3a3b8ffa52b7" providerId="ADAL" clId="{A80269FD-1647-41EA-9465-E4829927D3E9}" dt="2025-11-22T13:42:59.485" v="10540"/>
          <ac:spMkLst>
            <pc:docMk/>
            <pc:sldMk cId="2965404108" sldId="365"/>
            <ac:spMk id="10" creationId="{877FC4F8-F455-628A-21AD-9DB8621669D9}"/>
          </ac:spMkLst>
        </pc:spChg>
        <pc:spChg chg="add mod">
          <ac:chgData name="Teuku Raja Irfan Radarma" userId="cf428174-95ba-4576-8554-3a3b8ffa52b7" providerId="ADAL" clId="{A80269FD-1647-41EA-9465-E4829927D3E9}" dt="2025-11-22T13:46:26.787" v="10628" actId="1076"/>
          <ac:spMkLst>
            <pc:docMk/>
            <pc:sldMk cId="2965404108" sldId="365"/>
            <ac:spMk id="11" creationId="{E00FC123-FE62-727F-8923-A7F331958B31}"/>
          </ac:spMkLst>
        </pc:spChg>
        <pc:spChg chg="add mod">
          <ac:chgData name="Teuku Raja Irfan Radarma" userId="cf428174-95ba-4576-8554-3a3b8ffa52b7" providerId="ADAL" clId="{A80269FD-1647-41EA-9465-E4829927D3E9}" dt="2025-11-22T13:46:53.409" v="10636" actId="1076"/>
          <ac:spMkLst>
            <pc:docMk/>
            <pc:sldMk cId="2965404108" sldId="365"/>
            <ac:spMk id="12" creationId="{9A8662A6-F5D0-5EDE-A7B2-E47619C3AF04}"/>
          </ac:spMkLst>
        </pc:spChg>
        <pc:spChg chg="add mod">
          <ac:chgData name="Teuku Raja Irfan Radarma" userId="cf428174-95ba-4576-8554-3a3b8ffa52b7" providerId="ADAL" clId="{A80269FD-1647-41EA-9465-E4829927D3E9}" dt="2025-11-22T13:47:11.409" v="10646" actId="12"/>
          <ac:spMkLst>
            <pc:docMk/>
            <pc:sldMk cId="2965404108" sldId="365"/>
            <ac:spMk id="13" creationId="{BC5CF3B2-0009-35A3-5F87-49C128B5F50A}"/>
          </ac:spMkLst>
        </pc:spChg>
        <pc:spChg chg="add">
          <ac:chgData name="Teuku Raja Irfan Radarma" userId="cf428174-95ba-4576-8554-3a3b8ffa52b7" providerId="ADAL" clId="{A80269FD-1647-41EA-9465-E4829927D3E9}" dt="2025-11-22T13:47:01.371" v="10638"/>
          <ac:spMkLst>
            <pc:docMk/>
            <pc:sldMk cId="2965404108" sldId="365"/>
            <ac:spMk id="14" creationId="{FD13F06E-42BF-AE14-C1FF-6531A1F46D7C}"/>
          </ac:spMkLst>
        </pc:spChg>
        <pc:spChg chg="add mod">
          <ac:chgData name="Teuku Raja Irfan Radarma" userId="cf428174-95ba-4576-8554-3a3b8ffa52b7" providerId="ADAL" clId="{A80269FD-1647-41EA-9465-E4829927D3E9}" dt="2025-11-22T13:47:39.799" v="10655" actId="6549"/>
          <ac:spMkLst>
            <pc:docMk/>
            <pc:sldMk cId="2965404108" sldId="365"/>
            <ac:spMk id="15" creationId="{55B35BA3-E090-5C2A-E09C-07C76288F8A1}"/>
          </ac:spMkLst>
        </pc:spChg>
        <pc:spChg chg="add">
          <ac:chgData name="Teuku Raja Irfan Radarma" userId="cf428174-95ba-4576-8554-3a3b8ffa52b7" providerId="ADAL" clId="{A80269FD-1647-41EA-9465-E4829927D3E9}" dt="2025-11-22T13:47:27.409" v="10648"/>
          <ac:spMkLst>
            <pc:docMk/>
            <pc:sldMk cId="2965404108" sldId="365"/>
            <ac:spMk id="16" creationId="{0EA049C9-0D44-DC88-DED2-6EFFEF818871}"/>
          </ac:spMkLst>
        </pc:spChg>
        <pc:spChg chg="add mod">
          <ac:chgData name="Teuku Raja Irfan Radarma" userId="cf428174-95ba-4576-8554-3a3b8ffa52b7" providerId="ADAL" clId="{A80269FD-1647-41EA-9465-E4829927D3E9}" dt="2025-11-22T13:48:04.253" v="10660" actId="12"/>
          <ac:spMkLst>
            <pc:docMk/>
            <pc:sldMk cId="2965404108" sldId="365"/>
            <ac:spMk id="17" creationId="{FA80E0D7-ADD5-8337-2673-11DD5B4684F5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22T13:56:09.587" v="10825" actId="478"/>
        <pc:sldMkLst>
          <pc:docMk/>
          <pc:sldMk cId="1607815187" sldId="366"/>
        </pc:sldMkLst>
        <pc:spChg chg="del">
          <ac:chgData name="Teuku Raja Irfan Radarma" userId="cf428174-95ba-4576-8554-3a3b8ffa52b7" providerId="ADAL" clId="{A80269FD-1647-41EA-9465-E4829927D3E9}" dt="2025-11-22T13:48:26.061" v="10662" actId="478"/>
          <ac:spMkLst>
            <pc:docMk/>
            <pc:sldMk cId="1607815187" sldId="366"/>
            <ac:spMk id="3" creationId="{BACDA8C4-7833-BA35-E534-AE2901C0A075}"/>
          </ac:spMkLst>
        </pc:spChg>
        <pc:spChg chg="del">
          <ac:chgData name="Teuku Raja Irfan Radarma" userId="cf428174-95ba-4576-8554-3a3b8ffa52b7" providerId="ADAL" clId="{A80269FD-1647-41EA-9465-E4829927D3E9}" dt="2025-11-22T13:48:26.061" v="10662" actId="478"/>
          <ac:spMkLst>
            <pc:docMk/>
            <pc:sldMk cId="1607815187" sldId="366"/>
            <ac:spMk id="5" creationId="{3AABB61F-33F4-7C95-725B-4CC3955CE875}"/>
          </ac:spMkLst>
        </pc:spChg>
        <pc:spChg chg="del">
          <ac:chgData name="Teuku Raja Irfan Radarma" userId="cf428174-95ba-4576-8554-3a3b8ffa52b7" providerId="ADAL" clId="{A80269FD-1647-41EA-9465-E4829927D3E9}" dt="2025-11-22T13:48:26.061" v="10662" actId="478"/>
          <ac:spMkLst>
            <pc:docMk/>
            <pc:sldMk cId="1607815187" sldId="366"/>
            <ac:spMk id="7" creationId="{E380B405-0EEA-A281-AFBF-277EA0F564F4}"/>
          </ac:spMkLst>
        </pc:spChg>
        <pc:spChg chg="del">
          <ac:chgData name="Teuku Raja Irfan Radarma" userId="cf428174-95ba-4576-8554-3a3b8ffa52b7" providerId="ADAL" clId="{A80269FD-1647-41EA-9465-E4829927D3E9}" dt="2025-11-22T13:48:26.061" v="10662" actId="478"/>
          <ac:spMkLst>
            <pc:docMk/>
            <pc:sldMk cId="1607815187" sldId="366"/>
            <ac:spMk id="8" creationId="{73089DEF-C558-2089-4921-165AE03FD256}"/>
          </ac:spMkLst>
        </pc:spChg>
        <pc:spChg chg="del">
          <ac:chgData name="Teuku Raja Irfan Radarma" userId="cf428174-95ba-4576-8554-3a3b8ffa52b7" providerId="ADAL" clId="{A80269FD-1647-41EA-9465-E4829927D3E9}" dt="2025-11-22T13:48:26.061" v="10662" actId="478"/>
          <ac:spMkLst>
            <pc:docMk/>
            <pc:sldMk cId="1607815187" sldId="366"/>
            <ac:spMk id="9" creationId="{C9940146-294F-84FF-1FE9-A13B76D30F6F}"/>
          </ac:spMkLst>
        </pc:spChg>
        <pc:spChg chg="add del mod">
          <ac:chgData name="Teuku Raja Irfan Radarma" userId="cf428174-95ba-4576-8554-3a3b8ffa52b7" providerId="ADAL" clId="{A80269FD-1647-41EA-9465-E4829927D3E9}" dt="2025-11-22T13:50:12.484" v="10694" actId="478"/>
          <ac:spMkLst>
            <pc:docMk/>
            <pc:sldMk cId="1607815187" sldId="366"/>
            <ac:spMk id="10" creationId="{22473D34-6719-A891-0882-0480C18EBCD6}"/>
          </ac:spMkLst>
        </pc:spChg>
        <pc:spChg chg="del">
          <ac:chgData name="Teuku Raja Irfan Radarma" userId="cf428174-95ba-4576-8554-3a3b8ffa52b7" providerId="ADAL" clId="{A80269FD-1647-41EA-9465-E4829927D3E9}" dt="2025-11-22T13:48:26.061" v="10662" actId="478"/>
          <ac:spMkLst>
            <pc:docMk/>
            <pc:sldMk cId="1607815187" sldId="366"/>
            <ac:spMk id="11" creationId="{7A518908-F8D5-3131-7677-B9872DF658B6}"/>
          </ac:spMkLst>
        </pc:spChg>
        <pc:spChg chg="del">
          <ac:chgData name="Teuku Raja Irfan Radarma" userId="cf428174-95ba-4576-8554-3a3b8ffa52b7" providerId="ADAL" clId="{A80269FD-1647-41EA-9465-E4829927D3E9}" dt="2025-11-22T13:48:26.061" v="10662" actId="478"/>
          <ac:spMkLst>
            <pc:docMk/>
            <pc:sldMk cId="1607815187" sldId="366"/>
            <ac:spMk id="12" creationId="{0FB56A38-57C8-8285-65C0-3E0325877F55}"/>
          </ac:spMkLst>
        </pc:spChg>
        <pc:spChg chg="del">
          <ac:chgData name="Teuku Raja Irfan Radarma" userId="cf428174-95ba-4576-8554-3a3b8ffa52b7" providerId="ADAL" clId="{A80269FD-1647-41EA-9465-E4829927D3E9}" dt="2025-11-22T13:48:26.061" v="10662" actId="478"/>
          <ac:spMkLst>
            <pc:docMk/>
            <pc:sldMk cId="1607815187" sldId="366"/>
            <ac:spMk id="13" creationId="{3B4E78A9-7419-DE98-6CD9-5738C1CFDF5B}"/>
          </ac:spMkLst>
        </pc:spChg>
        <pc:spChg chg="add del mod">
          <ac:chgData name="Teuku Raja Irfan Radarma" userId="cf428174-95ba-4576-8554-3a3b8ffa52b7" providerId="ADAL" clId="{A80269FD-1647-41EA-9465-E4829927D3E9}" dt="2025-11-22T13:50:07.189" v="10691" actId="478"/>
          <ac:spMkLst>
            <pc:docMk/>
            <pc:sldMk cId="1607815187" sldId="366"/>
            <ac:spMk id="14" creationId="{89DB842A-39B5-6827-7863-78BEA9E72098}"/>
          </ac:spMkLst>
        </pc:spChg>
        <pc:spChg chg="del">
          <ac:chgData name="Teuku Raja Irfan Radarma" userId="cf428174-95ba-4576-8554-3a3b8ffa52b7" providerId="ADAL" clId="{A80269FD-1647-41EA-9465-E4829927D3E9}" dt="2025-11-22T13:48:26.061" v="10662" actId="478"/>
          <ac:spMkLst>
            <pc:docMk/>
            <pc:sldMk cId="1607815187" sldId="366"/>
            <ac:spMk id="15" creationId="{958115FB-4F2F-9C6C-8997-389C485B5212}"/>
          </ac:spMkLst>
        </pc:spChg>
        <pc:spChg chg="add del mod">
          <ac:chgData name="Teuku Raja Irfan Radarma" userId="cf428174-95ba-4576-8554-3a3b8ffa52b7" providerId="ADAL" clId="{A80269FD-1647-41EA-9465-E4829927D3E9}" dt="2025-11-22T13:50:01.993" v="10688" actId="478"/>
          <ac:spMkLst>
            <pc:docMk/>
            <pc:sldMk cId="1607815187" sldId="366"/>
            <ac:spMk id="16" creationId="{729221D5-FF0B-E182-A3BC-F2983BCFFB96}"/>
          </ac:spMkLst>
        </pc:spChg>
        <pc:spChg chg="del">
          <ac:chgData name="Teuku Raja Irfan Radarma" userId="cf428174-95ba-4576-8554-3a3b8ffa52b7" providerId="ADAL" clId="{A80269FD-1647-41EA-9465-E4829927D3E9}" dt="2025-11-22T13:48:26.061" v="10662" actId="478"/>
          <ac:spMkLst>
            <pc:docMk/>
            <pc:sldMk cId="1607815187" sldId="366"/>
            <ac:spMk id="17" creationId="{820B548B-E323-C4A6-B71B-2DDF98E9EE53}"/>
          </ac:spMkLst>
        </pc:spChg>
        <pc:spChg chg="add del mod">
          <ac:chgData name="Teuku Raja Irfan Radarma" userId="cf428174-95ba-4576-8554-3a3b8ffa52b7" providerId="ADAL" clId="{A80269FD-1647-41EA-9465-E4829927D3E9}" dt="2025-11-22T13:49:57.073" v="10685" actId="478"/>
          <ac:spMkLst>
            <pc:docMk/>
            <pc:sldMk cId="1607815187" sldId="366"/>
            <ac:spMk id="18" creationId="{96A774C9-4920-A6E5-AACF-B72E65A2F1F9}"/>
          </ac:spMkLst>
        </pc:spChg>
        <pc:spChg chg="add mod">
          <ac:chgData name="Teuku Raja Irfan Radarma" userId="cf428174-95ba-4576-8554-3a3b8ffa52b7" providerId="ADAL" clId="{A80269FD-1647-41EA-9465-E4829927D3E9}" dt="2025-11-22T13:53:46.022" v="10753" actId="14100"/>
          <ac:spMkLst>
            <pc:docMk/>
            <pc:sldMk cId="1607815187" sldId="366"/>
            <ac:spMk id="19" creationId="{6586CAD0-1065-8875-975F-FD7816B8A9B8}"/>
          </ac:spMkLst>
        </pc:spChg>
        <pc:spChg chg="add mod">
          <ac:chgData name="Teuku Raja Irfan Radarma" userId="cf428174-95ba-4576-8554-3a3b8ffa52b7" providerId="ADAL" clId="{A80269FD-1647-41EA-9465-E4829927D3E9}" dt="2025-11-22T13:54:04.219" v="10758" actId="14100"/>
          <ac:spMkLst>
            <pc:docMk/>
            <pc:sldMk cId="1607815187" sldId="366"/>
            <ac:spMk id="20" creationId="{B1445C34-02C4-5FDC-142E-E7E299945BCD}"/>
          </ac:spMkLst>
        </pc:spChg>
        <pc:spChg chg="add mod">
          <ac:chgData name="Teuku Raja Irfan Radarma" userId="cf428174-95ba-4576-8554-3a3b8ffa52b7" providerId="ADAL" clId="{A80269FD-1647-41EA-9465-E4829927D3E9}" dt="2025-11-22T13:54:06.695" v="10760" actId="571"/>
          <ac:spMkLst>
            <pc:docMk/>
            <pc:sldMk cId="1607815187" sldId="366"/>
            <ac:spMk id="21" creationId="{15C9E3BC-E1C3-2408-2886-1BBC2F5E015B}"/>
          </ac:spMkLst>
        </pc:spChg>
        <pc:spChg chg="add mod">
          <ac:chgData name="Teuku Raja Irfan Radarma" userId="cf428174-95ba-4576-8554-3a3b8ffa52b7" providerId="ADAL" clId="{A80269FD-1647-41EA-9465-E4829927D3E9}" dt="2025-11-22T13:55:26.243" v="10816" actId="1076"/>
          <ac:spMkLst>
            <pc:docMk/>
            <pc:sldMk cId="1607815187" sldId="366"/>
            <ac:spMk id="22" creationId="{575204F1-C5AB-A6FD-A1F9-495AEA9402D8}"/>
          </ac:spMkLst>
        </pc:spChg>
        <pc:spChg chg="add del mod">
          <ac:chgData name="Teuku Raja Irfan Radarma" userId="cf428174-95ba-4576-8554-3a3b8ffa52b7" providerId="ADAL" clId="{A80269FD-1647-41EA-9465-E4829927D3E9}" dt="2025-11-22T13:56:09.587" v="10825" actId="478"/>
          <ac:spMkLst>
            <pc:docMk/>
            <pc:sldMk cId="1607815187" sldId="366"/>
            <ac:spMk id="23" creationId="{FDF67172-01A4-D192-1D8E-C54D18BD9E9C}"/>
          </ac:spMkLst>
        </pc:spChg>
        <pc:spChg chg="add del mod">
          <ac:chgData name="Teuku Raja Irfan Radarma" userId="cf428174-95ba-4576-8554-3a3b8ffa52b7" providerId="ADAL" clId="{A80269FD-1647-41EA-9465-E4829927D3E9}" dt="2025-11-22T13:56:09.587" v="10825" actId="478"/>
          <ac:spMkLst>
            <pc:docMk/>
            <pc:sldMk cId="1607815187" sldId="366"/>
            <ac:spMk id="24" creationId="{7D5C7AAC-8B40-9CFD-4BEB-3E3D8AF33538}"/>
          </ac:spMkLst>
        </pc:spChg>
        <pc:graphicFrameChg chg="add mod modGraphic">
          <ac:chgData name="Teuku Raja Irfan Radarma" userId="cf428174-95ba-4576-8554-3a3b8ffa52b7" providerId="ADAL" clId="{A80269FD-1647-41EA-9465-E4829927D3E9}" dt="2025-11-22T13:55:14.063" v="10814" actId="20577"/>
          <ac:graphicFrameMkLst>
            <pc:docMk/>
            <pc:sldMk cId="1607815187" sldId="366"/>
            <ac:graphicFrameMk id="6" creationId="{99BDDA31-16A7-A215-C728-952FEBB4B328}"/>
          </ac:graphicFrameMkLst>
        </pc:graphicFrameChg>
      </pc:sldChg>
      <pc:sldChg chg="modSp new mod">
        <pc:chgData name="Teuku Raja Irfan Radarma" userId="cf428174-95ba-4576-8554-3a3b8ffa52b7" providerId="ADAL" clId="{A80269FD-1647-41EA-9465-E4829927D3E9}" dt="2025-11-22T13:57:02.716" v="10848" actId="27636"/>
        <pc:sldMkLst>
          <pc:docMk/>
          <pc:sldMk cId="1665639214" sldId="367"/>
        </pc:sldMkLst>
        <pc:spChg chg="mod">
          <ac:chgData name="Teuku Raja Irfan Radarma" userId="cf428174-95ba-4576-8554-3a3b8ffa52b7" providerId="ADAL" clId="{A80269FD-1647-41EA-9465-E4829927D3E9}" dt="2025-11-22T13:56:56.015" v="10844" actId="14100"/>
          <ac:spMkLst>
            <pc:docMk/>
            <pc:sldMk cId="1665639214" sldId="367"/>
            <ac:spMk id="2" creationId="{F7C0AA7C-D81E-FE2D-2231-151B86834004}"/>
          </ac:spMkLst>
        </pc:spChg>
        <pc:spChg chg="mod">
          <ac:chgData name="Teuku Raja Irfan Radarma" userId="cf428174-95ba-4576-8554-3a3b8ffa52b7" providerId="ADAL" clId="{A80269FD-1647-41EA-9465-E4829927D3E9}" dt="2025-11-22T13:57:02.716" v="10848" actId="27636"/>
          <ac:spMkLst>
            <pc:docMk/>
            <pc:sldMk cId="1665639214" sldId="367"/>
            <ac:spMk id="3" creationId="{CC6A691E-A129-6B6B-3FE6-51787CCD4B17}"/>
          </ac:spMkLst>
        </pc:spChg>
      </pc:sldChg>
      <pc:sldChg chg="add del">
        <pc:chgData name="Teuku Raja Irfan Radarma" userId="cf428174-95ba-4576-8554-3a3b8ffa52b7" providerId="ADAL" clId="{A80269FD-1647-41EA-9465-E4829927D3E9}" dt="2025-11-22T13:56:19.384" v="10827" actId="2890"/>
        <pc:sldMkLst>
          <pc:docMk/>
          <pc:sldMk cId="2715839518" sldId="367"/>
        </pc:sldMkLst>
      </pc:sldChg>
      <pc:sldChg chg="modSp new mod ord">
        <pc:chgData name="Teuku Raja Irfan Radarma" userId="cf428174-95ba-4576-8554-3a3b8ffa52b7" providerId="ADAL" clId="{A80269FD-1647-41EA-9465-E4829927D3E9}" dt="2025-11-23T06:00:43.998" v="11998" actId="27636"/>
        <pc:sldMkLst>
          <pc:docMk/>
          <pc:sldMk cId="220906709" sldId="368"/>
        </pc:sldMkLst>
        <pc:spChg chg="mod">
          <ac:chgData name="Teuku Raja Irfan Radarma" userId="cf428174-95ba-4576-8554-3a3b8ffa52b7" providerId="ADAL" clId="{A80269FD-1647-41EA-9465-E4829927D3E9}" dt="2025-11-23T05:34:16.721" v="11303"/>
          <ac:spMkLst>
            <pc:docMk/>
            <pc:sldMk cId="220906709" sldId="368"/>
            <ac:spMk id="2" creationId="{DBD477D0-B4A0-A754-DEAF-F93C0FC5C981}"/>
          </ac:spMkLst>
        </pc:spChg>
        <pc:spChg chg="mod">
          <ac:chgData name="Teuku Raja Irfan Radarma" userId="cf428174-95ba-4576-8554-3a3b8ffa52b7" providerId="ADAL" clId="{A80269FD-1647-41EA-9465-E4829927D3E9}" dt="2025-11-23T06:00:43.998" v="11998" actId="27636"/>
          <ac:spMkLst>
            <pc:docMk/>
            <pc:sldMk cId="220906709" sldId="368"/>
            <ac:spMk id="3" creationId="{A54BFDEF-D35A-78C0-263A-41EA5B93A542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06:00:40.855" v="11996" actId="20577"/>
        <pc:sldMkLst>
          <pc:docMk/>
          <pc:sldMk cId="279956807" sldId="369"/>
        </pc:sldMkLst>
        <pc:spChg chg="mod">
          <ac:chgData name="Teuku Raja Irfan Radarma" userId="cf428174-95ba-4576-8554-3a3b8ffa52b7" providerId="ADAL" clId="{A80269FD-1647-41EA-9465-E4829927D3E9}" dt="2025-11-23T05:34:31.747" v="11344" actId="20577"/>
          <ac:spMkLst>
            <pc:docMk/>
            <pc:sldMk cId="279956807" sldId="369"/>
            <ac:spMk id="2" creationId="{DADF56F9-75A4-AFBB-FD69-78B5698B1C83}"/>
          </ac:spMkLst>
        </pc:spChg>
        <pc:spChg chg="mod">
          <ac:chgData name="Teuku Raja Irfan Radarma" userId="cf428174-95ba-4576-8554-3a3b8ffa52b7" providerId="ADAL" clId="{A80269FD-1647-41EA-9465-E4829927D3E9}" dt="2025-11-23T06:00:40.855" v="11996" actId="20577"/>
          <ac:spMkLst>
            <pc:docMk/>
            <pc:sldMk cId="279956807" sldId="369"/>
            <ac:spMk id="3" creationId="{AC6D7342-342C-B5C0-6FA7-0D81715593E3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06:02:05.091" v="12117" actId="27636"/>
        <pc:sldMkLst>
          <pc:docMk/>
          <pc:sldMk cId="4246891256" sldId="370"/>
        </pc:sldMkLst>
        <pc:spChg chg="mod">
          <ac:chgData name="Teuku Raja Irfan Radarma" userId="cf428174-95ba-4576-8554-3a3b8ffa52b7" providerId="ADAL" clId="{A80269FD-1647-41EA-9465-E4829927D3E9}" dt="2025-11-23T05:37:01.442" v="11485"/>
          <ac:spMkLst>
            <pc:docMk/>
            <pc:sldMk cId="4246891256" sldId="370"/>
            <ac:spMk id="2" creationId="{163E463A-559E-3BF2-7423-5DC0C345C129}"/>
          </ac:spMkLst>
        </pc:spChg>
        <pc:spChg chg="mod">
          <ac:chgData name="Teuku Raja Irfan Radarma" userId="cf428174-95ba-4576-8554-3a3b8ffa52b7" providerId="ADAL" clId="{A80269FD-1647-41EA-9465-E4829927D3E9}" dt="2025-11-23T06:02:05.091" v="12117" actId="27636"/>
          <ac:spMkLst>
            <pc:docMk/>
            <pc:sldMk cId="4246891256" sldId="370"/>
            <ac:spMk id="3" creationId="{F84CFF49-7024-21CC-A7B6-B82171D8C2CA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06:01:24.943" v="12115" actId="20577"/>
        <pc:sldMkLst>
          <pc:docMk/>
          <pc:sldMk cId="934609450" sldId="371"/>
        </pc:sldMkLst>
        <pc:spChg chg="mod">
          <ac:chgData name="Teuku Raja Irfan Radarma" userId="cf428174-95ba-4576-8554-3a3b8ffa52b7" providerId="ADAL" clId="{A80269FD-1647-41EA-9465-E4829927D3E9}" dt="2025-11-23T05:50:18.358" v="11778"/>
          <ac:spMkLst>
            <pc:docMk/>
            <pc:sldMk cId="934609450" sldId="371"/>
            <ac:spMk id="2" creationId="{8A304E36-E8E4-5F86-2D09-54C6A0A1447C}"/>
          </ac:spMkLst>
        </pc:spChg>
        <pc:spChg chg="mod">
          <ac:chgData name="Teuku Raja Irfan Radarma" userId="cf428174-95ba-4576-8554-3a3b8ffa52b7" providerId="ADAL" clId="{A80269FD-1647-41EA-9465-E4829927D3E9}" dt="2025-11-23T06:01:24.943" v="12115" actId="20577"/>
          <ac:spMkLst>
            <pc:docMk/>
            <pc:sldMk cId="934609450" sldId="371"/>
            <ac:spMk id="3" creationId="{AF7C1625-9EA0-F506-BAF0-189C25928C79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3T06:03:28.290" v="12303" actId="20577"/>
        <pc:sldMkLst>
          <pc:docMk/>
          <pc:sldMk cId="2661301634" sldId="372"/>
        </pc:sldMkLst>
        <pc:spChg chg="mod">
          <ac:chgData name="Teuku Raja Irfan Radarma" userId="cf428174-95ba-4576-8554-3a3b8ffa52b7" providerId="ADAL" clId="{A80269FD-1647-41EA-9465-E4829927D3E9}" dt="2025-11-23T06:02:45.753" v="12150" actId="20577"/>
          <ac:spMkLst>
            <pc:docMk/>
            <pc:sldMk cId="2661301634" sldId="372"/>
            <ac:spMk id="2" creationId="{5C635264-2B01-F8AA-7DF7-2F2979A43631}"/>
          </ac:spMkLst>
        </pc:spChg>
        <pc:spChg chg="mod">
          <ac:chgData name="Teuku Raja Irfan Radarma" userId="cf428174-95ba-4576-8554-3a3b8ffa52b7" providerId="ADAL" clId="{A80269FD-1647-41EA-9465-E4829927D3E9}" dt="2025-11-23T06:03:28.290" v="12303" actId="20577"/>
          <ac:spMkLst>
            <pc:docMk/>
            <pc:sldMk cId="2661301634" sldId="372"/>
            <ac:spMk id="4" creationId="{66471DFC-754E-2FC5-EFDE-BF6BC7C0EE5E}"/>
          </ac:spMkLst>
        </pc:spChg>
      </pc:sldChg>
      <pc:sldMasterChg chg="modSldLayout">
        <pc:chgData name="Teuku Raja Irfan Radarma" userId="cf428174-95ba-4576-8554-3a3b8ffa52b7" providerId="ADAL" clId="{A80269FD-1647-41EA-9465-E4829927D3E9}" dt="2025-11-09T10:40:41.058" v="1846" actId="20577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A80269FD-1647-41EA-9465-E4829927D3E9}" dt="2025-11-09T10:40:41.058" v="1846" actId="20577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A80269FD-1647-41EA-9465-E4829927D3E9}" dt="2025-11-09T10:40:41.058" v="1846" actId="20577"/>
            <ac:spMkLst>
              <pc:docMk/>
              <pc:sldMasterMk cId="856379123" sldId="2147483648"/>
              <pc:sldLayoutMk cId="4051033477" sldId="2147483650"/>
              <ac:spMk id="9" creationId="{15F53667-E945-14D4-A90C-05D1E426649F}"/>
            </ac:spMkLst>
          </pc:spChg>
        </pc:sldLayoutChg>
        <pc:sldLayoutChg chg="delSp modSp mod">
          <pc:chgData name="Teuku Raja Irfan Radarma" userId="cf428174-95ba-4576-8554-3a3b8ffa52b7" providerId="ADAL" clId="{A80269FD-1647-41EA-9465-E4829927D3E9}" dt="2025-11-09T09:13:34.720" v="486" actId="20577"/>
          <pc:sldLayoutMkLst>
            <pc:docMk/>
            <pc:sldMasterMk cId="856379123" sldId="2147483648"/>
            <pc:sldLayoutMk cId="2508048250" sldId="2147483662"/>
          </pc:sldLayoutMkLst>
          <pc:spChg chg="mod">
            <ac:chgData name="Teuku Raja Irfan Radarma" userId="cf428174-95ba-4576-8554-3a3b8ffa52b7" providerId="ADAL" clId="{A80269FD-1647-41EA-9465-E4829927D3E9}" dt="2025-11-09T09:13:34.720" v="486" actId="20577"/>
            <ac:spMkLst>
              <pc:docMk/>
              <pc:sldMasterMk cId="856379123" sldId="2147483648"/>
              <pc:sldLayoutMk cId="2508048250" sldId="2147483662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A80269FD-1647-41EA-9465-E4829927D3E9}" dt="2025-11-09T09:13:20.292" v="472" actId="20577"/>
            <ac:spMkLst>
              <pc:docMk/>
              <pc:sldMasterMk cId="856379123" sldId="2147483648"/>
              <pc:sldLayoutMk cId="2508048250" sldId="2147483662"/>
              <ac:spMk id="3" creationId="{16CA9344-337A-6909-2D92-1C9349DCCECD}"/>
            </ac:spMkLst>
          </pc:spChg>
          <pc:picChg chg="mod">
            <ac:chgData name="Teuku Raja Irfan Radarma" userId="cf428174-95ba-4576-8554-3a3b8ffa52b7" providerId="ADAL" clId="{A80269FD-1647-41EA-9465-E4829927D3E9}" dt="2025-11-09T09:13:12.990" v="470" actId="1076"/>
            <ac:picMkLst>
              <pc:docMk/>
              <pc:sldMasterMk cId="856379123" sldId="2147483648"/>
              <pc:sldLayoutMk cId="2508048250" sldId="2147483662"/>
              <ac:picMk id="76" creationId="{7E189709-2B81-101F-AB9F-CDAD6BD8B7AA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 err="1"/>
              <a:t>gambar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E5C2036-BD6E-3793-4543-1B984AA16F6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01" b="30401"/>
          <a:stretch/>
        </p:blipFill>
        <p:spPr>
          <a:xfrm>
            <a:off x="0" y="0"/>
            <a:ext cx="12192000" cy="318135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10763250" cy="971551"/>
          </a:xfrm>
        </p:spPr>
        <p:txBody>
          <a:bodyPr/>
          <a:lstStyle/>
          <a:p>
            <a:r>
              <a:rPr lang="en-US" dirty="0"/>
              <a:t>IS Acquisition, Development &amp; Implementation I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III</a:t>
            </a:r>
          </a:p>
        </p:txBody>
      </p:sp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 dirty="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/>
              <a:t>IS Acquisition and Development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Implementation II: Implementation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Sales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Expenditure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Audit Report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Covered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IT Governance in concept</a:t>
            </a:r>
          </a:p>
          <a:p>
            <a:r>
              <a:rPr lang="en-US" sz="2400" dirty="0"/>
              <a:t>IT Governance through COBIT 2019 standard</a:t>
            </a:r>
          </a:p>
          <a:p>
            <a:r>
              <a:rPr lang="en-US" sz="2400" dirty="0"/>
              <a:t>Using COBIT 2019 as a criteria for IT Governance Audit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1C4826-0D9F-82A9-71DC-D0E6749679B2}"/>
              </a:ext>
            </a:extLst>
          </p:cNvPr>
          <p:cNvSpPr txBox="1"/>
          <p:nvPr/>
        </p:nvSpPr>
        <p:spPr>
          <a:xfrm>
            <a:off x="838200" y="3715966"/>
            <a:ext cx="847559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Remember, the first half of this class will cover domains in CISA Review, as follows: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IT Governance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IS Acquisition, Development, and Implementation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IS Operations and Business Resilience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Protection of Information and Assets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</p:txBody>
      </p:sp>
      <p:pic>
        <p:nvPicPr>
          <p:cNvPr id="7" name="Graphic 6" descr="Checkmark with solid fill">
            <a:extLst>
              <a:ext uri="{FF2B5EF4-FFF2-40B4-BE49-F238E27FC236}">
                <a16:creationId xmlns:a16="http://schemas.microsoft.com/office/drawing/2014/main" id="{49B6D3FE-8769-21BC-BF58-6C31B83C81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82960" y="3996689"/>
            <a:ext cx="317933" cy="317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61678-8156-B5D7-6985-8F8C864E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109"/>
          </a:xfrm>
        </p:spPr>
        <p:txBody>
          <a:bodyPr/>
          <a:lstStyle/>
          <a:p>
            <a:r>
              <a:rPr lang="en-US" dirty="0"/>
              <a:t>Design Audit Scope -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43A71-550D-6448-8070-817ACA416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00000"/>
              </a:lnSpc>
            </a:pPr>
            <a:r>
              <a:rPr lang="en-US" dirty="0"/>
              <a:t>It was about how you really use standard in IS auditing</a:t>
            </a:r>
          </a:p>
          <a:p>
            <a:pPr>
              <a:lnSpc>
                <a:spcPct val="100000"/>
              </a:lnSpc>
            </a:pPr>
            <a:r>
              <a:rPr lang="en-US" dirty="0"/>
              <a:t>The practices/activities listed out are very useful to design audit program in IT Governance Auditing</a:t>
            </a:r>
          </a:p>
          <a:p>
            <a:pPr>
              <a:lnSpc>
                <a:spcPct val="100000"/>
              </a:lnSpc>
            </a:pPr>
            <a:r>
              <a:rPr lang="en-US" dirty="0"/>
              <a:t>It may be used fully or partially in real audit</a:t>
            </a:r>
          </a:p>
          <a:p>
            <a:pPr>
              <a:lnSpc>
                <a:spcPct val="100000"/>
              </a:lnSpc>
            </a:pPr>
            <a:r>
              <a:rPr lang="en-US" dirty="0"/>
              <a:t>All in all, the practical IT Governance Auditing is about testing whether the practices/activities are done through various audit techniques, such as: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Document review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Interview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Observation</a:t>
            </a:r>
          </a:p>
          <a:p>
            <a:pPr lvl="1">
              <a:lnSpc>
                <a:spcPct val="100000"/>
              </a:lnSpc>
            </a:pPr>
            <a:r>
              <a:rPr lang="en-US" dirty="0" err="1"/>
              <a:t>etc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2707D-EB6F-11F8-2A06-4E76D4C1D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562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Project Governance and Management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Business Case and Feasibility Analysis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System Development Methodologies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Control Identification and Design</a:t>
            </a:r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6815-6D1A-2136-FEB7-5B68FA9A3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#decide #design #build #deploy</a:t>
            </a:r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9DD37-A529-C0FC-5CA8-591ADC5F0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28654"/>
          </a:xfrm>
        </p:spPr>
        <p:txBody>
          <a:bodyPr>
            <a:normAutofit/>
          </a:bodyPr>
          <a:lstStyle/>
          <a:p>
            <a:r>
              <a:rPr lang="en-US" dirty="0"/>
              <a:t>What is about?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F9B3F-1891-0D88-A0F9-6164A522F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07249-6724-8E38-EC48-6E0C4748BD12}"/>
              </a:ext>
            </a:extLst>
          </p:cNvPr>
          <p:cNvSpPr txBox="1"/>
          <p:nvPr/>
        </p:nvSpPr>
        <p:spPr>
          <a:xfrm>
            <a:off x="838200" y="1293780"/>
            <a:ext cx="105155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This domain focuses on how an organization gets a new system, from the moment someone says “We need this” until the system is finally up and running.</a:t>
            </a:r>
          </a:p>
        </p:txBody>
      </p:sp>
      <p:pic>
        <p:nvPicPr>
          <p:cNvPr id="3" name="Picture 2" descr="Lazy - Free people icons">
            <a:extLst>
              <a:ext uri="{FF2B5EF4-FFF2-40B4-BE49-F238E27FC236}">
                <a16:creationId xmlns:a16="http://schemas.microsoft.com/office/drawing/2014/main" id="{ED84208F-3FCB-342A-1B74-AD8BAC29A2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798857"/>
            <a:ext cx="1606684" cy="1606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C214459-AF61-BBE7-F19C-A8F8278DF35C}"/>
              </a:ext>
            </a:extLst>
          </p:cNvPr>
          <p:cNvSpPr txBox="1"/>
          <p:nvPr/>
        </p:nvSpPr>
        <p:spPr>
          <a:xfrm>
            <a:off x="2727290" y="3163563"/>
            <a:ext cx="285959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How do we make sure the system we build or buy is the system we actually need, and that it works?</a:t>
            </a:r>
            <a:endParaRPr lang="en-ID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FC5A99-AA86-FB16-348A-4F01402003A7}"/>
              </a:ext>
            </a:extLst>
          </p:cNvPr>
          <p:cNvSpPr txBox="1"/>
          <p:nvPr/>
        </p:nvSpPr>
        <p:spPr>
          <a:xfrm>
            <a:off x="2727290" y="2798857"/>
            <a:ext cx="1120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It’s about</a:t>
            </a:r>
            <a:endParaRPr lang="en-ID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81E38FB-E151-2B35-2B05-EC05413EE571}"/>
              </a:ext>
            </a:extLst>
          </p:cNvPr>
          <p:cNvSpPr/>
          <p:nvPr/>
        </p:nvSpPr>
        <p:spPr>
          <a:xfrm>
            <a:off x="6712299" y="2842614"/>
            <a:ext cx="4641500" cy="3165231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Think of building a house.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You don’t start by laying bricks. You start with: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Why do we need the house?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What kind of rooms?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How much budget?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Who will build it?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How do we know the house is safe?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 system works the same way.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0B4733-33BA-0DF4-C39B-2F735E6D52EB}"/>
              </a:ext>
            </a:extLst>
          </p:cNvPr>
          <p:cNvSpPr txBox="1"/>
          <p:nvPr/>
        </p:nvSpPr>
        <p:spPr>
          <a:xfrm>
            <a:off x="8539163" y="2429525"/>
            <a:ext cx="1019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Analogy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051451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 dirty="0"/>
              <a:t>Why It Matters to an Auditor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8603"/>
            <a:ext cx="10515600" cy="469835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Many system failures happen </a:t>
            </a:r>
            <a:r>
              <a:rPr lang="en-US" b="1" dirty="0"/>
              <a:t>before</a:t>
            </a:r>
            <a:r>
              <a:rPr lang="en-US" dirty="0"/>
              <a:t> anyone writes a single line of code:</a:t>
            </a:r>
          </a:p>
          <a:p>
            <a:r>
              <a:rPr lang="en-US" dirty="0"/>
              <a:t>unclear goals</a:t>
            </a:r>
          </a:p>
          <a:p>
            <a:r>
              <a:rPr lang="en-US" dirty="0"/>
              <a:t>weak planning</a:t>
            </a:r>
          </a:p>
          <a:p>
            <a:r>
              <a:rPr lang="en-US" dirty="0"/>
              <a:t>wrong vendor</a:t>
            </a:r>
          </a:p>
          <a:p>
            <a:r>
              <a:rPr lang="en-US" dirty="0"/>
              <a:t>missing documentation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Auditors step in early to make sure the “house is properly planned” before construction begins.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9B22AE-C51A-5392-0984-874BBFD212C4}"/>
              </a:ext>
            </a:extLst>
          </p:cNvPr>
          <p:cNvSpPr/>
          <p:nvPr/>
        </p:nvSpPr>
        <p:spPr>
          <a:xfrm>
            <a:off x="5918479" y="2910521"/>
            <a:ext cx="5435322" cy="1036958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If the blueprint is wrong, it doesn’t matter how great the builder is, the house will still be wrong.</a:t>
            </a:r>
          </a:p>
        </p:txBody>
      </p:sp>
    </p:spTree>
    <p:extLst>
      <p:ext uri="{BB962C8B-B14F-4D97-AF65-F5344CB8AC3E}">
        <p14:creationId xmlns:p14="http://schemas.microsoft.com/office/powerpoint/2010/main" val="4133513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6F8D9-F661-35CB-CB29-522048F0F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Domain Correlation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3158FC-5B3E-1623-4305-1511307B7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10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A45CD78-C63B-CE59-610D-BC81DDBEA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977149"/>
              </p:ext>
            </p:extLst>
          </p:nvPr>
        </p:nvGraphicFramePr>
        <p:xfrm>
          <a:off x="923045" y="1818892"/>
          <a:ext cx="10254036" cy="21234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069193">
                  <a:extLst>
                    <a:ext uri="{9D8B030D-6E8A-4147-A177-3AD203B41FA5}">
                      <a16:colId xmlns:a16="http://schemas.microsoft.com/office/drawing/2014/main" val="1995143459"/>
                    </a:ext>
                  </a:extLst>
                </a:gridCol>
                <a:gridCol w="5184843">
                  <a:extLst>
                    <a:ext uri="{9D8B030D-6E8A-4147-A177-3AD203B41FA5}">
                      <a16:colId xmlns:a16="http://schemas.microsoft.com/office/drawing/2014/main" val="30699352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Analogy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939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IT Governance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decides the direction: “We need a new house.”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9582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Information Systems Acquisition, Development, and Implementation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is the </a:t>
                      </a:r>
                      <a:r>
                        <a:rPr lang="en-US" b="1" dirty="0"/>
                        <a:t>construction process</a:t>
                      </a:r>
                      <a:r>
                        <a:rPr lang="en-US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10910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Information Systems Operations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is living in the house and maintaining it.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27894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Information Security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is protecting the house from intruders.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16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86789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F18F0-2597-8903-CC5D-5CAED3CF9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203E7-48B3-52D0-8994-AE75E38F0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7515"/>
            <a:ext cx="10515600" cy="465944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A company builds a new HR or payroll system</a:t>
            </a:r>
          </a:p>
          <a:p>
            <a:r>
              <a:rPr lang="en-US" dirty="0"/>
              <a:t>A bank launches a mobile banking app</a:t>
            </a:r>
          </a:p>
          <a:p>
            <a:r>
              <a:rPr lang="en-US" dirty="0"/>
              <a:t>A hospital upgrades its patient record system</a:t>
            </a:r>
          </a:p>
          <a:p>
            <a:r>
              <a:rPr lang="en-US" dirty="0"/>
              <a:t>A government office creates a new monitoring platform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each case, an auditor checks whether the system is:</a:t>
            </a:r>
          </a:p>
          <a:p>
            <a:r>
              <a:rPr lang="en-US" dirty="0"/>
              <a:t>needed</a:t>
            </a:r>
          </a:p>
          <a:p>
            <a:r>
              <a:rPr lang="en-US" dirty="0"/>
              <a:t>planned correctly</a:t>
            </a:r>
          </a:p>
          <a:p>
            <a:r>
              <a:rPr lang="en-US" dirty="0"/>
              <a:t>developed properly</a:t>
            </a:r>
          </a:p>
          <a:p>
            <a:r>
              <a:rPr lang="en-US" dirty="0"/>
              <a:t>implemented safely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027C2B-7C3D-5F59-1331-E7CADBF46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4901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F561B-1CC2-F80D-E37D-3EF4C6680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You Going To Learn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941E1-632D-ED61-5374-366652099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By the end of this topic, students should understand:</a:t>
            </a:r>
          </a:p>
          <a:p>
            <a:r>
              <a:rPr lang="en-US" dirty="0"/>
              <a:t>how organizations decide to build or buy a system</a:t>
            </a:r>
          </a:p>
          <a:p>
            <a:r>
              <a:rPr lang="en-US" dirty="0"/>
              <a:t>how a project should be planned</a:t>
            </a:r>
          </a:p>
          <a:p>
            <a:r>
              <a:rPr lang="en-US" dirty="0"/>
              <a:t>how system development lifecycle (SDLC) works</a:t>
            </a:r>
          </a:p>
          <a:p>
            <a:r>
              <a:rPr lang="en-US" dirty="0"/>
              <a:t>where typical risks appear</a:t>
            </a:r>
          </a:p>
          <a:p>
            <a:r>
              <a:rPr lang="en-US" dirty="0"/>
              <a:t>what evidence auditors look for at each stage</a:t>
            </a:r>
          </a:p>
          <a:p>
            <a:r>
              <a:rPr lang="en-US" dirty="0"/>
              <a:t>how to evaluate testing and implementation controls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93E9B3-B0FE-4578-F496-B474D3528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271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35264-2B01-F8AA-7DF7-2F2979A43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Try Something New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EF2F4A-9BA7-830B-13F5-9B1AFA82F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471DFC-754E-2FC5-EFDE-BF6BC7C0E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going to form two big groups in class</a:t>
            </a:r>
          </a:p>
          <a:p>
            <a:r>
              <a:rPr lang="en-US" dirty="0"/>
              <a:t>Each group will have to make a </a:t>
            </a:r>
            <a:r>
              <a:rPr lang="en-US"/>
              <a:t>standardized document to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13016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477D0-B4A0-A754-DEAF-F93C0FC5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 dirty="0"/>
              <a:t>Project Governance and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BFDEF-D35A-78C0-263A-41EA5B93A5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20"/>
            <a:ext cx="10515600" cy="4835843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Project Management Practices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Project Management Structure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Project Management Roles and Responsibility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Project Management Techniques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Portfolio/Program Management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Project Management Office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Project Benefit Realization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Project Initiation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Project Objectives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Project Planning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Project Execution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Project Controlling and Monitoring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Project Closing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92CD46-FDC7-8061-3B74-4E1CFDE8E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067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8E105-1BB1-A707-5664-045C4EC76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F56F9-75A4-AFBB-FD69-78B5698B1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 dirty="0"/>
              <a:t>Business Case and Feasibility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D7342-342C-B5C0-6FA7-0D81715593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20"/>
            <a:ext cx="10515600" cy="483584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Project Scope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Current Analysis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Requirements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Approach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Review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1CB0C2-F2F4-5C56-62ED-8343180E1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568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78C64-B2F7-2029-0936-9B386993C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E463A-559E-3BF2-7423-5DC0C345C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 dirty="0"/>
              <a:t>System Development Methodologies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CFF49-7024-21CC-A7B6-B82171D8C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20"/>
            <a:ext cx="10515600" cy="483584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Business Application Development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SDLC Models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SDLC Phases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Software Development Methods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System Development Tools and Productivity Aids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Infrastructure Development/Acquisition Practices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Hardware/Software Acquisition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System Software Acquisition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F026A-6760-BAF2-35E2-03F208747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8912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9D3CF-5663-3898-2169-04699FE13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04E36-E8E4-5F86-2D09-54C6A0A14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 dirty="0"/>
              <a:t>Control Identification and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C1625-9EA0-F506-BAF0-189C25928C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20"/>
            <a:ext cx="10515600" cy="483584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Input/Origination Controls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Processing Procedures and Controls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Output Controls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Application Controls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User Procedures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Decision Support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02DEAB-081D-BA24-7B27-11032E360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6094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15F9-9E79-8495-BA7F-581A2D610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1BB63-4350-72A4-F5A6-7BC05C8A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Project Governance and Management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AE108-9E44-567B-9E8A-3F62785A8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#plan #lead #guide #monitor</a:t>
            </a:r>
          </a:p>
        </p:txBody>
      </p:sp>
    </p:spTree>
    <p:extLst>
      <p:ext uri="{BB962C8B-B14F-4D97-AF65-F5344CB8AC3E}">
        <p14:creationId xmlns:p14="http://schemas.microsoft.com/office/powerpoint/2010/main" val="624137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It Means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81C06D-494C-27A0-0E5F-98BA47AD4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21" y="2901633"/>
            <a:ext cx="6294120" cy="26130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It answers questions like:</a:t>
            </a:r>
          </a:p>
          <a:p>
            <a:r>
              <a:rPr lang="en-US" sz="2400" dirty="0"/>
              <a:t>Who is in charge?</a:t>
            </a:r>
          </a:p>
          <a:p>
            <a:r>
              <a:rPr lang="en-US" sz="2400" dirty="0"/>
              <a:t>Who makes decisions?</a:t>
            </a:r>
          </a:p>
          <a:p>
            <a:r>
              <a:rPr lang="en-US" sz="2400" dirty="0"/>
              <a:t>How do we keep the project on schedule and within budget?</a:t>
            </a:r>
          </a:p>
          <a:p>
            <a:r>
              <a:rPr lang="en-US" sz="2400" dirty="0"/>
              <a:t>How do we manage risks?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89AC33-9A1B-0BD4-C2BA-C56E0FE16C83}"/>
              </a:ext>
            </a:extLst>
          </p:cNvPr>
          <p:cNvSpPr/>
          <p:nvPr/>
        </p:nvSpPr>
        <p:spPr>
          <a:xfrm>
            <a:off x="7101841" y="2901633"/>
            <a:ext cx="4196079" cy="2499360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It’s like organizing a big trip with your family.</a:t>
            </a:r>
          </a:p>
          <a:p>
            <a:pPr algn="ctr"/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Someone must lead the planning, set the itinerary, book the hotels, make sure everyone sticks to the plan, and solve problems along the way.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604328"/>
            <a:ext cx="10043160" cy="11280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dirty="0"/>
              <a:t>Project governance and management is about how a system project is planned, led, and controlled so it doesn’t go off-track</a:t>
            </a:r>
          </a:p>
        </p:txBody>
      </p:sp>
    </p:spTree>
    <p:extLst>
      <p:ext uri="{BB962C8B-B14F-4D97-AF65-F5344CB8AC3E}">
        <p14:creationId xmlns:p14="http://schemas.microsoft.com/office/powerpoint/2010/main" val="10442762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BB36C-6445-DA42-6013-058BC14C3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AC7A-A396-196D-64A6-0D798170A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It Matters in System Projects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E8E91B-84C0-8FCC-7771-3233A73CF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A02822E-99EC-C2AA-3F8B-FB9F20D07F69}"/>
              </a:ext>
            </a:extLst>
          </p:cNvPr>
          <p:cNvSpPr txBox="1">
            <a:spLocks/>
          </p:cNvSpPr>
          <p:nvPr/>
        </p:nvSpPr>
        <p:spPr>
          <a:xfrm>
            <a:off x="807720" y="1604328"/>
            <a:ext cx="10515599" cy="4430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2400" dirty="0"/>
              <a:t>Most IT project failures come from management issues, not technology: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unclear goals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no leadership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no monitoring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scope keeps expanding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risks ignored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/>
              <a:t>Good governance keeps the project steady and aligned with business needs.</a:t>
            </a:r>
          </a:p>
        </p:txBody>
      </p:sp>
    </p:spTree>
    <p:extLst>
      <p:ext uri="{BB962C8B-B14F-4D97-AF65-F5344CB8AC3E}">
        <p14:creationId xmlns:p14="http://schemas.microsoft.com/office/powerpoint/2010/main" val="33691799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8ED7E-CFEE-5538-F3F2-D60FC5250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9EB24-52C2-357B-B656-46EF047A5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50595"/>
          </a:xfrm>
        </p:spPr>
        <p:txBody>
          <a:bodyPr/>
          <a:lstStyle/>
          <a:p>
            <a:r>
              <a:rPr lang="en-US" dirty="0"/>
              <a:t>Key Components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291DCD-F9EB-A000-2D2F-3CBE36DAF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9BDDA31-16A7-A215-C728-952FEBB4B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087104"/>
              </p:ext>
            </p:extLst>
          </p:nvPr>
        </p:nvGraphicFramePr>
        <p:xfrm>
          <a:off x="914400" y="1087120"/>
          <a:ext cx="7848601" cy="4994995"/>
        </p:xfrm>
        <a:graphic>
          <a:graphicData uri="http://schemas.openxmlformats.org/drawingml/2006/table">
            <a:tbl>
              <a:tblPr bandRow="1">
                <a:tableStyleId>{3B4B98B0-60AC-42C2-AFA5-B58CD77FA1E5}</a:tableStyleId>
              </a:tblPr>
              <a:tblGrid>
                <a:gridCol w="3126297">
                  <a:extLst>
                    <a:ext uri="{9D8B030D-6E8A-4147-A177-3AD203B41FA5}">
                      <a16:colId xmlns:a16="http://schemas.microsoft.com/office/drawing/2014/main" val="2736459459"/>
                    </a:ext>
                  </a:extLst>
                </a:gridCol>
                <a:gridCol w="4722304">
                  <a:extLst>
                    <a:ext uri="{9D8B030D-6E8A-4147-A177-3AD203B41FA5}">
                      <a16:colId xmlns:a16="http://schemas.microsoft.com/office/drawing/2014/main" val="1552798382"/>
                    </a:ext>
                  </a:extLst>
                </a:gridCol>
              </a:tblGrid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Steering Committee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Provide direction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Approves major decisions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Handles conflicts and priorities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089566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Project 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Runs the day-to-day work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Manages schedule, budget, people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Reports progress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Handles risks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306008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Stakeholders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Users, IT staff, security team, vendors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Provide inputs and validate requirements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91803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Scope, Time, Cost </a:t>
                      </a:r>
                      <a:r>
                        <a:rPr lang="en-US" sz="1800" dirty="0" err="1"/>
                        <a:t>Mgmt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Scope (what we want to build)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Time (how long)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Cost (how much money)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dirty="0"/>
                        <a:t>If one changes, the others must adjust.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24965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Risk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Identify early risks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Monitor them throughout the project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/>
                        <a:t>Create mitigation plans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955045"/>
                  </a:ext>
                </a:extLst>
              </a:tr>
            </a:tbl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6586CAD0-1065-8875-975F-FD7816B8A9B8}"/>
              </a:ext>
            </a:extLst>
          </p:cNvPr>
          <p:cNvSpPr/>
          <p:nvPr/>
        </p:nvSpPr>
        <p:spPr>
          <a:xfrm>
            <a:off x="8839201" y="1087120"/>
            <a:ext cx="2590799" cy="873760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They are like the “parents of the trip,” deciding the destination and budget.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1445C34-02C4-5FDC-142E-E7E299945BCD}"/>
              </a:ext>
            </a:extLst>
          </p:cNvPr>
          <p:cNvSpPr/>
          <p:nvPr/>
        </p:nvSpPr>
        <p:spPr>
          <a:xfrm>
            <a:off x="8839201" y="2072554"/>
            <a:ext cx="2590799" cy="1016085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The “trip coordinator” who arranges flights, hotels, and makes sure everyone is on time.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75204F1-C5AB-A6FD-A1F9-495AEA9402D8}"/>
              </a:ext>
            </a:extLst>
          </p:cNvPr>
          <p:cNvSpPr/>
          <p:nvPr/>
        </p:nvSpPr>
        <p:spPr>
          <a:xfrm>
            <a:off x="8844281" y="3210474"/>
            <a:ext cx="2590799" cy="731606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Everyone joining the trip—they must share what they want and agree on the plan.</a:t>
            </a:r>
          </a:p>
        </p:txBody>
      </p:sp>
    </p:spTree>
    <p:extLst>
      <p:ext uri="{BB962C8B-B14F-4D97-AF65-F5344CB8AC3E}">
        <p14:creationId xmlns:p14="http://schemas.microsoft.com/office/powerpoint/2010/main" val="16078151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0AA7C-D81E-FE2D-2231-151B86834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47115"/>
          </a:xfrm>
        </p:spPr>
        <p:txBody>
          <a:bodyPr/>
          <a:lstStyle/>
          <a:p>
            <a:r>
              <a:rPr lang="en-US" dirty="0"/>
              <a:t>Auditor’s Role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A691E-A129-6B6B-3FE6-51787CCD4B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3681"/>
            <a:ext cx="10515600" cy="4358640"/>
          </a:xfrm>
        </p:spPr>
        <p:txBody>
          <a:bodyPr>
            <a:normAutofit fontScale="77500" lnSpcReduction="2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/>
              <a:t>Auditors look at whether the project is:</a:t>
            </a:r>
          </a:p>
          <a:p>
            <a:pPr>
              <a:lnSpc>
                <a:spcPct val="110000"/>
              </a:lnSpc>
            </a:pPr>
            <a:r>
              <a:rPr lang="en-US" dirty="0"/>
              <a:t>well planned</a:t>
            </a:r>
          </a:p>
          <a:p>
            <a:pPr>
              <a:lnSpc>
                <a:spcPct val="110000"/>
              </a:lnSpc>
            </a:pPr>
            <a:r>
              <a:rPr lang="en-US" dirty="0"/>
              <a:t>properly supervised</a:t>
            </a:r>
          </a:p>
          <a:p>
            <a:pPr>
              <a:lnSpc>
                <a:spcPct val="110000"/>
              </a:lnSpc>
            </a:pPr>
            <a:r>
              <a:rPr lang="en-US" dirty="0"/>
              <a:t>following approved policies</a:t>
            </a:r>
          </a:p>
          <a:p>
            <a:pPr>
              <a:lnSpc>
                <a:spcPct val="110000"/>
              </a:lnSpc>
            </a:pPr>
            <a:r>
              <a:rPr lang="en-US" dirty="0"/>
              <a:t>managing risks</a:t>
            </a:r>
          </a:p>
          <a:p>
            <a:pPr>
              <a:lnSpc>
                <a:spcPct val="110000"/>
              </a:lnSpc>
            </a:pPr>
            <a:r>
              <a:rPr lang="en-US" dirty="0"/>
              <a:t>tracking changes (scope creep)</a:t>
            </a:r>
          </a:p>
          <a:p>
            <a:pPr>
              <a:lnSpc>
                <a:spcPct val="110000"/>
              </a:lnSpc>
            </a:pPr>
            <a:r>
              <a:rPr lang="en-US" dirty="0"/>
              <a:t>communicating status</a:t>
            </a:r>
          </a:p>
          <a:p>
            <a:pPr>
              <a:lnSpc>
                <a:spcPct val="110000"/>
              </a:lnSpc>
            </a:pP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/>
              <a:t>They do not manage the project,</a:t>
            </a:r>
            <a:br>
              <a:rPr lang="en-US" dirty="0"/>
            </a:br>
            <a:r>
              <a:rPr lang="en-US" dirty="0"/>
              <a:t>they assess whether it is being managed well.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4257AD-2F8C-A7DB-247C-C939D0A90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6392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E4D63-9384-BB31-4852-5F83B5D07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33C5B-666B-44AF-F5DA-F291DC227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Business Case and Feasibility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DAA9C-22C0-D55D-1EF7-51DBED117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#why #need #cost #possible</a:t>
            </a:r>
          </a:p>
        </p:txBody>
      </p:sp>
    </p:spTree>
    <p:extLst>
      <p:ext uri="{BB962C8B-B14F-4D97-AF65-F5344CB8AC3E}">
        <p14:creationId xmlns:p14="http://schemas.microsoft.com/office/powerpoint/2010/main" val="24047440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1D9F8-0F64-E78A-1DB8-D2E36C3E8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AC606-9CA3-A16A-AC54-A351C99D8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System Development Methodologies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73FDAF-A69D-CD40-D4B3-06E89828D6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#approach #steps #change #build</a:t>
            </a:r>
          </a:p>
        </p:txBody>
      </p:sp>
    </p:spTree>
    <p:extLst>
      <p:ext uri="{BB962C8B-B14F-4D97-AF65-F5344CB8AC3E}">
        <p14:creationId xmlns:p14="http://schemas.microsoft.com/office/powerpoint/2010/main" val="28422739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06167-1DEF-8286-8047-764872EE2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DF6D6-8F52-BE2D-5E23-48D0F43ED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Control Identification and Design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551409-D9D6-781E-9386-25124D216D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#protect #prevent #check #embed</a:t>
            </a:r>
          </a:p>
        </p:txBody>
      </p:sp>
    </p:spTree>
    <p:extLst>
      <p:ext uri="{BB962C8B-B14F-4D97-AF65-F5344CB8AC3E}">
        <p14:creationId xmlns:p14="http://schemas.microsoft.com/office/powerpoint/2010/main" val="29486617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5045</TotalTime>
  <Words>1100</Words>
  <Application>Microsoft Office PowerPoint</Application>
  <PresentationFormat>Widescreen</PresentationFormat>
  <Paragraphs>215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Arial</vt:lpstr>
      <vt:lpstr>Britannic Bold</vt:lpstr>
      <vt:lpstr>Calibri</vt:lpstr>
      <vt:lpstr>Monotype Corsiva</vt:lpstr>
      <vt:lpstr>Segoe UI</vt:lpstr>
      <vt:lpstr>Source Serif Pro Black</vt:lpstr>
      <vt:lpstr>Office Theme</vt:lpstr>
      <vt:lpstr>IS Acquisition, Development &amp; Implementation I</vt:lpstr>
      <vt:lpstr>Class Recap</vt:lpstr>
      <vt:lpstr>Class Roadmap</vt:lpstr>
      <vt:lpstr>Covered So Far</vt:lpstr>
      <vt:lpstr>Design Audit Scope - reflection</vt:lpstr>
      <vt:lpstr>PowerPoint Presentation</vt:lpstr>
      <vt:lpstr>Intro</vt:lpstr>
      <vt:lpstr>What is about?</vt:lpstr>
      <vt:lpstr>Why It Matters to an Auditor</vt:lpstr>
      <vt:lpstr>Domain Correlation</vt:lpstr>
      <vt:lpstr>Examples </vt:lpstr>
      <vt:lpstr>What Are You Going To Learn</vt:lpstr>
      <vt:lpstr>Let’s Try Something New</vt:lpstr>
      <vt:lpstr>Project Governance and Management</vt:lpstr>
      <vt:lpstr>Business Case and Feasibility Analysis</vt:lpstr>
      <vt:lpstr>System Development Methodologies</vt:lpstr>
      <vt:lpstr>Control Identification and Design</vt:lpstr>
      <vt:lpstr>Project Governance and Management</vt:lpstr>
      <vt:lpstr>What It Means</vt:lpstr>
      <vt:lpstr>Why It Matters in System Projects</vt:lpstr>
      <vt:lpstr>Key Components</vt:lpstr>
      <vt:lpstr>Auditor’s Role</vt:lpstr>
      <vt:lpstr>Business Case and Feasibility Analysis</vt:lpstr>
      <vt:lpstr>System Development Methodologies</vt:lpstr>
      <vt:lpstr>Control Identification and Design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1</cp:revision>
  <dcterms:created xsi:type="dcterms:W3CDTF">2023-09-18T04:21:25Z</dcterms:created>
  <dcterms:modified xsi:type="dcterms:W3CDTF">2025-11-23T06:03:36Z</dcterms:modified>
</cp:coreProperties>
</file>