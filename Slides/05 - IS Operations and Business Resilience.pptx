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262" r:id="rId2"/>
    <p:sldId id="260" r:id="rId3"/>
    <p:sldId id="257" r:id="rId4"/>
    <p:sldId id="304" r:id="rId5"/>
    <p:sldId id="305" r:id="rId6"/>
    <p:sldId id="263" r:id="rId7"/>
    <p:sldId id="264" r:id="rId8"/>
    <p:sldId id="461" r:id="rId9"/>
    <p:sldId id="462" r:id="rId10"/>
    <p:sldId id="459" r:id="rId11"/>
    <p:sldId id="306" r:id="rId12"/>
    <p:sldId id="310" r:id="rId13"/>
    <p:sldId id="416" r:id="rId14"/>
    <p:sldId id="417" r:id="rId15"/>
    <p:sldId id="418" r:id="rId16"/>
    <p:sldId id="359" r:id="rId17"/>
    <p:sldId id="363" r:id="rId18"/>
    <p:sldId id="419" r:id="rId19"/>
    <p:sldId id="420" r:id="rId20"/>
    <p:sldId id="423" r:id="rId21"/>
    <p:sldId id="424" r:id="rId22"/>
    <p:sldId id="425" r:id="rId23"/>
    <p:sldId id="426" r:id="rId24"/>
    <p:sldId id="421" r:id="rId25"/>
    <p:sldId id="431" r:id="rId26"/>
    <p:sldId id="432" r:id="rId27"/>
    <p:sldId id="433" r:id="rId28"/>
    <p:sldId id="434" r:id="rId29"/>
    <p:sldId id="435" r:id="rId30"/>
    <p:sldId id="428" r:id="rId31"/>
    <p:sldId id="429" r:id="rId32"/>
    <p:sldId id="430" r:id="rId33"/>
    <p:sldId id="436" r:id="rId34"/>
    <p:sldId id="437" r:id="rId35"/>
    <p:sldId id="438" r:id="rId36"/>
    <p:sldId id="447" r:id="rId37"/>
    <p:sldId id="451" r:id="rId38"/>
    <p:sldId id="448" r:id="rId39"/>
    <p:sldId id="453" r:id="rId40"/>
    <p:sldId id="449" r:id="rId41"/>
    <p:sldId id="439" r:id="rId42"/>
    <p:sldId id="440" r:id="rId43"/>
    <p:sldId id="422" r:id="rId44"/>
    <p:sldId id="441" r:id="rId45"/>
    <p:sldId id="442" r:id="rId46"/>
    <p:sldId id="374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020294"/>
    <a:srgbClr val="172C51"/>
    <a:srgbClr val="E4D304"/>
    <a:srgbClr val="4472C4"/>
    <a:srgbClr val="3F396D"/>
    <a:srgbClr val="2038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3AA58D-D83C-458A-B300-914DDF58B2FA}" v="20" dt="2025-12-07T22:48:09.6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uku Raja Irfan Radarma" userId="cf428174-95ba-4576-8554-3a3b8ffa52b7" providerId="ADAL" clId="{6C5D399A-8E2C-4907-9624-A2DD17609376}"/>
    <pc:docChg chg="undo custSel addSld delSld modSld sldOrd">
      <pc:chgData name="Teuku Raja Irfan Radarma" userId="cf428174-95ba-4576-8554-3a3b8ffa52b7" providerId="ADAL" clId="{6C5D399A-8E2C-4907-9624-A2DD17609376}" dt="2025-12-01T03:23:29.842" v="2278" actId="478"/>
      <pc:docMkLst>
        <pc:docMk/>
      </pc:docMkLst>
      <pc:sldChg chg="modSp mod">
        <pc:chgData name="Teuku Raja Irfan Radarma" userId="cf428174-95ba-4576-8554-3a3b8ffa52b7" providerId="ADAL" clId="{6C5D399A-8E2C-4907-9624-A2DD17609376}" dt="2025-11-29T03:35:42.378" v="1800" actId="400"/>
        <pc:sldMkLst>
          <pc:docMk/>
          <pc:sldMk cId="4030995347" sldId="257"/>
        </pc:sldMkLst>
        <pc:spChg chg="mod">
          <ac:chgData name="Teuku Raja Irfan Radarma" userId="cf428174-95ba-4576-8554-3a3b8ffa52b7" providerId="ADAL" clId="{6C5D399A-8E2C-4907-9624-A2DD17609376}" dt="2025-11-29T03:35:42.378" v="1800" actId="400"/>
          <ac:spMkLst>
            <pc:docMk/>
            <pc:sldMk cId="4030995347" sldId="257"/>
            <ac:spMk id="3" creationId="{940F5DB3-7A6F-EDD4-9F33-B3FF6161C717}"/>
          </ac:spMkLst>
        </pc:spChg>
      </pc:sldChg>
      <pc:sldChg chg="modSp mod">
        <pc:chgData name="Teuku Raja Irfan Radarma" userId="cf428174-95ba-4576-8554-3a3b8ffa52b7" providerId="ADAL" clId="{6C5D399A-8E2C-4907-9624-A2DD17609376}" dt="2025-11-29T03:35:23.475" v="1796" actId="20577"/>
        <pc:sldMkLst>
          <pc:docMk/>
          <pc:sldMk cId="911610319" sldId="262"/>
        </pc:sldMkLst>
        <pc:spChg chg="mod">
          <ac:chgData name="Teuku Raja Irfan Radarma" userId="cf428174-95ba-4576-8554-3a3b8ffa52b7" providerId="ADAL" clId="{6C5D399A-8E2C-4907-9624-A2DD17609376}" dt="2025-11-29T03:35:20.303" v="1793" actId="20577"/>
          <ac:spMkLst>
            <pc:docMk/>
            <pc:sldMk cId="911610319" sldId="262"/>
            <ac:spMk id="3" creationId="{B17BBDE0-3A4E-3EA2-60B0-F9756E347209}"/>
          </ac:spMkLst>
        </pc:spChg>
        <pc:spChg chg="mod">
          <ac:chgData name="Teuku Raja Irfan Radarma" userId="cf428174-95ba-4576-8554-3a3b8ffa52b7" providerId="ADAL" clId="{6C5D399A-8E2C-4907-9624-A2DD17609376}" dt="2025-11-29T03:35:23.475" v="1796" actId="20577"/>
          <ac:spMkLst>
            <pc:docMk/>
            <pc:sldMk cId="911610319" sldId="262"/>
            <ac:spMk id="4" creationId="{FFCC89D4-8169-77D5-D53F-1E998B469C40}"/>
          </ac:spMkLst>
        </pc:spChg>
      </pc:sldChg>
      <pc:sldChg chg="modSp mod ord">
        <pc:chgData name="Teuku Raja Irfan Radarma" userId="cf428174-95ba-4576-8554-3a3b8ffa52b7" providerId="ADAL" clId="{6C5D399A-8E2C-4907-9624-A2DD17609376}" dt="2025-11-29T03:49:31.668" v="2095"/>
        <pc:sldMkLst>
          <pc:docMk/>
          <pc:sldMk cId="3835074240" sldId="263"/>
        </pc:sldMkLst>
        <pc:spChg chg="mod">
          <ac:chgData name="Teuku Raja Irfan Radarma" userId="cf428174-95ba-4576-8554-3a3b8ffa52b7" providerId="ADAL" clId="{6C5D399A-8E2C-4907-9624-A2DD17609376}" dt="2025-11-29T03:49:31.668" v="2095"/>
          <ac:spMkLst>
            <pc:docMk/>
            <pc:sldMk cId="3835074240" sldId="263"/>
            <ac:spMk id="2" creationId="{2079CBE2-7ADF-23F1-83BE-26DF183A5B12}"/>
          </ac:spMkLst>
        </pc:spChg>
      </pc:sldChg>
      <pc:sldChg chg="modSp mod">
        <pc:chgData name="Teuku Raja Irfan Radarma" userId="cf428174-95ba-4576-8554-3a3b8ffa52b7" providerId="ADAL" clId="{6C5D399A-8E2C-4907-9624-A2DD17609376}" dt="2025-11-22T04:37:01.464" v="1262" actId="20577"/>
        <pc:sldMkLst>
          <pc:docMk/>
          <pc:sldMk cId="1457204914" sldId="264"/>
        </pc:sldMkLst>
        <pc:spChg chg="mod">
          <ac:chgData name="Teuku Raja Irfan Radarma" userId="cf428174-95ba-4576-8554-3a3b8ffa52b7" providerId="ADAL" clId="{6C5D399A-8E2C-4907-9624-A2DD17609376}" dt="2025-11-22T04:36:46.769" v="1237" actId="20577"/>
          <ac:spMkLst>
            <pc:docMk/>
            <pc:sldMk cId="1457204914" sldId="264"/>
            <ac:spMk id="2" creationId="{7E958052-05B2-9F29-B874-84F80A24B16B}"/>
          </ac:spMkLst>
        </pc:spChg>
        <pc:spChg chg="mod">
          <ac:chgData name="Teuku Raja Irfan Radarma" userId="cf428174-95ba-4576-8554-3a3b8ffa52b7" providerId="ADAL" clId="{6C5D399A-8E2C-4907-9624-A2DD17609376}" dt="2025-11-22T04:37:01.464" v="1262" actId="20577"/>
          <ac:spMkLst>
            <pc:docMk/>
            <pc:sldMk cId="1457204914" sldId="264"/>
            <ac:spMk id="3" creationId="{ED136815-6D1A-2136-FEB7-5B68FA9A3B40}"/>
          </ac:spMkLst>
        </pc:spChg>
      </pc:sldChg>
      <pc:sldChg chg="delSp modSp mod">
        <pc:chgData name="Teuku Raja Irfan Radarma" userId="cf428174-95ba-4576-8554-3a3b8ffa52b7" providerId="ADAL" clId="{6C5D399A-8E2C-4907-9624-A2DD17609376}" dt="2025-12-01T03:23:29.842" v="2278" actId="478"/>
        <pc:sldMkLst>
          <pc:docMk/>
          <pc:sldMk cId="2891726164" sldId="304"/>
        </pc:sldMkLst>
        <pc:spChg chg="mod">
          <ac:chgData name="Teuku Raja Irfan Radarma" userId="cf428174-95ba-4576-8554-3a3b8ffa52b7" providerId="ADAL" clId="{6C5D399A-8E2C-4907-9624-A2DD17609376}" dt="2025-11-22T04:25:58.366" v="109" actId="20577"/>
          <ac:spMkLst>
            <pc:docMk/>
            <pc:sldMk cId="2891726164" sldId="304"/>
            <ac:spMk id="2" creationId="{FE2F06DC-C82D-49A7-49E8-24B02235CE1B}"/>
          </ac:spMkLst>
        </pc:spChg>
        <pc:spChg chg="mod">
          <ac:chgData name="Teuku Raja Irfan Radarma" userId="cf428174-95ba-4576-8554-3a3b8ffa52b7" providerId="ADAL" clId="{6C5D399A-8E2C-4907-9624-A2DD17609376}" dt="2025-11-29T03:36:35.604" v="1863" actId="1076"/>
          <ac:spMkLst>
            <pc:docMk/>
            <pc:sldMk cId="2891726164" sldId="304"/>
            <ac:spMk id="3" creationId="{0EEF17E5-AD4D-CEBE-F9C3-691B024490D7}"/>
          </ac:spMkLst>
        </pc:spChg>
        <pc:spChg chg="mod">
          <ac:chgData name="Teuku Raja Irfan Radarma" userId="cf428174-95ba-4576-8554-3a3b8ffa52b7" providerId="ADAL" clId="{6C5D399A-8E2C-4907-9624-A2DD17609376}" dt="2025-11-29T03:36:33.605" v="1862" actId="1076"/>
          <ac:spMkLst>
            <pc:docMk/>
            <pc:sldMk cId="2891726164" sldId="304"/>
            <ac:spMk id="5" creationId="{7D1C4826-0D9F-82A9-71DC-D0E6749679B2}"/>
          </ac:spMkLst>
        </pc:spChg>
      </pc:sldChg>
      <pc:sldChg chg="addSp modSp mod">
        <pc:chgData name="Teuku Raja Irfan Radarma" userId="cf428174-95ba-4576-8554-3a3b8ffa52b7" providerId="ADAL" clId="{6C5D399A-8E2C-4907-9624-A2DD17609376}" dt="2025-11-29T03:48:35.965" v="2067" actId="114"/>
        <pc:sldMkLst>
          <pc:docMk/>
          <pc:sldMk cId="3404562138" sldId="305"/>
        </pc:sldMkLst>
        <pc:spChg chg="mod">
          <ac:chgData name="Teuku Raja Irfan Radarma" userId="cf428174-95ba-4576-8554-3a3b8ffa52b7" providerId="ADAL" clId="{6C5D399A-8E2C-4907-9624-A2DD17609376}" dt="2025-11-29T03:43:51.059" v="1930" actId="14100"/>
          <ac:spMkLst>
            <pc:docMk/>
            <pc:sldMk cId="3404562138" sldId="305"/>
            <ac:spMk id="2" creationId="{59E61678-8156-B5D7-6985-8F8C864E2A3D}"/>
          </ac:spMkLst>
        </pc:spChg>
        <pc:spChg chg="mod">
          <ac:chgData name="Teuku Raja Irfan Radarma" userId="cf428174-95ba-4576-8554-3a3b8ffa52b7" providerId="ADAL" clId="{6C5D399A-8E2C-4907-9624-A2DD17609376}" dt="2025-11-29T03:45:32.522" v="1978"/>
          <ac:spMkLst>
            <pc:docMk/>
            <pc:sldMk cId="3404562138" sldId="305"/>
            <ac:spMk id="3" creationId="{8BA43A71-550D-6448-8070-817ACA416DEE}"/>
          </ac:spMkLst>
        </pc:spChg>
      </pc:sldChg>
      <pc:sldChg chg="addSp delSp modSp mod">
        <pc:chgData name="Teuku Raja Irfan Radarma" userId="cf428174-95ba-4576-8554-3a3b8ffa52b7" providerId="ADAL" clId="{6C5D399A-8E2C-4907-9624-A2DD17609376}" dt="2025-11-22T04:45:15.534" v="1733" actId="20577"/>
        <pc:sldMkLst>
          <pc:docMk/>
          <pc:sldMk cId="3051451500" sldId="306"/>
        </pc:sldMkLst>
        <pc:spChg chg="mod">
          <ac:chgData name="Teuku Raja Irfan Radarma" userId="cf428174-95ba-4576-8554-3a3b8ffa52b7" providerId="ADAL" clId="{6C5D399A-8E2C-4907-9624-A2DD17609376}" dt="2025-11-22T04:37:38.774" v="1355" actId="20577"/>
          <ac:spMkLst>
            <pc:docMk/>
            <pc:sldMk cId="3051451500" sldId="306"/>
            <ac:spMk id="2" creationId="{31B9DD37-A529-C0FC-5CA8-591ADC5F0314}"/>
          </ac:spMkLst>
        </pc:spChg>
        <pc:spChg chg="mod">
          <ac:chgData name="Teuku Raja Irfan Radarma" userId="cf428174-95ba-4576-8554-3a3b8ffa52b7" providerId="ADAL" clId="{6C5D399A-8E2C-4907-9624-A2DD17609376}" dt="2025-11-22T04:42:59.576" v="1707" actId="404"/>
          <ac:spMkLst>
            <pc:docMk/>
            <pc:sldMk cId="3051451500" sldId="306"/>
            <ac:spMk id="6" creationId="{C6007249-6724-8E38-EC48-6E0C4748BD12}"/>
          </ac:spMkLst>
        </pc:spChg>
      </pc:sldChg>
      <pc:sldChg chg="addSp modSp mod">
        <pc:chgData name="Teuku Raja Irfan Radarma" userId="cf428174-95ba-4576-8554-3a3b8ffa52b7" providerId="ADAL" clId="{6C5D399A-8E2C-4907-9624-A2DD17609376}" dt="2025-11-22T04:46:38.099" v="1752" actId="14100"/>
        <pc:sldMkLst>
          <pc:docMk/>
          <pc:sldMk cId="4133513380" sldId="310"/>
        </pc:sldMkLst>
        <pc:spChg chg="mod">
          <ac:chgData name="Teuku Raja Irfan Radarma" userId="cf428174-95ba-4576-8554-3a3b8ffa52b7" providerId="ADAL" clId="{6C5D399A-8E2C-4907-9624-A2DD17609376}" dt="2025-11-22T04:40:58.918" v="1694" actId="20577"/>
          <ac:spMkLst>
            <pc:docMk/>
            <pc:sldMk cId="4133513380" sldId="310"/>
            <ac:spMk id="2" creationId="{F4204DA2-4008-E351-CEE8-31BD3B9DC7B0}"/>
          </ac:spMkLst>
        </pc:spChg>
        <pc:spChg chg="mod">
          <ac:chgData name="Teuku Raja Irfan Radarma" userId="cf428174-95ba-4576-8554-3a3b8ffa52b7" providerId="ADAL" clId="{6C5D399A-8E2C-4907-9624-A2DD17609376}" dt="2025-11-22T04:46:01.275" v="1741" actId="14100"/>
          <ac:spMkLst>
            <pc:docMk/>
            <pc:sldMk cId="4133513380" sldId="310"/>
            <ac:spMk id="3" creationId="{BD9E2BB4-0C99-4A5A-63A6-F98A68A6FA16}"/>
          </ac:spMkLst>
        </pc:spChg>
      </pc:sldChg>
      <pc:sldChg chg="modSp mod">
        <pc:chgData name="Teuku Raja Irfan Radarma" userId="cf428174-95ba-4576-8554-3a3b8ffa52b7" providerId="ADAL" clId="{6C5D399A-8E2C-4907-9624-A2DD17609376}" dt="2025-11-29T03:50:09.419" v="2110" actId="20577"/>
        <pc:sldMkLst>
          <pc:docMk/>
          <pc:sldMk cId="62413706" sldId="359"/>
        </pc:sldMkLst>
        <pc:spChg chg="mod">
          <ac:chgData name="Teuku Raja Irfan Radarma" userId="cf428174-95ba-4576-8554-3a3b8ffa52b7" providerId="ADAL" clId="{6C5D399A-8E2C-4907-9624-A2DD17609376}" dt="2025-11-29T03:50:00.963" v="2096"/>
          <ac:spMkLst>
            <pc:docMk/>
            <pc:sldMk cId="62413706" sldId="359"/>
            <ac:spMk id="2" creationId="{86D1BB63-4350-72A4-F5A6-7BC05C8ACCEA}"/>
          </ac:spMkLst>
        </pc:spChg>
        <pc:spChg chg="mod">
          <ac:chgData name="Teuku Raja Irfan Radarma" userId="cf428174-95ba-4576-8554-3a3b8ffa52b7" providerId="ADAL" clId="{6C5D399A-8E2C-4907-9624-A2DD17609376}" dt="2025-11-29T03:50:09.419" v="2110" actId="20577"/>
          <ac:spMkLst>
            <pc:docMk/>
            <pc:sldMk cId="62413706" sldId="359"/>
            <ac:spMk id="3" creationId="{10DAE108-9E44-567B-9E8A-3F62785A8106}"/>
          </ac:spMkLst>
        </pc:spChg>
      </pc:sldChg>
      <pc:sldChg chg="addSp delSp modSp mod">
        <pc:chgData name="Teuku Raja Irfan Radarma" userId="cf428174-95ba-4576-8554-3a3b8ffa52b7" providerId="ADAL" clId="{6C5D399A-8E2C-4907-9624-A2DD17609376}" dt="2025-11-29T03:50:51.165" v="2143" actId="20577"/>
        <pc:sldMkLst>
          <pc:docMk/>
          <pc:sldMk cId="1044276249" sldId="363"/>
        </pc:sldMkLst>
        <pc:spChg chg="mod">
          <ac:chgData name="Teuku Raja Irfan Radarma" userId="cf428174-95ba-4576-8554-3a3b8ffa52b7" providerId="ADAL" clId="{6C5D399A-8E2C-4907-9624-A2DD17609376}" dt="2025-11-29T03:50:27.675" v="2131" actId="20577"/>
          <ac:spMkLst>
            <pc:docMk/>
            <pc:sldMk cId="1044276249" sldId="363"/>
            <ac:spMk id="2" creationId="{A125681A-45A2-7128-DE7A-C52014C27119}"/>
          </ac:spMkLst>
        </pc:spChg>
        <pc:spChg chg="mod">
          <ac:chgData name="Teuku Raja Irfan Radarma" userId="cf428174-95ba-4576-8554-3a3b8ffa52b7" providerId="ADAL" clId="{6C5D399A-8E2C-4907-9624-A2DD17609376}" dt="2025-11-29T03:50:51.165" v="2143" actId="20577"/>
          <ac:spMkLst>
            <pc:docMk/>
            <pc:sldMk cId="1044276249" sldId="363"/>
            <ac:spMk id="6" creationId="{00CA8178-C5D9-B7AC-2EB9-8CAE37EAAF27}"/>
          </ac:spMkLst>
        </pc:spChg>
      </pc:sldChg>
    </pc:docChg>
  </pc:docChgLst>
  <pc:docChgLst>
    <pc:chgData name="Teuku Raja Irfan Radarma" userId="cf428174-95ba-4576-8554-3a3b8ffa52b7" providerId="ADAL" clId="{CF1DECEB-07AA-4733-83F0-1A69C15387C4}"/>
    <pc:docChg chg="undo custSel addSld delSld modSld sldOrd">
      <pc:chgData name="Teuku Raja Irfan Radarma" userId="cf428174-95ba-4576-8554-3a3b8ffa52b7" providerId="ADAL" clId="{CF1DECEB-07AA-4733-83F0-1A69C15387C4}" dt="2025-12-06T04:02:53.504" v="1191" actId="14100"/>
      <pc:docMkLst>
        <pc:docMk/>
      </pc:docMkLst>
      <pc:sldChg chg="modSp mod">
        <pc:chgData name="Teuku Raja Irfan Radarma" userId="cf428174-95ba-4576-8554-3a3b8ffa52b7" providerId="ADAL" clId="{CF1DECEB-07AA-4733-83F0-1A69C15387C4}" dt="2025-12-06T01:56:16.021" v="35" actId="113"/>
        <pc:sldMkLst>
          <pc:docMk/>
          <pc:sldMk cId="4030995347" sldId="257"/>
        </pc:sldMkLst>
        <pc:spChg chg="mod">
          <ac:chgData name="Teuku Raja Irfan Radarma" userId="cf428174-95ba-4576-8554-3a3b8ffa52b7" providerId="ADAL" clId="{CF1DECEB-07AA-4733-83F0-1A69C15387C4}" dt="2025-12-06T01:56:16.021" v="35" actId="113"/>
          <ac:spMkLst>
            <pc:docMk/>
            <pc:sldMk cId="4030995347" sldId="257"/>
            <ac:spMk id="3" creationId="{940F5DB3-7A6F-EDD4-9F33-B3FF6161C717}"/>
          </ac:spMkLst>
        </pc:spChg>
      </pc:sldChg>
      <pc:sldChg chg="modSp mod">
        <pc:chgData name="Teuku Raja Irfan Radarma" userId="cf428174-95ba-4576-8554-3a3b8ffa52b7" providerId="ADAL" clId="{CF1DECEB-07AA-4733-83F0-1A69C15387C4}" dt="2025-12-06T01:56:07.800" v="32" actId="20577"/>
        <pc:sldMkLst>
          <pc:docMk/>
          <pc:sldMk cId="911610319" sldId="262"/>
        </pc:sldMkLst>
        <pc:spChg chg="mod">
          <ac:chgData name="Teuku Raja Irfan Radarma" userId="cf428174-95ba-4576-8554-3a3b8ffa52b7" providerId="ADAL" clId="{CF1DECEB-07AA-4733-83F0-1A69C15387C4}" dt="2025-12-06T01:56:04.459" v="31" actId="20577"/>
          <ac:spMkLst>
            <pc:docMk/>
            <pc:sldMk cId="911610319" sldId="262"/>
            <ac:spMk id="3" creationId="{B17BBDE0-3A4E-3EA2-60B0-F9756E347209}"/>
          </ac:spMkLst>
        </pc:spChg>
        <pc:spChg chg="mod">
          <ac:chgData name="Teuku Raja Irfan Radarma" userId="cf428174-95ba-4576-8554-3a3b8ffa52b7" providerId="ADAL" clId="{CF1DECEB-07AA-4733-83F0-1A69C15387C4}" dt="2025-12-06T01:56:07.800" v="32" actId="20577"/>
          <ac:spMkLst>
            <pc:docMk/>
            <pc:sldMk cId="911610319" sldId="262"/>
            <ac:spMk id="4" creationId="{FFCC89D4-8169-77D5-D53F-1E998B469C40}"/>
          </ac:spMkLst>
        </pc:spChg>
      </pc:sldChg>
      <pc:sldChg chg="addSp delSp modSp mod">
        <pc:chgData name="Teuku Raja Irfan Radarma" userId="cf428174-95ba-4576-8554-3a3b8ffa52b7" providerId="ADAL" clId="{CF1DECEB-07AA-4733-83F0-1A69C15387C4}" dt="2025-12-06T03:59:24.965" v="1080" actId="6549"/>
        <pc:sldMkLst>
          <pc:docMk/>
          <pc:sldMk cId="3835074240" sldId="263"/>
        </pc:sldMkLst>
        <pc:spChg chg="mod">
          <ac:chgData name="Teuku Raja Irfan Radarma" userId="cf428174-95ba-4576-8554-3a3b8ffa52b7" providerId="ADAL" clId="{CF1DECEB-07AA-4733-83F0-1A69C15387C4}" dt="2025-12-06T03:59:24.965" v="1080" actId="6549"/>
          <ac:spMkLst>
            <pc:docMk/>
            <pc:sldMk cId="3835074240" sldId="263"/>
            <ac:spMk id="2" creationId="{2079CBE2-7ADF-23F1-83BE-26DF183A5B12}"/>
          </ac:spMkLst>
        </pc:spChg>
        <pc:spChg chg="add del">
          <ac:chgData name="Teuku Raja Irfan Radarma" userId="cf428174-95ba-4576-8554-3a3b8ffa52b7" providerId="ADAL" clId="{CF1DECEB-07AA-4733-83F0-1A69C15387C4}" dt="2025-12-06T02:11:46.769" v="201"/>
          <ac:spMkLst>
            <pc:docMk/>
            <pc:sldMk cId="3835074240" sldId="263"/>
            <ac:spMk id="3" creationId="{BD51C2EB-5073-4648-BD91-C9620EE57B2F}"/>
          </ac:spMkLst>
        </pc:spChg>
      </pc:sldChg>
      <pc:sldChg chg="modSp mod">
        <pc:chgData name="Teuku Raja Irfan Radarma" userId="cf428174-95ba-4576-8554-3a3b8ffa52b7" providerId="ADAL" clId="{CF1DECEB-07AA-4733-83F0-1A69C15387C4}" dt="2025-12-06T02:13:02.721" v="224" actId="404"/>
        <pc:sldMkLst>
          <pc:docMk/>
          <pc:sldMk cId="1457204914" sldId="264"/>
        </pc:sldMkLst>
        <pc:spChg chg="mod">
          <ac:chgData name="Teuku Raja Irfan Radarma" userId="cf428174-95ba-4576-8554-3a3b8ffa52b7" providerId="ADAL" clId="{CF1DECEB-07AA-4733-83F0-1A69C15387C4}" dt="2025-12-06T02:13:02.721" v="224" actId="404"/>
          <ac:spMkLst>
            <pc:docMk/>
            <pc:sldMk cId="1457204914" sldId="264"/>
            <ac:spMk id="3" creationId="{ED136815-6D1A-2136-FEB7-5B68FA9A3B40}"/>
          </ac:spMkLst>
        </pc:spChg>
      </pc:sldChg>
      <pc:sldChg chg="modSp mod">
        <pc:chgData name="Teuku Raja Irfan Radarma" userId="cf428174-95ba-4576-8554-3a3b8ffa52b7" providerId="ADAL" clId="{CF1DECEB-07AA-4733-83F0-1A69C15387C4}" dt="2025-12-06T01:56:38.685" v="70" actId="404"/>
        <pc:sldMkLst>
          <pc:docMk/>
          <pc:sldMk cId="2891726164" sldId="304"/>
        </pc:sldMkLst>
        <pc:spChg chg="mod">
          <ac:chgData name="Teuku Raja Irfan Radarma" userId="cf428174-95ba-4576-8554-3a3b8ffa52b7" providerId="ADAL" clId="{CF1DECEB-07AA-4733-83F0-1A69C15387C4}" dt="2025-12-06T01:56:38.685" v="70" actId="404"/>
          <ac:spMkLst>
            <pc:docMk/>
            <pc:sldMk cId="2891726164" sldId="304"/>
            <ac:spMk id="3" creationId="{0EEF17E5-AD4D-CEBE-F9C3-691B024490D7}"/>
          </ac:spMkLst>
        </pc:spChg>
      </pc:sldChg>
      <pc:sldChg chg="delSp modSp mod">
        <pc:chgData name="Teuku Raja Irfan Radarma" userId="cf428174-95ba-4576-8554-3a3b8ffa52b7" providerId="ADAL" clId="{CF1DECEB-07AA-4733-83F0-1A69C15387C4}" dt="2025-12-06T03:13:05.168" v="711" actId="20577"/>
        <pc:sldMkLst>
          <pc:docMk/>
          <pc:sldMk cId="3404562138" sldId="305"/>
        </pc:sldMkLst>
        <pc:spChg chg="mod">
          <ac:chgData name="Teuku Raja Irfan Radarma" userId="cf428174-95ba-4576-8554-3a3b8ffa52b7" providerId="ADAL" clId="{CF1DECEB-07AA-4733-83F0-1A69C15387C4}" dt="2025-12-06T03:13:05.168" v="711" actId="20577"/>
          <ac:spMkLst>
            <pc:docMk/>
            <pc:sldMk cId="3404562138" sldId="305"/>
            <ac:spMk id="2" creationId="{59E61678-8156-B5D7-6985-8F8C864E2A3D}"/>
          </ac:spMkLst>
        </pc:spChg>
        <pc:spChg chg="mod">
          <ac:chgData name="Teuku Raja Irfan Radarma" userId="cf428174-95ba-4576-8554-3a3b8ffa52b7" providerId="ADAL" clId="{CF1DECEB-07AA-4733-83F0-1A69C15387C4}" dt="2025-12-06T02:07:53.608" v="76" actId="20577"/>
          <ac:spMkLst>
            <pc:docMk/>
            <pc:sldMk cId="3404562138" sldId="305"/>
            <ac:spMk id="3" creationId="{8BA43A71-550D-6448-8070-817ACA416DEE}"/>
          </ac:spMkLst>
        </pc:spChg>
        <pc:spChg chg="del">
          <ac:chgData name="Teuku Raja Irfan Radarma" userId="cf428174-95ba-4576-8554-3a3b8ffa52b7" providerId="ADAL" clId="{CF1DECEB-07AA-4733-83F0-1A69C15387C4}" dt="2025-12-06T02:07:50.470" v="71" actId="478"/>
          <ac:spMkLst>
            <pc:docMk/>
            <pc:sldMk cId="3404562138" sldId="305"/>
            <ac:spMk id="5" creationId="{F73080AC-D3B5-D417-D864-98ECC2EE282A}"/>
          </ac:spMkLst>
        </pc:spChg>
      </pc:sldChg>
      <pc:sldChg chg="modSp mod">
        <pc:chgData name="Teuku Raja Irfan Radarma" userId="cf428174-95ba-4576-8554-3a3b8ffa52b7" providerId="ADAL" clId="{CF1DECEB-07AA-4733-83F0-1A69C15387C4}" dt="2025-12-06T02:14:24.033" v="235" actId="20577"/>
        <pc:sldMkLst>
          <pc:docMk/>
          <pc:sldMk cId="3051451500" sldId="306"/>
        </pc:sldMkLst>
        <pc:spChg chg="mod">
          <ac:chgData name="Teuku Raja Irfan Radarma" userId="cf428174-95ba-4576-8554-3a3b8ffa52b7" providerId="ADAL" clId="{CF1DECEB-07AA-4733-83F0-1A69C15387C4}" dt="2025-12-06T02:14:24.033" v="235" actId="20577"/>
          <ac:spMkLst>
            <pc:docMk/>
            <pc:sldMk cId="3051451500" sldId="306"/>
            <ac:spMk id="6" creationId="{C6007249-6724-8E38-EC48-6E0C4748BD12}"/>
          </ac:spMkLst>
        </pc:spChg>
      </pc:sldChg>
      <pc:sldChg chg="addSp delSp modSp mod">
        <pc:chgData name="Teuku Raja Irfan Radarma" userId="cf428174-95ba-4576-8554-3a3b8ffa52b7" providerId="ADAL" clId="{CF1DECEB-07AA-4733-83F0-1A69C15387C4}" dt="2025-12-06T02:27:22.564" v="266" actId="20577"/>
        <pc:sldMkLst>
          <pc:docMk/>
          <pc:sldMk cId="4133513380" sldId="310"/>
        </pc:sldMkLst>
        <pc:spChg chg="mod">
          <ac:chgData name="Teuku Raja Irfan Radarma" userId="cf428174-95ba-4576-8554-3a3b8ffa52b7" providerId="ADAL" clId="{CF1DECEB-07AA-4733-83F0-1A69C15387C4}" dt="2025-12-06T02:27:22.564" v="266" actId="20577"/>
          <ac:spMkLst>
            <pc:docMk/>
            <pc:sldMk cId="4133513380" sldId="310"/>
            <ac:spMk id="2" creationId="{F4204DA2-4008-E351-CEE8-31BD3B9DC7B0}"/>
          </ac:spMkLst>
        </pc:spChg>
        <pc:spChg chg="mod">
          <ac:chgData name="Teuku Raja Irfan Radarma" userId="cf428174-95ba-4576-8554-3a3b8ffa52b7" providerId="ADAL" clId="{CF1DECEB-07AA-4733-83F0-1A69C15387C4}" dt="2025-12-06T02:26:34.111" v="265" actId="20577"/>
          <ac:spMkLst>
            <pc:docMk/>
            <pc:sldMk cId="4133513380" sldId="310"/>
            <ac:spMk id="3" creationId="{BD9E2BB4-0C99-4A5A-63A6-F98A68A6FA16}"/>
          </ac:spMkLst>
        </pc:spChg>
        <pc:spChg chg="add del">
          <ac:chgData name="Teuku Raja Irfan Radarma" userId="cf428174-95ba-4576-8554-3a3b8ffa52b7" providerId="ADAL" clId="{CF1DECEB-07AA-4733-83F0-1A69C15387C4}" dt="2025-12-06T02:25:44.127" v="239"/>
          <ac:spMkLst>
            <pc:docMk/>
            <pc:sldMk cId="4133513380" sldId="310"/>
            <ac:spMk id="5" creationId="{4231B494-6FDA-4A88-8903-08805E095A10}"/>
          </ac:spMkLst>
        </pc:spChg>
        <pc:spChg chg="add del">
          <ac:chgData name="Teuku Raja Irfan Radarma" userId="cf428174-95ba-4576-8554-3a3b8ffa52b7" providerId="ADAL" clId="{CF1DECEB-07AA-4733-83F0-1A69C15387C4}" dt="2025-12-06T02:25:47.661" v="241"/>
          <ac:spMkLst>
            <pc:docMk/>
            <pc:sldMk cId="4133513380" sldId="310"/>
            <ac:spMk id="6" creationId="{71E8984D-4C25-4B54-AE66-60DA7E972E0E}"/>
          </ac:spMkLst>
        </pc:spChg>
        <pc:spChg chg="add del">
          <ac:chgData name="Teuku Raja Irfan Radarma" userId="cf428174-95ba-4576-8554-3a3b8ffa52b7" providerId="ADAL" clId="{CF1DECEB-07AA-4733-83F0-1A69C15387C4}" dt="2025-12-06T02:25:51.466" v="243"/>
          <ac:spMkLst>
            <pc:docMk/>
            <pc:sldMk cId="4133513380" sldId="310"/>
            <ac:spMk id="7" creationId="{91AE2923-C202-414C-BC33-D0001E6A6B70}"/>
          </ac:spMkLst>
        </pc:spChg>
        <pc:spChg chg="add del">
          <ac:chgData name="Teuku Raja Irfan Radarma" userId="cf428174-95ba-4576-8554-3a3b8ffa52b7" providerId="ADAL" clId="{CF1DECEB-07AA-4733-83F0-1A69C15387C4}" dt="2025-12-06T02:25:56.908" v="245"/>
          <ac:spMkLst>
            <pc:docMk/>
            <pc:sldMk cId="4133513380" sldId="310"/>
            <ac:spMk id="8" creationId="{61C267B3-064E-4A96-BD0B-52468954EDE0}"/>
          </ac:spMkLst>
        </pc:spChg>
        <pc:spChg chg="add del">
          <ac:chgData name="Teuku Raja Irfan Radarma" userId="cf428174-95ba-4576-8554-3a3b8ffa52b7" providerId="ADAL" clId="{CF1DECEB-07AA-4733-83F0-1A69C15387C4}" dt="2025-12-06T02:26:01.660" v="247"/>
          <ac:spMkLst>
            <pc:docMk/>
            <pc:sldMk cId="4133513380" sldId="310"/>
            <ac:spMk id="9" creationId="{A56AB8B6-D86D-4CF4-B308-C39A30B053E3}"/>
          </ac:spMkLst>
        </pc:spChg>
      </pc:sldChg>
      <pc:sldChg chg="modSp mod">
        <pc:chgData name="Teuku Raja Irfan Radarma" userId="cf428174-95ba-4576-8554-3a3b8ffa52b7" providerId="ADAL" clId="{CF1DECEB-07AA-4733-83F0-1A69C15387C4}" dt="2025-12-06T02:31:57.861" v="342" actId="20577"/>
        <pc:sldMkLst>
          <pc:docMk/>
          <pc:sldMk cId="62413706" sldId="359"/>
        </pc:sldMkLst>
        <pc:spChg chg="mod">
          <ac:chgData name="Teuku Raja Irfan Radarma" userId="cf428174-95ba-4576-8554-3a3b8ffa52b7" providerId="ADAL" clId="{CF1DECEB-07AA-4733-83F0-1A69C15387C4}" dt="2025-12-06T02:31:28.597" v="321" actId="20577"/>
          <ac:spMkLst>
            <pc:docMk/>
            <pc:sldMk cId="62413706" sldId="359"/>
            <ac:spMk id="2" creationId="{86D1BB63-4350-72A4-F5A6-7BC05C8ACCEA}"/>
          </ac:spMkLst>
        </pc:spChg>
        <pc:spChg chg="mod">
          <ac:chgData name="Teuku Raja Irfan Radarma" userId="cf428174-95ba-4576-8554-3a3b8ffa52b7" providerId="ADAL" clId="{CF1DECEB-07AA-4733-83F0-1A69C15387C4}" dt="2025-12-06T02:31:57.861" v="342" actId="20577"/>
          <ac:spMkLst>
            <pc:docMk/>
            <pc:sldMk cId="62413706" sldId="359"/>
            <ac:spMk id="3" creationId="{10DAE108-9E44-567B-9E8A-3F62785A8106}"/>
          </ac:spMkLst>
        </pc:spChg>
      </pc:sldChg>
      <pc:sldChg chg="del">
        <pc:chgData name="Teuku Raja Irfan Radarma" userId="cf428174-95ba-4576-8554-3a3b8ffa52b7" providerId="ADAL" clId="{CF1DECEB-07AA-4733-83F0-1A69C15387C4}" dt="2025-12-06T02:51:29.783" v="435" actId="47"/>
        <pc:sldMkLst>
          <pc:docMk/>
          <pc:sldMk cId="2404744056" sldId="360"/>
        </pc:sldMkLst>
      </pc:sldChg>
      <pc:sldChg chg="del">
        <pc:chgData name="Teuku Raja Irfan Radarma" userId="cf428174-95ba-4576-8554-3a3b8ffa52b7" providerId="ADAL" clId="{CF1DECEB-07AA-4733-83F0-1A69C15387C4}" dt="2025-12-06T02:51:29.783" v="435" actId="47"/>
        <pc:sldMkLst>
          <pc:docMk/>
          <pc:sldMk cId="2842273901" sldId="361"/>
        </pc:sldMkLst>
      </pc:sldChg>
      <pc:sldChg chg="del">
        <pc:chgData name="Teuku Raja Irfan Radarma" userId="cf428174-95ba-4576-8554-3a3b8ffa52b7" providerId="ADAL" clId="{CF1DECEB-07AA-4733-83F0-1A69C15387C4}" dt="2025-12-06T02:51:29.783" v="435" actId="47"/>
        <pc:sldMkLst>
          <pc:docMk/>
          <pc:sldMk cId="2948661724" sldId="362"/>
        </pc:sldMkLst>
      </pc:sldChg>
      <pc:sldChg chg="modSp mod">
        <pc:chgData name="Teuku Raja Irfan Radarma" userId="cf428174-95ba-4576-8554-3a3b8ffa52b7" providerId="ADAL" clId="{CF1DECEB-07AA-4733-83F0-1A69C15387C4}" dt="2025-12-06T02:40:35.623" v="375" actId="20577"/>
        <pc:sldMkLst>
          <pc:docMk/>
          <pc:sldMk cId="1044276249" sldId="363"/>
        </pc:sldMkLst>
        <pc:spChg chg="mod">
          <ac:chgData name="Teuku Raja Irfan Radarma" userId="cf428174-95ba-4576-8554-3a3b8ffa52b7" providerId="ADAL" clId="{CF1DECEB-07AA-4733-83F0-1A69C15387C4}" dt="2025-12-06T02:40:18.877" v="350" actId="20577"/>
          <ac:spMkLst>
            <pc:docMk/>
            <pc:sldMk cId="1044276249" sldId="363"/>
            <ac:spMk id="2" creationId="{A125681A-45A2-7128-DE7A-C52014C27119}"/>
          </ac:spMkLst>
        </pc:spChg>
        <pc:spChg chg="mod">
          <ac:chgData name="Teuku Raja Irfan Radarma" userId="cf428174-95ba-4576-8554-3a3b8ffa52b7" providerId="ADAL" clId="{CF1DECEB-07AA-4733-83F0-1A69C15387C4}" dt="2025-12-06T02:40:35.623" v="375" actId="20577"/>
          <ac:spMkLst>
            <pc:docMk/>
            <pc:sldMk cId="1044276249" sldId="363"/>
            <ac:spMk id="6" creationId="{00CA8178-C5D9-B7AC-2EB9-8CAE37EAAF27}"/>
          </ac:spMkLst>
        </pc:spChg>
      </pc:sldChg>
      <pc:sldChg chg="del">
        <pc:chgData name="Teuku Raja Irfan Radarma" userId="cf428174-95ba-4576-8554-3a3b8ffa52b7" providerId="ADAL" clId="{CF1DECEB-07AA-4733-83F0-1A69C15387C4}" dt="2025-12-06T02:51:29.783" v="435" actId="47"/>
        <pc:sldMkLst>
          <pc:docMk/>
          <pc:sldMk cId="3369179900" sldId="364"/>
        </pc:sldMkLst>
      </pc:sldChg>
      <pc:sldChg chg="delSp modSp mod">
        <pc:chgData name="Teuku Raja Irfan Radarma" userId="cf428174-95ba-4576-8554-3a3b8ffa52b7" providerId="ADAL" clId="{CF1DECEB-07AA-4733-83F0-1A69C15387C4}" dt="2025-12-06T02:53:23.596" v="630" actId="20577"/>
        <pc:sldMkLst>
          <pc:docMk/>
          <pc:sldMk cId="3887449466" sldId="374"/>
        </pc:sldMkLst>
        <pc:spChg chg="mod">
          <ac:chgData name="Teuku Raja Irfan Radarma" userId="cf428174-95ba-4576-8554-3a3b8ffa52b7" providerId="ADAL" clId="{CF1DECEB-07AA-4733-83F0-1A69C15387C4}" dt="2025-12-06T02:51:43.767" v="456" actId="20577"/>
          <ac:spMkLst>
            <pc:docMk/>
            <pc:sldMk cId="3887449466" sldId="374"/>
            <ac:spMk id="2" creationId="{2EFF2390-A351-2BC1-BB12-FE12FE55FE51}"/>
          </ac:spMkLst>
        </pc:spChg>
        <pc:spChg chg="mod">
          <ac:chgData name="Teuku Raja Irfan Radarma" userId="cf428174-95ba-4576-8554-3a3b8ffa52b7" providerId="ADAL" clId="{CF1DECEB-07AA-4733-83F0-1A69C15387C4}" dt="2025-12-06T02:53:23.596" v="630" actId="20577"/>
          <ac:spMkLst>
            <pc:docMk/>
            <pc:sldMk cId="3887449466" sldId="374"/>
            <ac:spMk id="4" creationId="{5DFB2A37-0B4B-405A-2CAA-C05F9F347F73}"/>
          </ac:spMkLst>
        </pc:spChg>
        <pc:picChg chg="del">
          <ac:chgData name="Teuku Raja Irfan Radarma" userId="cf428174-95ba-4576-8554-3a3b8ffa52b7" providerId="ADAL" clId="{CF1DECEB-07AA-4733-83F0-1A69C15387C4}" dt="2025-12-06T02:52:21.513" v="570" actId="478"/>
          <ac:picMkLst>
            <pc:docMk/>
            <pc:sldMk cId="3887449466" sldId="374"/>
            <ac:picMk id="6" creationId="{B8F47FCE-39A0-F05E-665A-90026BC87EDD}"/>
          </ac:picMkLst>
        </pc:picChg>
      </pc:sldChg>
      <pc:sldChg chg="del">
        <pc:chgData name="Teuku Raja Irfan Radarma" userId="cf428174-95ba-4576-8554-3a3b8ffa52b7" providerId="ADAL" clId="{CF1DECEB-07AA-4733-83F0-1A69C15387C4}" dt="2025-12-06T02:51:29.783" v="435" actId="47"/>
        <pc:sldMkLst>
          <pc:docMk/>
          <pc:sldMk cId="3681168979" sldId="375"/>
        </pc:sldMkLst>
      </pc:sldChg>
      <pc:sldChg chg="del">
        <pc:chgData name="Teuku Raja Irfan Radarma" userId="cf428174-95ba-4576-8554-3a3b8ffa52b7" providerId="ADAL" clId="{CF1DECEB-07AA-4733-83F0-1A69C15387C4}" dt="2025-12-06T02:51:29.783" v="435" actId="47"/>
        <pc:sldMkLst>
          <pc:docMk/>
          <pc:sldMk cId="24033230" sldId="393"/>
        </pc:sldMkLst>
      </pc:sldChg>
      <pc:sldChg chg="del">
        <pc:chgData name="Teuku Raja Irfan Radarma" userId="cf428174-95ba-4576-8554-3a3b8ffa52b7" providerId="ADAL" clId="{CF1DECEB-07AA-4733-83F0-1A69C15387C4}" dt="2025-12-06T02:51:29.783" v="435" actId="47"/>
        <pc:sldMkLst>
          <pc:docMk/>
          <pc:sldMk cId="6759311" sldId="394"/>
        </pc:sldMkLst>
      </pc:sldChg>
      <pc:sldChg chg="del">
        <pc:chgData name="Teuku Raja Irfan Radarma" userId="cf428174-95ba-4576-8554-3a3b8ffa52b7" providerId="ADAL" clId="{CF1DECEB-07AA-4733-83F0-1A69C15387C4}" dt="2025-12-06T02:51:29.783" v="435" actId="47"/>
        <pc:sldMkLst>
          <pc:docMk/>
          <pc:sldMk cId="4233368658" sldId="395"/>
        </pc:sldMkLst>
      </pc:sldChg>
      <pc:sldChg chg="del">
        <pc:chgData name="Teuku Raja Irfan Radarma" userId="cf428174-95ba-4576-8554-3a3b8ffa52b7" providerId="ADAL" clId="{CF1DECEB-07AA-4733-83F0-1A69C15387C4}" dt="2025-12-06T02:51:29.783" v="435" actId="47"/>
        <pc:sldMkLst>
          <pc:docMk/>
          <pc:sldMk cId="2926703991" sldId="396"/>
        </pc:sldMkLst>
      </pc:sldChg>
      <pc:sldChg chg="del">
        <pc:chgData name="Teuku Raja Irfan Radarma" userId="cf428174-95ba-4576-8554-3a3b8ffa52b7" providerId="ADAL" clId="{CF1DECEB-07AA-4733-83F0-1A69C15387C4}" dt="2025-12-06T02:51:29.783" v="435" actId="47"/>
        <pc:sldMkLst>
          <pc:docMk/>
          <pc:sldMk cId="3567308655" sldId="397"/>
        </pc:sldMkLst>
      </pc:sldChg>
      <pc:sldChg chg="del">
        <pc:chgData name="Teuku Raja Irfan Radarma" userId="cf428174-95ba-4576-8554-3a3b8ffa52b7" providerId="ADAL" clId="{CF1DECEB-07AA-4733-83F0-1A69C15387C4}" dt="2025-12-06T02:51:29.783" v="435" actId="47"/>
        <pc:sldMkLst>
          <pc:docMk/>
          <pc:sldMk cId="672625704" sldId="398"/>
        </pc:sldMkLst>
      </pc:sldChg>
      <pc:sldChg chg="del">
        <pc:chgData name="Teuku Raja Irfan Radarma" userId="cf428174-95ba-4576-8554-3a3b8ffa52b7" providerId="ADAL" clId="{CF1DECEB-07AA-4733-83F0-1A69C15387C4}" dt="2025-12-06T02:51:29.783" v="435" actId="47"/>
        <pc:sldMkLst>
          <pc:docMk/>
          <pc:sldMk cId="2416570866" sldId="399"/>
        </pc:sldMkLst>
      </pc:sldChg>
      <pc:sldChg chg="del">
        <pc:chgData name="Teuku Raja Irfan Radarma" userId="cf428174-95ba-4576-8554-3a3b8ffa52b7" providerId="ADAL" clId="{CF1DECEB-07AA-4733-83F0-1A69C15387C4}" dt="2025-12-06T02:51:29.783" v="435" actId="47"/>
        <pc:sldMkLst>
          <pc:docMk/>
          <pc:sldMk cId="53942385" sldId="400"/>
        </pc:sldMkLst>
      </pc:sldChg>
      <pc:sldChg chg="del">
        <pc:chgData name="Teuku Raja Irfan Radarma" userId="cf428174-95ba-4576-8554-3a3b8ffa52b7" providerId="ADAL" clId="{CF1DECEB-07AA-4733-83F0-1A69C15387C4}" dt="2025-12-06T02:51:29.783" v="435" actId="47"/>
        <pc:sldMkLst>
          <pc:docMk/>
          <pc:sldMk cId="4130794792" sldId="401"/>
        </pc:sldMkLst>
      </pc:sldChg>
      <pc:sldChg chg="del">
        <pc:chgData name="Teuku Raja Irfan Radarma" userId="cf428174-95ba-4576-8554-3a3b8ffa52b7" providerId="ADAL" clId="{CF1DECEB-07AA-4733-83F0-1A69C15387C4}" dt="2025-12-06T02:51:29.783" v="435" actId="47"/>
        <pc:sldMkLst>
          <pc:docMk/>
          <pc:sldMk cId="1406115806" sldId="402"/>
        </pc:sldMkLst>
      </pc:sldChg>
      <pc:sldChg chg="del">
        <pc:chgData name="Teuku Raja Irfan Radarma" userId="cf428174-95ba-4576-8554-3a3b8ffa52b7" providerId="ADAL" clId="{CF1DECEB-07AA-4733-83F0-1A69C15387C4}" dt="2025-12-06T02:51:29.783" v="435" actId="47"/>
        <pc:sldMkLst>
          <pc:docMk/>
          <pc:sldMk cId="992091417" sldId="405"/>
        </pc:sldMkLst>
      </pc:sldChg>
      <pc:sldChg chg="del">
        <pc:chgData name="Teuku Raja Irfan Radarma" userId="cf428174-95ba-4576-8554-3a3b8ffa52b7" providerId="ADAL" clId="{CF1DECEB-07AA-4733-83F0-1A69C15387C4}" dt="2025-12-06T02:51:29.783" v="435" actId="47"/>
        <pc:sldMkLst>
          <pc:docMk/>
          <pc:sldMk cId="2484617555" sldId="406"/>
        </pc:sldMkLst>
      </pc:sldChg>
      <pc:sldChg chg="del">
        <pc:chgData name="Teuku Raja Irfan Radarma" userId="cf428174-95ba-4576-8554-3a3b8ffa52b7" providerId="ADAL" clId="{CF1DECEB-07AA-4733-83F0-1A69C15387C4}" dt="2025-12-06T02:51:29.783" v="435" actId="47"/>
        <pc:sldMkLst>
          <pc:docMk/>
          <pc:sldMk cId="2846676278" sldId="407"/>
        </pc:sldMkLst>
      </pc:sldChg>
      <pc:sldChg chg="del">
        <pc:chgData name="Teuku Raja Irfan Radarma" userId="cf428174-95ba-4576-8554-3a3b8ffa52b7" providerId="ADAL" clId="{CF1DECEB-07AA-4733-83F0-1A69C15387C4}" dt="2025-12-06T02:51:29.783" v="435" actId="47"/>
        <pc:sldMkLst>
          <pc:docMk/>
          <pc:sldMk cId="2340584467" sldId="408"/>
        </pc:sldMkLst>
      </pc:sldChg>
      <pc:sldChg chg="del">
        <pc:chgData name="Teuku Raja Irfan Radarma" userId="cf428174-95ba-4576-8554-3a3b8ffa52b7" providerId="ADAL" clId="{CF1DECEB-07AA-4733-83F0-1A69C15387C4}" dt="2025-12-06T02:51:29.783" v="435" actId="47"/>
        <pc:sldMkLst>
          <pc:docMk/>
          <pc:sldMk cId="2057318610" sldId="409"/>
        </pc:sldMkLst>
      </pc:sldChg>
      <pc:sldChg chg="del">
        <pc:chgData name="Teuku Raja Irfan Radarma" userId="cf428174-95ba-4576-8554-3a3b8ffa52b7" providerId="ADAL" clId="{CF1DECEB-07AA-4733-83F0-1A69C15387C4}" dt="2025-12-06T02:51:29.783" v="435" actId="47"/>
        <pc:sldMkLst>
          <pc:docMk/>
          <pc:sldMk cId="4907323" sldId="410"/>
        </pc:sldMkLst>
      </pc:sldChg>
      <pc:sldChg chg="del">
        <pc:chgData name="Teuku Raja Irfan Radarma" userId="cf428174-95ba-4576-8554-3a3b8ffa52b7" providerId="ADAL" clId="{CF1DECEB-07AA-4733-83F0-1A69C15387C4}" dt="2025-12-06T02:51:29.783" v="435" actId="47"/>
        <pc:sldMkLst>
          <pc:docMk/>
          <pc:sldMk cId="1929889162" sldId="411"/>
        </pc:sldMkLst>
      </pc:sldChg>
      <pc:sldChg chg="del">
        <pc:chgData name="Teuku Raja Irfan Radarma" userId="cf428174-95ba-4576-8554-3a3b8ffa52b7" providerId="ADAL" clId="{CF1DECEB-07AA-4733-83F0-1A69C15387C4}" dt="2025-12-06T02:51:29.783" v="435" actId="47"/>
        <pc:sldMkLst>
          <pc:docMk/>
          <pc:sldMk cId="1460602123" sldId="412"/>
        </pc:sldMkLst>
      </pc:sldChg>
      <pc:sldChg chg="del">
        <pc:chgData name="Teuku Raja Irfan Radarma" userId="cf428174-95ba-4576-8554-3a3b8ffa52b7" providerId="ADAL" clId="{CF1DECEB-07AA-4733-83F0-1A69C15387C4}" dt="2025-12-06T02:51:29.783" v="435" actId="47"/>
        <pc:sldMkLst>
          <pc:docMk/>
          <pc:sldMk cId="1112028576" sldId="413"/>
        </pc:sldMkLst>
      </pc:sldChg>
      <pc:sldChg chg="del">
        <pc:chgData name="Teuku Raja Irfan Radarma" userId="cf428174-95ba-4576-8554-3a3b8ffa52b7" providerId="ADAL" clId="{CF1DECEB-07AA-4733-83F0-1A69C15387C4}" dt="2025-12-06T02:51:29.783" v="435" actId="47"/>
        <pc:sldMkLst>
          <pc:docMk/>
          <pc:sldMk cId="1718121370" sldId="414"/>
        </pc:sldMkLst>
      </pc:sldChg>
      <pc:sldChg chg="del">
        <pc:chgData name="Teuku Raja Irfan Radarma" userId="cf428174-95ba-4576-8554-3a3b8ffa52b7" providerId="ADAL" clId="{CF1DECEB-07AA-4733-83F0-1A69C15387C4}" dt="2025-12-06T02:51:29.783" v="435" actId="47"/>
        <pc:sldMkLst>
          <pc:docMk/>
          <pc:sldMk cId="4252467002" sldId="415"/>
        </pc:sldMkLst>
      </pc:sldChg>
      <pc:sldChg chg="modSp add mod">
        <pc:chgData name="Teuku Raja Irfan Radarma" userId="cf428174-95ba-4576-8554-3a3b8ffa52b7" providerId="ADAL" clId="{CF1DECEB-07AA-4733-83F0-1A69C15387C4}" dt="2025-12-06T02:29:19.861" v="284" actId="113"/>
        <pc:sldMkLst>
          <pc:docMk/>
          <pc:sldMk cId="3666297478" sldId="416"/>
        </pc:sldMkLst>
        <pc:spChg chg="mod">
          <ac:chgData name="Teuku Raja Irfan Radarma" userId="cf428174-95ba-4576-8554-3a3b8ffa52b7" providerId="ADAL" clId="{CF1DECEB-07AA-4733-83F0-1A69C15387C4}" dt="2025-12-06T02:27:36.415" v="268"/>
          <ac:spMkLst>
            <pc:docMk/>
            <pc:sldMk cId="3666297478" sldId="416"/>
            <ac:spMk id="2" creationId="{F4204DA2-4008-E351-CEE8-31BD3B9DC7B0}"/>
          </ac:spMkLst>
        </pc:spChg>
        <pc:spChg chg="mod">
          <ac:chgData name="Teuku Raja Irfan Radarma" userId="cf428174-95ba-4576-8554-3a3b8ffa52b7" providerId="ADAL" clId="{CF1DECEB-07AA-4733-83F0-1A69C15387C4}" dt="2025-12-06T02:29:19.861" v="284" actId="113"/>
          <ac:spMkLst>
            <pc:docMk/>
            <pc:sldMk cId="3666297478" sldId="416"/>
            <ac:spMk id="3" creationId="{BD9E2BB4-0C99-4A5A-63A6-F98A68A6FA16}"/>
          </ac:spMkLst>
        </pc:spChg>
      </pc:sldChg>
      <pc:sldChg chg="modSp add mod">
        <pc:chgData name="Teuku Raja Irfan Radarma" userId="cf428174-95ba-4576-8554-3a3b8ffa52b7" providerId="ADAL" clId="{CF1DECEB-07AA-4733-83F0-1A69C15387C4}" dt="2025-12-06T02:29:32.267" v="291" actId="113"/>
        <pc:sldMkLst>
          <pc:docMk/>
          <pc:sldMk cId="2498478276" sldId="417"/>
        </pc:sldMkLst>
        <pc:spChg chg="mod">
          <ac:chgData name="Teuku Raja Irfan Radarma" userId="cf428174-95ba-4576-8554-3a3b8ffa52b7" providerId="ADAL" clId="{CF1DECEB-07AA-4733-83F0-1A69C15387C4}" dt="2025-12-06T02:28:08.987" v="278"/>
          <ac:spMkLst>
            <pc:docMk/>
            <pc:sldMk cId="2498478276" sldId="417"/>
            <ac:spMk id="2" creationId="{F4204DA2-4008-E351-CEE8-31BD3B9DC7B0}"/>
          </ac:spMkLst>
        </pc:spChg>
        <pc:spChg chg="mod">
          <ac:chgData name="Teuku Raja Irfan Radarma" userId="cf428174-95ba-4576-8554-3a3b8ffa52b7" providerId="ADAL" clId="{CF1DECEB-07AA-4733-83F0-1A69C15387C4}" dt="2025-12-06T02:29:32.267" v="291" actId="113"/>
          <ac:spMkLst>
            <pc:docMk/>
            <pc:sldMk cId="2498478276" sldId="417"/>
            <ac:spMk id="3" creationId="{BD9E2BB4-0C99-4A5A-63A6-F98A68A6FA16}"/>
          </ac:spMkLst>
        </pc:spChg>
      </pc:sldChg>
      <pc:sldChg chg="modSp add mod">
        <pc:chgData name="Teuku Raja Irfan Radarma" userId="cf428174-95ba-4576-8554-3a3b8ffa52b7" providerId="ADAL" clId="{CF1DECEB-07AA-4733-83F0-1A69C15387C4}" dt="2025-12-06T02:30:39.619" v="308" actId="12"/>
        <pc:sldMkLst>
          <pc:docMk/>
          <pc:sldMk cId="3155149982" sldId="418"/>
        </pc:sldMkLst>
        <pc:spChg chg="mod">
          <ac:chgData name="Teuku Raja Irfan Radarma" userId="cf428174-95ba-4576-8554-3a3b8ffa52b7" providerId="ADAL" clId="{CF1DECEB-07AA-4733-83F0-1A69C15387C4}" dt="2025-12-06T02:29:42.097" v="293"/>
          <ac:spMkLst>
            <pc:docMk/>
            <pc:sldMk cId="3155149982" sldId="418"/>
            <ac:spMk id="2" creationId="{F4204DA2-4008-E351-CEE8-31BD3B9DC7B0}"/>
          </ac:spMkLst>
        </pc:spChg>
        <pc:spChg chg="mod">
          <ac:chgData name="Teuku Raja Irfan Radarma" userId="cf428174-95ba-4576-8554-3a3b8ffa52b7" providerId="ADAL" clId="{CF1DECEB-07AA-4733-83F0-1A69C15387C4}" dt="2025-12-06T02:30:39.619" v="308" actId="12"/>
          <ac:spMkLst>
            <pc:docMk/>
            <pc:sldMk cId="3155149982" sldId="418"/>
            <ac:spMk id="3" creationId="{BD9E2BB4-0C99-4A5A-63A6-F98A68A6FA16}"/>
          </ac:spMkLst>
        </pc:spChg>
      </pc:sldChg>
      <pc:sldChg chg="modSp add mod">
        <pc:chgData name="Teuku Raja Irfan Radarma" userId="cf428174-95ba-4576-8554-3a3b8ffa52b7" providerId="ADAL" clId="{CF1DECEB-07AA-4733-83F0-1A69C15387C4}" dt="2025-12-06T03:31:46.668" v="788" actId="6549"/>
        <pc:sldMkLst>
          <pc:docMk/>
          <pc:sldMk cId="1181482048" sldId="419"/>
        </pc:sldMkLst>
        <pc:spChg chg="mod">
          <ac:chgData name="Teuku Raja Irfan Radarma" userId="cf428174-95ba-4576-8554-3a3b8ffa52b7" providerId="ADAL" clId="{CF1DECEB-07AA-4733-83F0-1A69C15387C4}" dt="2025-12-06T02:40:59.954" v="377"/>
          <ac:spMkLst>
            <pc:docMk/>
            <pc:sldMk cId="1181482048" sldId="419"/>
            <ac:spMk id="2" creationId="{A125681A-45A2-7128-DE7A-C52014C27119}"/>
          </ac:spMkLst>
        </pc:spChg>
        <pc:spChg chg="mod">
          <ac:chgData name="Teuku Raja Irfan Radarma" userId="cf428174-95ba-4576-8554-3a3b8ffa52b7" providerId="ADAL" clId="{CF1DECEB-07AA-4733-83F0-1A69C15387C4}" dt="2025-12-06T03:31:46.668" v="788" actId="6549"/>
          <ac:spMkLst>
            <pc:docMk/>
            <pc:sldMk cId="1181482048" sldId="419"/>
            <ac:spMk id="6" creationId="{00CA8178-C5D9-B7AC-2EB9-8CAE37EAAF27}"/>
          </ac:spMkLst>
        </pc:spChg>
      </pc:sldChg>
      <pc:sldChg chg="modSp add mod">
        <pc:chgData name="Teuku Raja Irfan Radarma" userId="cf428174-95ba-4576-8554-3a3b8ffa52b7" providerId="ADAL" clId="{CF1DECEB-07AA-4733-83F0-1A69C15387C4}" dt="2025-12-06T03:31:50.886" v="789" actId="6549"/>
        <pc:sldMkLst>
          <pc:docMk/>
          <pc:sldMk cId="936069305" sldId="420"/>
        </pc:sldMkLst>
        <pc:spChg chg="mod">
          <ac:chgData name="Teuku Raja Irfan Radarma" userId="cf428174-95ba-4576-8554-3a3b8ffa52b7" providerId="ADAL" clId="{CF1DECEB-07AA-4733-83F0-1A69C15387C4}" dt="2025-12-06T03:14:35.022" v="738" actId="14100"/>
          <ac:spMkLst>
            <pc:docMk/>
            <pc:sldMk cId="936069305" sldId="420"/>
            <ac:spMk id="2" creationId="{A125681A-45A2-7128-DE7A-C52014C27119}"/>
          </ac:spMkLst>
        </pc:spChg>
        <pc:spChg chg="mod">
          <ac:chgData name="Teuku Raja Irfan Radarma" userId="cf428174-95ba-4576-8554-3a3b8ffa52b7" providerId="ADAL" clId="{CF1DECEB-07AA-4733-83F0-1A69C15387C4}" dt="2025-12-06T03:31:50.886" v="789" actId="6549"/>
          <ac:spMkLst>
            <pc:docMk/>
            <pc:sldMk cId="936069305" sldId="420"/>
            <ac:spMk id="6" creationId="{00CA8178-C5D9-B7AC-2EB9-8CAE37EAAF27}"/>
          </ac:spMkLst>
        </pc:spChg>
      </pc:sldChg>
      <pc:sldChg chg="modSp add mod ord">
        <pc:chgData name="Teuku Raja Irfan Radarma" userId="cf428174-95ba-4576-8554-3a3b8ffa52b7" providerId="ADAL" clId="{CF1DECEB-07AA-4733-83F0-1A69C15387C4}" dt="2025-12-06T03:53:45.587" v="1026" actId="20577"/>
        <pc:sldMkLst>
          <pc:docMk/>
          <pc:sldMk cId="22647776" sldId="421"/>
        </pc:sldMkLst>
        <pc:spChg chg="mod">
          <ac:chgData name="Teuku Raja Irfan Radarma" userId="cf428174-95ba-4576-8554-3a3b8ffa52b7" providerId="ADAL" clId="{CF1DECEB-07AA-4733-83F0-1A69C15387C4}" dt="2025-12-06T02:55:54.429" v="652" actId="20577"/>
          <ac:spMkLst>
            <pc:docMk/>
            <pc:sldMk cId="22647776" sldId="421"/>
            <ac:spMk id="2" creationId="{86D1BB63-4350-72A4-F5A6-7BC05C8ACCEA}"/>
          </ac:spMkLst>
        </pc:spChg>
        <pc:spChg chg="mod">
          <ac:chgData name="Teuku Raja Irfan Radarma" userId="cf428174-95ba-4576-8554-3a3b8ffa52b7" providerId="ADAL" clId="{CF1DECEB-07AA-4733-83F0-1A69C15387C4}" dt="2025-12-06T03:53:45.587" v="1026" actId="20577"/>
          <ac:spMkLst>
            <pc:docMk/>
            <pc:sldMk cId="22647776" sldId="421"/>
            <ac:spMk id="3" creationId="{10DAE108-9E44-567B-9E8A-3F62785A8106}"/>
          </ac:spMkLst>
        </pc:spChg>
      </pc:sldChg>
      <pc:sldChg chg="modSp add mod">
        <pc:chgData name="Teuku Raja Irfan Radarma" userId="cf428174-95ba-4576-8554-3a3b8ffa52b7" providerId="ADAL" clId="{CF1DECEB-07AA-4733-83F0-1A69C15387C4}" dt="2025-12-06T02:56:03.236" v="677" actId="20577"/>
        <pc:sldMkLst>
          <pc:docMk/>
          <pc:sldMk cId="2667379901" sldId="422"/>
        </pc:sldMkLst>
        <pc:spChg chg="mod">
          <ac:chgData name="Teuku Raja Irfan Radarma" userId="cf428174-95ba-4576-8554-3a3b8ffa52b7" providerId="ADAL" clId="{CF1DECEB-07AA-4733-83F0-1A69C15387C4}" dt="2025-12-06T02:56:03.236" v="677" actId="20577"/>
          <ac:spMkLst>
            <pc:docMk/>
            <pc:sldMk cId="2667379901" sldId="422"/>
            <ac:spMk id="2" creationId="{86D1BB63-4350-72A4-F5A6-7BC05C8ACCEA}"/>
          </ac:spMkLst>
        </pc:spChg>
      </pc:sldChg>
      <pc:sldChg chg="addSp modSp add mod">
        <pc:chgData name="Teuku Raja Irfan Radarma" userId="cf428174-95ba-4576-8554-3a3b8ffa52b7" providerId="ADAL" clId="{CF1DECEB-07AA-4733-83F0-1A69C15387C4}" dt="2025-12-06T03:31:54.528" v="790" actId="6549"/>
        <pc:sldMkLst>
          <pc:docMk/>
          <pc:sldMk cId="161204890" sldId="423"/>
        </pc:sldMkLst>
        <pc:spChg chg="mod">
          <ac:chgData name="Teuku Raja Irfan Radarma" userId="cf428174-95ba-4576-8554-3a3b8ffa52b7" providerId="ADAL" clId="{CF1DECEB-07AA-4733-83F0-1A69C15387C4}" dt="2025-12-06T03:14:55.470" v="740"/>
          <ac:spMkLst>
            <pc:docMk/>
            <pc:sldMk cId="161204890" sldId="423"/>
            <ac:spMk id="2" creationId="{A125681A-45A2-7128-DE7A-C52014C27119}"/>
          </ac:spMkLst>
        </pc:spChg>
        <pc:spChg chg="add mod">
          <ac:chgData name="Teuku Raja Irfan Radarma" userId="cf428174-95ba-4576-8554-3a3b8ffa52b7" providerId="ADAL" clId="{CF1DECEB-07AA-4733-83F0-1A69C15387C4}" dt="2025-12-06T03:16:40.341" v="773" actId="2085"/>
          <ac:spMkLst>
            <pc:docMk/>
            <pc:sldMk cId="161204890" sldId="423"/>
            <ac:spMk id="3" creationId="{50559C9A-BE42-4C35-95AA-DC906034AE3C}"/>
          </ac:spMkLst>
        </pc:spChg>
        <pc:spChg chg="mod">
          <ac:chgData name="Teuku Raja Irfan Radarma" userId="cf428174-95ba-4576-8554-3a3b8ffa52b7" providerId="ADAL" clId="{CF1DECEB-07AA-4733-83F0-1A69C15387C4}" dt="2025-12-06T03:31:54.528" v="790" actId="6549"/>
          <ac:spMkLst>
            <pc:docMk/>
            <pc:sldMk cId="161204890" sldId="423"/>
            <ac:spMk id="6" creationId="{00CA8178-C5D9-B7AC-2EB9-8CAE37EAAF27}"/>
          </ac:spMkLst>
        </pc:spChg>
      </pc:sldChg>
      <pc:sldChg chg="addSp delSp modSp add mod">
        <pc:chgData name="Teuku Raja Irfan Radarma" userId="cf428174-95ba-4576-8554-3a3b8ffa52b7" providerId="ADAL" clId="{CF1DECEB-07AA-4733-83F0-1A69C15387C4}" dt="2025-12-06T03:32:48.843" v="815" actId="14100"/>
        <pc:sldMkLst>
          <pc:docMk/>
          <pc:sldMk cId="2412359814" sldId="424"/>
        </pc:sldMkLst>
        <pc:spChg chg="mod">
          <ac:chgData name="Teuku Raja Irfan Radarma" userId="cf428174-95ba-4576-8554-3a3b8ffa52b7" providerId="ADAL" clId="{CF1DECEB-07AA-4733-83F0-1A69C15387C4}" dt="2025-12-06T03:30:16.287" v="775"/>
          <ac:spMkLst>
            <pc:docMk/>
            <pc:sldMk cId="2412359814" sldId="424"/>
            <ac:spMk id="2" creationId="{A125681A-45A2-7128-DE7A-C52014C27119}"/>
          </ac:spMkLst>
        </pc:spChg>
        <pc:spChg chg="del mod">
          <ac:chgData name="Teuku Raja Irfan Radarma" userId="cf428174-95ba-4576-8554-3a3b8ffa52b7" providerId="ADAL" clId="{CF1DECEB-07AA-4733-83F0-1A69C15387C4}" dt="2025-12-06T03:30:49.892" v="778" actId="478"/>
          <ac:spMkLst>
            <pc:docMk/>
            <pc:sldMk cId="2412359814" sldId="424"/>
            <ac:spMk id="3" creationId="{50559C9A-BE42-4C35-95AA-DC906034AE3C}"/>
          </ac:spMkLst>
        </pc:spChg>
        <pc:spChg chg="mod">
          <ac:chgData name="Teuku Raja Irfan Radarma" userId="cf428174-95ba-4576-8554-3a3b8ffa52b7" providerId="ADAL" clId="{CF1DECEB-07AA-4733-83F0-1A69C15387C4}" dt="2025-12-06T03:32:21.452" v="796" actId="21"/>
          <ac:spMkLst>
            <pc:docMk/>
            <pc:sldMk cId="2412359814" sldId="424"/>
            <ac:spMk id="6" creationId="{00CA8178-C5D9-B7AC-2EB9-8CAE37EAAF27}"/>
          </ac:spMkLst>
        </pc:spChg>
        <pc:spChg chg="add mod">
          <ac:chgData name="Teuku Raja Irfan Radarma" userId="cf428174-95ba-4576-8554-3a3b8ffa52b7" providerId="ADAL" clId="{CF1DECEB-07AA-4733-83F0-1A69C15387C4}" dt="2025-12-06T03:32:48.843" v="815" actId="14100"/>
          <ac:spMkLst>
            <pc:docMk/>
            <pc:sldMk cId="2412359814" sldId="424"/>
            <ac:spMk id="7" creationId="{5BA243F9-E1DF-4C05-90B3-570E1929D85F}"/>
          </ac:spMkLst>
        </pc:spChg>
      </pc:sldChg>
      <pc:sldChg chg="modSp add mod">
        <pc:chgData name="Teuku Raja Irfan Radarma" userId="cf428174-95ba-4576-8554-3a3b8ffa52b7" providerId="ADAL" clId="{CF1DECEB-07AA-4733-83F0-1A69C15387C4}" dt="2025-12-06T03:34:17.190" v="842" actId="14100"/>
        <pc:sldMkLst>
          <pc:docMk/>
          <pc:sldMk cId="4010584771" sldId="425"/>
        </pc:sldMkLst>
        <pc:spChg chg="mod">
          <ac:chgData name="Teuku Raja Irfan Radarma" userId="cf428174-95ba-4576-8554-3a3b8ffa52b7" providerId="ADAL" clId="{CF1DECEB-07AA-4733-83F0-1A69C15387C4}" dt="2025-12-06T03:33:07.749" v="817"/>
          <ac:spMkLst>
            <pc:docMk/>
            <pc:sldMk cId="4010584771" sldId="425"/>
            <ac:spMk id="2" creationId="{A125681A-45A2-7128-DE7A-C52014C27119}"/>
          </ac:spMkLst>
        </pc:spChg>
        <pc:spChg chg="mod">
          <ac:chgData name="Teuku Raja Irfan Radarma" userId="cf428174-95ba-4576-8554-3a3b8ffa52b7" providerId="ADAL" clId="{CF1DECEB-07AA-4733-83F0-1A69C15387C4}" dt="2025-12-06T03:34:02.398" v="838" actId="113"/>
          <ac:spMkLst>
            <pc:docMk/>
            <pc:sldMk cId="4010584771" sldId="425"/>
            <ac:spMk id="6" creationId="{00CA8178-C5D9-B7AC-2EB9-8CAE37EAAF27}"/>
          </ac:spMkLst>
        </pc:spChg>
        <pc:spChg chg="mod">
          <ac:chgData name="Teuku Raja Irfan Radarma" userId="cf428174-95ba-4576-8554-3a3b8ffa52b7" providerId="ADAL" clId="{CF1DECEB-07AA-4733-83F0-1A69C15387C4}" dt="2025-12-06T03:34:17.190" v="842" actId="14100"/>
          <ac:spMkLst>
            <pc:docMk/>
            <pc:sldMk cId="4010584771" sldId="425"/>
            <ac:spMk id="7" creationId="{5BA243F9-E1DF-4C05-90B3-570E1929D85F}"/>
          </ac:spMkLst>
        </pc:spChg>
      </pc:sldChg>
      <pc:sldChg chg="addSp delSp modSp add mod">
        <pc:chgData name="Teuku Raja Irfan Radarma" userId="cf428174-95ba-4576-8554-3a3b8ffa52b7" providerId="ADAL" clId="{CF1DECEB-07AA-4733-83F0-1A69C15387C4}" dt="2025-12-06T03:39:05.885" v="862" actId="207"/>
        <pc:sldMkLst>
          <pc:docMk/>
          <pc:sldMk cId="3737175484" sldId="426"/>
        </pc:sldMkLst>
        <pc:spChg chg="mod">
          <ac:chgData name="Teuku Raja Irfan Radarma" userId="cf428174-95ba-4576-8554-3a3b8ffa52b7" providerId="ADAL" clId="{CF1DECEB-07AA-4733-83F0-1A69C15387C4}" dt="2025-12-06T03:34:25.180" v="844"/>
          <ac:spMkLst>
            <pc:docMk/>
            <pc:sldMk cId="3737175484" sldId="426"/>
            <ac:spMk id="2" creationId="{A125681A-45A2-7128-DE7A-C52014C27119}"/>
          </ac:spMkLst>
        </pc:spChg>
        <pc:spChg chg="add del">
          <ac:chgData name="Teuku Raja Irfan Radarma" userId="cf428174-95ba-4576-8554-3a3b8ffa52b7" providerId="ADAL" clId="{CF1DECEB-07AA-4733-83F0-1A69C15387C4}" dt="2025-12-06T03:38:26.623" v="850"/>
          <ac:spMkLst>
            <pc:docMk/>
            <pc:sldMk cId="3737175484" sldId="426"/>
            <ac:spMk id="3" creationId="{FFEC7E26-34C5-471D-9658-6C7CD61858D5}"/>
          </ac:spMkLst>
        </pc:spChg>
        <pc:spChg chg="mod">
          <ac:chgData name="Teuku Raja Irfan Radarma" userId="cf428174-95ba-4576-8554-3a3b8ffa52b7" providerId="ADAL" clId="{CF1DECEB-07AA-4733-83F0-1A69C15387C4}" dt="2025-12-06T03:38:51.639" v="858" actId="20577"/>
          <ac:spMkLst>
            <pc:docMk/>
            <pc:sldMk cId="3737175484" sldId="426"/>
            <ac:spMk id="6" creationId="{00CA8178-C5D9-B7AC-2EB9-8CAE37EAAF27}"/>
          </ac:spMkLst>
        </pc:spChg>
        <pc:spChg chg="mod">
          <ac:chgData name="Teuku Raja Irfan Radarma" userId="cf428174-95ba-4576-8554-3a3b8ffa52b7" providerId="ADAL" clId="{CF1DECEB-07AA-4733-83F0-1A69C15387C4}" dt="2025-12-06T03:39:05.885" v="862" actId="207"/>
          <ac:spMkLst>
            <pc:docMk/>
            <pc:sldMk cId="3737175484" sldId="426"/>
            <ac:spMk id="7" creationId="{5BA243F9-E1DF-4C05-90B3-570E1929D85F}"/>
          </ac:spMkLst>
        </pc:spChg>
      </pc:sldChg>
      <pc:sldChg chg="add">
        <pc:chgData name="Teuku Raja Irfan Radarma" userId="cf428174-95ba-4576-8554-3a3b8ffa52b7" providerId="ADAL" clId="{CF1DECEB-07AA-4733-83F0-1A69C15387C4}" dt="2025-12-06T03:56:23.258" v="1054"/>
        <pc:sldMkLst>
          <pc:docMk/>
          <pc:sldMk cId="1366592790" sldId="427"/>
        </pc:sldMkLst>
      </pc:sldChg>
      <pc:sldChg chg="addSp delSp modSp add del mod">
        <pc:chgData name="Teuku Raja Irfan Radarma" userId="cf428174-95ba-4576-8554-3a3b8ffa52b7" providerId="ADAL" clId="{CF1DECEB-07AA-4733-83F0-1A69C15387C4}" dt="2025-12-06T03:56:20.542" v="1053" actId="2696"/>
        <pc:sldMkLst>
          <pc:docMk/>
          <pc:sldMk cId="2861157334" sldId="427"/>
        </pc:sldMkLst>
        <pc:spChg chg="mod">
          <ac:chgData name="Teuku Raja Irfan Radarma" userId="cf428174-95ba-4576-8554-3a3b8ffa52b7" providerId="ADAL" clId="{CF1DECEB-07AA-4733-83F0-1A69C15387C4}" dt="2025-12-06T03:41:17.767" v="881"/>
          <ac:spMkLst>
            <pc:docMk/>
            <pc:sldMk cId="2861157334" sldId="427"/>
            <ac:spMk id="2" creationId="{A125681A-45A2-7128-DE7A-C52014C27119}"/>
          </ac:spMkLst>
        </pc:spChg>
        <pc:spChg chg="del">
          <ac:chgData name="Teuku Raja Irfan Radarma" userId="cf428174-95ba-4576-8554-3a3b8ffa52b7" providerId="ADAL" clId="{CF1DECEB-07AA-4733-83F0-1A69C15387C4}" dt="2025-12-06T03:39:56.193" v="877" actId="478"/>
          <ac:spMkLst>
            <pc:docMk/>
            <pc:sldMk cId="2861157334" sldId="427"/>
            <ac:spMk id="6" creationId="{00CA8178-C5D9-B7AC-2EB9-8CAE37EAAF27}"/>
          </ac:spMkLst>
        </pc:spChg>
        <pc:spChg chg="del">
          <ac:chgData name="Teuku Raja Irfan Radarma" userId="cf428174-95ba-4576-8554-3a3b8ffa52b7" providerId="ADAL" clId="{CF1DECEB-07AA-4733-83F0-1A69C15387C4}" dt="2025-12-06T03:39:54.159" v="876" actId="478"/>
          <ac:spMkLst>
            <pc:docMk/>
            <pc:sldMk cId="2861157334" sldId="427"/>
            <ac:spMk id="7" creationId="{5BA243F9-E1DF-4C05-90B3-570E1929D85F}"/>
          </ac:spMkLst>
        </pc:spChg>
        <pc:spChg chg="add mod">
          <ac:chgData name="Teuku Raja Irfan Radarma" userId="cf428174-95ba-4576-8554-3a3b8ffa52b7" providerId="ADAL" clId="{CF1DECEB-07AA-4733-83F0-1A69C15387C4}" dt="2025-12-06T03:41:35.782" v="884" actId="1076"/>
          <ac:spMkLst>
            <pc:docMk/>
            <pc:sldMk cId="2861157334" sldId="427"/>
            <ac:spMk id="8" creationId="{F1EB3D3E-9538-4B5F-8679-B775AE5F9EF7}"/>
          </ac:spMkLst>
        </pc:spChg>
        <pc:picChg chg="add del mod">
          <ac:chgData name="Teuku Raja Irfan Radarma" userId="cf428174-95ba-4576-8554-3a3b8ffa52b7" providerId="ADAL" clId="{CF1DECEB-07AA-4733-83F0-1A69C15387C4}" dt="2025-12-06T03:41:33.151" v="882" actId="478"/>
          <ac:picMkLst>
            <pc:docMk/>
            <pc:sldMk cId="2861157334" sldId="427"/>
            <ac:picMk id="4098" creationId="{318710F2-4168-4978-9E0F-5531C9036FD2}"/>
          </ac:picMkLst>
        </pc:picChg>
      </pc:sldChg>
      <pc:sldChg chg="add">
        <pc:chgData name="Teuku Raja Irfan Radarma" userId="cf428174-95ba-4576-8554-3a3b8ffa52b7" providerId="ADAL" clId="{CF1DECEB-07AA-4733-83F0-1A69C15387C4}" dt="2025-12-06T03:56:23.258" v="1054"/>
        <pc:sldMkLst>
          <pc:docMk/>
          <pc:sldMk cId="1540797187" sldId="428"/>
        </pc:sldMkLst>
      </pc:sldChg>
      <pc:sldChg chg="modSp new del mod">
        <pc:chgData name="Teuku Raja Irfan Radarma" userId="cf428174-95ba-4576-8554-3a3b8ffa52b7" providerId="ADAL" clId="{CF1DECEB-07AA-4733-83F0-1A69C15387C4}" dt="2025-12-06T03:56:20.542" v="1053" actId="2696"/>
        <pc:sldMkLst>
          <pc:docMk/>
          <pc:sldMk cId="2614434741" sldId="428"/>
        </pc:sldMkLst>
        <pc:spChg chg="mod">
          <ac:chgData name="Teuku Raja Irfan Radarma" userId="cf428174-95ba-4576-8554-3a3b8ffa52b7" providerId="ADAL" clId="{CF1DECEB-07AA-4733-83F0-1A69C15387C4}" dt="2025-12-06T03:41:42.139" v="886"/>
          <ac:spMkLst>
            <pc:docMk/>
            <pc:sldMk cId="2614434741" sldId="428"/>
            <ac:spMk id="2" creationId="{311470FC-FD9F-43F8-A198-C1DADB57043E}"/>
          </ac:spMkLst>
        </pc:spChg>
        <pc:spChg chg="mod">
          <ac:chgData name="Teuku Raja Irfan Radarma" userId="cf428174-95ba-4576-8554-3a3b8ffa52b7" providerId="ADAL" clId="{CF1DECEB-07AA-4733-83F0-1A69C15387C4}" dt="2025-12-06T03:42:31.609" v="898" actId="14100"/>
          <ac:spMkLst>
            <pc:docMk/>
            <pc:sldMk cId="2614434741" sldId="428"/>
            <ac:spMk id="3" creationId="{58D67195-B756-4233-A31B-CCAA3B489B91}"/>
          </ac:spMkLst>
        </pc:spChg>
      </pc:sldChg>
      <pc:sldChg chg="addSp delSp modSp add del mod">
        <pc:chgData name="Teuku Raja Irfan Radarma" userId="cf428174-95ba-4576-8554-3a3b8ffa52b7" providerId="ADAL" clId="{CF1DECEB-07AA-4733-83F0-1A69C15387C4}" dt="2025-12-06T03:56:20.542" v="1053" actId="2696"/>
        <pc:sldMkLst>
          <pc:docMk/>
          <pc:sldMk cId="461607079" sldId="429"/>
        </pc:sldMkLst>
        <pc:spChg chg="mod">
          <ac:chgData name="Teuku Raja Irfan Radarma" userId="cf428174-95ba-4576-8554-3a3b8ffa52b7" providerId="ADAL" clId="{CF1DECEB-07AA-4733-83F0-1A69C15387C4}" dt="2025-12-06T03:44:30.258" v="951" actId="1076"/>
          <ac:spMkLst>
            <pc:docMk/>
            <pc:sldMk cId="461607079" sldId="429"/>
            <ac:spMk id="2" creationId="{311470FC-FD9F-43F8-A198-C1DADB57043E}"/>
          </ac:spMkLst>
        </pc:spChg>
        <pc:spChg chg="del mod">
          <ac:chgData name="Teuku Raja Irfan Radarma" userId="cf428174-95ba-4576-8554-3a3b8ffa52b7" providerId="ADAL" clId="{CF1DECEB-07AA-4733-83F0-1A69C15387C4}" dt="2025-12-06T03:42:55.147" v="901" actId="3680"/>
          <ac:spMkLst>
            <pc:docMk/>
            <pc:sldMk cId="461607079" sldId="429"/>
            <ac:spMk id="3" creationId="{58D67195-B756-4233-A31B-CCAA3B489B91}"/>
          </ac:spMkLst>
        </pc:spChg>
        <pc:spChg chg="add del">
          <ac:chgData name="Teuku Raja Irfan Radarma" userId="cf428174-95ba-4576-8554-3a3b8ffa52b7" providerId="ADAL" clId="{CF1DECEB-07AA-4733-83F0-1A69C15387C4}" dt="2025-12-06T03:44:20.532" v="947" actId="22"/>
          <ac:spMkLst>
            <pc:docMk/>
            <pc:sldMk cId="461607079" sldId="429"/>
            <ac:spMk id="7" creationId="{2A9D29D3-BF40-4177-8DCF-D49F5C100868}"/>
          </ac:spMkLst>
        </pc:spChg>
        <pc:graphicFrameChg chg="add mod ord modGraphic">
          <ac:chgData name="Teuku Raja Irfan Radarma" userId="cf428174-95ba-4576-8554-3a3b8ffa52b7" providerId="ADAL" clId="{CF1DECEB-07AA-4733-83F0-1A69C15387C4}" dt="2025-12-06T03:44:49.298" v="959" actId="1076"/>
          <ac:graphicFrameMkLst>
            <pc:docMk/>
            <pc:sldMk cId="461607079" sldId="429"/>
            <ac:graphicFrameMk id="5" creationId="{9A9A885E-1D54-4ED5-A6EB-A2A326BEA104}"/>
          </ac:graphicFrameMkLst>
        </pc:graphicFrameChg>
      </pc:sldChg>
      <pc:sldChg chg="add">
        <pc:chgData name="Teuku Raja Irfan Radarma" userId="cf428174-95ba-4576-8554-3a3b8ffa52b7" providerId="ADAL" clId="{CF1DECEB-07AA-4733-83F0-1A69C15387C4}" dt="2025-12-06T03:56:23.258" v="1054"/>
        <pc:sldMkLst>
          <pc:docMk/>
          <pc:sldMk cId="3800454067" sldId="429"/>
        </pc:sldMkLst>
      </pc:sldChg>
      <pc:sldChg chg="addSp delSp modSp add del mod">
        <pc:chgData name="Teuku Raja Irfan Radarma" userId="cf428174-95ba-4576-8554-3a3b8ffa52b7" providerId="ADAL" clId="{CF1DECEB-07AA-4733-83F0-1A69C15387C4}" dt="2025-12-06T03:56:20.542" v="1053" actId="2696"/>
        <pc:sldMkLst>
          <pc:docMk/>
          <pc:sldMk cId="1246025496" sldId="430"/>
        </pc:sldMkLst>
        <pc:spChg chg="mod">
          <ac:chgData name="Teuku Raja Irfan Radarma" userId="cf428174-95ba-4576-8554-3a3b8ffa52b7" providerId="ADAL" clId="{CF1DECEB-07AA-4733-83F0-1A69C15387C4}" dt="2025-12-06T03:45:29.048" v="974" actId="20577"/>
          <ac:spMkLst>
            <pc:docMk/>
            <pc:sldMk cId="1246025496" sldId="430"/>
            <ac:spMk id="2" creationId="{311470FC-FD9F-43F8-A198-C1DADB57043E}"/>
          </ac:spMkLst>
        </pc:spChg>
        <pc:spChg chg="add mod">
          <ac:chgData name="Teuku Raja Irfan Radarma" userId="cf428174-95ba-4576-8554-3a3b8ffa52b7" providerId="ADAL" clId="{CF1DECEB-07AA-4733-83F0-1A69C15387C4}" dt="2025-12-06T03:49:52.449" v="988" actId="1076"/>
          <ac:spMkLst>
            <pc:docMk/>
            <pc:sldMk cId="1246025496" sldId="430"/>
            <ac:spMk id="6" creationId="{0919F6C8-03D3-4E11-AC75-642F4B156AE7}"/>
          </ac:spMkLst>
        </pc:spChg>
        <pc:spChg chg="add del mod">
          <ac:chgData name="Teuku Raja Irfan Radarma" userId="cf428174-95ba-4576-8554-3a3b8ffa52b7" providerId="ADAL" clId="{CF1DECEB-07AA-4733-83F0-1A69C15387C4}" dt="2025-12-06T03:49:49.687" v="987" actId="478"/>
          <ac:spMkLst>
            <pc:docMk/>
            <pc:sldMk cId="1246025496" sldId="430"/>
            <ac:spMk id="8" creationId="{77C701B0-0B32-41C7-B327-6F0AFDC3B87E}"/>
          </ac:spMkLst>
        </pc:spChg>
        <pc:graphicFrameChg chg="mod">
          <ac:chgData name="Teuku Raja Irfan Radarma" userId="cf428174-95ba-4576-8554-3a3b8ffa52b7" providerId="ADAL" clId="{CF1DECEB-07AA-4733-83F0-1A69C15387C4}" dt="2025-12-06T03:50:13.413" v="994" actId="1076"/>
          <ac:graphicFrameMkLst>
            <pc:docMk/>
            <pc:sldMk cId="1246025496" sldId="430"/>
            <ac:graphicFrameMk id="5" creationId="{9A9A885E-1D54-4ED5-A6EB-A2A326BEA104}"/>
          </ac:graphicFrameMkLst>
        </pc:graphicFrameChg>
        <pc:picChg chg="add mod">
          <ac:chgData name="Teuku Raja Irfan Radarma" userId="cf428174-95ba-4576-8554-3a3b8ffa52b7" providerId="ADAL" clId="{CF1DECEB-07AA-4733-83F0-1A69C15387C4}" dt="2025-12-06T03:50:05.952" v="993" actId="1076"/>
          <ac:picMkLst>
            <pc:docMk/>
            <pc:sldMk cId="1246025496" sldId="430"/>
            <ac:picMk id="5122" creationId="{08278919-809E-44B1-BFB6-C539D9A1180B}"/>
          </ac:picMkLst>
        </pc:picChg>
      </pc:sldChg>
      <pc:sldChg chg="add">
        <pc:chgData name="Teuku Raja Irfan Radarma" userId="cf428174-95ba-4576-8554-3a3b8ffa52b7" providerId="ADAL" clId="{CF1DECEB-07AA-4733-83F0-1A69C15387C4}" dt="2025-12-06T03:56:23.258" v="1054"/>
        <pc:sldMkLst>
          <pc:docMk/>
          <pc:sldMk cId="1779064407" sldId="430"/>
        </pc:sldMkLst>
      </pc:sldChg>
      <pc:sldChg chg="addSp delSp modSp new mod">
        <pc:chgData name="Teuku Raja Irfan Radarma" userId="cf428174-95ba-4576-8554-3a3b8ffa52b7" providerId="ADAL" clId="{CF1DECEB-07AA-4733-83F0-1A69C15387C4}" dt="2025-12-06T03:54:45.221" v="1040" actId="2710"/>
        <pc:sldMkLst>
          <pc:docMk/>
          <pc:sldMk cId="1523778491" sldId="431"/>
        </pc:sldMkLst>
        <pc:spChg chg="mod">
          <ac:chgData name="Teuku Raja Irfan Radarma" userId="cf428174-95ba-4576-8554-3a3b8ffa52b7" providerId="ADAL" clId="{CF1DECEB-07AA-4733-83F0-1A69C15387C4}" dt="2025-12-06T03:54:09.378" v="1028"/>
          <ac:spMkLst>
            <pc:docMk/>
            <pc:sldMk cId="1523778491" sldId="431"/>
            <ac:spMk id="2" creationId="{10457AE5-4A1C-42E0-AC63-04F1CDA68F40}"/>
          </ac:spMkLst>
        </pc:spChg>
        <pc:spChg chg="add del mod">
          <ac:chgData name="Teuku Raja Irfan Radarma" userId="cf428174-95ba-4576-8554-3a3b8ffa52b7" providerId="ADAL" clId="{CF1DECEB-07AA-4733-83F0-1A69C15387C4}" dt="2025-12-06T03:54:45.221" v="1040" actId="2710"/>
          <ac:spMkLst>
            <pc:docMk/>
            <pc:sldMk cId="1523778491" sldId="431"/>
            <ac:spMk id="3" creationId="{BE2C1E5D-0F8C-4F47-840D-0F134E645746}"/>
          </ac:spMkLst>
        </pc:spChg>
        <pc:spChg chg="add del mod">
          <ac:chgData name="Teuku Raja Irfan Radarma" userId="cf428174-95ba-4576-8554-3a3b8ffa52b7" providerId="ADAL" clId="{CF1DECEB-07AA-4733-83F0-1A69C15387C4}" dt="2025-12-06T03:54:16.669" v="1030"/>
          <ac:spMkLst>
            <pc:docMk/>
            <pc:sldMk cId="1523778491" sldId="431"/>
            <ac:spMk id="5" creationId="{8CC572A6-1D0F-491A-8EEC-579D1562A76E}"/>
          </ac:spMkLst>
        </pc:spChg>
      </pc:sldChg>
      <pc:sldChg chg="modSp add mod">
        <pc:chgData name="Teuku Raja Irfan Radarma" userId="cf428174-95ba-4576-8554-3a3b8ffa52b7" providerId="ADAL" clId="{CF1DECEB-07AA-4733-83F0-1A69C15387C4}" dt="2025-12-06T03:55:02.933" v="1043"/>
        <pc:sldMkLst>
          <pc:docMk/>
          <pc:sldMk cId="2120853139" sldId="432"/>
        </pc:sldMkLst>
        <pc:spChg chg="mod">
          <ac:chgData name="Teuku Raja Irfan Radarma" userId="cf428174-95ba-4576-8554-3a3b8ffa52b7" providerId="ADAL" clId="{CF1DECEB-07AA-4733-83F0-1A69C15387C4}" dt="2025-12-06T03:54:56.155" v="1042"/>
          <ac:spMkLst>
            <pc:docMk/>
            <pc:sldMk cId="2120853139" sldId="432"/>
            <ac:spMk id="2" creationId="{10457AE5-4A1C-42E0-AC63-04F1CDA68F40}"/>
          </ac:spMkLst>
        </pc:spChg>
        <pc:spChg chg="mod">
          <ac:chgData name="Teuku Raja Irfan Radarma" userId="cf428174-95ba-4576-8554-3a3b8ffa52b7" providerId="ADAL" clId="{CF1DECEB-07AA-4733-83F0-1A69C15387C4}" dt="2025-12-06T03:55:02.933" v="1043"/>
          <ac:spMkLst>
            <pc:docMk/>
            <pc:sldMk cId="2120853139" sldId="432"/>
            <ac:spMk id="3" creationId="{BE2C1E5D-0F8C-4F47-840D-0F134E645746}"/>
          </ac:spMkLst>
        </pc:spChg>
      </pc:sldChg>
      <pc:sldChg chg="modSp add mod">
        <pc:chgData name="Teuku Raja Irfan Radarma" userId="cf428174-95ba-4576-8554-3a3b8ffa52b7" providerId="ADAL" clId="{CF1DECEB-07AA-4733-83F0-1A69C15387C4}" dt="2025-12-06T03:55:15.956" v="1046"/>
        <pc:sldMkLst>
          <pc:docMk/>
          <pc:sldMk cId="3288851674" sldId="433"/>
        </pc:sldMkLst>
        <pc:spChg chg="mod">
          <ac:chgData name="Teuku Raja Irfan Radarma" userId="cf428174-95ba-4576-8554-3a3b8ffa52b7" providerId="ADAL" clId="{CF1DECEB-07AA-4733-83F0-1A69C15387C4}" dt="2025-12-06T03:55:15.956" v="1046"/>
          <ac:spMkLst>
            <pc:docMk/>
            <pc:sldMk cId="3288851674" sldId="433"/>
            <ac:spMk id="2" creationId="{10457AE5-4A1C-42E0-AC63-04F1CDA68F40}"/>
          </ac:spMkLst>
        </pc:spChg>
        <pc:spChg chg="mod">
          <ac:chgData name="Teuku Raja Irfan Radarma" userId="cf428174-95ba-4576-8554-3a3b8ffa52b7" providerId="ADAL" clId="{CF1DECEB-07AA-4733-83F0-1A69C15387C4}" dt="2025-12-06T03:55:09.990" v="1045"/>
          <ac:spMkLst>
            <pc:docMk/>
            <pc:sldMk cId="3288851674" sldId="433"/>
            <ac:spMk id="3" creationId="{BE2C1E5D-0F8C-4F47-840D-0F134E645746}"/>
          </ac:spMkLst>
        </pc:spChg>
      </pc:sldChg>
      <pc:sldChg chg="modSp add mod">
        <pc:chgData name="Teuku Raja Irfan Radarma" userId="cf428174-95ba-4576-8554-3a3b8ffa52b7" providerId="ADAL" clId="{CF1DECEB-07AA-4733-83F0-1A69C15387C4}" dt="2025-12-06T03:55:28.457" v="1049"/>
        <pc:sldMkLst>
          <pc:docMk/>
          <pc:sldMk cId="255152706" sldId="434"/>
        </pc:sldMkLst>
        <pc:spChg chg="mod">
          <ac:chgData name="Teuku Raja Irfan Radarma" userId="cf428174-95ba-4576-8554-3a3b8ffa52b7" providerId="ADAL" clId="{CF1DECEB-07AA-4733-83F0-1A69C15387C4}" dt="2025-12-06T03:55:22.361" v="1048"/>
          <ac:spMkLst>
            <pc:docMk/>
            <pc:sldMk cId="255152706" sldId="434"/>
            <ac:spMk id="2" creationId="{10457AE5-4A1C-42E0-AC63-04F1CDA68F40}"/>
          </ac:spMkLst>
        </pc:spChg>
        <pc:spChg chg="mod">
          <ac:chgData name="Teuku Raja Irfan Radarma" userId="cf428174-95ba-4576-8554-3a3b8ffa52b7" providerId="ADAL" clId="{CF1DECEB-07AA-4733-83F0-1A69C15387C4}" dt="2025-12-06T03:55:28.457" v="1049"/>
          <ac:spMkLst>
            <pc:docMk/>
            <pc:sldMk cId="255152706" sldId="434"/>
            <ac:spMk id="3" creationId="{BE2C1E5D-0F8C-4F47-840D-0F134E645746}"/>
          </ac:spMkLst>
        </pc:spChg>
      </pc:sldChg>
      <pc:sldChg chg="modSp add mod">
        <pc:chgData name="Teuku Raja Irfan Radarma" userId="cf428174-95ba-4576-8554-3a3b8ffa52b7" providerId="ADAL" clId="{CF1DECEB-07AA-4733-83F0-1A69C15387C4}" dt="2025-12-06T03:56:02.439" v="1052"/>
        <pc:sldMkLst>
          <pc:docMk/>
          <pc:sldMk cId="1679536135" sldId="435"/>
        </pc:sldMkLst>
        <pc:spChg chg="mod">
          <ac:chgData name="Teuku Raja Irfan Radarma" userId="cf428174-95ba-4576-8554-3a3b8ffa52b7" providerId="ADAL" clId="{CF1DECEB-07AA-4733-83F0-1A69C15387C4}" dt="2025-12-06T03:55:35.548" v="1051"/>
          <ac:spMkLst>
            <pc:docMk/>
            <pc:sldMk cId="1679536135" sldId="435"/>
            <ac:spMk id="2" creationId="{10457AE5-4A1C-42E0-AC63-04F1CDA68F40}"/>
          </ac:spMkLst>
        </pc:spChg>
        <pc:spChg chg="mod">
          <ac:chgData name="Teuku Raja Irfan Radarma" userId="cf428174-95ba-4576-8554-3a3b8ffa52b7" providerId="ADAL" clId="{CF1DECEB-07AA-4733-83F0-1A69C15387C4}" dt="2025-12-06T03:56:02.439" v="1052"/>
          <ac:spMkLst>
            <pc:docMk/>
            <pc:sldMk cId="1679536135" sldId="435"/>
            <ac:spMk id="3" creationId="{BE2C1E5D-0F8C-4F47-840D-0F134E645746}"/>
          </ac:spMkLst>
        </pc:spChg>
      </pc:sldChg>
      <pc:sldChg chg="add del">
        <pc:chgData name="Teuku Raja Irfan Radarma" userId="cf428174-95ba-4576-8554-3a3b8ffa52b7" providerId="ADAL" clId="{CF1DECEB-07AA-4733-83F0-1A69C15387C4}" dt="2025-12-06T03:56:47.767" v="1056" actId="2890"/>
        <pc:sldMkLst>
          <pc:docMk/>
          <pc:sldMk cId="370177599" sldId="436"/>
        </pc:sldMkLst>
      </pc:sldChg>
      <pc:sldChg chg="modSp new mod">
        <pc:chgData name="Teuku Raja Irfan Radarma" userId="cf428174-95ba-4576-8554-3a3b8ffa52b7" providerId="ADAL" clId="{CF1DECEB-07AA-4733-83F0-1A69C15387C4}" dt="2025-12-06T03:56:58.055" v="1060" actId="5793"/>
        <pc:sldMkLst>
          <pc:docMk/>
          <pc:sldMk cId="1167096350" sldId="436"/>
        </pc:sldMkLst>
        <pc:spChg chg="mod">
          <ac:chgData name="Teuku Raja Irfan Radarma" userId="cf428174-95ba-4576-8554-3a3b8ffa52b7" providerId="ADAL" clId="{CF1DECEB-07AA-4733-83F0-1A69C15387C4}" dt="2025-12-06T03:56:50.968" v="1058"/>
          <ac:spMkLst>
            <pc:docMk/>
            <pc:sldMk cId="1167096350" sldId="436"/>
            <ac:spMk id="2" creationId="{A207A596-ECB3-4E4A-A4CA-A700AB45B064}"/>
          </ac:spMkLst>
        </pc:spChg>
        <pc:spChg chg="mod">
          <ac:chgData name="Teuku Raja Irfan Radarma" userId="cf428174-95ba-4576-8554-3a3b8ffa52b7" providerId="ADAL" clId="{CF1DECEB-07AA-4733-83F0-1A69C15387C4}" dt="2025-12-06T03:56:58.055" v="1060" actId="5793"/>
          <ac:spMkLst>
            <pc:docMk/>
            <pc:sldMk cId="1167096350" sldId="436"/>
            <ac:spMk id="3" creationId="{4CE9F484-2983-40A2-9133-CDC649B2B84D}"/>
          </ac:spMkLst>
        </pc:spChg>
      </pc:sldChg>
      <pc:sldChg chg="modSp add mod">
        <pc:chgData name="Teuku Raja Irfan Radarma" userId="cf428174-95ba-4576-8554-3a3b8ffa52b7" providerId="ADAL" clId="{CF1DECEB-07AA-4733-83F0-1A69C15387C4}" dt="2025-12-06T03:57:11.535" v="1064" actId="5793"/>
        <pc:sldMkLst>
          <pc:docMk/>
          <pc:sldMk cId="1617202866" sldId="437"/>
        </pc:sldMkLst>
        <pc:spChg chg="mod">
          <ac:chgData name="Teuku Raja Irfan Radarma" userId="cf428174-95ba-4576-8554-3a3b8ffa52b7" providerId="ADAL" clId="{CF1DECEB-07AA-4733-83F0-1A69C15387C4}" dt="2025-12-06T03:57:05.737" v="1062"/>
          <ac:spMkLst>
            <pc:docMk/>
            <pc:sldMk cId="1617202866" sldId="437"/>
            <ac:spMk id="2" creationId="{A207A596-ECB3-4E4A-A4CA-A700AB45B064}"/>
          </ac:spMkLst>
        </pc:spChg>
        <pc:spChg chg="mod">
          <ac:chgData name="Teuku Raja Irfan Radarma" userId="cf428174-95ba-4576-8554-3a3b8ffa52b7" providerId="ADAL" clId="{CF1DECEB-07AA-4733-83F0-1A69C15387C4}" dt="2025-12-06T03:57:11.535" v="1064" actId="5793"/>
          <ac:spMkLst>
            <pc:docMk/>
            <pc:sldMk cId="1617202866" sldId="437"/>
            <ac:spMk id="3" creationId="{4CE9F484-2983-40A2-9133-CDC649B2B84D}"/>
          </ac:spMkLst>
        </pc:spChg>
      </pc:sldChg>
      <pc:sldChg chg="modSp add mod">
        <pc:chgData name="Teuku Raja Irfan Radarma" userId="cf428174-95ba-4576-8554-3a3b8ffa52b7" providerId="ADAL" clId="{CF1DECEB-07AA-4733-83F0-1A69C15387C4}" dt="2025-12-06T03:57:26.664" v="1068" actId="5793"/>
        <pc:sldMkLst>
          <pc:docMk/>
          <pc:sldMk cId="1455706965" sldId="438"/>
        </pc:sldMkLst>
        <pc:spChg chg="mod">
          <ac:chgData name="Teuku Raja Irfan Radarma" userId="cf428174-95ba-4576-8554-3a3b8ffa52b7" providerId="ADAL" clId="{CF1DECEB-07AA-4733-83F0-1A69C15387C4}" dt="2025-12-06T03:57:19.757" v="1066"/>
          <ac:spMkLst>
            <pc:docMk/>
            <pc:sldMk cId="1455706965" sldId="438"/>
            <ac:spMk id="2" creationId="{A207A596-ECB3-4E4A-A4CA-A700AB45B064}"/>
          </ac:spMkLst>
        </pc:spChg>
        <pc:spChg chg="mod">
          <ac:chgData name="Teuku Raja Irfan Radarma" userId="cf428174-95ba-4576-8554-3a3b8ffa52b7" providerId="ADAL" clId="{CF1DECEB-07AA-4733-83F0-1A69C15387C4}" dt="2025-12-06T03:57:26.664" v="1068" actId="5793"/>
          <ac:spMkLst>
            <pc:docMk/>
            <pc:sldMk cId="1455706965" sldId="438"/>
            <ac:spMk id="3" creationId="{4CE9F484-2983-40A2-9133-CDC649B2B84D}"/>
          </ac:spMkLst>
        </pc:spChg>
      </pc:sldChg>
      <pc:sldChg chg="modSp add mod">
        <pc:chgData name="Teuku Raja Irfan Radarma" userId="cf428174-95ba-4576-8554-3a3b8ffa52b7" providerId="ADAL" clId="{CF1DECEB-07AA-4733-83F0-1A69C15387C4}" dt="2025-12-06T03:58:03.570" v="1072" actId="5793"/>
        <pc:sldMkLst>
          <pc:docMk/>
          <pc:sldMk cId="2555631206" sldId="439"/>
        </pc:sldMkLst>
        <pc:spChg chg="mod">
          <ac:chgData name="Teuku Raja Irfan Radarma" userId="cf428174-95ba-4576-8554-3a3b8ffa52b7" providerId="ADAL" clId="{CF1DECEB-07AA-4733-83F0-1A69C15387C4}" dt="2025-12-06T03:57:53.715" v="1070"/>
          <ac:spMkLst>
            <pc:docMk/>
            <pc:sldMk cId="2555631206" sldId="439"/>
            <ac:spMk id="2" creationId="{A207A596-ECB3-4E4A-A4CA-A700AB45B064}"/>
          </ac:spMkLst>
        </pc:spChg>
        <pc:spChg chg="mod">
          <ac:chgData name="Teuku Raja Irfan Radarma" userId="cf428174-95ba-4576-8554-3a3b8ffa52b7" providerId="ADAL" clId="{CF1DECEB-07AA-4733-83F0-1A69C15387C4}" dt="2025-12-06T03:58:03.570" v="1072" actId="5793"/>
          <ac:spMkLst>
            <pc:docMk/>
            <pc:sldMk cId="2555631206" sldId="439"/>
            <ac:spMk id="3" creationId="{4CE9F484-2983-40A2-9133-CDC649B2B84D}"/>
          </ac:spMkLst>
        </pc:spChg>
      </pc:sldChg>
      <pc:sldChg chg="addSp delSp modSp add mod">
        <pc:chgData name="Teuku Raja Irfan Radarma" userId="cf428174-95ba-4576-8554-3a3b8ffa52b7" providerId="ADAL" clId="{CF1DECEB-07AA-4733-83F0-1A69C15387C4}" dt="2025-12-06T03:58:53.393" v="1078" actId="6549"/>
        <pc:sldMkLst>
          <pc:docMk/>
          <pc:sldMk cId="1237315907" sldId="440"/>
        </pc:sldMkLst>
        <pc:spChg chg="mod">
          <ac:chgData name="Teuku Raja Irfan Radarma" userId="cf428174-95ba-4576-8554-3a3b8ffa52b7" providerId="ADAL" clId="{CF1DECEB-07AA-4733-83F0-1A69C15387C4}" dt="2025-12-06T03:58:44.486" v="1074"/>
          <ac:spMkLst>
            <pc:docMk/>
            <pc:sldMk cId="1237315907" sldId="440"/>
            <ac:spMk id="2" creationId="{A207A596-ECB3-4E4A-A4CA-A700AB45B064}"/>
          </ac:spMkLst>
        </pc:spChg>
        <pc:spChg chg="mod">
          <ac:chgData name="Teuku Raja Irfan Radarma" userId="cf428174-95ba-4576-8554-3a3b8ffa52b7" providerId="ADAL" clId="{CF1DECEB-07AA-4733-83F0-1A69C15387C4}" dt="2025-12-06T03:58:53.393" v="1078" actId="6549"/>
          <ac:spMkLst>
            <pc:docMk/>
            <pc:sldMk cId="1237315907" sldId="440"/>
            <ac:spMk id="3" creationId="{4CE9F484-2983-40A2-9133-CDC649B2B84D}"/>
          </ac:spMkLst>
        </pc:spChg>
        <pc:spChg chg="add del">
          <ac:chgData name="Teuku Raja Irfan Radarma" userId="cf428174-95ba-4576-8554-3a3b8ffa52b7" providerId="ADAL" clId="{CF1DECEB-07AA-4733-83F0-1A69C15387C4}" dt="2025-12-06T03:58:49.016" v="1076"/>
          <ac:spMkLst>
            <pc:docMk/>
            <pc:sldMk cId="1237315907" sldId="440"/>
            <ac:spMk id="5" creationId="{C601C536-161D-4D1A-853C-1CCDCCD7C610}"/>
          </ac:spMkLst>
        </pc:spChg>
      </pc:sldChg>
      <pc:sldChg chg="modSp new mod">
        <pc:chgData name="Teuku Raja Irfan Radarma" userId="cf428174-95ba-4576-8554-3a3b8ffa52b7" providerId="ADAL" clId="{CF1DECEB-07AA-4733-83F0-1A69C15387C4}" dt="2025-12-06T04:02:53.504" v="1191" actId="14100"/>
        <pc:sldMkLst>
          <pc:docMk/>
          <pc:sldMk cId="1625465924" sldId="441"/>
        </pc:sldMkLst>
        <pc:spChg chg="mod">
          <ac:chgData name="Teuku Raja Irfan Radarma" userId="cf428174-95ba-4576-8554-3a3b8ffa52b7" providerId="ADAL" clId="{CF1DECEB-07AA-4733-83F0-1A69C15387C4}" dt="2025-12-06T04:02:53.504" v="1191" actId="14100"/>
          <ac:spMkLst>
            <pc:docMk/>
            <pc:sldMk cId="1625465924" sldId="441"/>
            <ac:spMk id="2" creationId="{A94495C0-E949-4BA1-89E9-E4047DA45942}"/>
          </ac:spMkLst>
        </pc:spChg>
        <pc:spChg chg="mod">
          <ac:chgData name="Teuku Raja Irfan Radarma" userId="cf428174-95ba-4576-8554-3a3b8ffa52b7" providerId="ADAL" clId="{CF1DECEB-07AA-4733-83F0-1A69C15387C4}" dt="2025-12-06T04:02:51.271" v="1190" actId="1076"/>
          <ac:spMkLst>
            <pc:docMk/>
            <pc:sldMk cId="1625465924" sldId="441"/>
            <ac:spMk id="3" creationId="{015F0F51-58A4-453F-901D-193B984CB2D6}"/>
          </ac:spMkLst>
        </pc:spChg>
      </pc:sldChg>
      <pc:sldChg chg="addSp modSp add mod">
        <pc:chgData name="Teuku Raja Irfan Radarma" userId="cf428174-95ba-4576-8554-3a3b8ffa52b7" providerId="ADAL" clId="{CF1DECEB-07AA-4733-83F0-1A69C15387C4}" dt="2025-12-06T04:02:38.810" v="1189" actId="1076"/>
        <pc:sldMkLst>
          <pc:docMk/>
          <pc:sldMk cId="3132782106" sldId="442"/>
        </pc:sldMkLst>
        <pc:spChg chg="mod">
          <ac:chgData name="Teuku Raja Irfan Radarma" userId="cf428174-95ba-4576-8554-3a3b8ffa52b7" providerId="ADAL" clId="{CF1DECEB-07AA-4733-83F0-1A69C15387C4}" dt="2025-12-06T04:02:36.646" v="1188" actId="14100"/>
          <ac:spMkLst>
            <pc:docMk/>
            <pc:sldMk cId="3132782106" sldId="442"/>
            <ac:spMk id="2" creationId="{A94495C0-E949-4BA1-89E9-E4047DA45942}"/>
          </ac:spMkLst>
        </pc:spChg>
        <pc:spChg chg="mod">
          <ac:chgData name="Teuku Raja Irfan Radarma" userId="cf428174-95ba-4576-8554-3a3b8ffa52b7" providerId="ADAL" clId="{CF1DECEB-07AA-4733-83F0-1A69C15387C4}" dt="2025-12-06T04:02:38.810" v="1189" actId="1076"/>
          <ac:spMkLst>
            <pc:docMk/>
            <pc:sldMk cId="3132782106" sldId="442"/>
            <ac:spMk id="3" creationId="{015F0F51-58A4-453F-901D-193B984CB2D6}"/>
          </ac:spMkLst>
        </pc:spChg>
        <pc:spChg chg="add mod">
          <ac:chgData name="Teuku Raja Irfan Radarma" userId="cf428174-95ba-4576-8554-3a3b8ffa52b7" providerId="ADAL" clId="{CF1DECEB-07AA-4733-83F0-1A69C15387C4}" dt="2025-12-06T04:02:38.810" v="1189" actId="1076"/>
          <ac:spMkLst>
            <pc:docMk/>
            <pc:sldMk cId="3132782106" sldId="442"/>
            <ac:spMk id="5" creationId="{A99338AC-2868-46BA-BD3C-91F4BF319F60}"/>
          </ac:spMkLst>
        </pc:spChg>
      </pc:sldChg>
    </pc:docChg>
  </pc:docChgLst>
  <pc:docChgLst>
    <pc:chgData name="Teuku Raja Irfan Radarma" userId="cf428174-95ba-4576-8554-3a3b8ffa52b7" providerId="ADAL" clId="{A80269FD-1647-41EA-9465-E4829927D3E9}"/>
    <pc:docChg chg="undo redo custSel addSld delSld modSld sldOrd modMainMaster">
      <pc:chgData name="Teuku Raja Irfan Radarma" userId="cf428174-95ba-4576-8554-3a3b8ffa52b7" providerId="ADAL" clId="{A80269FD-1647-41EA-9465-E4829927D3E9}" dt="2025-12-07T22:48:09.678" v="17148" actId="1076"/>
      <pc:docMkLst>
        <pc:docMk/>
      </pc:docMkLst>
      <pc:sldChg chg="addSp delSp modSp mod ord">
        <pc:chgData name="Teuku Raja Irfan Radarma" userId="cf428174-95ba-4576-8554-3a3b8ffa52b7" providerId="ADAL" clId="{A80269FD-1647-41EA-9465-E4829927D3E9}" dt="2025-11-22T13:20:34.214" v="9975" actId="20577"/>
        <pc:sldMkLst>
          <pc:docMk/>
          <pc:sldMk cId="4030995347" sldId="257"/>
        </pc:sldMkLst>
        <pc:spChg chg="mod">
          <ac:chgData name="Teuku Raja Irfan Radarma" userId="cf428174-95ba-4576-8554-3a3b8ffa52b7" providerId="ADAL" clId="{A80269FD-1647-41EA-9465-E4829927D3E9}" dt="2025-11-09T09:18:31.053" v="735" actId="403"/>
          <ac:spMkLst>
            <pc:docMk/>
            <pc:sldMk cId="4030995347" sldId="257"/>
            <ac:spMk id="2" creationId="{5067157F-D729-D43A-6721-923C7B23828A}"/>
          </ac:spMkLst>
        </pc:spChg>
        <pc:spChg chg="mod">
          <ac:chgData name="Teuku Raja Irfan Radarma" userId="cf428174-95ba-4576-8554-3a3b8ffa52b7" providerId="ADAL" clId="{A80269FD-1647-41EA-9465-E4829927D3E9}" dt="2025-11-22T13:20:34.214" v="9975" actId="20577"/>
          <ac:spMkLst>
            <pc:docMk/>
            <pc:sldMk cId="4030995347" sldId="257"/>
            <ac:spMk id="3" creationId="{940F5DB3-7A6F-EDD4-9F33-B3FF6161C717}"/>
          </ac:spMkLst>
        </pc:spChg>
        <pc:spChg chg="add mod">
          <ac:chgData name="Teuku Raja Irfan Radarma" userId="cf428174-95ba-4576-8554-3a3b8ffa52b7" providerId="ADAL" clId="{A80269FD-1647-41EA-9465-E4829927D3E9}" dt="2025-11-09T09:20:21.260" v="962" actId="1076"/>
          <ac:spMkLst>
            <pc:docMk/>
            <pc:sldMk cId="4030995347" sldId="257"/>
            <ac:spMk id="4" creationId="{6C09DF7A-9B78-AB11-FA80-26BA72C3D29B}"/>
          </ac:spMkLst>
        </pc:spChg>
      </pc:sldChg>
      <pc:sldChg chg="modSp mod">
        <pc:chgData name="Teuku Raja Irfan Radarma" userId="cf428174-95ba-4576-8554-3a3b8ffa52b7" providerId="ADAL" clId="{A80269FD-1647-41EA-9465-E4829927D3E9}" dt="2025-11-16T04:20:40.085" v="3802" actId="20577"/>
        <pc:sldMkLst>
          <pc:docMk/>
          <pc:sldMk cId="2021974124" sldId="260"/>
        </pc:sldMkLst>
        <pc:spChg chg="mod">
          <ac:chgData name="Teuku Raja Irfan Radarma" userId="cf428174-95ba-4576-8554-3a3b8ffa52b7" providerId="ADAL" clId="{A80269FD-1647-41EA-9465-E4829927D3E9}" dt="2025-11-16T04:20:40.085" v="3802" actId="20577"/>
          <ac:spMkLst>
            <pc:docMk/>
            <pc:sldMk cId="2021974124" sldId="260"/>
            <ac:spMk id="3" creationId="{2952C04A-BCBB-9364-2819-8725E6696366}"/>
          </ac:spMkLst>
        </pc:spChg>
      </pc:sldChg>
      <pc:sldChg chg="modSp mod">
        <pc:chgData name="Teuku Raja Irfan Radarma" userId="cf428174-95ba-4576-8554-3a3b8ffa52b7" providerId="ADAL" clId="{A80269FD-1647-41EA-9465-E4829927D3E9}" dt="2025-11-16T04:19:10.368" v="3693" actId="20577"/>
        <pc:sldMkLst>
          <pc:docMk/>
          <pc:sldMk cId="911610319" sldId="262"/>
        </pc:sldMkLst>
        <pc:spChg chg="mod">
          <ac:chgData name="Teuku Raja Irfan Radarma" userId="cf428174-95ba-4576-8554-3a3b8ffa52b7" providerId="ADAL" clId="{A80269FD-1647-41EA-9465-E4829927D3E9}" dt="2025-11-16T04:19:08.622" v="3692" actId="20577"/>
          <ac:spMkLst>
            <pc:docMk/>
            <pc:sldMk cId="911610319" sldId="262"/>
            <ac:spMk id="3" creationId="{B17BBDE0-3A4E-3EA2-60B0-F9756E347209}"/>
          </ac:spMkLst>
        </pc:spChg>
        <pc:spChg chg="mod">
          <ac:chgData name="Teuku Raja Irfan Radarma" userId="cf428174-95ba-4576-8554-3a3b8ffa52b7" providerId="ADAL" clId="{A80269FD-1647-41EA-9465-E4829927D3E9}" dt="2025-11-16T04:19:10.368" v="3693" actId="20577"/>
          <ac:spMkLst>
            <pc:docMk/>
            <pc:sldMk cId="911610319" sldId="262"/>
            <ac:spMk id="4" creationId="{FFCC89D4-8169-77D5-D53F-1E998B469C40}"/>
          </ac:spMkLst>
        </pc:spChg>
      </pc:sldChg>
      <pc:sldChg chg="modSp mod">
        <pc:chgData name="Teuku Raja Irfan Radarma" userId="cf428174-95ba-4576-8554-3a3b8ffa52b7" providerId="ADAL" clId="{A80269FD-1647-41EA-9465-E4829927D3E9}" dt="2025-11-22T13:30:56.461" v="10252" actId="2710"/>
        <pc:sldMkLst>
          <pc:docMk/>
          <pc:sldMk cId="3835074240" sldId="263"/>
        </pc:sldMkLst>
        <pc:spChg chg="mod">
          <ac:chgData name="Teuku Raja Irfan Radarma" userId="cf428174-95ba-4576-8554-3a3b8ffa52b7" providerId="ADAL" clId="{A80269FD-1647-41EA-9465-E4829927D3E9}" dt="2025-11-22T13:30:56.461" v="10252" actId="2710"/>
          <ac:spMkLst>
            <pc:docMk/>
            <pc:sldMk cId="3835074240" sldId="263"/>
            <ac:spMk id="2" creationId="{2079CBE2-7ADF-23F1-83BE-26DF183A5B12}"/>
          </ac:spMkLst>
        </pc:spChg>
      </pc:sldChg>
      <pc:sldChg chg="modSp mod">
        <pc:chgData name="Teuku Raja Irfan Radarma" userId="cf428174-95ba-4576-8554-3a3b8ffa52b7" providerId="ADAL" clId="{A80269FD-1647-41EA-9465-E4829927D3E9}" dt="2025-11-29T10:28:02.281" v="14663" actId="20577"/>
        <pc:sldMkLst>
          <pc:docMk/>
          <pc:sldMk cId="1457204914" sldId="264"/>
        </pc:sldMkLst>
        <pc:spChg chg="mod">
          <ac:chgData name="Teuku Raja Irfan Radarma" userId="cf428174-95ba-4576-8554-3a3b8ffa52b7" providerId="ADAL" clId="{A80269FD-1647-41EA-9465-E4829927D3E9}" dt="2025-11-16T04:23:14.220" v="4080" actId="20577"/>
          <ac:spMkLst>
            <pc:docMk/>
            <pc:sldMk cId="1457204914" sldId="264"/>
            <ac:spMk id="2" creationId="{7E958052-05B2-9F29-B874-84F80A24B16B}"/>
          </ac:spMkLst>
        </pc:spChg>
        <pc:spChg chg="mod">
          <ac:chgData name="Teuku Raja Irfan Radarma" userId="cf428174-95ba-4576-8554-3a3b8ffa52b7" providerId="ADAL" clId="{A80269FD-1647-41EA-9465-E4829927D3E9}" dt="2025-11-29T10:28:02.281" v="14663" actId="20577"/>
          <ac:spMkLst>
            <pc:docMk/>
            <pc:sldMk cId="1457204914" sldId="264"/>
            <ac:spMk id="3" creationId="{ED136815-6D1A-2136-FEB7-5B68FA9A3B40}"/>
          </ac:spMkLst>
        </pc:spChg>
      </pc:sldChg>
      <pc:sldChg chg="addSp modSp new mod">
        <pc:chgData name="Teuku Raja Irfan Radarma" userId="cf428174-95ba-4576-8554-3a3b8ffa52b7" providerId="ADAL" clId="{A80269FD-1647-41EA-9465-E4829927D3E9}" dt="2025-11-23T13:03:03.131" v="13907" actId="207"/>
        <pc:sldMkLst>
          <pc:docMk/>
          <pc:sldMk cId="2891726164" sldId="304"/>
        </pc:sldMkLst>
        <pc:spChg chg="mod">
          <ac:chgData name="Teuku Raja Irfan Radarma" userId="cf428174-95ba-4576-8554-3a3b8ffa52b7" providerId="ADAL" clId="{A80269FD-1647-41EA-9465-E4829927D3E9}" dt="2025-11-16T04:21:35.033" v="3840" actId="20577"/>
          <ac:spMkLst>
            <pc:docMk/>
            <pc:sldMk cId="2891726164" sldId="304"/>
            <ac:spMk id="2" creationId="{FE2F06DC-C82D-49A7-49E8-24B02235CE1B}"/>
          </ac:spMkLst>
        </pc:spChg>
        <pc:spChg chg="mod">
          <ac:chgData name="Teuku Raja Irfan Radarma" userId="cf428174-95ba-4576-8554-3a3b8ffa52b7" providerId="ADAL" clId="{A80269FD-1647-41EA-9465-E4829927D3E9}" dt="2025-11-16T04:22:40.974" v="4023" actId="404"/>
          <ac:spMkLst>
            <pc:docMk/>
            <pc:sldMk cId="2891726164" sldId="304"/>
            <ac:spMk id="3" creationId="{0EEF17E5-AD4D-CEBE-F9C3-691B024490D7}"/>
          </ac:spMkLst>
        </pc:spChg>
        <pc:spChg chg="add mod">
          <ac:chgData name="Teuku Raja Irfan Radarma" userId="cf428174-95ba-4576-8554-3a3b8ffa52b7" providerId="ADAL" clId="{A80269FD-1647-41EA-9465-E4829927D3E9}" dt="2025-11-23T13:02:24.833" v="13901" actId="20577"/>
          <ac:spMkLst>
            <pc:docMk/>
            <pc:sldMk cId="2891726164" sldId="304"/>
            <ac:spMk id="5" creationId="{7D1C4826-0D9F-82A9-71DC-D0E6749679B2}"/>
          </ac:spMkLst>
        </pc:spChg>
      </pc:sldChg>
      <pc:sldChg chg="addSp delSp modSp new mod">
        <pc:chgData name="Teuku Raja Irfan Radarma" userId="cf428174-95ba-4576-8554-3a3b8ffa52b7" providerId="ADAL" clId="{A80269FD-1647-41EA-9465-E4829927D3E9}" dt="2025-12-07T22:48:09.678" v="17148" actId="1076"/>
        <pc:sldMkLst>
          <pc:docMk/>
          <pc:sldMk cId="3404562138" sldId="305"/>
        </pc:sldMkLst>
        <pc:spChg chg="mod">
          <ac:chgData name="Teuku Raja Irfan Radarma" userId="cf428174-95ba-4576-8554-3a3b8ffa52b7" providerId="ADAL" clId="{A80269FD-1647-41EA-9465-E4829927D3E9}" dt="2025-12-07T22:25:18.358" v="17146" actId="1076"/>
          <ac:spMkLst>
            <pc:docMk/>
            <pc:sldMk cId="3404562138" sldId="305"/>
            <ac:spMk id="2" creationId="{59E61678-8156-B5D7-6985-8F8C864E2A3D}"/>
          </ac:spMkLst>
        </pc:spChg>
        <pc:spChg chg="mod">
          <ac:chgData name="Teuku Raja Irfan Radarma" userId="cf428174-95ba-4576-8554-3a3b8ffa52b7" providerId="ADAL" clId="{A80269FD-1647-41EA-9465-E4829927D3E9}" dt="2025-12-07T22:25:16.167" v="17145" actId="1076"/>
          <ac:spMkLst>
            <pc:docMk/>
            <pc:sldMk cId="3404562138" sldId="305"/>
            <ac:spMk id="3" creationId="{8BA43A71-550D-6448-8070-817ACA416DEE}"/>
          </ac:spMkLst>
        </pc:spChg>
        <pc:spChg chg="add mod">
          <ac:chgData name="Teuku Raja Irfan Radarma" userId="cf428174-95ba-4576-8554-3a3b8ffa52b7" providerId="ADAL" clId="{A80269FD-1647-41EA-9465-E4829927D3E9}" dt="2025-12-07T22:25:16.167" v="17145" actId="1076"/>
          <ac:spMkLst>
            <pc:docMk/>
            <pc:sldMk cId="3404562138" sldId="305"/>
            <ac:spMk id="5" creationId="{DE20E4F0-4D3A-6CA7-7577-3DA235ADE5AA}"/>
          </ac:spMkLst>
        </pc:spChg>
        <pc:picChg chg="add del mod">
          <ac:chgData name="Teuku Raja Irfan Radarma" userId="cf428174-95ba-4576-8554-3a3b8ffa52b7" providerId="ADAL" clId="{A80269FD-1647-41EA-9465-E4829927D3E9}" dt="2025-12-07T22:22:25.136" v="17106" actId="478"/>
          <ac:picMkLst>
            <pc:docMk/>
            <pc:sldMk cId="3404562138" sldId="305"/>
            <ac:picMk id="6" creationId="{A5940F76-2217-0E7F-49E0-E53007ACA7AF}"/>
          </ac:picMkLst>
        </pc:picChg>
        <pc:picChg chg="add mod">
          <ac:chgData name="Teuku Raja Irfan Radarma" userId="cf428174-95ba-4576-8554-3a3b8ffa52b7" providerId="ADAL" clId="{A80269FD-1647-41EA-9465-E4829927D3E9}" dt="2025-12-07T22:48:06.475" v="17147" actId="1076"/>
          <ac:picMkLst>
            <pc:docMk/>
            <pc:sldMk cId="3404562138" sldId="305"/>
            <ac:picMk id="1026" creationId="{55DB5A7C-A521-9696-7F65-AAAAA4BAF7D8}"/>
          </ac:picMkLst>
        </pc:picChg>
        <pc:picChg chg="add mod">
          <ac:chgData name="Teuku Raja Irfan Radarma" userId="cf428174-95ba-4576-8554-3a3b8ffa52b7" providerId="ADAL" clId="{A80269FD-1647-41EA-9465-E4829927D3E9}" dt="2025-12-07T22:48:09.678" v="17148" actId="1076"/>
          <ac:picMkLst>
            <pc:docMk/>
            <pc:sldMk cId="3404562138" sldId="305"/>
            <ac:picMk id="1028" creationId="{2ACC2D15-EAB3-DA53-4106-A05CC4053384}"/>
          </ac:picMkLst>
        </pc:picChg>
      </pc:sldChg>
      <pc:sldChg chg="addSp delSp modSp new mod">
        <pc:chgData name="Teuku Raja Irfan Radarma" userId="cf428174-95ba-4576-8554-3a3b8ffa52b7" providerId="ADAL" clId="{A80269FD-1647-41EA-9465-E4829927D3E9}" dt="2025-11-29T10:29:13.086" v="14679" actId="20577"/>
        <pc:sldMkLst>
          <pc:docMk/>
          <pc:sldMk cId="3051451500" sldId="306"/>
        </pc:sldMkLst>
        <pc:spChg chg="mod">
          <ac:chgData name="Teuku Raja Irfan Radarma" userId="cf428174-95ba-4576-8554-3a3b8ffa52b7" providerId="ADAL" clId="{A80269FD-1647-41EA-9465-E4829927D3E9}" dt="2025-11-23T13:50:01.983" v="14397" actId="20577"/>
          <ac:spMkLst>
            <pc:docMk/>
            <pc:sldMk cId="3051451500" sldId="306"/>
            <ac:spMk id="2" creationId="{31B9DD37-A529-C0FC-5CA8-591ADC5F0314}"/>
          </ac:spMkLst>
        </pc:spChg>
        <pc:spChg chg="mod">
          <ac:chgData name="Teuku Raja Irfan Radarma" userId="cf428174-95ba-4576-8554-3a3b8ffa52b7" providerId="ADAL" clId="{A80269FD-1647-41EA-9465-E4829927D3E9}" dt="2025-11-16T04:31:46.568" v="4218" actId="403"/>
          <ac:spMkLst>
            <pc:docMk/>
            <pc:sldMk cId="3051451500" sldId="306"/>
            <ac:spMk id="4" creationId="{1EBF9B3F-1891-0D88-A0F9-6164A522FA62}"/>
          </ac:spMkLst>
        </pc:spChg>
        <pc:spChg chg="add mod">
          <ac:chgData name="Teuku Raja Irfan Radarma" userId="cf428174-95ba-4576-8554-3a3b8ffa52b7" providerId="ADAL" clId="{A80269FD-1647-41EA-9465-E4829927D3E9}" dt="2025-11-29T10:29:13.086" v="14679" actId="20577"/>
          <ac:spMkLst>
            <pc:docMk/>
            <pc:sldMk cId="3051451500" sldId="306"/>
            <ac:spMk id="6" creationId="{C6007249-6724-8E38-EC48-6E0C4748BD12}"/>
          </ac:spMkLst>
        </pc:spChg>
      </pc:sldChg>
      <pc:sldChg chg="delSp modSp add mod ord">
        <pc:chgData name="Teuku Raja Irfan Radarma" userId="cf428174-95ba-4576-8554-3a3b8ffa52b7" providerId="ADAL" clId="{A80269FD-1647-41EA-9465-E4829927D3E9}" dt="2025-11-29T10:59:28.149" v="15178" actId="20577"/>
        <pc:sldMkLst>
          <pc:docMk/>
          <pc:sldMk cId="4133513380" sldId="310"/>
        </pc:sldMkLst>
        <pc:spChg chg="mod">
          <ac:chgData name="Teuku Raja Irfan Radarma" userId="cf428174-95ba-4576-8554-3a3b8ffa52b7" providerId="ADAL" clId="{A80269FD-1647-41EA-9465-E4829927D3E9}" dt="2025-11-29T10:59:28.149" v="15178" actId="20577"/>
          <ac:spMkLst>
            <pc:docMk/>
            <pc:sldMk cId="4133513380" sldId="310"/>
            <ac:spMk id="2" creationId="{F4204DA2-4008-E351-CEE8-31BD3B9DC7B0}"/>
          </ac:spMkLst>
        </pc:spChg>
        <pc:spChg chg="mod">
          <ac:chgData name="Teuku Raja Irfan Radarma" userId="cf428174-95ba-4576-8554-3a3b8ffa52b7" providerId="ADAL" clId="{A80269FD-1647-41EA-9465-E4829927D3E9}" dt="2025-11-29T10:31:13.348" v="14711" actId="20577"/>
          <ac:spMkLst>
            <pc:docMk/>
            <pc:sldMk cId="4133513380" sldId="310"/>
            <ac:spMk id="3" creationId="{BD9E2BB4-0C99-4A5A-63A6-F98A68A6FA16}"/>
          </ac:spMkLst>
        </pc:spChg>
      </pc:sldChg>
      <pc:sldChg chg="modSp add mod ord">
        <pc:chgData name="Teuku Raja Irfan Radarma" userId="cf428174-95ba-4576-8554-3a3b8ffa52b7" providerId="ADAL" clId="{A80269FD-1647-41EA-9465-E4829927D3E9}" dt="2025-11-29T10:16:04.655" v="14400" actId="20577"/>
        <pc:sldMkLst>
          <pc:docMk/>
          <pc:sldMk cId="62413706" sldId="359"/>
        </pc:sldMkLst>
        <pc:spChg chg="mod">
          <ac:chgData name="Teuku Raja Irfan Radarma" userId="cf428174-95ba-4576-8554-3a3b8ffa52b7" providerId="ADAL" clId="{A80269FD-1647-41EA-9465-E4829927D3E9}" dt="2025-11-22T13:31:38.482" v="10256" actId="27636"/>
          <ac:spMkLst>
            <pc:docMk/>
            <pc:sldMk cId="62413706" sldId="359"/>
            <ac:spMk id="2" creationId="{86D1BB63-4350-72A4-F5A6-7BC05C8ACCEA}"/>
          </ac:spMkLst>
        </pc:spChg>
        <pc:spChg chg="mod">
          <ac:chgData name="Teuku Raja Irfan Radarma" userId="cf428174-95ba-4576-8554-3a3b8ffa52b7" providerId="ADAL" clId="{A80269FD-1647-41EA-9465-E4829927D3E9}" dt="2025-11-29T10:16:04.655" v="14400" actId="20577"/>
          <ac:spMkLst>
            <pc:docMk/>
            <pc:sldMk cId="62413706" sldId="359"/>
            <ac:spMk id="3" creationId="{10DAE108-9E44-567B-9E8A-3F62785A8106}"/>
          </ac:spMkLst>
        </pc:spChg>
      </pc:sldChg>
      <pc:sldChg chg="addSp modSp new mod">
        <pc:chgData name="Teuku Raja Irfan Radarma" userId="cf428174-95ba-4576-8554-3a3b8ffa52b7" providerId="ADAL" clId="{A80269FD-1647-41EA-9465-E4829927D3E9}" dt="2025-11-22T13:39:05.849" v="10400" actId="1076"/>
        <pc:sldMkLst>
          <pc:docMk/>
          <pc:sldMk cId="1044276249" sldId="363"/>
        </pc:sldMkLst>
        <pc:spChg chg="mod">
          <ac:chgData name="Teuku Raja Irfan Radarma" userId="cf428174-95ba-4576-8554-3a3b8ffa52b7" providerId="ADAL" clId="{A80269FD-1647-41EA-9465-E4829927D3E9}" dt="2025-11-22T13:36:32.370" v="10359"/>
          <ac:spMkLst>
            <pc:docMk/>
            <pc:sldMk cId="1044276249" sldId="363"/>
            <ac:spMk id="2" creationId="{A125681A-45A2-7128-DE7A-C52014C27119}"/>
          </ac:spMkLst>
        </pc:spChg>
        <pc:spChg chg="add mod">
          <ac:chgData name="Teuku Raja Irfan Radarma" userId="cf428174-95ba-4576-8554-3a3b8ffa52b7" providerId="ADAL" clId="{A80269FD-1647-41EA-9465-E4829927D3E9}" dt="2025-11-22T13:39:05.849" v="10400" actId="1076"/>
          <ac:spMkLst>
            <pc:docMk/>
            <pc:sldMk cId="1044276249" sldId="363"/>
            <ac:spMk id="6" creationId="{00CA8178-C5D9-B7AC-2EB9-8CAE37EAAF27}"/>
          </ac:spMkLst>
        </pc:spChg>
      </pc:sldChg>
      <pc:sldChg chg="addSp modSp add del mod">
        <pc:chgData name="Teuku Raja Irfan Radarma" userId="cf428174-95ba-4576-8554-3a3b8ffa52b7" providerId="ADAL" clId="{A80269FD-1647-41EA-9465-E4829927D3E9}" dt="2025-12-06T16:16:05.034" v="15890" actId="20577"/>
        <pc:sldMkLst>
          <pc:docMk/>
          <pc:sldMk cId="3887449466" sldId="374"/>
        </pc:sldMkLst>
        <pc:spChg chg="mod">
          <ac:chgData name="Teuku Raja Irfan Radarma" userId="cf428174-95ba-4576-8554-3a3b8ffa52b7" providerId="ADAL" clId="{A80269FD-1647-41EA-9465-E4829927D3E9}" dt="2025-11-29T10:18:36.236" v="14463" actId="20577"/>
          <ac:spMkLst>
            <pc:docMk/>
            <pc:sldMk cId="3887449466" sldId="374"/>
            <ac:spMk id="2" creationId="{2EFF2390-A351-2BC1-BB12-FE12FE55FE51}"/>
          </ac:spMkLst>
        </pc:spChg>
        <pc:spChg chg="mod">
          <ac:chgData name="Teuku Raja Irfan Radarma" userId="cf428174-95ba-4576-8554-3a3b8ffa52b7" providerId="ADAL" clId="{A80269FD-1647-41EA-9465-E4829927D3E9}" dt="2025-12-06T16:16:05.034" v="15890" actId="20577"/>
          <ac:spMkLst>
            <pc:docMk/>
            <pc:sldMk cId="3887449466" sldId="374"/>
            <ac:spMk id="4" creationId="{5DFB2A37-0B4B-405A-2CAA-C05F9F347F73}"/>
          </ac:spMkLst>
        </pc:spChg>
      </pc:sldChg>
      <pc:sldChg chg="modSp mod">
        <pc:chgData name="Teuku Raja Irfan Radarma" userId="cf428174-95ba-4576-8554-3a3b8ffa52b7" providerId="ADAL" clId="{A80269FD-1647-41EA-9465-E4829927D3E9}" dt="2025-12-07T00:17:00.070" v="17092" actId="6549"/>
        <pc:sldMkLst>
          <pc:docMk/>
          <pc:sldMk cId="3155149982" sldId="418"/>
        </pc:sldMkLst>
        <pc:spChg chg="mod">
          <ac:chgData name="Teuku Raja Irfan Radarma" userId="cf428174-95ba-4576-8554-3a3b8ffa52b7" providerId="ADAL" clId="{A80269FD-1647-41EA-9465-E4829927D3E9}" dt="2025-12-07T00:16:56.364" v="17089" actId="20577"/>
          <ac:spMkLst>
            <pc:docMk/>
            <pc:sldMk cId="3155149982" sldId="418"/>
            <ac:spMk id="2" creationId="{F4204DA2-4008-E351-CEE8-31BD3B9DC7B0}"/>
          </ac:spMkLst>
        </pc:spChg>
        <pc:spChg chg="mod">
          <ac:chgData name="Teuku Raja Irfan Radarma" userId="cf428174-95ba-4576-8554-3a3b8ffa52b7" providerId="ADAL" clId="{A80269FD-1647-41EA-9465-E4829927D3E9}" dt="2025-12-07T00:17:00.070" v="17092" actId="6549"/>
          <ac:spMkLst>
            <pc:docMk/>
            <pc:sldMk cId="3155149982" sldId="418"/>
            <ac:spMk id="3" creationId="{BD9E2BB4-0C99-4A5A-63A6-F98A68A6FA16}"/>
          </ac:spMkLst>
        </pc:spChg>
      </pc:sldChg>
      <pc:sldChg chg="del">
        <pc:chgData name="Teuku Raja Irfan Radarma" userId="cf428174-95ba-4576-8554-3a3b8ffa52b7" providerId="ADAL" clId="{A80269FD-1647-41EA-9465-E4829927D3E9}" dt="2025-12-06T13:29:01.198" v="15308" actId="47"/>
        <pc:sldMkLst>
          <pc:docMk/>
          <pc:sldMk cId="1366592790" sldId="427"/>
        </pc:sldMkLst>
      </pc:sldChg>
      <pc:sldChg chg="modSp mod">
        <pc:chgData name="Teuku Raja Irfan Radarma" userId="cf428174-95ba-4576-8554-3a3b8ffa52b7" providerId="ADAL" clId="{A80269FD-1647-41EA-9465-E4829927D3E9}" dt="2025-12-06T13:27:14.711" v="15246" actId="27636"/>
        <pc:sldMkLst>
          <pc:docMk/>
          <pc:sldMk cId="2120853139" sldId="432"/>
        </pc:sldMkLst>
        <pc:spChg chg="mod">
          <ac:chgData name="Teuku Raja Irfan Radarma" userId="cf428174-95ba-4576-8554-3a3b8ffa52b7" providerId="ADAL" clId="{A80269FD-1647-41EA-9465-E4829927D3E9}" dt="2025-12-06T13:27:12.661" v="15244" actId="14100"/>
          <ac:spMkLst>
            <pc:docMk/>
            <pc:sldMk cId="2120853139" sldId="432"/>
            <ac:spMk id="2" creationId="{10457AE5-4A1C-42E0-AC63-04F1CDA68F40}"/>
          </ac:spMkLst>
        </pc:spChg>
        <pc:spChg chg="mod">
          <ac:chgData name="Teuku Raja Irfan Radarma" userId="cf428174-95ba-4576-8554-3a3b8ffa52b7" providerId="ADAL" clId="{A80269FD-1647-41EA-9465-E4829927D3E9}" dt="2025-12-06T13:27:14.711" v="15246" actId="27636"/>
          <ac:spMkLst>
            <pc:docMk/>
            <pc:sldMk cId="2120853139" sldId="432"/>
            <ac:spMk id="3" creationId="{BE2C1E5D-0F8C-4F47-840D-0F134E645746}"/>
          </ac:spMkLst>
        </pc:spChg>
      </pc:sldChg>
      <pc:sldChg chg="modSp mod">
        <pc:chgData name="Teuku Raja Irfan Radarma" userId="cf428174-95ba-4576-8554-3a3b8ffa52b7" providerId="ADAL" clId="{A80269FD-1647-41EA-9465-E4829927D3E9}" dt="2025-12-06T13:27:47.040" v="15266" actId="27636"/>
        <pc:sldMkLst>
          <pc:docMk/>
          <pc:sldMk cId="3288851674" sldId="433"/>
        </pc:sldMkLst>
        <pc:spChg chg="mod">
          <ac:chgData name="Teuku Raja Irfan Radarma" userId="cf428174-95ba-4576-8554-3a3b8ffa52b7" providerId="ADAL" clId="{A80269FD-1647-41EA-9465-E4829927D3E9}" dt="2025-12-06T13:27:42.173" v="15262" actId="14100"/>
          <ac:spMkLst>
            <pc:docMk/>
            <pc:sldMk cId="3288851674" sldId="433"/>
            <ac:spMk id="2" creationId="{10457AE5-4A1C-42E0-AC63-04F1CDA68F40}"/>
          </ac:spMkLst>
        </pc:spChg>
        <pc:spChg chg="mod">
          <ac:chgData name="Teuku Raja Irfan Radarma" userId="cf428174-95ba-4576-8554-3a3b8ffa52b7" providerId="ADAL" clId="{A80269FD-1647-41EA-9465-E4829927D3E9}" dt="2025-12-06T13:27:47.040" v="15266" actId="27636"/>
          <ac:spMkLst>
            <pc:docMk/>
            <pc:sldMk cId="3288851674" sldId="433"/>
            <ac:spMk id="3" creationId="{BE2C1E5D-0F8C-4F47-840D-0F134E645746}"/>
          </ac:spMkLst>
        </pc:spChg>
      </pc:sldChg>
      <pc:sldChg chg="modSp mod">
        <pc:chgData name="Teuku Raja Irfan Radarma" userId="cf428174-95ba-4576-8554-3a3b8ffa52b7" providerId="ADAL" clId="{A80269FD-1647-41EA-9465-E4829927D3E9}" dt="2025-12-06T13:28:15.877" v="15286" actId="14100"/>
        <pc:sldMkLst>
          <pc:docMk/>
          <pc:sldMk cId="255152706" sldId="434"/>
        </pc:sldMkLst>
        <pc:spChg chg="mod">
          <ac:chgData name="Teuku Raja Irfan Radarma" userId="cf428174-95ba-4576-8554-3a3b8ffa52b7" providerId="ADAL" clId="{A80269FD-1647-41EA-9465-E4829927D3E9}" dt="2025-12-06T13:28:10.782" v="15284" actId="14100"/>
          <ac:spMkLst>
            <pc:docMk/>
            <pc:sldMk cId="255152706" sldId="434"/>
            <ac:spMk id="2" creationId="{10457AE5-4A1C-42E0-AC63-04F1CDA68F40}"/>
          </ac:spMkLst>
        </pc:spChg>
        <pc:spChg chg="mod">
          <ac:chgData name="Teuku Raja Irfan Radarma" userId="cf428174-95ba-4576-8554-3a3b8ffa52b7" providerId="ADAL" clId="{A80269FD-1647-41EA-9465-E4829927D3E9}" dt="2025-12-06T13:28:15.877" v="15286" actId="14100"/>
          <ac:spMkLst>
            <pc:docMk/>
            <pc:sldMk cId="255152706" sldId="434"/>
            <ac:spMk id="3" creationId="{BE2C1E5D-0F8C-4F47-840D-0F134E645746}"/>
          </ac:spMkLst>
        </pc:spChg>
      </pc:sldChg>
      <pc:sldChg chg="modSp mod">
        <pc:chgData name="Teuku Raja Irfan Radarma" userId="cf428174-95ba-4576-8554-3a3b8ffa52b7" providerId="ADAL" clId="{A80269FD-1647-41EA-9465-E4829927D3E9}" dt="2025-12-06T13:28:46.555" v="15307" actId="12"/>
        <pc:sldMkLst>
          <pc:docMk/>
          <pc:sldMk cId="1679536135" sldId="435"/>
        </pc:sldMkLst>
        <pc:spChg chg="mod">
          <ac:chgData name="Teuku Raja Irfan Radarma" userId="cf428174-95ba-4576-8554-3a3b8ffa52b7" providerId="ADAL" clId="{A80269FD-1647-41EA-9465-E4829927D3E9}" dt="2025-12-06T13:28:20.915" v="15287" actId="14100"/>
          <ac:spMkLst>
            <pc:docMk/>
            <pc:sldMk cId="1679536135" sldId="435"/>
            <ac:spMk id="2" creationId="{10457AE5-4A1C-42E0-AC63-04F1CDA68F40}"/>
          </ac:spMkLst>
        </pc:spChg>
        <pc:spChg chg="mod">
          <ac:chgData name="Teuku Raja Irfan Radarma" userId="cf428174-95ba-4576-8554-3a3b8ffa52b7" providerId="ADAL" clId="{A80269FD-1647-41EA-9465-E4829927D3E9}" dt="2025-12-06T13:28:46.555" v="15307" actId="12"/>
          <ac:spMkLst>
            <pc:docMk/>
            <pc:sldMk cId="1679536135" sldId="435"/>
            <ac:spMk id="3" creationId="{BE2C1E5D-0F8C-4F47-840D-0F134E645746}"/>
          </ac:spMkLst>
        </pc:spChg>
      </pc:sldChg>
      <pc:sldChg chg="addSp delSp modSp mod">
        <pc:chgData name="Teuku Raja Irfan Radarma" userId="cf428174-95ba-4576-8554-3a3b8ffa52b7" providerId="ADAL" clId="{A80269FD-1647-41EA-9465-E4829927D3E9}" dt="2025-12-06T15:16:56.476" v="15531" actId="14100"/>
        <pc:sldMkLst>
          <pc:docMk/>
          <pc:sldMk cId="1167096350" sldId="436"/>
        </pc:sldMkLst>
        <pc:spChg chg="mod">
          <ac:chgData name="Teuku Raja Irfan Radarma" userId="cf428174-95ba-4576-8554-3a3b8ffa52b7" providerId="ADAL" clId="{A80269FD-1647-41EA-9465-E4829927D3E9}" dt="2025-12-06T15:16:54.337" v="15530" actId="14100"/>
          <ac:spMkLst>
            <pc:docMk/>
            <pc:sldMk cId="1167096350" sldId="436"/>
            <ac:spMk id="2" creationId="{A207A596-ECB3-4E4A-A4CA-A700AB45B064}"/>
          </ac:spMkLst>
        </pc:spChg>
        <pc:spChg chg="del">
          <ac:chgData name="Teuku Raja Irfan Radarma" userId="cf428174-95ba-4576-8554-3a3b8ffa52b7" providerId="ADAL" clId="{A80269FD-1647-41EA-9465-E4829927D3E9}" dt="2025-12-06T13:42:15.085" v="15405" actId="478"/>
          <ac:spMkLst>
            <pc:docMk/>
            <pc:sldMk cId="1167096350" sldId="436"/>
            <ac:spMk id="3" creationId="{4CE9F484-2983-40A2-9133-CDC649B2B84D}"/>
          </ac:spMkLst>
        </pc:spChg>
        <pc:spChg chg="add del mod">
          <ac:chgData name="Teuku Raja Irfan Radarma" userId="cf428174-95ba-4576-8554-3a3b8ffa52b7" providerId="ADAL" clId="{A80269FD-1647-41EA-9465-E4829927D3E9}" dt="2025-12-06T13:42:16.535" v="15406" actId="478"/>
          <ac:spMkLst>
            <pc:docMk/>
            <pc:sldMk cId="1167096350" sldId="436"/>
            <ac:spMk id="6" creationId="{792A3551-3C53-23B7-C77A-0DEAA2B87D0E}"/>
          </ac:spMkLst>
        </pc:spChg>
        <pc:graphicFrameChg chg="add mod modGraphic">
          <ac:chgData name="Teuku Raja Irfan Radarma" userId="cf428174-95ba-4576-8554-3a3b8ffa52b7" providerId="ADAL" clId="{A80269FD-1647-41EA-9465-E4829927D3E9}" dt="2025-12-06T15:16:56.476" v="15531" actId="14100"/>
          <ac:graphicFrameMkLst>
            <pc:docMk/>
            <pc:sldMk cId="1167096350" sldId="436"/>
            <ac:graphicFrameMk id="7" creationId="{D8C97E8C-2943-2A73-540D-CC40C68442C2}"/>
          </ac:graphicFrameMkLst>
        </pc:graphicFrameChg>
      </pc:sldChg>
      <pc:sldChg chg="addSp delSp modSp mod">
        <pc:chgData name="Teuku Raja Irfan Radarma" userId="cf428174-95ba-4576-8554-3a3b8ffa52b7" providerId="ADAL" clId="{A80269FD-1647-41EA-9465-E4829927D3E9}" dt="2025-12-06T15:39:11.057" v="15740" actId="14100"/>
        <pc:sldMkLst>
          <pc:docMk/>
          <pc:sldMk cId="1617202866" sldId="437"/>
        </pc:sldMkLst>
        <pc:spChg chg="mod">
          <ac:chgData name="Teuku Raja Irfan Radarma" userId="cf428174-95ba-4576-8554-3a3b8ffa52b7" providerId="ADAL" clId="{A80269FD-1647-41EA-9465-E4829927D3E9}" dt="2025-12-06T15:39:09.387" v="15739" actId="14100"/>
          <ac:spMkLst>
            <pc:docMk/>
            <pc:sldMk cId="1617202866" sldId="437"/>
            <ac:spMk id="2" creationId="{A207A596-ECB3-4E4A-A4CA-A700AB45B064}"/>
          </ac:spMkLst>
        </pc:spChg>
        <pc:spChg chg="del">
          <ac:chgData name="Teuku Raja Irfan Radarma" userId="cf428174-95ba-4576-8554-3a3b8ffa52b7" providerId="ADAL" clId="{A80269FD-1647-41EA-9465-E4829927D3E9}" dt="2025-12-06T13:43:23.120" v="15417" actId="478"/>
          <ac:spMkLst>
            <pc:docMk/>
            <pc:sldMk cId="1617202866" sldId="437"/>
            <ac:spMk id="3" creationId="{4CE9F484-2983-40A2-9133-CDC649B2B84D}"/>
          </ac:spMkLst>
        </pc:spChg>
        <pc:spChg chg="add del mod">
          <ac:chgData name="Teuku Raja Irfan Radarma" userId="cf428174-95ba-4576-8554-3a3b8ffa52b7" providerId="ADAL" clId="{A80269FD-1647-41EA-9465-E4829927D3E9}" dt="2025-12-06T13:43:24.597" v="15418" actId="478"/>
          <ac:spMkLst>
            <pc:docMk/>
            <pc:sldMk cId="1617202866" sldId="437"/>
            <ac:spMk id="6" creationId="{449A4CD0-6899-D050-6E67-2FC2A8E0C2B7}"/>
          </ac:spMkLst>
        </pc:spChg>
        <pc:graphicFrameChg chg="add mod modGraphic">
          <ac:chgData name="Teuku Raja Irfan Radarma" userId="cf428174-95ba-4576-8554-3a3b8ffa52b7" providerId="ADAL" clId="{A80269FD-1647-41EA-9465-E4829927D3E9}" dt="2025-12-06T15:39:11.057" v="15740" actId="14100"/>
          <ac:graphicFrameMkLst>
            <pc:docMk/>
            <pc:sldMk cId="1617202866" sldId="437"/>
            <ac:graphicFrameMk id="7" creationId="{42D026EF-6C2D-2A5D-B02C-4D3DFB907F40}"/>
          </ac:graphicFrameMkLst>
        </pc:graphicFrameChg>
      </pc:sldChg>
      <pc:sldChg chg="addSp delSp modSp mod">
        <pc:chgData name="Teuku Raja Irfan Radarma" userId="cf428174-95ba-4576-8554-3a3b8ffa52b7" providerId="ADAL" clId="{A80269FD-1647-41EA-9465-E4829927D3E9}" dt="2025-12-06T13:34:46.731" v="15355" actId="13238"/>
        <pc:sldMkLst>
          <pc:docMk/>
          <pc:sldMk cId="2555631206" sldId="439"/>
        </pc:sldMkLst>
        <pc:spChg chg="mod">
          <ac:chgData name="Teuku Raja Irfan Radarma" userId="cf428174-95ba-4576-8554-3a3b8ffa52b7" providerId="ADAL" clId="{A80269FD-1647-41EA-9465-E4829927D3E9}" dt="2025-12-06T13:22:17.130" v="15188" actId="14100"/>
          <ac:spMkLst>
            <pc:docMk/>
            <pc:sldMk cId="2555631206" sldId="439"/>
            <ac:spMk id="2" creationId="{A207A596-ECB3-4E4A-A4CA-A700AB45B064}"/>
          </ac:spMkLst>
        </pc:spChg>
        <pc:spChg chg="del mod">
          <ac:chgData name="Teuku Raja Irfan Radarma" userId="cf428174-95ba-4576-8554-3a3b8ffa52b7" providerId="ADAL" clId="{A80269FD-1647-41EA-9465-E4829927D3E9}" dt="2025-12-06T13:34:01.645" v="15338" actId="478"/>
          <ac:spMkLst>
            <pc:docMk/>
            <pc:sldMk cId="2555631206" sldId="439"/>
            <ac:spMk id="3" creationId="{4CE9F484-2983-40A2-9133-CDC649B2B84D}"/>
          </ac:spMkLst>
        </pc:spChg>
        <pc:spChg chg="add del mod">
          <ac:chgData name="Teuku Raja Irfan Radarma" userId="cf428174-95ba-4576-8554-3a3b8ffa52b7" providerId="ADAL" clId="{A80269FD-1647-41EA-9465-E4829927D3E9}" dt="2025-12-06T13:34:03.446" v="15339" actId="478"/>
          <ac:spMkLst>
            <pc:docMk/>
            <pc:sldMk cId="2555631206" sldId="439"/>
            <ac:spMk id="7" creationId="{82D14A43-E730-5C1C-E348-E58CF64B8E71}"/>
          </ac:spMkLst>
        </pc:spChg>
        <pc:graphicFrameChg chg="add mod">
          <ac:chgData name="Teuku Raja Irfan Radarma" userId="cf428174-95ba-4576-8554-3a3b8ffa52b7" providerId="ADAL" clId="{A80269FD-1647-41EA-9465-E4829927D3E9}" dt="2025-12-06T13:33:59.186" v="15337"/>
          <ac:graphicFrameMkLst>
            <pc:docMk/>
            <pc:sldMk cId="2555631206" sldId="439"/>
            <ac:graphicFrameMk id="5" creationId="{494AD8D1-7223-E1CD-A1E9-28EC2711D2EB}"/>
          </ac:graphicFrameMkLst>
        </pc:graphicFrameChg>
        <pc:graphicFrameChg chg="add mod modGraphic">
          <ac:chgData name="Teuku Raja Irfan Radarma" userId="cf428174-95ba-4576-8554-3a3b8ffa52b7" providerId="ADAL" clId="{A80269FD-1647-41EA-9465-E4829927D3E9}" dt="2025-12-06T13:34:46.731" v="15355" actId="13238"/>
          <ac:graphicFrameMkLst>
            <pc:docMk/>
            <pc:sldMk cId="2555631206" sldId="439"/>
            <ac:graphicFrameMk id="8" creationId="{B3B22190-3100-DFDC-8D83-269210CCB90C}"/>
          </ac:graphicFrameMkLst>
        </pc:graphicFrameChg>
      </pc:sldChg>
      <pc:sldChg chg="modSp new del mod ord">
        <pc:chgData name="Teuku Raja Irfan Radarma" userId="cf428174-95ba-4576-8554-3a3b8ffa52b7" providerId="ADAL" clId="{A80269FD-1647-41EA-9465-E4829927D3E9}" dt="2025-12-07T00:20:44.496" v="17093" actId="47"/>
        <pc:sldMkLst>
          <pc:docMk/>
          <pc:sldMk cId="1910573543" sldId="443"/>
        </pc:sldMkLst>
        <pc:spChg chg="mod">
          <ac:chgData name="Teuku Raja Irfan Radarma" userId="cf428174-95ba-4576-8554-3a3b8ffa52b7" providerId="ADAL" clId="{A80269FD-1647-41EA-9465-E4829927D3E9}" dt="2025-12-06T13:26:14.936" v="15230" actId="14100"/>
          <ac:spMkLst>
            <pc:docMk/>
            <pc:sldMk cId="1910573543" sldId="443"/>
            <ac:spMk id="2" creationId="{06477B2F-595A-4D69-E1A5-76DAD5245BD5}"/>
          </ac:spMkLst>
        </pc:spChg>
        <pc:spChg chg="mod">
          <ac:chgData name="Teuku Raja Irfan Radarma" userId="cf428174-95ba-4576-8554-3a3b8ffa52b7" providerId="ADAL" clId="{A80269FD-1647-41EA-9465-E4829927D3E9}" dt="2025-12-06T13:26:18.273" v="15232" actId="14100"/>
          <ac:spMkLst>
            <pc:docMk/>
            <pc:sldMk cId="1910573543" sldId="443"/>
            <ac:spMk id="4" creationId="{EF55F2CD-625C-24E9-B522-72BF66A88EF2}"/>
          </ac:spMkLst>
        </pc:spChg>
      </pc:sldChg>
      <pc:sldChg chg="add del ord">
        <pc:chgData name="Teuku Raja Irfan Radarma" userId="cf428174-95ba-4576-8554-3a3b8ffa52b7" providerId="ADAL" clId="{A80269FD-1647-41EA-9465-E4829927D3E9}" dt="2025-12-07T00:20:44.496" v="17093" actId="47"/>
        <pc:sldMkLst>
          <pc:docMk/>
          <pc:sldMk cId="539177646" sldId="444"/>
        </pc:sldMkLst>
      </pc:sldChg>
      <pc:sldChg chg="modSp add del mod">
        <pc:chgData name="Teuku Raja Irfan Radarma" userId="cf428174-95ba-4576-8554-3a3b8ffa52b7" providerId="ADAL" clId="{A80269FD-1647-41EA-9465-E4829927D3E9}" dt="2025-12-06T15:32:52.057" v="15690" actId="2696"/>
        <pc:sldMkLst>
          <pc:docMk/>
          <pc:sldMk cId="2983909026" sldId="444"/>
        </pc:sldMkLst>
        <pc:spChg chg="mod">
          <ac:chgData name="Teuku Raja Irfan Radarma" userId="cf428174-95ba-4576-8554-3a3b8ffa52b7" providerId="ADAL" clId="{A80269FD-1647-41EA-9465-E4829927D3E9}" dt="2025-12-06T13:30:55.227" v="15315" actId="27636"/>
          <ac:spMkLst>
            <pc:docMk/>
            <pc:sldMk cId="2983909026" sldId="444"/>
            <ac:spMk id="2" creationId="{477713C6-8D4E-61A3-23F8-7F1F8BF4A8B7}"/>
          </ac:spMkLst>
        </pc:spChg>
        <pc:spChg chg="mod">
          <ac:chgData name="Teuku Raja Irfan Radarma" userId="cf428174-95ba-4576-8554-3a3b8ffa52b7" providerId="ADAL" clId="{A80269FD-1647-41EA-9465-E4829927D3E9}" dt="2025-12-06T13:31:13.486" v="15336" actId="20577"/>
          <ac:spMkLst>
            <pc:docMk/>
            <pc:sldMk cId="2983909026" sldId="444"/>
            <ac:spMk id="4" creationId="{2C53B555-5444-2ECF-8057-DC45F94321EE}"/>
          </ac:spMkLst>
        </pc:spChg>
      </pc:sldChg>
      <pc:sldChg chg="add del">
        <pc:chgData name="Teuku Raja Irfan Radarma" userId="cf428174-95ba-4576-8554-3a3b8ffa52b7" providerId="ADAL" clId="{A80269FD-1647-41EA-9465-E4829927D3E9}" dt="2025-12-07T00:20:44.496" v="17093" actId="47"/>
        <pc:sldMkLst>
          <pc:docMk/>
          <pc:sldMk cId="871575361" sldId="445"/>
        </pc:sldMkLst>
      </pc:sldChg>
      <pc:sldChg chg="modSp add del mod">
        <pc:chgData name="Teuku Raja Irfan Radarma" userId="cf428174-95ba-4576-8554-3a3b8ffa52b7" providerId="ADAL" clId="{A80269FD-1647-41EA-9465-E4829927D3E9}" dt="2025-12-06T15:34:29.047" v="15721" actId="2696"/>
        <pc:sldMkLst>
          <pc:docMk/>
          <pc:sldMk cId="1722838475" sldId="445"/>
        </pc:sldMkLst>
        <pc:spChg chg="mod">
          <ac:chgData name="Teuku Raja Irfan Radarma" userId="cf428174-95ba-4576-8554-3a3b8ffa52b7" providerId="ADAL" clId="{A80269FD-1647-41EA-9465-E4829927D3E9}" dt="2025-12-06T13:37:40.515" v="15382" actId="14100"/>
          <ac:spMkLst>
            <pc:docMk/>
            <pc:sldMk cId="1722838475" sldId="445"/>
            <ac:spMk id="2" creationId="{A3FD9751-9A7B-E73B-53D9-D206B07D9CE1}"/>
          </ac:spMkLst>
        </pc:spChg>
        <pc:spChg chg="mod">
          <ac:chgData name="Teuku Raja Irfan Radarma" userId="cf428174-95ba-4576-8554-3a3b8ffa52b7" providerId="ADAL" clId="{A80269FD-1647-41EA-9465-E4829927D3E9}" dt="2025-12-06T13:37:42.642" v="15383" actId="14100"/>
          <ac:spMkLst>
            <pc:docMk/>
            <pc:sldMk cId="1722838475" sldId="445"/>
            <ac:spMk id="4" creationId="{70EA4B30-236A-64FD-C525-1E542ABE55ED}"/>
          </ac:spMkLst>
        </pc:spChg>
      </pc:sldChg>
      <pc:sldChg chg="add del">
        <pc:chgData name="Teuku Raja Irfan Radarma" userId="cf428174-95ba-4576-8554-3a3b8ffa52b7" providerId="ADAL" clId="{A80269FD-1647-41EA-9465-E4829927D3E9}" dt="2025-12-07T00:20:48.427" v="17094" actId="47"/>
        <pc:sldMkLst>
          <pc:docMk/>
          <pc:sldMk cId="1400479666" sldId="446"/>
        </pc:sldMkLst>
      </pc:sldChg>
      <pc:sldChg chg="modSp add del mod">
        <pc:chgData name="Teuku Raja Irfan Radarma" userId="cf428174-95ba-4576-8554-3a3b8ffa52b7" providerId="ADAL" clId="{A80269FD-1647-41EA-9465-E4829927D3E9}" dt="2025-12-06T15:35:00.841" v="15723" actId="2696"/>
        <pc:sldMkLst>
          <pc:docMk/>
          <pc:sldMk cId="2442442371" sldId="446"/>
        </pc:sldMkLst>
        <pc:spChg chg="mod">
          <ac:chgData name="Teuku Raja Irfan Radarma" userId="cf428174-95ba-4576-8554-3a3b8ffa52b7" providerId="ADAL" clId="{A80269FD-1647-41EA-9465-E4829927D3E9}" dt="2025-12-06T13:38:13.023" v="15385"/>
          <ac:spMkLst>
            <pc:docMk/>
            <pc:sldMk cId="2442442371" sldId="446"/>
            <ac:spMk id="2" creationId="{0FE3C1B8-0A0B-ECCF-E2F8-8C3850A54720}"/>
          </ac:spMkLst>
        </pc:spChg>
        <pc:spChg chg="mod">
          <ac:chgData name="Teuku Raja Irfan Radarma" userId="cf428174-95ba-4576-8554-3a3b8ffa52b7" providerId="ADAL" clId="{A80269FD-1647-41EA-9465-E4829927D3E9}" dt="2025-12-06T13:38:24.147" v="15404" actId="20577"/>
          <ac:spMkLst>
            <pc:docMk/>
            <pc:sldMk cId="2442442371" sldId="446"/>
            <ac:spMk id="4" creationId="{46ABE080-F02A-53CE-62D7-902C309F4364}"/>
          </ac:spMkLst>
        </pc:spChg>
      </pc:sldChg>
      <pc:sldChg chg="add del">
        <pc:chgData name="Teuku Raja Irfan Radarma" userId="cf428174-95ba-4576-8554-3a3b8ffa52b7" providerId="ADAL" clId="{A80269FD-1647-41EA-9465-E4829927D3E9}" dt="2025-12-06T15:35:18.067" v="15725" actId="2696"/>
        <pc:sldMkLst>
          <pc:docMk/>
          <pc:sldMk cId="3504271553" sldId="446"/>
        </pc:sldMkLst>
      </pc:sldChg>
      <pc:sldChg chg="addSp delSp modSp add mod">
        <pc:chgData name="Teuku Raja Irfan Radarma" userId="cf428174-95ba-4576-8554-3a3b8ffa52b7" providerId="ADAL" clId="{A80269FD-1647-41EA-9465-E4829927D3E9}" dt="2025-12-06T15:11:47.892" v="15452" actId="12385"/>
        <pc:sldMkLst>
          <pc:docMk/>
          <pc:sldMk cId="3189816952" sldId="447"/>
        </pc:sldMkLst>
        <pc:spChg chg="mod">
          <ac:chgData name="Teuku Raja Irfan Radarma" userId="cf428174-95ba-4576-8554-3a3b8ffa52b7" providerId="ADAL" clId="{A80269FD-1647-41EA-9465-E4829927D3E9}" dt="2025-12-06T15:11:24.653" v="15444" actId="20577"/>
          <ac:spMkLst>
            <pc:docMk/>
            <pc:sldMk cId="3189816952" sldId="447"/>
            <ac:spMk id="2" creationId="{8B1FA9D0-381F-DF43-CB2B-5659BE695AB7}"/>
          </ac:spMkLst>
        </pc:spChg>
        <pc:spChg chg="del">
          <ac:chgData name="Teuku Raja Irfan Radarma" userId="cf428174-95ba-4576-8554-3a3b8ffa52b7" providerId="ADAL" clId="{A80269FD-1647-41EA-9465-E4829927D3E9}" dt="2025-12-06T15:11:28.156" v="15445" actId="478"/>
          <ac:spMkLst>
            <pc:docMk/>
            <pc:sldMk cId="3189816952" sldId="447"/>
            <ac:spMk id="3" creationId="{6A92DC51-0582-6D65-A2B0-CEA6327AB30E}"/>
          </ac:spMkLst>
        </pc:spChg>
        <pc:spChg chg="add del mod">
          <ac:chgData name="Teuku Raja Irfan Radarma" userId="cf428174-95ba-4576-8554-3a3b8ffa52b7" providerId="ADAL" clId="{A80269FD-1647-41EA-9465-E4829927D3E9}" dt="2025-12-06T15:11:31.570" v="15446" actId="478"/>
          <ac:spMkLst>
            <pc:docMk/>
            <pc:sldMk cId="3189816952" sldId="447"/>
            <ac:spMk id="6" creationId="{F283D176-1A0F-1E28-C7E2-D2166595141B}"/>
          </ac:spMkLst>
        </pc:spChg>
        <pc:graphicFrameChg chg="add mod modGraphic">
          <ac:chgData name="Teuku Raja Irfan Radarma" userId="cf428174-95ba-4576-8554-3a3b8ffa52b7" providerId="ADAL" clId="{A80269FD-1647-41EA-9465-E4829927D3E9}" dt="2025-12-06T15:11:47.892" v="15452" actId="12385"/>
          <ac:graphicFrameMkLst>
            <pc:docMk/>
            <pc:sldMk cId="3189816952" sldId="447"/>
            <ac:graphicFrameMk id="7" creationId="{8DD7F61C-ABF9-7552-4699-3A061C48EC8D}"/>
          </ac:graphicFrameMkLst>
        </pc:graphicFrameChg>
      </pc:sldChg>
      <pc:sldChg chg="addSp delSp modSp add mod">
        <pc:chgData name="Teuku Raja Irfan Radarma" userId="cf428174-95ba-4576-8554-3a3b8ffa52b7" providerId="ADAL" clId="{A80269FD-1647-41EA-9465-E4829927D3E9}" dt="2025-12-06T15:13:08.687" v="15494" actId="14100"/>
        <pc:sldMkLst>
          <pc:docMk/>
          <pc:sldMk cId="2326228366" sldId="448"/>
        </pc:sldMkLst>
        <pc:spChg chg="mod">
          <ac:chgData name="Teuku Raja Irfan Radarma" userId="cf428174-95ba-4576-8554-3a3b8ffa52b7" providerId="ADAL" clId="{A80269FD-1647-41EA-9465-E4829927D3E9}" dt="2025-12-06T15:13:08.687" v="15494" actId="14100"/>
          <ac:spMkLst>
            <pc:docMk/>
            <pc:sldMk cId="2326228366" sldId="448"/>
            <ac:spMk id="2" creationId="{B7BBA617-361C-077E-4B46-74B78835D560}"/>
          </ac:spMkLst>
        </pc:spChg>
        <pc:graphicFrameChg chg="add mod modGraphic">
          <ac:chgData name="Teuku Raja Irfan Radarma" userId="cf428174-95ba-4576-8554-3a3b8ffa52b7" providerId="ADAL" clId="{A80269FD-1647-41EA-9465-E4829927D3E9}" dt="2025-12-06T15:13:06.805" v="15493" actId="1076"/>
          <ac:graphicFrameMkLst>
            <pc:docMk/>
            <pc:sldMk cId="2326228366" sldId="448"/>
            <ac:graphicFrameMk id="3" creationId="{26034CC6-CA21-E1BC-CCE6-74B6D0F0B84D}"/>
          </ac:graphicFrameMkLst>
        </pc:graphicFrameChg>
        <pc:graphicFrameChg chg="del">
          <ac:chgData name="Teuku Raja Irfan Radarma" userId="cf428174-95ba-4576-8554-3a3b8ffa52b7" providerId="ADAL" clId="{A80269FD-1647-41EA-9465-E4829927D3E9}" dt="2025-12-06T15:12:05.237" v="15479" actId="478"/>
          <ac:graphicFrameMkLst>
            <pc:docMk/>
            <pc:sldMk cId="2326228366" sldId="448"/>
            <ac:graphicFrameMk id="7" creationId="{1B3B60EA-3332-1F2C-30B8-C07AA549A9FA}"/>
          </ac:graphicFrameMkLst>
        </pc:graphicFrameChg>
      </pc:sldChg>
      <pc:sldChg chg="addSp delSp modSp add mod">
        <pc:chgData name="Teuku Raja Irfan Radarma" userId="cf428174-95ba-4576-8554-3a3b8ffa52b7" providerId="ADAL" clId="{A80269FD-1647-41EA-9465-E4829927D3E9}" dt="2025-12-06T15:14:19.458" v="15529" actId="1076"/>
        <pc:sldMkLst>
          <pc:docMk/>
          <pc:sldMk cId="3070700227" sldId="449"/>
        </pc:sldMkLst>
        <pc:spChg chg="mod">
          <ac:chgData name="Teuku Raja Irfan Radarma" userId="cf428174-95ba-4576-8554-3a3b8ffa52b7" providerId="ADAL" clId="{A80269FD-1647-41EA-9465-E4829927D3E9}" dt="2025-12-06T15:13:20.386" v="15510" actId="20577"/>
          <ac:spMkLst>
            <pc:docMk/>
            <pc:sldMk cId="3070700227" sldId="449"/>
            <ac:spMk id="2" creationId="{5DEA83A5-2E77-B65F-9B68-4959AB39494E}"/>
          </ac:spMkLst>
        </pc:spChg>
        <pc:graphicFrameChg chg="del">
          <ac:chgData name="Teuku Raja Irfan Radarma" userId="cf428174-95ba-4576-8554-3a3b8ffa52b7" providerId="ADAL" clId="{A80269FD-1647-41EA-9465-E4829927D3E9}" dt="2025-12-06T15:13:22.303" v="15511" actId="478"/>
          <ac:graphicFrameMkLst>
            <pc:docMk/>
            <pc:sldMk cId="3070700227" sldId="449"/>
            <ac:graphicFrameMk id="3" creationId="{48339B4C-41FF-4C5B-C619-6DB0F048B917}"/>
          </ac:graphicFrameMkLst>
        </pc:graphicFrameChg>
        <pc:graphicFrameChg chg="add mod modGraphic">
          <ac:chgData name="Teuku Raja Irfan Radarma" userId="cf428174-95ba-4576-8554-3a3b8ffa52b7" providerId="ADAL" clId="{A80269FD-1647-41EA-9465-E4829927D3E9}" dt="2025-12-06T15:14:19.458" v="15529" actId="1076"/>
          <ac:graphicFrameMkLst>
            <pc:docMk/>
            <pc:sldMk cId="3070700227" sldId="449"/>
            <ac:graphicFrameMk id="5" creationId="{7B0B3945-B82E-B1AB-3FA1-53662FA69CC7}"/>
          </ac:graphicFrameMkLst>
        </pc:graphicFrameChg>
      </pc:sldChg>
      <pc:sldChg chg="add del">
        <pc:chgData name="Teuku Raja Irfan Radarma" userId="cf428174-95ba-4576-8554-3a3b8ffa52b7" providerId="ADAL" clId="{A80269FD-1647-41EA-9465-E4829927D3E9}" dt="2025-12-07T00:20:44.496" v="17093" actId="47"/>
        <pc:sldMkLst>
          <pc:docMk/>
          <pc:sldMk cId="769292671" sldId="450"/>
        </pc:sldMkLst>
      </pc:sldChg>
      <pc:sldChg chg="modSp add del mod">
        <pc:chgData name="Teuku Raja Irfan Radarma" userId="cf428174-95ba-4576-8554-3a3b8ffa52b7" providerId="ADAL" clId="{A80269FD-1647-41EA-9465-E4829927D3E9}" dt="2025-12-06T15:35:28.798" v="15727" actId="2696"/>
        <pc:sldMkLst>
          <pc:docMk/>
          <pc:sldMk cId="1132546141" sldId="450"/>
        </pc:sldMkLst>
        <pc:spChg chg="mod">
          <ac:chgData name="Teuku Raja Irfan Radarma" userId="cf428174-95ba-4576-8554-3a3b8ffa52b7" providerId="ADAL" clId="{A80269FD-1647-41EA-9465-E4829927D3E9}" dt="2025-12-06T15:18:52.151" v="15555" actId="403"/>
          <ac:spMkLst>
            <pc:docMk/>
            <pc:sldMk cId="1132546141" sldId="450"/>
            <ac:spMk id="2" creationId="{1EEBFE7F-CB7E-E75E-3427-24B4D0554D4A}"/>
          </ac:spMkLst>
        </pc:spChg>
        <pc:spChg chg="mod">
          <ac:chgData name="Teuku Raja Irfan Radarma" userId="cf428174-95ba-4576-8554-3a3b8ffa52b7" providerId="ADAL" clId="{A80269FD-1647-41EA-9465-E4829927D3E9}" dt="2025-12-06T15:18:57.207" v="15556" actId="14100"/>
          <ac:spMkLst>
            <pc:docMk/>
            <pc:sldMk cId="1132546141" sldId="450"/>
            <ac:spMk id="4" creationId="{7C91904E-936F-D557-90CE-100870315FDC}"/>
          </ac:spMkLst>
        </pc:spChg>
      </pc:sldChg>
      <pc:sldChg chg="addSp delSp modSp add mod">
        <pc:chgData name="Teuku Raja Irfan Radarma" userId="cf428174-95ba-4576-8554-3a3b8ffa52b7" providerId="ADAL" clId="{A80269FD-1647-41EA-9465-E4829927D3E9}" dt="2025-12-06T15:23:03.963" v="15580" actId="1076"/>
        <pc:sldMkLst>
          <pc:docMk/>
          <pc:sldMk cId="1434165728" sldId="451"/>
        </pc:sldMkLst>
        <pc:spChg chg="del">
          <ac:chgData name="Teuku Raja Irfan Radarma" userId="cf428174-95ba-4576-8554-3a3b8ffa52b7" providerId="ADAL" clId="{A80269FD-1647-41EA-9465-E4829927D3E9}" dt="2025-12-06T15:22:02.297" v="15561" actId="478"/>
          <ac:spMkLst>
            <pc:docMk/>
            <pc:sldMk cId="1434165728" sldId="451"/>
            <ac:spMk id="2" creationId="{9ED9CE65-10CE-7B38-9672-04020E13E6FD}"/>
          </ac:spMkLst>
        </pc:spChg>
        <pc:spChg chg="add del mod">
          <ac:chgData name="Teuku Raja Irfan Radarma" userId="cf428174-95ba-4576-8554-3a3b8ffa52b7" providerId="ADAL" clId="{A80269FD-1647-41EA-9465-E4829927D3E9}" dt="2025-12-06T15:22:26.276" v="15562" actId="478"/>
          <ac:spMkLst>
            <pc:docMk/>
            <pc:sldMk cId="1434165728" sldId="451"/>
            <ac:spMk id="5" creationId="{11F34404-BE1A-F327-272D-FBBDA7005396}"/>
          </ac:spMkLst>
        </pc:spChg>
        <pc:spChg chg="add mod">
          <ac:chgData name="Teuku Raja Irfan Radarma" userId="cf428174-95ba-4576-8554-3a3b8ffa52b7" providerId="ADAL" clId="{A80269FD-1647-41EA-9465-E4829927D3E9}" dt="2025-12-06T15:23:03.963" v="15580" actId="1076"/>
          <ac:spMkLst>
            <pc:docMk/>
            <pc:sldMk cId="1434165728" sldId="451"/>
            <ac:spMk id="8" creationId="{8AC6473C-85C9-04D8-9CC4-38537C9CB130}"/>
          </ac:spMkLst>
        </pc:spChg>
        <pc:graphicFrameChg chg="del">
          <ac:chgData name="Teuku Raja Irfan Radarma" userId="cf428174-95ba-4576-8554-3a3b8ffa52b7" providerId="ADAL" clId="{A80269FD-1647-41EA-9465-E4829927D3E9}" dt="2025-12-06T15:21:56.208" v="15558" actId="478"/>
          <ac:graphicFrameMkLst>
            <pc:docMk/>
            <pc:sldMk cId="1434165728" sldId="451"/>
            <ac:graphicFrameMk id="7" creationId="{949997FA-AC3D-116A-2E66-8F1E1A7ACF67}"/>
          </ac:graphicFrameMkLst>
        </pc:graphicFrameChg>
        <pc:picChg chg="add mod">
          <ac:chgData name="Teuku Raja Irfan Radarma" userId="cf428174-95ba-4576-8554-3a3b8ffa52b7" providerId="ADAL" clId="{A80269FD-1647-41EA-9465-E4829927D3E9}" dt="2025-12-06T15:23:02.436" v="15579" actId="1076"/>
          <ac:picMkLst>
            <pc:docMk/>
            <pc:sldMk cId="1434165728" sldId="451"/>
            <ac:picMk id="7170" creationId="{92B54721-8F66-BE9B-889A-7D0F2C3B6898}"/>
          </ac:picMkLst>
        </pc:picChg>
      </pc:sldChg>
      <pc:sldChg chg="add del">
        <pc:chgData name="Teuku Raja Irfan Radarma" userId="cf428174-95ba-4576-8554-3a3b8ffa52b7" providerId="ADAL" clId="{A80269FD-1647-41EA-9465-E4829927D3E9}" dt="2025-12-06T15:25:11.238" v="15584" actId="47"/>
        <pc:sldMkLst>
          <pc:docMk/>
          <pc:sldMk cId="3766703879" sldId="452"/>
        </pc:sldMkLst>
      </pc:sldChg>
      <pc:sldChg chg="addSp delSp modSp add mod">
        <pc:chgData name="Teuku Raja Irfan Radarma" userId="cf428174-95ba-4576-8554-3a3b8ffa52b7" providerId="ADAL" clId="{A80269FD-1647-41EA-9465-E4829927D3E9}" dt="2025-12-06T15:25:41.678" v="15603" actId="1076"/>
        <pc:sldMkLst>
          <pc:docMk/>
          <pc:sldMk cId="4250959893" sldId="453"/>
        </pc:sldMkLst>
        <pc:spChg chg="add del">
          <ac:chgData name="Teuku Raja Irfan Radarma" userId="cf428174-95ba-4576-8554-3a3b8ffa52b7" providerId="ADAL" clId="{A80269FD-1647-41EA-9465-E4829927D3E9}" dt="2025-12-06T15:25:17.666" v="15586" actId="22"/>
          <ac:spMkLst>
            <pc:docMk/>
            <pc:sldMk cId="4250959893" sldId="453"/>
            <ac:spMk id="6" creationId="{B6678B3A-7E58-6CCE-453F-75D6EA1E2BAE}"/>
          </ac:spMkLst>
        </pc:spChg>
        <pc:spChg chg="add mod">
          <ac:chgData name="Teuku Raja Irfan Radarma" userId="cf428174-95ba-4576-8554-3a3b8ffa52b7" providerId="ADAL" clId="{A80269FD-1647-41EA-9465-E4829927D3E9}" dt="2025-12-06T15:25:41.678" v="15603" actId="1076"/>
          <ac:spMkLst>
            <pc:docMk/>
            <pc:sldMk cId="4250959893" sldId="453"/>
            <ac:spMk id="8" creationId="{18CD5D9F-DCAA-B9F7-A9A4-F136A7A025F1}"/>
          </ac:spMkLst>
        </pc:spChg>
        <pc:graphicFrameChg chg="del">
          <ac:chgData name="Teuku Raja Irfan Radarma" userId="cf428174-95ba-4576-8554-3a3b8ffa52b7" providerId="ADAL" clId="{A80269FD-1647-41EA-9465-E4829927D3E9}" dt="2025-12-06T15:25:08.784" v="15583" actId="478"/>
          <ac:graphicFrameMkLst>
            <pc:docMk/>
            <pc:sldMk cId="4250959893" sldId="453"/>
            <ac:graphicFrameMk id="3" creationId="{9040CDB3-40E2-E25E-9BCB-138730CC442F}"/>
          </ac:graphicFrameMkLst>
        </pc:graphicFrameChg>
        <pc:picChg chg="add mod">
          <ac:chgData name="Teuku Raja Irfan Radarma" userId="cf428174-95ba-4576-8554-3a3b8ffa52b7" providerId="ADAL" clId="{A80269FD-1647-41EA-9465-E4829927D3E9}" dt="2025-12-06T15:25:29.170" v="15590" actId="1076"/>
          <ac:picMkLst>
            <pc:docMk/>
            <pc:sldMk cId="4250959893" sldId="453"/>
            <ac:picMk id="8194" creationId="{5EB1834C-9D9D-AA97-AF93-7BA12B17E9B2}"/>
          </ac:picMkLst>
        </pc:picChg>
      </pc:sldChg>
      <pc:sldChg chg="add del ord">
        <pc:chgData name="Teuku Raja Irfan Radarma" userId="cf428174-95ba-4576-8554-3a3b8ffa52b7" providerId="ADAL" clId="{A80269FD-1647-41EA-9465-E4829927D3E9}" dt="2025-12-07T00:20:44.496" v="17093" actId="47"/>
        <pc:sldMkLst>
          <pc:docMk/>
          <pc:sldMk cId="1265089364" sldId="454"/>
        </pc:sldMkLst>
      </pc:sldChg>
      <pc:sldChg chg="modSp add del mod">
        <pc:chgData name="Teuku Raja Irfan Radarma" userId="cf428174-95ba-4576-8554-3a3b8ffa52b7" providerId="ADAL" clId="{A80269FD-1647-41EA-9465-E4829927D3E9}" dt="2025-12-06T15:37:23.528" v="15735" actId="2696"/>
        <pc:sldMkLst>
          <pc:docMk/>
          <pc:sldMk cId="2956204418" sldId="454"/>
        </pc:sldMkLst>
        <pc:spChg chg="mod">
          <ac:chgData name="Teuku Raja Irfan Radarma" userId="cf428174-95ba-4576-8554-3a3b8ffa52b7" providerId="ADAL" clId="{A80269FD-1647-41EA-9465-E4829927D3E9}" dt="2025-12-06T15:26:39.946" v="15605"/>
          <ac:spMkLst>
            <pc:docMk/>
            <pc:sldMk cId="2956204418" sldId="454"/>
            <ac:spMk id="2" creationId="{8975C8D1-F4EB-078A-4C92-F4190B539A0D}"/>
          </ac:spMkLst>
        </pc:spChg>
        <pc:spChg chg="mod">
          <ac:chgData name="Teuku Raja Irfan Radarma" userId="cf428174-95ba-4576-8554-3a3b8ffa52b7" providerId="ADAL" clId="{A80269FD-1647-41EA-9465-E4829927D3E9}" dt="2025-12-06T15:26:53.141" v="15624" actId="20577"/>
          <ac:spMkLst>
            <pc:docMk/>
            <pc:sldMk cId="2956204418" sldId="454"/>
            <ac:spMk id="4" creationId="{B9702C91-08E3-6048-69B6-CD97196F25E2}"/>
          </ac:spMkLst>
        </pc:spChg>
      </pc:sldChg>
      <pc:sldChg chg="add del">
        <pc:chgData name="Teuku Raja Irfan Radarma" userId="cf428174-95ba-4576-8554-3a3b8ffa52b7" providerId="ADAL" clId="{A80269FD-1647-41EA-9465-E4829927D3E9}" dt="2025-12-07T00:20:44.496" v="17093" actId="47"/>
        <pc:sldMkLst>
          <pc:docMk/>
          <pc:sldMk cId="725973903" sldId="455"/>
        </pc:sldMkLst>
      </pc:sldChg>
      <pc:sldChg chg="modSp add del mod">
        <pc:chgData name="Teuku Raja Irfan Radarma" userId="cf428174-95ba-4576-8554-3a3b8ffa52b7" providerId="ADAL" clId="{A80269FD-1647-41EA-9465-E4829927D3E9}" dt="2025-12-06T15:36:59.774" v="15733" actId="2696"/>
        <pc:sldMkLst>
          <pc:docMk/>
          <pc:sldMk cId="3062226813" sldId="455"/>
        </pc:sldMkLst>
        <pc:spChg chg="mod">
          <ac:chgData name="Teuku Raja Irfan Radarma" userId="cf428174-95ba-4576-8554-3a3b8ffa52b7" providerId="ADAL" clId="{A80269FD-1647-41EA-9465-E4829927D3E9}" dt="2025-12-06T15:27:45.323" v="15626"/>
          <ac:spMkLst>
            <pc:docMk/>
            <pc:sldMk cId="3062226813" sldId="455"/>
            <ac:spMk id="2" creationId="{1CA12EE3-A938-1DA8-4CBA-BFAA57BF29DE}"/>
          </ac:spMkLst>
        </pc:spChg>
        <pc:spChg chg="mod">
          <ac:chgData name="Teuku Raja Irfan Radarma" userId="cf428174-95ba-4576-8554-3a3b8ffa52b7" providerId="ADAL" clId="{A80269FD-1647-41EA-9465-E4829927D3E9}" dt="2025-12-06T15:27:56.791" v="15645" actId="20577"/>
          <ac:spMkLst>
            <pc:docMk/>
            <pc:sldMk cId="3062226813" sldId="455"/>
            <ac:spMk id="4" creationId="{1B55092E-DE3F-04B9-5260-70BA75EAEF88}"/>
          </ac:spMkLst>
        </pc:spChg>
      </pc:sldChg>
      <pc:sldChg chg="add del ord">
        <pc:chgData name="Teuku Raja Irfan Radarma" userId="cf428174-95ba-4576-8554-3a3b8ffa52b7" providerId="ADAL" clId="{A80269FD-1647-41EA-9465-E4829927D3E9}" dt="2025-12-07T00:20:44.496" v="17093" actId="47"/>
        <pc:sldMkLst>
          <pc:docMk/>
          <pc:sldMk cId="1945807554" sldId="456"/>
        </pc:sldMkLst>
      </pc:sldChg>
      <pc:sldChg chg="modSp add del mod">
        <pc:chgData name="Teuku Raja Irfan Radarma" userId="cf428174-95ba-4576-8554-3a3b8ffa52b7" providerId="ADAL" clId="{A80269FD-1647-41EA-9465-E4829927D3E9}" dt="2025-12-06T15:37:23.528" v="15735" actId="2696"/>
        <pc:sldMkLst>
          <pc:docMk/>
          <pc:sldMk cId="2579256130" sldId="456"/>
        </pc:sldMkLst>
        <pc:spChg chg="mod">
          <ac:chgData name="Teuku Raja Irfan Radarma" userId="cf428174-95ba-4576-8554-3a3b8ffa52b7" providerId="ADAL" clId="{A80269FD-1647-41EA-9465-E4829927D3E9}" dt="2025-12-06T15:30:34.081" v="15647"/>
          <ac:spMkLst>
            <pc:docMk/>
            <pc:sldMk cId="2579256130" sldId="456"/>
            <ac:spMk id="2" creationId="{2E79C757-EB66-864C-E082-668341077046}"/>
          </ac:spMkLst>
        </pc:spChg>
        <pc:spChg chg="mod">
          <ac:chgData name="Teuku Raja Irfan Radarma" userId="cf428174-95ba-4576-8554-3a3b8ffa52b7" providerId="ADAL" clId="{A80269FD-1647-41EA-9465-E4829927D3E9}" dt="2025-12-06T15:30:46.829" v="15666" actId="20577"/>
          <ac:spMkLst>
            <pc:docMk/>
            <pc:sldMk cId="2579256130" sldId="456"/>
            <ac:spMk id="4" creationId="{0AE2388E-693D-BBE0-E99E-AAC82F088C78}"/>
          </ac:spMkLst>
        </pc:spChg>
      </pc:sldChg>
      <pc:sldChg chg="modSp add del mod">
        <pc:chgData name="Teuku Raja Irfan Radarma" userId="cf428174-95ba-4576-8554-3a3b8ffa52b7" providerId="ADAL" clId="{A80269FD-1647-41EA-9465-E4829927D3E9}" dt="2025-12-06T15:35:44.815" v="15729" actId="2696"/>
        <pc:sldMkLst>
          <pc:docMk/>
          <pc:sldMk cId="1788537348" sldId="457"/>
        </pc:sldMkLst>
        <pc:spChg chg="mod">
          <ac:chgData name="Teuku Raja Irfan Radarma" userId="cf428174-95ba-4576-8554-3a3b8ffa52b7" providerId="ADAL" clId="{A80269FD-1647-41EA-9465-E4829927D3E9}" dt="2025-12-06T15:31:08.442" v="15668"/>
          <ac:spMkLst>
            <pc:docMk/>
            <pc:sldMk cId="1788537348" sldId="457"/>
            <ac:spMk id="2" creationId="{0D8A25F2-22EA-CC61-A205-F8C4B7193634}"/>
          </ac:spMkLst>
        </pc:spChg>
        <pc:spChg chg="mod">
          <ac:chgData name="Teuku Raja Irfan Radarma" userId="cf428174-95ba-4576-8554-3a3b8ffa52b7" providerId="ADAL" clId="{A80269FD-1647-41EA-9465-E4829927D3E9}" dt="2025-12-06T15:31:29.274" v="15687" actId="20577"/>
          <ac:spMkLst>
            <pc:docMk/>
            <pc:sldMk cId="1788537348" sldId="457"/>
            <ac:spMk id="4" creationId="{F76847CC-B3AA-34C8-0354-D43575C67614}"/>
          </ac:spMkLst>
        </pc:spChg>
      </pc:sldChg>
      <pc:sldChg chg="add del ord">
        <pc:chgData name="Teuku Raja Irfan Radarma" userId="cf428174-95ba-4576-8554-3a3b8ffa52b7" providerId="ADAL" clId="{A80269FD-1647-41EA-9465-E4829927D3E9}" dt="2025-12-07T00:20:44.496" v="17093" actId="47"/>
        <pc:sldMkLst>
          <pc:docMk/>
          <pc:sldMk cId="3455575000" sldId="457"/>
        </pc:sldMkLst>
      </pc:sldChg>
      <pc:sldChg chg="modSp add del mod ord">
        <pc:chgData name="Teuku Raja Irfan Radarma" userId="cf428174-95ba-4576-8554-3a3b8ffa52b7" providerId="ADAL" clId="{A80269FD-1647-41EA-9465-E4829927D3E9}" dt="2025-12-07T00:20:44.496" v="17093" actId="47"/>
        <pc:sldMkLst>
          <pc:docMk/>
          <pc:sldMk cId="2164503509" sldId="458"/>
        </pc:sldMkLst>
        <pc:spChg chg="mod">
          <ac:chgData name="Teuku Raja Irfan Radarma" userId="cf428174-95ba-4576-8554-3a3b8ffa52b7" providerId="ADAL" clId="{A80269FD-1647-41EA-9465-E4829927D3E9}" dt="2025-12-06T15:34:00.389" v="15695"/>
          <ac:spMkLst>
            <pc:docMk/>
            <pc:sldMk cId="2164503509" sldId="458"/>
            <ac:spMk id="2" creationId="{D8DD05B5-CDB9-4FA1-CA9E-9E0B40686584}"/>
          </ac:spMkLst>
        </pc:spChg>
        <pc:spChg chg="mod">
          <ac:chgData name="Teuku Raja Irfan Radarma" userId="cf428174-95ba-4576-8554-3a3b8ffa52b7" providerId="ADAL" clId="{A80269FD-1647-41EA-9465-E4829927D3E9}" dt="2025-12-06T16:10:19.475" v="15768"/>
          <ac:spMkLst>
            <pc:docMk/>
            <pc:sldMk cId="2164503509" sldId="458"/>
            <ac:spMk id="4" creationId="{5DD5E9D3-41D1-6B97-FC6D-42D0F43FE5F0}"/>
          </ac:spMkLst>
        </pc:spChg>
      </pc:sldChg>
      <pc:sldChg chg="addSp modSp add mod ord">
        <pc:chgData name="Teuku Raja Irfan Radarma" userId="cf428174-95ba-4576-8554-3a3b8ffa52b7" providerId="ADAL" clId="{A80269FD-1647-41EA-9465-E4829927D3E9}" dt="2025-12-07T00:14:50.572" v="17069" actId="33524"/>
        <pc:sldMkLst>
          <pc:docMk/>
          <pc:sldMk cId="922588264" sldId="459"/>
        </pc:sldMkLst>
        <pc:spChg chg="mod">
          <ac:chgData name="Teuku Raja Irfan Radarma" userId="cf428174-95ba-4576-8554-3a3b8ffa52b7" providerId="ADAL" clId="{A80269FD-1647-41EA-9465-E4829927D3E9}" dt="2025-12-06T16:27:09.250" v="16532" actId="1076"/>
          <ac:spMkLst>
            <pc:docMk/>
            <pc:sldMk cId="922588264" sldId="459"/>
            <ac:spMk id="2" creationId="{3B900D52-5DBE-D06D-4464-EF338D01B2B9}"/>
          </ac:spMkLst>
        </pc:spChg>
        <pc:spChg chg="mod">
          <ac:chgData name="Teuku Raja Irfan Radarma" userId="cf428174-95ba-4576-8554-3a3b8ffa52b7" providerId="ADAL" clId="{A80269FD-1647-41EA-9465-E4829927D3E9}" dt="2025-12-06T16:27:25.793" v="16552" actId="14100"/>
          <ac:spMkLst>
            <pc:docMk/>
            <pc:sldMk cId="922588264" sldId="459"/>
            <ac:spMk id="4" creationId="{F7FA086B-17AF-A43E-D991-13DE676C1191}"/>
          </ac:spMkLst>
        </pc:spChg>
        <pc:spChg chg="add mod">
          <ac:chgData name="Teuku Raja Irfan Radarma" userId="cf428174-95ba-4576-8554-3a3b8ffa52b7" providerId="ADAL" clId="{A80269FD-1647-41EA-9465-E4829927D3E9}" dt="2025-12-06T16:27:20.664" v="16551" actId="14100"/>
          <ac:spMkLst>
            <pc:docMk/>
            <pc:sldMk cId="922588264" sldId="459"/>
            <ac:spMk id="5" creationId="{BA218A0D-4BDF-87B7-0107-2250550E2914}"/>
          </ac:spMkLst>
        </pc:spChg>
        <pc:spChg chg="add mod">
          <ac:chgData name="Teuku Raja Irfan Radarma" userId="cf428174-95ba-4576-8554-3a3b8ffa52b7" providerId="ADAL" clId="{A80269FD-1647-41EA-9465-E4829927D3E9}" dt="2025-12-07T00:14:50.572" v="17069" actId="33524"/>
          <ac:spMkLst>
            <pc:docMk/>
            <pc:sldMk cId="922588264" sldId="459"/>
            <ac:spMk id="6" creationId="{DF8439C3-2DE4-BD5A-73BE-FEC69A0D81CB}"/>
          </ac:spMkLst>
        </pc:spChg>
      </pc:sldChg>
      <pc:sldChg chg="modSp new del mod ord">
        <pc:chgData name="Teuku Raja Irfan Radarma" userId="cf428174-95ba-4576-8554-3a3b8ffa52b7" providerId="ADAL" clId="{A80269FD-1647-41EA-9465-E4829927D3E9}" dt="2025-12-06T16:26:56.690" v="16529" actId="47"/>
        <pc:sldMkLst>
          <pc:docMk/>
          <pc:sldMk cId="1491167924" sldId="460"/>
        </pc:sldMkLst>
        <pc:spChg chg="mod">
          <ac:chgData name="Teuku Raja Irfan Radarma" userId="cf428174-95ba-4576-8554-3a3b8ffa52b7" providerId="ADAL" clId="{A80269FD-1647-41EA-9465-E4829927D3E9}" dt="2025-12-06T16:18:31.901" v="15931" actId="20577"/>
          <ac:spMkLst>
            <pc:docMk/>
            <pc:sldMk cId="1491167924" sldId="460"/>
            <ac:spMk id="2" creationId="{E9369D00-BE97-A4A6-CDB6-A9FC4E756BC5}"/>
          </ac:spMkLst>
        </pc:spChg>
        <pc:spChg chg="mod">
          <ac:chgData name="Teuku Raja Irfan Radarma" userId="cf428174-95ba-4576-8554-3a3b8ffa52b7" providerId="ADAL" clId="{A80269FD-1647-41EA-9465-E4829927D3E9}" dt="2025-12-06T16:25:05.121" v="16503" actId="20578"/>
          <ac:spMkLst>
            <pc:docMk/>
            <pc:sldMk cId="1491167924" sldId="460"/>
            <ac:spMk id="4" creationId="{E9209A54-29AB-DD15-7884-3A4B6828AB37}"/>
          </ac:spMkLst>
        </pc:spChg>
      </pc:sldChg>
      <pc:sldChg chg="addSp modSp add mod">
        <pc:chgData name="Teuku Raja Irfan Radarma" userId="cf428174-95ba-4576-8554-3a3b8ffa52b7" providerId="ADAL" clId="{A80269FD-1647-41EA-9465-E4829927D3E9}" dt="2025-12-06T16:26:08.475" v="16528" actId="113"/>
        <pc:sldMkLst>
          <pc:docMk/>
          <pc:sldMk cId="2132516327" sldId="461"/>
        </pc:sldMkLst>
        <pc:spChg chg="mod">
          <ac:chgData name="Teuku Raja Irfan Radarma" userId="cf428174-95ba-4576-8554-3a3b8ffa52b7" providerId="ADAL" clId="{A80269FD-1647-41EA-9465-E4829927D3E9}" dt="2025-12-06T16:25:49.748" v="16520" actId="14100"/>
          <ac:spMkLst>
            <pc:docMk/>
            <pc:sldMk cId="2132516327" sldId="461"/>
            <ac:spMk id="2" creationId="{1176D067-0DEF-89F5-6E46-BE6B22269172}"/>
          </ac:spMkLst>
        </pc:spChg>
        <pc:spChg chg="mod">
          <ac:chgData name="Teuku Raja Irfan Radarma" userId="cf428174-95ba-4576-8554-3a3b8ffa52b7" providerId="ADAL" clId="{A80269FD-1647-41EA-9465-E4829927D3E9}" dt="2025-12-06T16:25:55.671" v="16522" actId="1076"/>
          <ac:spMkLst>
            <pc:docMk/>
            <pc:sldMk cId="2132516327" sldId="461"/>
            <ac:spMk id="4" creationId="{A129DE3E-496B-9922-A3F0-81A8F47CC53A}"/>
          </ac:spMkLst>
        </pc:spChg>
        <pc:graphicFrameChg chg="add mod modGraphic">
          <ac:chgData name="Teuku Raja Irfan Radarma" userId="cf428174-95ba-4576-8554-3a3b8ffa52b7" providerId="ADAL" clId="{A80269FD-1647-41EA-9465-E4829927D3E9}" dt="2025-12-06T16:26:08.475" v="16528" actId="113"/>
          <ac:graphicFrameMkLst>
            <pc:docMk/>
            <pc:sldMk cId="2132516327" sldId="461"/>
            <ac:graphicFrameMk id="5" creationId="{B5A1CD0B-CE5B-C5EF-DAC0-82BC9CB95A5A}"/>
          </ac:graphicFrameMkLst>
        </pc:graphicFrameChg>
      </pc:sldChg>
      <pc:sldChg chg="delSp modSp add mod">
        <pc:chgData name="Teuku Raja Irfan Radarma" userId="cf428174-95ba-4576-8554-3a3b8ffa52b7" providerId="ADAL" clId="{A80269FD-1647-41EA-9465-E4829927D3E9}" dt="2025-12-06T16:30:30.517" v="16990" actId="20577"/>
        <pc:sldMkLst>
          <pc:docMk/>
          <pc:sldMk cId="2095266917" sldId="462"/>
        </pc:sldMkLst>
        <pc:spChg chg="mod">
          <ac:chgData name="Teuku Raja Irfan Radarma" userId="cf428174-95ba-4576-8554-3a3b8ffa52b7" providerId="ADAL" clId="{A80269FD-1647-41EA-9465-E4829927D3E9}" dt="2025-12-06T16:28:08.384" v="16652" actId="20577"/>
          <ac:spMkLst>
            <pc:docMk/>
            <pc:sldMk cId="2095266917" sldId="462"/>
            <ac:spMk id="2" creationId="{340A9029-72F1-B231-A6B0-88EE51340934}"/>
          </ac:spMkLst>
        </pc:spChg>
        <pc:spChg chg="mod">
          <ac:chgData name="Teuku Raja Irfan Radarma" userId="cf428174-95ba-4576-8554-3a3b8ffa52b7" providerId="ADAL" clId="{A80269FD-1647-41EA-9465-E4829927D3E9}" dt="2025-12-06T16:30:30.517" v="16990" actId="20577"/>
          <ac:spMkLst>
            <pc:docMk/>
            <pc:sldMk cId="2095266917" sldId="462"/>
            <ac:spMk id="4" creationId="{4BA2D968-234E-ABE1-0163-FEB535626841}"/>
          </ac:spMkLst>
        </pc:spChg>
        <pc:graphicFrameChg chg="del">
          <ac:chgData name="Teuku Raja Irfan Radarma" userId="cf428174-95ba-4576-8554-3a3b8ffa52b7" providerId="ADAL" clId="{A80269FD-1647-41EA-9465-E4829927D3E9}" dt="2025-12-06T16:28:12.430" v="16653" actId="478"/>
          <ac:graphicFrameMkLst>
            <pc:docMk/>
            <pc:sldMk cId="2095266917" sldId="462"/>
            <ac:graphicFrameMk id="5" creationId="{5210AC1A-7A32-75E6-BD10-E19D0586F06A}"/>
          </ac:graphicFrameMkLst>
        </pc:graphicFrameChg>
      </pc:sldChg>
      <pc:sldMasterChg chg="modSldLayout">
        <pc:chgData name="Teuku Raja Irfan Radarma" userId="cf428174-95ba-4576-8554-3a3b8ffa52b7" providerId="ADAL" clId="{A80269FD-1647-41EA-9465-E4829927D3E9}" dt="2025-11-09T10:40:41.058" v="1846" actId="20577"/>
        <pc:sldMasterMkLst>
          <pc:docMk/>
          <pc:sldMasterMk cId="856379123" sldId="2147483648"/>
        </pc:sldMasterMkLst>
        <pc:sldLayoutChg chg="modSp mod">
          <pc:chgData name="Teuku Raja Irfan Radarma" userId="cf428174-95ba-4576-8554-3a3b8ffa52b7" providerId="ADAL" clId="{A80269FD-1647-41EA-9465-E4829927D3E9}" dt="2025-11-09T10:40:41.058" v="1846" actId="20577"/>
          <pc:sldLayoutMkLst>
            <pc:docMk/>
            <pc:sldMasterMk cId="856379123" sldId="2147483648"/>
            <pc:sldLayoutMk cId="4051033477" sldId="2147483650"/>
          </pc:sldLayoutMkLst>
          <pc:spChg chg="mod">
            <ac:chgData name="Teuku Raja Irfan Radarma" userId="cf428174-95ba-4576-8554-3a3b8ffa52b7" providerId="ADAL" clId="{A80269FD-1647-41EA-9465-E4829927D3E9}" dt="2025-11-09T10:40:41.058" v="1846" actId="20577"/>
            <ac:spMkLst>
              <pc:docMk/>
              <pc:sldMasterMk cId="856379123" sldId="2147483648"/>
              <pc:sldLayoutMk cId="4051033477" sldId="2147483650"/>
              <ac:spMk id="9" creationId="{15F53667-E945-14D4-A90C-05D1E426649F}"/>
            </ac:spMkLst>
          </pc:spChg>
        </pc:sldLayoutChg>
        <pc:sldLayoutChg chg="delSp modSp mod">
          <pc:chgData name="Teuku Raja Irfan Radarma" userId="cf428174-95ba-4576-8554-3a3b8ffa52b7" providerId="ADAL" clId="{A80269FD-1647-41EA-9465-E4829927D3E9}" dt="2025-11-09T09:13:34.720" v="486" actId="20577"/>
          <pc:sldLayoutMkLst>
            <pc:docMk/>
            <pc:sldMasterMk cId="856379123" sldId="2147483648"/>
            <pc:sldLayoutMk cId="2508048250" sldId="2147483662"/>
          </pc:sldLayoutMkLst>
          <pc:spChg chg="mod">
            <ac:chgData name="Teuku Raja Irfan Radarma" userId="cf428174-95ba-4576-8554-3a3b8ffa52b7" providerId="ADAL" clId="{A80269FD-1647-41EA-9465-E4829927D3E9}" dt="2025-11-09T09:13:34.720" v="486" actId="20577"/>
            <ac:spMkLst>
              <pc:docMk/>
              <pc:sldMasterMk cId="856379123" sldId="2147483648"/>
              <pc:sldLayoutMk cId="2508048250" sldId="2147483662"/>
              <ac:spMk id="2" creationId="{34BC7E75-7FE4-6D39-F18B-B1386AA76CC2}"/>
            </ac:spMkLst>
          </pc:spChg>
          <pc:spChg chg="mod">
            <ac:chgData name="Teuku Raja Irfan Radarma" userId="cf428174-95ba-4576-8554-3a3b8ffa52b7" providerId="ADAL" clId="{A80269FD-1647-41EA-9465-E4829927D3E9}" dt="2025-11-09T09:13:20.292" v="472" actId="20577"/>
            <ac:spMkLst>
              <pc:docMk/>
              <pc:sldMasterMk cId="856379123" sldId="2147483648"/>
              <pc:sldLayoutMk cId="2508048250" sldId="2147483662"/>
              <ac:spMk id="3" creationId="{16CA9344-337A-6909-2D92-1C9349DCCECD}"/>
            </ac:spMkLst>
          </pc:spChg>
          <pc:picChg chg="mod">
            <ac:chgData name="Teuku Raja Irfan Radarma" userId="cf428174-95ba-4576-8554-3a3b8ffa52b7" providerId="ADAL" clId="{A80269FD-1647-41EA-9465-E4829927D3E9}" dt="2025-11-09T09:13:12.990" v="470" actId="1076"/>
            <ac:picMkLst>
              <pc:docMk/>
              <pc:sldMasterMk cId="856379123" sldId="2147483648"/>
              <pc:sldLayoutMk cId="2508048250" sldId="2147483662"/>
              <ac:picMk id="76" creationId="{7E189709-2B81-101F-AB9F-CDAD6BD8B7AA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8B011F-D7B6-4AA5-96DB-211285231097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C40E93-FF8B-448D-BBEA-F694856742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219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BB156A4-E5DC-BD9E-0277-60026C66B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3181350"/>
          </a:xfrm>
        </p:spPr>
        <p:txBody>
          <a:bodyPr/>
          <a:lstStyle>
            <a:lvl1pPr>
              <a:defRPr/>
            </a:lvl1pPr>
          </a:lstStyle>
          <a:p>
            <a:r>
              <a:rPr lang="en-US" err="1"/>
              <a:t>gambar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CE7D8F-8D59-78B8-97D8-AA1D3D293B00}"/>
              </a:ext>
            </a:extLst>
          </p:cNvPr>
          <p:cNvSpPr/>
          <p:nvPr userDrawn="1"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0202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Black and white 3D wave design">
            <a:extLst>
              <a:ext uri="{FF2B5EF4-FFF2-40B4-BE49-F238E27FC236}">
                <a16:creationId xmlns:a16="http://schemas.microsoft.com/office/drawing/2014/main" id="{A355B9C9-62AF-74CB-DD64-6E68C347AA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1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362" b="18638"/>
          <a:stretch/>
        </p:blipFill>
        <p:spPr>
          <a:xfrm>
            <a:off x="0" y="3429000"/>
            <a:ext cx="12192000" cy="3429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8DAEF-925F-5505-B516-1E35B4B578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4375" y="3429000"/>
            <a:ext cx="9144000" cy="971551"/>
          </a:xfrm>
        </p:spPr>
        <p:txBody>
          <a:bodyPr anchor="b">
            <a:no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168B28-1F01-2FE5-5F22-7A39033B9E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4375" y="4400551"/>
            <a:ext cx="9144000" cy="1586467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E4D30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60B2D-CEA2-41AE-A645-252274BF3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DC5E43-CB27-49BC-9DB7-94D08E117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58E01D-DC36-7F62-6787-C7D44BBAE6BF}"/>
              </a:ext>
            </a:extLst>
          </p:cNvPr>
          <p:cNvSpPr/>
          <p:nvPr userDrawn="1"/>
        </p:nvSpPr>
        <p:spPr>
          <a:xfrm>
            <a:off x="0" y="3181351"/>
            <a:ext cx="12192000" cy="247649"/>
          </a:xfrm>
          <a:prstGeom prst="rect">
            <a:avLst/>
          </a:prstGeom>
          <a:solidFill>
            <a:srgbClr val="E4D30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5CB65A2-F0D1-50E5-D300-FA692A08196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9900" y="5589587"/>
            <a:ext cx="1004887" cy="100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6BD6353-9C57-985F-CA0D-9FE168345B41}"/>
              </a:ext>
            </a:extLst>
          </p:cNvPr>
          <p:cNvSpPr txBox="1"/>
          <p:nvPr userDrawn="1"/>
        </p:nvSpPr>
        <p:spPr>
          <a:xfrm>
            <a:off x="821285" y="5987018"/>
            <a:ext cx="2398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>
                <a:solidFill>
                  <a:schemeClr val="bg1"/>
                </a:solidFill>
                <a:latin typeface="Monotype Corsiva" panose="03010101010201010101" pitchFamily="66" charset="0"/>
              </a:rPr>
              <a:t>Teuku Raja Irfan Radarma</a:t>
            </a:r>
          </a:p>
        </p:txBody>
      </p:sp>
    </p:spTree>
    <p:extLst>
      <p:ext uri="{BB962C8B-B14F-4D97-AF65-F5344CB8AC3E}">
        <p14:creationId xmlns:p14="http://schemas.microsoft.com/office/powerpoint/2010/main" val="506968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lose up of a person's eye">
            <a:extLst>
              <a:ext uri="{FF2B5EF4-FFF2-40B4-BE49-F238E27FC236}">
                <a16:creationId xmlns:a16="http://schemas.microsoft.com/office/drawing/2014/main" id="{7097E4FB-807E-8E70-4956-74A7B808D6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CB613F-A1B4-D3C7-25DC-8D05E3B77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5D33C7-84C4-AE72-483B-24AB2536C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3AD0E7-98AD-8F4A-8F09-61E3DF391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B0453B-D8CA-A3F8-13B2-F7A61DF82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fld id="{8A7409E4-D43D-4036-AE02-5131D818BD5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3A7DC0A-71C4-5E52-9E70-C5B7695D5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7985760" cy="38645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16101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rgbClr val="E4D3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Black and white 3D wave design">
            <a:extLst>
              <a:ext uri="{FF2B5EF4-FFF2-40B4-BE49-F238E27FC236}">
                <a16:creationId xmlns:a16="http://schemas.microsoft.com/office/drawing/2014/main" id="{3BEFDFC4-5A88-4EA9-1BBB-C17CD8718F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44" b="142"/>
          <a:stretch/>
        </p:blipFill>
        <p:spPr>
          <a:xfrm>
            <a:off x="0" y="-52"/>
            <a:ext cx="12192000" cy="685805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A9344-337A-6909-2D92-1C9349DCC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3074" y="1084469"/>
            <a:ext cx="5800725" cy="46772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C0B2564-55DA-FA4D-DBFE-A8A986B928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9900" y="5589587"/>
            <a:ext cx="1004887" cy="100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173B85BB-CF98-A57C-3915-986D51559C89}"/>
              </a:ext>
            </a:extLst>
          </p:cNvPr>
          <p:cNvSpPr/>
          <p:nvPr userDrawn="1"/>
        </p:nvSpPr>
        <p:spPr>
          <a:xfrm>
            <a:off x="791497" y="1084469"/>
            <a:ext cx="4259363" cy="4259363"/>
          </a:xfrm>
          <a:prstGeom prst="ellipse">
            <a:avLst/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>
                <a:latin typeface="Britannic Bold" panose="020B0903060703020204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7249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solidFill>
          <a:srgbClr val="E4D3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75" descr="Black and white 3D wave design">
            <a:extLst>
              <a:ext uri="{FF2B5EF4-FFF2-40B4-BE49-F238E27FC236}">
                <a16:creationId xmlns:a16="http://schemas.microsoft.com/office/drawing/2014/main" id="{7E189709-2B81-101F-AB9F-CDAD6BD8B7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44" b="142"/>
          <a:stretch/>
        </p:blipFill>
        <p:spPr>
          <a:xfrm>
            <a:off x="0" y="-52"/>
            <a:ext cx="12192000" cy="68580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BC7E75-7FE4-6D39-F18B-B1386AA76C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2880" y="528480"/>
            <a:ext cx="4820920" cy="13255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Class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A9344-337A-6909-2D92-1C9349DCC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2880" y="1854043"/>
            <a:ext cx="4820920" cy="4183063"/>
          </a:xfrm>
        </p:spPr>
        <p:txBody>
          <a:bodyPr>
            <a:noAutofit/>
          </a:bodyPr>
          <a:lstStyle>
            <a:lvl1pPr marL="233363" indent="-233363">
              <a:spcBef>
                <a:spcPts val="400"/>
              </a:spcBef>
              <a:buFont typeface="+mj-lt"/>
              <a:buAutoNum type="alphaUcPeriod"/>
              <a:defRPr sz="1200" b="0"/>
            </a:lvl1pPr>
          </a:lstStyle>
          <a:p>
            <a:pPr lvl="0"/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C0B2564-55DA-FA4D-DBFE-A8A986B928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168274"/>
            <a:ext cx="492759" cy="492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8048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alphaModFix amt="43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030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7E75-7FE4-6D39-F18B-B1386AA76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A9344-337A-6909-2D92-1C9349DCCE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1A638-2012-C8F7-B6C4-19C8D7A24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8A7409E4-D43D-4036-AE02-5131D818BD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4C1D878A-61B4-78B6-AAC0-3F588E250FB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6343496"/>
            <a:ext cx="390832" cy="390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61C4515-3840-A960-FE52-B3F6DE635CB7}"/>
              </a:ext>
            </a:extLst>
          </p:cNvPr>
          <p:cNvSpPr/>
          <p:nvPr userDrawn="1"/>
        </p:nvSpPr>
        <p:spPr>
          <a:xfrm>
            <a:off x="838200" y="6181930"/>
            <a:ext cx="10515600" cy="90795"/>
          </a:xfrm>
          <a:prstGeom prst="rect">
            <a:avLst/>
          </a:prstGeom>
          <a:solidFill>
            <a:srgbClr val="E4D30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F53667-E945-14D4-A90C-05D1E426649F}"/>
              </a:ext>
            </a:extLst>
          </p:cNvPr>
          <p:cNvSpPr txBox="1"/>
          <p:nvPr userDrawn="1"/>
        </p:nvSpPr>
        <p:spPr>
          <a:xfrm>
            <a:off x="1229032" y="6369635"/>
            <a:ext cx="11769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IS Auditing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C8BFCB-A454-9040-8DBF-4E9479BE3D05}"/>
              </a:ext>
            </a:extLst>
          </p:cNvPr>
          <p:cNvSpPr txBox="1"/>
          <p:nvPr userDrawn="1"/>
        </p:nvSpPr>
        <p:spPr>
          <a:xfrm>
            <a:off x="4038600" y="6382921"/>
            <a:ext cx="411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solidFill>
                  <a:schemeClr val="bg1">
                    <a:lumMod val="65000"/>
                  </a:schemeClr>
                </a:solidFill>
                <a:latin typeface="Monotype Corsiva" panose="03010101010201010101" pitchFamily="66" charset="0"/>
              </a:rPr>
              <a:t>Teuku Raja Irfan Radarma</a:t>
            </a:r>
          </a:p>
        </p:txBody>
      </p:sp>
    </p:spTree>
    <p:extLst>
      <p:ext uri="{BB962C8B-B14F-4D97-AF65-F5344CB8AC3E}">
        <p14:creationId xmlns:p14="http://schemas.microsoft.com/office/powerpoint/2010/main" val="4051033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n abstract circuit line pattern">
            <a:extLst>
              <a:ext uri="{FF2B5EF4-FFF2-40B4-BE49-F238E27FC236}">
                <a16:creationId xmlns:a16="http://schemas.microsoft.com/office/drawing/2014/main" id="{2E3B5FA6-2D9D-F25E-D8E6-3606BD33D9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90" r="13390"/>
          <a:stretch/>
        </p:blipFill>
        <p:spPr>
          <a:xfrm>
            <a:off x="4673600" y="12383"/>
            <a:ext cx="7530044" cy="6858000"/>
          </a:xfrm>
          <a:prstGeom prst="rect">
            <a:avLst/>
          </a:prstGeom>
        </p:spPr>
      </p:pic>
      <p:sp>
        <p:nvSpPr>
          <p:cNvPr id="9" name="Rectangle: Top Corners One Rounded and One Snipped 8">
            <a:extLst>
              <a:ext uri="{FF2B5EF4-FFF2-40B4-BE49-F238E27FC236}">
                <a16:creationId xmlns:a16="http://schemas.microsoft.com/office/drawing/2014/main" id="{FC9CD173-9628-4C1C-B2C0-F3C9483E2467}"/>
              </a:ext>
            </a:extLst>
          </p:cNvPr>
          <p:cNvSpPr/>
          <p:nvPr userDrawn="1"/>
        </p:nvSpPr>
        <p:spPr>
          <a:xfrm rot="5400000">
            <a:off x="647700" y="-647700"/>
            <a:ext cx="6858000" cy="815340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A4424C-1456-7F97-A7D5-3DFD9B8CD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3881"/>
            <a:ext cx="620268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8E1FD0-24D3-2D6F-5433-75B6F1C96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429000"/>
            <a:ext cx="620268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E4D304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5E53B8-72CD-0A6A-3B80-9F5393F6B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71FB3-C06E-7810-07B1-3767D5B97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8B63C4CD-A611-EAA3-45C7-78686547DDB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282407"/>
            <a:ext cx="1004887" cy="100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E527D52-8D29-D3D2-5F30-3F229C472DEE}"/>
              </a:ext>
            </a:extLst>
          </p:cNvPr>
          <p:cNvCxnSpPr>
            <a:endCxn id="9" idx="3"/>
          </p:cNvCxnSpPr>
          <p:nvPr userDrawn="1"/>
        </p:nvCxnSpPr>
        <p:spPr>
          <a:xfrm>
            <a:off x="8153400" y="0"/>
            <a:ext cx="0" cy="3429000"/>
          </a:xfrm>
          <a:prstGeom prst="line">
            <a:avLst/>
          </a:prstGeom>
          <a:ln w="57150">
            <a:solidFill>
              <a:srgbClr val="E4D30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0B7E5C7-ECC4-BCC4-E23E-CB22CCFC232D}"/>
              </a:ext>
            </a:extLst>
          </p:cNvPr>
          <p:cNvCxnSpPr>
            <a:cxnSpLocks/>
            <a:stCxn id="9" idx="3"/>
          </p:cNvCxnSpPr>
          <p:nvPr userDrawn="1"/>
        </p:nvCxnSpPr>
        <p:spPr>
          <a:xfrm flipH="1">
            <a:off x="4736592" y="3429000"/>
            <a:ext cx="3416808" cy="3429000"/>
          </a:xfrm>
          <a:prstGeom prst="line">
            <a:avLst/>
          </a:prstGeom>
          <a:ln w="57150">
            <a:solidFill>
              <a:srgbClr val="E4D30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6023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339DA-2C22-495A-2050-6632D4241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96BE6-213D-EF68-7FCB-613DB5BCFF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C32821-2212-FFB9-8249-88BDBE3D9C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D76F88-C5C8-264D-104C-A8C264A8D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CD97FB-8025-8A85-C4AA-B9128331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09E2AB-897E-B2A9-EB39-1CFF362F7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120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C6799-6B4B-00CC-0737-327765019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7FFA02-90BB-B2B5-F035-1C834F4769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B53401-9F40-AD3E-0626-D55823BF1A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0E4F6A-F81F-0E7F-8D54-856873A1D9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BA935B-D069-9460-4459-BF4D1D4932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6A9E23-9F18-ED1A-5DF1-9B0659DCB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11A36E-FBBF-9DCF-9938-2599539D8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5949C8-15FA-726E-9C27-0DC40D7CC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850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6EF09-B442-1926-2CD5-24B30BDBF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32F290-9AE9-8C71-BA7A-CE5ABDFDC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6E5225-F528-20C2-D92B-5FEE98536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C12FF7-F415-B014-9D3D-942DAC5CA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311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F4E34C-3DBB-E858-47C3-68A12A3B4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6EAC0A-8994-E667-28A8-BC08BB604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9ED37-C602-70E8-A682-FF5465E27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140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477C2-2768-98B0-D674-F152E5CF8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5BF90-F561-63B7-96CC-31B426784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A228BE-E891-B74B-F5EF-3894938C5B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E967D9-385F-34B4-C1A5-643B078A7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B2162B-4D97-B1C3-1432-88BFDEF81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B6EB3-DD1D-8098-2466-15E2FBB64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5413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A1925-552C-C9C0-0DE6-8B703D980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CC4691-06F7-2B6D-3ACF-957758B43E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9DB517-F705-71BB-6D17-355C2DE105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B9A284-8754-89F8-CE20-4D91029CC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510707-1F15-0831-432A-9385D550E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3C669E-DDDA-5194-C3B2-3EF6414B4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8173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80884-9102-FB05-B313-0DB1F3D81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DF3D2F-3ED5-D4AE-F6F9-0960478455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484E0E-2FA3-4E5B-3DDD-2C48307DA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BDE46-39C9-F262-C10D-C350FA96A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3D60A4-66C4-73A3-7158-2EA17C62A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4365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045FAA-2D37-9057-31D6-C08017EE92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9450B0-FC44-1EA2-4C6E-8D9B1D53D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3412B-7ECC-ACC1-4E68-267CC18E1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86721-00AB-0CC7-EF5F-03EE3AE5D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6E0BF-8927-53D7-5A80-AF7FAEC34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452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2080A8-208E-A677-1C33-0E1B94723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9B18EC-BA8C-2AAB-5F85-DCCDD612B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5ED497-36B7-7E15-015E-68D649EB9C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D94E0-D630-F30C-38E4-A05C88E3F1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CE704-8EE5-E145-606D-E803784D13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379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0" r:id="rId3"/>
    <p:sldLayoutId id="2147483662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4E5C2036-BD6E-3793-4543-1B984AA16F6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01" b="30401"/>
          <a:stretch/>
        </p:blipFill>
        <p:spPr>
          <a:xfrm>
            <a:off x="0" y="0"/>
            <a:ext cx="12192000" cy="318135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17BBDE0-3A4E-3EA2-60B0-F9756E3472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4375" y="3429000"/>
            <a:ext cx="10763250" cy="971551"/>
          </a:xfrm>
        </p:spPr>
        <p:txBody>
          <a:bodyPr/>
          <a:lstStyle/>
          <a:p>
            <a:r>
              <a:rPr lang="en-US" dirty="0"/>
              <a:t>IS Operations &amp; Business Resilience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FCC89D4-8169-77D5-D53F-1E998B469C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Information Systems Auditing</a:t>
            </a:r>
          </a:p>
          <a:p>
            <a:r>
              <a:rPr lang="en-US" dirty="0"/>
              <a:t>Class V</a:t>
            </a:r>
          </a:p>
        </p:txBody>
      </p:sp>
    </p:spTree>
    <p:extLst>
      <p:ext uri="{BB962C8B-B14F-4D97-AF65-F5344CB8AC3E}">
        <p14:creationId xmlns:p14="http://schemas.microsoft.com/office/powerpoint/2010/main" val="911610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52C04A-BCBB-9364-2819-8725E6696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Class Recap</a:t>
            </a:r>
          </a:p>
        </p:txBody>
      </p:sp>
    </p:spTree>
    <p:extLst>
      <p:ext uri="{BB962C8B-B14F-4D97-AF65-F5344CB8AC3E}">
        <p14:creationId xmlns:p14="http://schemas.microsoft.com/office/powerpoint/2010/main" val="2021974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7157F-D729-D43A-6721-923C7B238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5540" y="236651"/>
            <a:ext cx="4820920" cy="1325563"/>
          </a:xfrm>
        </p:spPr>
        <p:txBody>
          <a:bodyPr>
            <a:normAutofit/>
          </a:bodyPr>
          <a:lstStyle/>
          <a:p>
            <a:pPr algn="ctr"/>
            <a:r>
              <a:rPr lang="en-US" sz="4800"/>
              <a:t>Class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F5DB3-7A6F-EDD4-9F33-B3FF6161C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571" y="1682885"/>
            <a:ext cx="5473429" cy="4354221"/>
          </a:xfrm>
        </p:spPr>
        <p:txBody>
          <a:bodyPr/>
          <a:lstStyle/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IT Governance: Concept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IT Governance: Audit Program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IS Acquisition and Development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IS Implementation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b="1" dirty="0"/>
              <a:t>IS Operation &amp; Business Resilience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Protection of Information Assets I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Protection of Information Assets II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Mid-Term Exam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C09DF7A-9B78-AB11-FA80-26BA72C3D29B}"/>
              </a:ext>
            </a:extLst>
          </p:cNvPr>
          <p:cNvSpPr txBox="1">
            <a:spLocks/>
          </p:cNvSpPr>
          <p:nvPr/>
        </p:nvSpPr>
        <p:spPr>
          <a:xfrm>
            <a:off x="6459167" y="1682885"/>
            <a:ext cx="5340483" cy="43542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33363" indent="-233363" algn="l" defTabSz="914400" rtl="0" eaLnBrk="1" latinLnBrk="0" hangingPunct="1">
              <a:lnSpc>
                <a:spcPct val="90000"/>
              </a:lnSpc>
              <a:spcBef>
                <a:spcPts val="400"/>
              </a:spcBef>
              <a:buFont typeface="+mj-lt"/>
              <a:buAutoNum type="alphaUcPeriod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/>
              <a:t>Basic of Data Analysis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/>
              <a:t>Risk and Control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/>
              <a:t>Parallel Simulation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/>
              <a:t>Analytics and Sampling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/>
              <a:t>Substantive Testing: Sales Cycle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/>
              <a:t>Substantive Testing: Expenditure Cycle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/>
              <a:t>Audit Report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/>
              <a:t>Final Exam</a:t>
            </a:r>
          </a:p>
        </p:txBody>
      </p:sp>
    </p:spTree>
    <p:extLst>
      <p:ext uri="{BB962C8B-B14F-4D97-AF65-F5344CB8AC3E}">
        <p14:creationId xmlns:p14="http://schemas.microsoft.com/office/powerpoint/2010/main" val="4030995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F06DC-C82D-49A7-49E8-24B02235C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Covered So Far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F17E5-AD4D-CEBE-F9C3-691B02449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5845"/>
            <a:ext cx="10515600" cy="4351338"/>
          </a:xfrm>
        </p:spPr>
        <p:txBody>
          <a:bodyPr>
            <a:normAutofit/>
          </a:bodyPr>
          <a:lstStyle/>
          <a:p>
            <a:r>
              <a:rPr lang="en-US" sz="2000" dirty="0"/>
              <a:t>IT Governance in concept</a:t>
            </a:r>
          </a:p>
          <a:p>
            <a:r>
              <a:rPr lang="en-US" sz="2000" dirty="0"/>
              <a:t>IT Governance through COBIT 2019 standard</a:t>
            </a:r>
          </a:p>
          <a:p>
            <a:r>
              <a:rPr lang="en-US" sz="2000" dirty="0"/>
              <a:t>Using COBIT 2019 as a criteria for IT Governance Audit</a:t>
            </a:r>
          </a:p>
          <a:p>
            <a:r>
              <a:rPr lang="en-US" sz="2000" dirty="0"/>
              <a:t>How Systems are Acquired &amp; Developed</a:t>
            </a:r>
          </a:p>
          <a:p>
            <a:r>
              <a:rPr lang="en-US" sz="2000" dirty="0"/>
              <a:t>How Systems are Implemented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DACEAD-C5C5-7B9B-5D94-3516EDDB6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1C4826-0D9F-82A9-71DC-D0E6749679B2}"/>
              </a:ext>
            </a:extLst>
          </p:cNvPr>
          <p:cNvSpPr txBox="1"/>
          <p:nvPr/>
        </p:nvSpPr>
        <p:spPr>
          <a:xfrm>
            <a:off x="838200" y="3965858"/>
            <a:ext cx="8475590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Remember, the first half of this class will cover domains in CISA Review, as follows: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IS Auditing Process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IT Governance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IS Acquisition, Development, and Implementation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IS Operations and Business Resilience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Protection of Information and Assets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1726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61678-8156-B5D7-6985-8F8C864E2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3854"/>
            <a:ext cx="10515600" cy="809494"/>
          </a:xfrm>
        </p:spPr>
        <p:txBody>
          <a:bodyPr/>
          <a:lstStyle/>
          <a:p>
            <a:r>
              <a:rPr lang="en-US" dirty="0"/>
              <a:t>My Reflection on Your Reflection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43A71-550D-6448-8070-817ACA416D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28912"/>
            <a:ext cx="4810760" cy="36274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The quiz pressure</a:t>
            </a:r>
          </a:p>
          <a:p>
            <a:pPr>
              <a:lnSpc>
                <a:spcPct val="100000"/>
              </a:lnSpc>
            </a:pPr>
            <a:r>
              <a:rPr lang="en-US" dirty="0"/>
              <a:t>Full passive class</a:t>
            </a:r>
          </a:p>
          <a:p>
            <a:pPr>
              <a:lnSpc>
                <a:spcPct val="100000"/>
              </a:lnSpc>
            </a:pPr>
            <a:r>
              <a:rPr lang="en-US" dirty="0"/>
              <a:t>Difficult material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42707D-EB6F-11F8-2A06-4E76D4C1D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1026" name="Picture 2" descr="Dislike ">
            <a:extLst>
              <a:ext uri="{FF2B5EF4-FFF2-40B4-BE49-F238E27FC236}">
                <a16:creationId xmlns:a16="http://schemas.microsoft.com/office/drawing/2014/main" id="{55DB5A7C-A521-9696-7F65-AAAAA4BAF7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0100" y="1758473"/>
            <a:ext cx="802640" cy="802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E20E4F0-4D3A-6CA7-7577-3DA235ADE5AA}"/>
              </a:ext>
            </a:extLst>
          </p:cNvPr>
          <p:cNvSpPr txBox="1">
            <a:spLocks/>
          </p:cNvSpPr>
          <p:nvPr/>
        </p:nvSpPr>
        <p:spPr>
          <a:xfrm>
            <a:off x="6365240" y="2728912"/>
            <a:ext cx="4810760" cy="3627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dirty="0"/>
              <a:t>Quiz methods</a:t>
            </a:r>
          </a:p>
          <a:p>
            <a:pPr>
              <a:lnSpc>
                <a:spcPct val="100000"/>
              </a:lnSpc>
            </a:pPr>
            <a:r>
              <a:rPr lang="en-US" dirty="0"/>
              <a:t>Diverse media</a:t>
            </a:r>
          </a:p>
          <a:p>
            <a:pPr>
              <a:lnSpc>
                <a:spcPct val="100000"/>
              </a:lnSpc>
            </a:pPr>
            <a:r>
              <a:rPr lang="en-US" dirty="0"/>
              <a:t>Interactive</a:t>
            </a:r>
          </a:p>
        </p:txBody>
      </p:sp>
      <p:pic>
        <p:nvPicPr>
          <p:cNvPr id="1028" name="Picture 4" descr="Thumb up ">
            <a:extLst>
              <a:ext uri="{FF2B5EF4-FFF2-40B4-BE49-F238E27FC236}">
                <a16:creationId xmlns:a16="http://schemas.microsoft.com/office/drawing/2014/main" id="{2ACC2D15-EAB3-DA53-4106-A05CC40533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4559" y="1758473"/>
            <a:ext cx="883602" cy="883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4562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079CBE2-7ADF-23F1-83BE-26DF183A5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Intro: Why This Topic Matters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IS Operations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Business Resilience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Auditor Responsibilities</a:t>
            </a:r>
          </a:p>
        </p:txBody>
      </p:sp>
    </p:spTree>
    <p:extLst>
      <p:ext uri="{BB962C8B-B14F-4D97-AF65-F5344CB8AC3E}">
        <p14:creationId xmlns:p14="http://schemas.microsoft.com/office/powerpoint/2010/main" val="3835074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58052-05B2-9F29-B874-84F80A24B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Intro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136815-6D1A-2136-FEB7-5B68FA9A3B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#operations #continuity #resilience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457204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00FB1-AD2B-E6F8-1603-D88FD4A83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6D067-0DEF-89F5-6E46-BE6B22269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6475"/>
          </a:xfrm>
        </p:spPr>
        <p:txBody>
          <a:bodyPr/>
          <a:lstStyle/>
          <a:p>
            <a:r>
              <a:rPr lang="en-US" dirty="0"/>
              <a:t>Let’s Try Something Different (again)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DB71AE-33E4-9E15-0A6F-E03C5EDCA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29DE3E-496B-9922-A3F0-81A8F47CC5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4448"/>
            <a:ext cx="9850120" cy="9102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Today's session involves a graded group activity. Please follow these guidelines closely: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5A1CD0B-CE5B-C5EF-DAC0-82BC9CB95A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1833796"/>
              </p:ext>
            </p:extLst>
          </p:nvPr>
        </p:nvGraphicFramePr>
        <p:xfrm>
          <a:off x="838200" y="2300923"/>
          <a:ext cx="10144760" cy="3744216"/>
        </p:xfrm>
        <a:graphic>
          <a:graphicData uri="http://schemas.openxmlformats.org/drawingml/2006/table">
            <a:tbl>
              <a:tblPr/>
              <a:tblGrid>
                <a:gridCol w="2738120">
                  <a:extLst>
                    <a:ext uri="{9D8B030D-6E8A-4147-A177-3AD203B41FA5}">
                      <a16:colId xmlns:a16="http://schemas.microsoft.com/office/drawing/2014/main" val="2878004617"/>
                    </a:ext>
                  </a:extLst>
                </a:gridCol>
                <a:gridCol w="7406640">
                  <a:extLst>
                    <a:ext uri="{9D8B030D-6E8A-4147-A177-3AD203B41FA5}">
                      <a16:colId xmlns:a16="http://schemas.microsoft.com/office/drawing/2014/main" val="2249419355"/>
                    </a:ext>
                  </a:extLst>
                </a:gridCol>
              </a:tblGrid>
              <a:tr h="41056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Detail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87027" marR="87027" marT="58018" marB="5801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Instruction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87027" marR="87027" marT="58018" marB="5801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021067"/>
                  </a:ext>
                </a:extLst>
              </a:tr>
              <a:tr h="41056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Form Groups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87027" marR="87027" marT="58018" marB="5801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Organize yourselves into small groups of 4 to 5 people each.</a:t>
                      </a:r>
                    </a:p>
                  </a:txBody>
                  <a:tcPr marL="87027" marR="87027" marT="58018" marB="5801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9709243"/>
                  </a:ext>
                </a:extLst>
              </a:tr>
              <a:tr h="70792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Individual Submission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87027" marR="87027" marT="58018" marB="5801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You must individually answer the questions using the Wayground platform. Ensure you have a steady internet connection.</a:t>
                      </a:r>
                    </a:p>
                  </a:txBody>
                  <a:tcPr marL="87027" marR="87027" marT="58018" marB="5801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9130821"/>
                  </a:ext>
                </a:extLst>
              </a:tr>
              <a:tr h="70792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Discussion Rule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87027" marR="87027" marT="58018" marB="5801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0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You are permitted to discuss the questions and solutions only with members of your current group.</a:t>
                      </a:r>
                    </a:p>
                  </a:txBody>
                  <a:tcPr marL="87027" marR="87027" marT="58018" marB="5801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2265150"/>
                  </a:ext>
                </a:extLst>
              </a:tr>
              <a:tr h="70792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Scoring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87027" marR="87027" marT="58018" marB="5801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0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Points are awarded based on both correctness and speed. A higher score is given to those who answer accurately and quickly.</a:t>
                      </a:r>
                    </a:p>
                  </a:txBody>
                  <a:tcPr marL="87027" marR="87027" marT="58018" marB="5801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9474061"/>
                  </a:ext>
                </a:extLst>
              </a:tr>
              <a:tr h="70792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Impact on Grade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87027" marR="87027" marT="58018" marB="5801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0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The average score of your group will be calculated and counted as a component of your overall activity score for this course.</a:t>
                      </a:r>
                    </a:p>
                  </a:txBody>
                  <a:tcPr marL="87027" marR="87027" marT="58018" marB="5801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84341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25163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8BB0B-48FE-E595-D31F-A31513617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A9029-72F1-B231-A6B0-88EE51340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6475"/>
          </a:xfrm>
        </p:spPr>
        <p:txBody>
          <a:bodyPr/>
          <a:lstStyle/>
          <a:p>
            <a:r>
              <a:rPr lang="en-US" dirty="0"/>
              <a:t>Rule of the Game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5F15B5-3482-923B-70B7-9D495E80C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A2D968-234E-ABE1-0163-FEB5356268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7360"/>
            <a:ext cx="10073640" cy="2946400"/>
          </a:xfrm>
        </p:spPr>
        <p:txBody>
          <a:bodyPr>
            <a:normAutofit/>
          </a:bodyPr>
          <a:lstStyle/>
          <a:p>
            <a:r>
              <a:rPr lang="en-US" sz="2400" dirty="0"/>
              <a:t>You can use AI in this class, EXCEPT to answer the questions given</a:t>
            </a:r>
          </a:p>
          <a:p>
            <a:r>
              <a:rPr lang="en-US" sz="2400" dirty="0"/>
              <a:t>You can use CISA Review Manual and/or this class slides to find the answer</a:t>
            </a:r>
          </a:p>
          <a:p>
            <a:r>
              <a:rPr lang="en-US" sz="2400" dirty="0"/>
              <a:t>This is only fun with fairness</a:t>
            </a:r>
          </a:p>
          <a:p>
            <a:r>
              <a:rPr lang="en-US" sz="2400" dirty="0"/>
              <a:t>So, please do not lie</a:t>
            </a:r>
          </a:p>
        </p:txBody>
      </p:sp>
    </p:spTree>
    <p:extLst>
      <p:ext uri="{BB962C8B-B14F-4D97-AF65-F5344CB8AC3E}">
        <p14:creationId xmlns:p14="http://schemas.microsoft.com/office/powerpoint/2010/main" val="20952669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4F4B2-EF10-9104-E5A9-EEB1FA85F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00D52-5DBE-D06D-4464-EF338D01B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84045"/>
            <a:ext cx="10515600" cy="1544955"/>
          </a:xfrm>
        </p:spPr>
        <p:txBody>
          <a:bodyPr>
            <a:normAutofit fontScale="90000"/>
          </a:bodyPr>
          <a:lstStyle/>
          <a:p>
            <a:r>
              <a:rPr lang="pt-BR" dirty="0"/>
              <a:t>a + b = 100</a:t>
            </a:r>
            <a:br>
              <a:rPr lang="pt-BR" dirty="0"/>
            </a:br>
            <a:r>
              <a:rPr lang="pt-BR" dirty="0"/>
              <a:t>a/b = 4</a:t>
            </a:r>
            <a:br>
              <a:rPr lang="pt-BR" dirty="0"/>
            </a:br>
            <a:r>
              <a:rPr lang="pt-BR" dirty="0"/>
              <a:t>a = 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D2D7FE-E991-BB08-9084-6D787895A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FA086B-17AF-A43E-D991-13DE676C11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79520"/>
            <a:ext cx="2087880" cy="2271836"/>
          </a:xfrm>
        </p:spPr>
        <p:txBody>
          <a:bodyPr/>
          <a:lstStyle/>
          <a:p>
            <a:pPr marL="514350" indent="-514350">
              <a:buFont typeface="+mj-lt"/>
              <a:buAutoNum type="alphaUcPeriod"/>
            </a:pPr>
            <a:r>
              <a:rPr lang="en-US" dirty="0"/>
              <a:t>1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2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3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4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A218A0D-4BDF-87B7-0107-2250550E2914}"/>
              </a:ext>
            </a:extLst>
          </p:cNvPr>
          <p:cNvSpPr txBox="1">
            <a:spLocks/>
          </p:cNvSpPr>
          <p:nvPr/>
        </p:nvSpPr>
        <p:spPr>
          <a:xfrm>
            <a:off x="838200" y="156211"/>
            <a:ext cx="10515600" cy="9918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Trial Question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DF8439C3-2DE4-BD5A-73BE-FEC69A0D81CB}"/>
              </a:ext>
            </a:extLst>
          </p:cNvPr>
          <p:cNvSpPr txBox="1">
            <a:spLocks/>
          </p:cNvSpPr>
          <p:nvPr/>
        </p:nvSpPr>
        <p:spPr>
          <a:xfrm>
            <a:off x="4892040" y="3429000"/>
            <a:ext cx="5704840" cy="21519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Next questions will be related to Domain 4.</a:t>
            </a:r>
          </a:p>
          <a:p>
            <a:pPr marL="0" indent="0">
              <a:buNone/>
            </a:pPr>
            <a:r>
              <a:rPr lang="en-US" dirty="0"/>
              <a:t>But you won't know when and where the question will pop up</a:t>
            </a:r>
          </a:p>
        </p:txBody>
      </p:sp>
    </p:spTree>
    <p:extLst>
      <p:ext uri="{BB962C8B-B14F-4D97-AF65-F5344CB8AC3E}">
        <p14:creationId xmlns:p14="http://schemas.microsoft.com/office/powerpoint/2010/main" val="9225882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9DD37-A529-C0FC-5CA8-591ADC5F0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28654"/>
          </a:xfrm>
        </p:spPr>
        <p:txBody>
          <a:bodyPr>
            <a:normAutofit/>
          </a:bodyPr>
          <a:lstStyle/>
          <a:p>
            <a:r>
              <a:rPr lang="en-US" dirty="0"/>
              <a:t>What is it about?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BF9B3F-1891-0D88-A0F9-6164A522F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007249-6724-8E38-EC48-6E0C4748BD12}"/>
              </a:ext>
            </a:extLst>
          </p:cNvPr>
          <p:cNvSpPr txBox="1"/>
          <p:nvPr/>
        </p:nvSpPr>
        <p:spPr>
          <a:xfrm>
            <a:off x="838200" y="1293780"/>
            <a:ext cx="1051559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This chapter explains how an organization keeps its IT running every day</a:t>
            </a:r>
            <a:br>
              <a:rPr lang="en-US" sz="2400" dirty="0"/>
            </a:br>
            <a:r>
              <a:rPr lang="en-US" sz="2400" dirty="0"/>
              <a:t>and how it continues running when things go wrong.</a:t>
            </a:r>
          </a:p>
          <a:p>
            <a:endParaRPr lang="en-US" sz="2400" dirty="0"/>
          </a:p>
          <a:p>
            <a:r>
              <a:rPr lang="en-US" sz="2400" dirty="0"/>
              <a:t>In simple terms: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IS Operations = keeping the lights 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Business Resilience = making sure the lights come back on if they ever go out</a:t>
            </a:r>
          </a:p>
          <a:p>
            <a:endParaRPr lang="en-US" sz="2400" dirty="0"/>
          </a:p>
          <a:p>
            <a:r>
              <a:rPr lang="en-US" sz="2400" dirty="0"/>
              <a:t>CISA wants us to understand two big ideas: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Operations must be controlled so systems run correctly and reliably.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The business must stay alive even when disrupted—disaster, outage, or failure.</a:t>
            </a:r>
          </a:p>
        </p:txBody>
      </p:sp>
    </p:spTree>
    <p:extLst>
      <p:ext uri="{BB962C8B-B14F-4D97-AF65-F5344CB8AC3E}">
        <p14:creationId xmlns:p14="http://schemas.microsoft.com/office/powerpoint/2010/main" val="30514515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B064F-3523-260F-D5EC-2DBED5058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04DA2-4008-E351-CEE8-31BD3B9DC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4090"/>
          </a:xfrm>
        </p:spPr>
        <p:txBody>
          <a:bodyPr/>
          <a:lstStyle/>
          <a:p>
            <a:r>
              <a:rPr lang="en-US" dirty="0"/>
              <a:t>Why It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E2BB4-0C99-4A5A-63A6-F98A68A6F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9215"/>
            <a:ext cx="10515600" cy="4877747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/>
              <a:t>This chapter connects with last week’s topic on </a:t>
            </a:r>
            <a:r>
              <a:rPr lang="en-US" b="1" dirty="0"/>
              <a:t>risk &amp; control</a:t>
            </a:r>
            <a:r>
              <a:rPr lang="en-US" dirty="0"/>
              <a:t>:</a:t>
            </a:r>
          </a:p>
          <a:p>
            <a:pPr>
              <a:lnSpc>
                <a:spcPct val="120000"/>
              </a:lnSpc>
            </a:pPr>
            <a:r>
              <a:rPr lang="en-US" dirty="0"/>
              <a:t>If operational controls are weak, operational risks increase.</a:t>
            </a:r>
          </a:p>
          <a:p>
            <a:pPr>
              <a:lnSpc>
                <a:spcPct val="120000"/>
              </a:lnSpc>
            </a:pPr>
            <a:r>
              <a:rPr lang="en-US" dirty="0"/>
              <a:t>If resilience planning is weak, downtime becomes catastrophic.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5CFAE7-6BF9-8599-8041-D6E708AC0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5133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B064F-3523-260F-D5EC-2DBED5058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04DA2-4008-E351-CEE8-31BD3B9DC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4090"/>
          </a:xfrm>
        </p:spPr>
        <p:txBody>
          <a:bodyPr/>
          <a:lstStyle/>
          <a:p>
            <a:r>
              <a:rPr lang="en-US" dirty="0"/>
              <a:t>Normal Conditions → “Daily Life”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E2BB4-0C99-4A5A-63A6-F98A68A6F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9215"/>
            <a:ext cx="10515600" cy="487774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How IT works day-to-day: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Processing jobs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Managing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Handling incidents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Making changes safely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Keeping systems available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Analogy:</a:t>
            </a:r>
          </a:p>
          <a:p>
            <a:pPr marL="0" indent="0">
              <a:buNone/>
            </a:pPr>
            <a:r>
              <a:rPr lang="en-US" dirty="0"/>
              <a:t>the “daily kitchen routine”—everything must be organized, controlled, and consistent to produce the same quality every day.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5CFAE7-6BF9-8599-8041-D6E708AC0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2974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B064F-3523-260F-D5EC-2DBED5058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04DA2-4008-E351-CEE8-31BD3B9DC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4090"/>
          </a:xfrm>
        </p:spPr>
        <p:txBody>
          <a:bodyPr/>
          <a:lstStyle/>
          <a:p>
            <a:r>
              <a:rPr lang="en-US" dirty="0"/>
              <a:t>Abnormal Conditions → “Emergency Mode”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E2BB4-0C99-4A5A-63A6-F98A68A6F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9215"/>
            <a:ext cx="10515600" cy="48777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How the organization survives disruptions: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Disaster recovery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Backup &amp; restore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Continuity planning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Crisis management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Analogy:</a:t>
            </a:r>
          </a:p>
          <a:p>
            <a:pPr marL="0" indent="0">
              <a:buNone/>
            </a:pPr>
            <a:r>
              <a:rPr lang="en-US" dirty="0"/>
              <a:t>the “emergency plan” when the kitchen catches fire but the restaurant still needs to serve customers.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5CFAE7-6BF9-8599-8041-D6E708AC0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4782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B064F-3523-260F-D5EC-2DBED5058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04DA2-4008-E351-CEE8-31BD3B9DC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4090"/>
          </a:xfrm>
        </p:spPr>
        <p:txBody>
          <a:bodyPr/>
          <a:lstStyle/>
          <a:p>
            <a:r>
              <a:rPr lang="en-US" dirty="0"/>
              <a:t>Auditor’s Concern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E2BB4-0C99-4A5A-63A6-F98A68A6F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9215"/>
            <a:ext cx="10515600" cy="48777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IS </a:t>
            </a:r>
            <a:r>
              <a:rPr lang="en-US" dirty="0"/>
              <a:t>auditors must know:</a:t>
            </a:r>
          </a:p>
          <a:p>
            <a:r>
              <a:rPr lang="en-US" dirty="0"/>
              <a:t>which controls should exist in operations</a:t>
            </a:r>
          </a:p>
          <a:p>
            <a:r>
              <a:rPr lang="en-US" dirty="0"/>
              <a:t>how incidents and changes should be managed</a:t>
            </a:r>
          </a:p>
          <a:p>
            <a:r>
              <a:rPr lang="en-US" dirty="0"/>
              <a:t>what backup and restore evidence looks like</a:t>
            </a:r>
          </a:p>
          <a:p>
            <a:r>
              <a:rPr lang="en-US" dirty="0"/>
              <a:t>how to assess BCP/DRP completeness</a:t>
            </a:r>
          </a:p>
          <a:p>
            <a:r>
              <a:rPr lang="en-US" dirty="0"/>
              <a:t>whether recovery strategies meet business needs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5CFAE7-6BF9-8599-8041-D6E708AC0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1499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115F9-9E79-8495-BA7F-581A2D610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1BB63-4350-72A4-F5A6-7BC05C8AC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D" dirty="0"/>
              <a:t>IS Operations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AE108-9E44-567B-9E8A-3F62785A81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#goingWell</a:t>
            </a:r>
          </a:p>
        </p:txBody>
      </p:sp>
    </p:spTree>
    <p:extLst>
      <p:ext uri="{BB962C8B-B14F-4D97-AF65-F5344CB8AC3E}">
        <p14:creationId xmlns:p14="http://schemas.microsoft.com/office/powerpoint/2010/main" val="624137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5681A-45A2-7128-DE7A-C52014C27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CISA Focus Areas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B95FC5-DEF0-1FD8-7D7D-13351CCE7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0CA8178-C5D9-B7AC-2EB9-8CAE37EAAF27}"/>
              </a:ext>
            </a:extLst>
          </p:cNvPr>
          <p:cNvSpPr txBox="1">
            <a:spLocks/>
          </p:cNvSpPr>
          <p:nvPr/>
        </p:nvSpPr>
        <p:spPr>
          <a:xfrm>
            <a:off x="807721" y="1604328"/>
            <a:ext cx="10043160" cy="42796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US" sz="3200" dirty="0"/>
              <a:t>Data Input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Processing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Output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Job scheduling &amp; workload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Incident &amp; problem management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Change &amp; configuration management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Backup &amp; Restore</a:t>
            </a:r>
          </a:p>
        </p:txBody>
      </p:sp>
    </p:spTree>
    <p:extLst>
      <p:ext uri="{BB962C8B-B14F-4D97-AF65-F5344CB8AC3E}">
        <p14:creationId xmlns:p14="http://schemas.microsoft.com/office/powerpoint/2010/main" val="10442762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5681A-45A2-7128-DE7A-C52014C27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Controls (Before Processing)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B95FC5-DEF0-1FD8-7D7D-13351CCE7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0CA8178-C5D9-B7AC-2EB9-8CAE37EAAF27}"/>
              </a:ext>
            </a:extLst>
          </p:cNvPr>
          <p:cNvSpPr txBox="1">
            <a:spLocks/>
          </p:cNvSpPr>
          <p:nvPr/>
        </p:nvSpPr>
        <p:spPr>
          <a:xfrm>
            <a:off x="807721" y="1604328"/>
            <a:ext cx="10043160" cy="427963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Ensure only valid, authorized, complete data enters the system.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2400" dirty="0"/>
              <a:t>Types of controls: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Validation rules (format, range, completeness)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Edit checks (check digits, matching fields)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Authorization for batch uploads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Pre-numbered forms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Online field checks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2400" dirty="0"/>
              <a:t>Why auditors care:</a:t>
            </a:r>
          </a:p>
          <a:p>
            <a:pPr marL="0" indent="0">
              <a:buNone/>
            </a:pPr>
            <a:r>
              <a:rPr lang="en-US" sz="2400" dirty="0"/>
              <a:t>Bad input = bad output, regardless of how perfect the system is.</a:t>
            </a:r>
          </a:p>
        </p:txBody>
      </p:sp>
    </p:spTree>
    <p:extLst>
      <p:ext uri="{BB962C8B-B14F-4D97-AF65-F5344CB8AC3E}">
        <p14:creationId xmlns:p14="http://schemas.microsoft.com/office/powerpoint/2010/main" val="11814820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5681A-45A2-7128-DE7A-C52014C27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0671"/>
            <a:ext cx="10515600" cy="812938"/>
          </a:xfrm>
        </p:spPr>
        <p:txBody>
          <a:bodyPr/>
          <a:lstStyle/>
          <a:p>
            <a:r>
              <a:rPr lang="en-US" dirty="0"/>
              <a:t>Output Controls (After Processing)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B95FC5-DEF0-1FD8-7D7D-13351CCE7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0CA8178-C5D9-B7AC-2EB9-8CAE37EAAF27}"/>
              </a:ext>
            </a:extLst>
          </p:cNvPr>
          <p:cNvSpPr txBox="1">
            <a:spLocks/>
          </p:cNvSpPr>
          <p:nvPr/>
        </p:nvSpPr>
        <p:spPr>
          <a:xfrm>
            <a:off x="807721" y="1152939"/>
            <a:ext cx="10264470" cy="484035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Ensure output is accurate, delivered correctly, and protected.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CISA-related controls: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Distribution lists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Secure report access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Reconciliation to input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Review by authorized users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Logging who received what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Why auditors care:</a:t>
            </a:r>
            <a:br>
              <a:rPr lang="en-US" sz="2400" dirty="0"/>
            </a:br>
            <a:r>
              <a:rPr lang="en-US" sz="2400" dirty="0"/>
              <a:t>A perfect process still fails if output goes to the wrong person or is misunderstood.</a:t>
            </a:r>
          </a:p>
        </p:txBody>
      </p:sp>
    </p:spTree>
    <p:extLst>
      <p:ext uri="{BB962C8B-B14F-4D97-AF65-F5344CB8AC3E}">
        <p14:creationId xmlns:p14="http://schemas.microsoft.com/office/powerpoint/2010/main" val="9360693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5681A-45A2-7128-DE7A-C52014C27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0671"/>
            <a:ext cx="10515600" cy="812938"/>
          </a:xfrm>
        </p:spPr>
        <p:txBody>
          <a:bodyPr/>
          <a:lstStyle/>
          <a:p>
            <a:r>
              <a:rPr lang="en-US" dirty="0"/>
              <a:t>Job Scheduling &amp; Workload Management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B95FC5-DEF0-1FD8-7D7D-13351CCE7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0CA8178-C5D9-B7AC-2EB9-8CAE37EAAF27}"/>
              </a:ext>
            </a:extLst>
          </p:cNvPr>
          <p:cNvSpPr txBox="1">
            <a:spLocks/>
          </p:cNvSpPr>
          <p:nvPr/>
        </p:nvSpPr>
        <p:spPr>
          <a:xfrm>
            <a:off x="807721" y="1152939"/>
            <a:ext cx="10264470" cy="4840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Ensure all IT jobs run in the correct sequence, on time, and without resource conflict.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2000" dirty="0"/>
              <a:t>CISA areas to cover: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Scheduling tools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Prioritizing critical jobs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Managing dependencies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Monitoring failed jobs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Documented restart procedures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Capacity &amp; performance oversight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2000" dirty="0"/>
              <a:t>Analogy:</a:t>
            </a:r>
          </a:p>
          <a:p>
            <a:pPr marL="0" indent="0">
              <a:buNone/>
            </a:pPr>
            <a:r>
              <a:rPr lang="en-US" sz="2000" dirty="0"/>
              <a:t>Like airport runway scheduling—wrong order causes delays everywhere.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0559C9A-BE42-4C35-95AA-DC906034AE3C}"/>
              </a:ext>
            </a:extLst>
          </p:cNvPr>
          <p:cNvSpPr/>
          <p:nvPr/>
        </p:nvSpPr>
        <p:spPr>
          <a:xfrm>
            <a:off x="6798364" y="2812773"/>
            <a:ext cx="4094922" cy="152068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Auditor focus:</a:t>
            </a: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Evidence of monitoring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Logs of failed/restarted jobs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Proper handling of peak workload</a:t>
            </a:r>
          </a:p>
        </p:txBody>
      </p:sp>
    </p:spTree>
    <p:extLst>
      <p:ext uri="{BB962C8B-B14F-4D97-AF65-F5344CB8AC3E}">
        <p14:creationId xmlns:p14="http://schemas.microsoft.com/office/powerpoint/2010/main" val="1612048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5681A-45A2-7128-DE7A-C52014C27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0671"/>
            <a:ext cx="10515600" cy="812938"/>
          </a:xfrm>
        </p:spPr>
        <p:txBody>
          <a:bodyPr/>
          <a:lstStyle/>
          <a:p>
            <a:r>
              <a:rPr lang="en-US" dirty="0"/>
              <a:t>Incident Management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B95FC5-DEF0-1FD8-7D7D-13351CCE7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0CA8178-C5D9-B7AC-2EB9-8CAE37EAAF27}"/>
              </a:ext>
            </a:extLst>
          </p:cNvPr>
          <p:cNvSpPr txBox="1">
            <a:spLocks/>
          </p:cNvSpPr>
          <p:nvPr/>
        </p:nvSpPr>
        <p:spPr>
          <a:xfrm>
            <a:off x="807721" y="1152939"/>
            <a:ext cx="10264470" cy="4840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Ensure changes are controlled, tested, approved, and traceable.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CISA-required components: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Change request form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Impact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Testing in non-prod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Approval workflow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Scheduling in maintenance window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Backout/rollback plan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Documentation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Segregation of duties (developer ≠ deployer)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A243F9-E1DF-4C05-90B3-570E1929D85F}"/>
              </a:ext>
            </a:extLst>
          </p:cNvPr>
          <p:cNvSpPr/>
          <p:nvPr/>
        </p:nvSpPr>
        <p:spPr>
          <a:xfrm>
            <a:off x="6798364" y="2812773"/>
            <a:ext cx="4094922" cy="189837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Auditor focus: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Check sample changes for: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Approval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test evidence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Logs</a:t>
            </a: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tx1"/>
                </a:solidFill>
              </a:rPr>
              <a:t>SoD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123598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5681A-45A2-7128-DE7A-C52014C27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0671"/>
            <a:ext cx="10515600" cy="812938"/>
          </a:xfrm>
        </p:spPr>
        <p:txBody>
          <a:bodyPr/>
          <a:lstStyle/>
          <a:p>
            <a:r>
              <a:rPr lang="en-US" dirty="0"/>
              <a:t>Configuration Management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B95FC5-DEF0-1FD8-7D7D-13351CCE7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0CA8178-C5D9-B7AC-2EB9-8CAE37EAAF27}"/>
              </a:ext>
            </a:extLst>
          </p:cNvPr>
          <p:cNvSpPr txBox="1">
            <a:spLocks/>
          </p:cNvSpPr>
          <p:nvPr/>
        </p:nvSpPr>
        <p:spPr>
          <a:xfrm>
            <a:off x="807721" y="1152939"/>
            <a:ext cx="10264470" cy="4840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Keep track of what exists in the environment (systems, versions, hardware).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CISA elements: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CMDB (Configuration Management Database)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Baseline configurations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Version control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Patch levels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Hardware/software inventories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Mapping dependencies between components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Analogy:</a:t>
            </a:r>
          </a:p>
          <a:p>
            <a:pPr marL="0" indent="0">
              <a:buNone/>
            </a:pPr>
            <a:r>
              <a:rPr lang="en-US" sz="2000" dirty="0"/>
              <a:t>CMDB = the inventory list of an entire IT “warehouse”.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A243F9-E1DF-4C05-90B3-570E1929D85F}"/>
              </a:ext>
            </a:extLst>
          </p:cNvPr>
          <p:cNvSpPr/>
          <p:nvPr/>
        </p:nvSpPr>
        <p:spPr>
          <a:xfrm>
            <a:off x="6977269" y="2711036"/>
            <a:ext cx="4094922" cy="141370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Auditor focus: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Compare CMDB vs actual environment → identify mismatches.</a:t>
            </a:r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05847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5681A-45A2-7128-DE7A-C52014C27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0671"/>
            <a:ext cx="10515600" cy="812938"/>
          </a:xfrm>
        </p:spPr>
        <p:txBody>
          <a:bodyPr/>
          <a:lstStyle/>
          <a:p>
            <a:r>
              <a:rPr lang="en-US" dirty="0"/>
              <a:t>Backup &amp; Restore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B95FC5-DEF0-1FD8-7D7D-13351CCE7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0CA8178-C5D9-B7AC-2EB9-8CAE37EAAF27}"/>
              </a:ext>
            </a:extLst>
          </p:cNvPr>
          <p:cNvSpPr txBox="1">
            <a:spLocks/>
          </p:cNvSpPr>
          <p:nvPr/>
        </p:nvSpPr>
        <p:spPr>
          <a:xfrm>
            <a:off x="807721" y="1152939"/>
            <a:ext cx="10264470" cy="4840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Keep track of what exists in the environment (systems, versions, hardware).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CISA priorities: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Backup frequency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Backup type (full, incremental, differential)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Storage (on-site, off-site, cloud)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Encryption &amp; access control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Retention policy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Restore testing (most crucial!)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Analogy:</a:t>
            </a:r>
          </a:p>
          <a:p>
            <a:pPr marL="0" indent="0">
              <a:buNone/>
            </a:pPr>
            <a:r>
              <a:rPr lang="en-US" sz="1800" dirty="0"/>
              <a:t>Backup = insurance | Restore test = claiming insurance to confirm it actually works.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A243F9-E1DF-4C05-90B3-570E1929D85F}"/>
              </a:ext>
            </a:extLst>
          </p:cNvPr>
          <p:cNvSpPr/>
          <p:nvPr/>
        </p:nvSpPr>
        <p:spPr>
          <a:xfrm>
            <a:off x="6977269" y="2711036"/>
            <a:ext cx="4094922" cy="141370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Auditor focus:</a:t>
            </a: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Evidence of backup success logs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Evidence of restore tests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Alignment with RPO/RTO</a:t>
            </a:r>
          </a:p>
        </p:txBody>
      </p:sp>
    </p:spTree>
    <p:extLst>
      <p:ext uri="{BB962C8B-B14F-4D97-AF65-F5344CB8AC3E}">
        <p14:creationId xmlns:p14="http://schemas.microsoft.com/office/powerpoint/2010/main" val="37371754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115F9-9E79-8495-BA7F-581A2D610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1BB63-4350-72A4-F5A6-7BC05C8AC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D" dirty="0"/>
              <a:t>Business Resilience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AE108-9E44-567B-9E8A-3F62785A81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#continuity #recovery #disruption #resilience</a:t>
            </a:r>
          </a:p>
        </p:txBody>
      </p:sp>
    </p:spTree>
    <p:extLst>
      <p:ext uri="{BB962C8B-B14F-4D97-AF65-F5344CB8AC3E}">
        <p14:creationId xmlns:p14="http://schemas.microsoft.com/office/powerpoint/2010/main" val="226477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57AE5-4A1C-42E0-AC63-04F1CDA68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Business Resilience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C1E5D-0F8C-4F47-840D-0F134E6457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Organizations rely heavily on technology → downtime = financial loss, compliance risk, reputation damage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Threats increasing: cyberattacks, system failures, human errors, natural disasters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IS auditors ensure plans exist, controls work, and management can recover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Aligns with CISA domains on availability, continuity, and risk mitigation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B2B41E-6D2A-4D1D-A2C6-E9BE7CB33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7784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57AE5-4A1C-42E0-AC63-04F1CDA68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2475"/>
          </a:xfrm>
        </p:spPr>
        <p:txBody>
          <a:bodyPr/>
          <a:lstStyle/>
          <a:p>
            <a:r>
              <a:rPr lang="en-US" dirty="0"/>
              <a:t>Business Continuity (BC)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C1E5D-0F8C-4F47-840D-0F134E645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0480"/>
            <a:ext cx="10515600" cy="48764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Focus: </a:t>
            </a:r>
            <a:r>
              <a:rPr lang="en-US" sz="2400" b="1" dirty="0"/>
              <a:t>Maintaining critical business functions during a disruption.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Key Questions: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What processes must continue at all costs?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How quickly must they recover?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What resources do they rely on?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Analogy:</a:t>
            </a:r>
          </a:p>
          <a:p>
            <a:pPr marL="0" indent="0">
              <a:buNone/>
            </a:pPr>
            <a:r>
              <a:rPr lang="en-US" sz="2400" dirty="0"/>
              <a:t>If your house loses electricity, BC is your generator keeping the essentials alive.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B2B41E-6D2A-4D1D-A2C6-E9BE7CB33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8531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57AE5-4A1C-42E0-AC63-04F1CDA68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2795"/>
          </a:xfrm>
        </p:spPr>
        <p:txBody>
          <a:bodyPr/>
          <a:lstStyle/>
          <a:p>
            <a:r>
              <a:rPr lang="en-US" dirty="0"/>
              <a:t>Disaster Recovery (DR)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C1E5D-0F8C-4F47-840D-0F134E645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0801"/>
            <a:ext cx="10515600" cy="44704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/>
              <a:t>Focus: </a:t>
            </a:r>
            <a:r>
              <a:rPr lang="en-US" sz="2400" b="1" dirty="0"/>
              <a:t>Recovering IT systems, data, and infrastructure</a:t>
            </a:r>
            <a:r>
              <a:rPr lang="en-US" sz="2400" dirty="0"/>
              <a:t> after a major incident.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Includes: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Backup strategy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Alternate processing sites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Restoration procedures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Failover and failback operations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Analogy:</a:t>
            </a:r>
          </a:p>
          <a:p>
            <a:pPr marL="0" indent="0">
              <a:buNone/>
            </a:pPr>
            <a:r>
              <a:rPr lang="en-US" sz="2400" dirty="0"/>
              <a:t>If BC is the generator, DR is the electrician fixing the entire power system.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B2B41E-6D2A-4D1D-A2C6-E9BE7CB33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8516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57AE5-4A1C-42E0-AC63-04F1CDA68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4075"/>
          </a:xfrm>
        </p:spPr>
        <p:txBody>
          <a:bodyPr/>
          <a:lstStyle/>
          <a:p>
            <a:r>
              <a:rPr lang="en-US" dirty="0"/>
              <a:t>IT Service Continuity (ITSC)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C1E5D-0F8C-4F47-840D-0F134E645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2881"/>
            <a:ext cx="10515600" cy="449072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/>
              <a:t>Focus: Ensure </a:t>
            </a:r>
            <a:r>
              <a:rPr lang="en-US" sz="2400" b="1" dirty="0"/>
              <a:t>IT services</a:t>
            </a:r>
            <a:r>
              <a:rPr lang="en-US" sz="2400" dirty="0"/>
              <a:t> remain available or restored within acceptable time.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CISA Emphasis: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Integration with business priorities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Alignment with service-level agreements (SLA)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IT capabilities must match business recovery requirements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Analogy:</a:t>
            </a:r>
          </a:p>
          <a:p>
            <a:pPr marL="0" indent="0">
              <a:buNone/>
            </a:pPr>
            <a:r>
              <a:rPr lang="en-US" sz="2400" dirty="0"/>
              <a:t>Like ensuring your phone network stays up even when one tower goes down — rerouting keeps service alive.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B2B41E-6D2A-4D1D-A2C6-E9BE7CB33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527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57AE5-4A1C-42E0-AC63-04F1CDA68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4715"/>
          </a:xfrm>
        </p:spPr>
        <p:txBody>
          <a:bodyPr/>
          <a:lstStyle/>
          <a:p>
            <a:r>
              <a:rPr lang="en-US" dirty="0"/>
              <a:t>Business Impact Analysis (BIA)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C1E5D-0F8C-4F47-840D-0F134E6457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BIA identifies: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Critical processes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Dependencies (people, tech, data, vendors)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Impact of downtime (financial, operational, reputational)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Recovery requirements (RTO, RPO, etc.)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B2B41E-6D2A-4D1D-A2C6-E9BE7CB33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5361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470FC-FD9F-43F8-A198-C1DADB570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RTO, RPO, WRT, MTD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67195-B756-4233-A31B-CCAA3B489B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These four terms come from Business Impact Analysis (BIA) and help determine how quickly an organization must recover from a disruption.</a:t>
            </a:r>
          </a:p>
          <a:p>
            <a:r>
              <a:rPr lang="en-US" dirty="0"/>
              <a:t>Recovery Time Objective</a:t>
            </a:r>
          </a:p>
          <a:p>
            <a:r>
              <a:rPr lang="en-US" dirty="0"/>
              <a:t>Recovery Point Objective</a:t>
            </a:r>
          </a:p>
          <a:p>
            <a:r>
              <a:rPr lang="en-US" dirty="0"/>
              <a:t>Work Recovery Time</a:t>
            </a:r>
          </a:p>
          <a:p>
            <a:r>
              <a:rPr lang="en-US" dirty="0"/>
              <a:t>Maximum Tolerable Downtime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A402DE-5609-4EE4-BCB7-39521C38B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7971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470FC-FD9F-43F8-A198-C1DADB570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97753"/>
          </a:xfrm>
        </p:spPr>
        <p:txBody>
          <a:bodyPr/>
          <a:lstStyle/>
          <a:p>
            <a:r>
              <a:rPr lang="en-US" dirty="0"/>
              <a:t>RTO, RPO, WRT, MTD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9A9A885E-1D54-4ED5-A6EB-A2A326BEA10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083365"/>
          <a:ext cx="10515597" cy="4302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9870">
                  <a:extLst>
                    <a:ext uri="{9D8B030D-6E8A-4147-A177-3AD203B41FA5}">
                      <a16:colId xmlns:a16="http://schemas.microsoft.com/office/drawing/2014/main" val="1719159246"/>
                    </a:ext>
                  </a:extLst>
                </a:gridCol>
                <a:gridCol w="4234069">
                  <a:extLst>
                    <a:ext uri="{9D8B030D-6E8A-4147-A177-3AD203B41FA5}">
                      <a16:colId xmlns:a16="http://schemas.microsoft.com/office/drawing/2014/main" val="686499479"/>
                    </a:ext>
                  </a:extLst>
                </a:gridCol>
                <a:gridCol w="5171658">
                  <a:extLst>
                    <a:ext uri="{9D8B030D-6E8A-4147-A177-3AD203B41FA5}">
                      <a16:colId xmlns:a16="http://schemas.microsoft.com/office/drawing/2014/main" val="39969849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Definition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Analogy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8037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/>
                        <a:t>RTO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The maximum acceptable time a system or process can be down before it seriously harms the business.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If your phone breaks during the day, RTO is the maximum time you can survive without your phone before work/life becomes unmanageable.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0674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/>
                        <a:t>RPO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The maximum acceptable amount of data loss, measured in time.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If your phone fails, RPO is how far back the last backup is—1 day? 1 hour? 10 seconds?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039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/>
                        <a:t>WRT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The time needed after systems are back online to validate, restore, reconfigure, and resume normal business operations.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Your phone turns back on after repair (RTO achieved), but you still need time to reinstall apps, log in, restore contacts, and set it up.</a:t>
                      </a:r>
                      <a:br>
                        <a:rPr lang="en-US" b="0" dirty="0"/>
                      </a:br>
                      <a:r>
                        <a:rPr lang="en-US" b="0" dirty="0"/>
                        <a:t>That setup time = WRT.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04787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/>
                        <a:t>MTD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The total maximum time the business process can be unavailable before the consequences become unacceptable (financial, regulatory, safety, etc.)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You can live without your phone for a total of 8 hours before it truly disrupts your life.</a:t>
                      </a:r>
                      <a:br>
                        <a:rPr lang="en-US" b="0" dirty="0"/>
                      </a:br>
                      <a:r>
                        <a:rPr lang="en-US" b="0" dirty="0"/>
                        <a:t>That 8 hours = MTD.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330115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A402DE-5609-4EE4-BCB7-39521C38B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4540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470FC-FD9F-43F8-A198-C1DADB570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97753"/>
          </a:xfrm>
        </p:spPr>
        <p:txBody>
          <a:bodyPr/>
          <a:lstStyle/>
          <a:p>
            <a:r>
              <a:rPr lang="en-US" dirty="0"/>
              <a:t>RTO, RPO, WRT, MTD - </a:t>
            </a:r>
            <a:r>
              <a:rPr lang="en-US" dirty="0" err="1"/>
              <a:t>Ilustration</a:t>
            </a:r>
            <a:endParaRPr lang="en-US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9A9A885E-1D54-4ED5-A6EB-A2A326BEA10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428131"/>
          <a:ext cx="10515597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9870">
                  <a:extLst>
                    <a:ext uri="{9D8B030D-6E8A-4147-A177-3AD203B41FA5}">
                      <a16:colId xmlns:a16="http://schemas.microsoft.com/office/drawing/2014/main" val="1719159246"/>
                    </a:ext>
                  </a:extLst>
                </a:gridCol>
                <a:gridCol w="4234069">
                  <a:extLst>
                    <a:ext uri="{9D8B030D-6E8A-4147-A177-3AD203B41FA5}">
                      <a16:colId xmlns:a16="http://schemas.microsoft.com/office/drawing/2014/main" val="686499479"/>
                    </a:ext>
                  </a:extLst>
                </a:gridCol>
                <a:gridCol w="5171658">
                  <a:extLst>
                    <a:ext uri="{9D8B030D-6E8A-4147-A177-3AD203B41FA5}">
                      <a16:colId xmlns:a16="http://schemas.microsoft.com/office/drawing/2014/main" val="39969849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Concept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8037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RPO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How much data loss is acceptable?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RPO = 2 hours → data up to 07:00 must be safe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0674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RTO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How fast IT must restore the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RTO = 4 hours → system must be up by 13:00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3039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WRT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Time for business to resume fully after IT recovery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WRT = 2 hours → ready by 15:00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04787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MTD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Total downtime allowed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MTD = 6 hours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330115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A402DE-5609-4EE4-BCB7-39521C38B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19F6C8-03D3-4E11-AC75-642F4B156AE7}"/>
              </a:ext>
            </a:extLst>
          </p:cNvPr>
          <p:cNvSpPr txBox="1"/>
          <p:nvPr/>
        </p:nvSpPr>
        <p:spPr>
          <a:xfrm>
            <a:off x="838200" y="934278"/>
            <a:ext cx="60976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Imagine a system goes down at 09:00 AM.</a:t>
            </a:r>
          </a:p>
        </p:txBody>
      </p:sp>
      <p:pic>
        <p:nvPicPr>
          <p:cNvPr id="5122" name="Picture 2" descr="How to calculate RTO and reduce downtime with Nakivo • Nolabnoparty">
            <a:extLst>
              <a:ext uri="{FF2B5EF4-FFF2-40B4-BE49-F238E27FC236}">
                <a16:creationId xmlns:a16="http://schemas.microsoft.com/office/drawing/2014/main" id="{08278919-809E-44B1-BFB6-C539D9A118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7629" y="3645314"/>
            <a:ext cx="7336737" cy="2445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90644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7A596-ECB3-4E4A-A4CA-A700AB45B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4555"/>
          </a:xfrm>
        </p:spPr>
        <p:txBody>
          <a:bodyPr/>
          <a:lstStyle/>
          <a:p>
            <a:r>
              <a:rPr lang="en-US" dirty="0"/>
              <a:t>Preventive Strategies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E99276-8AFE-4202-908F-F6A1AA365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33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8C97E8C-2943-2A73-540D-CC40C68442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4150382"/>
              </p:ext>
            </p:extLst>
          </p:nvPr>
        </p:nvGraphicFramePr>
        <p:xfrm>
          <a:off x="838200" y="1320800"/>
          <a:ext cx="10246359" cy="4551678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2717800">
                  <a:extLst>
                    <a:ext uri="{9D8B030D-6E8A-4147-A177-3AD203B41FA5}">
                      <a16:colId xmlns:a16="http://schemas.microsoft.com/office/drawing/2014/main" val="3980115229"/>
                    </a:ext>
                  </a:extLst>
                </a:gridCol>
                <a:gridCol w="4013200">
                  <a:extLst>
                    <a:ext uri="{9D8B030D-6E8A-4147-A177-3AD203B41FA5}">
                      <a16:colId xmlns:a16="http://schemas.microsoft.com/office/drawing/2014/main" val="266889760"/>
                    </a:ext>
                  </a:extLst>
                </a:gridCol>
                <a:gridCol w="3515359">
                  <a:extLst>
                    <a:ext uri="{9D8B030D-6E8A-4147-A177-3AD203B41FA5}">
                      <a16:colId xmlns:a16="http://schemas.microsoft.com/office/drawing/2014/main" val="3850413937"/>
                    </a:ext>
                  </a:extLst>
                </a:gridCol>
              </a:tblGrid>
              <a:tr h="3367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Preventive Strategy</a:t>
                      </a:r>
                      <a:endParaRPr lang="en-US" sz="1600"/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Brief Explanation</a:t>
                      </a:r>
                      <a:endParaRPr lang="en-US" sz="1600" dirty="0"/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Example</a:t>
                      </a:r>
                      <a:endParaRPr lang="en-US" sz="1600" dirty="0"/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699962412"/>
                  </a:ext>
                </a:extLst>
              </a:tr>
              <a:tr h="8429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Redundant Systems</a:t>
                      </a:r>
                      <a:endParaRPr lang="en-US" sz="1600"/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Duplicate critical components so if one fails, another takes over.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Using two database servers in a cluster so service continues if one crashes.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2910488560"/>
                  </a:ext>
                </a:extLst>
              </a:tr>
              <a:tr h="8429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UPS and Generators</a:t>
                      </a:r>
                      <a:endParaRPr lang="en-US" sz="1600"/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Provide backup power to keep systems running during power outages.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 data center switches to UPS instantly, then to generators within minutes.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945892847"/>
                  </a:ext>
                </a:extLst>
              </a:tr>
              <a:tr h="8429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Network Failover</a:t>
                      </a:r>
                      <a:endParaRPr lang="en-US" sz="1600"/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Automatic switch to an alternate network path or ISP when primary link fails.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Internet traffic reroutes to a backup link when the main ISP goes down.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1961730375"/>
                  </a:ext>
                </a:extLst>
              </a:tr>
              <a:tr h="8429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Hardening Infrastructure</a:t>
                      </a:r>
                      <a:endParaRPr lang="en-US" sz="1600"/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Strengthening systems to reduce vulnerabilities or failures.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Disabling unused ports/services, applying secure configs, enforcing strong access controls.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1747512657"/>
                  </a:ext>
                </a:extLst>
              </a:tr>
              <a:tr h="8429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Patch Management</a:t>
                      </a:r>
                      <a:endParaRPr lang="en-US" sz="1600"/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Regularly updating systems to fix known security and stability issues.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Applying OS and application patches monthly to prevent exploits or software crashes.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17474747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70963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7A596-ECB3-4E4A-A4CA-A700AB45B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6475"/>
          </a:xfrm>
        </p:spPr>
        <p:txBody>
          <a:bodyPr/>
          <a:lstStyle/>
          <a:p>
            <a:r>
              <a:rPr lang="en-US" dirty="0"/>
              <a:t>Detective Strategies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E99276-8AFE-4202-908F-F6A1AA365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34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2D026EF-6C2D-2A5D-B02C-4D3DFB907F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1675306"/>
              </p:ext>
            </p:extLst>
          </p:nvPr>
        </p:nvGraphicFramePr>
        <p:xfrm>
          <a:off x="838200" y="1371600"/>
          <a:ext cx="10515600" cy="4342448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92197272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40973345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016869915"/>
                    </a:ext>
                  </a:extLst>
                </a:gridCol>
              </a:tblGrid>
              <a:tr h="3947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Detective Strategy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Brief Explanation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Example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7334729"/>
                  </a:ext>
                </a:extLst>
              </a:tr>
              <a:tr h="986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Monitoring Tools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Systems that continuously watch performance, availability, and health of IT components.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 monitoring dashboard alerts when CPU usage spikes or a server stops responding.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0309871"/>
                  </a:ext>
                </a:extLst>
              </a:tr>
              <a:tr h="986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Intrusion Detection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Tools that detect suspicious or malicious activity in networks or systems.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IDS detects unusual traffic patterns indicating a potential attack.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5444806"/>
                  </a:ext>
                </a:extLst>
              </a:tr>
              <a:tr h="986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Log Analysis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Reviewing system, application, or security logs to spot anomalies or issues.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Automated log analyzer flags repeated failed login attempts.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0195200"/>
                  </a:ext>
                </a:extLst>
              </a:tr>
              <a:tr h="986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Alerting Mechanisms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Notifications triggered when predefined thresholds or events occur.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SMS/email alerts sent to admins when the database server goes down.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68108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72028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7A596-ECB3-4E4A-A4CA-A700AB45B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Corrective / Recovery Strategies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9F484-2983-40A2-9133-CDC649B2B8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Enable recovery after incident: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Backups (full, incremental, differential)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Replication (synchronous, asynchronous)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Alternate sites (hot, warm, cold)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Cloud disaster recovery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Manual workarounds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E99276-8AFE-4202-908F-F6A1AA365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7069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DE60E-CCD2-4E8A-05B1-75306D75C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FA9D0-381F-DF43-CB2B-5659BE695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Backup Strategies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7A0C02-F2D3-2E2F-AA53-F15BD27DD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36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DD7F61C-ABF9-7552-4699-3A061C48EC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3149758"/>
              </p:ext>
            </p:extLst>
          </p:nvPr>
        </p:nvGraphicFramePr>
        <p:xfrm>
          <a:off x="838200" y="1690688"/>
          <a:ext cx="10515600" cy="3657600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99696145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50455385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80377826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34799538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4909843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Backup Type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What It Does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Advantages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Limitations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Simple Example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8899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Full Backup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Copies all data every time.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Easiest to restore; complete copy.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Slow; uses most storage.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Full backup done every Sunday.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10658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Incremental Backup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Backs up only data changed since the last backup (full or incremental).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Fastest, least storage.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Restore requires the full + all incrementals; slower recovery.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Daily incremental after Sunday full.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4404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Differential Backup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Backs up all data changed since the last full backup.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Faster restore than incremental (need only full + latest differential).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Larger storage than incremental; grows each day.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Wednesday differential includes all changes since Sunday.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09095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98169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FE44D-7BCC-C022-ED84-0C2C478A0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ACD8B7-71A8-3461-64C6-808C2271B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37</a:t>
            </a:fld>
            <a:endParaRPr lang="en-US"/>
          </a:p>
        </p:txBody>
      </p:sp>
      <p:pic>
        <p:nvPicPr>
          <p:cNvPr id="7170" name="Picture 2" descr="full-differential-incremental">
            <a:extLst>
              <a:ext uri="{FF2B5EF4-FFF2-40B4-BE49-F238E27FC236}">
                <a16:creationId xmlns:a16="http://schemas.microsoft.com/office/drawing/2014/main" id="{92B54721-8F66-BE9B-889A-7D0F2C3B68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1333" y="136525"/>
            <a:ext cx="5197992" cy="5934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AC6473C-85C9-04D8-9CC4-38537C9CB130}"/>
              </a:ext>
            </a:extLst>
          </p:cNvPr>
          <p:cNvSpPr txBox="1"/>
          <p:nvPr/>
        </p:nvSpPr>
        <p:spPr>
          <a:xfrm>
            <a:off x="7273664" y="4429324"/>
            <a:ext cx="426182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Source:</a:t>
            </a:r>
            <a:br>
              <a:rPr lang="en-US" dirty="0"/>
            </a:br>
            <a:r>
              <a:rPr lang="en-US" dirty="0"/>
              <a:t>https://www.spanning.com/blog/types-of-backup-understanding-full-differential-incremental-backup/</a:t>
            </a:r>
          </a:p>
        </p:txBody>
      </p:sp>
    </p:spTree>
    <p:extLst>
      <p:ext uri="{BB962C8B-B14F-4D97-AF65-F5344CB8AC3E}">
        <p14:creationId xmlns:p14="http://schemas.microsoft.com/office/powerpoint/2010/main" val="14341657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31E80-42C5-8BDB-F1EA-913C5A4D6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BA617-361C-077E-4B46-74B78835D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5675"/>
          </a:xfrm>
        </p:spPr>
        <p:txBody>
          <a:bodyPr/>
          <a:lstStyle/>
          <a:p>
            <a:r>
              <a:rPr lang="en-US" dirty="0"/>
              <a:t>Replication Types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219740-49BC-2DB1-6DF0-178040038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38</a:t>
            </a:fld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6034CC6-CA21-E1BC-CCE6-74B6D0F0B8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4683722"/>
              </p:ext>
            </p:extLst>
          </p:nvPr>
        </p:nvGraphicFramePr>
        <p:xfrm>
          <a:off x="883461" y="1685748"/>
          <a:ext cx="10470339" cy="3486503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094068">
                  <a:extLst>
                    <a:ext uri="{9D8B030D-6E8A-4147-A177-3AD203B41FA5}">
                      <a16:colId xmlns:a16="http://schemas.microsoft.com/office/drawing/2014/main" val="458584809"/>
                    </a:ext>
                  </a:extLst>
                </a:gridCol>
                <a:gridCol w="2424865">
                  <a:extLst>
                    <a:ext uri="{9D8B030D-6E8A-4147-A177-3AD203B41FA5}">
                      <a16:colId xmlns:a16="http://schemas.microsoft.com/office/drawing/2014/main" val="4050079120"/>
                    </a:ext>
                  </a:extLst>
                </a:gridCol>
                <a:gridCol w="1763270">
                  <a:extLst>
                    <a:ext uri="{9D8B030D-6E8A-4147-A177-3AD203B41FA5}">
                      <a16:colId xmlns:a16="http://schemas.microsoft.com/office/drawing/2014/main" val="1703573948"/>
                    </a:ext>
                  </a:extLst>
                </a:gridCol>
                <a:gridCol w="2094068">
                  <a:extLst>
                    <a:ext uri="{9D8B030D-6E8A-4147-A177-3AD203B41FA5}">
                      <a16:colId xmlns:a16="http://schemas.microsoft.com/office/drawing/2014/main" val="1403402850"/>
                    </a:ext>
                  </a:extLst>
                </a:gridCol>
                <a:gridCol w="2094068">
                  <a:extLst>
                    <a:ext uri="{9D8B030D-6E8A-4147-A177-3AD203B41FA5}">
                      <a16:colId xmlns:a16="http://schemas.microsoft.com/office/drawing/2014/main" val="2475955307"/>
                    </a:ext>
                  </a:extLst>
                </a:gridCol>
              </a:tblGrid>
              <a:tr h="5374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Replication Type</a:t>
                      </a:r>
                      <a:endParaRPr lang="en-US" sz="1800"/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How It Works</a:t>
                      </a:r>
                      <a:endParaRPr lang="en-US" sz="1800"/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Recovery Speed</a:t>
                      </a:r>
                      <a:endParaRPr lang="en-US" sz="1800" dirty="0"/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RPO Impact</a:t>
                      </a:r>
                      <a:endParaRPr lang="en-US" sz="1800"/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Example</a:t>
                      </a:r>
                      <a:endParaRPr lang="en-US" sz="1800"/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1863423816"/>
                  </a:ext>
                </a:extLst>
              </a:tr>
              <a:tr h="17357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Synchronous Replication</a:t>
                      </a:r>
                      <a:endParaRPr lang="en-US" sz="1800"/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Data is written to primary and replica at the same time; transaction completes only after both succeed.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Fastest; almost immediate failover.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Near-zero data loss.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Banking systems requiring no transaction loss.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2785071154"/>
                  </a:ext>
                </a:extLst>
              </a:tr>
              <a:tr h="11106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Asynchronous Replication</a:t>
                      </a:r>
                      <a:endParaRPr lang="en-US" sz="1800"/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Primary writes first, then sends data to replica with a delay.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Fast, but with slight lag.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Some data loss possible (seconds to minutes).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DR site updated every few seconds for a retail system.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8168300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62283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0AC8C-48EF-86A5-7F0F-87C037642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0CC5C-FAB6-F926-3EE2-FF438EA41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5675"/>
          </a:xfrm>
        </p:spPr>
        <p:txBody>
          <a:bodyPr/>
          <a:lstStyle/>
          <a:p>
            <a:r>
              <a:rPr lang="en-US" dirty="0"/>
              <a:t>Replication Types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ED5AA8-70DF-3B46-B9C5-1EEFB22F1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39</a:t>
            </a:fld>
            <a:endParaRPr lang="en-US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5EB1834C-9D9D-AA97-AF93-7BA12B17E9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259" y="1395095"/>
            <a:ext cx="7730341" cy="4101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8CD5D9F-DCAA-B9F7-A9A4-F136A7A025F1}"/>
              </a:ext>
            </a:extLst>
          </p:cNvPr>
          <p:cNvSpPr txBox="1"/>
          <p:nvPr/>
        </p:nvSpPr>
        <p:spPr>
          <a:xfrm>
            <a:off x="8919584" y="4368364"/>
            <a:ext cx="27432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Source:</a:t>
            </a:r>
            <a:br>
              <a:rPr lang="en-US" dirty="0"/>
            </a:br>
            <a:r>
              <a:rPr lang="en-US" dirty="0"/>
              <a:t>https://figures.semanticscholar.org/5e21d4fb70e4b6bcc8c84e9384d5e35c9496d6f5/2-Figure1-1.png</a:t>
            </a:r>
          </a:p>
        </p:txBody>
      </p:sp>
    </p:spTree>
    <p:extLst>
      <p:ext uri="{BB962C8B-B14F-4D97-AF65-F5344CB8AC3E}">
        <p14:creationId xmlns:p14="http://schemas.microsoft.com/office/powerpoint/2010/main" val="42509598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81015-601A-C7CA-A12E-6AC8A886E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A83A5-2E77-B65F-9B68-4959AB394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5675"/>
          </a:xfrm>
        </p:spPr>
        <p:txBody>
          <a:bodyPr/>
          <a:lstStyle/>
          <a:p>
            <a:r>
              <a:rPr lang="en-US" dirty="0"/>
              <a:t>Alternate Sites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EB4646-5D8D-8146-7570-85F2193A2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40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B0B3945-B82E-B1AB-3FA1-53662FA69C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3280606"/>
              </p:ext>
            </p:extLst>
          </p:nvPr>
        </p:nvGraphicFramePr>
        <p:xfrm>
          <a:off x="924560" y="1555709"/>
          <a:ext cx="10139682" cy="374658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290320">
                  <a:extLst>
                    <a:ext uri="{9D8B030D-6E8A-4147-A177-3AD203B41FA5}">
                      <a16:colId xmlns:a16="http://schemas.microsoft.com/office/drawing/2014/main" val="2604739924"/>
                    </a:ext>
                  </a:extLst>
                </a:gridCol>
                <a:gridCol w="2397760">
                  <a:extLst>
                    <a:ext uri="{9D8B030D-6E8A-4147-A177-3AD203B41FA5}">
                      <a16:colId xmlns:a16="http://schemas.microsoft.com/office/drawing/2014/main" val="1389256920"/>
                    </a:ext>
                  </a:extLst>
                </a:gridCol>
                <a:gridCol w="1381761">
                  <a:extLst>
                    <a:ext uri="{9D8B030D-6E8A-4147-A177-3AD203B41FA5}">
                      <a16:colId xmlns:a16="http://schemas.microsoft.com/office/drawing/2014/main" val="4232068873"/>
                    </a:ext>
                  </a:extLst>
                </a:gridCol>
                <a:gridCol w="1229359">
                  <a:extLst>
                    <a:ext uri="{9D8B030D-6E8A-4147-A177-3AD203B41FA5}">
                      <a16:colId xmlns:a16="http://schemas.microsoft.com/office/drawing/2014/main" val="3307345726"/>
                    </a:ext>
                  </a:extLst>
                </a:gridCol>
                <a:gridCol w="2150535">
                  <a:extLst>
                    <a:ext uri="{9D8B030D-6E8A-4147-A177-3AD203B41FA5}">
                      <a16:colId xmlns:a16="http://schemas.microsoft.com/office/drawing/2014/main" val="3573840672"/>
                    </a:ext>
                  </a:extLst>
                </a:gridCol>
                <a:gridCol w="1689947">
                  <a:extLst>
                    <a:ext uri="{9D8B030D-6E8A-4147-A177-3AD203B41FA5}">
                      <a16:colId xmlns:a16="http://schemas.microsoft.com/office/drawing/2014/main" val="3408867781"/>
                    </a:ext>
                  </a:extLst>
                </a:gridCol>
              </a:tblGrid>
              <a:tr h="501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Alternate Site Type</a:t>
                      </a:r>
                      <a:endParaRPr lang="en-US" sz="1600"/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What It Provides</a:t>
                      </a:r>
                      <a:endParaRPr lang="en-US" sz="1600"/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Recovery Time</a:t>
                      </a:r>
                      <a:endParaRPr lang="en-US" sz="1600"/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Cost</a:t>
                      </a:r>
                      <a:endParaRPr lang="en-US" sz="1600"/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Key Characteristics</a:t>
                      </a:r>
                      <a:endParaRPr lang="en-US" sz="1600"/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Example</a:t>
                      </a:r>
                      <a:endParaRPr lang="en-US" sz="1600"/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2559251300"/>
                  </a:ext>
                </a:extLst>
              </a:tr>
              <a:tr h="7580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Hot Site</a:t>
                      </a:r>
                      <a:endParaRPr lang="en-US" sz="1600"/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Fully equipped facility with hardware, network, near-real-time data.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Hours or less.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High.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Ready to operate immediately; supports critical systems.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Financial institution failover center.</a:t>
                      </a:r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1646285811"/>
                  </a:ext>
                </a:extLst>
              </a:tr>
              <a:tr h="11650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Warm Site</a:t>
                      </a:r>
                      <a:endParaRPr lang="en-US" sz="1600"/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Partially equipped site with hardware and connectivity, but requires setup and data restoration.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Hours to days.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Moderate.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Some configuration needed after activation.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Insurance company with pre-installed servers but no live data.</a:t>
                      </a:r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3415299819"/>
                  </a:ext>
                </a:extLst>
              </a:tr>
              <a:tr h="11133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Cold Site</a:t>
                      </a:r>
                      <a:endParaRPr lang="en-US" sz="1600"/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Empty facility with power and basic environment; no equipment installed.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Days to weeks.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Low.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Requires bringing hardware, installing systems, restoring data.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Government office with rental space reserved for emergencies.</a:t>
                      </a:r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42700324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070022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7A596-ECB3-4E4A-A4CA-A700AB45B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3115"/>
          </a:xfrm>
        </p:spPr>
        <p:txBody>
          <a:bodyPr/>
          <a:lstStyle/>
          <a:p>
            <a:r>
              <a:rPr lang="en-US" dirty="0"/>
              <a:t>Types of BCP/DRP Tests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E99276-8AFE-4202-908F-F6A1AA365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41</a:t>
            </a:fld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3B22190-3100-DFDC-8D83-269210CCB9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5276292"/>
              </p:ext>
            </p:extLst>
          </p:nvPr>
        </p:nvGraphicFramePr>
        <p:xfrm>
          <a:off x="1026160" y="1330961"/>
          <a:ext cx="10058400" cy="4490403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524505">
                  <a:extLst>
                    <a:ext uri="{9D8B030D-6E8A-4147-A177-3AD203B41FA5}">
                      <a16:colId xmlns:a16="http://schemas.microsoft.com/office/drawing/2014/main" val="1534055319"/>
                    </a:ext>
                  </a:extLst>
                </a:gridCol>
                <a:gridCol w="4181095">
                  <a:extLst>
                    <a:ext uri="{9D8B030D-6E8A-4147-A177-3AD203B41FA5}">
                      <a16:colId xmlns:a16="http://schemas.microsoft.com/office/drawing/2014/main" val="3593891576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3865941680"/>
                    </a:ext>
                  </a:extLst>
                </a:gridCol>
              </a:tblGrid>
              <a:tr h="3151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Test Type</a:t>
                      </a:r>
                      <a:endParaRPr lang="en-US" sz="1500"/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Brief Explanation</a:t>
                      </a:r>
                      <a:endParaRPr lang="en-US" sz="1500"/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Example</a:t>
                      </a:r>
                      <a:endParaRPr lang="en-US" sz="1500"/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210817132"/>
                  </a:ext>
                </a:extLst>
              </a:tr>
              <a:tr h="787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dirty="0"/>
                        <a:t>Checklist Review</a:t>
                      </a:r>
                      <a:endParaRPr lang="en-US" sz="1500" dirty="0"/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Reviewing the plan on paper to confirm accuracy of contacts, procedures, and resources.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Team checks whether the phone list, vendor info, and backup inventory are up to date.</a:t>
                      </a:r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716426885"/>
                  </a:ext>
                </a:extLst>
              </a:tr>
              <a:tr h="787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Tabletop Exercise</a:t>
                      </a:r>
                      <a:endParaRPr lang="en-US" sz="1500"/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Key personnel discuss what they would do in a hypothetical incident. No technical action.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Managers walk through how they would respond to a cyberattack scenario.</a:t>
                      </a:r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1818950326"/>
                  </a:ext>
                </a:extLst>
              </a:tr>
              <a:tr h="787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dirty="0"/>
                        <a:t>Simulation Test</a:t>
                      </a:r>
                      <a:endParaRPr lang="en-US" sz="1500" dirty="0"/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Staff practice recovery steps in a simulated or test environment without affecting production.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IT simulates a server crash and restores it in a test lab.</a:t>
                      </a:r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2237323338"/>
                  </a:ext>
                </a:extLst>
              </a:tr>
              <a:tr h="787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Parallel Test</a:t>
                      </a:r>
                      <a:endParaRPr lang="en-US" sz="1500"/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DR systems are activated and run side-by-side with production to confirm they work.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The DR database is restored and run parallel to the live DB to compare results.</a:t>
                      </a:r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701216387"/>
                  </a:ext>
                </a:extLst>
              </a:tr>
              <a:tr h="10241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Full Interruption Test</a:t>
                      </a:r>
                      <a:endParaRPr lang="en-US" sz="1500"/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Production is shut down and operations fully move to the recovery site.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The organization powers down the primary data center and operates completely from the DR site.</a:t>
                      </a:r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5314621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563120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7A596-ECB3-4E4A-A4CA-A700AB45B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Maintaining the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9F484-2983-40A2-9133-CDC649B2B8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Update after system changes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Include contact lists, vendor info, network diagrams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Review test results → lessons learned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Ensure business and IT alignment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Involve senior management &amp; key stakeholders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E99276-8AFE-4202-908F-F6A1AA365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31590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115F9-9E79-8495-BA7F-581A2D610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1BB63-4350-72A4-F5A6-7BC05C8AC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D" dirty="0"/>
              <a:t>Auditor Responsibilities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AE108-9E44-567B-9E8A-3F62785A81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#goingWell</a:t>
            </a:r>
          </a:p>
        </p:txBody>
      </p:sp>
    </p:spTree>
    <p:extLst>
      <p:ext uri="{BB962C8B-B14F-4D97-AF65-F5344CB8AC3E}">
        <p14:creationId xmlns:p14="http://schemas.microsoft.com/office/powerpoint/2010/main" val="266737990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495C0-E949-4BA1-89E9-E4047DA45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6414"/>
          </a:xfrm>
        </p:spPr>
        <p:txBody>
          <a:bodyPr/>
          <a:lstStyle/>
          <a:p>
            <a:r>
              <a:rPr lang="en-US" dirty="0"/>
              <a:t>What the IS Auditor Must Evaluate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F0F51-58A4-453F-901D-193B984CB2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757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IS auditors must verify that: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BIA is performed correctly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Recovery metrics are realistic and approved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Controls exist for continuity and recovery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Plans are documented, updated, and tested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Backup procedures are well-designed and monitored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Roles &amp; responsibilities are clear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Alternate sites and service providers can meet requirements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5EEE36-D91A-499F-A70E-716405435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46592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495C0-E949-4BA1-89E9-E4047DA45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66718"/>
          </a:xfrm>
        </p:spPr>
        <p:txBody>
          <a:bodyPr/>
          <a:lstStyle/>
          <a:p>
            <a:r>
              <a:rPr lang="en-US" b="1" dirty="0"/>
              <a:t>What Auditors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F0F51-58A4-453F-901D-193B984CB2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0500"/>
            <a:ext cx="5025887" cy="4351338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en-US" b="1" dirty="0"/>
              <a:t>BIA completeness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Critical processes identified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RTO, RPO, WRT, MTD are defined and realistic</a:t>
            </a:r>
          </a:p>
          <a:p>
            <a:pPr>
              <a:lnSpc>
                <a:spcPct val="120000"/>
              </a:lnSpc>
            </a:pPr>
            <a:r>
              <a:rPr lang="en-US" b="1" dirty="0"/>
              <a:t>Continuity &amp; recovery plans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BCP, DRP, ITSC plans documented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Roles and responsibilities assigned</a:t>
            </a:r>
          </a:p>
          <a:p>
            <a:pPr>
              <a:lnSpc>
                <a:spcPct val="120000"/>
              </a:lnSpc>
            </a:pPr>
            <a:r>
              <a:rPr lang="en-US" b="1" dirty="0"/>
              <a:t>Technical controls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Backups (process, frequency, integrity checks)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Redundancy, failover, alternate sites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5EEE36-D91A-499F-A70E-716405435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99338AC-2868-46BA-BD3C-91F4BF319F60}"/>
              </a:ext>
            </a:extLst>
          </p:cNvPr>
          <p:cNvSpPr txBox="1">
            <a:spLocks/>
          </p:cNvSpPr>
          <p:nvPr/>
        </p:nvSpPr>
        <p:spPr>
          <a:xfrm>
            <a:off x="6096000" y="1460500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2400" b="1" dirty="0"/>
              <a:t>Testing &amp; maintenance</a:t>
            </a:r>
          </a:p>
          <a:p>
            <a:pPr lvl="1">
              <a:lnSpc>
                <a:spcPct val="100000"/>
              </a:lnSpc>
            </a:pPr>
            <a:r>
              <a:rPr lang="en-US" sz="2000" dirty="0"/>
              <a:t>Regular tests performed (tabletop → full test)</a:t>
            </a:r>
          </a:p>
          <a:p>
            <a:pPr lvl="1">
              <a:lnSpc>
                <a:spcPct val="100000"/>
              </a:lnSpc>
            </a:pPr>
            <a:r>
              <a:rPr lang="en-US" sz="2000" dirty="0"/>
              <a:t>Issues tracked and improvements implemented</a:t>
            </a:r>
          </a:p>
          <a:p>
            <a:pPr>
              <a:lnSpc>
                <a:spcPct val="100000"/>
              </a:lnSpc>
            </a:pPr>
            <a:r>
              <a:rPr lang="en-US" sz="2400" b="1" dirty="0"/>
              <a:t>Alignment &amp; governance</a:t>
            </a:r>
          </a:p>
          <a:p>
            <a:pPr lvl="1">
              <a:lnSpc>
                <a:spcPct val="100000"/>
              </a:lnSpc>
            </a:pPr>
            <a:r>
              <a:rPr lang="en-US" sz="2000" dirty="0"/>
              <a:t>Plans match business priorities</a:t>
            </a:r>
          </a:p>
          <a:p>
            <a:pPr lvl="1">
              <a:lnSpc>
                <a:spcPct val="100000"/>
              </a:lnSpc>
            </a:pPr>
            <a:r>
              <a:rPr lang="en-US" sz="2000" dirty="0"/>
              <a:t>Senior management approval and oversight</a:t>
            </a:r>
          </a:p>
        </p:txBody>
      </p:sp>
    </p:spTree>
    <p:extLst>
      <p:ext uri="{BB962C8B-B14F-4D97-AF65-F5344CB8AC3E}">
        <p14:creationId xmlns:p14="http://schemas.microsoft.com/office/powerpoint/2010/main" val="313278210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D0390-D4F4-8559-7E7E-9EB805175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F2390-A351-2BC1-BB12-FE12FE55F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Assignment V – Fill-up Domain 4!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2D450F-0DEA-D7BA-6C23-02795CA62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FB2A37-0B4B-405A-2CAA-C05F9F347F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9726038" cy="42431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We might do the previous quiz again later.</a:t>
            </a:r>
          </a:p>
          <a:p>
            <a:pPr marL="0" indent="0">
              <a:buNone/>
            </a:pPr>
            <a:r>
              <a:rPr lang="en-US" dirty="0"/>
              <a:t>So let’s start filling up our mind-map again </a:t>
            </a:r>
            <a:r>
              <a:rPr lang="en-US" dirty="0">
                <a:sym typeface="Wingdings" panose="05000000000000000000" pitchFamily="2" charset="2"/>
              </a:rPr>
              <a:t>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The Top 4 of in-class Domain 4 quiz would be the group leader.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Let’s draft the dream team!</a:t>
            </a:r>
          </a:p>
        </p:txBody>
      </p:sp>
    </p:spTree>
    <p:extLst>
      <p:ext uri="{BB962C8B-B14F-4D97-AF65-F5344CB8AC3E}">
        <p14:creationId xmlns:p14="http://schemas.microsoft.com/office/powerpoint/2010/main" val="38874494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Source Serif Pro Black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635</TotalTime>
  <Words>2780</Words>
  <Application>Microsoft Office PowerPoint</Application>
  <PresentationFormat>Widescreen</PresentationFormat>
  <Paragraphs>500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5" baseType="lpstr">
      <vt:lpstr>Arial</vt:lpstr>
      <vt:lpstr>Britannic Bold</vt:lpstr>
      <vt:lpstr>Calibri</vt:lpstr>
      <vt:lpstr>Google Sans Text</vt:lpstr>
      <vt:lpstr>Monotype Corsiva</vt:lpstr>
      <vt:lpstr>Segoe UI</vt:lpstr>
      <vt:lpstr>Source Serif Pro Black</vt:lpstr>
      <vt:lpstr>Wingdings</vt:lpstr>
      <vt:lpstr>Office Theme</vt:lpstr>
      <vt:lpstr>IS Operations &amp; Business Resilience</vt:lpstr>
      <vt:lpstr>Class Recap</vt:lpstr>
      <vt:lpstr>Class Roadmap</vt:lpstr>
      <vt:lpstr>Covered So Far</vt:lpstr>
      <vt:lpstr>My Reflection on Your Reflection</vt:lpstr>
      <vt:lpstr>PowerPoint Presentation</vt:lpstr>
      <vt:lpstr>Intro</vt:lpstr>
      <vt:lpstr>Let’s Try Something Different (again)</vt:lpstr>
      <vt:lpstr>Rule of the Game</vt:lpstr>
      <vt:lpstr>a + b = 100 a/b = 4 a = ?</vt:lpstr>
      <vt:lpstr>What is it about?</vt:lpstr>
      <vt:lpstr>Why It Matters</vt:lpstr>
      <vt:lpstr>Normal Conditions → “Daily Life”</vt:lpstr>
      <vt:lpstr>Abnormal Conditions → “Emergency Mode”</vt:lpstr>
      <vt:lpstr>Auditor’s Concern</vt:lpstr>
      <vt:lpstr>IS Operations</vt:lpstr>
      <vt:lpstr>CISA Focus Areas</vt:lpstr>
      <vt:lpstr>Input Controls (Before Processing)</vt:lpstr>
      <vt:lpstr>Output Controls (After Processing)</vt:lpstr>
      <vt:lpstr>Job Scheduling &amp; Workload Management</vt:lpstr>
      <vt:lpstr>Incident Management</vt:lpstr>
      <vt:lpstr>Configuration Management</vt:lpstr>
      <vt:lpstr>Backup &amp; Restore</vt:lpstr>
      <vt:lpstr>Business Resilience</vt:lpstr>
      <vt:lpstr>Why Business Resilience Matters</vt:lpstr>
      <vt:lpstr>Business Continuity (BC)</vt:lpstr>
      <vt:lpstr>Disaster Recovery (DR)</vt:lpstr>
      <vt:lpstr>IT Service Continuity (ITSC)</vt:lpstr>
      <vt:lpstr>Business Impact Analysis (BIA)</vt:lpstr>
      <vt:lpstr>RTO, RPO, WRT, MTD</vt:lpstr>
      <vt:lpstr>RTO, RPO, WRT, MTD</vt:lpstr>
      <vt:lpstr>RTO, RPO, WRT, MTD - Ilustration</vt:lpstr>
      <vt:lpstr>Preventive Strategies</vt:lpstr>
      <vt:lpstr>Detective Strategies</vt:lpstr>
      <vt:lpstr>Corrective / Recovery Strategies</vt:lpstr>
      <vt:lpstr>Backup Strategies</vt:lpstr>
      <vt:lpstr>PowerPoint Presentation</vt:lpstr>
      <vt:lpstr>Replication Types</vt:lpstr>
      <vt:lpstr>Replication Types</vt:lpstr>
      <vt:lpstr>Alternate Sites</vt:lpstr>
      <vt:lpstr>Types of BCP/DRP Tests</vt:lpstr>
      <vt:lpstr>Maintaining the Plan</vt:lpstr>
      <vt:lpstr>Auditor Responsibilities</vt:lpstr>
      <vt:lpstr>What the IS Auditor Must Evaluate</vt:lpstr>
      <vt:lpstr>What Auditors Check</vt:lpstr>
      <vt:lpstr>Assignment V – Fill-up Domain 4!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Konsep dan Peran SI &amp; TI</dc:title>
  <dc:creator>Teuku Raja Irfan Radarma</dc:creator>
  <cp:lastModifiedBy>Teuku Raja Irfan Radarma</cp:lastModifiedBy>
  <cp:revision>8</cp:revision>
  <dcterms:created xsi:type="dcterms:W3CDTF">2023-09-18T04:21:25Z</dcterms:created>
  <dcterms:modified xsi:type="dcterms:W3CDTF">2025-12-07T22:48:14Z</dcterms:modified>
</cp:coreProperties>
</file>