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3"/>
  </p:notesMasterIdLst>
  <p:sldIdLst>
    <p:sldId id="262" r:id="rId5"/>
    <p:sldId id="260" r:id="rId6"/>
    <p:sldId id="257" r:id="rId7"/>
    <p:sldId id="304" r:id="rId8"/>
    <p:sldId id="305" r:id="rId9"/>
    <p:sldId id="263" r:id="rId10"/>
    <p:sldId id="264" r:id="rId11"/>
    <p:sldId id="463" r:id="rId12"/>
    <p:sldId id="479" r:id="rId13"/>
    <p:sldId id="464" r:id="rId14"/>
    <p:sldId id="465" r:id="rId15"/>
    <p:sldId id="466" r:id="rId16"/>
    <p:sldId id="467" r:id="rId17"/>
    <p:sldId id="473" r:id="rId18"/>
    <p:sldId id="474" r:id="rId19"/>
    <p:sldId id="478" r:id="rId20"/>
    <p:sldId id="480" r:id="rId21"/>
    <p:sldId id="477" r:id="rId22"/>
    <p:sldId id="476" r:id="rId23"/>
    <p:sldId id="481" r:id="rId24"/>
    <p:sldId id="482" r:id="rId25"/>
    <p:sldId id="483" r:id="rId26"/>
    <p:sldId id="468" r:id="rId27"/>
    <p:sldId id="484" r:id="rId28"/>
    <p:sldId id="488" r:id="rId29"/>
    <p:sldId id="485" r:id="rId30"/>
    <p:sldId id="486" r:id="rId31"/>
    <p:sldId id="469" r:id="rId32"/>
    <p:sldId id="487" r:id="rId33"/>
    <p:sldId id="490" r:id="rId34"/>
    <p:sldId id="491" r:id="rId35"/>
    <p:sldId id="470" r:id="rId36"/>
    <p:sldId id="489" r:id="rId37"/>
    <p:sldId id="492" r:id="rId38"/>
    <p:sldId id="493" r:id="rId39"/>
    <p:sldId id="471" r:id="rId40"/>
    <p:sldId id="494" r:id="rId41"/>
    <p:sldId id="495" r:id="rId42"/>
    <p:sldId id="496" r:id="rId43"/>
    <p:sldId id="497" r:id="rId44"/>
    <p:sldId id="498" r:id="rId45"/>
    <p:sldId id="499" r:id="rId46"/>
    <p:sldId id="472" r:id="rId47"/>
    <p:sldId id="500" r:id="rId48"/>
    <p:sldId id="501" r:id="rId49"/>
    <p:sldId id="502" r:id="rId50"/>
    <p:sldId id="503" r:id="rId51"/>
    <p:sldId id="504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294"/>
    <a:srgbClr val="FFC000"/>
    <a:srgbClr val="172C51"/>
    <a:srgbClr val="E4D304"/>
    <a:srgbClr val="4472C4"/>
    <a:srgbClr val="3F396D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0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uku Raja Irfan Radarma" userId="cf428174-95ba-4576-8554-3a3b8ffa52b7" providerId="ADAL" clId="{7C3EAD8C-44D0-4789-8FD3-415EC52390DA}"/>
    <pc:docChg chg="undo custSel addSld delSld modSld sldOrd">
      <pc:chgData name="Teuku Raja Irfan Radarma" userId="cf428174-95ba-4576-8554-3a3b8ffa52b7" providerId="ADAL" clId="{7C3EAD8C-44D0-4789-8FD3-415EC52390DA}" dt="2025-12-14T05:55:08.191" v="2152" actId="20577"/>
      <pc:docMkLst>
        <pc:docMk/>
      </pc:docMkLst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051451500" sldId="306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4133513380" sldId="310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62413706" sldId="35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044276249" sldId="363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887449466" sldId="374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666297478" sldId="416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498478276" sldId="417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155149982" sldId="418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181482048" sldId="41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936069305" sldId="420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2647776" sldId="421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667379901" sldId="422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61204890" sldId="423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412359814" sldId="424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4010584771" sldId="425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737175484" sldId="426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540797187" sldId="428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800454067" sldId="42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779064407" sldId="430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523778491" sldId="431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120853139" sldId="432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288851674" sldId="433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55152706" sldId="434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679536135" sldId="435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167096350" sldId="436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617202866" sldId="437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455706965" sldId="438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555631206" sldId="43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237315907" sldId="440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625465924" sldId="441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132782106" sldId="442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189816952" sldId="447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2326228366" sldId="448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3070700227" sldId="449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1434165728" sldId="451"/>
        </pc:sldMkLst>
      </pc:sldChg>
      <pc:sldChg chg="del">
        <pc:chgData name="Teuku Raja Irfan Radarma" userId="cf428174-95ba-4576-8554-3a3b8ffa52b7" providerId="ADAL" clId="{7C3EAD8C-44D0-4789-8FD3-415EC52390DA}" dt="2025-12-13T13:02:00.871" v="986" actId="47"/>
        <pc:sldMkLst>
          <pc:docMk/>
          <pc:sldMk cId="4250959893" sldId="453"/>
        </pc:sldMkLst>
      </pc:sldChg>
      <pc:sldChg chg="modSp mod">
        <pc:chgData name="Teuku Raja Irfan Radarma" userId="cf428174-95ba-4576-8554-3a3b8ffa52b7" providerId="ADAL" clId="{7C3EAD8C-44D0-4789-8FD3-415EC52390DA}" dt="2025-12-13T11:48:12.948" v="64" actId="20577"/>
        <pc:sldMkLst>
          <pc:docMk/>
          <pc:sldMk cId="349334146" sldId="467"/>
        </pc:sldMkLst>
        <pc:spChg chg="mod">
          <ac:chgData name="Teuku Raja Irfan Radarma" userId="cf428174-95ba-4576-8554-3a3b8ffa52b7" providerId="ADAL" clId="{7C3EAD8C-44D0-4789-8FD3-415EC52390DA}" dt="2025-12-13T11:48:12.948" v="64" actId="20577"/>
          <ac:spMkLst>
            <pc:docMk/>
            <pc:sldMk cId="349334146" sldId="467"/>
            <ac:spMk id="2" creationId="{7E958052-05B2-9F29-B874-84F80A24B16B}"/>
          </ac:spMkLst>
        </pc:spChg>
      </pc:sldChg>
      <pc:sldChg chg="modSp mod">
        <pc:chgData name="Teuku Raja Irfan Radarma" userId="cf428174-95ba-4576-8554-3a3b8ffa52b7" providerId="ADAL" clId="{7C3EAD8C-44D0-4789-8FD3-415EC52390DA}" dt="2025-12-13T11:44:40.817" v="0" actId="20577"/>
        <pc:sldMkLst>
          <pc:docMk/>
          <pc:sldMk cId="1512773790" sldId="468"/>
        </pc:sldMkLst>
        <pc:spChg chg="mod">
          <ac:chgData name="Teuku Raja Irfan Radarma" userId="cf428174-95ba-4576-8554-3a3b8ffa52b7" providerId="ADAL" clId="{7C3EAD8C-44D0-4789-8FD3-415EC52390DA}" dt="2025-12-13T11:44:40.817" v="0" actId="20577"/>
          <ac:spMkLst>
            <pc:docMk/>
            <pc:sldMk cId="1512773790" sldId="468"/>
            <ac:spMk id="4" creationId="{EE064B16-72CC-4606-A23D-7291843EEFBB}"/>
          </ac:spMkLst>
        </pc:spChg>
      </pc:sldChg>
      <pc:sldChg chg="modSp mod">
        <pc:chgData name="Teuku Raja Irfan Radarma" userId="cf428174-95ba-4576-8554-3a3b8ffa52b7" providerId="ADAL" clId="{7C3EAD8C-44D0-4789-8FD3-415EC52390DA}" dt="2025-12-13T23:16:23.645" v="1809" actId="20577"/>
        <pc:sldMkLst>
          <pc:docMk/>
          <pc:sldMk cId="3919236139" sldId="469"/>
        </pc:sldMkLst>
        <pc:spChg chg="mod">
          <ac:chgData name="Teuku Raja Irfan Radarma" userId="cf428174-95ba-4576-8554-3a3b8ffa52b7" providerId="ADAL" clId="{7C3EAD8C-44D0-4789-8FD3-415EC52390DA}" dt="2025-12-13T23:16:23.645" v="1809" actId="20577"/>
          <ac:spMkLst>
            <pc:docMk/>
            <pc:sldMk cId="3919236139" sldId="469"/>
            <ac:spMk id="4" creationId="{EE064B16-72CC-4606-A23D-7291843EEFBB}"/>
          </ac:spMkLst>
        </pc:spChg>
      </pc:sldChg>
      <pc:sldChg chg="modSp mod">
        <pc:chgData name="Teuku Raja Irfan Radarma" userId="cf428174-95ba-4576-8554-3a3b8ffa52b7" providerId="ADAL" clId="{7C3EAD8C-44D0-4789-8FD3-415EC52390DA}" dt="2025-12-13T23:16:12.947" v="1808" actId="20577"/>
        <pc:sldMkLst>
          <pc:docMk/>
          <pc:sldMk cId="454483339" sldId="470"/>
        </pc:sldMkLst>
        <pc:spChg chg="mod">
          <ac:chgData name="Teuku Raja Irfan Radarma" userId="cf428174-95ba-4576-8554-3a3b8ffa52b7" providerId="ADAL" clId="{7C3EAD8C-44D0-4789-8FD3-415EC52390DA}" dt="2025-12-13T23:16:12.947" v="1808" actId="20577"/>
          <ac:spMkLst>
            <pc:docMk/>
            <pc:sldMk cId="454483339" sldId="470"/>
            <ac:spMk id="4" creationId="{EE064B16-72CC-4606-A23D-7291843EEFBB}"/>
          </ac:spMkLst>
        </pc:spChg>
      </pc:sldChg>
      <pc:sldChg chg="modSp mod">
        <pc:chgData name="Teuku Raja Irfan Radarma" userId="cf428174-95ba-4576-8554-3a3b8ffa52b7" providerId="ADAL" clId="{7C3EAD8C-44D0-4789-8FD3-415EC52390DA}" dt="2025-12-13T16:18:37.635" v="1569" actId="20577"/>
        <pc:sldMkLst>
          <pc:docMk/>
          <pc:sldMk cId="2937451312" sldId="471"/>
        </pc:sldMkLst>
        <pc:spChg chg="mod">
          <ac:chgData name="Teuku Raja Irfan Radarma" userId="cf428174-95ba-4576-8554-3a3b8ffa52b7" providerId="ADAL" clId="{7C3EAD8C-44D0-4789-8FD3-415EC52390DA}" dt="2025-12-13T16:18:37.635" v="1569" actId="20577"/>
          <ac:spMkLst>
            <pc:docMk/>
            <pc:sldMk cId="2937451312" sldId="471"/>
            <ac:spMk id="4" creationId="{EE064B16-72CC-4606-A23D-7291843EEFBB}"/>
          </ac:spMkLst>
        </pc:spChg>
      </pc:sldChg>
      <pc:sldChg chg="ord">
        <pc:chgData name="Teuku Raja Irfan Radarma" userId="cf428174-95ba-4576-8554-3a3b8ffa52b7" providerId="ADAL" clId="{7C3EAD8C-44D0-4789-8FD3-415EC52390DA}" dt="2025-12-13T23:18:13.754" v="1813"/>
        <pc:sldMkLst>
          <pc:docMk/>
          <pc:sldMk cId="387560748" sldId="479"/>
        </pc:sldMkLst>
      </pc:sldChg>
      <pc:sldChg chg="addSp delSp modSp mod">
        <pc:chgData name="Teuku Raja Irfan Radarma" userId="cf428174-95ba-4576-8554-3a3b8ffa52b7" providerId="ADAL" clId="{7C3EAD8C-44D0-4789-8FD3-415EC52390DA}" dt="2025-12-13T12:18:12.261" v="706"/>
        <pc:sldMkLst>
          <pc:docMk/>
          <pc:sldMk cId="4022335933" sldId="487"/>
        </pc:sldMkLst>
        <pc:spChg chg="mod">
          <ac:chgData name="Teuku Raja Irfan Radarma" userId="cf428174-95ba-4576-8554-3a3b8ffa52b7" providerId="ADAL" clId="{7C3EAD8C-44D0-4789-8FD3-415EC52390DA}" dt="2025-12-13T12:17:19.044" v="694" actId="14100"/>
          <ac:spMkLst>
            <pc:docMk/>
            <pc:sldMk cId="4022335933" sldId="487"/>
            <ac:spMk id="2" creationId="{DCF32DFD-C949-4BDC-96E3-27F747B280BA}"/>
          </ac:spMkLst>
        </pc:spChg>
        <pc:spChg chg="add del mod">
          <ac:chgData name="Teuku Raja Irfan Radarma" userId="cf428174-95ba-4576-8554-3a3b8ffa52b7" providerId="ADAL" clId="{7C3EAD8C-44D0-4789-8FD3-415EC52390DA}" dt="2025-12-13T12:17:21.130" v="695" actId="14100"/>
          <ac:spMkLst>
            <pc:docMk/>
            <pc:sldMk cId="4022335933" sldId="487"/>
            <ac:spMk id="3" creationId="{48A4AEB8-0CD5-4DCE-83AC-01473DF1CD77}"/>
          </ac:spMkLst>
        </pc:spChg>
        <pc:spChg chg="add del mod">
          <ac:chgData name="Teuku Raja Irfan Radarma" userId="cf428174-95ba-4576-8554-3a3b8ffa52b7" providerId="ADAL" clId="{7C3EAD8C-44D0-4789-8FD3-415EC52390DA}" dt="2025-12-13T11:50:31.729" v="97"/>
          <ac:spMkLst>
            <pc:docMk/>
            <pc:sldMk cId="4022335933" sldId="487"/>
            <ac:spMk id="5" creationId="{1DBE7475-1639-4ADD-8FD6-926F0219923E}"/>
          </ac:spMkLst>
        </pc:spChg>
        <pc:spChg chg="add del mod">
          <ac:chgData name="Teuku Raja Irfan Radarma" userId="cf428174-95ba-4576-8554-3a3b8ffa52b7" providerId="ADAL" clId="{7C3EAD8C-44D0-4789-8FD3-415EC52390DA}" dt="2025-12-13T11:50:37.384" v="99"/>
          <ac:spMkLst>
            <pc:docMk/>
            <pc:sldMk cId="4022335933" sldId="487"/>
            <ac:spMk id="6" creationId="{2B5B214F-6F4B-4568-BCE3-4DCEA1B8CDBF}"/>
          </ac:spMkLst>
        </pc:spChg>
        <pc:spChg chg="add del">
          <ac:chgData name="Teuku Raja Irfan Radarma" userId="cf428174-95ba-4576-8554-3a3b8ffa52b7" providerId="ADAL" clId="{7C3EAD8C-44D0-4789-8FD3-415EC52390DA}" dt="2025-12-13T11:51:26.829" v="229"/>
          <ac:spMkLst>
            <pc:docMk/>
            <pc:sldMk cId="4022335933" sldId="487"/>
            <ac:spMk id="7" creationId="{190F8C76-F50F-48E7-BDE6-80CC2357579D}"/>
          </ac:spMkLst>
        </pc:spChg>
        <pc:spChg chg="add del">
          <ac:chgData name="Teuku Raja Irfan Radarma" userId="cf428174-95ba-4576-8554-3a3b8ffa52b7" providerId="ADAL" clId="{7C3EAD8C-44D0-4789-8FD3-415EC52390DA}" dt="2025-12-13T11:53:21.268" v="241"/>
          <ac:spMkLst>
            <pc:docMk/>
            <pc:sldMk cId="4022335933" sldId="487"/>
            <ac:spMk id="8" creationId="{EF8224E4-19BA-48A5-BEA0-3AA2C8899960}"/>
          </ac:spMkLst>
        </pc:spChg>
        <pc:spChg chg="add mod">
          <ac:chgData name="Teuku Raja Irfan Radarma" userId="cf428174-95ba-4576-8554-3a3b8ffa52b7" providerId="ADAL" clId="{7C3EAD8C-44D0-4789-8FD3-415EC52390DA}" dt="2025-12-13T11:54:46.026" v="265" actId="1076"/>
          <ac:spMkLst>
            <pc:docMk/>
            <pc:sldMk cId="4022335933" sldId="487"/>
            <ac:spMk id="12" creationId="{ABA893AA-3F43-42C5-AF70-83074E6C4AFF}"/>
          </ac:spMkLst>
        </pc:spChg>
        <pc:spChg chg="add mod ord">
          <ac:chgData name="Teuku Raja Irfan Radarma" userId="cf428174-95ba-4576-8554-3a3b8ffa52b7" providerId="ADAL" clId="{7C3EAD8C-44D0-4789-8FD3-415EC52390DA}" dt="2025-12-13T12:18:12.261" v="706"/>
          <ac:spMkLst>
            <pc:docMk/>
            <pc:sldMk cId="4022335933" sldId="487"/>
            <ac:spMk id="13" creationId="{07880959-D833-47D2-B2F8-4742593DC3EF}"/>
          </ac:spMkLst>
        </pc:spChg>
        <pc:picChg chg="add mod modCrop">
          <ac:chgData name="Teuku Raja Irfan Radarma" userId="cf428174-95ba-4576-8554-3a3b8ffa52b7" providerId="ADAL" clId="{7C3EAD8C-44D0-4789-8FD3-415EC52390DA}" dt="2025-12-13T11:53:50.098" v="253" actId="1076"/>
          <ac:picMkLst>
            <pc:docMk/>
            <pc:sldMk cId="4022335933" sldId="487"/>
            <ac:picMk id="10" creationId="{CD9032FA-D057-40DB-A5B5-747DA903161D}"/>
          </ac:picMkLst>
        </pc:picChg>
      </pc:sldChg>
      <pc:sldChg chg="addSp delSp modSp add mod">
        <pc:chgData name="Teuku Raja Irfan Radarma" userId="cf428174-95ba-4576-8554-3a3b8ffa52b7" providerId="ADAL" clId="{7C3EAD8C-44D0-4789-8FD3-415EC52390DA}" dt="2025-12-13T11:46:25.210" v="47" actId="5793"/>
        <pc:sldMkLst>
          <pc:docMk/>
          <pc:sldMk cId="3267413274" sldId="488"/>
        </pc:sldMkLst>
        <pc:spChg chg="mod">
          <ac:chgData name="Teuku Raja Irfan Radarma" userId="cf428174-95ba-4576-8554-3a3b8ffa52b7" providerId="ADAL" clId="{7C3EAD8C-44D0-4789-8FD3-415EC52390DA}" dt="2025-12-13T11:45:59.700" v="34" actId="20577"/>
          <ac:spMkLst>
            <pc:docMk/>
            <pc:sldMk cId="3267413274" sldId="488"/>
            <ac:spMk id="2" creationId="{B0E79BCB-C421-4576-A087-FCD6FF31BF9B}"/>
          </ac:spMkLst>
        </pc:spChg>
        <pc:spChg chg="mod">
          <ac:chgData name="Teuku Raja Irfan Radarma" userId="cf428174-95ba-4576-8554-3a3b8ffa52b7" providerId="ADAL" clId="{7C3EAD8C-44D0-4789-8FD3-415EC52390DA}" dt="2025-12-13T11:46:25.210" v="47" actId="5793"/>
          <ac:spMkLst>
            <pc:docMk/>
            <pc:sldMk cId="3267413274" sldId="488"/>
            <ac:spMk id="3" creationId="{ABCF3ABE-58B5-4A28-BAC6-5477AAC08F7C}"/>
          </ac:spMkLst>
        </pc:spChg>
        <pc:spChg chg="add del">
          <ac:chgData name="Teuku Raja Irfan Radarma" userId="cf428174-95ba-4576-8554-3a3b8ffa52b7" providerId="ADAL" clId="{7C3EAD8C-44D0-4789-8FD3-415EC52390DA}" dt="2025-12-13T11:45:44.773" v="4"/>
          <ac:spMkLst>
            <pc:docMk/>
            <pc:sldMk cId="3267413274" sldId="488"/>
            <ac:spMk id="5" creationId="{AC1E229C-9774-4E3C-88AF-44412C8A3D69}"/>
          </ac:spMkLst>
        </pc:spChg>
        <pc:picChg chg="del">
          <ac:chgData name="Teuku Raja Irfan Radarma" userId="cf428174-95ba-4576-8554-3a3b8ffa52b7" providerId="ADAL" clId="{7C3EAD8C-44D0-4789-8FD3-415EC52390DA}" dt="2025-12-13T11:45:41.957" v="2" actId="478"/>
          <ac:picMkLst>
            <pc:docMk/>
            <pc:sldMk cId="3267413274" sldId="488"/>
            <ac:picMk id="6" creationId="{ED27FADF-1E39-4DEB-B77F-4228CD34F7AA}"/>
          </ac:picMkLst>
        </pc:picChg>
      </pc:sldChg>
      <pc:sldChg chg="addSp delSp modSp add mod ord">
        <pc:chgData name="Teuku Raja Irfan Radarma" userId="cf428174-95ba-4576-8554-3a3b8ffa52b7" providerId="ADAL" clId="{7C3EAD8C-44D0-4789-8FD3-415EC52390DA}" dt="2025-12-13T23:19:48.397" v="1817"/>
        <pc:sldMkLst>
          <pc:docMk/>
          <pc:sldMk cId="4265093686" sldId="489"/>
        </pc:sldMkLst>
        <pc:spChg chg="mod">
          <ac:chgData name="Teuku Raja Irfan Radarma" userId="cf428174-95ba-4576-8554-3a3b8ffa52b7" providerId="ADAL" clId="{7C3EAD8C-44D0-4789-8FD3-415EC52390DA}" dt="2025-12-13T12:16:33.751" v="684" actId="14100"/>
          <ac:spMkLst>
            <pc:docMk/>
            <pc:sldMk cId="4265093686" sldId="489"/>
            <ac:spMk id="2" creationId="{DCF32DFD-C949-4BDC-96E3-27F747B280BA}"/>
          </ac:spMkLst>
        </pc:spChg>
        <pc:spChg chg="mod">
          <ac:chgData name="Teuku Raja Irfan Radarma" userId="cf428174-95ba-4576-8554-3a3b8ffa52b7" providerId="ADAL" clId="{7C3EAD8C-44D0-4789-8FD3-415EC52390DA}" dt="2025-12-13T12:16:42.659" v="687" actId="14100"/>
          <ac:spMkLst>
            <pc:docMk/>
            <pc:sldMk cId="4265093686" sldId="489"/>
            <ac:spMk id="3" creationId="{48A4AEB8-0CD5-4DCE-83AC-01473DF1CD77}"/>
          </ac:spMkLst>
        </pc:spChg>
        <pc:spChg chg="add mod">
          <ac:chgData name="Teuku Raja Irfan Radarma" userId="cf428174-95ba-4576-8554-3a3b8ffa52b7" providerId="ADAL" clId="{7C3EAD8C-44D0-4789-8FD3-415EC52390DA}" dt="2025-12-13T12:04:14.808" v="438" actId="113"/>
          <ac:spMkLst>
            <pc:docMk/>
            <pc:sldMk cId="4265093686" sldId="489"/>
            <ac:spMk id="7" creationId="{81A56C8A-449E-489D-B488-521BCB909B81}"/>
          </ac:spMkLst>
        </pc:spChg>
        <pc:spChg chg="add mod">
          <ac:chgData name="Teuku Raja Irfan Radarma" userId="cf428174-95ba-4576-8554-3a3b8ffa52b7" providerId="ADAL" clId="{7C3EAD8C-44D0-4789-8FD3-415EC52390DA}" dt="2025-12-13T12:18:04.234" v="705"/>
          <ac:spMkLst>
            <pc:docMk/>
            <pc:sldMk cId="4265093686" sldId="489"/>
            <ac:spMk id="9" creationId="{487894F2-04E2-42D3-A1F3-F85C05A4B47D}"/>
          </ac:spMkLst>
        </pc:spChg>
        <pc:spChg chg="mod">
          <ac:chgData name="Teuku Raja Irfan Radarma" userId="cf428174-95ba-4576-8554-3a3b8ffa52b7" providerId="ADAL" clId="{7C3EAD8C-44D0-4789-8FD3-415EC52390DA}" dt="2025-12-13T12:03:41.790" v="414" actId="114"/>
          <ac:spMkLst>
            <pc:docMk/>
            <pc:sldMk cId="4265093686" sldId="489"/>
            <ac:spMk id="12" creationId="{ABA893AA-3F43-42C5-AF70-83074E6C4AFF}"/>
          </ac:spMkLst>
        </pc:spChg>
        <pc:picChg chg="add mod">
          <ac:chgData name="Teuku Raja Irfan Radarma" userId="cf428174-95ba-4576-8554-3a3b8ffa52b7" providerId="ADAL" clId="{7C3EAD8C-44D0-4789-8FD3-415EC52390DA}" dt="2025-12-13T12:04:04.960" v="416" actId="1076"/>
          <ac:picMkLst>
            <pc:docMk/>
            <pc:sldMk cId="4265093686" sldId="489"/>
            <ac:picMk id="8" creationId="{1EAA3EF4-9A0D-4FE3-8883-CE1DD83A2375}"/>
          </ac:picMkLst>
        </pc:picChg>
        <pc:picChg chg="del">
          <ac:chgData name="Teuku Raja Irfan Radarma" userId="cf428174-95ba-4576-8554-3a3b8ffa52b7" providerId="ADAL" clId="{7C3EAD8C-44D0-4789-8FD3-415EC52390DA}" dt="2025-12-13T12:02:31.278" v="397" actId="478"/>
          <ac:picMkLst>
            <pc:docMk/>
            <pc:sldMk cId="4265093686" sldId="489"/>
            <ac:picMk id="10" creationId="{CD9032FA-D057-40DB-A5B5-747DA903161D}"/>
          </ac:picMkLst>
        </pc:picChg>
      </pc:sldChg>
      <pc:sldChg chg="addSp modSp new mod">
        <pc:chgData name="Teuku Raja Irfan Radarma" userId="cf428174-95ba-4576-8554-3a3b8ffa52b7" providerId="ADAL" clId="{7C3EAD8C-44D0-4789-8FD3-415EC52390DA}" dt="2025-12-13T12:16:21.003" v="683" actId="207"/>
        <pc:sldMkLst>
          <pc:docMk/>
          <pc:sldMk cId="2147498015" sldId="490"/>
        </pc:sldMkLst>
        <pc:spChg chg="mod">
          <ac:chgData name="Teuku Raja Irfan Radarma" userId="cf428174-95ba-4576-8554-3a3b8ffa52b7" providerId="ADAL" clId="{7C3EAD8C-44D0-4789-8FD3-415EC52390DA}" dt="2025-12-13T12:15:57.829" v="678" actId="14100"/>
          <ac:spMkLst>
            <pc:docMk/>
            <pc:sldMk cId="2147498015" sldId="490"/>
            <ac:spMk id="2" creationId="{90373C84-1072-461D-8EE9-AB39B849551A}"/>
          </ac:spMkLst>
        </pc:spChg>
        <pc:spChg chg="mod">
          <ac:chgData name="Teuku Raja Irfan Radarma" userId="cf428174-95ba-4576-8554-3a3b8ffa52b7" providerId="ADAL" clId="{7C3EAD8C-44D0-4789-8FD3-415EC52390DA}" dt="2025-12-13T12:07:03.085" v="449" actId="113"/>
          <ac:spMkLst>
            <pc:docMk/>
            <pc:sldMk cId="2147498015" sldId="490"/>
            <ac:spMk id="3" creationId="{2C8FBD39-7ABC-4FAA-BD98-3C9CAF316E46}"/>
          </ac:spMkLst>
        </pc:spChg>
        <pc:spChg chg="add mod">
          <ac:chgData name="Teuku Raja Irfan Radarma" userId="cf428174-95ba-4576-8554-3a3b8ffa52b7" providerId="ADAL" clId="{7C3EAD8C-44D0-4789-8FD3-415EC52390DA}" dt="2025-12-13T12:07:45.705" v="456" actId="113"/>
          <ac:spMkLst>
            <pc:docMk/>
            <pc:sldMk cId="2147498015" sldId="490"/>
            <ac:spMk id="5" creationId="{D01ADF79-1FE1-45E3-B693-21E1E4B5CBD9}"/>
          </ac:spMkLst>
        </pc:spChg>
        <pc:spChg chg="add mod">
          <ac:chgData name="Teuku Raja Irfan Radarma" userId="cf428174-95ba-4576-8554-3a3b8ffa52b7" providerId="ADAL" clId="{7C3EAD8C-44D0-4789-8FD3-415EC52390DA}" dt="2025-12-13T12:16:21.003" v="683" actId="207"/>
          <ac:spMkLst>
            <pc:docMk/>
            <pc:sldMk cId="2147498015" sldId="490"/>
            <ac:spMk id="6" creationId="{E232DEDA-E9C2-4C1B-B1B7-02004D7DE050}"/>
          </ac:spMkLst>
        </pc:spChg>
      </pc:sldChg>
      <pc:sldChg chg="addSp delSp modSp new del mod">
        <pc:chgData name="Teuku Raja Irfan Radarma" userId="cf428174-95ba-4576-8554-3a3b8ffa52b7" providerId="ADAL" clId="{7C3EAD8C-44D0-4789-8FD3-415EC52390DA}" dt="2025-12-13T12:03:26.732" v="410" actId="47"/>
        <pc:sldMkLst>
          <pc:docMk/>
          <pc:sldMk cId="3403730890" sldId="490"/>
        </pc:sldMkLst>
        <pc:spChg chg="mod">
          <ac:chgData name="Teuku Raja Irfan Radarma" userId="cf428174-95ba-4576-8554-3a3b8ffa52b7" providerId="ADAL" clId="{7C3EAD8C-44D0-4789-8FD3-415EC52390DA}" dt="2025-12-13T12:00:02.459" v="325" actId="20577"/>
          <ac:spMkLst>
            <pc:docMk/>
            <pc:sldMk cId="3403730890" sldId="490"/>
            <ac:spMk id="2" creationId="{7B8E91EC-FAF0-43A6-9781-1FC5117EE71F}"/>
          </ac:spMkLst>
        </pc:spChg>
        <pc:spChg chg="mod">
          <ac:chgData name="Teuku Raja Irfan Radarma" userId="cf428174-95ba-4576-8554-3a3b8ffa52b7" providerId="ADAL" clId="{7C3EAD8C-44D0-4789-8FD3-415EC52390DA}" dt="2025-12-13T12:02:08.308" v="396" actId="14100"/>
          <ac:spMkLst>
            <pc:docMk/>
            <pc:sldMk cId="3403730890" sldId="490"/>
            <ac:spMk id="3" creationId="{E047DA7F-2FDE-4F25-832D-504A017541B6}"/>
          </ac:spMkLst>
        </pc:spChg>
        <pc:spChg chg="add del">
          <ac:chgData name="Teuku Raja Irfan Radarma" userId="cf428174-95ba-4576-8554-3a3b8ffa52b7" providerId="ADAL" clId="{7C3EAD8C-44D0-4789-8FD3-415EC52390DA}" dt="2025-12-13T12:01:09.068" v="370"/>
          <ac:spMkLst>
            <pc:docMk/>
            <pc:sldMk cId="3403730890" sldId="490"/>
            <ac:spMk id="5" creationId="{ECE52B66-CFF6-47A2-AE79-485F5FD8E6F0}"/>
          </ac:spMkLst>
        </pc:spChg>
      </pc:sldChg>
      <pc:sldChg chg="addSp delSp modSp new mod">
        <pc:chgData name="Teuku Raja Irfan Radarma" userId="cf428174-95ba-4576-8554-3a3b8ffa52b7" providerId="ADAL" clId="{7C3EAD8C-44D0-4789-8FD3-415EC52390DA}" dt="2025-12-13T12:12:49.877" v="673" actId="20577"/>
        <pc:sldMkLst>
          <pc:docMk/>
          <pc:sldMk cId="3345166437" sldId="491"/>
        </pc:sldMkLst>
        <pc:spChg chg="mod">
          <ac:chgData name="Teuku Raja Irfan Radarma" userId="cf428174-95ba-4576-8554-3a3b8ffa52b7" providerId="ADAL" clId="{7C3EAD8C-44D0-4789-8FD3-415EC52390DA}" dt="2025-12-13T12:10:43.446" v="613" actId="14100"/>
          <ac:spMkLst>
            <pc:docMk/>
            <pc:sldMk cId="3345166437" sldId="491"/>
            <ac:spMk id="2" creationId="{BB65C9FD-E654-4BEF-A21E-BEC193FB7EE4}"/>
          </ac:spMkLst>
        </pc:spChg>
        <pc:spChg chg="mod">
          <ac:chgData name="Teuku Raja Irfan Radarma" userId="cf428174-95ba-4576-8554-3a3b8ffa52b7" providerId="ADAL" clId="{7C3EAD8C-44D0-4789-8FD3-415EC52390DA}" dt="2025-12-13T12:12:49.877" v="673" actId="20577"/>
          <ac:spMkLst>
            <pc:docMk/>
            <pc:sldMk cId="3345166437" sldId="491"/>
            <ac:spMk id="3" creationId="{41750780-CCEE-4F03-A54B-C0EC9251F734}"/>
          </ac:spMkLst>
        </pc:spChg>
        <pc:spChg chg="add del">
          <ac:chgData name="Teuku Raja Irfan Radarma" userId="cf428174-95ba-4576-8554-3a3b8ffa52b7" providerId="ADAL" clId="{7C3EAD8C-44D0-4789-8FD3-415EC52390DA}" dt="2025-12-13T12:09:54.335" v="576"/>
          <ac:spMkLst>
            <pc:docMk/>
            <pc:sldMk cId="3345166437" sldId="491"/>
            <ac:spMk id="5" creationId="{AE2E4DC5-7913-4E83-A0F8-D896041C0E68}"/>
          </ac:spMkLst>
        </pc:spChg>
      </pc:sldChg>
      <pc:sldChg chg="addSp modSp add mod ord">
        <pc:chgData name="Teuku Raja Irfan Radarma" userId="cf428174-95ba-4576-8554-3a3b8ffa52b7" providerId="ADAL" clId="{7C3EAD8C-44D0-4789-8FD3-415EC52390DA}" dt="2025-12-13T13:04:08.087" v="990"/>
        <pc:sldMkLst>
          <pc:docMk/>
          <pc:sldMk cId="1895346072" sldId="492"/>
        </pc:sldMkLst>
        <pc:spChg chg="mod">
          <ac:chgData name="Teuku Raja Irfan Radarma" userId="cf428174-95ba-4576-8554-3a3b8ffa52b7" providerId="ADAL" clId="{7C3EAD8C-44D0-4789-8FD3-415EC52390DA}" dt="2025-12-13T12:15:26.993" v="675"/>
          <ac:spMkLst>
            <pc:docMk/>
            <pc:sldMk cId="1895346072" sldId="492"/>
            <ac:spMk id="2" creationId="{BB65C9FD-E654-4BEF-A21E-BEC193FB7EE4}"/>
          </ac:spMkLst>
        </pc:spChg>
        <pc:spChg chg="mod">
          <ac:chgData name="Teuku Raja Irfan Radarma" userId="cf428174-95ba-4576-8554-3a3b8ffa52b7" providerId="ADAL" clId="{7C3EAD8C-44D0-4789-8FD3-415EC52390DA}" dt="2025-12-13T12:50:01.309" v="732" actId="1076"/>
          <ac:spMkLst>
            <pc:docMk/>
            <pc:sldMk cId="1895346072" sldId="492"/>
            <ac:spMk id="3" creationId="{41750780-CCEE-4F03-A54B-C0EC9251F734}"/>
          </ac:spMkLst>
        </pc:spChg>
        <pc:spChg chg="add mod">
          <ac:chgData name="Teuku Raja Irfan Radarma" userId="cf428174-95ba-4576-8554-3a3b8ffa52b7" providerId="ADAL" clId="{7C3EAD8C-44D0-4789-8FD3-415EC52390DA}" dt="2025-12-13T12:50:03.818" v="733" actId="1076"/>
          <ac:spMkLst>
            <pc:docMk/>
            <pc:sldMk cId="1895346072" sldId="492"/>
            <ac:spMk id="5" creationId="{A35BFC94-3B3C-4C74-97AD-0ED7D5ACDB9B}"/>
          </ac:spMkLst>
        </pc:spChg>
      </pc:sldChg>
      <pc:sldChg chg="addSp delSp modSp add mod ord">
        <pc:chgData name="Teuku Raja Irfan Radarma" userId="cf428174-95ba-4576-8554-3a3b8ffa52b7" providerId="ADAL" clId="{7C3EAD8C-44D0-4789-8FD3-415EC52390DA}" dt="2025-12-13T13:04:08.087" v="990"/>
        <pc:sldMkLst>
          <pc:docMk/>
          <pc:sldMk cId="1905435217" sldId="493"/>
        </pc:sldMkLst>
        <pc:spChg chg="mod">
          <ac:chgData name="Teuku Raja Irfan Radarma" userId="cf428174-95ba-4576-8554-3a3b8ffa52b7" providerId="ADAL" clId="{7C3EAD8C-44D0-4789-8FD3-415EC52390DA}" dt="2025-12-13T12:53:09.909" v="831" actId="20577"/>
          <ac:spMkLst>
            <pc:docMk/>
            <pc:sldMk cId="1905435217" sldId="493"/>
            <ac:spMk id="2" creationId="{BB65C9FD-E654-4BEF-A21E-BEC193FB7EE4}"/>
          </ac:spMkLst>
        </pc:spChg>
        <pc:spChg chg="del">
          <ac:chgData name="Teuku Raja Irfan Radarma" userId="cf428174-95ba-4576-8554-3a3b8ffa52b7" providerId="ADAL" clId="{7C3EAD8C-44D0-4789-8FD3-415EC52390DA}" dt="2025-12-13T12:50:31.411" v="747" actId="478"/>
          <ac:spMkLst>
            <pc:docMk/>
            <pc:sldMk cId="1905435217" sldId="493"/>
            <ac:spMk id="3" creationId="{41750780-CCEE-4F03-A54B-C0EC9251F734}"/>
          </ac:spMkLst>
        </pc:spChg>
        <pc:spChg chg="del">
          <ac:chgData name="Teuku Raja Irfan Radarma" userId="cf428174-95ba-4576-8554-3a3b8ffa52b7" providerId="ADAL" clId="{7C3EAD8C-44D0-4789-8FD3-415EC52390DA}" dt="2025-12-13T12:50:13.744" v="737" actId="478"/>
          <ac:spMkLst>
            <pc:docMk/>
            <pc:sldMk cId="1905435217" sldId="493"/>
            <ac:spMk id="5" creationId="{A35BFC94-3B3C-4C74-97AD-0ED7D5ACDB9B}"/>
          </ac:spMkLst>
        </pc:spChg>
        <pc:spChg chg="add del mod">
          <ac:chgData name="Teuku Raja Irfan Radarma" userId="cf428174-95ba-4576-8554-3a3b8ffa52b7" providerId="ADAL" clId="{7C3EAD8C-44D0-4789-8FD3-415EC52390DA}" dt="2025-12-13T12:50:34.272" v="748" actId="478"/>
          <ac:spMkLst>
            <pc:docMk/>
            <pc:sldMk cId="1905435217" sldId="493"/>
            <ac:spMk id="7" creationId="{C46E8D59-9567-4F95-A5D0-5B4CB4B24CB0}"/>
          </ac:spMkLst>
        </pc:spChg>
        <pc:graphicFrameChg chg="add del">
          <ac:chgData name="Teuku Raja Irfan Radarma" userId="cf428174-95ba-4576-8554-3a3b8ffa52b7" providerId="ADAL" clId="{7C3EAD8C-44D0-4789-8FD3-415EC52390DA}" dt="2025-12-13T12:50:40.070" v="750" actId="3680"/>
          <ac:graphicFrameMkLst>
            <pc:docMk/>
            <pc:sldMk cId="1905435217" sldId="493"/>
            <ac:graphicFrameMk id="8" creationId="{CDED9E3D-AD35-4963-B027-B618BB1DDA64}"/>
          </ac:graphicFrameMkLst>
        </pc:graphicFrameChg>
        <pc:graphicFrameChg chg="add mod modGraphic">
          <ac:chgData name="Teuku Raja Irfan Radarma" userId="cf428174-95ba-4576-8554-3a3b8ffa52b7" providerId="ADAL" clId="{7C3EAD8C-44D0-4789-8FD3-415EC52390DA}" dt="2025-12-13T12:54:24.566" v="844" actId="2165"/>
          <ac:graphicFrameMkLst>
            <pc:docMk/>
            <pc:sldMk cId="1905435217" sldId="493"/>
            <ac:graphicFrameMk id="9" creationId="{7678855A-E3B0-4D6A-AD61-289CE3595AB4}"/>
          </ac:graphicFrameMkLst>
        </pc:graphicFrameChg>
      </pc:sldChg>
      <pc:sldChg chg="new del">
        <pc:chgData name="Teuku Raja Irfan Radarma" userId="cf428174-95ba-4576-8554-3a3b8ffa52b7" providerId="ADAL" clId="{7C3EAD8C-44D0-4789-8FD3-415EC52390DA}" dt="2025-12-13T12:50:09.475" v="735" actId="680"/>
        <pc:sldMkLst>
          <pc:docMk/>
          <pc:sldMk cId="2277854174" sldId="493"/>
        </pc:sldMkLst>
      </pc:sldChg>
      <pc:sldChg chg="modSp add mod ord">
        <pc:chgData name="Teuku Raja Irfan Radarma" userId="cf428174-95ba-4576-8554-3a3b8ffa52b7" providerId="ADAL" clId="{7C3EAD8C-44D0-4789-8FD3-415EC52390DA}" dt="2025-12-13T13:04:19.298" v="992"/>
        <pc:sldMkLst>
          <pc:docMk/>
          <pc:sldMk cId="2447765306" sldId="494"/>
        </pc:sldMkLst>
        <pc:spChg chg="mod">
          <ac:chgData name="Teuku Raja Irfan Radarma" userId="cf428174-95ba-4576-8554-3a3b8ffa52b7" providerId="ADAL" clId="{7C3EAD8C-44D0-4789-8FD3-415EC52390DA}" dt="2025-12-13T12:55:12.487" v="864" actId="20577"/>
          <ac:spMkLst>
            <pc:docMk/>
            <pc:sldMk cId="2447765306" sldId="494"/>
            <ac:spMk id="2" creationId="{BB65C9FD-E654-4BEF-A21E-BEC193FB7EE4}"/>
          </ac:spMkLst>
        </pc:spChg>
        <pc:spChg chg="mod">
          <ac:chgData name="Teuku Raja Irfan Radarma" userId="cf428174-95ba-4576-8554-3a3b8ffa52b7" providerId="ADAL" clId="{7C3EAD8C-44D0-4789-8FD3-415EC52390DA}" dt="2025-12-13T12:58:08.630" v="915" actId="14100"/>
          <ac:spMkLst>
            <pc:docMk/>
            <pc:sldMk cId="2447765306" sldId="494"/>
            <ac:spMk id="3" creationId="{41750780-CCEE-4F03-A54B-C0EC9251F734}"/>
          </ac:spMkLst>
        </pc:spChg>
        <pc:spChg chg="mod">
          <ac:chgData name="Teuku Raja Irfan Radarma" userId="cf428174-95ba-4576-8554-3a3b8ffa52b7" providerId="ADAL" clId="{7C3EAD8C-44D0-4789-8FD3-415EC52390DA}" dt="2025-12-13T12:55:21.208" v="867"/>
          <ac:spMkLst>
            <pc:docMk/>
            <pc:sldMk cId="2447765306" sldId="494"/>
            <ac:spMk id="5" creationId="{A35BFC94-3B3C-4C74-97AD-0ED7D5ACDB9B}"/>
          </ac:spMkLst>
        </pc:spChg>
      </pc:sldChg>
      <pc:sldChg chg="addSp delSp modSp add mod ord">
        <pc:chgData name="Teuku Raja Irfan Radarma" userId="cf428174-95ba-4576-8554-3a3b8ffa52b7" providerId="ADAL" clId="{7C3EAD8C-44D0-4789-8FD3-415EC52390DA}" dt="2025-12-13T13:04:19.298" v="992"/>
        <pc:sldMkLst>
          <pc:docMk/>
          <pc:sldMk cId="1621463854" sldId="495"/>
        </pc:sldMkLst>
        <pc:spChg chg="mod">
          <ac:chgData name="Teuku Raja Irfan Radarma" userId="cf428174-95ba-4576-8554-3a3b8ffa52b7" providerId="ADAL" clId="{7C3EAD8C-44D0-4789-8FD3-415EC52390DA}" dt="2025-12-13T12:58:21.056" v="918"/>
          <ac:spMkLst>
            <pc:docMk/>
            <pc:sldMk cId="1621463854" sldId="495"/>
            <ac:spMk id="2" creationId="{BB65C9FD-E654-4BEF-A21E-BEC193FB7EE4}"/>
          </ac:spMkLst>
        </pc:spChg>
        <pc:spChg chg="del mod">
          <ac:chgData name="Teuku Raja Irfan Radarma" userId="cf428174-95ba-4576-8554-3a3b8ffa52b7" providerId="ADAL" clId="{7C3EAD8C-44D0-4789-8FD3-415EC52390DA}" dt="2025-12-13T12:58:24.789" v="919" actId="478"/>
          <ac:spMkLst>
            <pc:docMk/>
            <pc:sldMk cId="1621463854" sldId="495"/>
            <ac:spMk id="3" creationId="{41750780-CCEE-4F03-A54B-C0EC9251F734}"/>
          </ac:spMkLst>
        </pc:spChg>
        <pc:spChg chg="del">
          <ac:chgData name="Teuku Raja Irfan Radarma" userId="cf428174-95ba-4576-8554-3a3b8ffa52b7" providerId="ADAL" clId="{7C3EAD8C-44D0-4789-8FD3-415EC52390DA}" dt="2025-12-13T12:58:05.169" v="914" actId="478"/>
          <ac:spMkLst>
            <pc:docMk/>
            <pc:sldMk cId="1621463854" sldId="495"/>
            <ac:spMk id="5" creationId="{A35BFC94-3B3C-4C74-97AD-0ED7D5ACDB9B}"/>
          </ac:spMkLst>
        </pc:spChg>
        <pc:spChg chg="add del mod">
          <ac:chgData name="Teuku Raja Irfan Radarma" userId="cf428174-95ba-4576-8554-3a3b8ffa52b7" providerId="ADAL" clId="{7C3EAD8C-44D0-4789-8FD3-415EC52390DA}" dt="2025-12-13T12:58:26.651" v="920" actId="478"/>
          <ac:spMkLst>
            <pc:docMk/>
            <pc:sldMk cId="1621463854" sldId="495"/>
            <ac:spMk id="7" creationId="{07B26053-6EB7-4BFA-8963-45A20EB05129}"/>
          </ac:spMkLst>
        </pc:spChg>
        <pc:spChg chg="add mod">
          <ac:chgData name="Teuku Raja Irfan Radarma" userId="cf428174-95ba-4576-8554-3a3b8ffa52b7" providerId="ADAL" clId="{7C3EAD8C-44D0-4789-8FD3-415EC52390DA}" dt="2025-12-13T13:00:32.174" v="985" actId="1076"/>
          <ac:spMkLst>
            <pc:docMk/>
            <pc:sldMk cId="1621463854" sldId="495"/>
            <ac:spMk id="10" creationId="{A158E580-737A-45BA-A886-E36E3097E2EB}"/>
          </ac:spMkLst>
        </pc:spChg>
        <pc:graphicFrameChg chg="add mod modGraphic">
          <ac:chgData name="Teuku Raja Irfan Radarma" userId="cf428174-95ba-4576-8554-3a3b8ffa52b7" providerId="ADAL" clId="{7C3EAD8C-44D0-4789-8FD3-415EC52390DA}" dt="2025-12-13T13:00:12.810" v="976" actId="404"/>
          <ac:graphicFrameMkLst>
            <pc:docMk/>
            <pc:sldMk cId="1621463854" sldId="495"/>
            <ac:graphicFrameMk id="8" creationId="{2B871463-CD01-4D05-B038-9B223931EA40}"/>
          </ac:graphicFrameMkLst>
        </pc:graphicFrameChg>
      </pc:sldChg>
      <pc:sldChg chg="addSp modSp new mod">
        <pc:chgData name="Teuku Raja Irfan Radarma" userId="cf428174-95ba-4576-8554-3a3b8ffa52b7" providerId="ADAL" clId="{7C3EAD8C-44D0-4789-8FD3-415EC52390DA}" dt="2025-12-13T13:08:57.783" v="1156" actId="113"/>
        <pc:sldMkLst>
          <pc:docMk/>
          <pc:sldMk cId="1806752585" sldId="496"/>
        </pc:sldMkLst>
        <pc:spChg chg="mod">
          <ac:chgData name="Teuku Raja Irfan Radarma" userId="cf428174-95ba-4576-8554-3a3b8ffa52b7" providerId="ADAL" clId="{7C3EAD8C-44D0-4789-8FD3-415EC52390DA}" dt="2025-12-13T13:05:15.731" v="1005" actId="404"/>
          <ac:spMkLst>
            <pc:docMk/>
            <pc:sldMk cId="1806752585" sldId="496"/>
            <ac:spMk id="2" creationId="{53BFCFBC-1627-482C-BEC4-DA65E0CB564C}"/>
          </ac:spMkLst>
        </pc:spChg>
        <pc:spChg chg="mod">
          <ac:chgData name="Teuku Raja Irfan Radarma" userId="cf428174-95ba-4576-8554-3a3b8ffa52b7" providerId="ADAL" clId="{7C3EAD8C-44D0-4789-8FD3-415EC52390DA}" dt="2025-12-13T13:06:04.506" v="1014" actId="404"/>
          <ac:spMkLst>
            <pc:docMk/>
            <pc:sldMk cId="1806752585" sldId="496"/>
            <ac:spMk id="3" creationId="{DD912BE5-519F-4C2C-AF17-D22DEA75CB71}"/>
          </ac:spMkLst>
        </pc:spChg>
        <pc:spChg chg="add mod">
          <ac:chgData name="Teuku Raja Irfan Radarma" userId="cf428174-95ba-4576-8554-3a3b8ffa52b7" providerId="ADAL" clId="{7C3EAD8C-44D0-4789-8FD3-415EC52390DA}" dt="2025-12-13T13:08:39.187" v="1134" actId="1076"/>
          <ac:spMkLst>
            <pc:docMk/>
            <pc:sldMk cId="1806752585" sldId="496"/>
            <ac:spMk id="5" creationId="{3144FA5A-D3D9-4726-8418-C4524E7BC73B}"/>
          </ac:spMkLst>
        </pc:spChg>
        <pc:spChg chg="add mod">
          <ac:chgData name="Teuku Raja Irfan Radarma" userId="cf428174-95ba-4576-8554-3a3b8ffa52b7" providerId="ADAL" clId="{7C3EAD8C-44D0-4789-8FD3-415EC52390DA}" dt="2025-12-13T13:08:41.485" v="1135" actId="1076"/>
          <ac:spMkLst>
            <pc:docMk/>
            <pc:sldMk cId="1806752585" sldId="496"/>
            <ac:spMk id="6" creationId="{E0D9B17A-0A9C-4B75-B5DB-59D4233E2559}"/>
          </ac:spMkLst>
        </pc:spChg>
        <pc:spChg chg="add mod">
          <ac:chgData name="Teuku Raja Irfan Radarma" userId="cf428174-95ba-4576-8554-3a3b8ffa52b7" providerId="ADAL" clId="{7C3EAD8C-44D0-4789-8FD3-415EC52390DA}" dt="2025-12-13T13:08:57.783" v="1156" actId="113"/>
          <ac:spMkLst>
            <pc:docMk/>
            <pc:sldMk cId="1806752585" sldId="496"/>
            <ac:spMk id="7" creationId="{58D7C47B-E9BD-4DF5-904C-9AEAB65E1193}"/>
          </ac:spMkLst>
        </pc:spChg>
        <pc:spChg chg="add mod">
          <ac:chgData name="Teuku Raja Irfan Radarma" userId="cf428174-95ba-4576-8554-3a3b8ffa52b7" providerId="ADAL" clId="{7C3EAD8C-44D0-4789-8FD3-415EC52390DA}" dt="2025-12-13T13:08:56.686" v="1155" actId="113"/>
          <ac:spMkLst>
            <pc:docMk/>
            <pc:sldMk cId="1806752585" sldId="496"/>
            <ac:spMk id="8" creationId="{0A1633D7-F624-4422-8B0F-9724A906964D}"/>
          </ac:spMkLst>
        </pc:spChg>
      </pc:sldChg>
      <pc:sldChg chg="addSp delSp modSp new mod">
        <pc:chgData name="Teuku Raja Irfan Radarma" userId="cf428174-95ba-4576-8554-3a3b8ffa52b7" providerId="ADAL" clId="{7C3EAD8C-44D0-4789-8FD3-415EC52390DA}" dt="2025-12-13T15:12:57.823" v="1230" actId="1076"/>
        <pc:sldMkLst>
          <pc:docMk/>
          <pc:sldMk cId="1412685268" sldId="497"/>
        </pc:sldMkLst>
        <pc:spChg chg="mod">
          <ac:chgData name="Teuku Raja Irfan Radarma" userId="cf428174-95ba-4576-8554-3a3b8ffa52b7" providerId="ADAL" clId="{7C3EAD8C-44D0-4789-8FD3-415EC52390DA}" dt="2025-12-13T15:06:09.677" v="1227" actId="1076"/>
          <ac:spMkLst>
            <pc:docMk/>
            <pc:sldMk cId="1412685268" sldId="497"/>
            <ac:spMk id="2" creationId="{6833BC66-22F8-46D5-B2FD-441ABB53BCF1}"/>
          </ac:spMkLst>
        </pc:spChg>
        <pc:spChg chg="del">
          <ac:chgData name="Teuku Raja Irfan Radarma" userId="cf428174-95ba-4576-8554-3a3b8ffa52b7" providerId="ADAL" clId="{7C3EAD8C-44D0-4789-8FD3-415EC52390DA}" dt="2025-12-13T15:06:02.865" v="1224"/>
          <ac:spMkLst>
            <pc:docMk/>
            <pc:sldMk cId="1412685268" sldId="497"/>
            <ac:spMk id="3" creationId="{A2730477-C2CD-4C10-BC1E-93CCE0412E58}"/>
          </ac:spMkLst>
        </pc:spChg>
        <pc:picChg chg="add mod">
          <ac:chgData name="Teuku Raja Irfan Radarma" userId="cf428174-95ba-4576-8554-3a3b8ffa52b7" providerId="ADAL" clId="{7C3EAD8C-44D0-4789-8FD3-415EC52390DA}" dt="2025-12-13T15:12:57.823" v="1230" actId="1076"/>
          <ac:picMkLst>
            <pc:docMk/>
            <pc:sldMk cId="1412685268" sldId="497"/>
            <ac:picMk id="5122" creationId="{FBED01AD-1714-4865-BC6E-8B7FC3ADDFFA}"/>
          </ac:picMkLst>
        </pc:picChg>
      </pc:sldChg>
      <pc:sldChg chg="addSp delSp modSp new mod">
        <pc:chgData name="Teuku Raja Irfan Radarma" userId="cf428174-95ba-4576-8554-3a3b8ffa52b7" providerId="ADAL" clId="{7C3EAD8C-44D0-4789-8FD3-415EC52390DA}" dt="2025-12-13T15:47:38.183" v="1269" actId="27636"/>
        <pc:sldMkLst>
          <pc:docMk/>
          <pc:sldMk cId="900747831" sldId="498"/>
        </pc:sldMkLst>
        <pc:spChg chg="mod">
          <ac:chgData name="Teuku Raja Irfan Radarma" userId="cf428174-95ba-4576-8554-3a3b8ffa52b7" providerId="ADAL" clId="{7C3EAD8C-44D0-4789-8FD3-415EC52390DA}" dt="2025-12-13T15:47:35.091" v="1267" actId="14100"/>
          <ac:spMkLst>
            <pc:docMk/>
            <pc:sldMk cId="900747831" sldId="498"/>
            <ac:spMk id="2" creationId="{F65656B2-C67A-4187-92FF-4A6923F81269}"/>
          </ac:spMkLst>
        </pc:spChg>
        <pc:spChg chg="mod">
          <ac:chgData name="Teuku Raja Irfan Radarma" userId="cf428174-95ba-4576-8554-3a3b8ffa52b7" providerId="ADAL" clId="{7C3EAD8C-44D0-4789-8FD3-415EC52390DA}" dt="2025-12-13T15:47:38.183" v="1269" actId="27636"/>
          <ac:spMkLst>
            <pc:docMk/>
            <pc:sldMk cId="900747831" sldId="498"/>
            <ac:spMk id="3" creationId="{1B8A7863-E51A-457F-A642-259B983990B2}"/>
          </ac:spMkLst>
        </pc:spChg>
        <pc:spChg chg="add mod">
          <ac:chgData name="Teuku Raja Irfan Radarma" userId="cf428174-95ba-4576-8554-3a3b8ffa52b7" providerId="ADAL" clId="{7C3EAD8C-44D0-4789-8FD3-415EC52390DA}" dt="2025-12-13T15:15:39.500" v="1239" actId="207"/>
          <ac:spMkLst>
            <pc:docMk/>
            <pc:sldMk cId="900747831" sldId="498"/>
            <ac:spMk id="5" creationId="{AE10B0AA-1F17-47B2-8C76-C38657349CB7}"/>
          </ac:spMkLst>
        </pc:spChg>
        <pc:spChg chg="add del">
          <ac:chgData name="Teuku Raja Irfan Radarma" userId="cf428174-95ba-4576-8554-3a3b8ffa52b7" providerId="ADAL" clId="{7C3EAD8C-44D0-4789-8FD3-415EC52390DA}" dt="2025-12-13T15:47:09.041" v="1253"/>
          <ac:spMkLst>
            <pc:docMk/>
            <pc:sldMk cId="900747831" sldId="498"/>
            <ac:spMk id="6" creationId="{60CEA3A4-4BDC-4415-A737-9C14D2EC1AD4}"/>
          </ac:spMkLst>
        </pc:spChg>
        <pc:spChg chg="add del">
          <ac:chgData name="Teuku Raja Irfan Radarma" userId="cf428174-95ba-4576-8554-3a3b8ffa52b7" providerId="ADAL" clId="{7C3EAD8C-44D0-4789-8FD3-415EC52390DA}" dt="2025-12-13T15:47:12.784" v="1256"/>
          <ac:spMkLst>
            <pc:docMk/>
            <pc:sldMk cId="900747831" sldId="498"/>
            <ac:spMk id="7" creationId="{09B89852-32D8-4D90-BEA3-299AD55A9E35}"/>
          </ac:spMkLst>
        </pc:spChg>
      </pc:sldChg>
      <pc:sldChg chg="addSp delSp modSp new mod">
        <pc:chgData name="Teuku Raja Irfan Radarma" userId="cf428174-95ba-4576-8554-3a3b8ffa52b7" providerId="ADAL" clId="{7C3EAD8C-44D0-4789-8FD3-415EC52390DA}" dt="2025-12-13T16:13:21.214" v="1568" actId="20577"/>
        <pc:sldMkLst>
          <pc:docMk/>
          <pc:sldMk cId="950209993" sldId="499"/>
        </pc:sldMkLst>
        <pc:spChg chg="mod">
          <ac:chgData name="Teuku Raja Irfan Radarma" userId="cf428174-95ba-4576-8554-3a3b8ffa52b7" providerId="ADAL" clId="{7C3EAD8C-44D0-4789-8FD3-415EC52390DA}" dt="2025-12-13T16:11:14.715" v="1434" actId="14100"/>
          <ac:spMkLst>
            <pc:docMk/>
            <pc:sldMk cId="950209993" sldId="499"/>
            <ac:spMk id="2" creationId="{FB2E7A65-EFF8-4D5E-BCC3-7871BAEE772E}"/>
          </ac:spMkLst>
        </pc:spChg>
        <pc:spChg chg="mod">
          <ac:chgData name="Teuku Raja Irfan Radarma" userId="cf428174-95ba-4576-8554-3a3b8ffa52b7" providerId="ADAL" clId="{7C3EAD8C-44D0-4789-8FD3-415EC52390DA}" dt="2025-12-13T16:13:21.214" v="1568" actId="20577"/>
          <ac:spMkLst>
            <pc:docMk/>
            <pc:sldMk cId="950209993" sldId="499"/>
            <ac:spMk id="3" creationId="{F8023EFB-51A1-4DEF-86C3-47DF2F39AB1B}"/>
          </ac:spMkLst>
        </pc:spChg>
        <pc:spChg chg="add del">
          <ac:chgData name="Teuku Raja Irfan Radarma" userId="cf428174-95ba-4576-8554-3a3b8ffa52b7" providerId="ADAL" clId="{7C3EAD8C-44D0-4789-8FD3-415EC52390DA}" dt="2025-12-13T15:49:17.023" v="1307"/>
          <ac:spMkLst>
            <pc:docMk/>
            <pc:sldMk cId="950209993" sldId="499"/>
            <ac:spMk id="5" creationId="{4498F566-E92B-4E29-B8B2-F6A7A8BC3692}"/>
          </ac:spMkLst>
        </pc:spChg>
        <pc:spChg chg="add del">
          <ac:chgData name="Teuku Raja Irfan Radarma" userId="cf428174-95ba-4576-8554-3a3b8ffa52b7" providerId="ADAL" clId="{7C3EAD8C-44D0-4789-8FD3-415EC52390DA}" dt="2025-12-13T15:49:21.342" v="1309"/>
          <ac:spMkLst>
            <pc:docMk/>
            <pc:sldMk cId="950209993" sldId="499"/>
            <ac:spMk id="6" creationId="{99E903F9-71DB-4CAA-B4C7-9F8FCFDE233C}"/>
          </ac:spMkLst>
        </pc:spChg>
        <pc:spChg chg="add del">
          <ac:chgData name="Teuku Raja Irfan Radarma" userId="cf428174-95ba-4576-8554-3a3b8ffa52b7" providerId="ADAL" clId="{7C3EAD8C-44D0-4789-8FD3-415EC52390DA}" dt="2025-12-13T15:49:24.519" v="1311"/>
          <ac:spMkLst>
            <pc:docMk/>
            <pc:sldMk cId="950209993" sldId="499"/>
            <ac:spMk id="7" creationId="{1AEE9E37-A8AA-4363-83B0-312B888C8F9F}"/>
          </ac:spMkLst>
        </pc:spChg>
        <pc:spChg chg="add del">
          <ac:chgData name="Teuku Raja Irfan Radarma" userId="cf428174-95ba-4576-8554-3a3b8ffa52b7" providerId="ADAL" clId="{7C3EAD8C-44D0-4789-8FD3-415EC52390DA}" dt="2025-12-13T15:50:24.484" v="1371"/>
          <ac:spMkLst>
            <pc:docMk/>
            <pc:sldMk cId="950209993" sldId="499"/>
            <ac:spMk id="8" creationId="{636E4B2B-CC9C-48C8-95DA-21D521602BFB}"/>
          </ac:spMkLst>
        </pc:spChg>
        <pc:spChg chg="add del">
          <ac:chgData name="Teuku Raja Irfan Radarma" userId="cf428174-95ba-4576-8554-3a3b8ffa52b7" providerId="ADAL" clId="{7C3EAD8C-44D0-4789-8FD3-415EC52390DA}" dt="2025-12-13T16:12:43.102" v="1518"/>
          <ac:spMkLst>
            <pc:docMk/>
            <pc:sldMk cId="950209993" sldId="499"/>
            <ac:spMk id="9" creationId="{35738E6A-1C17-4F5B-9858-69626C6C8922}"/>
          </ac:spMkLst>
        </pc:spChg>
        <pc:picChg chg="add mod">
          <ac:chgData name="Teuku Raja Irfan Radarma" userId="cf428174-95ba-4576-8554-3a3b8ffa52b7" providerId="ADAL" clId="{7C3EAD8C-44D0-4789-8FD3-415EC52390DA}" dt="2025-12-13T16:11:12.935" v="1433" actId="1076"/>
          <ac:picMkLst>
            <pc:docMk/>
            <pc:sldMk cId="950209993" sldId="499"/>
            <ac:picMk id="7174" creationId="{D436FC3D-4DF1-44EB-8C6C-C65D4AEF4189}"/>
          </ac:picMkLst>
        </pc:picChg>
      </pc:sldChg>
      <pc:sldChg chg="addSp modSp new mod">
        <pc:chgData name="Teuku Raja Irfan Radarma" userId="cf428174-95ba-4576-8554-3a3b8ffa52b7" providerId="ADAL" clId="{7C3EAD8C-44D0-4789-8FD3-415EC52390DA}" dt="2025-12-13T16:25:52.397" v="1643" actId="20577"/>
        <pc:sldMkLst>
          <pc:docMk/>
          <pc:sldMk cId="614611906" sldId="500"/>
        </pc:sldMkLst>
        <pc:spChg chg="mod">
          <ac:chgData name="Teuku Raja Irfan Radarma" userId="cf428174-95ba-4576-8554-3a3b8ffa52b7" providerId="ADAL" clId="{7C3EAD8C-44D0-4789-8FD3-415EC52390DA}" dt="2025-12-13T16:20:07.616" v="1573" actId="14100"/>
          <ac:spMkLst>
            <pc:docMk/>
            <pc:sldMk cId="614611906" sldId="500"/>
            <ac:spMk id="2" creationId="{B20FFF3F-DE43-4340-84F0-15CEECC74F8A}"/>
          </ac:spMkLst>
        </pc:spChg>
        <pc:spChg chg="mod">
          <ac:chgData name="Teuku Raja Irfan Radarma" userId="cf428174-95ba-4576-8554-3a3b8ffa52b7" providerId="ADAL" clId="{7C3EAD8C-44D0-4789-8FD3-415EC52390DA}" dt="2025-12-13T16:25:52.397" v="1643" actId="20577"/>
          <ac:spMkLst>
            <pc:docMk/>
            <pc:sldMk cId="614611906" sldId="500"/>
            <ac:spMk id="3" creationId="{20F5841F-15FB-4A8B-A0BA-774008450490}"/>
          </ac:spMkLst>
        </pc:spChg>
        <pc:spChg chg="add mod">
          <ac:chgData name="Teuku Raja Irfan Radarma" userId="cf428174-95ba-4576-8554-3a3b8ffa52b7" providerId="ADAL" clId="{7C3EAD8C-44D0-4789-8FD3-415EC52390DA}" dt="2025-12-13T16:20:17.417" v="1576"/>
          <ac:spMkLst>
            <pc:docMk/>
            <pc:sldMk cId="614611906" sldId="500"/>
            <ac:spMk id="5" creationId="{23627F44-A4FC-49FB-A597-2D17A8BCCDF4}"/>
          </ac:spMkLst>
        </pc:spChg>
      </pc:sldChg>
      <pc:sldChg chg="addSp delSp modSp add mod">
        <pc:chgData name="Teuku Raja Irfan Radarma" userId="cf428174-95ba-4576-8554-3a3b8ffa52b7" providerId="ADAL" clId="{7C3EAD8C-44D0-4789-8FD3-415EC52390DA}" dt="2025-12-13T16:28:07.629" v="1723" actId="20577"/>
        <pc:sldMkLst>
          <pc:docMk/>
          <pc:sldMk cId="3491002283" sldId="501"/>
        </pc:sldMkLst>
        <pc:spChg chg="mod">
          <ac:chgData name="Teuku Raja Irfan Radarma" userId="cf428174-95ba-4576-8554-3a3b8ffa52b7" providerId="ADAL" clId="{7C3EAD8C-44D0-4789-8FD3-415EC52390DA}" dt="2025-12-13T16:26:23.250" v="1645"/>
          <ac:spMkLst>
            <pc:docMk/>
            <pc:sldMk cId="3491002283" sldId="501"/>
            <ac:spMk id="2" creationId="{B20FFF3F-DE43-4340-84F0-15CEECC74F8A}"/>
          </ac:spMkLst>
        </pc:spChg>
        <pc:spChg chg="mod">
          <ac:chgData name="Teuku Raja Irfan Radarma" userId="cf428174-95ba-4576-8554-3a3b8ffa52b7" providerId="ADAL" clId="{7C3EAD8C-44D0-4789-8FD3-415EC52390DA}" dt="2025-12-13T16:28:07.629" v="1723" actId="20577"/>
          <ac:spMkLst>
            <pc:docMk/>
            <pc:sldMk cId="3491002283" sldId="501"/>
            <ac:spMk id="3" creationId="{20F5841F-15FB-4A8B-A0BA-774008450490}"/>
          </ac:spMkLst>
        </pc:spChg>
        <pc:spChg chg="mod">
          <ac:chgData name="Teuku Raja Irfan Radarma" userId="cf428174-95ba-4576-8554-3a3b8ffa52b7" providerId="ADAL" clId="{7C3EAD8C-44D0-4789-8FD3-415EC52390DA}" dt="2025-12-13T16:26:30.333" v="1648"/>
          <ac:spMkLst>
            <pc:docMk/>
            <pc:sldMk cId="3491002283" sldId="501"/>
            <ac:spMk id="5" creationId="{23627F44-A4FC-49FB-A597-2D17A8BCCDF4}"/>
          </ac:spMkLst>
        </pc:spChg>
        <pc:spChg chg="add del">
          <ac:chgData name="Teuku Raja Irfan Radarma" userId="cf428174-95ba-4576-8554-3a3b8ffa52b7" providerId="ADAL" clId="{7C3EAD8C-44D0-4789-8FD3-415EC52390DA}" dt="2025-12-13T16:27:56.513" v="1667"/>
          <ac:spMkLst>
            <pc:docMk/>
            <pc:sldMk cId="3491002283" sldId="501"/>
            <ac:spMk id="6" creationId="{F33A8B46-920A-444F-9CF1-9E9A3F07DE6B}"/>
          </ac:spMkLst>
        </pc:spChg>
      </pc:sldChg>
      <pc:sldChg chg="addSp delSp modSp add mod">
        <pc:chgData name="Teuku Raja Irfan Radarma" userId="cf428174-95ba-4576-8554-3a3b8ffa52b7" providerId="ADAL" clId="{7C3EAD8C-44D0-4789-8FD3-415EC52390DA}" dt="2025-12-13T16:31:47.906" v="1807" actId="114"/>
        <pc:sldMkLst>
          <pc:docMk/>
          <pc:sldMk cId="2328737408" sldId="502"/>
        </pc:sldMkLst>
        <pc:spChg chg="mod">
          <ac:chgData name="Teuku Raja Irfan Radarma" userId="cf428174-95ba-4576-8554-3a3b8ffa52b7" providerId="ADAL" clId="{7C3EAD8C-44D0-4789-8FD3-415EC52390DA}" dt="2025-12-13T16:28:58.661" v="1725"/>
          <ac:spMkLst>
            <pc:docMk/>
            <pc:sldMk cId="2328737408" sldId="502"/>
            <ac:spMk id="2" creationId="{B20FFF3F-DE43-4340-84F0-15CEECC74F8A}"/>
          </ac:spMkLst>
        </pc:spChg>
        <pc:spChg chg="mod">
          <ac:chgData name="Teuku Raja Irfan Radarma" userId="cf428174-95ba-4576-8554-3a3b8ffa52b7" providerId="ADAL" clId="{7C3EAD8C-44D0-4789-8FD3-415EC52390DA}" dt="2025-12-13T16:31:33.828" v="1803" actId="113"/>
          <ac:spMkLst>
            <pc:docMk/>
            <pc:sldMk cId="2328737408" sldId="502"/>
            <ac:spMk id="3" creationId="{20F5841F-15FB-4A8B-A0BA-774008450490}"/>
          </ac:spMkLst>
        </pc:spChg>
        <pc:spChg chg="del">
          <ac:chgData name="Teuku Raja Irfan Radarma" userId="cf428174-95ba-4576-8554-3a3b8ffa52b7" providerId="ADAL" clId="{7C3EAD8C-44D0-4789-8FD3-415EC52390DA}" dt="2025-12-13T16:29:05.827" v="1726" actId="478"/>
          <ac:spMkLst>
            <pc:docMk/>
            <pc:sldMk cId="2328737408" sldId="502"/>
            <ac:spMk id="5" creationId="{23627F44-A4FC-49FB-A597-2D17A8BCCDF4}"/>
          </ac:spMkLst>
        </pc:spChg>
        <pc:spChg chg="add del">
          <ac:chgData name="Teuku Raja Irfan Radarma" userId="cf428174-95ba-4576-8554-3a3b8ffa52b7" providerId="ADAL" clId="{7C3EAD8C-44D0-4789-8FD3-415EC52390DA}" dt="2025-12-13T16:29:14.646" v="1728"/>
          <ac:spMkLst>
            <pc:docMk/>
            <pc:sldMk cId="2328737408" sldId="502"/>
            <ac:spMk id="6" creationId="{F36EC76C-B36E-4454-BC94-1870586C19B1}"/>
          </ac:spMkLst>
        </pc:spChg>
        <pc:spChg chg="add del">
          <ac:chgData name="Teuku Raja Irfan Radarma" userId="cf428174-95ba-4576-8554-3a3b8ffa52b7" providerId="ADAL" clId="{7C3EAD8C-44D0-4789-8FD3-415EC52390DA}" dt="2025-12-13T16:30:22.612" v="1767"/>
          <ac:spMkLst>
            <pc:docMk/>
            <pc:sldMk cId="2328737408" sldId="502"/>
            <ac:spMk id="7" creationId="{B8573ED3-6FC6-4778-96C0-37BE163B2847}"/>
          </ac:spMkLst>
        </pc:spChg>
        <pc:spChg chg="add mod">
          <ac:chgData name="Teuku Raja Irfan Radarma" userId="cf428174-95ba-4576-8554-3a3b8ffa52b7" providerId="ADAL" clId="{7C3EAD8C-44D0-4789-8FD3-415EC52390DA}" dt="2025-12-13T16:31:47.906" v="1807" actId="114"/>
          <ac:spMkLst>
            <pc:docMk/>
            <pc:sldMk cId="2328737408" sldId="502"/>
            <ac:spMk id="9" creationId="{07EADD05-E84C-403F-8A2F-EC1D52A0C517}"/>
          </ac:spMkLst>
        </pc:spChg>
      </pc:sldChg>
      <pc:sldChg chg="modSp new mod">
        <pc:chgData name="Teuku Raja Irfan Radarma" userId="cf428174-95ba-4576-8554-3a3b8ffa52b7" providerId="ADAL" clId="{7C3EAD8C-44D0-4789-8FD3-415EC52390DA}" dt="2025-12-13T23:22:59.939" v="2103" actId="20577"/>
        <pc:sldMkLst>
          <pc:docMk/>
          <pc:sldMk cId="3933856039" sldId="503"/>
        </pc:sldMkLst>
        <pc:spChg chg="mod">
          <ac:chgData name="Teuku Raja Irfan Radarma" userId="cf428174-95ba-4576-8554-3a3b8ffa52b7" providerId="ADAL" clId="{7C3EAD8C-44D0-4789-8FD3-415EC52390DA}" dt="2025-12-13T23:21:03.060" v="1851" actId="20577"/>
          <ac:spMkLst>
            <pc:docMk/>
            <pc:sldMk cId="3933856039" sldId="503"/>
            <ac:spMk id="2" creationId="{5474A816-7CAB-4E88-83D8-BB1EC8CAD123}"/>
          </ac:spMkLst>
        </pc:spChg>
        <pc:spChg chg="mod">
          <ac:chgData name="Teuku Raja Irfan Radarma" userId="cf428174-95ba-4576-8554-3a3b8ffa52b7" providerId="ADAL" clId="{7C3EAD8C-44D0-4789-8FD3-415EC52390DA}" dt="2025-12-13T23:22:59.939" v="2103" actId="20577"/>
          <ac:spMkLst>
            <pc:docMk/>
            <pc:sldMk cId="3933856039" sldId="503"/>
            <ac:spMk id="4" creationId="{825C7E4A-597D-4324-BC93-3257388D6094}"/>
          </ac:spMkLst>
        </pc:spChg>
      </pc:sldChg>
      <pc:sldChg chg="modSp new mod">
        <pc:chgData name="Teuku Raja Irfan Radarma" userId="cf428174-95ba-4576-8554-3a3b8ffa52b7" providerId="ADAL" clId="{7C3EAD8C-44D0-4789-8FD3-415EC52390DA}" dt="2025-12-14T05:55:08.191" v="2152" actId="20577"/>
        <pc:sldMkLst>
          <pc:docMk/>
          <pc:sldMk cId="118148788" sldId="504"/>
        </pc:sldMkLst>
        <pc:spChg chg="mod">
          <ac:chgData name="Teuku Raja Irfan Radarma" userId="cf428174-95ba-4576-8554-3a3b8ffa52b7" providerId="ADAL" clId="{7C3EAD8C-44D0-4789-8FD3-415EC52390DA}" dt="2025-12-14T05:54:27.936" v="2117" actId="20577"/>
          <ac:spMkLst>
            <pc:docMk/>
            <pc:sldMk cId="118148788" sldId="504"/>
            <ac:spMk id="2" creationId="{C02CA0AC-1C25-4D2B-AC20-7728E182A613}"/>
          </ac:spMkLst>
        </pc:spChg>
        <pc:spChg chg="mod">
          <ac:chgData name="Teuku Raja Irfan Radarma" userId="cf428174-95ba-4576-8554-3a3b8ffa52b7" providerId="ADAL" clId="{7C3EAD8C-44D0-4789-8FD3-415EC52390DA}" dt="2025-12-14T05:55:08.191" v="2152" actId="20577"/>
          <ac:spMkLst>
            <pc:docMk/>
            <pc:sldMk cId="118148788" sldId="504"/>
            <ac:spMk id="4" creationId="{73CF8F04-41AA-4C11-9FCD-363622CB1E7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B011F-D7B6-4AA5-96DB-211285231097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40E93-FF8B-448D-BBEA-F69485674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156A4-E5DC-BD9E-0277-60026C66B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81350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gambar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CE7D8F-8D59-78B8-97D8-AA1D3D293B00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Black and white 3D wave design">
            <a:extLst>
              <a:ext uri="{FF2B5EF4-FFF2-40B4-BE49-F238E27FC236}">
                <a16:creationId xmlns:a16="http://schemas.microsoft.com/office/drawing/2014/main" id="{A355B9C9-62AF-74CB-DD64-6E68C347A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2" b="18638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8DAEF-925F-5505-B516-1E35B4B57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9144000" cy="9715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68B28-1F01-2FE5-5F22-7A39033B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5" y="4400551"/>
            <a:ext cx="9144000" cy="158646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E4D30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0B2D-CEA2-41AE-A645-252274BF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5E43-CB27-49BC-9DB7-94D08E11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8E01D-DC36-7F62-6787-C7D44BBAE6BF}"/>
              </a:ext>
            </a:extLst>
          </p:cNvPr>
          <p:cNvSpPr/>
          <p:nvPr userDrawn="1"/>
        </p:nvSpPr>
        <p:spPr>
          <a:xfrm>
            <a:off x="0" y="3181351"/>
            <a:ext cx="12192000" cy="247649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CB65A2-F0D1-50E5-D300-FA692A081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BD6353-9C57-985F-CA0D-9FE168345B41}"/>
              </a:ext>
            </a:extLst>
          </p:cNvPr>
          <p:cNvSpPr txBox="1"/>
          <p:nvPr userDrawn="1"/>
        </p:nvSpPr>
        <p:spPr>
          <a:xfrm>
            <a:off x="821285" y="5987018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>
                <a:solidFill>
                  <a:schemeClr val="bg1"/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50696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lose up of a person's eye">
            <a:extLst>
              <a:ext uri="{FF2B5EF4-FFF2-40B4-BE49-F238E27FC236}">
                <a16:creationId xmlns:a16="http://schemas.microsoft.com/office/drawing/2014/main" id="{7097E4FB-807E-8E70-4956-74A7B808D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B613F-A1B4-D3C7-25DC-8D05E3B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D33C7-84C4-AE72-483B-24AB2536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AD0E7-98AD-8F4A-8F09-61E3DF39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0453B-D8CA-A3F8-13B2-F7A61DF8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A7DC0A-71C4-5E52-9E70-C5B7695D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85760" cy="38645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610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ack and white 3D wave design">
            <a:extLst>
              <a:ext uri="{FF2B5EF4-FFF2-40B4-BE49-F238E27FC236}">
                <a16:creationId xmlns:a16="http://schemas.microsoft.com/office/drawing/2014/main" id="{3BEFDFC4-5A88-4EA9-1BBB-C17CD871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74" y="1084469"/>
            <a:ext cx="5800725" cy="46772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73B85BB-CF98-A57C-3915-986D51559C89}"/>
              </a:ext>
            </a:extLst>
          </p:cNvPr>
          <p:cNvSpPr/>
          <p:nvPr userDrawn="1"/>
        </p:nvSpPr>
        <p:spPr>
          <a:xfrm>
            <a:off x="791497" y="1084469"/>
            <a:ext cx="4259363" cy="4259363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Britannic Bold" panose="020B0903060703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24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Black and white 3D wave design">
            <a:extLst>
              <a:ext uri="{FF2B5EF4-FFF2-40B4-BE49-F238E27FC236}">
                <a16:creationId xmlns:a16="http://schemas.microsoft.com/office/drawing/2014/main" id="{7E189709-2B81-101F-AB9F-CDAD6BD8B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880" y="528480"/>
            <a:ext cx="482092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880" y="1854043"/>
            <a:ext cx="4820920" cy="4183063"/>
          </a:xfrm>
        </p:spPr>
        <p:txBody>
          <a:bodyPr>
            <a:noAutofit/>
          </a:bodyPr>
          <a:lstStyle>
            <a:lvl1pPr marL="233363" indent="-233363">
              <a:spcBef>
                <a:spcPts val="400"/>
              </a:spcBef>
              <a:buFont typeface="+mj-lt"/>
              <a:buAutoNum type="alphaUcPeriod"/>
              <a:defRPr sz="1200" b="0"/>
            </a:lvl1pPr>
          </a:lstStyle>
          <a:p>
            <a:pPr lvl="0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68274"/>
            <a:ext cx="492759" cy="4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0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43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03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A638-2012-C8F7-B6C4-19C8D7A2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C1D878A-61B4-78B6-AAC0-3F588E250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43496"/>
            <a:ext cx="390832" cy="39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1C4515-3840-A960-FE52-B3F6DE635CB7}"/>
              </a:ext>
            </a:extLst>
          </p:cNvPr>
          <p:cNvSpPr/>
          <p:nvPr userDrawn="1"/>
        </p:nvSpPr>
        <p:spPr>
          <a:xfrm>
            <a:off x="838200" y="6181930"/>
            <a:ext cx="10515600" cy="90795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53667-E945-14D4-A90C-05D1E426649F}"/>
              </a:ext>
            </a:extLst>
          </p:cNvPr>
          <p:cNvSpPr txBox="1"/>
          <p:nvPr userDrawn="1"/>
        </p:nvSpPr>
        <p:spPr>
          <a:xfrm>
            <a:off x="1229032" y="6369635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IS Auditing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8BFCB-A454-9040-8DBF-4E9479BE3D05}"/>
              </a:ext>
            </a:extLst>
          </p:cNvPr>
          <p:cNvSpPr txBox="1"/>
          <p:nvPr userDrawn="1"/>
        </p:nvSpPr>
        <p:spPr>
          <a:xfrm>
            <a:off x="4038600" y="6382921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405103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3390"/>
          <a:stretch/>
        </p:blipFill>
        <p:spPr>
          <a:xfrm>
            <a:off x="4673600" y="12383"/>
            <a:ext cx="7530044" cy="6858000"/>
          </a:xfrm>
          <a:prstGeom prst="rect">
            <a:avLst/>
          </a:prstGeom>
        </p:spPr>
      </p:pic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FC9CD173-9628-4C1C-B2C0-F3C9483E2467}"/>
              </a:ext>
            </a:extLst>
          </p:cNvPr>
          <p:cNvSpPr/>
          <p:nvPr userDrawn="1"/>
        </p:nvSpPr>
        <p:spPr>
          <a:xfrm rot="5400000">
            <a:off x="647700" y="-647700"/>
            <a:ext cx="6858000" cy="8153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4D30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63C4CD-A611-EAA3-45C7-78686547D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8240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endCxn id="9" idx="3"/>
          </p:cNvCxnSpPr>
          <p:nvPr userDrawn="1"/>
        </p:nvCxnSpPr>
        <p:spPr>
          <a:xfrm>
            <a:off x="8153400" y="0"/>
            <a:ext cx="0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B7E5C7-ECC4-BCC4-E23E-CB22CCFC232D}"/>
              </a:ext>
            </a:extLst>
          </p:cNvPr>
          <p:cNvCxnSpPr>
            <a:cxnSpLocks/>
            <a:stCxn id="9" idx="3"/>
          </p:cNvCxnSpPr>
          <p:nvPr userDrawn="1"/>
        </p:nvCxnSpPr>
        <p:spPr>
          <a:xfrm flipH="1">
            <a:off x="4736592" y="3429000"/>
            <a:ext cx="3416808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02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39DA-2C22-495A-2050-6632D424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6BE6-213D-EF68-7FCB-613DB5BCF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32821-2212-FFB9-8249-88BDBE3D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6F88-C5C8-264D-104C-A8C264A8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97FB-8025-8A85-C4AA-B9128331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E2AB-897E-B2A9-EB39-1CFF362F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20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6799-6B4B-00CC-0737-32776501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FFA02-90BB-B2B5-F035-1C834F47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3401-9F40-AD3E-0626-D55823BF1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E4F6A-F81F-0E7F-8D54-856873A1D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935B-D069-9460-4459-BF4D1D493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9E23-9F18-ED1A-5DF1-9B0659DC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1A36E-FBBF-9DCF-9938-2599539D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949C8-15FA-726E-9C27-0DC40D7C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EF09-B442-1926-2CD5-24B30BDB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2F290-9AE9-8C71-BA7A-CE5ABDFD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E5225-F528-20C2-D92B-5FEE9853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2FF7-F415-B014-9D3D-942DAC5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4E34C-3DBB-E858-47C3-68A12A3B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EAC0A-8994-E667-28A8-BC08BB60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ED37-C602-70E8-A682-FF5465E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4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77C2-2768-98B0-D674-F152E5CF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BF90-F561-63B7-96CC-31B42678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28BE-E891-B74B-F5EF-3894938C5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967D9-385F-34B4-C1A5-643B078A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162B-4D97-B1C3-1432-88BFDEF8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6EB3-DD1D-8098-2466-15E2FBB6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1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1925-552C-C9C0-0DE6-8B703D98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4691-06F7-2B6D-3ACF-957758B43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DB517-F705-71BB-6D17-355C2DE1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A284-8754-89F8-CE20-4D91029C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10707-1F15-0831-432A-9385D550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669E-DDDA-5194-C3B2-3EF6414B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17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0884-9102-FB05-B313-0DB1F3D8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F3D2F-3ED5-D4AE-F6F9-09604784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4E0E-2FA3-4E5B-3DDD-2C48307D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DE46-39C9-F262-C10D-C350FA96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60A4-66C4-73A3-7158-2EA17C62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45FAA-2D37-9057-31D6-C08017EE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450B0-FC44-1EA2-4C6E-8D9B1D53D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412B-7ECC-ACC1-4E68-267CC18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6721-00AB-0CC7-EF5F-03EE3AE5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6E0BF-8927-53D7-5A80-AF7FAEC3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080A8-208E-A677-1C33-0E1B9472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18EC-BA8C-2AAB-5F85-DCCDD612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ED497-36B7-7E15-015E-68D649EB9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94E0-D630-F30C-38E4-A05C88E3F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CE704-8EE5-E145-606D-E803784D1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7BBDE0-3A4E-3EA2-60B0-F9756E347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10763250" cy="971551"/>
          </a:xfrm>
        </p:spPr>
        <p:txBody>
          <a:bodyPr/>
          <a:lstStyle/>
          <a:p>
            <a:r>
              <a:rPr lang="en-US" dirty="0"/>
              <a:t>Information Asset Security and Control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CC89D4-8169-77D5-D53F-1E998B469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Information Systems Auditing</a:t>
            </a:r>
          </a:p>
          <a:p>
            <a:r>
              <a:rPr lang="en-US" dirty="0"/>
              <a:t>Class VI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2050987-8CC6-442F-88E1-8386779A2F31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60" b="39442"/>
          <a:stretch/>
        </p:blipFill>
        <p:spPr bwMode="auto">
          <a:xfrm>
            <a:off x="0" y="0"/>
            <a:ext cx="1219200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161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2C04A-BCBB-9364-2819-8725E669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Recap</a:t>
            </a:r>
          </a:p>
        </p:txBody>
      </p:sp>
    </p:spTree>
    <p:extLst>
      <p:ext uri="{BB962C8B-B14F-4D97-AF65-F5344CB8AC3E}">
        <p14:creationId xmlns:p14="http://schemas.microsoft.com/office/powerpoint/2010/main" val="202197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157F-D729-D43A-6721-923C7B23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540" y="236651"/>
            <a:ext cx="482092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5DB3-7A6F-EDD4-9F33-B3FF6161C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71" y="1682885"/>
            <a:ext cx="5473429" cy="4354221"/>
          </a:xfrm>
        </p:spPr>
        <p:txBody>
          <a:bodyPr/>
          <a:lstStyle/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Concept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Audit Program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Acquisition and Development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Implementation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Operation &amp; Business Resilience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/>
              <a:t>Protection of Information Assets I: Part A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Protection of Information Assets II: Part B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Mid-Term Exam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09DF7A-9B78-AB11-FA80-26BA72C3D29B}"/>
              </a:ext>
            </a:extLst>
          </p:cNvPr>
          <p:cNvSpPr txBox="1">
            <a:spLocks/>
          </p:cNvSpPr>
          <p:nvPr/>
        </p:nvSpPr>
        <p:spPr>
          <a:xfrm>
            <a:off x="6459167" y="1682885"/>
            <a:ext cx="5340483" cy="4354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+mj-lt"/>
              <a:buAutoNum type="alphaU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Basic of Data Analysis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Risk and Control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Parallel Simulation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Analytics and Sampling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Substantive Testing: Sales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Substantive Testing: Expenditure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Audit Report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Final Exam</a:t>
            </a:r>
          </a:p>
        </p:txBody>
      </p:sp>
    </p:spTree>
    <p:extLst>
      <p:ext uri="{BB962C8B-B14F-4D97-AF65-F5344CB8AC3E}">
        <p14:creationId xmlns:p14="http://schemas.microsoft.com/office/powerpoint/2010/main" val="403099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06DC-C82D-49A7-49E8-24B02235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Covered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17E5-AD4D-CEBE-F9C3-691B02449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845"/>
            <a:ext cx="10515600" cy="2231449"/>
          </a:xfrm>
        </p:spPr>
        <p:txBody>
          <a:bodyPr>
            <a:normAutofit/>
          </a:bodyPr>
          <a:lstStyle/>
          <a:p>
            <a:r>
              <a:rPr lang="en-US" sz="2000" dirty="0"/>
              <a:t>IT Governance and its audit concept through COBIT 2019 standard</a:t>
            </a:r>
          </a:p>
          <a:p>
            <a:r>
              <a:rPr lang="en-US" sz="2000" dirty="0"/>
              <a:t>How Systems are Acquired &amp; Developed</a:t>
            </a:r>
          </a:p>
          <a:p>
            <a:r>
              <a:rPr lang="en-US" sz="2000" dirty="0"/>
              <a:t>How Systems are Implemented</a:t>
            </a:r>
          </a:p>
          <a:p>
            <a:r>
              <a:rPr lang="en-US" sz="2000" dirty="0"/>
              <a:t>How to make sure the system is running well and prevented to have prolonged downtime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ACEAD-C5C5-7B9B-5D94-3516EDDB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1C4826-0D9F-82A9-71DC-D0E6749679B2}"/>
              </a:ext>
            </a:extLst>
          </p:cNvPr>
          <p:cNvSpPr txBox="1"/>
          <p:nvPr/>
        </p:nvSpPr>
        <p:spPr>
          <a:xfrm>
            <a:off x="908461" y="4027567"/>
            <a:ext cx="798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Remember, the first half of this class will cover domains in CISA Review, as follows: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IS Auditing Process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IT Governance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IS Acquisition, Development, and Implementation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IS Operations and Business Resilience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Protection of Information and Assets</a:t>
            </a:r>
          </a:p>
        </p:txBody>
      </p:sp>
    </p:spTree>
    <p:extLst>
      <p:ext uri="{BB962C8B-B14F-4D97-AF65-F5344CB8AC3E}">
        <p14:creationId xmlns:p14="http://schemas.microsoft.com/office/powerpoint/2010/main" val="289172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1678-8156-B5D7-6985-8F8C864E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3854"/>
            <a:ext cx="10515600" cy="809494"/>
          </a:xfrm>
        </p:spPr>
        <p:txBody>
          <a:bodyPr/>
          <a:lstStyle/>
          <a:p>
            <a:r>
              <a:rPr lang="en-US" dirty="0"/>
              <a:t>Reflection on Filling-Up Mind-Map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43A71-550D-6448-8070-817ACA416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9504"/>
            <a:ext cx="9600210" cy="36274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How long did it take for you to finish your part?</a:t>
            </a:r>
          </a:p>
          <a:p>
            <a:pPr>
              <a:lnSpc>
                <a:spcPct val="100000"/>
              </a:lnSpc>
            </a:pPr>
            <a:r>
              <a:rPr lang="en-US" dirty="0"/>
              <a:t>Do you have any alternative idea to fill the mind-map?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2707D-EB6F-11F8-2A06-4E76D4C1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562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79CBE2-7ADF-23F1-83BE-26DF183A5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4950" y="754084"/>
            <a:ext cx="5800725" cy="515012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Intro: </a:t>
            </a:r>
            <a:r>
              <a:rPr lang="en-ID" dirty="0"/>
              <a:t>The Big Story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Why and What We Protect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Trust and Responsibility Over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Access to the City: Who May Enter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/>
              <a:t>Defending the Infrastructure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ID" dirty="0"/>
              <a:t>Protecting the Data Itself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ID" dirty="0"/>
              <a:t>Modern Computing Environments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074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576263"/>
            <a:ext cx="6202680" cy="2852737"/>
          </a:xfrm>
        </p:spPr>
        <p:txBody>
          <a:bodyPr>
            <a:normAutofit/>
          </a:bodyPr>
          <a:lstStyle/>
          <a:p>
            <a:r>
              <a:rPr lang="en-US"/>
              <a:t>Intro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E064B16-72CC-4606-A23D-7291843E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>
            <a:normAutofit/>
          </a:bodyPr>
          <a:lstStyle/>
          <a:p>
            <a:r>
              <a:rPr lang="en-US" sz="2800" dirty="0"/>
              <a:t>#protect #control #trust</a:t>
            </a:r>
          </a:p>
        </p:txBody>
      </p:sp>
    </p:spTree>
    <p:extLst>
      <p:ext uri="{BB962C8B-B14F-4D97-AF65-F5344CB8AC3E}">
        <p14:creationId xmlns:p14="http://schemas.microsoft.com/office/powerpoint/2010/main" val="1457204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0B5D-F2DB-45AE-B8A2-D55147304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This Chapter is About?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BE946-FF5F-4410-A12D-F0EE584B2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463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Before we go into details, this chapter answers one big question:</a:t>
            </a:r>
          </a:p>
          <a:p>
            <a:pPr marL="0" indent="0">
              <a:buNone/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77EF8-42B8-47ED-8378-57E31817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CA763A6-BCD0-4198-855E-C521C67F6F40}"/>
              </a:ext>
            </a:extLst>
          </p:cNvPr>
          <p:cNvSpPr txBox="1">
            <a:spLocks/>
          </p:cNvSpPr>
          <p:nvPr/>
        </p:nvSpPr>
        <p:spPr>
          <a:xfrm>
            <a:off x="1206335" y="2806885"/>
            <a:ext cx="9588335" cy="2384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sz="4400" dirty="0"/>
              <a:t>How does an organization design and implement controls to protect information assets?</a:t>
            </a:r>
            <a:endParaRPr lang="en-ID" sz="4400" dirty="0"/>
          </a:p>
        </p:txBody>
      </p:sp>
    </p:spTree>
    <p:extLst>
      <p:ext uri="{BB962C8B-B14F-4D97-AF65-F5344CB8AC3E}">
        <p14:creationId xmlns:p14="http://schemas.microsoft.com/office/powerpoint/2010/main" val="212132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7A5FA-6A2A-454B-AFE1-267BB7936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781"/>
            <a:ext cx="10515600" cy="1296988"/>
          </a:xfrm>
        </p:spPr>
        <p:txBody>
          <a:bodyPr/>
          <a:lstStyle/>
          <a:p>
            <a:r>
              <a:rPr lang="en-US" dirty="0"/>
              <a:t>Let’s Protect the City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3F441-FCA5-4060-B93C-BB745E2B1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01FA17-A283-4D87-B650-2D6EF447F6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3" r="223" b="8811"/>
          <a:stretch/>
        </p:blipFill>
        <p:spPr>
          <a:xfrm>
            <a:off x="6405250" y="782740"/>
            <a:ext cx="4948550" cy="490844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899956A-F09C-4790-B2DB-03681EE01DFD}"/>
              </a:ext>
            </a:extLst>
          </p:cNvPr>
          <p:cNvSpPr txBox="1">
            <a:spLocks/>
          </p:cNvSpPr>
          <p:nvPr/>
        </p:nvSpPr>
        <p:spPr>
          <a:xfrm>
            <a:off x="838201" y="1578769"/>
            <a:ext cx="5169694" cy="38883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dirty="0"/>
              <a:t>I recently have been playing Age of Empires II.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This game incorporates the skills on how to defend our base/city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Let’s see what we can do to protect the city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387560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0B5D-F2DB-45AE-B8A2-D55147304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A vs Part B of Chapter 5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BE946-FF5F-4410-A12D-F0EE584B2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8197" y="1611868"/>
            <a:ext cx="6733310" cy="3910157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We are focusing on: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Design of protection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Preventive and foundational controls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Trust, access, and safeguarding mechanisms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We are NOT yet covering: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Attacks and hacking techniques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Security monitoring and testing tools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Incident response and forensics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77EF8-42B8-47ED-8378-57E31817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2050" name="Picture 2" descr="Check ">
            <a:extLst>
              <a:ext uri="{FF2B5EF4-FFF2-40B4-BE49-F238E27FC236}">
                <a16:creationId xmlns:a16="http://schemas.microsoft.com/office/drawing/2014/main" id="{1CA06875-C040-4752-8762-DDD1A28E1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599" y="1690688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o touch ">
            <a:extLst>
              <a:ext uri="{FF2B5EF4-FFF2-40B4-BE49-F238E27FC236}">
                <a16:creationId xmlns:a16="http://schemas.microsoft.com/office/drawing/2014/main" id="{EA462519-8909-4864-931A-F1D0EFDC0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599" y="398944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6366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0B5D-F2DB-45AE-B8A2-D55147304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8657"/>
          </a:xfrm>
        </p:spPr>
        <p:txBody>
          <a:bodyPr/>
          <a:lstStyle/>
          <a:p>
            <a:r>
              <a:rPr lang="en-US" dirty="0"/>
              <a:t>Part A vs Part B Topics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77EF8-42B8-47ED-8378-57E31817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7BCCA4-2F0E-4658-A706-A2FBE16CD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98" y="1444778"/>
            <a:ext cx="5525530" cy="4781612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b="1" dirty="0"/>
              <a:t>Part A: Information Asset Security and Control</a:t>
            </a:r>
          </a:p>
          <a:p>
            <a:pPr marL="265113" indent="-265113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Information Asset Security Frameworks, Standards, &amp; Guidelines</a:t>
            </a:r>
          </a:p>
          <a:p>
            <a:pPr marL="265113" indent="-265113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Privacy Principles</a:t>
            </a:r>
          </a:p>
          <a:p>
            <a:pPr marL="265113" indent="-265113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Physical Access and Environmental Controls</a:t>
            </a:r>
          </a:p>
          <a:p>
            <a:pPr marL="265113" indent="-265113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Identity and Access Management</a:t>
            </a:r>
          </a:p>
          <a:p>
            <a:pPr marL="265113" indent="-265113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Network and End-point Security </a:t>
            </a:r>
          </a:p>
          <a:p>
            <a:pPr marL="265113" indent="-265113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Data Classification</a:t>
            </a:r>
          </a:p>
          <a:p>
            <a:pPr marL="265113" indent="-265113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Data Encryption and Encryption-related Techniques</a:t>
            </a:r>
          </a:p>
          <a:p>
            <a:pPr marL="265113" indent="-265113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Public Key Infrastructure (PKI)</a:t>
            </a:r>
          </a:p>
          <a:p>
            <a:pPr marL="265113" indent="-265113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Web-based Communication Technologies</a:t>
            </a:r>
          </a:p>
          <a:p>
            <a:pPr marL="265113" indent="-265113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 Virtualized Environments</a:t>
            </a:r>
          </a:p>
          <a:p>
            <a:pPr marL="265113" indent="-265113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1600" dirty="0"/>
              <a:t>Mobile, Wireless, and Internet-of-Things (IOT) Devices</a:t>
            </a:r>
            <a:endParaRPr lang="en-ID" sz="1600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05098EB1-A1AB-4306-8A19-B3F813C8EB57}"/>
              </a:ext>
            </a:extLst>
          </p:cNvPr>
          <p:cNvSpPr txBox="1">
            <a:spLocks/>
          </p:cNvSpPr>
          <p:nvPr/>
        </p:nvSpPr>
        <p:spPr>
          <a:xfrm>
            <a:off x="6546352" y="1399189"/>
            <a:ext cx="5100451" cy="478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ID" sz="2000" b="1" dirty="0"/>
              <a:t>Part B: Security Event Management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600" dirty="0"/>
              <a:t>Security Awareness Training and Programs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600" dirty="0"/>
              <a:t>Information System Attack Methods and Techniques 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600" dirty="0"/>
              <a:t>Security Testing Tools and Techniques 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600" dirty="0"/>
              <a:t>Security Monitoring Tools and Techniques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600" dirty="0"/>
              <a:t>Incident Response Management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1600" dirty="0"/>
              <a:t>Evidence Collection and Forensics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3204734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95542-24DB-4A94-A6A7-4DB7B1847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7391"/>
            <a:ext cx="10515600" cy="641951"/>
          </a:xfrm>
        </p:spPr>
        <p:txBody>
          <a:bodyPr/>
          <a:lstStyle/>
          <a:p>
            <a:r>
              <a:rPr lang="en-US" dirty="0"/>
              <a:t>Part A Topics’ Brief Explanation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11AD8-CD58-4D3E-B17E-3D4CA6187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7FDEDBC-53CE-4957-928C-122628A0C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376501"/>
              </p:ext>
            </p:extLst>
          </p:nvPr>
        </p:nvGraphicFramePr>
        <p:xfrm>
          <a:off x="838200" y="1119293"/>
          <a:ext cx="10778066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949">
                  <a:extLst>
                    <a:ext uri="{9D8B030D-6E8A-4147-A177-3AD203B41FA5}">
                      <a16:colId xmlns:a16="http://schemas.microsoft.com/office/drawing/2014/main" val="3896105164"/>
                    </a:ext>
                  </a:extLst>
                </a:gridCol>
                <a:gridCol w="3405869">
                  <a:extLst>
                    <a:ext uri="{9D8B030D-6E8A-4147-A177-3AD203B41FA5}">
                      <a16:colId xmlns:a16="http://schemas.microsoft.com/office/drawing/2014/main" val="1827471737"/>
                    </a:ext>
                  </a:extLst>
                </a:gridCol>
                <a:gridCol w="6777248">
                  <a:extLst>
                    <a:ext uri="{9D8B030D-6E8A-4147-A177-3AD203B41FA5}">
                      <a16:colId xmlns:a16="http://schemas.microsoft.com/office/drawing/2014/main" val="680779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No</a:t>
                      </a:r>
                      <a:endParaRPr lang="en-ID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Topics</a:t>
                      </a:r>
                      <a:endParaRPr lang="en-ID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Brief Explanation</a:t>
                      </a:r>
                      <a:endParaRPr lang="en-ID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2646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Security Frameworks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Rules before tools</a:t>
                      </a:r>
                      <a:r>
                        <a:rPr lang="en-US" sz="1600" dirty="0"/>
                        <a:t>: protection must be structured and intentional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037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Privacy Principles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Respect the citizen</a:t>
                      </a:r>
                      <a:r>
                        <a:rPr lang="en-US" sz="1600" dirty="0"/>
                        <a:t>: personal data must be handled with care and purpose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724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Physical &amp; Environmental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/>
                        <a:t>Protect the buildings</a:t>
                      </a:r>
                      <a:r>
                        <a:rPr lang="en-US" sz="1600" dirty="0"/>
                        <a:t>: no digital security works if the room burns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007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Identity &amp; Access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Only the right people get the keys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771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Network &amp; Endpoint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Defend the walls and houses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911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Data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Not all valuables need the same lock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492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Encryption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Even if stolen, it stays unreadable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495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PKI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Trust needs a trusted third party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935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Web-based Technologies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Public-facing systems need extra caution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572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Virtualized Environments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Shared buildings need strong separation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923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Mobile, Wireless &amp; IoT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Assets now move beyond the city walls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72775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0170CC7-0871-4B34-AA67-7116A4ECE4BC}"/>
              </a:ext>
            </a:extLst>
          </p:cNvPr>
          <p:cNvSpPr txBox="1"/>
          <p:nvPr/>
        </p:nvSpPr>
        <p:spPr>
          <a:xfrm>
            <a:off x="660400" y="5660145"/>
            <a:ext cx="1087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Part A is about </a:t>
            </a:r>
            <a:r>
              <a:rPr lang="en-US" b="1" dirty="0"/>
              <a:t>building protection correctly</a:t>
            </a:r>
            <a:r>
              <a:rPr lang="en-US" dirty="0"/>
              <a:t>—before testing, monitoring, or responding to incidents.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40397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67330"/>
            <a:ext cx="6202680" cy="2852737"/>
          </a:xfrm>
        </p:spPr>
        <p:txBody>
          <a:bodyPr>
            <a:normAutofit/>
          </a:bodyPr>
          <a:lstStyle/>
          <a:p>
            <a:r>
              <a:rPr lang="en-US" dirty="0"/>
              <a:t>What and Why We Protect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E064B16-72CC-4606-A23D-7291843E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021666"/>
            <a:ext cx="6202680" cy="1500187"/>
          </a:xfrm>
        </p:spPr>
        <p:txBody>
          <a:bodyPr>
            <a:normAutofit/>
          </a:bodyPr>
          <a:lstStyle/>
          <a:p>
            <a:r>
              <a:rPr lang="en-US" sz="2000" dirty="0"/>
              <a:t>Setting the rules and defining what matters</a:t>
            </a:r>
          </a:p>
        </p:txBody>
      </p:sp>
    </p:spTree>
    <p:extLst>
      <p:ext uri="{BB962C8B-B14F-4D97-AF65-F5344CB8AC3E}">
        <p14:creationId xmlns:p14="http://schemas.microsoft.com/office/powerpoint/2010/main" val="349334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9AD64-7561-47BC-8A84-84FCB2833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037"/>
          </a:xfrm>
        </p:spPr>
        <p:txBody>
          <a:bodyPr/>
          <a:lstStyle/>
          <a:p>
            <a:r>
              <a:rPr lang="en-US" dirty="0"/>
              <a:t>What Is an Information Asset?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EB193-4A09-4AF5-9DF9-3531823EC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6164"/>
            <a:ext cx="5641181" cy="476567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An information asset is anything that supports business value through information.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Examples: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Data (customer, financial, employee)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Applications (ERP, HR, core systems)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Infrastructure (servers, networks)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Identities &amp; credentials</a:t>
            </a:r>
          </a:p>
          <a:p>
            <a:pPr marL="0" indent="0">
              <a:lnSpc>
                <a:spcPct val="100000"/>
              </a:lnSpc>
              <a:buNone/>
            </a:pPr>
            <a:endParaRPr lang="en-ID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A5852-7AF2-48B0-9972-B3E083FC1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95104A-DBF8-4FF1-A288-BE6407764EF5}"/>
              </a:ext>
            </a:extLst>
          </p:cNvPr>
          <p:cNvSpPr/>
          <p:nvPr/>
        </p:nvSpPr>
        <p:spPr>
          <a:xfrm>
            <a:off x="6618172" y="5496885"/>
            <a:ext cx="4969533" cy="365125"/>
          </a:xfrm>
          <a:prstGeom prst="rect">
            <a:avLst/>
          </a:prstGeom>
          <a:gradFill flip="none" rotWithShape="1">
            <a:gsLst>
              <a:gs pos="9000">
                <a:srgbClr val="FFC000">
                  <a:alpha val="0"/>
                </a:srgbClr>
              </a:gs>
              <a:gs pos="43000">
                <a:schemeClr val="accent4">
                  <a:alpha val="41000"/>
                </a:schemeClr>
              </a:gs>
              <a:gs pos="99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ysClr val="windowText" lastClr="000000"/>
                </a:solidFill>
              </a:rPr>
              <a:t>Inside the city, not everything has the same value</a:t>
            </a:r>
            <a:endParaRPr lang="en-ID" sz="1400" dirty="0">
              <a:solidFill>
                <a:sysClr val="windowText" lastClr="0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6CA200-E3BA-43DF-90C3-C1ABC8A77D2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590" b="9063"/>
          <a:stretch/>
        </p:blipFill>
        <p:spPr>
          <a:xfrm>
            <a:off x="6618172" y="1178552"/>
            <a:ext cx="4735628" cy="428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164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9AD64-7561-47BC-8A84-84FCB2833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4142"/>
          </a:xfrm>
        </p:spPr>
        <p:txBody>
          <a:bodyPr/>
          <a:lstStyle/>
          <a:p>
            <a:r>
              <a:rPr lang="en-US" dirty="0"/>
              <a:t>Why Knowing This Matters?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EB193-4A09-4AF5-9DF9-3531823EC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cannot protect what you do not recognize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Overprotection wastes resources; </a:t>
            </a:r>
            <a:r>
              <a:rPr lang="en-US" dirty="0" err="1"/>
              <a:t>underprotection</a:t>
            </a:r>
            <a:r>
              <a:rPr lang="en-US" dirty="0"/>
              <a:t> creates risk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Keywords: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Value</a:t>
            </a:r>
            <a:r>
              <a:rPr lang="en-US" dirty="0"/>
              <a:t> – Why does it matter?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Ownership</a:t>
            </a:r>
            <a:r>
              <a:rPr lang="en-US" dirty="0"/>
              <a:t> – Who is responsible?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Risk</a:t>
            </a:r>
            <a:r>
              <a:rPr lang="en-US" dirty="0"/>
              <a:t> – What happens if it fails?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Auditor lens: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Are information assets formally identified?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Is ownership clearly assigned?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Is protection aligned with business importance?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A5852-7AF2-48B0-9972-B3E083FC1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864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B5E95A-98D6-4069-8091-CE4BC529A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2083510-85A6-49E2-BD19-7450D7D56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158"/>
            <a:ext cx="10515600" cy="964142"/>
          </a:xfrm>
        </p:spPr>
        <p:txBody>
          <a:bodyPr/>
          <a:lstStyle/>
          <a:p>
            <a:r>
              <a:rPr lang="en-ID" dirty="0"/>
              <a:t>Then What is “Secure”?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AC17C3-0CA6-4166-A260-C3DB50C79D21}"/>
              </a:ext>
            </a:extLst>
          </p:cNvPr>
          <p:cNvSpPr/>
          <p:nvPr/>
        </p:nvSpPr>
        <p:spPr>
          <a:xfrm>
            <a:off x="905933" y="1146705"/>
            <a:ext cx="10380133" cy="365125"/>
          </a:xfrm>
          <a:prstGeom prst="rect">
            <a:avLst/>
          </a:prstGeom>
          <a:gradFill flip="none" rotWithShape="1">
            <a:gsLst>
              <a:gs pos="22000">
                <a:schemeClr val="bg1">
                  <a:alpha val="0"/>
                </a:schemeClr>
              </a:gs>
              <a:gs pos="61000">
                <a:schemeClr val="bg1">
                  <a:alpha val="61000"/>
                </a:schemeClr>
              </a:gs>
              <a:gs pos="99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What makes the city feel safe?</a:t>
            </a:r>
            <a:endParaRPr lang="en-ID" dirty="0">
              <a:solidFill>
                <a:schemeClr val="tx1"/>
              </a:solidFill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1A4C905-2AE6-4086-8C1C-5EA05BD33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43138"/>
            <a:ext cx="9355931" cy="3312088"/>
          </a:xfrm>
        </p:spPr>
        <p:txBody>
          <a:bodyPr/>
          <a:lstStyle/>
          <a:p>
            <a:r>
              <a:rPr lang="en-ID" dirty="0"/>
              <a:t>What “secure” means</a:t>
            </a:r>
          </a:p>
          <a:p>
            <a:r>
              <a:rPr lang="en-US" dirty="0"/>
              <a:t>If I say a system is secure, what do I actually mean?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235531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65EF4-0B6C-47D5-B67B-974801D96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“Secure” City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BFBFC-0B7E-456A-BB8B-2B429C2E5F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city is not safe just because it has walls.</a:t>
            </a:r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r>
              <a:rPr lang="en-US" dirty="0"/>
              <a:t>A city is safe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Only the </a:t>
            </a:r>
            <a:r>
              <a:rPr lang="en-US" b="1" dirty="0"/>
              <a:t>right people</a:t>
            </a:r>
            <a:r>
              <a:rPr lang="en-US" dirty="0"/>
              <a:t> can access restricted areas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Official records are </a:t>
            </a:r>
            <a:r>
              <a:rPr lang="en-US" b="1" dirty="0"/>
              <a:t>not secretly altered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Essential services </a:t>
            </a:r>
            <a:r>
              <a:rPr lang="en-US" b="1" dirty="0"/>
              <a:t>keep running</a:t>
            </a:r>
            <a:r>
              <a:rPr lang="en-US" dirty="0"/>
              <a:t>, even during problems</a:t>
            </a:r>
          </a:p>
          <a:p>
            <a:pPr marL="0" indent="0">
              <a:buNone/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128B1-F6D2-4EF4-8D97-0E78E55AC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B0CCCC-7EB8-4F40-8555-7B52532DFF27}"/>
              </a:ext>
            </a:extLst>
          </p:cNvPr>
          <p:cNvSpPr txBox="1"/>
          <p:nvPr/>
        </p:nvSpPr>
        <p:spPr>
          <a:xfrm>
            <a:off x="2405657" y="5406123"/>
            <a:ext cx="7524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“In information security, we summarize all of that into three words.”</a:t>
            </a:r>
            <a:endParaRPr lang="en-ID" i="1" dirty="0"/>
          </a:p>
        </p:txBody>
      </p:sp>
    </p:spTree>
    <p:extLst>
      <p:ext uri="{BB962C8B-B14F-4D97-AF65-F5344CB8AC3E}">
        <p14:creationId xmlns:p14="http://schemas.microsoft.com/office/powerpoint/2010/main" val="3994387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9AD64-7561-47BC-8A84-84FCB2833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158"/>
            <a:ext cx="10515600" cy="964142"/>
          </a:xfrm>
        </p:spPr>
        <p:txBody>
          <a:bodyPr/>
          <a:lstStyle/>
          <a:p>
            <a:r>
              <a:rPr lang="en-ID" dirty="0"/>
              <a:t>Security Objectives (CIA Triad)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A5852-7AF2-48B0-9972-B3E083FC1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369D64-7AA5-4088-A8EB-6B8925F394DF}"/>
              </a:ext>
            </a:extLst>
          </p:cNvPr>
          <p:cNvSpPr/>
          <p:nvPr/>
        </p:nvSpPr>
        <p:spPr>
          <a:xfrm>
            <a:off x="905933" y="1146705"/>
            <a:ext cx="10380133" cy="365125"/>
          </a:xfrm>
          <a:prstGeom prst="rect">
            <a:avLst/>
          </a:prstGeom>
          <a:gradFill flip="none" rotWithShape="1">
            <a:gsLst>
              <a:gs pos="22000">
                <a:srgbClr val="FFC000">
                  <a:alpha val="3922"/>
                </a:srgbClr>
              </a:gs>
              <a:gs pos="61000">
                <a:schemeClr val="accent4">
                  <a:alpha val="42000"/>
                </a:schemeClr>
              </a:gs>
              <a:gs pos="99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What makes the city feel safe?</a:t>
            </a:r>
            <a:endParaRPr lang="en-ID" dirty="0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F73A7C-0D71-4277-9FE0-5AA09DB19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265" y="2805643"/>
            <a:ext cx="2675467" cy="267546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081D626-CB93-4EF6-B5AA-BA2FAA4417C2}"/>
              </a:ext>
            </a:extLst>
          </p:cNvPr>
          <p:cNvSpPr txBox="1"/>
          <p:nvPr/>
        </p:nvSpPr>
        <p:spPr>
          <a:xfrm>
            <a:off x="7679267" y="4559829"/>
            <a:ext cx="26356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Availability</a:t>
            </a:r>
            <a:endParaRPr lang="en-US" b="1" dirty="0"/>
          </a:p>
          <a:p>
            <a:r>
              <a:rPr lang="en-ID" dirty="0"/>
              <a:t>accessible when needed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AE3A53-C5B8-4DFB-9724-E75B1D64B44B}"/>
              </a:ext>
            </a:extLst>
          </p:cNvPr>
          <p:cNvSpPr txBox="1"/>
          <p:nvPr/>
        </p:nvSpPr>
        <p:spPr>
          <a:xfrm>
            <a:off x="1376936" y="4559829"/>
            <a:ext cx="313579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200" b="1" dirty="0"/>
              <a:t>Confidentiality</a:t>
            </a:r>
            <a:endParaRPr lang="en-US" b="1" dirty="0"/>
          </a:p>
          <a:p>
            <a:pPr algn="r"/>
            <a:r>
              <a:rPr lang="en-US" dirty="0"/>
              <a:t>only the right people can see</a:t>
            </a:r>
            <a:endParaRPr lang="en-ID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EEE56B-DF6B-4BD5-9172-521F1138AE41}"/>
              </a:ext>
            </a:extLst>
          </p:cNvPr>
          <p:cNvSpPr txBox="1"/>
          <p:nvPr/>
        </p:nvSpPr>
        <p:spPr>
          <a:xfrm>
            <a:off x="4622798" y="1804240"/>
            <a:ext cx="313278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Integrity</a:t>
            </a:r>
            <a:endParaRPr lang="en-US" sz="2800" b="1" dirty="0"/>
          </a:p>
          <a:p>
            <a:pPr algn="ctr"/>
            <a:r>
              <a:rPr lang="en-ID" dirty="0"/>
              <a:t>nothing is altered improperly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E6D29D-E789-4EAC-B632-8D331FB17D14}"/>
              </a:ext>
            </a:extLst>
          </p:cNvPr>
          <p:cNvSpPr txBox="1"/>
          <p:nvPr/>
        </p:nvSpPr>
        <p:spPr>
          <a:xfrm>
            <a:off x="4817645" y="4827215"/>
            <a:ext cx="377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</a:t>
            </a:r>
            <a:endParaRPr lang="en-ID" sz="2400" b="1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7A08BC-0C22-4CF5-9357-A5EBB708AD1A}"/>
              </a:ext>
            </a:extLst>
          </p:cNvPr>
          <p:cNvSpPr txBox="1"/>
          <p:nvPr/>
        </p:nvSpPr>
        <p:spPr>
          <a:xfrm>
            <a:off x="5954773" y="2967335"/>
            <a:ext cx="282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I</a:t>
            </a:r>
            <a:endParaRPr lang="en-ID" sz="2400" b="1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00B2F5-24A3-4E4E-A6B2-539E0F3F2B7F}"/>
              </a:ext>
            </a:extLst>
          </p:cNvPr>
          <p:cNvSpPr txBox="1"/>
          <p:nvPr/>
        </p:nvSpPr>
        <p:spPr>
          <a:xfrm>
            <a:off x="6997330" y="4827215"/>
            <a:ext cx="401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</a:t>
            </a:r>
            <a:endParaRPr lang="en-ID" sz="2400" b="1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18AC78-021A-4CB8-9918-575E3758502C}"/>
              </a:ext>
            </a:extLst>
          </p:cNvPr>
          <p:cNvSpPr txBox="1"/>
          <p:nvPr/>
        </p:nvSpPr>
        <p:spPr>
          <a:xfrm>
            <a:off x="5454472" y="4236663"/>
            <a:ext cx="13077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InfoSec</a:t>
            </a:r>
          </a:p>
          <a:p>
            <a:pPr algn="ctr"/>
            <a:r>
              <a:rPr lang="en-US" b="1" dirty="0"/>
              <a:t>Objectives</a:t>
            </a:r>
            <a:endParaRPr lang="en-ID" b="1" dirty="0"/>
          </a:p>
        </p:txBody>
      </p:sp>
    </p:spTree>
    <p:extLst>
      <p:ext uri="{BB962C8B-B14F-4D97-AF65-F5344CB8AC3E}">
        <p14:creationId xmlns:p14="http://schemas.microsoft.com/office/powerpoint/2010/main" val="39992531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C204C-D48C-49C7-867F-CECC0B015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9344"/>
          </a:xfrm>
        </p:spPr>
        <p:txBody>
          <a:bodyPr>
            <a:normAutofit/>
          </a:bodyPr>
          <a:lstStyle/>
          <a:p>
            <a:r>
              <a:rPr lang="en-ID" dirty="0"/>
              <a:t>Information Asset Security Frameworks, Standards &amp;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194B4-0066-4FBE-ABD0-17CBCF7AE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If CIA tells us what security must achieve,</a:t>
            </a:r>
            <a:br>
              <a:rPr lang="en-US" dirty="0"/>
            </a:br>
            <a:r>
              <a:rPr lang="en-US" dirty="0"/>
              <a:t>frameworks tell us how to organize controls to achieve it.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CIA = What the city wants (safety goals)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Frameworks = City laws and building codes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Controls = Locks, guards, alarms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city without laws may still have guards, but: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consistency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accountability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common standard</a:t>
            </a:r>
          </a:p>
          <a:p>
            <a:pPr marL="0" indent="0">
              <a:lnSpc>
                <a:spcPct val="100000"/>
              </a:lnSpc>
              <a:buNone/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60A37-05C9-43D1-BD30-B2828002F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341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C204C-D48C-49C7-867F-CECC0B015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9344"/>
          </a:xfrm>
        </p:spPr>
        <p:txBody>
          <a:bodyPr>
            <a:normAutofit/>
          </a:bodyPr>
          <a:lstStyle/>
          <a:p>
            <a:r>
              <a:rPr lang="en-US" dirty="0"/>
              <a:t>What Is a Security Framework?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194B4-0066-4FBE-ABD0-17CBCF7AE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4469"/>
            <a:ext cx="10515600" cy="4712494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A security framework is a </a:t>
            </a:r>
            <a:r>
              <a:rPr lang="en-US" b="1" dirty="0"/>
              <a:t>structured way to organize security controls</a:t>
            </a:r>
            <a:r>
              <a:rPr lang="en-US" dirty="0"/>
              <a:t> so they consistently support business objectives.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Frameworks provide: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Common language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Defined domains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Clear responsibility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They answer: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controls should exist?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they relate to each other?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Who is accountable?</a:t>
            </a:r>
          </a:p>
          <a:p>
            <a:pPr marL="0" indent="0">
              <a:lnSpc>
                <a:spcPct val="100000"/>
              </a:lnSpc>
              <a:buNone/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60A37-05C9-43D1-BD30-B2828002F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87E7F4-102D-49F5-BEB5-43C2E6DED61B}"/>
              </a:ext>
            </a:extLst>
          </p:cNvPr>
          <p:cNvSpPr/>
          <p:nvPr/>
        </p:nvSpPr>
        <p:spPr>
          <a:xfrm>
            <a:off x="6972300" y="3257552"/>
            <a:ext cx="3771900" cy="82391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Remember what we covered in week 2 about </a:t>
            </a:r>
            <a:r>
              <a:rPr lang="en-US" b="1" dirty="0"/>
              <a:t>criteria</a:t>
            </a:r>
            <a:endParaRPr lang="en-ID" dirty="0"/>
          </a:p>
        </p:txBody>
      </p:sp>
      <p:pic>
        <p:nvPicPr>
          <p:cNvPr id="10242" name="Picture 2" descr="Alert ">
            <a:extLst>
              <a:ext uri="{FF2B5EF4-FFF2-40B4-BE49-F238E27FC236}">
                <a16:creationId xmlns:a16="http://schemas.microsoft.com/office/drawing/2014/main" id="{C657A743-CFEE-4B60-8E29-45C7E5B00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318272"/>
            <a:ext cx="702469" cy="70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81290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AB02-A4A4-41D0-9A65-5FA3A4E1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Frameworks vs Standards vs Guidelines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00885-3377-49DE-BE71-7B4FAEF3F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00A9AF6-149C-410B-923D-8C55C2607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231302"/>
              </p:ext>
            </p:extLst>
          </p:nvPr>
        </p:nvGraphicFramePr>
        <p:xfrm>
          <a:off x="838199" y="1855523"/>
          <a:ext cx="7012782" cy="338084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40992">
                  <a:extLst>
                    <a:ext uri="{9D8B030D-6E8A-4147-A177-3AD203B41FA5}">
                      <a16:colId xmlns:a16="http://schemas.microsoft.com/office/drawing/2014/main" val="3009703922"/>
                    </a:ext>
                  </a:extLst>
                </a:gridCol>
                <a:gridCol w="5271790">
                  <a:extLst>
                    <a:ext uri="{9D8B030D-6E8A-4147-A177-3AD203B41FA5}">
                      <a16:colId xmlns:a16="http://schemas.microsoft.com/office/drawing/2014/main" val="255157138"/>
                    </a:ext>
                  </a:extLst>
                </a:gridCol>
              </a:tblGrid>
              <a:tr h="1090595">
                <a:tc>
                  <a:txBody>
                    <a:bodyPr/>
                    <a:lstStyle/>
                    <a:p>
                      <a:r>
                        <a:rPr lang="en-ID" b="1" dirty="0"/>
                        <a:t>Frameworks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High-level structure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Organizes control areas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Used for governance and audit alignment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247103"/>
                  </a:ext>
                </a:extLst>
              </a:tr>
              <a:tr h="763417">
                <a:tc>
                  <a:txBody>
                    <a:bodyPr/>
                    <a:lstStyle/>
                    <a:p>
                      <a:r>
                        <a:rPr lang="en-ID" b="1" dirty="0"/>
                        <a:t>Standards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Mandatory requirements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Must be complied with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340996"/>
                  </a:ext>
                </a:extLst>
              </a:tr>
              <a:tr h="763417">
                <a:tc>
                  <a:txBody>
                    <a:bodyPr/>
                    <a:lstStyle/>
                    <a:p>
                      <a:r>
                        <a:rPr lang="en-ID" b="1" dirty="0"/>
                        <a:t>Guidelines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dirty="0"/>
                        <a:t>Recommended practices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dirty="0"/>
                        <a:t>Flexible, context-based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99675"/>
                  </a:ext>
                </a:extLst>
              </a:tr>
              <a:tr h="763417">
                <a:tc>
                  <a:txBody>
                    <a:bodyPr/>
                    <a:lstStyle/>
                    <a:p>
                      <a:r>
                        <a:rPr lang="en-ID" b="1" dirty="0"/>
                        <a:t>Procedures (Preview)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dirty="0"/>
                        <a:t>Step-by-step execution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dirty="0"/>
                        <a:t>Operational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37036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7DD55-8A14-4D9A-A32E-DD88F21ECC30}"/>
              </a:ext>
            </a:extLst>
          </p:cNvPr>
          <p:cNvSpPr txBox="1"/>
          <p:nvPr/>
        </p:nvSpPr>
        <p:spPr>
          <a:xfrm>
            <a:off x="7943851" y="2219841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20294"/>
                </a:solidFill>
                <a:latin typeface="Stencil" panose="040409050D0802020404" pitchFamily="82" charset="0"/>
              </a:rPr>
              <a:t>The Map</a:t>
            </a:r>
            <a:endParaRPr lang="en-ID" dirty="0">
              <a:solidFill>
                <a:srgbClr val="020294"/>
              </a:solidFill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CEFE1B-6752-480E-9659-4E5D58DA9673}"/>
              </a:ext>
            </a:extLst>
          </p:cNvPr>
          <p:cNvSpPr txBox="1"/>
          <p:nvPr/>
        </p:nvSpPr>
        <p:spPr>
          <a:xfrm>
            <a:off x="7943851" y="3176614"/>
            <a:ext cx="1398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20294"/>
                </a:solidFill>
                <a:latin typeface="Stencil" panose="040409050D0802020404" pitchFamily="82" charset="0"/>
              </a:rPr>
              <a:t>The Rules</a:t>
            </a:r>
            <a:endParaRPr lang="en-ID" dirty="0">
              <a:solidFill>
                <a:srgbClr val="020294"/>
              </a:solidFill>
              <a:latin typeface="Stencil" panose="040409050D0802020404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D87707-0436-48A0-83E5-231EE6517E0E}"/>
              </a:ext>
            </a:extLst>
          </p:cNvPr>
          <p:cNvSpPr txBox="1"/>
          <p:nvPr/>
        </p:nvSpPr>
        <p:spPr>
          <a:xfrm>
            <a:off x="7943851" y="3890433"/>
            <a:ext cx="1614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20294"/>
                </a:solidFill>
                <a:latin typeface="Stencil" panose="040409050D0802020404" pitchFamily="82" charset="0"/>
              </a:rPr>
              <a:t>The Advices</a:t>
            </a:r>
            <a:endParaRPr lang="en-ID" dirty="0">
              <a:solidFill>
                <a:srgbClr val="020294"/>
              </a:solidFill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E64E13-52B1-4C3B-A262-C5410A4FB6E8}"/>
              </a:ext>
            </a:extLst>
          </p:cNvPr>
          <p:cNvSpPr txBox="1"/>
          <p:nvPr/>
        </p:nvSpPr>
        <p:spPr>
          <a:xfrm>
            <a:off x="7943851" y="4650342"/>
            <a:ext cx="2890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20294"/>
                </a:solidFill>
                <a:latin typeface="Stencil" panose="040409050D0802020404" pitchFamily="82" charset="0"/>
              </a:rPr>
              <a:t>The Daily Instruction</a:t>
            </a:r>
            <a:endParaRPr lang="en-ID" dirty="0">
              <a:solidFill>
                <a:srgbClr val="020294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135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237B5-0C41-43BD-8CF8-8FCF7EF42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/>
          <a:lstStyle/>
          <a:p>
            <a:r>
              <a:rPr lang="en-ID" dirty="0"/>
              <a:t>Why Auditors 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65D00-23ED-4926-9AFC-62B930BC2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193006"/>
            <a:ext cx="6305550" cy="4983957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/>
              <a:t>Auditors do not audit tools first. They audit: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/>
              <a:t>Whether a framework is adopted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/>
              <a:t>Whether controls align with it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/>
              <a:t>Whether it is applied consistently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/>
              <a:t>Frameworks exist to ensure CIA objectives are achieved </a:t>
            </a:r>
            <a:r>
              <a:rPr lang="en-US" sz="2000" b="1" dirty="0"/>
              <a:t>consistently</a:t>
            </a:r>
            <a:r>
              <a:rPr lang="en-US" sz="2000" dirty="0"/>
              <a:t>, not accidentally.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/>
              <a:t>Without frameworks: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Confidentiality depends on individuals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Integrity depends on trust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Availability depends on luck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F4A22-3295-466F-BB5A-311E08433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9DB9C4-1E0B-4539-91E8-69A1D706DA10}"/>
              </a:ext>
            </a:extLst>
          </p:cNvPr>
          <p:cNvSpPr/>
          <p:nvPr/>
        </p:nvSpPr>
        <p:spPr>
          <a:xfrm>
            <a:off x="7065169" y="2058591"/>
            <a:ext cx="4200525" cy="233481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/>
              <a:t>Typical audit red flags: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Controls exist, but no framework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Policies exist, but no procedures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Inconsistent implementation across units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Procedures exist, but are outdated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Guidelines are treated as standards (over-control)</a:t>
            </a:r>
          </a:p>
        </p:txBody>
      </p:sp>
      <p:pic>
        <p:nvPicPr>
          <p:cNvPr id="11266" name="Picture 2" descr="Point ">
            <a:extLst>
              <a:ext uri="{FF2B5EF4-FFF2-40B4-BE49-F238E27FC236}">
                <a16:creationId xmlns:a16="http://schemas.microsoft.com/office/drawing/2014/main" id="{61BB30DF-0846-471E-8E21-BFB5A6168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4629" y="1638299"/>
            <a:ext cx="676276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9554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67330"/>
            <a:ext cx="6202680" cy="2852737"/>
          </a:xfrm>
        </p:spPr>
        <p:txBody>
          <a:bodyPr>
            <a:normAutofit/>
          </a:bodyPr>
          <a:lstStyle/>
          <a:p>
            <a:r>
              <a:rPr lang="en-US" dirty="0"/>
              <a:t>Trust and Responsibility Over Data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E064B16-72CC-4606-A23D-7291843E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021666"/>
            <a:ext cx="6202680" cy="1500187"/>
          </a:xfrm>
        </p:spPr>
        <p:txBody>
          <a:bodyPr>
            <a:normAutofit/>
          </a:bodyPr>
          <a:lstStyle/>
          <a:p>
            <a:r>
              <a:rPr lang="en-US" sz="1800" dirty="0"/>
              <a:t>When information represents people, not just systems</a:t>
            </a:r>
          </a:p>
        </p:txBody>
      </p:sp>
    </p:spTree>
    <p:extLst>
      <p:ext uri="{BB962C8B-B14F-4D97-AF65-F5344CB8AC3E}">
        <p14:creationId xmlns:p14="http://schemas.microsoft.com/office/powerpoint/2010/main" val="15127737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79BCB-C421-4576-A087-FCD6FF31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“Secure City”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F3ABE-58B5-4A28-BAC6-5477AAC08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42782" cy="4351338"/>
          </a:xfrm>
        </p:spPr>
        <p:txBody>
          <a:bodyPr/>
          <a:lstStyle/>
          <a:p>
            <a:r>
              <a:rPr lang="en-US" dirty="0"/>
              <a:t>Imagine a city where the guards know everything about every citizen: where they live, where they go, how much they earn</a:t>
            </a:r>
          </a:p>
          <a:p>
            <a:r>
              <a:rPr lang="en-US" dirty="0"/>
              <a:t>Even if the city is safe from enemies, would you want to live there?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44A36-710E-4E75-A61D-E7CC40A29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27FADF-1E39-4DEB-B77F-4228CD34F7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1" r="6751" b="7315"/>
          <a:stretch/>
        </p:blipFill>
        <p:spPr>
          <a:xfrm>
            <a:off x="6409456" y="618008"/>
            <a:ext cx="5002073" cy="524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9171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79BCB-C421-4576-A087-FCD6FF31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vs Privacy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F3ABE-58B5-4A28-BAC6-5477AAC08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084150" cy="435133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Security → Protecting the city from outsiders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Privacy → Protecting citizens from misuse by city authorities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 organization can be: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Secure but not privacy-respecting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Privacy-aware but technically weak</a:t>
            </a: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ID" dirty="0"/>
              <a:t>Both must coexist.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44A36-710E-4E75-A61D-E7CC40A29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413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79BCB-C421-4576-A087-FCD6FF31B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9306"/>
          </a:xfrm>
        </p:spPr>
        <p:txBody>
          <a:bodyPr/>
          <a:lstStyle/>
          <a:p>
            <a:r>
              <a:rPr lang="en-US" dirty="0"/>
              <a:t>Privacy Principles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F3ABE-58B5-4A28-BAC6-5477AAC08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7313"/>
            <a:ext cx="10515600" cy="385048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security, we don’t only protect the city infrastructure.</a:t>
            </a:r>
          </a:p>
          <a:p>
            <a:r>
              <a:rPr lang="en-US" dirty="0"/>
              <a:t>We also protect the citizens who live inside the city.</a:t>
            </a:r>
          </a:p>
          <a:p>
            <a:r>
              <a:rPr lang="en-US" dirty="0"/>
              <a:t>Privacy principles define how the city treats its citizens’ personal information.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City → Organization</a:t>
            </a:r>
          </a:p>
          <a:p>
            <a:r>
              <a:rPr lang="en-US" dirty="0"/>
              <a:t>Citizens → Individuals (employees, customers)</a:t>
            </a:r>
          </a:p>
          <a:p>
            <a:r>
              <a:rPr lang="en-US" dirty="0"/>
              <a:t>Citizen records → Personal data</a:t>
            </a:r>
          </a:p>
          <a:p>
            <a:r>
              <a:rPr lang="en-US" dirty="0"/>
              <a:t>City authorities → Organization insiders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44A36-710E-4E75-A61D-E7CC40A29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5D7DCA-15E7-4292-A6A2-433428B2CD71}"/>
              </a:ext>
            </a:extLst>
          </p:cNvPr>
          <p:cNvSpPr txBox="1"/>
          <p:nvPr/>
        </p:nvSpPr>
        <p:spPr>
          <a:xfrm>
            <a:off x="838201" y="5515768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/>
              <a:t>Privacy controls protect citizens </a:t>
            </a:r>
            <a:r>
              <a:rPr lang="en-US" b="1" i="1" dirty="0"/>
              <a:t>from misuse of power inside the city</a:t>
            </a:r>
            <a:r>
              <a:rPr lang="en-US" i="1" dirty="0"/>
              <a:t>, not just from outsiders.</a:t>
            </a:r>
            <a:endParaRPr lang="en-ID" i="1" dirty="0"/>
          </a:p>
        </p:txBody>
      </p:sp>
    </p:spTree>
    <p:extLst>
      <p:ext uri="{BB962C8B-B14F-4D97-AF65-F5344CB8AC3E}">
        <p14:creationId xmlns:p14="http://schemas.microsoft.com/office/powerpoint/2010/main" val="25928750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79BCB-C421-4576-A087-FCD6FF31B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9306"/>
          </a:xfrm>
        </p:spPr>
        <p:txBody>
          <a:bodyPr/>
          <a:lstStyle/>
          <a:p>
            <a:r>
              <a:rPr lang="en-ID" dirty="0"/>
              <a:t>Core Privacy Principles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44A36-710E-4E75-A61D-E7CC40A29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C156CED-BFB4-4310-BDF7-ED8F880C0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08014"/>
              </p:ext>
            </p:extLst>
          </p:nvPr>
        </p:nvGraphicFramePr>
        <p:xfrm>
          <a:off x="919304" y="1475740"/>
          <a:ext cx="10353391" cy="390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0517">
                  <a:extLst>
                    <a:ext uri="{9D8B030D-6E8A-4147-A177-3AD203B41FA5}">
                      <a16:colId xmlns:a16="http://schemas.microsoft.com/office/drawing/2014/main" val="1473068038"/>
                    </a:ext>
                  </a:extLst>
                </a:gridCol>
                <a:gridCol w="4026634">
                  <a:extLst>
                    <a:ext uri="{9D8B030D-6E8A-4147-A177-3AD203B41FA5}">
                      <a16:colId xmlns:a16="http://schemas.microsoft.com/office/drawing/2014/main" val="3344597273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1796899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Principle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Brief Definition</a:t>
                      </a:r>
                      <a:endParaRPr lang="en-ID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Audit Perspective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146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sz="1600" b="0" dirty="0"/>
                        <a:t>Collection 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Personal data should be collected lawfully, fairly, and only to the extent necessary for specified purposes.</a:t>
                      </a:r>
                      <a:endParaRPr lang="en-ID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Is each data element clearly justified?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Is excessive personal data being collected?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348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sz="1600" b="0" dirty="0"/>
                        <a:t>Purpose 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Personal data should be used only for the specific, explicit purposes for which it was collected, unless further consent or legal basis exists.</a:t>
                      </a:r>
                      <a:endParaRPr lang="en-ID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Is data reused across processes?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Is reuse formally approved and communicated?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119087"/>
                  </a:ext>
                </a:extLst>
              </a:tr>
              <a:tr h="502688">
                <a:tc>
                  <a:txBody>
                    <a:bodyPr/>
                    <a:lstStyle/>
                    <a:p>
                      <a:r>
                        <a:rPr lang="en-ID" sz="1600" b="0" dirty="0"/>
                        <a:t>Data Minimization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Personal data should be adequate, relevant, and limited, and retained only for as long as necessary.</a:t>
                      </a:r>
                      <a:endParaRPr lang="en-ID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Are retention periods defined?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Are old records securely disposed of?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63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sz="1600" b="0" dirty="0"/>
                        <a:t>Transparency and Consent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Individuals should be informed about data collection and usage, and consent should be obtained where required.</a:t>
                      </a:r>
                      <a:endParaRPr lang="en-ID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Are privacy notices clear and accessible?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Is consent documented and auditable?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146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4901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67330"/>
            <a:ext cx="6202680" cy="2852737"/>
          </a:xfrm>
        </p:spPr>
        <p:txBody>
          <a:bodyPr>
            <a:normAutofit/>
          </a:bodyPr>
          <a:lstStyle/>
          <a:p>
            <a:r>
              <a:rPr lang="en-US" dirty="0"/>
              <a:t>Access to the City: Who May Enter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E064B16-72CC-4606-A23D-7291843E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021666"/>
            <a:ext cx="6202680" cy="1500187"/>
          </a:xfrm>
        </p:spPr>
        <p:txBody>
          <a:bodyPr>
            <a:normAutofit/>
          </a:bodyPr>
          <a:lstStyle/>
          <a:p>
            <a:r>
              <a:rPr lang="en-US" sz="1800" dirty="0"/>
              <a:t>Controlling entry points before defending the inside</a:t>
            </a:r>
          </a:p>
        </p:txBody>
      </p:sp>
    </p:spTree>
    <p:extLst>
      <p:ext uri="{BB962C8B-B14F-4D97-AF65-F5344CB8AC3E}">
        <p14:creationId xmlns:p14="http://schemas.microsoft.com/office/powerpoint/2010/main" val="39192361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7880959-D833-47D2-B2F8-4742593DC3EF}"/>
              </a:ext>
            </a:extLst>
          </p:cNvPr>
          <p:cNvSpPr/>
          <p:nvPr/>
        </p:nvSpPr>
        <p:spPr>
          <a:xfrm>
            <a:off x="897059" y="1020826"/>
            <a:ext cx="5610945" cy="365125"/>
          </a:xfrm>
          <a:prstGeom prst="rect">
            <a:avLst/>
          </a:prstGeom>
          <a:gradFill flip="none" rotWithShape="1">
            <a:gsLst>
              <a:gs pos="9000">
                <a:srgbClr val="FFC000">
                  <a:alpha val="0"/>
                </a:srgbClr>
              </a:gs>
              <a:gs pos="43000">
                <a:schemeClr val="accent4">
                  <a:alpha val="41000"/>
                </a:schemeClr>
              </a:gs>
              <a:gs pos="99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Protecting the city gates and buildings</a:t>
            </a:r>
            <a:endParaRPr lang="en-ID" sz="14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F32DFD-C949-4BDC-96E3-27F747B28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/>
          <a:p>
            <a:r>
              <a:rPr lang="en-US" dirty="0"/>
              <a:t>Physical Access Control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4AEB8-0CD5-4DCE-83AC-01473DF1C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8826"/>
            <a:ext cx="5423863" cy="44181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Before securing systems and data, we must first secure its physical access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If attackers can: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Enter the city freely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Access buildings without restriction</a:t>
            </a:r>
          </a:p>
          <a:p>
            <a:pPr marL="0" indent="0">
              <a:buNone/>
            </a:pPr>
            <a:r>
              <a:rPr lang="en-US" sz="2000" dirty="0"/>
              <a:t>Then all logical controls become meaningless.</a:t>
            </a:r>
          </a:p>
          <a:p>
            <a:endParaRPr lang="en-ID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4E055-A4E7-4AC0-861B-ABC8C947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9032FA-D057-40DB-A5B5-747DA90316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402" b="9170"/>
          <a:stretch/>
        </p:blipFill>
        <p:spPr>
          <a:xfrm>
            <a:off x="6510105" y="998918"/>
            <a:ext cx="5061784" cy="48601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BA893AA-3F43-42C5-AF70-83074E6C4AFF}"/>
              </a:ext>
            </a:extLst>
          </p:cNvPr>
          <p:cNvSpPr txBox="1"/>
          <p:nvPr/>
        </p:nvSpPr>
        <p:spPr>
          <a:xfrm>
            <a:off x="897059" y="5133749"/>
            <a:ext cx="54238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/>
              <a:t>Physical access controls are safeguards designed to </a:t>
            </a:r>
            <a:r>
              <a:rPr lang="en-US" sz="1600" b="1" i="1" dirty="0"/>
              <a:t>prevent unauthorized physical access</a:t>
            </a:r>
            <a:r>
              <a:rPr lang="en-US" sz="1600" i="1" dirty="0"/>
              <a:t> to facilities, systems, equipment, and resources.</a:t>
            </a:r>
            <a:endParaRPr lang="en-ID" sz="1600" i="1" dirty="0"/>
          </a:p>
        </p:txBody>
      </p:sp>
    </p:spTree>
    <p:extLst>
      <p:ext uri="{BB962C8B-B14F-4D97-AF65-F5344CB8AC3E}">
        <p14:creationId xmlns:p14="http://schemas.microsoft.com/office/powerpoint/2010/main" val="40223359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73C84-1072-461D-8EE9-AB39B8495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2061"/>
          </a:xfrm>
        </p:spPr>
        <p:txBody>
          <a:bodyPr/>
          <a:lstStyle/>
          <a:p>
            <a:r>
              <a:rPr lang="en-US" dirty="0"/>
              <a:t>Identity and Access Management (IAM)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FBD39-7ABC-4FAA-BD98-3C9CAF316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city is not protected by walls alone, but by controlling who is allowed to do what inside the city.</a:t>
            </a:r>
          </a:p>
          <a:p>
            <a:r>
              <a:rPr lang="en-US" dirty="0"/>
              <a:t>IAM ensures that only the right people can access the right resources, in the right way, at the right time.</a:t>
            </a:r>
          </a:p>
          <a:p>
            <a:r>
              <a:rPr lang="en-US" dirty="0"/>
              <a:t>IAM defines identity, authority, and responsibility inside the city.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99BA0-822D-446F-8BB8-F915BFEDF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ADF79-1FE1-45E3-B693-21E1E4B5CBD9}"/>
              </a:ext>
            </a:extLst>
          </p:cNvPr>
          <p:cNvSpPr txBox="1"/>
          <p:nvPr/>
        </p:nvSpPr>
        <p:spPr>
          <a:xfrm>
            <a:off x="897059" y="5133749"/>
            <a:ext cx="103978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1" dirty="0"/>
              <a:t>Identity and Access Management is a framework of policies, processes, and technologies used to </a:t>
            </a:r>
            <a:r>
              <a:rPr lang="en-US" sz="1600" b="1" i="1" dirty="0"/>
              <a:t>identify users</a:t>
            </a:r>
            <a:r>
              <a:rPr lang="en-US" sz="1600" i="1" dirty="0"/>
              <a:t>, </a:t>
            </a:r>
            <a:r>
              <a:rPr lang="en-US" sz="1600" b="1" i="1" dirty="0"/>
              <a:t>authenticate their identities</a:t>
            </a:r>
            <a:r>
              <a:rPr lang="en-US" sz="1600" i="1" dirty="0"/>
              <a:t>, and </a:t>
            </a:r>
            <a:r>
              <a:rPr lang="en-US" sz="1600" b="1" i="1" dirty="0"/>
              <a:t>authorize access</a:t>
            </a:r>
            <a:r>
              <a:rPr lang="en-US" sz="1600" i="1" dirty="0"/>
              <a:t> to resources.</a:t>
            </a:r>
            <a:endParaRPr lang="en-ID" sz="1600" i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32DEDA-E9C2-4C1B-B1B7-02004D7DE050}"/>
              </a:ext>
            </a:extLst>
          </p:cNvPr>
          <p:cNvSpPr/>
          <p:nvPr/>
        </p:nvSpPr>
        <p:spPr>
          <a:xfrm>
            <a:off x="966428" y="1184623"/>
            <a:ext cx="9356833" cy="365125"/>
          </a:xfrm>
          <a:prstGeom prst="rect">
            <a:avLst/>
          </a:prstGeom>
          <a:gradFill flip="none" rotWithShape="1">
            <a:gsLst>
              <a:gs pos="9000">
                <a:srgbClr val="FFC000">
                  <a:alpha val="0"/>
                </a:srgbClr>
              </a:gs>
              <a:gs pos="43000">
                <a:schemeClr val="accent4">
                  <a:alpha val="41000"/>
                </a:schemeClr>
              </a:gs>
              <a:gs pos="99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Who gets the city keys, and what they can do</a:t>
            </a:r>
            <a:endParaRPr lang="en-ID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4980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C9FD-E654-4BEF-A21E-BEC193FB7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9361"/>
          </a:xfrm>
        </p:spPr>
        <p:txBody>
          <a:bodyPr/>
          <a:lstStyle/>
          <a:p>
            <a:r>
              <a:rPr lang="en-US" dirty="0"/>
              <a:t>IAM Pillars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50780-CCEE-4F03-A54B-C0EC9251F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8630"/>
            <a:ext cx="10515600" cy="4928334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ID" b="1" dirty="0"/>
              <a:t>Identification</a:t>
            </a:r>
            <a:r>
              <a:rPr lang="en-ID" dirty="0"/>
              <a:t> (</a:t>
            </a:r>
            <a:r>
              <a:rPr lang="en-ID" i="1" dirty="0"/>
              <a:t>Who are you?)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Identification is the process of claiming an identity, typically via a user ID or account.</a:t>
            </a:r>
            <a:endParaRPr lang="en-ID" dirty="0"/>
          </a:p>
          <a:p>
            <a:pPr lvl="1">
              <a:lnSpc>
                <a:spcPct val="120000"/>
              </a:lnSpc>
            </a:pPr>
            <a:r>
              <a:rPr lang="en-US" dirty="0"/>
              <a:t>The city records who you are before issuing any keys.</a:t>
            </a:r>
            <a:endParaRPr lang="en-ID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ID" b="1" dirty="0"/>
              <a:t>Authentication</a:t>
            </a:r>
            <a:r>
              <a:rPr lang="en-ID" dirty="0"/>
              <a:t> (</a:t>
            </a:r>
            <a:r>
              <a:rPr lang="en-ID" i="1" dirty="0"/>
              <a:t>Prove it!</a:t>
            </a:r>
            <a:r>
              <a:rPr lang="en-ID" dirty="0"/>
              <a:t>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Authentication verifies that the claimed identity is valid.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Common methods: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Something you know (password)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Something you have (card, token)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Something you are (biometrics)</a:t>
            </a:r>
            <a:endParaRPr lang="en-ID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ID" b="1" dirty="0"/>
              <a:t>Authorization</a:t>
            </a:r>
            <a:r>
              <a:rPr lang="en-ID" dirty="0"/>
              <a:t> (</a:t>
            </a:r>
            <a:r>
              <a:rPr lang="en-US" i="1" dirty="0"/>
              <a:t>What Are You Allowed to Do?</a:t>
            </a:r>
            <a:r>
              <a:rPr lang="en-ID" dirty="0"/>
              <a:t>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Authorization defines what actions and resources an authenticated user is permitted to access.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Key principles: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Least privilege: To give every user, process, or system the bare minimum permissions needed to perform its job and </a:t>
            </a:r>
            <a:r>
              <a:rPr lang="en-US" i="1" dirty="0"/>
              <a:t>nothing more</a:t>
            </a:r>
            <a:endParaRPr lang="en-US" dirty="0"/>
          </a:p>
          <a:p>
            <a:pPr lvl="2">
              <a:lnSpc>
                <a:spcPct val="120000"/>
              </a:lnSpc>
            </a:pPr>
            <a:r>
              <a:rPr lang="en-US" dirty="0"/>
              <a:t>Role-based access: To simplify management by assigning permissions to </a:t>
            </a:r>
            <a:r>
              <a:rPr lang="en-US" b="1" dirty="0"/>
              <a:t>defined roles</a:t>
            </a:r>
            <a:r>
              <a:rPr lang="en-US" dirty="0"/>
              <a:t> (e.g., "Developer," "Manager," "Auditor") rather than to individual users. Users inherit the permissions of the role(s) they are assigned.</a:t>
            </a:r>
          </a:p>
          <a:p>
            <a:pPr marL="457200" lvl="1" indent="0">
              <a:lnSpc>
                <a:spcPct val="120000"/>
              </a:lnSpc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E6585-544B-4838-94CB-1AC73E0B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1664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67330"/>
            <a:ext cx="6202680" cy="2852737"/>
          </a:xfrm>
        </p:spPr>
        <p:txBody>
          <a:bodyPr>
            <a:normAutofit/>
          </a:bodyPr>
          <a:lstStyle/>
          <a:p>
            <a:r>
              <a:rPr lang="en-ID" dirty="0"/>
              <a:t>Defending the Infrastructure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E064B16-72CC-4606-A23D-7291843E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021666"/>
            <a:ext cx="6202680" cy="1500187"/>
          </a:xfrm>
        </p:spPr>
        <p:txBody>
          <a:bodyPr>
            <a:normAutofit/>
          </a:bodyPr>
          <a:lstStyle/>
          <a:p>
            <a:r>
              <a:rPr lang="en-US" sz="1800" dirty="0"/>
              <a:t>Protecting networks and devices that process data</a:t>
            </a:r>
          </a:p>
        </p:txBody>
      </p:sp>
    </p:spTree>
    <p:extLst>
      <p:ext uri="{BB962C8B-B14F-4D97-AF65-F5344CB8AC3E}">
        <p14:creationId xmlns:p14="http://schemas.microsoft.com/office/powerpoint/2010/main" val="4544833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32DFD-C949-4BDC-96E3-27F747B28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351"/>
          </a:xfrm>
        </p:spPr>
        <p:txBody>
          <a:bodyPr/>
          <a:lstStyle/>
          <a:p>
            <a:r>
              <a:rPr lang="en-ID" dirty="0"/>
              <a:t>Environmental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4AEB8-0CD5-4DCE-83AC-01473DF1C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164"/>
            <a:ext cx="10456741" cy="4587799"/>
          </a:xfrm>
        </p:spPr>
        <p:txBody>
          <a:bodyPr>
            <a:normAutofit/>
          </a:bodyPr>
          <a:lstStyle/>
          <a:p>
            <a:r>
              <a:rPr lang="en-US" sz="2000" dirty="0"/>
              <a:t>Even a well-guarded city can fall if nature or infrastructure fails.</a:t>
            </a:r>
          </a:p>
          <a:p>
            <a:r>
              <a:rPr lang="en-US" sz="2000" dirty="0"/>
              <a:t>Environmental controls protect the </a:t>
            </a:r>
            <a:r>
              <a:rPr lang="en-US" sz="2000" b="1" dirty="0"/>
              <a:t>availability and integrity</a:t>
            </a:r>
            <a:r>
              <a:rPr lang="en-US" sz="2000" dirty="0"/>
              <a:t> of information assets against </a:t>
            </a:r>
            <a:r>
              <a:rPr lang="en-US" sz="2000" b="1" dirty="0"/>
              <a:t>non-human threats</a:t>
            </a:r>
            <a:r>
              <a:rPr lang="en-US" sz="2000" dirty="0"/>
              <a:t>.</a:t>
            </a:r>
          </a:p>
          <a:p>
            <a:r>
              <a:rPr lang="en-US" sz="2000" dirty="0"/>
              <a:t>Environmental controls ensure the city </a:t>
            </a:r>
            <a:r>
              <a:rPr lang="en-US" sz="2000" b="1" dirty="0"/>
              <a:t>continues to function</a:t>
            </a:r>
            <a:r>
              <a:rPr lang="en-US" sz="2000" dirty="0"/>
              <a:t> even under adverse conditions.</a:t>
            </a:r>
            <a:endParaRPr lang="en-ID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4E055-A4E7-4AC0-861B-ABC8C947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A893AA-3F43-42C5-AF70-83074E6C4AFF}"/>
              </a:ext>
            </a:extLst>
          </p:cNvPr>
          <p:cNvSpPr txBox="1"/>
          <p:nvPr/>
        </p:nvSpPr>
        <p:spPr>
          <a:xfrm>
            <a:off x="897059" y="5133749"/>
            <a:ext cx="103978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1" dirty="0"/>
              <a:t>Environmental controls are safeguards designed to </a:t>
            </a:r>
            <a:r>
              <a:rPr lang="en-US" sz="1600" b="1" i="1" dirty="0"/>
              <a:t>protect information assets from physical and environmental threats</a:t>
            </a:r>
            <a:r>
              <a:rPr lang="en-US" sz="1600" i="1" dirty="0"/>
              <a:t>, including fire, power failure, temperature, humidity, and natural disasters.</a:t>
            </a:r>
            <a:endParaRPr lang="en-ID" sz="1600" i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A56C8A-449E-489D-B488-521BCB909B81}"/>
              </a:ext>
            </a:extLst>
          </p:cNvPr>
          <p:cNvSpPr/>
          <p:nvPr/>
        </p:nvSpPr>
        <p:spPr>
          <a:xfrm>
            <a:off x="4033608" y="3610699"/>
            <a:ext cx="3771900" cy="82391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Remember what we covered in week 5 about business resilience</a:t>
            </a:r>
            <a:endParaRPr lang="en-ID" dirty="0"/>
          </a:p>
        </p:txBody>
      </p:sp>
      <p:pic>
        <p:nvPicPr>
          <p:cNvPr id="8" name="Picture 2" descr="Alert ">
            <a:extLst>
              <a:ext uri="{FF2B5EF4-FFF2-40B4-BE49-F238E27FC236}">
                <a16:creationId xmlns:a16="http://schemas.microsoft.com/office/drawing/2014/main" id="{1EAA3EF4-9A0D-4FE3-8883-CE1DD83A2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308" y="3671419"/>
            <a:ext cx="702469" cy="702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87894F2-04E2-42D3-A1F3-F85C05A4B47D}"/>
              </a:ext>
            </a:extLst>
          </p:cNvPr>
          <p:cNvSpPr/>
          <p:nvPr/>
        </p:nvSpPr>
        <p:spPr>
          <a:xfrm>
            <a:off x="953816" y="1026671"/>
            <a:ext cx="9356833" cy="365125"/>
          </a:xfrm>
          <a:prstGeom prst="rect">
            <a:avLst/>
          </a:prstGeom>
          <a:gradFill flip="none" rotWithShape="1">
            <a:gsLst>
              <a:gs pos="9000">
                <a:srgbClr val="FFC000">
                  <a:alpha val="0"/>
                </a:srgbClr>
              </a:gs>
              <a:gs pos="43000">
                <a:schemeClr val="accent4">
                  <a:alpha val="41000"/>
                </a:schemeClr>
              </a:gs>
              <a:gs pos="99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Protecting the city from fire, flood, and power failure</a:t>
            </a:r>
            <a:endParaRPr lang="en-ID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0936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C9FD-E654-4BEF-A21E-BEC193FB7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9361"/>
          </a:xfrm>
        </p:spPr>
        <p:txBody>
          <a:bodyPr/>
          <a:lstStyle/>
          <a:p>
            <a:r>
              <a:rPr lang="en-ID" dirty="0"/>
              <a:t>Network and Endpoint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50780-CCEE-4F03-A54B-C0EC9251F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9131"/>
            <a:ext cx="10515600" cy="4669781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Even with strong gates and trusted citizens, a city collapses if its roads are unsafe and homes are unprotected.</a:t>
            </a:r>
          </a:p>
          <a:p>
            <a:r>
              <a:rPr lang="en-US" sz="2400" dirty="0"/>
              <a:t>Network and endpoint security protect:</a:t>
            </a:r>
          </a:p>
          <a:p>
            <a:pPr lvl="1"/>
            <a:r>
              <a:rPr lang="en-US" sz="2000" dirty="0"/>
              <a:t>Data in transit</a:t>
            </a:r>
          </a:p>
          <a:p>
            <a:pPr lvl="1"/>
            <a:r>
              <a:rPr lang="en-US" sz="2000" dirty="0"/>
              <a:t>Devices that access the city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This layer controls how traffic flows and where it is allowed to go.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E6585-544B-4838-94CB-1AC73E0B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5BFC94-3B3C-4C74-97AD-0ED7D5ACDB9B}"/>
              </a:ext>
            </a:extLst>
          </p:cNvPr>
          <p:cNvSpPr/>
          <p:nvPr/>
        </p:nvSpPr>
        <p:spPr>
          <a:xfrm>
            <a:off x="922285" y="1113205"/>
            <a:ext cx="9356833" cy="365125"/>
          </a:xfrm>
          <a:prstGeom prst="rect">
            <a:avLst/>
          </a:prstGeom>
          <a:gradFill flip="none" rotWithShape="1">
            <a:gsLst>
              <a:gs pos="9000">
                <a:srgbClr val="FFC000">
                  <a:alpha val="0"/>
                </a:srgbClr>
              </a:gs>
              <a:gs pos="43000">
                <a:schemeClr val="accent4">
                  <a:alpha val="41000"/>
                </a:schemeClr>
              </a:gs>
              <a:gs pos="99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Protecting the city roads and individual homes</a:t>
            </a:r>
            <a:endParaRPr lang="en-ID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3460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C9FD-E654-4BEF-A21E-BEC193FB7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9361"/>
          </a:xfrm>
        </p:spPr>
        <p:txBody>
          <a:bodyPr/>
          <a:lstStyle/>
          <a:p>
            <a:r>
              <a:rPr lang="en-ID" dirty="0"/>
              <a:t>Network and Endpoint Control 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E6585-544B-4838-94CB-1AC73E0B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35</a:t>
            </a:fld>
            <a:endParaRPr lang="en-US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7678855A-E3B0-4D6A-AD61-289CE3595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89650"/>
              </p:ext>
            </p:extLst>
          </p:nvPr>
        </p:nvGraphicFramePr>
        <p:xfrm>
          <a:off x="928414" y="1369206"/>
          <a:ext cx="10425387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9732">
                  <a:extLst>
                    <a:ext uri="{9D8B030D-6E8A-4147-A177-3AD203B41FA5}">
                      <a16:colId xmlns:a16="http://schemas.microsoft.com/office/drawing/2014/main" val="2090090506"/>
                    </a:ext>
                  </a:extLst>
                </a:gridCol>
                <a:gridCol w="4244077">
                  <a:extLst>
                    <a:ext uri="{9D8B030D-6E8A-4147-A177-3AD203B41FA5}">
                      <a16:colId xmlns:a16="http://schemas.microsoft.com/office/drawing/2014/main" val="2244491488"/>
                    </a:ext>
                  </a:extLst>
                </a:gridCol>
                <a:gridCol w="3811578">
                  <a:extLst>
                    <a:ext uri="{9D8B030D-6E8A-4147-A177-3AD203B41FA5}">
                      <a16:colId xmlns:a16="http://schemas.microsoft.com/office/drawing/2014/main" val="20723548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Brief Explanation/Examples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City Analogy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717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Network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Firewalls (traffic control)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Network segmentation (zoning)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Intrusion detection/prevention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Roads must allow legitimate traffic while stopping smugglers.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507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Endpoint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Anti-malware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Host firewalls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Patch management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Device hardening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Each house must lock its doors, not rely only on city guards.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083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dirty="0"/>
                        <a:t>Remote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Remote access should be authenticated, encrypted, and monitored.</a:t>
                      </a:r>
                    </a:p>
                    <a:p>
                      <a:r>
                        <a:rPr lang="en-US" dirty="0"/>
                        <a:t>Common controls: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VPN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Strong 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Merchants entering from outside must pass controlled gates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742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54352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67330"/>
            <a:ext cx="6202680" cy="2852737"/>
          </a:xfrm>
        </p:spPr>
        <p:txBody>
          <a:bodyPr>
            <a:normAutofit/>
          </a:bodyPr>
          <a:lstStyle/>
          <a:p>
            <a:r>
              <a:rPr lang="en-ID" dirty="0"/>
              <a:t>Protecting the Data Itself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E064B16-72CC-4606-A23D-7291843E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021666"/>
            <a:ext cx="6202680" cy="1500187"/>
          </a:xfrm>
        </p:spPr>
        <p:txBody>
          <a:bodyPr>
            <a:normAutofit/>
          </a:bodyPr>
          <a:lstStyle/>
          <a:p>
            <a:r>
              <a:rPr lang="en-US" sz="1800" dirty="0"/>
              <a:t>Assume systems may be compromised,</a:t>
            </a:r>
          </a:p>
          <a:p>
            <a:r>
              <a:rPr lang="en-US" sz="1800" dirty="0"/>
              <a:t>protect the asset directly</a:t>
            </a:r>
          </a:p>
        </p:txBody>
      </p:sp>
    </p:spTree>
    <p:extLst>
      <p:ext uri="{BB962C8B-B14F-4D97-AF65-F5344CB8AC3E}">
        <p14:creationId xmlns:p14="http://schemas.microsoft.com/office/powerpoint/2010/main" val="29374513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C9FD-E654-4BEF-A21E-BEC193FB7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9361"/>
          </a:xfrm>
        </p:spPr>
        <p:txBody>
          <a:bodyPr/>
          <a:lstStyle/>
          <a:p>
            <a:r>
              <a:rPr lang="en-ID" dirty="0"/>
              <a:t>Data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50780-CCEE-4F03-A54B-C0EC9251F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2859"/>
            <a:ext cx="10515600" cy="495605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Not everything in the city deserves the same level of protection.</a:t>
            </a:r>
          </a:p>
          <a:p>
            <a:r>
              <a:rPr lang="en-US" dirty="0"/>
              <a:t>Data classification helps the organization:</a:t>
            </a:r>
          </a:p>
          <a:p>
            <a:pPr lvl="1"/>
            <a:r>
              <a:rPr lang="en-US" sz="2000" dirty="0"/>
              <a:t>Focus controls where they matter most</a:t>
            </a:r>
          </a:p>
          <a:p>
            <a:pPr lvl="1"/>
            <a:r>
              <a:rPr lang="en-US" sz="2000" dirty="0"/>
              <a:t>Avoid over- or under-protection</a:t>
            </a:r>
          </a:p>
          <a:p>
            <a:r>
              <a:rPr lang="en-US" sz="2400" dirty="0"/>
              <a:t>Data classification defines </a:t>
            </a:r>
            <a:r>
              <a:rPr lang="en-US" sz="2400" b="1" dirty="0"/>
              <a:t>how valuable and sensitive each asset is</a:t>
            </a:r>
            <a:r>
              <a:rPr lang="en-US" sz="2400" dirty="0"/>
              <a:t>.</a:t>
            </a:r>
            <a:endParaRPr lang="en-US" sz="4000" dirty="0"/>
          </a:p>
          <a:p>
            <a:r>
              <a:rPr lang="en-US" sz="2400" dirty="0"/>
              <a:t>Classification drives:</a:t>
            </a:r>
          </a:p>
          <a:p>
            <a:pPr lvl="1"/>
            <a:r>
              <a:rPr lang="en-US" sz="2000" dirty="0"/>
              <a:t>Access controls</a:t>
            </a:r>
          </a:p>
          <a:p>
            <a:pPr lvl="1"/>
            <a:r>
              <a:rPr lang="en-US" sz="2000" dirty="0"/>
              <a:t>Encryption</a:t>
            </a:r>
          </a:p>
          <a:p>
            <a:pPr lvl="1"/>
            <a:r>
              <a:rPr lang="en-US" sz="2000" dirty="0"/>
              <a:t>Retention</a:t>
            </a:r>
          </a:p>
          <a:p>
            <a:pPr lvl="1"/>
            <a:r>
              <a:rPr lang="en-US" sz="2000" dirty="0"/>
              <a:t>Handling procedures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E6585-544B-4838-94CB-1AC73E0B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5BFC94-3B3C-4C74-97AD-0ED7D5ACDB9B}"/>
              </a:ext>
            </a:extLst>
          </p:cNvPr>
          <p:cNvSpPr/>
          <p:nvPr/>
        </p:nvSpPr>
        <p:spPr>
          <a:xfrm>
            <a:off x="922285" y="1113205"/>
            <a:ext cx="9356833" cy="365125"/>
          </a:xfrm>
          <a:prstGeom prst="rect">
            <a:avLst/>
          </a:prstGeom>
          <a:gradFill flip="none" rotWithShape="1">
            <a:gsLst>
              <a:gs pos="9000">
                <a:srgbClr val="FFC000">
                  <a:alpha val="0"/>
                </a:srgbClr>
              </a:gs>
              <a:gs pos="43000">
                <a:schemeClr val="accent4">
                  <a:alpha val="41000"/>
                </a:schemeClr>
              </a:gs>
              <a:gs pos="99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Identifying the city’s ordinary assets and crown jewels</a:t>
            </a:r>
            <a:endParaRPr lang="en-ID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7653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C9FD-E654-4BEF-A21E-BEC193FB7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9361"/>
          </a:xfrm>
        </p:spPr>
        <p:txBody>
          <a:bodyPr/>
          <a:lstStyle/>
          <a:p>
            <a:r>
              <a:rPr lang="en-ID" dirty="0"/>
              <a:t>Typical Classification Levels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E6585-544B-4838-94CB-1AC73E0B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38</a:t>
            </a:fld>
            <a:endParaRPr lang="en-US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2B871463-CD01-4D05-B038-9B223931E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850622"/>
              </p:ext>
            </p:extLst>
          </p:nvPr>
        </p:nvGraphicFramePr>
        <p:xfrm>
          <a:off x="991476" y="1325062"/>
          <a:ext cx="10290327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0461">
                  <a:extLst>
                    <a:ext uri="{9D8B030D-6E8A-4147-A177-3AD203B41FA5}">
                      <a16:colId xmlns:a16="http://schemas.microsoft.com/office/drawing/2014/main" val="549103917"/>
                    </a:ext>
                  </a:extLst>
                </a:gridCol>
                <a:gridCol w="4969757">
                  <a:extLst>
                    <a:ext uri="{9D8B030D-6E8A-4147-A177-3AD203B41FA5}">
                      <a16:colId xmlns:a16="http://schemas.microsoft.com/office/drawing/2014/main" val="3551328820"/>
                    </a:ext>
                  </a:extLst>
                </a:gridCol>
                <a:gridCol w="3430109">
                  <a:extLst>
                    <a:ext uri="{9D8B030D-6E8A-4147-A177-3AD203B41FA5}">
                      <a16:colId xmlns:a16="http://schemas.microsoft.com/office/drawing/2014/main" val="559406837"/>
                    </a:ext>
                  </a:extLst>
                </a:gridCol>
              </a:tblGrid>
              <a:tr h="247329">
                <a:tc>
                  <a:txBody>
                    <a:bodyPr/>
                    <a:lstStyle/>
                    <a:p>
                      <a:r>
                        <a:rPr lang="en-US" dirty="0"/>
                        <a:t>Level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Brief Explanation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City Analogy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699177"/>
                  </a:ext>
                </a:extLst>
              </a:tr>
              <a:tr h="247329">
                <a:tc>
                  <a:txBody>
                    <a:bodyPr/>
                    <a:lstStyle/>
                    <a:p>
                      <a:r>
                        <a:rPr lang="en-ID" sz="1600" dirty="0"/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Low risk if disclosed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 announcements posted on walls.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391753"/>
                  </a:ext>
                </a:extLst>
              </a:tr>
              <a:tr h="247329">
                <a:tc>
                  <a:txBody>
                    <a:bodyPr/>
                    <a:lstStyle/>
                    <a:p>
                      <a:r>
                        <a:rPr lang="en-ID" sz="1600" dirty="0"/>
                        <a:t>Internal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Limited exposure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 operations known to officials.</a:t>
                      </a:r>
                      <a:endParaRPr lang="en-ID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944136"/>
                  </a:ext>
                </a:extLst>
              </a:tr>
              <a:tr h="247329">
                <a:tc>
                  <a:txBody>
                    <a:bodyPr/>
                    <a:lstStyle/>
                    <a:p>
                      <a:r>
                        <a:rPr lang="en-ID" sz="1600" dirty="0"/>
                        <a:t>Confidential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High impact if leaked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Tax records, employee data.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937175"/>
                  </a:ext>
                </a:extLst>
              </a:tr>
              <a:tr h="247329">
                <a:tc>
                  <a:txBody>
                    <a:bodyPr/>
                    <a:lstStyle/>
                    <a:p>
                      <a:r>
                        <a:rPr lang="en-ID" sz="1600" dirty="0"/>
                        <a:t>Restricted / Secret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Severe impact if compromised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600" dirty="0"/>
                        <a:t>Crown jewels, military plans.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368832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158E580-737A-45BA-A886-E36E3097E2EB}"/>
              </a:ext>
            </a:extLst>
          </p:cNvPr>
          <p:cNvSpPr txBox="1"/>
          <p:nvPr/>
        </p:nvSpPr>
        <p:spPr>
          <a:xfrm>
            <a:off x="991476" y="3739217"/>
            <a:ext cx="60949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Controls must be </a:t>
            </a:r>
            <a:r>
              <a:rPr lang="en-US" b="1" dirty="0"/>
              <a:t>risk-based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Misclassification leads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Waste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Exposure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Audit findings</a:t>
            </a:r>
          </a:p>
        </p:txBody>
      </p:sp>
    </p:spTree>
    <p:extLst>
      <p:ext uri="{BB962C8B-B14F-4D97-AF65-F5344CB8AC3E}">
        <p14:creationId xmlns:p14="http://schemas.microsoft.com/office/powerpoint/2010/main" val="16214638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FCFBC-1627-482C-BEC4-DA65E0CB5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Data Encryption &amp; Encryption-related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12BE5-519F-4C2C-AF17-D22DEA75C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Once the city knows which assets are valuable, it must decide how to lock them properly.</a:t>
            </a:r>
          </a:p>
          <a:p>
            <a:r>
              <a:rPr lang="en-US" sz="2400" dirty="0"/>
              <a:t>Encryption protects data even when other controls fail.</a:t>
            </a:r>
          </a:p>
          <a:p>
            <a:r>
              <a:rPr lang="en-US" sz="2400" dirty="0"/>
              <a:t>Encryption ensures that even if thieves enter the city, they cannot use what they steal.</a:t>
            </a:r>
          </a:p>
          <a:p>
            <a:r>
              <a:rPr lang="en-US" sz="2400" dirty="0"/>
              <a:t>Encryption is the process of transforming data into an unreadable format using cryptographic algorithms, so that only authorized parties can access it.</a:t>
            </a:r>
            <a:endParaRPr lang="en-ID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7B0FA-FF00-4316-9D59-2EBFEF273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44FA5A-D3D9-4726-8418-C4524E7BC73B}"/>
              </a:ext>
            </a:extLst>
          </p:cNvPr>
          <p:cNvSpPr txBox="1"/>
          <p:nvPr/>
        </p:nvSpPr>
        <p:spPr>
          <a:xfrm>
            <a:off x="1746819" y="5353969"/>
            <a:ext cx="2320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data </a:t>
            </a:r>
            <a:r>
              <a:rPr lang="en-US" i="1" dirty="0" err="1"/>
              <a:t>awal</a:t>
            </a:r>
            <a:r>
              <a:rPr lang="en-US" i="1" dirty="0"/>
              <a:t> -&gt; </a:t>
            </a:r>
            <a:r>
              <a:rPr lang="en-US" i="1" dirty="0" err="1"/>
              <a:t>fsys</a:t>
            </a:r>
            <a:r>
              <a:rPr lang="en-US" i="1" dirty="0"/>
              <a:t> </a:t>
            </a:r>
            <a:r>
              <a:rPr lang="en-US" i="1" dirty="0" err="1"/>
              <a:t>ses</a:t>
            </a:r>
            <a:r>
              <a:rPr lang="en-US" i="1" dirty="0"/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D9B17A-0A9C-4B75-B5DB-59D4233E2559}"/>
              </a:ext>
            </a:extLst>
          </p:cNvPr>
          <p:cNvSpPr txBox="1"/>
          <p:nvPr/>
        </p:nvSpPr>
        <p:spPr>
          <a:xfrm>
            <a:off x="6688717" y="5353969"/>
            <a:ext cx="1807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 err="1"/>
              <a:t>mhsmyil</a:t>
            </a:r>
            <a:r>
              <a:rPr lang="en-US" i="1" dirty="0"/>
              <a:t> -&gt; ????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D7C47B-E9BD-4DF5-904C-9AEAB65E1193}"/>
              </a:ext>
            </a:extLst>
          </p:cNvPr>
          <p:cNvSpPr txBox="1"/>
          <p:nvPr/>
        </p:nvSpPr>
        <p:spPr>
          <a:xfrm>
            <a:off x="2451304" y="4974398"/>
            <a:ext cx="999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/>
              <a:t>encrypt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1633D7-F624-4422-8B0F-9724A906964D}"/>
              </a:ext>
            </a:extLst>
          </p:cNvPr>
          <p:cNvSpPr txBox="1"/>
          <p:nvPr/>
        </p:nvSpPr>
        <p:spPr>
          <a:xfrm>
            <a:off x="7137618" y="4974398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/>
              <a:t>decrypt</a:t>
            </a:r>
          </a:p>
        </p:txBody>
      </p:sp>
    </p:spTree>
    <p:extLst>
      <p:ext uri="{BB962C8B-B14F-4D97-AF65-F5344CB8AC3E}">
        <p14:creationId xmlns:p14="http://schemas.microsoft.com/office/powerpoint/2010/main" val="18067525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3BC66-22F8-46D5-B2FD-441ABB53B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401" y="264226"/>
            <a:ext cx="10515600" cy="725849"/>
          </a:xfrm>
        </p:spPr>
        <p:txBody>
          <a:bodyPr/>
          <a:lstStyle/>
          <a:p>
            <a:r>
              <a:rPr lang="en-US" dirty="0"/>
              <a:t>Symmetric vs Asymmetric Encryption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7D912-3E98-464B-AABA-C7820906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5122" name="Picture 2" descr="Difference Between Symmetric and Asymmetric Cryptography">
            <a:extLst>
              <a:ext uri="{FF2B5EF4-FFF2-40B4-BE49-F238E27FC236}">
                <a16:creationId xmlns:a16="http://schemas.microsoft.com/office/drawing/2014/main" id="{FBED01AD-1714-4865-BC6E-8B7FC3ADDFF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666" y="1295386"/>
            <a:ext cx="5974119" cy="4267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26852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656B2-C67A-4187-92FF-4A6923F81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080"/>
          </a:xfrm>
        </p:spPr>
        <p:txBody>
          <a:bodyPr/>
          <a:lstStyle/>
          <a:p>
            <a:r>
              <a:rPr lang="en-ID" dirty="0"/>
              <a:t>Public Key Infrastructure (PKI)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A7863-E51A-457F-A642-259B98399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8532"/>
            <a:ext cx="10515600" cy="439244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Encryption works only if the city can </a:t>
            </a:r>
            <a:r>
              <a:rPr lang="en-US" b="1" dirty="0"/>
              <a:t>trust who owns which key</a:t>
            </a:r>
          </a:p>
          <a:p>
            <a:pPr>
              <a:lnSpc>
                <a:spcPct val="120000"/>
              </a:lnSpc>
            </a:pPr>
            <a:r>
              <a:rPr lang="en-ID" dirty="0"/>
              <a:t>PKI provides:</a:t>
            </a:r>
          </a:p>
          <a:p>
            <a:pPr lvl="1">
              <a:lnSpc>
                <a:spcPct val="120000"/>
              </a:lnSpc>
            </a:pPr>
            <a:r>
              <a:rPr lang="en-ID" dirty="0"/>
              <a:t>Trust</a:t>
            </a:r>
          </a:p>
          <a:p>
            <a:pPr lvl="1">
              <a:lnSpc>
                <a:spcPct val="120000"/>
              </a:lnSpc>
            </a:pPr>
            <a:r>
              <a:rPr lang="en-ID" dirty="0"/>
              <a:t>Identity verification</a:t>
            </a:r>
          </a:p>
          <a:p>
            <a:pPr lvl="1">
              <a:lnSpc>
                <a:spcPct val="120000"/>
              </a:lnSpc>
            </a:pPr>
            <a:r>
              <a:rPr lang="en-ID" dirty="0"/>
              <a:t>Secure communication at scale</a:t>
            </a:r>
          </a:p>
          <a:p>
            <a:pPr>
              <a:lnSpc>
                <a:spcPct val="120000"/>
              </a:lnSpc>
            </a:pPr>
            <a:r>
              <a:rPr lang="en-US" dirty="0"/>
              <a:t>PKI answers the question: </a:t>
            </a:r>
            <a:r>
              <a:rPr lang="en-US" b="1" dirty="0"/>
              <a:t>“Whose key is this?”</a:t>
            </a:r>
          </a:p>
          <a:p>
            <a:pPr>
              <a:lnSpc>
                <a:spcPct val="120000"/>
              </a:lnSpc>
            </a:pPr>
            <a:r>
              <a:rPr lang="en-US" dirty="0"/>
              <a:t>Public Key Infrastructure (PKI) is a framework of </a:t>
            </a:r>
            <a:r>
              <a:rPr lang="en-US" b="1" dirty="0"/>
              <a:t>policies, processes, and technologies</a:t>
            </a:r>
            <a:r>
              <a:rPr lang="en-US" dirty="0"/>
              <a:t> used to manage digital certificates and public-key encryption.</a:t>
            </a:r>
          </a:p>
          <a:p>
            <a:pPr>
              <a:lnSpc>
                <a:spcPct val="120000"/>
              </a:lnSpc>
            </a:pPr>
            <a:r>
              <a:rPr lang="en-US" dirty="0"/>
              <a:t>This prevents: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Impersonation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Man-in-the-middle attacks</a:t>
            </a:r>
          </a:p>
          <a:p>
            <a:pPr>
              <a:lnSpc>
                <a:spcPct val="120000"/>
              </a:lnSpc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18BCA-F892-4B92-B5DD-2FAEE1C86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10B0AA-1F17-47B2-8C76-C38657349CB7}"/>
              </a:ext>
            </a:extLst>
          </p:cNvPr>
          <p:cNvSpPr/>
          <p:nvPr/>
        </p:nvSpPr>
        <p:spPr>
          <a:xfrm>
            <a:off x="922285" y="1113205"/>
            <a:ext cx="9356833" cy="365125"/>
          </a:xfrm>
          <a:prstGeom prst="rect">
            <a:avLst/>
          </a:prstGeom>
          <a:gradFill flip="none" rotWithShape="1">
            <a:gsLst>
              <a:gs pos="9000">
                <a:srgbClr val="FFC000">
                  <a:alpha val="0"/>
                </a:srgbClr>
              </a:gs>
              <a:gs pos="43000">
                <a:schemeClr val="accent4">
                  <a:alpha val="41000"/>
                </a:schemeClr>
              </a:gs>
              <a:gs pos="99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The city’s trusted key authority</a:t>
            </a:r>
            <a:endParaRPr lang="en-ID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07478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E7A65-EFF8-4D5E-BCC3-7871BAEE7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5217"/>
          </a:xfrm>
        </p:spPr>
        <p:txBody>
          <a:bodyPr/>
          <a:lstStyle/>
          <a:p>
            <a:r>
              <a:rPr lang="en-US" dirty="0"/>
              <a:t>Core PKI Components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23EFB-51A1-4DEF-86C3-47DF2F39A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30610"/>
            <a:ext cx="4881530" cy="4846353"/>
          </a:xfrm>
        </p:spPr>
        <p:txBody>
          <a:bodyPr>
            <a:normAutofit fontScale="92500" lnSpcReduction="10000"/>
          </a:bodyPr>
          <a:lstStyle/>
          <a:p>
            <a:r>
              <a:rPr lang="en-ID" sz="2400" dirty="0"/>
              <a:t>Certificate Authority (CA)</a:t>
            </a:r>
          </a:p>
          <a:p>
            <a:pPr lvl="1"/>
            <a:r>
              <a:rPr lang="en-ID" sz="2000" dirty="0"/>
              <a:t>Issues and signs certificates</a:t>
            </a:r>
          </a:p>
          <a:p>
            <a:pPr lvl="1"/>
            <a:r>
              <a:rPr lang="en-ID" sz="2000" dirty="0"/>
              <a:t>Establishes trust</a:t>
            </a:r>
          </a:p>
          <a:p>
            <a:r>
              <a:rPr lang="en-ID" sz="2400" dirty="0"/>
              <a:t>Registration Authority (RA)</a:t>
            </a:r>
          </a:p>
          <a:p>
            <a:pPr lvl="1"/>
            <a:r>
              <a:rPr lang="en-US" sz="2000" dirty="0"/>
              <a:t>Verifies identity before certificate issuance</a:t>
            </a:r>
            <a:endParaRPr lang="en-ID" sz="2000" dirty="0"/>
          </a:p>
          <a:p>
            <a:r>
              <a:rPr lang="en-ID" sz="2400" dirty="0"/>
              <a:t>Digital Certificates</a:t>
            </a:r>
          </a:p>
          <a:p>
            <a:pPr lvl="1"/>
            <a:r>
              <a:rPr lang="en-ID" sz="2000" dirty="0"/>
              <a:t>Bind public key to identity</a:t>
            </a:r>
          </a:p>
          <a:p>
            <a:pPr lvl="1"/>
            <a:r>
              <a:rPr lang="en-ID" sz="2000" dirty="0"/>
              <a:t>Have expiration dates</a:t>
            </a:r>
          </a:p>
          <a:p>
            <a:pPr marL="457200" lvl="1" indent="0">
              <a:buNone/>
            </a:pPr>
            <a:endParaRPr lang="en-ID" sz="2000" dirty="0"/>
          </a:p>
          <a:p>
            <a:pPr marL="0" indent="0">
              <a:buNone/>
            </a:pPr>
            <a:r>
              <a:rPr lang="en-ID" sz="2400" dirty="0"/>
              <a:t>(additional)</a:t>
            </a:r>
          </a:p>
          <a:p>
            <a:r>
              <a:rPr lang="en-ID" sz="2400" dirty="0"/>
              <a:t>Verification Authority</a:t>
            </a:r>
          </a:p>
          <a:p>
            <a:pPr lvl="1"/>
            <a:r>
              <a:rPr lang="en-ID" sz="1600" dirty="0"/>
              <a:t>verifies certificate </a:t>
            </a:r>
            <a:r>
              <a:rPr lang="en-ID" sz="1600" b="1" dirty="0"/>
              <a:t>after issuance</a:t>
            </a:r>
            <a:r>
              <a:rPr lang="en-ID" sz="1600" dirty="0"/>
              <a:t>.</a:t>
            </a:r>
          </a:p>
          <a:p>
            <a:pPr lvl="1"/>
            <a:r>
              <a:rPr lang="en-US" sz="1600" dirty="0"/>
              <a:t>Is the certificate still valid?</a:t>
            </a:r>
          </a:p>
          <a:p>
            <a:pPr lvl="1"/>
            <a:r>
              <a:rPr lang="en-US" sz="1600" dirty="0"/>
              <a:t>Has it been revoked?</a:t>
            </a:r>
          </a:p>
          <a:p>
            <a:pPr lvl="1"/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B0E54-9F2B-4E73-B1C2-A9003C7EC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7174" name="Picture 6" descr="Public Key Infrastructure (PKI) — MCSI Library">
            <a:extLst>
              <a:ext uri="{FF2B5EF4-FFF2-40B4-BE49-F238E27FC236}">
                <a16:creationId xmlns:a16="http://schemas.microsoft.com/office/drawing/2014/main" id="{D436FC3D-4DF1-44EB-8C6C-C65D4AEF4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5008" y="1256741"/>
            <a:ext cx="6162824" cy="4674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02099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067330"/>
            <a:ext cx="6202680" cy="2852737"/>
          </a:xfrm>
        </p:spPr>
        <p:txBody>
          <a:bodyPr>
            <a:normAutofit/>
          </a:bodyPr>
          <a:lstStyle/>
          <a:p>
            <a:r>
              <a:rPr lang="en-ID" dirty="0"/>
              <a:t>Modern Computing Environments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E064B16-72CC-4606-A23D-7291843EE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021666"/>
            <a:ext cx="6202680" cy="1500187"/>
          </a:xfrm>
        </p:spPr>
        <p:txBody>
          <a:bodyPr>
            <a:normAutofit/>
          </a:bodyPr>
          <a:lstStyle/>
          <a:p>
            <a:r>
              <a:rPr lang="en-US" sz="1800" dirty="0"/>
              <a:t>Protection in distributed, shared, and mobile systems</a:t>
            </a:r>
          </a:p>
          <a:p>
            <a:r>
              <a:rPr lang="en-US" sz="1800" dirty="0"/>
              <a:t>17-19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3904752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FFF3F-DE43-4340-84F0-15CEECC74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4318"/>
          </a:xfrm>
        </p:spPr>
        <p:txBody>
          <a:bodyPr/>
          <a:lstStyle/>
          <a:p>
            <a:r>
              <a:rPr lang="en-ID" dirty="0"/>
              <a:t>Web-based Communication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5841F-15FB-4A8B-A0BA-774008450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4839"/>
            <a:ext cx="10515600" cy="4512124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Once the city can trust identities and keys, it can safely communicate beyond its walls.</a:t>
            </a:r>
          </a:p>
          <a:p>
            <a:pPr>
              <a:lnSpc>
                <a:spcPct val="100000"/>
              </a:lnSpc>
            </a:pPr>
            <a:r>
              <a:rPr lang="en-US" dirty="0"/>
              <a:t>Web-based communication technologies define how data is exchanged between: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Users and systems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Systems and systems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Internal and external parties</a:t>
            </a:r>
          </a:p>
          <a:p>
            <a:pPr>
              <a:lnSpc>
                <a:spcPct val="100000"/>
              </a:lnSpc>
            </a:pPr>
            <a:r>
              <a:rPr lang="en-ID" dirty="0"/>
              <a:t>HTTP vs HTTPS</a:t>
            </a:r>
            <a:r>
              <a:rPr lang="en-US" dirty="0"/>
              <a:t> (</a:t>
            </a:r>
            <a:r>
              <a:rPr lang="en-ID" dirty="0"/>
              <a:t>No encryption</a:t>
            </a:r>
            <a:r>
              <a:rPr lang="en-US" dirty="0"/>
              <a:t> vs </a:t>
            </a:r>
            <a:r>
              <a:rPr lang="en-ID" dirty="0"/>
              <a:t>Encryption </a:t>
            </a:r>
            <a:r>
              <a:rPr lang="en-US" dirty="0"/>
              <a:t>)</a:t>
            </a:r>
          </a:p>
          <a:p>
            <a:pPr>
              <a:lnSpc>
                <a:spcPct val="100000"/>
              </a:lnSpc>
            </a:pPr>
            <a:r>
              <a:rPr lang="en-ID" dirty="0"/>
              <a:t>API (Application Program Interface) enables system-to-system communication</a:t>
            </a:r>
          </a:p>
          <a:p>
            <a:pPr marL="0" indent="0">
              <a:lnSpc>
                <a:spcPct val="100000"/>
              </a:lnSpc>
              <a:buNone/>
            </a:pP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65B70-F9B7-49BB-AF04-D729675EF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627F44-A4FC-49FB-A597-2D17A8BCCDF4}"/>
              </a:ext>
            </a:extLst>
          </p:cNvPr>
          <p:cNvSpPr/>
          <p:nvPr/>
        </p:nvSpPr>
        <p:spPr>
          <a:xfrm>
            <a:off x="922285" y="1113205"/>
            <a:ext cx="9356833" cy="365125"/>
          </a:xfrm>
          <a:prstGeom prst="rect">
            <a:avLst/>
          </a:prstGeom>
          <a:gradFill flip="none" rotWithShape="1">
            <a:gsLst>
              <a:gs pos="9000">
                <a:srgbClr val="FFC000">
                  <a:alpha val="0"/>
                </a:srgbClr>
              </a:gs>
              <a:gs pos="43000">
                <a:schemeClr val="accent4">
                  <a:alpha val="41000"/>
                </a:schemeClr>
              </a:gs>
              <a:gs pos="99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How the city talks to the outside world</a:t>
            </a:r>
            <a:endParaRPr lang="en-ID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6119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FFF3F-DE43-4340-84F0-15CEECC74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4318"/>
          </a:xfrm>
        </p:spPr>
        <p:txBody>
          <a:bodyPr/>
          <a:lstStyle/>
          <a:p>
            <a:r>
              <a:rPr lang="en-ID" dirty="0"/>
              <a:t>Virtualized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5841F-15FB-4A8B-A0BA-774008450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4839"/>
            <a:ext cx="10515600" cy="4512124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Modern cities no longer build one building per function.</a:t>
            </a:r>
          </a:p>
          <a:p>
            <a:pPr>
              <a:lnSpc>
                <a:spcPct val="100000"/>
              </a:lnSpc>
            </a:pPr>
            <a:r>
              <a:rPr lang="en-US" dirty="0"/>
              <a:t>They build </a:t>
            </a:r>
            <a:r>
              <a:rPr lang="en-US" b="1" dirty="0"/>
              <a:t>many virtual cities on top of the same land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Virtualization changes </a:t>
            </a:r>
            <a:r>
              <a:rPr lang="en-US" b="1" dirty="0"/>
              <a:t>how assets are isolated, shared, and protected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Virtualization allows multiple cities to coexist </a:t>
            </a:r>
            <a:r>
              <a:rPr lang="en-US" b="1" dirty="0"/>
              <a:t>without seeing each other</a:t>
            </a:r>
            <a:r>
              <a:rPr lang="en-US" dirty="0"/>
              <a:t> — if designed correctly.</a:t>
            </a:r>
          </a:p>
          <a:p>
            <a:pPr>
              <a:lnSpc>
                <a:spcPct val="100000"/>
              </a:lnSpc>
            </a:pPr>
            <a:r>
              <a:rPr lang="en-US" dirty="0"/>
              <a:t>Virtualization is the technology that enables </a:t>
            </a:r>
            <a:r>
              <a:rPr lang="en-US" b="1" dirty="0"/>
              <a:t>multiple logical computing environments</a:t>
            </a:r>
            <a:r>
              <a:rPr lang="en-US" dirty="0"/>
              <a:t> to run on a </a:t>
            </a:r>
            <a:r>
              <a:rPr lang="en-US" b="1" dirty="0"/>
              <a:t>single physical infrastructure</a:t>
            </a:r>
            <a:r>
              <a:rPr lang="en-US" dirty="0"/>
              <a:t>, managed by a hypervisor.</a:t>
            </a:r>
          </a:p>
          <a:p>
            <a:pPr>
              <a:lnSpc>
                <a:spcPct val="100000"/>
              </a:lnSpc>
            </a:pPr>
            <a:r>
              <a:rPr lang="en-US" dirty="0"/>
              <a:t>New Risks Introduced by Virtualization</a:t>
            </a:r>
          </a:p>
          <a:p>
            <a:pPr lvl="1">
              <a:lnSpc>
                <a:spcPct val="100000"/>
              </a:lnSpc>
            </a:pPr>
            <a:r>
              <a:rPr lang="en-ID" dirty="0"/>
              <a:t>Single point of failure</a:t>
            </a:r>
          </a:p>
          <a:p>
            <a:pPr lvl="1">
              <a:lnSpc>
                <a:spcPct val="100000"/>
              </a:lnSpc>
            </a:pPr>
            <a:r>
              <a:rPr lang="en-ID" dirty="0"/>
              <a:t>High-value attack target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65B70-F9B7-49BB-AF04-D729675EF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627F44-A4FC-49FB-A597-2D17A8BCCDF4}"/>
              </a:ext>
            </a:extLst>
          </p:cNvPr>
          <p:cNvSpPr/>
          <p:nvPr/>
        </p:nvSpPr>
        <p:spPr>
          <a:xfrm>
            <a:off x="922285" y="1113205"/>
            <a:ext cx="9356833" cy="365125"/>
          </a:xfrm>
          <a:prstGeom prst="rect">
            <a:avLst/>
          </a:prstGeom>
          <a:gradFill flip="none" rotWithShape="1">
            <a:gsLst>
              <a:gs pos="9000">
                <a:srgbClr val="FFC000">
                  <a:alpha val="0"/>
                </a:srgbClr>
              </a:gs>
              <a:gs pos="43000">
                <a:schemeClr val="accent4">
                  <a:alpha val="41000"/>
                </a:schemeClr>
              </a:gs>
              <a:gs pos="99000">
                <a:schemeClr val="accent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Many cities built on the same land</a:t>
            </a:r>
            <a:endParaRPr lang="en-ID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0022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FFF3F-DE43-4340-84F0-15CEECC74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4318"/>
          </a:xfrm>
        </p:spPr>
        <p:txBody>
          <a:bodyPr/>
          <a:lstStyle/>
          <a:p>
            <a:r>
              <a:rPr lang="en-US" dirty="0"/>
              <a:t>Mobile, Wireless, and IoT Devices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5841F-15FB-4A8B-A0BA-774008450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4935"/>
            <a:ext cx="10515600" cy="492202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sz="2000" dirty="0"/>
              <a:t>Information assets are no longer accessed </a:t>
            </a:r>
            <a:r>
              <a:rPr lang="en-US" sz="2000" b="1" dirty="0"/>
              <a:t>inside the city walls</a:t>
            </a:r>
            <a:r>
              <a:rPr lang="en-US" sz="2000" dirty="0"/>
              <a:t>.</a:t>
            </a:r>
          </a:p>
          <a:p>
            <a:pPr>
              <a:lnSpc>
                <a:spcPct val="120000"/>
              </a:lnSpc>
            </a:pPr>
            <a:r>
              <a:rPr lang="en-US" sz="2000" dirty="0"/>
              <a:t>They are accessed:</a:t>
            </a:r>
          </a:p>
          <a:p>
            <a:pPr lvl="1">
              <a:lnSpc>
                <a:spcPct val="120000"/>
              </a:lnSpc>
            </a:pPr>
            <a:r>
              <a:rPr lang="en-US" sz="1600" dirty="0"/>
              <a:t>Anywhere</a:t>
            </a:r>
          </a:p>
          <a:p>
            <a:pPr lvl="1">
              <a:lnSpc>
                <a:spcPct val="120000"/>
              </a:lnSpc>
            </a:pPr>
            <a:r>
              <a:rPr lang="en-US" sz="1600" dirty="0"/>
              <a:t>Anytime</a:t>
            </a:r>
          </a:p>
          <a:p>
            <a:pPr lvl="1">
              <a:lnSpc>
                <a:spcPct val="120000"/>
              </a:lnSpc>
            </a:pPr>
            <a:r>
              <a:rPr lang="en-US" sz="1600" dirty="0"/>
              <a:t>By many small, weak devices</a:t>
            </a:r>
          </a:p>
          <a:p>
            <a:pPr>
              <a:lnSpc>
                <a:spcPct val="120000"/>
              </a:lnSpc>
            </a:pPr>
            <a:r>
              <a:rPr lang="en-ID" sz="2000" dirty="0"/>
              <a:t>Convenience vs control</a:t>
            </a:r>
            <a:endParaRPr lang="en-US" sz="2000" dirty="0"/>
          </a:p>
          <a:p>
            <a:pPr>
              <a:lnSpc>
                <a:spcPct val="120000"/>
              </a:lnSpc>
            </a:pPr>
            <a:r>
              <a:rPr lang="en-ID" sz="2000" dirty="0"/>
              <a:t>Risks:</a:t>
            </a:r>
          </a:p>
          <a:p>
            <a:pPr lvl="1">
              <a:lnSpc>
                <a:spcPct val="120000"/>
              </a:lnSpc>
            </a:pPr>
            <a:r>
              <a:rPr lang="en-US" sz="1600" dirty="0"/>
              <a:t>Lost or stolen devices</a:t>
            </a:r>
          </a:p>
          <a:p>
            <a:pPr lvl="1">
              <a:lnSpc>
                <a:spcPct val="120000"/>
              </a:lnSpc>
            </a:pPr>
            <a:r>
              <a:rPr lang="en-US" sz="1600" dirty="0"/>
              <a:t>Unsecured apps</a:t>
            </a:r>
          </a:p>
          <a:p>
            <a:pPr lvl="1">
              <a:lnSpc>
                <a:spcPct val="120000"/>
              </a:lnSpc>
            </a:pPr>
            <a:r>
              <a:rPr lang="en-US" sz="1600" dirty="0"/>
              <a:t>Weak authentication</a:t>
            </a:r>
          </a:p>
          <a:p>
            <a:pPr>
              <a:lnSpc>
                <a:spcPct val="120000"/>
              </a:lnSpc>
            </a:pPr>
            <a:r>
              <a:rPr lang="en-ID" sz="2000" dirty="0"/>
              <a:t>Core controls:</a:t>
            </a:r>
          </a:p>
          <a:p>
            <a:pPr lvl="1">
              <a:lnSpc>
                <a:spcPct val="120000"/>
              </a:lnSpc>
            </a:pPr>
            <a:r>
              <a:rPr lang="en-ID" sz="1600" dirty="0"/>
              <a:t>Strong authentication</a:t>
            </a:r>
          </a:p>
          <a:p>
            <a:pPr lvl="1">
              <a:lnSpc>
                <a:spcPct val="120000"/>
              </a:lnSpc>
            </a:pPr>
            <a:r>
              <a:rPr lang="en-ID" sz="1600" dirty="0"/>
              <a:t>Device encryption</a:t>
            </a:r>
          </a:p>
          <a:p>
            <a:pPr lvl="1">
              <a:lnSpc>
                <a:spcPct val="120000"/>
              </a:lnSpc>
            </a:pPr>
            <a:r>
              <a:rPr lang="en-ID" sz="1600" dirty="0"/>
              <a:t>Remote wipe</a:t>
            </a: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65B70-F9B7-49BB-AF04-D729675EF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EADD05-E84C-403F-8A2F-EC1D52A0C517}"/>
              </a:ext>
            </a:extLst>
          </p:cNvPr>
          <p:cNvSpPr txBox="1"/>
          <p:nvPr/>
        </p:nvSpPr>
        <p:spPr>
          <a:xfrm>
            <a:off x="5361853" y="2974981"/>
            <a:ext cx="43686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When access becomes mobile and invisible, control must become deliberate and disciplined</a:t>
            </a:r>
            <a:endParaRPr lang="en-ID" i="1" dirty="0"/>
          </a:p>
        </p:txBody>
      </p:sp>
    </p:spTree>
    <p:extLst>
      <p:ext uri="{BB962C8B-B14F-4D97-AF65-F5344CB8AC3E}">
        <p14:creationId xmlns:p14="http://schemas.microsoft.com/office/powerpoint/2010/main" val="23287374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4A816-7CAB-4E88-83D8-BB1EC8CAD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Next Week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EBAAC1-CCFD-4C30-96A5-4BE6B88FE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5C7E4A-597D-4324-BC93-3257388D6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771528" cy="3864538"/>
          </a:xfrm>
        </p:spPr>
        <p:txBody>
          <a:bodyPr/>
          <a:lstStyle/>
          <a:p>
            <a:r>
              <a:rPr lang="en-US" dirty="0"/>
              <a:t>Let’s stress test ourselves before deployment (mid-term exam)</a:t>
            </a:r>
          </a:p>
          <a:p>
            <a:r>
              <a:rPr lang="en-ID" dirty="0"/>
              <a:t>It’ll mostly cover Domain 4 and 5</a:t>
            </a:r>
          </a:p>
          <a:p>
            <a:r>
              <a:rPr lang="en-ID" dirty="0"/>
              <a:t>And a slight addition of Domain 1 through 3</a:t>
            </a:r>
          </a:p>
        </p:txBody>
      </p:sp>
    </p:spTree>
    <p:extLst>
      <p:ext uri="{BB962C8B-B14F-4D97-AF65-F5344CB8AC3E}">
        <p14:creationId xmlns:p14="http://schemas.microsoft.com/office/powerpoint/2010/main" val="39338560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CA0AC-1C25-4D2B-AC20-7728E182A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VI</a:t>
            </a:r>
            <a:endParaRPr lang="en-ID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8E2F95-FED4-4225-8B7B-531CF00B9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CF8F04-41AA-4C11-9FCD-363622CB1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Fill-up Domain 5 as per usual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8148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ource Serif Pro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956eed5-f0c9-4482-bcee-424a7f38c90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3A5E78ECA1434D83AD500C97BBDA54" ma:contentTypeVersion="15" ma:contentTypeDescription="Create a new document." ma:contentTypeScope="" ma:versionID="7b6c68a6301f47c12555a24b30b278c4">
  <xsd:schema xmlns:xsd="http://www.w3.org/2001/XMLSchema" xmlns:xs="http://www.w3.org/2001/XMLSchema" xmlns:p="http://schemas.microsoft.com/office/2006/metadata/properties" xmlns:ns3="a956eed5-f0c9-4482-bcee-424a7f38c900" xmlns:ns4="ebe67ea8-4cd2-4da9-88bb-3e710b5f47b3" targetNamespace="http://schemas.microsoft.com/office/2006/metadata/properties" ma:root="true" ma:fieldsID="0d1995cf4d1019b8d8cf2178f347ea57" ns3:_="" ns4:_="">
    <xsd:import namespace="a956eed5-f0c9-4482-bcee-424a7f38c900"/>
    <xsd:import namespace="ebe67ea8-4cd2-4da9-88bb-3e710b5f47b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56eed5-f0c9-4482-bcee-424a7f38c9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e67ea8-4cd2-4da9-88bb-3e710b5f47b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1EBB399-21A5-499D-A647-2FCF5118F88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389D60-60E5-4A46-BEB4-51E42BB6383E}">
  <ds:schemaRefs>
    <ds:schemaRef ds:uri="http://schemas.microsoft.com/office/2006/metadata/properties"/>
    <ds:schemaRef ds:uri="http://schemas.microsoft.com/office/infopath/2007/PartnerControls"/>
    <ds:schemaRef ds:uri="a956eed5-f0c9-4482-bcee-424a7f38c900"/>
  </ds:schemaRefs>
</ds:datastoreItem>
</file>

<file path=customXml/itemProps3.xml><?xml version="1.0" encoding="utf-8"?>
<ds:datastoreItem xmlns:ds="http://schemas.openxmlformats.org/officeDocument/2006/customXml" ds:itemID="{9012845A-2F7F-4196-B6AE-3CB8BC2873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56eed5-f0c9-4482-bcee-424a7f38c900"/>
    <ds:schemaRef ds:uri="ebe67ea8-4cd2-4da9-88bb-3e710b5f47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1283</TotalTime>
  <Words>2705</Words>
  <Application>Microsoft Office PowerPoint</Application>
  <PresentationFormat>Widescreen</PresentationFormat>
  <Paragraphs>492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6" baseType="lpstr">
      <vt:lpstr>Arial</vt:lpstr>
      <vt:lpstr>Britannic Bold</vt:lpstr>
      <vt:lpstr>Calibri</vt:lpstr>
      <vt:lpstr>Monotype Corsiva</vt:lpstr>
      <vt:lpstr>Segoe UI</vt:lpstr>
      <vt:lpstr>Source Serif Pro Black</vt:lpstr>
      <vt:lpstr>Stencil</vt:lpstr>
      <vt:lpstr>Office Theme</vt:lpstr>
      <vt:lpstr>Information Asset Security and Control</vt:lpstr>
      <vt:lpstr>Class Recap</vt:lpstr>
      <vt:lpstr>Class Roadmap</vt:lpstr>
      <vt:lpstr>Covered So Far</vt:lpstr>
      <vt:lpstr>Reflection on Filling-Up Mind-Map Assignment</vt:lpstr>
      <vt:lpstr>PowerPoint Presentation</vt:lpstr>
      <vt:lpstr>Intro</vt:lpstr>
      <vt:lpstr>What This Chapter is About?</vt:lpstr>
      <vt:lpstr>Let’s Protect the City</vt:lpstr>
      <vt:lpstr>Part A vs Part B of Chapter 5</vt:lpstr>
      <vt:lpstr>Part A vs Part B Topics</vt:lpstr>
      <vt:lpstr>Part A Topics’ Brief Explanation</vt:lpstr>
      <vt:lpstr>What and Why We Protect</vt:lpstr>
      <vt:lpstr>What Is an Information Asset?</vt:lpstr>
      <vt:lpstr>Why Knowing This Matters?</vt:lpstr>
      <vt:lpstr>Then What is “Secure”?</vt:lpstr>
      <vt:lpstr>The “Secure” City</vt:lpstr>
      <vt:lpstr>Security Objectives (CIA Triad)</vt:lpstr>
      <vt:lpstr>Information Asset Security Frameworks, Standards &amp; Guidelines</vt:lpstr>
      <vt:lpstr>What Is a Security Framework?</vt:lpstr>
      <vt:lpstr>Frameworks vs Standards vs Guidelines</vt:lpstr>
      <vt:lpstr>Why Auditors Care</vt:lpstr>
      <vt:lpstr>Trust and Responsibility Over Data</vt:lpstr>
      <vt:lpstr>The “Secure City”</vt:lpstr>
      <vt:lpstr>Security vs Privacy</vt:lpstr>
      <vt:lpstr>Privacy Principles</vt:lpstr>
      <vt:lpstr>Core Privacy Principles</vt:lpstr>
      <vt:lpstr>Access to the City: Who May Enter</vt:lpstr>
      <vt:lpstr>Physical Access Control</vt:lpstr>
      <vt:lpstr>Identity and Access Management (IAM)</vt:lpstr>
      <vt:lpstr>IAM Pillars</vt:lpstr>
      <vt:lpstr>Defending the Infrastructure</vt:lpstr>
      <vt:lpstr>Environmental Controls</vt:lpstr>
      <vt:lpstr>Network and Endpoint Security</vt:lpstr>
      <vt:lpstr>Network and Endpoint Control Examples</vt:lpstr>
      <vt:lpstr>Protecting the Data Itself</vt:lpstr>
      <vt:lpstr>Data Classification</vt:lpstr>
      <vt:lpstr>Typical Classification Levels</vt:lpstr>
      <vt:lpstr>Data Encryption &amp; Encryption-related Techniques</vt:lpstr>
      <vt:lpstr>Symmetric vs Asymmetric Encryption</vt:lpstr>
      <vt:lpstr>Public Key Infrastructure (PKI)</vt:lpstr>
      <vt:lpstr>Core PKI Components</vt:lpstr>
      <vt:lpstr>Modern Computing Environments</vt:lpstr>
      <vt:lpstr>Web-based Communication Technologies</vt:lpstr>
      <vt:lpstr>Virtualized Environments</vt:lpstr>
      <vt:lpstr>Mobile, Wireless, and IoT Devices</vt:lpstr>
      <vt:lpstr>Quiz Next Week</vt:lpstr>
      <vt:lpstr>Assignment VI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dan Peran SI &amp; TI</dc:title>
  <dc:creator>Teuku Raja Irfan Radarma</dc:creator>
  <cp:lastModifiedBy>Teuku Raja Irfan Radarma</cp:lastModifiedBy>
  <cp:revision>35</cp:revision>
  <dcterms:created xsi:type="dcterms:W3CDTF">2023-09-18T04:21:25Z</dcterms:created>
  <dcterms:modified xsi:type="dcterms:W3CDTF">2025-12-14T05:55:47Z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0x010100583A5E78ECA1434D83AD500C97BBDA54</vt:lpwstr>
  </property>
</Properties>
</file>