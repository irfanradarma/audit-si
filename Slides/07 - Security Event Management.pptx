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46"/>
  </p:notesMasterIdLst>
  <p:sldIdLst>
    <p:sldId id="262" r:id="rId5"/>
    <p:sldId id="260" r:id="rId6"/>
    <p:sldId id="257" r:id="rId7"/>
    <p:sldId id="304" r:id="rId8"/>
    <p:sldId id="263" r:id="rId9"/>
    <p:sldId id="264" r:id="rId10"/>
    <p:sldId id="463" r:id="rId11"/>
    <p:sldId id="508" r:id="rId12"/>
    <p:sldId id="467" r:id="rId13"/>
    <p:sldId id="509" r:id="rId14"/>
    <p:sldId id="511" r:id="rId15"/>
    <p:sldId id="512" r:id="rId16"/>
    <p:sldId id="513" r:id="rId17"/>
    <p:sldId id="510" r:id="rId18"/>
    <p:sldId id="514" r:id="rId19"/>
    <p:sldId id="515" r:id="rId20"/>
    <p:sldId id="516" r:id="rId21"/>
    <p:sldId id="517" r:id="rId22"/>
    <p:sldId id="518" r:id="rId23"/>
    <p:sldId id="519" r:id="rId24"/>
    <p:sldId id="520" r:id="rId25"/>
    <p:sldId id="521" r:id="rId26"/>
    <p:sldId id="522" r:id="rId27"/>
    <p:sldId id="523" r:id="rId28"/>
    <p:sldId id="524" r:id="rId29"/>
    <p:sldId id="525" r:id="rId30"/>
    <p:sldId id="526" r:id="rId31"/>
    <p:sldId id="527" r:id="rId32"/>
    <p:sldId id="528" r:id="rId33"/>
    <p:sldId id="529" r:id="rId34"/>
    <p:sldId id="530" r:id="rId35"/>
    <p:sldId id="531" r:id="rId36"/>
    <p:sldId id="532" r:id="rId37"/>
    <p:sldId id="533" r:id="rId38"/>
    <p:sldId id="534" r:id="rId39"/>
    <p:sldId id="535" r:id="rId40"/>
    <p:sldId id="536" r:id="rId41"/>
    <p:sldId id="537" r:id="rId42"/>
    <p:sldId id="538" r:id="rId43"/>
    <p:sldId id="539" r:id="rId44"/>
    <p:sldId id="503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0294"/>
    <a:srgbClr val="FFC000"/>
    <a:srgbClr val="172C51"/>
    <a:srgbClr val="E4D304"/>
    <a:srgbClr val="4472C4"/>
    <a:srgbClr val="3F396D"/>
    <a:srgbClr val="2038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9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00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uku Raja Irfan Radarma" userId="cf428174-95ba-4576-8554-3a3b8ffa52b7" providerId="ADAL" clId="{7C3EAD8C-44D0-4789-8FD3-415EC52390DA}"/>
    <pc:docChg chg="undo custSel addSld delSld modSld sldOrd">
      <pc:chgData name="Teuku Raja Irfan Radarma" userId="cf428174-95ba-4576-8554-3a3b8ffa52b7" providerId="ADAL" clId="{7C3EAD8C-44D0-4789-8FD3-415EC52390DA}" dt="2025-12-14T12:19:13.779" v="2153"/>
      <pc:docMkLst>
        <pc:docMk/>
      </pc:docMkLst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3051451500" sldId="306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4133513380" sldId="310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62413706" sldId="359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1044276249" sldId="363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3887449466" sldId="374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3666297478" sldId="416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2498478276" sldId="417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3155149982" sldId="418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1181482048" sldId="419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936069305" sldId="420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22647776" sldId="421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2667379901" sldId="422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161204890" sldId="423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2412359814" sldId="424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4010584771" sldId="425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3737175484" sldId="426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1540797187" sldId="428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3800454067" sldId="429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1779064407" sldId="430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1523778491" sldId="431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2120853139" sldId="432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3288851674" sldId="433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255152706" sldId="434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1679536135" sldId="435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1167096350" sldId="436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1617202866" sldId="437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1455706965" sldId="438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2555631206" sldId="439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1237315907" sldId="440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1625465924" sldId="441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3132782106" sldId="442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3189816952" sldId="447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2326228366" sldId="448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3070700227" sldId="449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1434165728" sldId="451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4250959893" sldId="453"/>
        </pc:sldMkLst>
      </pc:sldChg>
      <pc:sldChg chg="modSp mod">
        <pc:chgData name="Teuku Raja Irfan Radarma" userId="cf428174-95ba-4576-8554-3a3b8ffa52b7" providerId="ADAL" clId="{7C3EAD8C-44D0-4789-8FD3-415EC52390DA}" dt="2025-12-13T11:48:12.948" v="64" actId="20577"/>
        <pc:sldMkLst>
          <pc:docMk/>
          <pc:sldMk cId="349334146" sldId="467"/>
        </pc:sldMkLst>
        <pc:spChg chg="mod">
          <ac:chgData name="Teuku Raja Irfan Radarma" userId="cf428174-95ba-4576-8554-3a3b8ffa52b7" providerId="ADAL" clId="{7C3EAD8C-44D0-4789-8FD3-415EC52390DA}" dt="2025-12-13T11:48:12.948" v="64" actId="20577"/>
          <ac:spMkLst>
            <pc:docMk/>
            <pc:sldMk cId="349334146" sldId="467"/>
            <ac:spMk id="2" creationId="{7E958052-05B2-9F29-B874-84F80A24B16B}"/>
          </ac:spMkLst>
        </pc:spChg>
      </pc:sldChg>
      <pc:sldChg chg="modSp mod">
        <pc:chgData name="Teuku Raja Irfan Radarma" userId="cf428174-95ba-4576-8554-3a3b8ffa52b7" providerId="ADAL" clId="{7C3EAD8C-44D0-4789-8FD3-415EC52390DA}" dt="2025-12-13T11:44:40.817" v="0" actId="20577"/>
        <pc:sldMkLst>
          <pc:docMk/>
          <pc:sldMk cId="1512773790" sldId="468"/>
        </pc:sldMkLst>
        <pc:spChg chg="mod">
          <ac:chgData name="Teuku Raja Irfan Radarma" userId="cf428174-95ba-4576-8554-3a3b8ffa52b7" providerId="ADAL" clId="{7C3EAD8C-44D0-4789-8FD3-415EC52390DA}" dt="2025-12-13T11:44:40.817" v="0" actId="20577"/>
          <ac:spMkLst>
            <pc:docMk/>
            <pc:sldMk cId="1512773790" sldId="468"/>
            <ac:spMk id="4" creationId="{EE064B16-72CC-4606-A23D-7291843EEFBB}"/>
          </ac:spMkLst>
        </pc:spChg>
      </pc:sldChg>
      <pc:sldChg chg="modSp mod">
        <pc:chgData name="Teuku Raja Irfan Radarma" userId="cf428174-95ba-4576-8554-3a3b8ffa52b7" providerId="ADAL" clId="{7C3EAD8C-44D0-4789-8FD3-415EC52390DA}" dt="2025-12-13T23:16:23.645" v="1809" actId="20577"/>
        <pc:sldMkLst>
          <pc:docMk/>
          <pc:sldMk cId="3919236139" sldId="469"/>
        </pc:sldMkLst>
        <pc:spChg chg="mod">
          <ac:chgData name="Teuku Raja Irfan Radarma" userId="cf428174-95ba-4576-8554-3a3b8ffa52b7" providerId="ADAL" clId="{7C3EAD8C-44D0-4789-8FD3-415EC52390DA}" dt="2025-12-13T23:16:23.645" v="1809" actId="20577"/>
          <ac:spMkLst>
            <pc:docMk/>
            <pc:sldMk cId="3919236139" sldId="469"/>
            <ac:spMk id="4" creationId="{EE064B16-72CC-4606-A23D-7291843EEFBB}"/>
          </ac:spMkLst>
        </pc:spChg>
      </pc:sldChg>
      <pc:sldChg chg="modSp mod">
        <pc:chgData name="Teuku Raja Irfan Radarma" userId="cf428174-95ba-4576-8554-3a3b8ffa52b7" providerId="ADAL" clId="{7C3EAD8C-44D0-4789-8FD3-415EC52390DA}" dt="2025-12-13T23:16:12.947" v="1808" actId="20577"/>
        <pc:sldMkLst>
          <pc:docMk/>
          <pc:sldMk cId="454483339" sldId="470"/>
        </pc:sldMkLst>
        <pc:spChg chg="mod">
          <ac:chgData name="Teuku Raja Irfan Radarma" userId="cf428174-95ba-4576-8554-3a3b8ffa52b7" providerId="ADAL" clId="{7C3EAD8C-44D0-4789-8FD3-415EC52390DA}" dt="2025-12-13T23:16:12.947" v="1808" actId="20577"/>
          <ac:spMkLst>
            <pc:docMk/>
            <pc:sldMk cId="454483339" sldId="470"/>
            <ac:spMk id="4" creationId="{EE064B16-72CC-4606-A23D-7291843EEFBB}"/>
          </ac:spMkLst>
        </pc:spChg>
      </pc:sldChg>
      <pc:sldChg chg="modSp mod">
        <pc:chgData name="Teuku Raja Irfan Radarma" userId="cf428174-95ba-4576-8554-3a3b8ffa52b7" providerId="ADAL" clId="{7C3EAD8C-44D0-4789-8FD3-415EC52390DA}" dt="2025-12-13T16:18:37.635" v="1569" actId="20577"/>
        <pc:sldMkLst>
          <pc:docMk/>
          <pc:sldMk cId="2937451312" sldId="471"/>
        </pc:sldMkLst>
        <pc:spChg chg="mod">
          <ac:chgData name="Teuku Raja Irfan Radarma" userId="cf428174-95ba-4576-8554-3a3b8ffa52b7" providerId="ADAL" clId="{7C3EAD8C-44D0-4789-8FD3-415EC52390DA}" dt="2025-12-13T16:18:37.635" v="1569" actId="20577"/>
          <ac:spMkLst>
            <pc:docMk/>
            <pc:sldMk cId="2937451312" sldId="471"/>
            <ac:spMk id="4" creationId="{EE064B16-72CC-4606-A23D-7291843EEFBB}"/>
          </ac:spMkLst>
        </pc:spChg>
      </pc:sldChg>
      <pc:sldChg chg="ord">
        <pc:chgData name="Teuku Raja Irfan Radarma" userId="cf428174-95ba-4576-8554-3a3b8ffa52b7" providerId="ADAL" clId="{7C3EAD8C-44D0-4789-8FD3-415EC52390DA}" dt="2025-12-13T23:18:13.754" v="1813"/>
        <pc:sldMkLst>
          <pc:docMk/>
          <pc:sldMk cId="387560748" sldId="479"/>
        </pc:sldMkLst>
      </pc:sldChg>
      <pc:sldChg chg="addSp delSp modSp mod">
        <pc:chgData name="Teuku Raja Irfan Radarma" userId="cf428174-95ba-4576-8554-3a3b8ffa52b7" providerId="ADAL" clId="{7C3EAD8C-44D0-4789-8FD3-415EC52390DA}" dt="2025-12-13T12:18:12.261" v="706"/>
        <pc:sldMkLst>
          <pc:docMk/>
          <pc:sldMk cId="4022335933" sldId="487"/>
        </pc:sldMkLst>
        <pc:spChg chg="mod">
          <ac:chgData name="Teuku Raja Irfan Radarma" userId="cf428174-95ba-4576-8554-3a3b8ffa52b7" providerId="ADAL" clId="{7C3EAD8C-44D0-4789-8FD3-415EC52390DA}" dt="2025-12-13T12:17:19.044" v="694" actId="14100"/>
          <ac:spMkLst>
            <pc:docMk/>
            <pc:sldMk cId="4022335933" sldId="487"/>
            <ac:spMk id="2" creationId="{DCF32DFD-C949-4BDC-96E3-27F747B280BA}"/>
          </ac:spMkLst>
        </pc:spChg>
        <pc:spChg chg="add del mod">
          <ac:chgData name="Teuku Raja Irfan Radarma" userId="cf428174-95ba-4576-8554-3a3b8ffa52b7" providerId="ADAL" clId="{7C3EAD8C-44D0-4789-8FD3-415EC52390DA}" dt="2025-12-13T12:17:21.130" v="695" actId="14100"/>
          <ac:spMkLst>
            <pc:docMk/>
            <pc:sldMk cId="4022335933" sldId="487"/>
            <ac:spMk id="3" creationId="{48A4AEB8-0CD5-4DCE-83AC-01473DF1CD77}"/>
          </ac:spMkLst>
        </pc:spChg>
        <pc:spChg chg="add del mod">
          <ac:chgData name="Teuku Raja Irfan Radarma" userId="cf428174-95ba-4576-8554-3a3b8ffa52b7" providerId="ADAL" clId="{7C3EAD8C-44D0-4789-8FD3-415EC52390DA}" dt="2025-12-13T11:50:31.729" v="97"/>
          <ac:spMkLst>
            <pc:docMk/>
            <pc:sldMk cId="4022335933" sldId="487"/>
            <ac:spMk id="5" creationId="{1DBE7475-1639-4ADD-8FD6-926F0219923E}"/>
          </ac:spMkLst>
        </pc:spChg>
        <pc:spChg chg="add del mod">
          <ac:chgData name="Teuku Raja Irfan Radarma" userId="cf428174-95ba-4576-8554-3a3b8ffa52b7" providerId="ADAL" clId="{7C3EAD8C-44D0-4789-8FD3-415EC52390DA}" dt="2025-12-13T11:50:37.384" v="99"/>
          <ac:spMkLst>
            <pc:docMk/>
            <pc:sldMk cId="4022335933" sldId="487"/>
            <ac:spMk id="6" creationId="{2B5B214F-6F4B-4568-BCE3-4DCEA1B8CDBF}"/>
          </ac:spMkLst>
        </pc:spChg>
        <pc:spChg chg="add del">
          <ac:chgData name="Teuku Raja Irfan Radarma" userId="cf428174-95ba-4576-8554-3a3b8ffa52b7" providerId="ADAL" clId="{7C3EAD8C-44D0-4789-8FD3-415EC52390DA}" dt="2025-12-13T11:51:26.829" v="229"/>
          <ac:spMkLst>
            <pc:docMk/>
            <pc:sldMk cId="4022335933" sldId="487"/>
            <ac:spMk id="7" creationId="{190F8C76-F50F-48E7-BDE6-80CC2357579D}"/>
          </ac:spMkLst>
        </pc:spChg>
        <pc:spChg chg="add del">
          <ac:chgData name="Teuku Raja Irfan Radarma" userId="cf428174-95ba-4576-8554-3a3b8ffa52b7" providerId="ADAL" clId="{7C3EAD8C-44D0-4789-8FD3-415EC52390DA}" dt="2025-12-13T11:53:21.268" v="241"/>
          <ac:spMkLst>
            <pc:docMk/>
            <pc:sldMk cId="4022335933" sldId="487"/>
            <ac:spMk id="8" creationId="{EF8224E4-19BA-48A5-BEA0-3AA2C8899960}"/>
          </ac:spMkLst>
        </pc:spChg>
        <pc:spChg chg="add mod">
          <ac:chgData name="Teuku Raja Irfan Radarma" userId="cf428174-95ba-4576-8554-3a3b8ffa52b7" providerId="ADAL" clId="{7C3EAD8C-44D0-4789-8FD3-415EC52390DA}" dt="2025-12-13T11:54:46.026" v="265" actId="1076"/>
          <ac:spMkLst>
            <pc:docMk/>
            <pc:sldMk cId="4022335933" sldId="487"/>
            <ac:spMk id="12" creationId="{ABA893AA-3F43-42C5-AF70-83074E6C4AFF}"/>
          </ac:spMkLst>
        </pc:spChg>
        <pc:spChg chg="add mod ord">
          <ac:chgData name="Teuku Raja Irfan Radarma" userId="cf428174-95ba-4576-8554-3a3b8ffa52b7" providerId="ADAL" clId="{7C3EAD8C-44D0-4789-8FD3-415EC52390DA}" dt="2025-12-13T12:18:12.261" v="706"/>
          <ac:spMkLst>
            <pc:docMk/>
            <pc:sldMk cId="4022335933" sldId="487"/>
            <ac:spMk id="13" creationId="{07880959-D833-47D2-B2F8-4742593DC3EF}"/>
          </ac:spMkLst>
        </pc:spChg>
        <pc:picChg chg="add mod modCrop">
          <ac:chgData name="Teuku Raja Irfan Radarma" userId="cf428174-95ba-4576-8554-3a3b8ffa52b7" providerId="ADAL" clId="{7C3EAD8C-44D0-4789-8FD3-415EC52390DA}" dt="2025-12-13T11:53:50.098" v="253" actId="1076"/>
          <ac:picMkLst>
            <pc:docMk/>
            <pc:sldMk cId="4022335933" sldId="487"/>
            <ac:picMk id="10" creationId="{CD9032FA-D057-40DB-A5B5-747DA903161D}"/>
          </ac:picMkLst>
        </pc:picChg>
      </pc:sldChg>
      <pc:sldChg chg="addSp delSp modSp add mod">
        <pc:chgData name="Teuku Raja Irfan Radarma" userId="cf428174-95ba-4576-8554-3a3b8ffa52b7" providerId="ADAL" clId="{7C3EAD8C-44D0-4789-8FD3-415EC52390DA}" dt="2025-12-13T11:46:25.210" v="47" actId="5793"/>
        <pc:sldMkLst>
          <pc:docMk/>
          <pc:sldMk cId="3267413274" sldId="488"/>
        </pc:sldMkLst>
        <pc:spChg chg="mod">
          <ac:chgData name="Teuku Raja Irfan Radarma" userId="cf428174-95ba-4576-8554-3a3b8ffa52b7" providerId="ADAL" clId="{7C3EAD8C-44D0-4789-8FD3-415EC52390DA}" dt="2025-12-13T11:45:59.700" v="34" actId="20577"/>
          <ac:spMkLst>
            <pc:docMk/>
            <pc:sldMk cId="3267413274" sldId="488"/>
            <ac:spMk id="2" creationId="{B0E79BCB-C421-4576-A087-FCD6FF31BF9B}"/>
          </ac:spMkLst>
        </pc:spChg>
        <pc:spChg chg="mod">
          <ac:chgData name="Teuku Raja Irfan Radarma" userId="cf428174-95ba-4576-8554-3a3b8ffa52b7" providerId="ADAL" clId="{7C3EAD8C-44D0-4789-8FD3-415EC52390DA}" dt="2025-12-13T11:46:25.210" v="47" actId="5793"/>
          <ac:spMkLst>
            <pc:docMk/>
            <pc:sldMk cId="3267413274" sldId="488"/>
            <ac:spMk id="3" creationId="{ABCF3ABE-58B5-4A28-BAC6-5477AAC08F7C}"/>
          </ac:spMkLst>
        </pc:spChg>
        <pc:spChg chg="add del">
          <ac:chgData name="Teuku Raja Irfan Radarma" userId="cf428174-95ba-4576-8554-3a3b8ffa52b7" providerId="ADAL" clId="{7C3EAD8C-44D0-4789-8FD3-415EC52390DA}" dt="2025-12-13T11:45:44.773" v="4"/>
          <ac:spMkLst>
            <pc:docMk/>
            <pc:sldMk cId="3267413274" sldId="488"/>
            <ac:spMk id="5" creationId="{AC1E229C-9774-4E3C-88AF-44412C8A3D69}"/>
          </ac:spMkLst>
        </pc:spChg>
        <pc:picChg chg="del">
          <ac:chgData name="Teuku Raja Irfan Radarma" userId="cf428174-95ba-4576-8554-3a3b8ffa52b7" providerId="ADAL" clId="{7C3EAD8C-44D0-4789-8FD3-415EC52390DA}" dt="2025-12-13T11:45:41.957" v="2" actId="478"/>
          <ac:picMkLst>
            <pc:docMk/>
            <pc:sldMk cId="3267413274" sldId="488"/>
            <ac:picMk id="6" creationId="{ED27FADF-1E39-4DEB-B77F-4228CD34F7AA}"/>
          </ac:picMkLst>
        </pc:picChg>
      </pc:sldChg>
      <pc:sldChg chg="addSp delSp modSp add mod ord">
        <pc:chgData name="Teuku Raja Irfan Radarma" userId="cf428174-95ba-4576-8554-3a3b8ffa52b7" providerId="ADAL" clId="{7C3EAD8C-44D0-4789-8FD3-415EC52390DA}" dt="2025-12-13T23:19:48.397" v="1817"/>
        <pc:sldMkLst>
          <pc:docMk/>
          <pc:sldMk cId="4265093686" sldId="489"/>
        </pc:sldMkLst>
        <pc:spChg chg="mod">
          <ac:chgData name="Teuku Raja Irfan Radarma" userId="cf428174-95ba-4576-8554-3a3b8ffa52b7" providerId="ADAL" clId="{7C3EAD8C-44D0-4789-8FD3-415EC52390DA}" dt="2025-12-13T12:16:33.751" v="684" actId="14100"/>
          <ac:spMkLst>
            <pc:docMk/>
            <pc:sldMk cId="4265093686" sldId="489"/>
            <ac:spMk id="2" creationId="{DCF32DFD-C949-4BDC-96E3-27F747B280BA}"/>
          </ac:spMkLst>
        </pc:spChg>
        <pc:spChg chg="mod">
          <ac:chgData name="Teuku Raja Irfan Radarma" userId="cf428174-95ba-4576-8554-3a3b8ffa52b7" providerId="ADAL" clId="{7C3EAD8C-44D0-4789-8FD3-415EC52390DA}" dt="2025-12-13T12:16:42.659" v="687" actId="14100"/>
          <ac:spMkLst>
            <pc:docMk/>
            <pc:sldMk cId="4265093686" sldId="489"/>
            <ac:spMk id="3" creationId="{48A4AEB8-0CD5-4DCE-83AC-01473DF1CD77}"/>
          </ac:spMkLst>
        </pc:spChg>
        <pc:spChg chg="add mod">
          <ac:chgData name="Teuku Raja Irfan Radarma" userId="cf428174-95ba-4576-8554-3a3b8ffa52b7" providerId="ADAL" clId="{7C3EAD8C-44D0-4789-8FD3-415EC52390DA}" dt="2025-12-13T12:04:14.808" v="438" actId="113"/>
          <ac:spMkLst>
            <pc:docMk/>
            <pc:sldMk cId="4265093686" sldId="489"/>
            <ac:spMk id="7" creationId="{81A56C8A-449E-489D-B488-521BCB909B81}"/>
          </ac:spMkLst>
        </pc:spChg>
        <pc:spChg chg="add mod">
          <ac:chgData name="Teuku Raja Irfan Radarma" userId="cf428174-95ba-4576-8554-3a3b8ffa52b7" providerId="ADAL" clId="{7C3EAD8C-44D0-4789-8FD3-415EC52390DA}" dt="2025-12-13T12:18:04.234" v="705"/>
          <ac:spMkLst>
            <pc:docMk/>
            <pc:sldMk cId="4265093686" sldId="489"/>
            <ac:spMk id="9" creationId="{487894F2-04E2-42D3-A1F3-F85C05A4B47D}"/>
          </ac:spMkLst>
        </pc:spChg>
        <pc:spChg chg="mod">
          <ac:chgData name="Teuku Raja Irfan Radarma" userId="cf428174-95ba-4576-8554-3a3b8ffa52b7" providerId="ADAL" clId="{7C3EAD8C-44D0-4789-8FD3-415EC52390DA}" dt="2025-12-13T12:03:41.790" v="414" actId="114"/>
          <ac:spMkLst>
            <pc:docMk/>
            <pc:sldMk cId="4265093686" sldId="489"/>
            <ac:spMk id="12" creationId="{ABA893AA-3F43-42C5-AF70-83074E6C4AFF}"/>
          </ac:spMkLst>
        </pc:spChg>
        <pc:picChg chg="add mod">
          <ac:chgData name="Teuku Raja Irfan Radarma" userId="cf428174-95ba-4576-8554-3a3b8ffa52b7" providerId="ADAL" clId="{7C3EAD8C-44D0-4789-8FD3-415EC52390DA}" dt="2025-12-13T12:04:04.960" v="416" actId="1076"/>
          <ac:picMkLst>
            <pc:docMk/>
            <pc:sldMk cId="4265093686" sldId="489"/>
            <ac:picMk id="8" creationId="{1EAA3EF4-9A0D-4FE3-8883-CE1DD83A2375}"/>
          </ac:picMkLst>
        </pc:picChg>
        <pc:picChg chg="del">
          <ac:chgData name="Teuku Raja Irfan Radarma" userId="cf428174-95ba-4576-8554-3a3b8ffa52b7" providerId="ADAL" clId="{7C3EAD8C-44D0-4789-8FD3-415EC52390DA}" dt="2025-12-13T12:02:31.278" v="397" actId="478"/>
          <ac:picMkLst>
            <pc:docMk/>
            <pc:sldMk cId="4265093686" sldId="489"/>
            <ac:picMk id="10" creationId="{CD9032FA-D057-40DB-A5B5-747DA903161D}"/>
          </ac:picMkLst>
        </pc:picChg>
      </pc:sldChg>
      <pc:sldChg chg="addSp modSp new mod">
        <pc:chgData name="Teuku Raja Irfan Radarma" userId="cf428174-95ba-4576-8554-3a3b8ffa52b7" providerId="ADAL" clId="{7C3EAD8C-44D0-4789-8FD3-415EC52390DA}" dt="2025-12-13T12:16:21.003" v="683" actId="207"/>
        <pc:sldMkLst>
          <pc:docMk/>
          <pc:sldMk cId="2147498015" sldId="490"/>
        </pc:sldMkLst>
        <pc:spChg chg="mod">
          <ac:chgData name="Teuku Raja Irfan Radarma" userId="cf428174-95ba-4576-8554-3a3b8ffa52b7" providerId="ADAL" clId="{7C3EAD8C-44D0-4789-8FD3-415EC52390DA}" dt="2025-12-13T12:15:57.829" v="678" actId="14100"/>
          <ac:spMkLst>
            <pc:docMk/>
            <pc:sldMk cId="2147498015" sldId="490"/>
            <ac:spMk id="2" creationId="{90373C84-1072-461D-8EE9-AB39B849551A}"/>
          </ac:spMkLst>
        </pc:spChg>
        <pc:spChg chg="mod">
          <ac:chgData name="Teuku Raja Irfan Radarma" userId="cf428174-95ba-4576-8554-3a3b8ffa52b7" providerId="ADAL" clId="{7C3EAD8C-44D0-4789-8FD3-415EC52390DA}" dt="2025-12-13T12:07:03.085" v="449" actId="113"/>
          <ac:spMkLst>
            <pc:docMk/>
            <pc:sldMk cId="2147498015" sldId="490"/>
            <ac:spMk id="3" creationId="{2C8FBD39-7ABC-4FAA-BD98-3C9CAF316E46}"/>
          </ac:spMkLst>
        </pc:spChg>
        <pc:spChg chg="add mod">
          <ac:chgData name="Teuku Raja Irfan Radarma" userId="cf428174-95ba-4576-8554-3a3b8ffa52b7" providerId="ADAL" clId="{7C3EAD8C-44D0-4789-8FD3-415EC52390DA}" dt="2025-12-13T12:07:45.705" v="456" actId="113"/>
          <ac:spMkLst>
            <pc:docMk/>
            <pc:sldMk cId="2147498015" sldId="490"/>
            <ac:spMk id="5" creationId="{D01ADF79-1FE1-45E3-B693-21E1E4B5CBD9}"/>
          </ac:spMkLst>
        </pc:spChg>
        <pc:spChg chg="add mod">
          <ac:chgData name="Teuku Raja Irfan Radarma" userId="cf428174-95ba-4576-8554-3a3b8ffa52b7" providerId="ADAL" clId="{7C3EAD8C-44D0-4789-8FD3-415EC52390DA}" dt="2025-12-13T12:16:21.003" v="683" actId="207"/>
          <ac:spMkLst>
            <pc:docMk/>
            <pc:sldMk cId="2147498015" sldId="490"/>
            <ac:spMk id="6" creationId="{E232DEDA-E9C2-4C1B-B1B7-02004D7DE050}"/>
          </ac:spMkLst>
        </pc:spChg>
      </pc:sldChg>
      <pc:sldChg chg="addSp delSp modSp new del mod">
        <pc:chgData name="Teuku Raja Irfan Radarma" userId="cf428174-95ba-4576-8554-3a3b8ffa52b7" providerId="ADAL" clId="{7C3EAD8C-44D0-4789-8FD3-415EC52390DA}" dt="2025-12-13T12:03:26.732" v="410" actId="47"/>
        <pc:sldMkLst>
          <pc:docMk/>
          <pc:sldMk cId="3403730890" sldId="490"/>
        </pc:sldMkLst>
        <pc:spChg chg="mod">
          <ac:chgData name="Teuku Raja Irfan Radarma" userId="cf428174-95ba-4576-8554-3a3b8ffa52b7" providerId="ADAL" clId="{7C3EAD8C-44D0-4789-8FD3-415EC52390DA}" dt="2025-12-13T12:00:02.459" v="325" actId="20577"/>
          <ac:spMkLst>
            <pc:docMk/>
            <pc:sldMk cId="3403730890" sldId="490"/>
            <ac:spMk id="2" creationId="{7B8E91EC-FAF0-43A6-9781-1FC5117EE71F}"/>
          </ac:spMkLst>
        </pc:spChg>
        <pc:spChg chg="mod">
          <ac:chgData name="Teuku Raja Irfan Radarma" userId="cf428174-95ba-4576-8554-3a3b8ffa52b7" providerId="ADAL" clId="{7C3EAD8C-44D0-4789-8FD3-415EC52390DA}" dt="2025-12-13T12:02:08.308" v="396" actId="14100"/>
          <ac:spMkLst>
            <pc:docMk/>
            <pc:sldMk cId="3403730890" sldId="490"/>
            <ac:spMk id="3" creationId="{E047DA7F-2FDE-4F25-832D-504A017541B6}"/>
          </ac:spMkLst>
        </pc:spChg>
        <pc:spChg chg="add del">
          <ac:chgData name="Teuku Raja Irfan Radarma" userId="cf428174-95ba-4576-8554-3a3b8ffa52b7" providerId="ADAL" clId="{7C3EAD8C-44D0-4789-8FD3-415EC52390DA}" dt="2025-12-13T12:01:09.068" v="370"/>
          <ac:spMkLst>
            <pc:docMk/>
            <pc:sldMk cId="3403730890" sldId="490"/>
            <ac:spMk id="5" creationId="{ECE52B66-CFF6-47A2-AE79-485F5FD8E6F0}"/>
          </ac:spMkLst>
        </pc:spChg>
      </pc:sldChg>
      <pc:sldChg chg="addSp delSp modSp new mod">
        <pc:chgData name="Teuku Raja Irfan Radarma" userId="cf428174-95ba-4576-8554-3a3b8ffa52b7" providerId="ADAL" clId="{7C3EAD8C-44D0-4789-8FD3-415EC52390DA}" dt="2025-12-13T12:12:49.877" v="673" actId="20577"/>
        <pc:sldMkLst>
          <pc:docMk/>
          <pc:sldMk cId="3345166437" sldId="491"/>
        </pc:sldMkLst>
        <pc:spChg chg="mod">
          <ac:chgData name="Teuku Raja Irfan Radarma" userId="cf428174-95ba-4576-8554-3a3b8ffa52b7" providerId="ADAL" clId="{7C3EAD8C-44D0-4789-8FD3-415EC52390DA}" dt="2025-12-13T12:10:43.446" v="613" actId="14100"/>
          <ac:spMkLst>
            <pc:docMk/>
            <pc:sldMk cId="3345166437" sldId="491"/>
            <ac:spMk id="2" creationId="{BB65C9FD-E654-4BEF-A21E-BEC193FB7EE4}"/>
          </ac:spMkLst>
        </pc:spChg>
        <pc:spChg chg="mod">
          <ac:chgData name="Teuku Raja Irfan Radarma" userId="cf428174-95ba-4576-8554-3a3b8ffa52b7" providerId="ADAL" clId="{7C3EAD8C-44D0-4789-8FD3-415EC52390DA}" dt="2025-12-13T12:12:49.877" v="673" actId="20577"/>
          <ac:spMkLst>
            <pc:docMk/>
            <pc:sldMk cId="3345166437" sldId="491"/>
            <ac:spMk id="3" creationId="{41750780-CCEE-4F03-A54B-C0EC9251F734}"/>
          </ac:spMkLst>
        </pc:spChg>
        <pc:spChg chg="add del">
          <ac:chgData name="Teuku Raja Irfan Radarma" userId="cf428174-95ba-4576-8554-3a3b8ffa52b7" providerId="ADAL" clId="{7C3EAD8C-44D0-4789-8FD3-415EC52390DA}" dt="2025-12-13T12:09:54.335" v="576"/>
          <ac:spMkLst>
            <pc:docMk/>
            <pc:sldMk cId="3345166437" sldId="491"/>
            <ac:spMk id="5" creationId="{AE2E4DC5-7913-4E83-A0F8-D896041C0E68}"/>
          </ac:spMkLst>
        </pc:spChg>
      </pc:sldChg>
      <pc:sldChg chg="addSp modSp add mod ord">
        <pc:chgData name="Teuku Raja Irfan Radarma" userId="cf428174-95ba-4576-8554-3a3b8ffa52b7" providerId="ADAL" clId="{7C3EAD8C-44D0-4789-8FD3-415EC52390DA}" dt="2025-12-13T13:04:08.087" v="990"/>
        <pc:sldMkLst>
          <pc:docMk/>
          <pc:sldMk cId="1895346072" sldId="492"/>
        </pc:sldMkLst>
        <pc:spChg chg="mod">
          <ac:chgData name="Teuku Raja Irfan Radarma" userId="cf428174-95ba-4576-8554-3a3b8ffa52b7" providerId="ADAL" clId="{7C3EAD8C-44D0-4789-8FD3-415EC52390DA}" dt="2025-12-13T12:15:26.993" v="675"/>
          <ac:spMkLst>
            <pc:docMk/>
            <pc:sldMk cId="1895346072" sldId="492"/>
            <ac:spMk id="2" creationId="{BB65C9FD-E654-4BEF-A21E-BEC193FB7EE4}"/>
          </ac:spMkLst>
        </pc:spChg>
        <pc:spChg chg="mod">
          <ac:chgData name="Teuku Raja Irfan Radarma" userId="cf428174-95ba-4576-8554-3a3b8ffa52b7" providerId="ADAL" clId="{7C3EAD8C-44D0-4789-8FD3-415EC52390DA}" dt="2025-12-13T12:50:01.309" v="732" actId="1076"/>
          <ac:spMkLst>
            <pc:docMk/>
            <pc:sldMk cId="1895346072" sldId="492"/>
            <ac:spMk id="3" creationId="{41750780-CCEE-4F03-A54B-C0EC9251F734}"/>
          </ac:spMkLst>
        </pc:spChg>
        <pc:spChg chg="add mod">
          <ac:chgData name="Teuku Raja Irfan Radarma" userId="cf428174-95ba-4576-8554-3a3b8ffa52b7" providerId="ADAL" clId="{7C3EAD8C-44D0-4789-8FD3-415EC52390DA}" dt="2025-12-13T12:50:03.818" v="733" actId="1076"/>
          <ac:spMkLst>
            <pc:docMk/>
            <pc:sldMk cId="1895346072" sldId="492"/>
            <ac:spMk id="5" creationId="{A35BFC94-3B3C-4C74-97AD-0ED7D5ACDB9B}"/>
          </ac:spMkLst>
        </pc:spChg>
      </pc:sldChg>
      <pc:sldChg chg="addSp delSp modSp add mod ord">
        <pc:chgData name="Teuku Raja Irfan Radarma" userId="cf428174-95ba-4576-8554-3a3b8ffa52b7" providerId="ADAL" clId="{7C3EAD8C-44D0-4789-8FD3-415EC52390DA}" dt="2025-12-13T13:04:08.087" v="990"/>
        <pc:sldMkLst>
          <pc:docMk/>
          <pc:sldMk cId="1905435217" sldId="493"/>
        </pc:sldMkLst>
        <pc:spChg chg="mod">
          <ac:chgData name="Teuku Raja Irfan Radarma" userId="cf428174-95ba-4576-8554-3a3b8ffa52b7" providerId="ADAL" clId="{7C3EAD8C-44D0-4789-8FD3-415EC52390DA}" dt="2025-12-13T12:53:09.909" v="831" actId="20577"/>
          <ac:spMkLst>
            <pc:docMk/>
            <pc:sldMk cId="1905435217" sldId="493"/>
            <ac:spMk id="2" creationId="{BB65C9FD-E654-4BEF-A21E-BEC193FB7EE4}"/>
          </ac:spMkLst>
        </pc:spChg>
        <pc:spChg chg="del">
          <ac:chgData name="Teuku Raja Irfan Radarma" userId="cf428174-95ba-4576-8554-3a3b8ffa52b7" providerId="ADAL" clId="{7C3EAD8C-44D0-4789-8FD3-415EC52390DA}" dt="2025-12-13T12:50:31.411" v="747" actId="478"/>
          <ac:spMkLst>
            <pc:docMk/>
            <pc:sldMk cId="1905435217" sldId="493"/>
            <ac:spMk id="3" creationId="{41750780-CCEE-4F03-A54B-C0EC9251F734}"/>
          </ac:spMkLst>
        </pc:spChg>
        <pc:spChg chg="del">
          <ac:chgData name="Teuku Raja Irfan Radarma" userId="cf428174-95ba-4576-8554-3a3b8ffa52b7" providerId="ADAL" clId="{7C3EAD8C-44D0-4789-8FD3-415EC52390DA}" dt="2025-12-13T12:50:13.744" v="737" actId="478"/>
          <ac:spMkLst>
            <pc:docMk/>
            <pc:sldMk cId="1905435217" sldId="493"/>
            <ac:spMk id="5" creationId="{A35BFC94-3B3C-4C74-97AD-0ED7D5ACDB9B}"/>
          </ac:spMkLst>
        </pc:spChg>
        <pc:spChg chg="add del mod">
          <ac:chgData name="Teuku Raja Irfan Radarma" userId="cf428174-95ba-4576-8554-3a3b8ffa52b7" providerId="ADAL" clId="{7C3EAD8C-44D0-4789-8FD3-415EC52390DA}" dt="2025-12-13T12:50:34.272" v="748" actId="478"/>
          <ac:spMkLst>
            <pc:docMk/>
            <pc:sldMk cId="1905435217" sldId="493"/>
            <ac:spMk id="7" creationId="{C46E8D59-9567-4F95-A5D0-5B4CB4B24CB0}"/>
          </ac:spMkLst>
        </pc:spChg>
        <pc:graphicFrameChg chg="add del">
          <ac:chgData name="Teuku Raja Irfan Radarma" userId="cf428174-95ba-4576-8554-3a3b8ffa52b7" providerId="ADAL" clId="{7C3EAD8C-44D0-4789-8FD3-415EC52390DA}" dt="2025-12-13T12:50:40.070" v="750" actId="3680"/>
          <ac:graphicFrameMkLst>
            <pc:docMk/>
            <pc:sldMk cId="1905435217" sldId="493"/>
            <ac:graphicFrameMk id="8" creationId="{CDED9E3D-AD35-4963-B027-B618BB1DDA64}"/>
          </ac:graphicFrameMkLst>
        </pc:graphicFrameChg>
        <pc:graphicFrameChg chg="add mod modGraphic">
          <ac:chgData name="Teuku Raja Irfan Radarma" userId="cf428174-95ba-4576-8554-3a3b8ffa52b7" providerId="ADAL" clId="{7C3EAD8C-44D0-4789-8FD3-415EC52390DA}" dt="2025-12-13T12:54:24.566" v="844" actId="2165"/>
          <ac:graphicFrameMkLst>
            <pc:docMk/>
            <pc:sldMk cId="1905435217" sldId="493"/>
            <ac:graphicFrameMk id="9" creationId="{7678855A-E3B0-4D6A-AD61-289CE3595AB4}"/>
          </ac:graphicFrameMkLst>
        </pc:graphicFrameChg>
      </pc:sldChg>
      <pc:sldChg chg="new del">
        <pc:chgData name="Teuku Raja Irfan Radarma" userId="cf428174-95ba-4576-8554-3a3b8ffa52b7" providerId="ADAL" clId="{7C3EAD8C-44D0-4789-8FD3-415EC52390DA}" dt="2025-12-13T12:50:09.475" v="735" actId="680"/>
        <pc:sldMkLst>
          <pc:docMk/>
          <pc:sldMk cId="2277854174" sldId="493"/>
        </pc:sldMkLst>
      </pc:sldChg>
      <pc:sldChg chg="modSp add mod ord">
        <pc:chgData name="Teuku Raja Irfan Radarma" userId="cf428174-95ba-4576-8554-3a3b8ffa52b7" providerId="ADAL" clId="{7C3EAD8C-44D0-4789-8FD3-415EC52390DA}" dt="2025-12-13T13:04:19.298" v="992"/>
        <pc:sldMkLst>
          <pc:docMk/>
          <pc:sldMk cId="2447765306" sldId="494"/>
        </pc:sldMkLst>
        <pc:spChg chg="mod">
          <ac:chgData name="Teuku Raja Irfan Radarma" userId="cf428174-95ba-4576-8554-3a3b8ffa52b7" providerId="ADAL" clId="{7C3EAD8C-44D0-4789-8FD3-415EC52390DA}" dt="2025-12-13T12:55:12.487" v="864" actId="20577"/>
          <ac:spMkLst>
            <pc:docMk/>
            <pc:sldMk cId="2447765306" sldId="494"/>
            <ac:spMk id="2" creationId="{BB65C9FD-E654-4BEF-A21E-BEC193FB7EE4}"/>
          </ac:spMkLst>
        </pc:spChg>
        <pc:spChg chg="mod">
          <ac:chgData name="Teuku Raja Irfan Radarma" userId="cf428174-95ba-4576-8554-3a3b8ffa52b7" providerId="ADAL" clId="{7C3EAD8C-44D0-4789-8FD3-415EC52390DA}" dt="2025-12-13T12:58:08.630" v="915" actId="14100"/>
          <ac:spMkLst>
            <pc:docMk/>
            <pc:sldMk cId="2447765306" sldId="494"/>
            <ac:spMk id="3" creationId="{41750780-CCEE-4F03-A54B-C0EC9251F734}"/>
          </ac:spMkLst>
        </pc:spChg>
        <pc:spChg chg="mod">
          <ac:chgData name="Teuku Raja Irfan Radarma" userId="cf428174-95ba-4576-8554-3a3b8ffa52b7" providerId="ADAL" clId="{7C3EAD8C-44D0-4789-8FD3-415EC52390DA}" dt="2025-12-13T12:55:21.208" v="867"/>
          <ac:spMkLst>
            <pc:docMk/>
            <pc:sldMk cId="2447765306" sldId="494"/>
            <ac:spMk id="5" creationId="{A35BFC94-3B3C-4C74-97AD-0ED7D5ACDB9B}"/>
          </ac:spMkLst>
        </pc:spChg>
      </pc:sldChg>
      <pc:sldChg chg="addSp delSp modSp add mod ord">
        <pc:chgData name="Teuku Raja Irfan Radarma" userId="cf428174-95ba-4576-8554-3a3b8ffa52b7" providerId="ADAL" clId="{7C3EAD8C-44D0-4789-8FD3-415EC52390DA}" dt="2025-12-13T13:04:19.298" v="992"/>
        <pc:sldMkLst>
          <pc:docMk/>
          <pc:sldMk cId="1621463854" sldId="495"/>
        </pc:sldMkLst>
        <pc:spChg chg="mod">
          <ac:chgData name="Teuku Raja Irfan Radarma" userId="cf428174-95ba-4576-8554-3a3b8ffa52b7" providerId="ADAL" clId="{7C3EAD8C-44D0-4789-8FD3-415EC52390DA}" dt="2025-12-13T12:58:21.056" v="918"/>
          <ac:spMkLst>
            <pc:docMk/>
            <pc:sldMk cId="1621463854" sldId="495"/>
            <ac:spMk id="2" creationId="{BB65C9FD-E654-4BEF-A21E-BEC193FB7EE4}"/>
          </ac:spMkLst>
        </pc:spChg>
        <pc:spChg chg="del mod">
          <ac:chgData name="Teuku Raja Irfan Radarma" userId="cf428174-95ba-4576-8554-3a3b8ffa52b7" providerId="ADAL" clId="{7C3EAD8C-44D0-4789-8FD3-415EC52390DA}" dt="2025-12-13T12:58:24.789" v="919" actId="478"/>
          <ac:spMkLst>
            <pc:docMk/>
            <pc:sldMk cId="1621463854" sldId="495"/>
            <ac:spMk id="3" creationId="{41750780-CCEE-4F03-A54B-C0EC9251F734}"/>
          </ac:spMkLst>
        </pc:spChg>
        <pc:spChg chg="del">
          <ac:chgData name="Teuku Raja Irfan Radarma" userId="cf428174-95ba-4576-8554-3a3b8ffa52b7" providerId="ADAL" clId="{7C3EAD8C-44D0-4789-8FD3-415EC52390DA}" dt="2025-12-13T12:58:05.169" v="914" actId="478"/>
          <ac:spMkLst>
            <pc:docMk/>
            <pc:sldMk cId="1621463854" sldId="495"/>
            <ac:spMk id="5" creationId="{A35BFC94-3B3C-4C74-97AD-0ED7D5ACDB9B}"/>
          </ac:spMkLst>
        </pc:spChg>
        <pc:spChg chg="add del mod">
          <ac:chgData name="Teuku Raja Irfan Radarma" userId="cf428174-95ba-4576-8554-3a3b8ffa52b7" providerId="ADAL" clId="{7C3EAD8C-44D0-4789-8FD3-415EC52390DA}" dt="2025-12-13T12:58:26.651" v="920" actId="478"/>
          <ac:spMkLst>
            <pc:docMk/>
            <pc:sldMk cId="1621463854" sldId="495"/>
            <ac:spMk id="7" creationId="{07B26053-6EB7-4BFA-8963-45A20EB05129}"/>
          </ac:spMkLst>
        </pc:spChg>
        <pc:spChg chg="add mod">
          <ac:chgData name="Teuku Raja Irfan Radarma" userId="cf428174-95ba-4576-8554-3a3b8ffa52b7" providerId="ADAL" clId="{7C3EAD8C-44D0-4789-8FD3-415EC52390DA}" dt="2025-12-13T13:00:32.174" v="985" actId="1076"/>
          <ac:spMkLst>
            <pc:docMk/>
            <pc:sldMk cId="1621463854" sldId="495"/>
            <ac:spMk id="10" creationId="{A158E580-737A-45BA-A886-E36E3097E2EB}"/>
          </ac:spMkLst>
        </pc:spChg>
        <pc:graphicFrameChg chg="add mod modGraphic">
          <ac:chgData name="Teuku Raja Irfan Radarma" userId="cf428174-95ba-4576-8554-3a3b8ffa52b7" providerId="ADAL" clId="{7C3EAD8C-44D0-4789-8FD3-415EC52390DA}" dt="2025-12-13T13:00:12.810" v="976" actId="404"/>
          <ac:graphicFrameMkLst>
            <pc:docMk/>
            <pc:sldMk cId="1621463854" sldId="495"/>
            <ac:graphicFrameMk id="8" creationId="{2B871463-CD01-4D05-B038-9B223931EA40}"/>
          </ac:graphicFrameMkLst>
        </pc:graphicFrameChg>
      </pc:sldChg>
      <pc:sldChg chg="addSp modSp new mod">
        <pc:chgData name="Teuku Raja Irfan Radarma" userId="cf428174-95ba-4576-8554-3a3b8ffa52b7" providerId="ADAL" clId="{7C3EAD8C-44D0-4789-8FD3-415EC52390DA}" dt="2025-12-13T13:08:57.783" v="1156" actId="113"/>
        <pc:sldMkLst>
          <pc:docMk/>
          <pc:sldMk cId="1806752585" sldId="496"/>
        </pc:sldMkLst>
        <pc:spChg chg="mod">
          <ac:chgData name="Teuku Raja Irfan Radarma" userId="cf428174-95ba-4576-8554-3a3b8ffa52b7" providerId="ADAL" clId="{7C3EAD8C-44D0-4789-8FD3-415EC52390DA}" dt="2025-12-13T13:05:15.731" v="1005" actId="404"/>
          <ac:spMkLst>
            <pc:docMk/>
            <pc:sldMk cId="1806752585" sldId="496"/>
            <ac:spMk id="2" creationId="{53BFCFBC-1627-482C-BEC4-DA65E0CB564C}"/>
          </ac:spMkLst>
        </pc:spChg>
        <pc:spChg chg="mod">
          <ac:chgData name="Teuku Raja Irfan Radarma" userId="cf428174-95ba-4576-8554-3a3b8ffa52b7" providerId="ADAL" clId="{7C3EAD8C-44D0-4789-8FD3-415EC52390DA}" dt="2025-12-13T13:06:04.506" v="1014" actId="404"/>
          <ac:spMkLst>
            <pc:docMk/>
            <pc:sldMk cId="1806752585" sldId="496"/>
            <ac:spMk id="3" creationId="{DD912BE5-519F-4C2C-AF17-D22DEA75CB71}"/>
          </ac:spMkLst>
        </pc:spChg>
        <pc:spChg chg="add mod">
          <ac:chgData name="Teuku Raja Irfan Radarma" userId="cf428174-95ba-4576-8554-3a3b8ffa52b7" providerId="ADAL" clId="{7C3EAD8C-44D0-4789-8FD3-415EC52390DA}" dt="2025-12-13T13:08:39.187" v="1134" actId="1076"/>
          <ac:spMkLst>
            <pc:docMk/>
            <pc:sldMk cId="1806752585" sldId="496"/>
            <ac:spMk id="5" creationId="{3144FA5A-D3D9-4726-8418-C4524E7BC73B}"/>
          </ac:spMkLst>
        </pc:spChg>
        <pc:spChg chg="add mod">
          <ac:chgData name="Teuku Raja Irfan Radarma" userId="cf428174-95ba-4576-8554-3a3b8ffa52b7" providerId="ADAL" clId="{7C3EAD8C-44D0-4789-8FD3-415EC52390DA}" dt="2025-12-13T13:08:41.485" v="1135" actId="1076"/>
          <ac:spMkLst>
            <pc:docMk/>
            <pc:sldMk cId="1806752585" sldId="496"/>
            <ac:spMk id="6" creationId="{E0D9B17A-0A9C-4B75-B5DB-59D4233E2559}"/>
          </ac:spMkLst>
        </pc:spChg>
        <pc:spChg chg="add mod">
          <ac:chgData name="Teuku Raja Irfan Radarma" userId="cf428174-95ba-4576-8554-3a3b8ffa52b7" providerId="ADAL" clId="{7C3EAD8C-44D0-4789-8FD3-415EC52390DA}" dt="2025-12-13T13:08:57.783" v="1156" actId="113"/>
          <ac:spMkLst>
            <pc:docMk/>
            <pc:sldMk cId="1806752585" sldId="496"/>
            <ac:spMk id="7" creationId="{58D7C47B-E9BD-4DF5-904C-9AEAB65E1193}"/>
          </ac:spMkLst>
        </pc:spChg>
        <pc:spChg chg="add mod">
          <ac:chgData name="Teuku Raja Irfan Radarma" userId="cf428174-95ba-4576-8554-3a3b8ffa52b7" providerId="ADAL" clId="{7C3EAD8C-44D0-4789-8FD3-415EC52390DA}" dt="2025-12-13T13:08:56.686" v="1155" actId="113"/>
          <ac:spMkLst>
            <pc:docMk/>
            <pc:sldMk cId="1806752585" sldId="496"/>
            <ac:spMk id="8" creationId="{0A1633D7-F624-4422-8B0F-9724A906964D}"/>
          </ac:spMkLst>
        </pc:spChg>
      </pc:sldChg>
      <pc:sldChg chg="addSp delSp modSp new mod">
        <pc:chgData name="Teuku Raja Irfan Radarma" userId="cf428174-95ba-4576-8554-3a3b8ffa52b7" providerId="ADAL" clId="{7C3EAD8C-44D0-4789-8FD3-415EC52390DA}" dt="2025-12-13T15:12:57.823" v="1230" actId="1076"/>
        <pc:sldMkLst>
          <pc:docMk/>
          <pc:sldMk cId="1412685268" sldId="497"/>
        </pc:sldMkLst>
        <pc:spChg chg="mod">
          <ac:chgData name="Teuku Raja Irfan Radarma" userId="cf428174-95ba-4576-8554-3a3b8ffa52b7" providerId="ADAL" clId="{7C3EAD8C-44D0-4789-8FD3-415EC52390DA}" dt="2025-12-13T15:06:09.677" v="1227" actId="1076"/>
          <ac:spMkLst>
            <pc:docMk/>
            <pc:sldMk cId="1412685268" sldId="497"/>
            <ac:spMk id="2" creationId="{6833BC66-22F8-46D5-B2FD-441ABB53BCF1}"/>
          </ac:spMkLst>
        </pc:spChg>
        <pc:spChg chg="del">
          <ac:chgData name="Teuku Raja Irfan Radarma" userId="cf428174-95ba-4576-8554-3a3b8ffa52b7" providerId="ADAL" clId="{7C3EAD8C-44D0-4789-8FD3-415EC52390DA}" dt="2025-12-13T15:06:02.865" v="1224"/>
          <ac:spMkLst>
            <pc:docMk/>
            <pc:sldMk cId="1412685268" sldId="497"/>
            <ac:spMk id="3" creationId="{A2730477-C2CD-4C10-BC1E-93CCE0412E58}"/>
          </ac:spMkLst>
        </pc:spChg>
        <pc:picChg chg="add mod">
          <ac:chgData name="Teuku Raja Irfan Radarma" userId="cf428174-95ba-4576-8554-3a3b8ffa52b7" providerId="ADAL" clId="{7C3EAD8C-44D0-4789-8FD3-415EC52390DA}" dt="2025-12-13T15:12:57.823" v="1230" actId="1076"/>
          <ac:picMkLst>
            <pc:docMk/>
            <pc:sldMk cId="1412685268" sldId="497"/>
            <ac:picMk id="5122" creationId="{FBED01AD-1714-4865-BC6E-8B7FC3ADDFFA}"/>
          </ac:picMkLst>
        </pc:picChg>
      </pc:sldChg>
      <pc:sldChg chg="addSp delSp modSp new mod">
        <pc:chgData name="Teuku Raja Irfan Radarma" userId="cf428174-95ba-4576-8554-3a3b8ffa52b7" providerId="ADAL" clId="{7C3EAD8C-44D0-4789-8FD3-415EC52390DA}" dt="2025-12-13T15:47:38.183" v="1269" actId="27636"/>
        <pc:sldMkLst>
          <pc:docMk/>
          <pc:sldMk cId="900747831" sldId="498"/>
        </pc:sldMkLst>
        <pc:spChg chg="mod">
          <ac:chgData name="Teuku Raja Irfan Radarma" userId="cf428174-95ba-4576-8554-3a3b8ffa52b7" providerId="ADAL" clId="{7C3EAD8C-44D0-4789-8FD3-415EC52390DA}" dt="2025-12-13T15:47:35.091" v="1267" actId="14100"/>
          <ac:spMkLst>
            <pc:docMk/>
            <pc:sldMk cId="900747831" sldId="498"/>
            <ac:spMk id="2" creationId="{F65656B2-C67A-4187-92FF-4A6923F81269}"/>
          </ac:spMkLst>
        </pc:spChg>
        <pc:spChg chg="mod">
          <ac:chgData name="Teuku Raja Irfan Radarma" userId="cf428174-95ba-4576-8554-3a3b8ffa52b7" providerId="ADAL" clId="{7C3EAD8C-44D0-4789-8FD3-415EC52390DA}" dt="2025-12-13T15:47:38.183" v="1269" actId="27636"/>
          <ac:spMkLst>
            <pc:docMk/>
            <pc:sldMk cId="900747831" sldId="498"/>
            <ac:spMk id="3" creationId="{1B8A7863-E51A-457F-A642-259B983990B2}"/>
          </ac:spMkLst>
        </pc:spChg>
        <pc:spChg chg="add mod">
          <ac:chgData name="Teuku Raja Irfan Radarma" userId="cf428174-95ba-4576-8554-3a3b8ffa52b7" providerId="ADAL" clId="{7C3EAD8C-44D0-4789-8FD3-415EC52390DA}" dt="2025-12-13T15:15:39.500" v="1239" actId="207"/>
          <ac:spMkLst>
            <pc:docMk/>
            <pc:sldMk cId="900747831" sldId="498"/>
            <ac:spMk id="5" creationId="{AE10B0AA-1F17-47B2-8C76-C38657349CB7}"/>
          </ac:spMkLst>
        </pc:spChg>
        <pc:spChg chg="add del">
          <ac:chgData name="Teuku Raja Irfan Radarma" userId="cf428174-95ba-4576-8554-3a3b8ffa52b7" providerId="ADAL" clId="{7C3EAD8C-44D0-4789-8FD3-415EC52390DA}" dt="2025-12-13T15:47:09.041" v="1253"/>
          <ac:spMkLst>
            <pc:docMk/>
            <pc:sldMk cId="900747831" sldId="498"/>
            <ac:spMk id="6" creationId="{60CEA3A4-4BDC-4415-A737-9C14D2EC1AD4}"/>
          </ac:spMkLst>
        </pc:spChg>
        <pc:spChg chg="add del">
          <ac:chgData name="Teuku Raja Irfan Radarma" userId="cf428174-95ba-4576-8554-3a3b8ffa52b7" providerId="ADAL" clId="{7C3EAD8C-44D0-4789-8FD3-415EC52390DA}" dt="2025-12-13T15:47:12.784" v="1256"/>
          <ac:spMkLst>
            <pc:docMk/>
            <pc:sldMk cId="900747831" sldId="498"/>
            <ac:spMk id="7" creationId="{09B89852-32D8-4D90-BEA3-299AD55A9E35}"/>
          </ac:spMkLst>
        </pc:spChg>
      </pc:sldChg>
      <pc:sldChg chg="addSp delSp modSp new mod">
        <pc:chgData name="Teuku Raja Irfan Radarma" userId="cf428174-95ba-4576-8554-3a3b8ffa52b7" providerId="ADAL" clId="{7C3EAD8C-44D0-4789-8FD3-415EC52390DA}" dt="2025-12-13T16:13:21.214" v="1568" actId="20577"/>
        <pc:sldMkLst>
          <pc:docMk/>
          <pc:sldMk cId="950209993" sldId="499"/>
        </pc:sldMkLst>
        <pc:spChg chg="mod">
          <ac:chgData name="Teuku Raja Irfan Radarma" userId="cf428174-95ba-4576-8554-3a3b8ffa52b7" providerId="ADAL" clId="{7C3EAD8C-44D0-4789-8FD3-415EC52390DA}" dt="2025-12-13T16:11:14.715" v="1434" actId="14100"/>
          <ac:spMkLst>
            <pc:docMk/>
            <pc:sldMk cId="950209993" sldId="499"/>
            <ac:spMk id="2" creationId="{FB2E7A65-EFF8-4D5E-BCC3-7871BAEE772E}"/>
          </ac:spMkLst>
        </pc:spChg>
        <pc:spChg chg="mod">
          <ac:chgData name="Teuku Raja Irfan Radarma" userId="cf428174-95ba-4576-8554-3a3b8ffa52b7" providerId="ADAL" clId="{7C3EAD8C-44D0-4789-8FD3-415EC52390DA}" dt="2025-12-13T16:13:21.214" v="1568" actId="20577"/>
          <ac:spMkLst>
            <pc:docMk/>
            <pc:sldMk cId="950209993" sldId="499"/>
            <ac:spMk id="3" creationId="{F8023EFB-51A1-4DEF-86C3-47DF2F39AB1B}"/>
          </ac:spMkLst>
        </pc:spChg>
        <pc:spChg chg="add del">
          <ac:chgData name="Teuku Raja Irfan Radarma" userId="cf428174-95ba-4576-8554-3a3b8ffa52b7" providerId="ADAL" clId="{7C3EAD8C-44D0-4789-8FD3-415EC52390DA}" dt="2025-12-13T15:49:17.023" v="1307"/>
          <ac:spMkLst>
            <pc:docMk/>
            <pc:sldMk cId="950209993" sldId="499"/>
            <ac:spMk id="5" creationId="{4498F566-E92B-4E29-B8B2-F6A7A8BC3692}"/>
          </ac:spMkLst>
        </pc:spChg>
        <pc:spChg chg="add del">
          <ac:chgData name="Teuku Raja Irfan Radarma" userId="cf428174-95ba-4576-8554-3a3b8ffa52b7" providerId="ADAL" clId="{7C3EAD8C-44D0-4789-8FD3-415EC52390DA}" dt="2025-12-13T15:49:21.342" v="1309"/>
          <ac:spMkLst>
            <pc:docMk/>
            <pc:sldMk cId="950209993" sldId="499"/>
            <ac:spMk id="6" creationId="{99E903F9-71DB-4CAA-B4C7-9F8FCFDE233C}"/>
          </ac:spMkLst>
        </pc:spChg>
        <pc:spChg chg="add del">
          <ac:chgData name="Teuku Raja Irfan Radarma" userId="cf428174-95ba-4576-8554-3a3b8ffa52b7" providerId="ADAL" clId="{7C3EAD8C-44D0-4789-8FD3-415EC52390DA}" dt="2025-12-13T15:49:24.519" v="1311"/>
          <ac:spMkLst>
            <pc:docMk/>
            <pc:sldMk cId="950209993" sldId="499"/>
            <ac:spMk id="7" creationId="{1AEE9E37-A8AA-4363-83B0-312B888C8F9F}"/>
          </ac:spMkLst>
        </pc:spChg>
        <pc:spChg chg="add del">
          <ac:chgData name="Teuku Raja Irfan Radarma" userId="cf428174-95ba-4576-8554-3a3b8ffa52b7" providerId="ADAL" clId="{7C3EAD8C-44D0-4789-8FD3-415EC52390DA}" dt="2025-12-13T15:50:24.484" v="1371"/>
          <ac:spMkLst>
            <pc:docMk/>
            <pc:sldMk cId="950209993" sldId="499"/>
            <ac:spMk id="8" creationId="{636E4B2B-CC9C-48C8-95DA-21D521602BFB}"/>
          </ac:spMkLst>
        </pc:spChg>
        <pc:spChg chg="add del">
          <ac:chgData name="Teuku Raja Irfan Radarma" userId="cf428174-95ba-4576-8554-3a3b8ffa52b7" providerId="ADAL" clId="{7C3EAD8C-44D0-4789-8FD3-415EC52390DA}" dt="2025-12-13T16:12:43.102" v="1518"/>
          <ac:spMkLst>
            <pc:docMk/>
            <pc:sldMk cId="950209993" sldId="499"/>
            <ac:spMk id="9" creationId="{35738E6A-1C17-4F5B-9858-69626C6C8922}"/>
          </ac:spMkLst>
        </pc:spChg>
        <pc:picChg chg="add mod">
          <ac:chgData name="Teuku Raja Irfan Radarma" userId="cf428174-95ba-4576-8554-3a3b8ffa52b7" providerId="ADAL" clId="{7C3EAD8C-44D0-4789-8FD3-415EC52390DA}" dt="2025-12-13T16:11:12.935" v="1433" actId="1076"/>
          <ac:picMkLst>
            <pc:docMk/>
            <pc:sldMk cId="950209993" sldId="499"/>
            <ac:picMk id="7174" creationId="{D436FC3D-4DF1-44EB-8C6C-C65D4AEF4189}"/>
          </ac:picMkLst>
        </pc:picChg>
      </pc:sldChg>
      <pc:sldChg chg="addSp modSp new mod">
        <pc:chgData name="Teuku Raja Irfan Radarma" userId="cf428174-95ba-4576-8554-3a3b8ffa52b7" providerId="ADAL" clId="{7C3EAD8C-44D0-4789-8FD3-415EC52390DA}" dt="2025-12-13T16:25:52.397" v="1643" actId="20577"/>
        <pc:sldMkLst>
          <pc:docMk/>
          <pc:sldMk cId="614611906" sldId="500"/>
        </pc:sldMkLst>
        <pc:spChg chg="mod">
          <ac:chgData name="Teuku Raja Irfan Radarma" userId="cf428174-95ba-4576-8554-3a3b8ffa52b7" providerId="ADAL" clId="{7C3EAD8C-44D0-4789-8FD3-415EC52390DA}" dt="2025-12-13T16:20:07.616" v="1573" actId="14100"/>
          <ac:spMkLst>
            <pc:docMk/>
            <pc:sldMk cId="614611906" sldId="500"/>
            <ac:spMk id="2" creationId="{B20FFF3F-DE43-4340-84F0-15CEECC74F8A}"/>
          </ac:spMkLst>
        </pc:spChg>
        <pc:spChg chg="mod">
          <ac:chgData name="Teuku Raja Irfan Radarma" userId="cf428174-95ba-4576-8554-3a3b8ffa52b7" providerId="ADAL" clId="{7C3EAD8C-44D0-4789-8FD3-415EC52390DA}" dt="2025-12-13T16:25:52.397" v="1643" actId="20577"/>
          <ac:spMkLst>
            <pc:docMk/>
            <pc:sldMk cId="614611906" sldId="500"/>
            <ac:spMk id="3" creationId="{20F5841F-15FB-4A8B-A0BA-774008450490}"/>
          </ac:spMkLst>
        </pc:spChg>
        <pc:spChg chg="add mod">
          <ac:chgData name="Teuku Raja Irfan Radarma" userId="cf428174-95ba-4576-8554-3a3b8ffa52b7" providerId="ADAL" clId="{7C3EAD8C-44D0-4789-8FD3-415EC52390DA}" dt="2025-12-13T16:20:17.417" v="1576"/>
          <ac:spMkLst>
            <pc:docMk/>
            <pc:sldMk cId="614611906" sldId="500"/>
            <ac:spMk id="5" creationId="{23627F44-A4FC-49FB-A597-2D17A8BCCDF4}"/>
          </ac:spMkLst>
        </pc:spChg>
      </pc:sldChg>
      <pc:sldChg chg="addSp delSp modSp add mod">
        <pc:chgData name="Teuku Raja Irfan Radarma" userId="cf428174-95ba-4576-8554-3a3b8ffa52b7" providerId="ADAL" clId="{7C3EAD8C-44D0-4789-8FD3-415EC52390DA}" dt="2025-12-13T16:28:07.629" v="1723" actId="20577"/>
        <pc:sldMkLst>
          <pc:docMk/>
          <pc:sldMk cId="3491002283" sldId="501"/>
        </pc:sldMkLst>
        <pc:spChg chg="mod">
          <ac:chgData name="Teuku Raja Irfan Radarma" userId="cf428174-95ba-4576-8554-3a3b8ffa52b7" providerId="ADAL" clId="{7C3EAD8C-44D0-4789-8FD3-415EC52390DA}" dt="2025-12-13T16:26:23.250" v="1645"/>
          <ac:spMkLst>
            <pc:docMk/>
            <pc:sldMk cId="3491002283" sldId="501"/>
            <ac:spMk id="2" creationId="{B20FFF3F-DE43-4340-84F0-15CEECC74F8A}"/>
          </ac:spMkLst>
        </pc:spChg>
        <pc:spChg chg="mod">
          <ac:chgData name="Teuku Raja Irfan Radarma" userId="cf428174-95ba-4576-8554-3a3b8ffa52b7" providerId="ADAL" clId="{7C3EAD8C-44D0-4789-8FD3-415EC52390DA}" dt="2025-12-13T16:28:07.629" v="1723" actId="20577"/>
          <ac:spMkLst>
            <pc:docMk/>
            <pc:sldMk cId="3491002283" sldId="501"/>
            <ac:spMk id="3" creationId="{20F5841F-15FB-4A8B-A0BA-774008450490}"/>
          </ac:spMkLst>
        </pc:spChg>
        <pc:spChg chg="mod">
          <ac:chgData name="Teuku Raja Irfan Radarma" userId="cf428174-95ba-4576-8554-3a3b8ffa52b7" providerId="ADAL" clId="{7C3EAD8C-44D0-4789-8FD3-415EC52390DA}" dt="2025-12-13T16:26:30.333" v="1648"/>
          <ac:spMkLst>
            <pc:docMk/>
            <pc:sldMk cId="3491002283" sldId="501"/>
            <ac:spMk id="5" creationId="{23627F44-A4FC-49FB-A597-2D17A8BCCDF4}"/>
          </ac:spMkLst>
        </pc:spChg>
        <pc:spChg chg="add del">
          <ac:chgData name="Teuku Raja Irfan Radarma" userId="cf428174-95ba-4576-8554-3a3b8ffa52b7" providerId="ADAL" clId="{7C3EAD8C-44D0-4789-8FD3-415EC52390DA}" dt="2025-12-13T16:27:56.513" v="1667"/>
          <ac:spMkLst>
            <pc:docMk/>
            <pc:sldMk cId="3491002283" sldId="501"/>
            <ac:spMk id="6" creationId="{F33A8B46-920A-444F-9CF1-9E9A3F07DE6B}"/>
          </ac:spMkLst>
        </pc:spChg>
      </pc:sldChg>
      <pc:sldChg chg="addSp delSp modSp add mod">
        <pc:chgData name="Teuku Raja Irfan Radarma" userId="cf428174-95ba-4576-8554-3a3b8ffa52b7" providerId="ADAL" clId="{7C3EAD8C-44D0-4789-8FD3-415EC52390DA}" dt="2025-12-13T16:31:47.906" v="1807" actId="114"/>
        <pc:sldMkLst>
          <pc:docMk/>
          <pc:sldMk cId="2328737408" sldId="502"/>
        </pc:sldMkLst>
        <pc:spChg chg="mod">
          <ac:chgData name="Teuku Raja Irfan Radarma" userId="cf428174-95ba-4576-8554-3a3b8ffa52b7" providerId="ADAL" clId="{7C3EAD8C-44D0-4789-8FD3-415EC52390DA}" dt="2025-12-13T16:28:58.661" v="1725"/>
          <ac:spMkLst>
            <pc:docMk/>
            <pc:sldMk cId="2328737408" sldId="502"/>
            <ac:spMk id="2" creationId="{B20FFF3F-DE43-4340-84F0-15CEECC74F8A}"/>
          </ac:spMkLst>
        </pc:spChg>
        <pc:spChg chg="mod">
          <ac:chgData name="Teuku Raja Irfan Radarma" userId="cf428174-95ba-4576-8554-3a3b8ffa52b7" providerId="ADAL" clId="{7C3EAD8C-44D0-4789-8FD3-415EC52390DA}" dt="2025-12-13T16:31:33.828" v="1803" actId="113"/>
          <ac:spMkLst>
            <pc:docMk/>
            <pc:sldMk cId="2328737408" sldId="502"/>
            <ac:spMk id="3" creationId="{20F5841F-15FB-4A8B-A0BA-774008450490}"/>
          </ac:spMkLst>
        </pc:spChg>
        <pc:spChg chg="del">
          <ac:chgData name="Teuku Raja Irfan Radarma" userId="cf428174-95ba-4576-8554-3a3b8ffa52b7" providerId="ADAL" clId="{7C3EAD8C-44D0-4789-8FD3-415EC52390DA}" dt="2025-12-13T16:29:05.827" v="1726" actId="478"/>
          <ac:spMkLst>
            <pc:docMk/>
            <pc:sldMk cId="2328737408" sldId="502"/>
            <ac:spMk id="5" creationId="{23627F44-A4FC-49FB-A597-2D17A8BCCDF4}"/>
          </ac:spMkLst>
        </pc:spChg>
        <pc:spChg chg="add del">
          <ac:chgData name="Teuku Raja Irfan Radarma" userId="cf428174-95ba-4576-8554-3a3b8ffa52b7" providerId="ADAL" clId="{7C3EAD8C-44D0-4789-8FD3-415EC52390DA}" dt="2025-12-13T16:29:14.646" v="1728"/>
          <ac:spMkLst>
            <pc:docMk/>
            <pc:sldMk cId="2328737408" sldId="502"/>
            <ac:spMk id="6" creationId="{F36EC76C-B36E-4454-BC94-1870586C19B1}"/>
          </ac:spMkLst>
        </pc:spChg>
        <pc:spChg chg="add del">
          <ac:chgData name="Teuku Raja Irfan Radarma" userId="cf428174-95ba-4576-8554-3a3b8ffa52b7" providerId="ADAL" clId="{7C3EAD8C-44D0-4789-8FD3-415EC52390DA}" dt="2025-12-13T16:30:22.612" v="1767"/>
          <ac:spMkLst>
            <pc:docMk/>
            <pc:sldMk cId="2328737408" sldId="502"/>
            <ac:spMk id="7" creationId="{B8573ED3-6FC6-4778-96C0-37BE163B2847}"/>
          </ac:spMkLst>
        </pc:spChg>
        <pc:spChg chg="add mod">
          <ac:chgData name="Teuku Raja Irfan Radarma" userId="cf428174-95ba-4576-8554-3a3b8ffa52b7" providerId="ADAL" clId="{7C3EAD8C-44D0-4789-8FD3-415EC52390DA}" dt="2025-12-13T16:31:47.906" v="1807" actId="114"/>
          <ac:spMkLst>
            <pc:docMk/>
            <pc:sldMk cId="2328737408" sldId="502"/>
            <ac:spMk id="9" creationId="{07EADD05-E84C-403F-8A2F-EC1D52A0C517}"/>
          </ac:spMkLst>
        </pc:spChg>
      </pc:sldChg>
      <pc:sldChg chg="modSp new mod">
        <pc:chgData name="Teuku Raja Irfan Radarma" userId="cf428174-95ba-4576-8554-3a3b8ffa52b7" providerId="ADAL" clId="{7C3EAD8C-44D0-4789-8FD3-415EC52390DA}" dt="2025-12-13T23:22:59.939" v="2103" actId="20577"/>
        <pc:sldMkLst>
          <pc:docMk/>
          <pc:sldMk cId="3933856039" sldId="503"/>
        </pc:sldMkLst>
        <pc:spChg chg="mod">
          <ac:chgData name="Teuku Raja Irfan Radarma" userId="cf428174-95ba-4576-8554-3a3b8ffa52b7" providerId="ADAL" clId="{7C3EAD8C-44D0-4789-8FD3-415EC52390DA}" dt="2025-12-13T23:21:03.060" v="1851" actId="20577"/>
          <ac:spMkLst>
            <pc:docMk/>
            <pc:sldMk cId="3933856039" sldId="503"/>
            <ac:spMk id="2" creationId="{5474A816-7CAB-4E88-83D8-BB1EC8CAD123}"/>
          </ac:spMkLst>
        </pc:spChg>
        <pc:spChg chg="mod">
          <ac:chgData name="Teuku Raja Irfan Radarma" userId="cf428174-95ba-4576-8554-3a3b8ffa52b7" providerId="ADAL" clId="{7C3EAD8C-44D0-4789-8FD3-415EC52390DA}" dt="2025-12-13T23:22:59.939" v="2103" actId="20577"/>
          <ac:spMkLst>
            <pc:docMk/>
            <pc:sldMk cId="3933856039" sldId="503"/>
            <ac:spMk id="4" creationId="{825C7E4A-597D-4324-BC93-3257388D6094}"/>
          </ac:spMkLst>
        </pc:spChg>
      </pc:sldChg>
      <pc:sldChg chg="modSp new mod">
        <pc:chgData name="Teuku Raja Irfan Radarma" userId="cf428174-95ba-4576-8554-3a3b8ffa52b7" providerId="ADAL" clId="{7C3EAD8C-44D0-4789-8FD3-415EC52390DA}" dt="2025-12-14T05:55:08.191" v="2152" actId="20577"/>
        <pc:sldMkLst>
          <pc:docMk/>
          <pc:sldMk cId="118148788" sldId="504"/>
        </pc:sldMkLst>
        <pc:spChg chg="mod">
          <ac:chgData name="Teuku Raja Irfan Radarma" userId="cf428174-95ba-4576-8554-3a3b8ffa52b7" providerId="ADAL" clId="{7C3EAD8C-44D0-4789-8FD3-415EC52390DA}" dt="2025-12-14T05:54:27.936" v="2117" actId="20577"/>
          <ac:spMkLst>
            <pc:docMk/>
            <pc:sldMk cId="118148788" sldId="504"/>
            <ac:spMk id="2" creationId="{C02CA0AC-1C25-4D2B-AC20-7728E182A613}"/>
          </ac:spMkLst>
        </pc:spChg>
        <pc:spChg chg="mod">
          <ac:chgData name="Teuku Raja Irfan Radarma" userId="cf428174-95ba-4576-8554-3a3b8ffa52b7" providerId="ADAL" clId="{7C3EAD8C-44D0-4789-8FD3-415EC52390DA}" dt="2025-12-14T05:55:08.191" v="2152" actId="20577"/>
          <ac:spMkLst>
            <pc:docMk/>
            <pc:sldMk cId="118148788" sldId="504"/>
            <ac:spMk id="4" creationId="{73CF8F04-41AA-4C11-9FCD-363622CB1E7C}"/>
          </ac:spMkLst>
        </pc:spChg>
      </pc:sldChg>
      <pc:sldChg chg="add">
        <pc:chgData name="Teuku Raja Irfan Radarma" userId="cf428174-95ba-4576-8554-3a3b8ffa52b7" providerId="ADAL" clId="{7C3EAD8C-44D0-4789-8FD3-415EC52390DA}" dt="2025-12-14T12:19:13.779" v="2153"/>
        <pc:sldMkLst>
          <pc:docMk/>
          <pc:sldMk cId="3838142424" sldId="507"/>
        </pc:sldMkLst>
      </pc:sldChg>
    </pc:docChg>
  </pc:docChgLst>
  <pc:docChgLst>
    <pc:chgData name="Teuku Raja Irfan Radarma" userId="cf428174-95ba-4576-8554-3a3b8ffa52b7" providerId="ADAL" clId="{9D6983BC-2B41-4A2C-9BDB-BF4B506A1F53}"/>
    <pc:docChg chg="undo custSel addSld delSld modSld sldOrd">
      <pc:chgData name="Teuku Raja Irfan Radarma" userId="cf428174-95ba-4576-8554-3a3b8ffa52b7" providerId="ADAL" clId="{9D6983BC-2B41-4A2C-9BDB-BF4B506A1F53}" dt="2026-01-01T04:50:35.866" v="2065" actId="47"/>
      <pc:docMkLst>
        <pc:docMk/>
      </pc:docMkLst>
      <pc:sldChg chg="modSp mod">
        <pc:chgData name="Teuku Raja Irfan Radarma" userId="cf428174-95ba-4576-8554-3a3b8ffa52b7" providerId="ADAL" clId="{9D6983BC-2B41-4A2C-9BDB-BF4B506A1F53}" dt="2026-01-01T01:48:51.608" v="28" actId="113"/>
        <pc:sldMkLst>
          <pc:docMk/>
          <pc:sldMk cId="4030995347" sldId="257"/>
        </pc:sldMkLst>
        <pc:spChg chg="mod">
          <ac:chgData name="Teuku Raja Irfan Radarma" userId="cf428174-95ba-4576-8554-3a3b8ffa52b7" providerId="ADAL" clId="{9D6983BC-2B41-4A2C-9BDB-BF4B506A1F53}" dt="2026-01-01T01:48:51.608" v="28" actId="113"/>
          <ac:spMkLst>
            <pc:docMk/>
            <pc:sldMk cId="4030995347" sldId="257"/>
            <ac:spMk id="3" creationId="{940F5DB3-7A6F-EDD4-9F33-B3FF6161C717}"/>
          </ac:spMkLst>
        </pc:spChg>
      </pc:sldChg>
      <pc:sldChg chg="addSp delSp modSp mod">
        <pc:chgData name="Teuku Raja Irfan Radarma" userId="cf428174-95ba-4576-8554-3a3b8ffa52b7" providerId="ADAL" clId="{9D6983BC-2B41-4A2C-9BDB-BF4B506A1F53}" dt="2026-01-01T04:19:18.122" v="1796" actId="18131"/>
        <pc:sldMkLst>
          <pc:docMk/>
          <pc:sldMk cId="911610319" sldId="262"/>
        </pc:sldMkLst>
        <pc:spChg chg="mod">
          <ac:chgData name="Teuku Raja Irfan Radarma" userId="cf428174-95ba-4576-8554-3a3b8ffa52b7" providerId="ADAL" clId="{9D6983BC-2B41-4A2C-9BDB-BF4B506A1F53}" dt="2026-01-01T01:48:41.053" v="24" actId="20577"/>
          <ac:spMkLst>
            <pc:docMk/>
            <pc:sldMk cId="911610319" sldId="262"/>
            <ac:spMk id="3" creationId="{B17BBDE0-3A4E-3EA2-60B0-F9756E347209}"/>
          </ac:spMkLst>
        </pc:spChg>
        <pc:spChg chg="mod">
          <ac:chgData name="Teuku Raja Irfan Radarma" userId="cf428174-95ba-4576-8554-3a3b8ffa52b7" providerId="ADAL" clId="{9D6983BC-2B41-4A2C-9BDB-BF4B506A1F53}" dt="2026-01-01T01:48:43.008" v="25" actId="20577"/>
          <ac:spMkLst>
            <pc:docMk/>
            <pc:sldMk cId="911610319" sldId="262"/>
            <ac:spMk id="4" creationId="{FFCC89D4-8169-77D5-D53F-1E998B469C40}"/>
          </ac:spMkLst>
        </pc:spChg>
        <pc:spChg chg="add del mod">
          <ac:chgData name="Teuku Raja Irfan Radarma" userId="cf428174-95ba-4576-8554-3a3b8ffa52b7" providerId="ADAL" clId="{9D6983BC-2B41-4A2C-9BDB-BF4B506A1F53}" dt="2026-01-01T04:19:06.501" v="1792" actId="931"/>
          <ac:spMkLst>
            <pc:docMk/>
            <pc:sldMk cId="911610319" sldId="262"/>
            <ac:spMk id="6" creationId="{581CED72-7F93-4C4D-9B82-D3A7A2BC1B7C}"/>
          </ac:spMkLst>
        </pc:spChg>
        <pc:picChg chg="add del mod">
          <ac:chgData name="Teuku Raja Irfan Radarma" userId="cf428174-95ba-4576-8554-3a3b8ffa52b7" providerId="ADAL" clId="{9D6983BC-2B41-4A2C-9BDB-BF4B506A1F53}" dt="2026-01-01T04:18:56.146" v="1791" actId="478"/>
          <ac:picMkLst>
            <pc:docMk/>
            <pc:sldMk cId="911610319" sldId="262"/>
            <ac:picMk id="5" creationId="{5D0AF515-BA1E-496B-BCC4-2261F19A1DD5}"/>
          </ac:picMkLst>
        </pc:picChg>
        <pc:picChg chg="del mod">
          <ac:chgData name="Teuku Raja Irfan Radarma" userId="cf428174-95ba-4576-8554-3a3b8ffa52b7" providerId="ADAL" clId="{9D6983BC-2B41-4A2C-9BDB-BF4B506A1F53}" dt="2026-01-01T04:18:51.408" v="1787" actId="478"/>
          <ac:picMkLst>
            <pc:docMk/>
            <pc:sldMk cId="911610319" sldId="262"/>
            <ac:picMk id="8" creationId="{62050987-8CC6-442F-88E1-8386779A2F31}"/>
          </ac:picMkLst>
        </pc:picChg>
        <pc:picChg chg="add mod modCrop">
          <ac:chgData name="Teuku Raja Irfan Radarma" userId="cf428174-95ba-4576-8554-3a3b8ffa52b7" providerId="ADAL" clId="{9D6983BC-2B41-4A2C-9BDB-BF4B506A1F53}" dt="2026-01-01T04:19:18.122" v="1796" actId="18131"/>
          <ac:picMkLst>
            <pc:docMk/>
            <pc:sldMk cId="911610319" sldId="262"/>
            <ac:picMk id="9" creationId="{54AE87D0-7797-4862-92AB-F7908B657C78}"/>
          </ac:picMkLst>
        </pc:picChg>
      </pc:sldChg>
      <pc:sldChg chg="modSp mod">
        <pc:chgData name="Teuku Raja Irfan Radarma" userId="cf428174-95ba-4576-8554-3a3b8ffa52b7" providerId="ADAL" clId="{9D6983BC-2B41-4A2C-9BDB-BF4B506A1F53}" dt="2026-01-01T01:50:26.458" v="250" actId="20577"/>
        <pc:sldMkLst>
          <pc:docMk/>
          <pc:sldMk cId="3835074240" sldId="263"/>
        </pc:sldMkLst>
        <pc:spChg chg="mod">
          <ac:chgData name="Teuku Raja Irfan Radarma" userId="cf428174-95ba-4576-8554-3a3b8ffa52b7" providerId="ADAL" clId="{9D6983BC-2B41-4A2C-9BDB-BF4B506A1F53}" dt="2026-01-01T01:50:26.458" v="250" actId="20577"/>
          <ac:spMkLst>
            <pc:docMk/>
            <pc:sldMk cId="3835074240" sldId="263"/>
            <ac:spMk id="2" creationId="{2079CBE2-7ADF-23F1-83BE-26DF183A5B12}"/>
          </ac:spMkLst>
        </pc:spChg>
      </pc:sldChg>
      <pc:sldChg chg="addSp delSp modSp mod">
        <pc:chgData name="Teuku Raja Irfan Radarma" userId="cf428174-95ba-4576-8554-3a3b8ffa52b7" providerId="ADAL" clId="{9D6983BC-2B41-4A2C-9BDB-BF4B506A1F53}" dt="2026-01-01T01:55:45.271" v="713" actId="20577"/>
        <pc:sldMkLst>
          <pc:docMk/>
          <pc:sldMk cId="1457204914" sldId="264"/>
        </pc:sldMkLst>
        <pc:spChg chg="add del mod">
          <ac:chgData name="Teuku Raja Irfan Radarma" userId="cf428174-95ba-4576-8554-3a3b8ffa52b7" providerId="ADAL" clId="{9D6983BC-2B41-4A2C-9BDB-BF4B506A1F53}" dt="2026-01-01T01:55:45.271" v="713" actId="20577"/>
          <ac:spMkLst>
            <pc:docMk/>
            <pc:sldMk cId="1457204914" sldId="264"/>
            <ac:spMk id="4" creationId="{EE064B16-72CC-4606-A23D-7291843EEFBB}"/>
          </ac:spMkLst>
        </pc:spChg>
        <pc:spChg chg="add del mod">
          <ac:chgData name="Teuku Raja Irfan Radarma" userId="cf428174-95ba-4576-8554-3a3b8ffa52b7" providerId="ADAL" clId="{9D6983BC-2B41-4A2C-9BDB-BF4B506A1F53}" dt="2026-01-01T01:51:00.839" v="253" actId="478"/>
          <ac:spMkLst>
            <pc:docMk/>
            <pc:sldMk cId="1457204914" sldId="264"/>
            <ac:spMk id="5" creationId="{E1A219FC-DA4B-4793-937A-16E86D77DAE5}"/>
          </ac:spMkLst>
        </pc:spChg>
      </pc:sldChg>
      <pc:sldChg chg="modSp mod">
        <pc:chgData name="Teuku Raja Irfan Radarma" userId="cf428174-95ba-4576-8554-3a3b8ffa52b7" providerId="ADAL" clId="{9D6983BC-2B41-4A2C-9BDB-BF4B506A1F53}" dt="2026-01-01T01:49:14.435" v="102" actId="20577"/>
        <pc:sldMkLst>
          <pc:docMk/>
          <pc:sldMk cId="2891726164" sldId="304"/>
        </pc:sldMkLst>
        <pc:spChg chg="mod">
          <ac:chgData name="Teuku Raja Irfan Radarma" userId="cf428174-95ba-4576-8554-3a3b8ffa52b7" providerId="ADAL" clId="{9D6983BC-2B41-4A2C-9BDB-BF4B506A1F53}" dt="2026-01-01T01:49:14.435" v="102" actId="20577"/>
          <ac:spMkLst>
            <pc:docMk/>
            <pc:sldMk cId="2891726164" sldId="304"/>
            <ac:spMk id="3" creationId="{0EEF17E5-AD4D-CEBE-F9C3-691B024490D7}"/>
          </ac:spMkLst>
        </pc:spChg>
      </pc:sldChg>
      <pc:sldChg chg="del">
        <pc:chgData name="Teuku Raja Irfan Radarma" userId="cf428174-95ba-4576-8554-3a3b8ffa52b7" providerId="ADAL" clId="{9D6983BC-2B41-4A2C-9BDB-BF4B506A1F53}" dt="2026-01-01T01:50:41.577" v="251" actId="47"/>
        <pc:sldMkLst>
          <pc:docMk/>
          <pc:sldMk cId="3404562138" sldId="305"/>
        </pc:sldMkLst>
      </pc:sldChg>
      <pc:sldChg chg="delSp modSp mod">
        <pc:chgData name="Teuku Raja Irfan Radarma" userId="cf428174-95ba-4576-8554-3a3b8ffa52b7" providerId="ADAL" clId="{9D6983BC-2B41-4A2C-9BDB-BF4B506A1F53}" dt="2026-01-01T01:51:59.622" v="270" actId="113"/>
        <pc:sldMkLst>
          <pc:docMk/>
          <pc:sldMk cId="212132516" sldId="463"/>
        </pc:sldMkLst>
        <pc:spChg chg="mod">
          <ac:chgData name="Teuku Raja Irfan Radarma" userId="cf428174-95ba-4576-8554-3a3b8ffa52b7" providerId="ADAL" clId="{9D6983BC-2B41-4A2C-9BDB-BF4B506A1F53}" dt="2026-01-01T01:51:59.622" v="270" actId="113"/>
          <ac:spMkLst>
            <pc:docMk/>
            <pc:sldMk cId="212132516" sldId="463"/>
            <ac:spMk id="3" creationId="{FB5BE946-FF5F-4410-A12D-F0EE584B25FB}"/>
          </ac:spMkLst>
        </pc:spChg>
        <pc:spChg chg="del">
          <ac:chgData name="Teuku Raja Irfan Radarma" userId="cf428174-95ba-4576-8554-3a3b8ffa52b7" providerId="ADAL" clId="{9D6983BC-2B41-4A2C-9BDB-BF4B506A1F53}" dt="2026-01-01T01:51:27.915" v="256" actId="478"/>
          <ac:spMkLst>
            <pc:docMk/>
            <pc:sldMk cId="212132516" sldId="463"/>
            <ac:spMk id="7" creationId="{5CA763A6-BCD0-4198-855E-C521C67F6F40}"/>
          </ac:spMkLst>
        </pc:spChg>
      </pc:sldChg>
      <pc:sldChg chg="del">
        <pc:chgData name="Teuku Raja Irfan Radarma" userId="cf428174-95ba-4576-8554-3a3b8ffa52b7" providerId="ADAL" clId="{9D6983BC-2B41-4A2C-9BDB-BF4B506A1F53}" dt="2026-01-01T01:55:25.944" v="690" actId="47"/>
        <pc:sldMkLst>
          <pc:docMk/>
          <pc:sldMk cId="546366545" sldId="464"/>
        </pc:sldMkLst>
      </pc:sldChg>
      <pc:sldChg chg="del">
        <pc:chgData name="Teuku Raja Irfan Radarma" userId="cf428174-95ba-4576-8554-3a3b8ffa52b7" providerId="ADAL" clId="{9D6983BC-2B41-4A2C-9BDB-BF4B506A1F53}" dt="2026-01-01T01:55:25.944" v="690" actId="47"/>
        <pc:sldMkLst>
          <pc:docMk/>
          <pc:sldMk cId="3204734382" sldId="465"/>
        </pc:sldMkLst>
      </pc:sldChg>
      <pc:sldChg chg="del">
        <pc:chgData name="Teuku Raja Irfan Radarma" userId="cf428174-95ba-4576-8554-3a3b8ffa52b7" providerId="ADAL" clId="{9D6983BC-2B41-4A2C-9BDB-BF4B506A1F53}" dt="2026-01-01T01:55:25.944" v="690" actId="47"/>
        <pc:sldMkLst>
          <pc:docMk/>
          <pc:sldMk cId="840397248" sldId="466"/>
        </pc:sldMkLst>
      </pc:sldChg>
      <pc:sldChg chg="modSp mod">
        <pc:chgData name="Teuku Raja Irfan Radarma" userId="cf428174-95ba-4576-8554-3a3b8ffa52b7" providerId="ADAL" clId="{9D6983BC-2B41-4A2C-9BDB-BF4B506A1F53}" dt="2026-01-01T01:56:21.118" v="770" actId="20577"/>
        <pc:sldMkLst>
          <pc:docMk/>
          <pc:sldMk cId="349334146" sldId="467"/>
        </pc:sldMkLst>
        <pc:spChg chg="mod">
          <ac:chgData name="Teuku Raja Irfan Radarma" userId="cf428174-95ba-4576-8554-3a3b8ffa52b7" providerId="ADAL" clId="{9D6983BC-2B41-4A2C-9BDB-BF4B506A1F53}" dt="2026-01-01T01:55:58.653" v="735" actId="20577"/>
          <ac:spMkLst>
            <pc:docMk/>
            <pc:sldMk cId="349334146" sldId="467"/>
            <ac:spMk id="2" creationId="{7E958052-05B2-9F29-B874-84F80A24B16B}"/>
          </ac:spMkLst>
        </pc:spChg>
        <pc:spChg chg="mod">
          <ac:chgData name="Teuku Raja Irfan Radarma" userId="cf428174-95ba-4576-8554-3a3b8ffa52b7" providerId="ADAL" clId="{9D6983BC-2B41-4A2C-9BDB-BF4B506A1F53}" dt="2026-01-01T01:56:21.118" v="770" actId="20577"/>
          <ac:spMkLst>
            <pc:docMk/>
            <pc:sldMk cId="349334146" sldId="467"/>
            <ac:spMk id="4" creationId="{EE064B16-72CC-4606-A23D-7291843EEFBB}"/>
          </ac:spMkLst>
        </pc:spChg>
      </pc:sldChg>
      <pc:sldChg chg="del">
        <pc:chgData name="Teuku Raja Irfan Radarma" userId="cf428174-95ba-4576-8554-3a3b8ffa52b7" providerId="ADAL" clId="{9D6983BC-2B41-4A2C-9BDB-BF4B506A1F53}" dt="2026-01-01T02:33:42.426" v="915" actId="47"/>
        <pc:sldMkLst>
          <pc:docMk/>
          <pc:sldMk cId="1512773790" sldId="468"/>
        </pc:sldMkLst>
      </pc:sldChg>
      <pc:sldChg chg="del">
        <pc:chgData name="Teuku Raja Irfan Radarma" userId="cf428174-95ba-4576-8554-3a3b8ffa52b7" providerId="ADAL" clId="{9D6983BC-2B41-4A2C-9BDB-BF4B506A1F53}" dt="2026-01-01T02:33:42.426" v="915" actId="47"/>
        <pc:sldMkLst>
          <pc:docMk/>
          <pc:sldMk cId="3919236139" sldId="469"/>
        </pc:sldMkLst>
      </pc:sldChg>
      <pc:sldChg chg="del">
        <pc:chgData name="Teuku Raja Irfan Radarma" userId="cf428174-95ba-4576-8554-3a3b8ffa52b7" providerId="ADAL" clId="{9D6983BC-2B41-4A2C-9BDB-BF4B506A1F53}" dt="2026-01-01T02:33:42.426" v="915" actId="47"/>
        <pc:sldMkLst>
          <pc:docMk/>
          <pc:sldMk cId="454483339" sldId="470"/>
        </pc:sldMkLst>
      </pc:sldChg>
      <pc:sldChg chg="del">
        <pc:chgData name="Teuku Raja Irfan Radarma" userId="cf428174-95ba-4576-8554-3a3b8ffa52b7" providerId="ADAL" clId="{9D6983BC-2B41-4A2C-9BDB-BF4B506A1F53}" dt="2026-01-01T02:33:42.426" v="915" actId="47"/>
        <pc:sldMkLst>
          <pc:docMk/>
          <pc:sldMk cId="2937451312" sldId="471"/>
        </pc:sldMkLst>
      </pc:sldChg>
      <pc:sldChg chg="del">
        <pc:chgData name="Teuku Raja Irfan Radarma" userId="cf428174-95ba-4576-8554-3a3b8ffa52b7" providerId="ADAL" clId="{9D6983BC-2B41-4A2C-9BDB-BF4B506A1F53}" dt="2026-01-01T02:33:42.426" v="915" actId="47"/>
        <pc:sldMkLst>
          <pc:docMk/>
          <pc:sldMk cId="2390475230" sldId="472"/>
        </pc:sldMkLst>
      </pc:sldChg>
      <pc:sldChg chg="del">
        <pc:chgData name="Teuku Raja Irfan Radarma" userId="cf428174-95ba-4576-8554-3a3b8ffa52b7" providerId="ADAL" clId="{9D6983BC-2B41-4A2C-9BDB-BF4B506A1F53}" dt="2026-01-01T02:33:42.426" v="915" actId="47"/>
        <pc:sldMkLst>
          <pc:docMk/>
          <pc:sldMk cId="986164718" sldId="473"/>
        </pc:sldMkLst>
      </pc:sldChg>
      <pc:sldChg chg="del">
        <pc:chgData name="Teuku Raja Irfan Radarma" userId="cf428174-95ba-4576-8554-3a3b8ffa52b7" providerId="ADAL" clId="{9D6983BC-2B41-4A2C-9BDB-BF4B506A1F53}" dt="2026-01-01T02:33:42.426" v="915" actId="47"/>
        <pc:sldMkLst>
          <pc:docMk/>
          <pc:sldMk cId="3959864989" sldId="474"/>
        </pc:sldMkLst>
      </pc:sldChg>
      <pc:sldChg chg="del">
        <pc:chgData name="Teuku Raja Irfan Radarma" userId="cf428174-95ba-4576-8554-3a3b8ffa52b7" providerId="ADAL" clId="{9D6983BC-2B41-4A2C-9BDB-BF4B506A1F53}" dt="2026-01-01T02:33:42.426" v="915" actId="47"/>
        <pc:sldMkLst>
          <pc:docMk/>
          <pc:sldMk cId="1943341466" sldId="476"/>
        </pc:sldMkLst>
      </pc:sldChg>
      <pc:sldChg chg="del">
        <pc:chgData name="Teuku Raja Irfan Radarma" userId="cf428174-95ba-4576-8554-3a3b8ffa52b7" providerId="ADAL" clId="{9D6983BC-2B41-4A2C-9BDB-BF4B506A1F53}" dt="2026-01-01T02:33:42.426" v="915" actId="47"/>
        <pc:sldMkLst>
          <pc:docMk/>
          <pc:sldMk cId="3999253152" sldId="477"/>
        </pc:sldMkLst>
      </pc:sldChg>
      <pc:sldChg chg="del">
        <pc:chgData name="Teuku Raja Irfan Radarma" userId="cf428174-95ba-4576-8554-3a3b8ffa52b7" providerId="ADAL" clId="{9D6983BC-2B41-4A2C-9BDB-BF4B506A1F53}" dt="2026-01-01T02:33:42.426" v="915" actId="47"/>
        <pc:sldMkLst>
          <pc:docMk/>
          <pc:sldMk cId="1223553154" sldId="478"/>
        </pc:sldMkLst>
      </pc:sldChg>
      <pc:sldChg chg="del">
        <pc:chgData name="Teuku Raja Irfan Radarma" userId="cf428174-95ba-4576-8554-3a3b8ffa52b7" providerId="ADAL" clId="{9D6983BC-2B41-4A2C-9BDB-BF4B506A1F53}" dt="2026-01-01T01:55:25.944" v="690" actId="47"/>
        <pc:sldMkLst>
          <pc:docMk/>
          <pc:sldMk cId="387560748" sldId="479"/>
        </pc:sldMkLst>
      </pc:sldChg>
      <pc:sldChg chg="del">
        <pc:chgData name="Teuku Raja Irfan Radarma" userId="cf428174-95ba-4576-8554-3a3b8ffa52b7" providerId="ADAL" clId="{9D6983BC-2B41-4A2C-9BDB-BF4B506A1F53}" dt="2026-01-01T02:33:42.426" v="915" actId="47"/>
        <pc:sldMkLst>
          <pc:docMk/>
          <pc:sldMk cId="3994387607" sldId="480"/>
        </pc:sldMkLst>
      </pc:sldChg>
      <pc:sldChg chg="del">
        <pc:chgData name="Teuku Raja Irfan Radarma" userId="cf428174-95ba-4576-8554-3a3b8ffa52b7" providerId="ADAL" clId="{9D6983BC-2B41-4A2C-9BDB-BF4B506A1F53}" dt="2026-01-01T02:33:42.426" v="915" actId="47"/>
        <pc:sldMkLst>
          <pc:docMk/>
          <pc:sldMk cId="2568129011" sldId="481"/>
        </pc:sldMkLst>
      </pc:sldChg>
      <pc:sldChg chg="del">
        <pc:chgData name="Teuku Raja Irfan Radarma" userId="cf428174-95ba-4576-8554-3a3b8ffa52b7" providerId="ADAL" clId="{9D6983BC-2B41-4A2C-9BDB-BF4B506A1F53}" dt="2026-01-01T02:33:42.426" v="915" actId="47"/>
        <pc:sldMkLst>
          <pc:docMk/>
          <pc:sldMk cId="3342135666" sldId="482"/>
        </pc:sldMkLst>
      </pc:sldChg>
      <pc:sldChg chg="del">
        <pc:chgData name="Teuku Raja Irfan Radarma" userId="cf428174-95ba-4576-8554-3a3b8ffa52b7" providerId="ADAL" clId="{9D6983BC-2B41-4A2C-9BDB-BF4B506A1F53}" dt="2026-01-01T02:33:42.426" v="915" actId="47"/>
        <pc:sldMkLst>
          <pc:docMk/>
          <pc:sldMk cId="1275955466" sldId="483"/>
        </pc:sldMkLst>
      </pc:sldChg>
      <pc:sldChg chg="del">
        <pc:chgData name="Teuku Raja Irfan Radarma" userId="cf428174-95ba-4576-8554-3a3b8ffa52b7" providerId="ADAL" clId="{9D6983BC-2B41-4A2C-9BDB-BF4B506A1F53}" dt="2026-01-01T02:33:42.426" v="915" actId="47"/>
        <pc:sldMkLst>
          <pc:docMk/>
          <pc:sldMk cId="3595917168" sldId="484"/>
        </pc:sldMkLst>
      </pc:sldChg>
      <pc:sldChg chg="del">
        <pc:chgData name="Teuku Raja Irfan Radarma" userId="cf428174-95ba-4576-8554-3a3b8ffa52b7" providerId="ADAL" clId="{9D6983BC-2B41-4A2C-9BDB-BF4B506A1F53}" dt="2026-01-01T02:33:42.426" v="915" actId="47"/>
        <pc:sldMkLst>
          <pc:docMk/>
          <pc:sldMk cId="2592875035" sldId="485"/>
        </pc:sldMkLst>
      </pc:sldChg>
      <pc:sldChg chg="del">
        <pc:chgData name="Teuku Raja Irfan Radarma" userId="cf428174-95ba-4576-8554-3a3b8ffa52b7" providerId="ADAL" clId="{9D6983BC-2B41-4A2C-9BDB-BF4B506A1F53}" dt="2026-01-01T02:33:42.426" v="915" actId="47"/>
        <pc:sldMkLst>
          <pc:docMk/>
          <pc:sldMk cId="1425490190" sldId="486"/>
        </pc:sldMkLst>
      </pc:sldChg>
      <pc:sldChg chg="del">
        <pc:chgData name="Teuku Raja Irfan Radarma" userId="cf428174-95ba-4576-8554-3a3b8ffa52b7" providerId="ADAL" clId="{9D6983BC-2B41-4A2C-9BDB-BF4B506A1F53}" dt="2026-01-01T02:33:42.426" v="915" actId="47"/>
        <pc:sldMkLst>
          <pc:docMk/>
          <pc:sldMk cId="4022335933" sldId="487"/>
        </pc:sldMkLst>
      </pc:sldChg>
      <pc:sldChg chg="del">
        <pc:chgData name="Teuku Raja Irfan Radarma" userId="cf428174-95ba-4576-8554-3a3b8ffa52b7" providerId="ADAL" clId="{9D6983BC-2B41-4A2C-9BDB-BF4B506A1F53}" dt="2026-01-01T02:33:42.426" v="915" actId="47"/>
        <pc:sldMkLst>
          <pc:docMk/>
          <pc:sldMk cId="3267413274" sldId="488"/>
        </pc:sldMkLst>
      </pc:sldChg>
      <pc:sldChg chg="del">
        <pc:chgData name="Teuku Raja Irfan Radarma" userId="cf428174-95ba-4576-8554-3a3b8ffa52b7" providerId="ADAL" clId="{9D6983BC-2B41-4A2C-9BDB-BF4B506A1F53}" dt="2026-01-01T02:33:42.426" v="915" actId="47"/>
        <pc:sldMkLst>
          <pc:docMk/>
          <pc:sldMk cId="4265093686" sldId="489"/>
        </pc:sldMkLst>
      </pc:sldChg>
      <pc:sldChg chg="del">
        <pc:chgData name="Teuku Raja Irfan Radarma" userId="cf428174-95ba-4576-8554-3a3b8ffa52b7" providerId="ADAL" clId="{9D6983BC-2B41-4A2C-9BDB-BF4B506A1F53}" dt="2026-01-01T02:33:42.426" v="915" actId="47"/>
        <pc:sldMkLst>
          <pc:docMk/>
          <pc:sldMk cId="2147498015" sldId="490"/>
        </pc:sldMkLst>
      </pc:sldChg>
      <pc:sldChg chg="del">
        <pc:chgData name="Teuku Raja Irfan Radarma" userId="cf428174-95ba-4576-8554-3a3b8ffa52b7" providerId="ADAL" clId="{9D6983BC-2B41-4A2C-9BDB-BF4B506A1F53}" dt="2026-01-01T02:33:42.426" v="915" actId="47"/>
        <pc:sldMkLst>
          <pc:docMk/>
          <pc:sldMk cId="3345166437" sldId="491"/>
        </pc:sldMkLst>
      </pc:sldChg>
      <pc:sldChg chg="del">
        <pc:chgData name="Teuku Raja Irfan Radarma" userId="cf428174-95ba-4576-8554-3a3b8ffa52b7" providerId="ADAL" clId="{9D6983BC-2B41-4A2C-9BDB-BF4B506A1F53}" dt="2026-01-01T02:33:42.426" v="915" actId="47"/>
        <pc:sldMkLst>
          <pc:docMk/>
          <pc:sldMk cId="1895346072" sldId="492"/>
        </pc:sldMkLst>
      </pc:sldChg>
      <pc:sldChg chg="del">
        <pc:chgData name="Teuku Raja Irfan Radarma" userId="cf428174-95ba-4576-8554-3a3b8ffa52b7" providerId="ADAL" clId="{9D6983BC-2B41-4A2C-9BDB-BF4B506A1F53}" dt="2026-01-01T02:33:42.426" v="915" actId="47"/>
        <pc:sldMkLst>
          <pc:docMk/>
          <pc:sldMk cId="1905435217" sldId="493"/>
        </pc:sldMkLst>
      </pc:sldChg>
      <pc:sldChg chg="del">
        <pc:chgData name="Teuku Raja Irfan Radarma" userId="cf428174-95ba-4576-8554-3a3b8ffa52b7" providerId="ADAL" clId="{9D6983BC-2B41-4A2C-9BDB-BF4B506A1F53}" dt="2026-01-01T02:33:42.426" v="915" actId="47"/>
        <pc:sldMkLst>
          <pc:docMk/>
          <pc:sldMk cId="2447765306" sldId="494"/>
        </pc:sldMkLst>
      </pc:sldChg>
      <pc:sldChg chg="del">
        <pc:chgData name="Teuku Raja Irfan Radarma" userId="cf428174-95ba-4576-8554-3a3b8ffa52b7" providerId="ADAL" clId="{9D6983BC-2B41-4A2C-9BDB-BF4B506A1F53}" dt="2026-01-01T02:33:42.426" v="915" actId="47"/>
        <pc:sldMkLst>
          <pc:docMk/>
          <pc:sldMk cId="1621463854" sldId="495"/>
        </pc:sldMkLst>
      </pc:sldChg>
      <pc:sldChg chg="del">
        <pc:chgData name="Teuku Raja Irfan Radarma" userId="cf428174-95ba-4576-8554-3a3b8ffa52b7" providerId="ADAL" clId="{9D6983BC-2B41-4A2C-9BDB-BF4B506A1F53}" dt="2026-01-01T02:33:42.426" v="915" actId="47"/>
        <pc:sldMkLst>
          <pc:docMk/>
          <pc:sldMk cId="1806752585" sldId="496"/>
        </pc:sldMkLst>
      </pc:sldChg>
      <pc:sldChg chg="del">
        <pc:chgData name="Teuku Raja Irfan Radarma" userId="cf428174-95ba-4576-8554-3a3b8ffa52b7" providerId="ADAL" clId="{9D6983BC-2B41-4A2C-9BDB-BF4B506A1F53}" dt="2026-01-01T02:33:42.426" v="915" actId="47"/>
        <pc:sldMkLst>
          <pc:docMk/>
          <pc:sldMk cId="1412685268" sldId="497"/>
        </pc:sldMkLst>
      </pc:sldChg>
      <pc:sldChg chg="del">
        <pc:chgData name="Teuku Raja Irfan Radarma" userId="cf428174-95ba-4576-8554-3a3b8ffa52b7" providerId="ADAL" clId="{9D6983BC-2B41-4A2C-9BDB-BF4B506A1F53}" dt="2026-01-01T02:33:42.426" v="915" actId="47"/>
        <pc:sldMkLst>
          <pc:docMk/>
          <pc:sldMk cId="900747831" sldId="498"/>
        </pc:sldMkLst>
      </pc:sldChg>
      <pc:sldChg chg="del">
        <pc:chgData name="Teuku Raja Irfan Radarma" userId="cf428174-95ba-4576-8554-3a3b8ffa52b7" providerId="ADAL" clId="{9D6983BC-2B41-4A2C-9BDB-BF4B506A1F53}" dt="2026-01-01T02:33:42.426" v="915" actId="47"/>
        <pc:sldMkLst>
          <pc:docMk/>
          <pc:sldMk cId="950209993" sldId="499"/>
        </pc:sldMkLst>
      </pc:sldChg>
      <pc:sldChg chg="del">
        <pc:chgData name="Teuku Raja Irfan Radarma" userId="cf428174-95ba-4576-8554-3a3b8ffa52b7" providerId="ADAL" clId="{9D6983BC-2B41-4A2C-9BDB-BF4B506A1F53}" dt="2026-01-01T02:33:42.426" v="915" actId="47"/>
        <pc:sldMkLst>
          <pc:docMk/>
          <pc:sldMk cId="614611906" sldId="500"/>
        </pc:sldMkLst>
      </pc:sldChg>
      <pc:sldChg chg="del">
        <pc:chgData name="Teuku Raja Irfan Radarma" userId="cf428174-95ba-4576-8554-3a3b8ffa52b7" providerId="ADAL" clId="{9D6983BC-2B41-4A2C-9BDB-BF4B506A1F53}" dt="2026-01-01T02:33:42.426" v="915" actId="47"/>
        <pc:sldMkLst>
          <pc:docMk/>
          <pc:sldMk cId="3491002283" sldId="501"/>
        </pc:sldMkLst>
      </pc:sldChg>
      <pc:sldChg chg="del">
        <pc:chgData name="Teuku Raja Irfan Radarma" userId="cf428174-95ba-4576-8554-3a3b8ffa52b7" providerId="ADAL" clId="{9D6983BC-2B41-4A2C-9BDB-BF4B506A1F53}" dt="2026-01-01T02:33:42.426" v="915" actId="47"/>
        <pc:sldMkLst>
          <pc:docMk/>
          <pc:sldMk cId="2328737408" sldId="502"/>
        </pc:sldMkLst>
      </pc:sldChg>
      <pc:sldChg chg="modSp mod">
        <pc:chgData name="Teuku Raja Irfan Radarma" userId="cf428174-95ba-4576-8554-3a3b8ffa52b7" providerId="ADAL" clId="{9D6983BC-2B41-4A2C-9BDB-BF4B506A1F53}" dt="2026-01-01T04:50:30.914" v="2064" actId="12"/>
        <pc:sldMkLst>
          <pc:docMk/>
          <pc:sldMk cId="3933856039" sldId="503"/>
        </pc:sldMkLst>
        <pc:spChg chg="mod">
          <ac:chgData name="Teuku Raja Irfan Radarma" userId="cf428174-95ba-4576-8554-3a3b8ffa52b7" providerId="ADAL" clId="{9D6983BC-2B41-4A2C-9BDB-BF4B506A1F53}" dt="2026-01-01T04:50:26.327" v="2053" actId="20577"/>
          <ac:spMkLst>
            <pc:docMk/>
            <pc:sldMk cId="3933856039" sldId="503"/>
            <ac:spMk id="2" creationId="{5474A816-7CAB-4E88-83D8-BB1EC8CAD123}"/>
          </ac:spMkLst>
        </pc:spChg>
        <pc:spChg chg="mod">
          <ac:chgData name="Teuku Raja Irfan Radarma" userId="cf428174-95ba-4576-8554-3a3b8ffa52b7" providerId="ADAL" clId="{9D6983BC-2B41-4A2C-9BDB-BF4B506A1F53}" dt="2026-01-01T04:50:30.914" v="2064" actId="12"/>
          <ac:spMkLst>
            <pc:docMk/>
            <pc:sldMk cId="3933856039" sldId="503"/>
            <ac:spMk id="4" creationId="{825C7E4A-597D-4324-BC93-3257388D6094}"/>
          </ac:spMkLst>
        </pc:spChg>
      </pc:sldChg>
      <pc:sldChg chg="del">
        <pc:chgData name="Teuku Raja Irfan Radarma" userId="cf428174-95ba-4576-8554-3a3b8ffa52b7" providerId="ADAL" clId="{9D6983BC-2B41-4A2C-9BDB-BF4B506A1F53}" dt="2026-01-01T04:50:35.866" v="2065" actId="47"/>
        <pc:sldMkLst>
          <pc:docMk/>
          <pc:sldMk cId="118148788" sldId="504"/>
        </pc:sldMkLst>
      </pc:sldChg>
      <pc:sldChg chg="del">
        <pc:chgData name="Teuku Raja Irfan Radarma" userId="cf428174-95ba-4576-8554-3a3b8ffa52b7" providerId="ADAL" clId="{9D6983BC-2B41-4A2C-9BDB-BF4B506A1F53}" dt="2026-01-01T02:33:42.426" v="915" actId="47"/>
        <pc:sldMkLst>
          <pc:docMk/>
          <pc:sldMk cId="3838142424" sldId="507"/>
        </pc:sldMkLst>
      </pc:sldChg>
      <pc:sldChg chg="modSp add mod">
        <pc:chgData name="Teuku Raja Irfan Radarma" userId="cf428174-95ba-4576-8554-3a3b8ffa52b7" providerId="ADAL" clId="{9D6983BC-2B41-4A2C-9BDB-BF4B506A1F53}" dt="2026-01-01T01:55:11.113" v="689" actId="113"/>
        <pc:sldMkLst>
          <pc:docMk/>
          <pc:sldMk cId="2622249724" sldId="508"/>
        </pc:sldMkLst>
        <pc:spChg chg="mod">
          <ac:chgData name="Teuku Raja Irfan Radarma" userId="cf428174-95ba-4576-8554-3a3b8ffa52b7" providerId="ADAL" clId="{9D6983BC-2B41-4A2C-9BDB-BF4B506A1F53}" dt="2026-01-01T01:55:11.113" v="689" actId="113"/>
          <ac:spMkLst>
            <pc:docMk/>
            <pc:sldMk cId="2622249724" sldId="508"/>
            <ac:spMk id="3" creationId="{FB5BE946-FF5F-4410-A12D-F0EE584B25FB}"/>
          </ac:spMkLst>
        </pc:spChg>
      </pc:sldChg>
      <pc:sldChg chg="addSp delSp modSp new mod">
        <pc:chgData name="Teuku Raja Irfan Radarma" userId="cf428174-95ba-4576-8554-3a3b8ffa52b7" providerId="ADAL" clId="{9D6983BC-2B41-4A2C-9BDB-BF4B506A1F53}" dt="2026-01-01T02:32:18.828" v="914" actId="1076"/>
        <pc:sldMkLst>
          <pc:docMk/>
          <pc:sldMk cId="855949748" sldId="509"/>
        </pc:sldMkLst>
        <pc:spChg chg="mod">
          <ac:chgData name="Teuku Raja Irfan Radarma" userId="cf428174-95ba-4576-8554-3a3b8ffa52b7" providerId="ADAL" clId="{9D6983BC-2B41-4A2C-9BDB-BF4B506A1F53}" dt="2026-01-01T02:31:36.718" v="887" actId="14100"/>
          <ac:spMkLst>
            <pc:docMk/>
            <pc:sldMk cId="855949748" sldId="509"/>
            <ac:spMk id="2" creationId="{88443EB8-4892-44AF-9B44-964D1F7B3B29}"/>
          </ac:spMkLst>
        </pc:spChg>
        <pc:spChg chg="mod">
          <ac:chgData name="Teuku Raja Irfan Radarma" userId="cf428174-95ba-4576-8554-3a3b8ffa52b7" providerId="ADAL" clId="{9D6983BC-2B41-4A2C-9BDB-BF4B506A1F53}" dt="2026-01-01T02:31:40.581" v="889" actId="1076"/>
          <ac:spMkLst>
            <pc:docMk/>
            <pc:sldMk cId="855949748" sldId="509"/>
            <ac:spMk id="3" creationId="{900EA912-00A5-406D-9EDF-75CE771BE41D}"/>
          </ac:spMkLst>
        </pc:spChg>
        <pc:spChg chg="add mod">
          <ac:chgData name="Teuku Raja Irfan Radarma" userId="cf428174-95ba-4576-8554-3a3b8ffa52b7" providerId="ADAL" clId="{9D6983BC-2B41-4A2C-9BDB-BF4B506A1F53}" dt="2026-01-01T02:31:50.267" v="895" actId="14100"/>
          <ac:spMkLst>
            <pc:docMk/>
            <pc:sldMk cId="855949748" sldId="509"/>
            <ac:spMk id="8" creationId="{7C077DD7-7249-4568-9D4E-F9032B2FF8FA}"/>
          </ac:spMkLst>
        </pc:spChg>
        <pc:spChg chg="add del">
          <ac:chgData name="Teuku Raja Irfan Radarma" userId="cf428174-95ba-4576-8554-3a3b8ffa52b7" providerId="ADAL" clId="{9D6983BC-2B41-4A2C-9BDB-BF4B506A1F53}" dt="2026-01-01T02:30:29.557" v="859"/>
          <ac:spMkLst>
            <pc:docMk/>
            <pc:sldMk cId="855949748" sldId="509"/>
            <ac:spMk id="9" creationId="{DE5C4D33-2834-4385-A10B-14F66F8F4A5B}"/>
          </ac:spMkLst>
        </pc:spChg>
        <pc:spChg chg="add del">
          <ac:chgData name="Teuku Raja Irfan Radarma" userId="cf428174-95ba-4576-8554-3a3b8ffa52b7" providerId="ADAL" clId="{9D6983BC-2B41-4A2C-9BDB-BF4B506A1F53}" dt="2026-01-01T02:30:35.279" v="861"/>
          <ac:spMkLst>
            <pc:docMk/>
            <pc:sldMk cId="855949748" sldId="509"/>
            <ac:spMk id="10" creationId="{70178013-661D-4794-926B-399015AB1C7C}"/>
          </ac:spMkLst>
        </pc:spChg>
        <pc:spChg chg="add del">
          <ac:chgData name="Teuku Raja Irfan Radarma" userId="cf428174-95ba-4576-8554-3a3b8ffa52b7" providerId="ADAL" clId="{9D6983BC-2B41-4A2C-9BDB-BF4B506A1F53}" dt="2026-01-01T02:30:39.324" v="863"/>
          <ac:spMkLst>
            <pc:docMk/>
            <pc:sldMk cId="855949748" sldId="509"/>
            <ac:spMk id="11" creationId="{3B42AC30-CDF7-4C62-BBA1-12BCCC55CBD9}"/>
          </ac:spMkLst>
        </pc:spChg>
        <pc:spChg chg="add mod">
          <ac:chgData name="Teuku Raja Irfan Radarma" userId="cf428174-95ba-4576-8554-3a3b8ffa52b7" providerId="ADAL" clId="{9D6983BC-2B41-4A2C-9BDB-BF4B506A1F53}" dt="2026-01-01T02:32:18.828" v="914" actId="1076"/>
          <ac:spMkLst>
            <pc:docMk/>
            <pc:sldMk cId="855949748" sldId="509"/>
            <ac:spMk id="12" creationId="{659AC6AE-624E-4D3C-94B3-B05423B6B2A5}"/>
          </ac:spMkLst>
        </pc:spChg>
        <pc:picChg chg="add mod">
          <ac:chgData name="Teuku Raja Irfan Radarma" userId="cf428174-95ba-4576-8554-3a3b8ffa52b7" providerId="ADAL" clId="{9D6983BC-2B41-4A2C-9BDB-BF4B506A1F53}" dt="2026-01-01T02:31:45.358" v="893" actId="1076"/>
          <ac:picMkLst>
            <pc:docMk/>
            <pc:sldMk cId="855949748" sldId="509"/>
            <ac:picMk id="6" creationId="{E5E67A07-B4A2-455D-8C44-95673F0D0F53}"/>
          </ac:picMkLst>
        </pc:picChg>
      </pc:sldChg>
      <pc:sldChg chg="addSp delSp modSp new mod">
        <pc:chgData name="Teuku Raja Irfan Radarma" userId="cf428174-95ba-4576-8554-3a3b8ffa52b7" providerId="ADAL" clId="{9D6983BC-2B41-4A2C-9BDB-BF4B506A1F53}" dt="2026-01-01T02:41:23.387" v="961" actId="2711"/>
        <pc:sldMkLst>
          <pc:docMk/>
          <pc:sldMk cId="2571980247" sldId="510"/>
        </pc:sldMkLst>
        <pc:spChg chg="mod">
          <ac:chgData name="Teuku Raja Irfan Radarma" userId="cf428174-95ba-4576-8554-3a3b8ffa52b7" providerId="ADAL" clId="{9D6983BC-2B41-4A2C-9BDB-BF4B506A1F53}" dt="2026-01-01T02:41:09.158" v="956" actId="14100"/>
          <ac:spMkLst>
            <pc:docMk/>
            <pc:sldMk cId="2571980247" sldId="510"/>
            <ac:spMk id="2" creationId="{32A98C14-FC7B-4B1E-AC0F-C08273A0D328}"/>
          </ac:spMkLst>
        </pc:spChg>
        <pc:spChg chg="del">
          <ac:chgData name="Teuku Raja Irfan Radarma" userId="cf428174-95ba-4576-8554-3a3b8ffa52b7" providerId="ADAL" clId="{9D6983BC-2B41-4A2C-9BDB-BF4B506A1F53}" dt="2026-01-01T02:40:38.002" v="941"/>
          <ac:spMkLst>
            <pc:docMk/>
            <pc:sldMk cId="2571980247" sldId="510"/>
            <ac:spMk id="3" creationId="{2797B037-735A-4640-8E46-C1CAA9A9B16D}"/>
          </ac:spMkLst>
        </pc:spChg>
        <pc:spChg chg="add mod">
          <ac:chgData name="Teuku Raja Irfan Radarma" userId="cf428174-95ba-4576-8554-3a3b8ffa52b7" providerId="ADAL" clId="{9D6983BC-2B41-4A2C-9BDB-BF4B506A1F53}" dt="2026-01-01T02:41:23.387" v="961" actId="2711"/>
          <ac:spMkLst>
            <pc:docMk/>
            <pc:sldMk cId="2571980247" sldId="510"/>
            <ac:spMk id="5" creationId="{44052953-DAEF-4455-BCA5-3CA7F9704E5D}"/>
          </ac:spMkLst>
        </pc:spChg>
      </pc:sldChg>
      <pc:sldChg chg="delSp modSp add del mod">
        <pc:chgData name="Teuku Raja Irfan Radarma" userId="cf428174-95ba-4576-8554-3a3b8ffa52b7" providerId="ADAL" clId="{9D6983BC-2B41-4A2C-9BDB-BF4B506A1F53}" dt="2026-01-01T02:35:47.828" v="921" actId="47"/>
        <pc:sldMkLst>
          <pc:docMk/>
          <pc:sldMk cId="1212142191" sldId="511"/>
        </pc:sldMkLst>
        <pc:spChg chg="mod">
          <ac:chgData name="Teuku Raja Irfan Radarma" userId="cf428174-95ba-4576-8554-3a3b8ffa52b7" providerId="ADAL" clId="{9D6983BC-2B41-4A2C-9BDB-BF4B506A1F53}" dt="2026-01-01T02:35:45.743" v="920" actId="1076"/>
          <ac:spMkLst>
            <pc:docMk/>
            <pc:sldMk cId="1212142191" sldId="511"/>
            <ac:spMk id="8" creationId="{7C077DD7-7249-4568-9D4E-F9032B2FF8FA}"/>
          </ac:spMkLst>
        </pc:spChg>
        <pc:picChg chg="del">
          <ac:chgData name="Teuku Raja Irfan Radarma" userId="cf428174-95ba-4576-8554-3a3b8ffa52b7" providerId="ADAL" clId="{9D6983BC-2B41-4A2C-9BDB-BF4B506A1F53}" dt="2026-01-01T02:35:41.738" v="918" actId="478"/>
          <ac:picMkLst>
            <pc:docMk/>
            <pc:sldMk cId="1212142191" sldId="511"/>
            <ac:picMk id="6" creationId="{E5E67A07-B4A2-455D-8C44-95673F0D0F53}"/>
          </ac:picMkLst>
        </pc:picChg>
      </pc:sldChg>
      <pc:sldChg chg="addSp delSp modSp new mod ord">
        <pc:chgData name="Teuku Raja Irfan Radarma" userId="cf428174-95ba-4576-8554-3a3b8ffa52b7" providerId="ADAL" clId="{9D6983BC-2B41-4A2C-9BDB-BF4B506A1F53}" dt="2026-01-01T02:43:18.671" v="988"/>
        <pc:sldMkLst>
          <pc:docMk/>
          <pc:sldMk cId="4123732572" sldId="511"/>
        </pc:sldMkLst>
        <pc:spChg chg="mod">
          <ac:chgData name="Teuku Raja Irfan Radarma" userId="cf428174-95ba-4576-8554-3a3b8ffa52b7" providerId="ADAL" clId="{9D6983BC-2B41-4A2C-9BDB-BF4B506A1F53}" dt="2026-01-01T02:42:37.212" v="976" actId="14100"/>
          <ac:spMkLst>
            <pc:docMk/>
            <pc:sldMk cId="4123732572" sldId="511"/>
            <ac:spMk id="2" creationId="{C3B4FDB2-D8ED-4930-8297-BDAE5A72FADB}"/>
          </ac:spMkLst>
        </pc:spChg>
        <pc:spChg chg="mod">
          <ac:chgData name="Teuku Raja Irfan Radarma" userId="cf428174-95ba-4576-8554-3a3b8ffa52b7" providerId="ADAL" clId="{9D6983BC-2B41-4A2C-9BDB-BF4B506A1F53}" dt="2026-01-01T02:42:55.908" v="986" actId="27636"/>
          <ac:spMkLst>
            <pc:docMk/>
            <pc:sldMk cId="4123732572" sldId="511"/>
            <ac:spMk id="3" creationId="{FF9961A2-D8D3-4384-88A9-332CD72FBA30}"/>
          </ac:spMkLst>
        </pc:spChg>
        <pc:spChg chg="add del">
          <ac:chgData name="Teuku Raja Irfan Radarma" userId="cf428174-95ba-4576-8554-3a3b8ffa52b7" providerId="ADAL" clId="{9D6983BC-2B41-4A2C-9BDB-BF4B506A1F53}" dt="2026-01-01T02:42:21.628" v="967"/>
          <ac:spMkLst>
            <pc:docMk/>
            <pc:sldMk cId="4123732572" sldId="511"/>
            <ac:spMk id="5" creationId="{F8A3663B-C457-416D-B1B0-F873A1A2F262}"/>
          </ac:spMkLst>
        </pc:spChg>
      </pc:sldChg>
      <pc:sldChg chg="addSp delSp modSp new mod">
        <pc:chgData name="Teuku Raja Irfan Radarma" userId="cf428174-95ba-4576-8554-3a3b8ffa52b7" providerId="ADAL" clId="{9D6983BC-2B41-4A2C-9BDB-BF4B506A1F53}" dt="2026-01-01T02:45:42.946" v="1042" actId="20577"/>
        <pc:sldMkLst>
          <pc:docMk/>
          <pc:sldMk cId="3257704597" sldId="512"/>
        </pc:sldMkLst>
        <pc:spChg chg="mod">
          <ac:chgData name="Teuku Raja Irfan Radarma" userId="cf428174-95ba-4576-8554-3a3b8ffa52b7" providerId="ADAL" clId="{9D6983BC-2B41-4A2C-9BDB-BF4B506A1F53}" dt="2026-01-01T02:45:42.946" v="1042" actId="20577"/>
          <ac:spMkLst>
            <pc:docMk/>
            <pc:sldMk cId="3257704597" sldId="512"/>
            <ac:spMk id="2" creationId="{CBAD7388-10BC-41E4-A032-8D6DBE76EB77}"/>
          </ac:spMkLst>
        </pc:spChg>
        <pc:spChg chg="del">
          <ac:chgData name="Teuku Raja Irfan Radarma" userId="cf428174-95ba-4576-8554-3a3b8ffa52b7" providerId="ADAL" clId="{9D6983BC-2B41-4A2C-9BDB-BF4B506A1F53}" dt="2026-01-01T02:44:13.688" v="1007"/>
          <ac:spMkLst>
            <pc:docMk/>
            <pc:sldMk cId="3257704597" sldId="512"/>
            <ac:spMk id="3" creationId="{1C31E962-1F58-49A7-8B28-E64CB9189F63}"/>
          </ac:spMkLst>
        </pc:spChg>
        <pc:spChg chg="add mod">
          <ac:chgData name="Teuku Raja Irfan Radarma" userId="cf428174-95ba-4576-8554-3a3b8ffa52b7" providerId="ADAL" clId="{9D6983BC-2B41-4A2C-9BDB-BF4B506A1F53}" dt="2026-01-01T02:45:10.524" v="1030" actId="1076"/>
          <ac:spMkLst>
            <pc:docMk/>
            <pc:sldMk cId="3257704597" sldId="512"/>
            <ac:spMk id="5" creationId="{6B3A5359-A09E-4A25-AE75-A4C8B34A96D9}"/>
          </ac:spMkLst>
        </pc:spChg>
      </pc:sldChg>
      <pc:sldChg chg="addSp delSp modSp add mod">
        <pc:chgData name="Teuku Raja Irfan Radarma" userId="cf428174-95ba-4576-8554-3a3b8ffa52b7" providerId="ADAL" clId="{9D6983BC-2B41-4A2C-9BDB-BF4B506A1F53}" dt="2026-01-01T02:46:36.925" v="1062" actId="2710"/>
        <pc:sldMkLst>
          <pc:docMk/>
          <pc:sldMk cId="228243149" sldId="513"/>
        </pc:sldMkLst>
        <pc:spChg chg="mod">
          <ac:chgData name="Teuku Raja Irfan Radarma" userId="cf428174-95ba-4576-8554-3a3b8ffa52b7" providerId="ADAL" clId="{9D6983BC-2B41-4A2C-9BDB-BF4B506A1F53}" dt="2026-01-01T02:46:03.469" v="1053" actId="20577"/>
          <ac:spMkLst>
            <pc:docMk/>
            <pc:sldMk cId="228243149" sldId="513"/>
            <ac:spMk id="2" creationId="{CBAD7388-10BC-41E4-A032-8D6DBE76EB77}"/>
          </ac:spMkLst>
        </pc:spChg>
        <pc:spChg chg="add del">
          <ac:chgData name="Teuku Raja Irfan Radarma" userId="cf428174-95ba-4576-8554-3a3b8ffa52b7" providerId="ADAL" clId="{9D6983BC-2B41-4A2C-9BDB-BF4B506A1F53}" dt="2026-01-01T02:46:11.916" v="1055"/>
          <ac:spMkLst>
            <pc:docMk/>
            <pc:sldMk cId="228243149" sldId="513"/>
            <ac:spMk id="3" creationId="{597339FE-BD69-4784-9472-E0DB39E9F6F9}"/>
          </ac:spMkLst>
        </pc:spChg>
        <pc:spChg chg="mod">
          <ac:chgData name="Teuku Raja Irfan Radarma" userId="cf428174-95ba-4576-8554-3a3b8ffa52b7" providerId="ADAL" clId="{9D6983BC-2B41-4A2C-9BDB-BF4B506A1F53}" dt="2026-01-01T02:46:36.925" v="1062" actId="2710"/>
          <ac:spMkLst>
            <pc:docMk/>
            <pc:sldMk cId="228243149" sldId="513"/>
            <ac:spMk id="5" creationId="{6B3A5359-A09E-4A25-AE75-A4C8B34A96D9}"/>
          </ac:spMkLst>
        </pc:spChg>
        <pc:spChg chg="add del">
          <ac:chgData name="Teuku Raja Irfan Radarma" userId="cf428174-95ba-4576-8554-3a3b8ffa52b7" providerId="ADAL" clId="{9D6983BC-2B41-4A2C-9BDB-BF4B506A1F53}" dt="2026-01-01T02:46:17.582" v="1057"/>
          <ac:spMkLst>
            <pc:docMk/>
            <pc:sldMk cId="228243149" sldId="513"/>
            <ac:spMk id="6" creationId="{52340B73-580A-4C7B-88BB-C5CC98B2F051}"/>
          </ac:spMkLst>
        </pc:spChg>
      </pc:sldChg>
      <pc:sldChg chg="addSp delSp modSp new mod">
        <pc:chgData name="Teuku Raja Irfan Radarma" userId="cf428174-95ba-4576-8554-3a3b8ffa52b7" providerId="ADAL" clId="{9D6983BC-2B41-4A2C-9BDB-BF4B506A1F53}" dt="2026-01-01T02:55:01.453" v="1131" actId="1076"/>
        <pc:sldMkLst>
          <pc:docMk/>
          <pc:sldMk cId="1329398207" sldId="514"/>
        </pc:sldMkLst>
        <pc:spChg chg="mod">
          <ac:chgData name="Teuku Raja Irfan Radarma" userId="cf428174-95ba-4576-8554-3a3b8ffa52b7" providerId="ADAL" clId="{9D6983BC-2B41-4A2C-9BDB-BF4B506A1F53}" dt="2026-01-01T02:52:34.987" v="1064"/>
          <ac:spMkLst>
            <pc:docMk/>
            <pc:sldMk cId="1329398207" sldId="514"/>
            <ac:spMk id="2" creationId="{C6D3FA79-67D5-4E97-8CB1-83780DFD1CA0}"/>
          </ac:spMkLst>
        </pc:spChg>
        <pc:spChg chg="del">
          <ac:chgData name="Teuku Raja Irfan Radarma" userId="cf428174-95ba-4576-8554-3a3b8ffa52b7" providerId="ADAL" clId="{9D6983BC-2B41-4A2C-9BDB-BF4B506A1F53}" dt="2026-01-01T02:53:09.422" v="1065"/>
          <ac:spMkLst>
            <pc:docMk/>
            <pc:sldMk cId="1329398207" sldId="514"/>
            <ac:spMk id="3" creationId="{33C0CED1-580E-4511-9E2B-2FC71AD2FAF1}"/>
          </ac:spMkLst>
        </pc:spChg>
        <pc:spChg chg="add mod">
          <ac:chgData name="Teuku Raja Irfan Radarma" userId="cf428174-95ba-4576-8554-3a3b8ffa52b7" providerId="ADAL" clId="{9D6983BC-2B41-4A2C-9BDB-BF4B506A1F53}" dt="2026-01-01T02:55:01.453" v="1131" actId="1076"/>
          <ac:spMkLst>
            <pc:docMk/>
            <pc:sldMk cId="1329398207" sldId="514"/>
            <ac:spMk id="5" creationId="{5203CBD5-1029-40A3-8727-14723341B1AA}"/>
          </ac:spMkLst>
        </pc:spChg>
      </pc:sldChg>
      <pc:sldChg chg="modSp new mod">
        <pc:chgData name="Teuku Raja Irfan Radarma" userId="cf428174-95ba-4576-8554-3a3b8ffa52b7" providerId="ADAL" clId="{9D6983BC-2B41-4A2C-9BDB-BF4B506A1F53}" dt="2026-01-01T02:56:45.239" v="1176" actId="27636"/>
        <pc:sldMkLst>
          <pc:docMk/>
          <pc:sldMk cId="438973189" sldId="515"/>
        </pc:sldMkLst>
        <pc:spChg chg="mod">
          <ac:chgData name="Teuku Raja Irfan Radarma" userId="cf428174-95ba-4576-8554-3a3b8ffa52b7" providerId="ADAL" clId="{9D6983BC-2B41-4A2C-9BDB-BF4B506A1F53}" dt="2026-01-01T02:56:30.206" v="1171" actId="14100"/>
          <ac:spMkLst>
            <pc:docMk/>
            <pc:sldMk cId="438973189" sldId="515"/>
            <ac:spMk id="2" creationId="{0950FD7A-9174-4688-9E56-D3CCB56106C7}"/>
          </ac:spMkLst>
        </pc:spChg>
        <pc:spChg chg="mod">
          <ac:chgData name="Teuku Raja Irfan Radarma" userId="cf428174-95ba-4576-8554-3a3b8ffa52b7" providerId="ADAL" clId="{9D6983BC-2B41-4A2C-9BDB-BF4B506A1F53}" dt="2026-01-01T02:56:45.239" v="1176" actId="27636"/>
          <ac:spMkLst>
            <pc:docMk/>
            <pc:sldMk cId="438973189" sldId="515"/>
            <ac:spMk id="3" creationId="{A91C2320-0F23-4391-8A21-82240D00C921}"/>
          </ac:spMkLst>
        </pc:spChg>
      </pc:sldChg>
      <pc:sldChg chg="add del">
        <pc:chgData name="Teuku Raja Irfan Radarma" userId="cf428174-95ba-4576-8554-3a3b8ffa52b7" providerId="ADAL" clId="{9D6983BC-2B41-4A2C-9BDB-BF4B506A1F53}" dt="2026-01-01T03:07:58.123" v="1178"/>
        <pc:sldMkLst>
          <pc:docMk/>
          <pc:sldMk cId="2851638666" sldId="516"/>
        </pc:sldMkLst>
      </pc:sldChg>
      <pc:sldChg chg="modSp add mod">
        <pc:chgData name="Teuku Raja Irfan Radarma" userId="cf428174-95ba-4576-8554-3a3b8ffa52b7" providerId="ADAL" clId="{9D6983BC-2B41-4A2C-9BDB-BF4B506A1F53}" dt="2026-01-01T03:08:31.108" v="1186" actId="113"/>
        <pc:sldMkLst>
          <pc:docMk/>
          <pc:sldMk cId="2942938510" sldId="516"/>
        </pc:sldMkLst>
        <pc:spChg chg="mod">
          <ac:chgData name="Teuku Raja Irfan Radarma" userId="cf428174-95ba-4576-8554-3a3b8ffa52b7" providerId="ADAL" clId="{9D6983BC-2B41-4A2C-9BDB-BF4B506A1F53}" dt="2026-01-01T03:08:07.150" v="1180"/>
          <ac:spMkLst>
            <pc:docMk/>
            <pc:sldMk cId="2942938510" sldId="516"/>
            <ac:spMk id="2" creationId="{7E958052-05B2-9F29-B874-84F80A24B16B}"/>
          </ac:spMkLst>
        </pc:spChg>
        <pc:spChg chg="mod">
          <ac:chgData name="Teuku Raja Irfan Radarma" userId="cf428174-95ba-4576-8554-3a3b8ffa52b7" providerId="ADAL" clId="{9D6983BC-2B41-4A2C-9BDB-BF4B506A1F53}" dt="2026-01-01T03:08:31.108" v="1186" actId="113"/>
          <ac:spMkLst>
            <pc:docMk/>
            <pc:sldMk cId="2942938510" sldId="516"/>
            <ac:spMk id="4" creationId="{EE064B16-72CC-4606-A23D-7291843EEFBB}"/>
          </ac:spMkLst>
        </pc:spChg>
      </pc:sldChg>
      <pc:sldChg chg="addSp modSp new mod">
        <pc:chgData name="Teuku Raja Irfan Radarma" userId="cf428174-95ba-4576-8554-3a3b8ffa52b7" providerId="ADAL" clId="{9D6983BC-2B41-4A2C-9BDB-BF4B506A1F53}" dt="2026-01-01T03:51:47.571" v="1315" actId="20577"/>
        <pc:sldMkLst>
          <pc:docMk/>
          <pc:sldMk cId="2686900877" sldId="517"/>
        </pc:sldMkLst>
        <pc:spChg chg="mod">
          <ac:chgData name="Teuku Raja Irfan Radarma" userId="cf428174-95ba-4576-8554-3a3b8ffa52b7" providerId="ADAL" clId="{9D6983BC-2B41-4A2C-9BDB-BF4B506A1F53}" dt="2026-01-01T03:49:04.257" v="1192" actId="14100"/>
          <ac:spMkLst>
            <pc:docMk/>
            <pc:sldMk cId="2686900877" sldId="517"/>
            <ac:spMk id="2" creationId="{91041F7A-83F2-4AE6-AE78-A6ECA76D3723}"/>
          </ac:spMkLst>
        </pc:spChg>
        <pc:spChg chg="mod">
          <ac:chgData name="Teuku Raja Irfan Radarma" userId="cf428174-95ba-4576-8554-3a3b8ffa52b7" providerId="ADAL" clId="{9D6983BC-2B41-4A2C-9BDB-BF4B506A1F53}" dt="2026-01-01T03:49:17.896" v="1196" actId="14100"/>
          <ac:spMkLst>
            <pc:docMk/>
            <pc:sldMk cId="2686900877" sldId="517"/>
            <ac:spMk id="3" creationId="{8614951C-89EF-4255-A049-2D4040441578}"/>
          </ac:spMkLst>
        </pc:spChg>
        <pc:graphicFrameChg chg="add mod modGraphic">
          <ac:chgData name="Teuku Raja Irfan Radarma" userId="cf428174-95ba-4576-8554-3a3b8ffa52b7" providerId="ADAL" clId="{9D6983BC-2B41-4A2C-9BDB-BF4B506A1F53}" dt="2026-01-01T03:51:47.571" v="1315" actId="20577"/>
          <ac:graphicFrameMkLst>
            <pc:docMk/>
            <pc:sldMk cId="2686900877" sldId="517"/>
            <ac:graphicFrameMk id="5" creationId="{21539299-D5D5-415D-A5F3-59C0728523AD}"/>
          </ac:graphicFrameMkLst>
        </pc:graphicFrameChg>
      </pc:sldChg>
      <pc:sldChg chg="addSp delSp modSp new mod">
        <pc:chgData name="Teuku Raja Irfan Radarma" userId="cf428174-95ba-4576-8554-3a3b8ffa52b7" providerId="ADAL" clId="{9D6983BC-2B41-4A2C-9BDB-BF4B506A1F53}" dt="2026-01-01T03:56:24.217" v="1482" actId="1076"/>
        <pc:sldMkLst>
          <pc:docMk/>
          <pc:sldMk cId="1935258800" sldId="518"/>
        </pc:sldMkLst>
        <pc:spChg chg="mod">
          <ac:chgData name="Teuku Raja Irfan Radarma" userId="cf428174-95ba-4576-8554-3a3b8ffa52b7" providerId="ADAL" clId="{9D6983BC-2B41-4A2C-9BDB-BF4B506A1F53}" dt="2026-01-01T03:56:22.382" v="1481" actId="14100"/>
          <ac:spMkLst>
            <pc:docMk/>
            <pc:sldMk cId="1935258800" sldId="518"/>
            <ac:spMk id="2" creationId="{02B0420E-64FD-4DDC-A051-D878CC46475C}"/>
          </ac:spMkLst>
        </pc:spChg>
        <pc:spChg chg="del">
          <ac:chgData name="Teuku Raja Irfan Radarma" userId="cf428174-95ba-4576-8554-3a3b8ffa52b7" providerId="ADAL" clId="{9D6983BC-2B41-4A2C-9BDB-BF4B506A1F53}" dt="2026-01-01T03:52:40.089" v="1318" actId="478"/>
          <ac:spMkLst>
            <pc:docMk/>
            <pc:sldMk cId="1935258800" sldId="518"/>
            <ac:spMk id="3" creationId="{09A65EDB-F205-4A5D-B29E-D3CA33DA376A}"/>
          </ac:spMkLst>
        </pc:spChg>
        <pc:graphicFrameChg chg="add mod modGraphic">
          <ac:chgData name="Teuku Raja Irfan Radarma" userId="cf428174-95ba-4576-8554-3a3b8ffa52b7" providerId="ADAL" clId="{9D6983BC-2B41-4A2C-9BDB-BF4B506A1F53}" dt="2026-01-01T03:56:24.217" v="1482" actId="1076"/>
          <ac:graphicFrameMkLst>
            <pc:docMk/>
            <pc:sldMk cId="1935258800" sldId="518"/>
            <ac:graphicFrameMk id="5" creationId="{2C3BACD3-5B41-4430-A85A-2910503BCC34}"/>
          </ac:graphicFrameMkLst>
        </pc:graphicFrameChg>
      </pc:sldChg>
      <pc:sldChg chg="addSp delSp modSp new mod">
        <pc:chgData name="Teuku Raja Irfan Radarma" userId="cf428174-95ba-4576-8554-3a3b8ffa52b7" providerId="ADAL" clId="{9D6983BC-2B41-4A2C-9BDB-BF4B506A1F53}" dt="2026-01-01T04:04:00.657" v="1607" actId="20577"/>
        <pc:sldMkLst>
          <pc:docMk/>
          <pc:sldMk cId="1023774770" sldId="519"/>
        </pc:sldMkLst>
        <pc:spChg chg="mod">
          <ac:chgData name="Teuku Raja Irfan Radarma" userId="cf428174-95ba-4576-8554-3a3b8ffa52b7" providerId="ADAL" clId="{9D6983BC-2B41-4A2C-9BDB-BF4B506A1F53}" dt="2026-01-01T03:56:45.624" v="1484"/>
          <ac:spMkLst>
            <pc:docMk/>
            <pc:sldMk cId="1023774770" sldId="519"/>
            <ac:spMk id="2" creationId="{B53364A0-F558-4131-B50F-F5F5EE0E2BA2}"/>
          </ac:spMkLst>
        </pc:spChg>
        <pc:spChg chg="del">
          <ac:chgData name="Teuku Raja Irfan Radarma" userId="cf428174-95ba-4576-8554-3a3b8ffa52b7" providerId="ADAL" clId="{9D6983BC-2B41-4A2C-9BDB-BF4B506A1F53}" dt="2026-01-01T03:56:55.868" v="1485"/>
          <ac:spMkLst>
            <pc:docMk/>
            <pc:sldMk cId="1023774770" sldId="519"/>
            <ac:spMk id="3" creationId="{9C41893C-1BED-4B79-BBC4-1A12F13F7CD1}"/>
          </ac:spMkLst>
        </pc:spChg>
        <pc:spChg chg="add mod">
          <ac:chgData name="Teuku Raja Irfan Radarma" userId="cf428174-95ba-4576-8554-3a3b8ffa52b7" providerId="ADAL" clId="{9D6983BC-2B41-4A2C-9BDB-BF4B506A1F53}" dt="2026-01-01T04:04:00.657" v="1607" actId="20577"/>
          <ac:spMkLst>
            <pc:docMk/>
            <pc:sldMk cId="1023774770" sldId="519"/>
            <ac:spMk id="5" creationId="{8D090CC9-EA6B-4A10-9ADB-C0C6B9A9C99B}"/>
          </ac:spMkLst>
        </pc:spChg>
      </pc:sldChg>
      <pc:sldChg chg="addSp delSp modSp new mod">
        <pc:chgData name="Teuku Raja Irfan Radarma" userId="cf428174-95ba-4576-8554-3a3b8ffa52b7" providerId="ADAL" clId="{9D6983BC-2B41-4A2C-9BDB-BF4B506A1F53}" dt="2026-01-01T04:03:53.816" v="1603" actId="2711"/>
        <pc:sldMkLst>
          <pc:docMk/>
          <pc:sldMk cId="1045896006" sldId="520"/>
        </pc:sldMkLst>
        <pc:spChg chg="mod">
          <ac:chgData name="Teuku Raja Irfan Radarma" userId="cf428174-95ba-4576-8554-3a3b8ffa52b7" providerId="ADAL" clId="{9D6983BC-2B41-4A2C-9BDB-BF4B506A1F53}" dt="2026-01-01T03:58:00.249" v="1509"/>
          <ac:spMkLst>
            <pc:docMk/>
            <pc:sldMk cId="1045896006" sldId="520"/>
            <ac:spMk id="2" creationId="{83603632-9784-48C6-87B6-C6799C2119A2}"/>
          </ac:spMkLst>
        </pc:spChg>
        <pc:spChg chg="del">
          <ac:chgData name="Teuku Raja Irfan Radarma" userId="cf428174-95ba-4576-8554-3a3b8ffa52b7" providerId="ADAL" clId="{9D6983BC-2B41-4A2C-9BDB-BF4B506A1F53}" dt="2026-01-01T03:58:08.518" v="1510"/>
          <ac:spMkLst>
            <pc:docMk/>
            <pc:sldMk cId="1045896006" sldId="520"/>
            <ac:spMk id="3" creationId="{0BD4B8F0-237E-45EF-B200-4165ED1C3B47}"/>
          </ac:spMkLst>
        </pc:spChg>
        <pc:spChg chg="add mod">
          <ac:chgData name="Teuku Raja Irfan Radarma" userId="cf428174-95ba-4576-8554-3a3b8ffa52b7" providerId="ADAL" clId="{9D6983BC-2B41-4A2C-9BDB-BF4B506A1F53}" dt="2026-01-01T04:03:53.816" v="1603" actId="2711"/>
          <ac:spMkLst>
            <pc:docMk/>
            <pc:sldMk cId="1045896006" sldId="520"/>
            <ac:spMk id="5" creationId="{C427B1FA-3B19-43C5-8644-43AB23EC532E}"/>
          </ac:spMkLst>
        </pc:spChg>
      </pc:sldChg>
      <pc:sldChg chg="addSp delSp modSp new mod">
        <pc:chgData name="Teuku Raja Irfan Radarma" userId="cf428174-95ba-4576-8554-3a3b8ffa52b7" providerId="ADAL" clId="{9D6983BC-2B41-4A2C-9BDB-BF4B506A1F53}" dt="2026-01-01T04:03:50.146" v="1602" actId="2711"/>
        <pc:sldMkLst>
          <pc:docMk/>
          <pc:sldMk cId="146161136" sldId="521"/>
        </pc:sldMkLst>
        <pc:spChg chg="mod">
          <ac:chgData name="Teuku Raja Irfan Radarma" userId="cf428174-95ba-4576-8554-3a3b8ffa52b7" providerId="ADAL" clId="{9D6983BC-2B41-4A2C-9BDB-BF4B506A1F53}" dt="2026-01-01T03:59:48.594" v="1542"/>
          <ac:spMkLst>
            <pc:docMk/>
            <pc:sldMk cId="146161136" sldId="521"/>
            <ac:spMk id="2" creationId="{0BA4FA29-D971-418F-9C80-2E7915ABE62E}"/>
          </ac:spMkLst>
        </pc:spChg>
        <pc:spChg chg="del">
          <ac:chgData name="Teuku Raja Irfan Radarma" userId="cf428174-95ba-4576-8554-3a3b8ffa52b7" providerId="ADAL" clId="{9D6983BC-2B41-4A2C-9BDB-BF4B506A1F53}" dt="2026-01-01T03:59:57.339" v="1543"/>
          <ac:spMkLst>
            <pc:docMk/>
            <pc:sldMk cId="146161136" sldId="521"/>
            <ac:spMk id="3" creationId="{7DA1F546-C32A-482D-87C7-FB556E8C6335}"/>
          </ac:spMkLst>
        </pc:spChg>
        <pc:spChg chg="add mod">
          <ac:chgData name="Teuku Raja Irfan Radarma" userId="cf428174-95ba-4576-8554-3a3b8ffa52b7" providerId="ADAL" clId="{9D6983BC-2B41-4A2C-9BDB-BF4B506A1F53}" dt="2026-01-01T04:03:50.146" v="1602" actId="2711"/>
          <ac:spMkLst>
            <pc:docMk/>
            <pc:sldMk cId="146161136" sldId="521"/>
            <ac:spMk id="5" creationId="{E1D368B0-CAD5-4158-8FA4-754E0FAF3327}"/>
          </ac:spMkLst>
        </pc:spChg>
      </pc:sldChg>
      <pc:sldChg chg="addSp delSp modSp new mod">
        <pc:chgData name="Teuku Raja Irfan Radarma" userId="cf428174-95ba-4576-8554-3a3b8ffa52b7" providerId="ADAL" clId="{9D6983BC-2B41-4A2C-9BDB-BF4B506A1F53}" dt="2026-01-01T04:03:46.731" v="1601" actId="2711"/>
        <pc:sldMkLst>
          <pc:docMk/>
          <pc:sldMk cId="4258412239" sldId="522"/>
        </pc:sldMkLst>
        <pc:spChg chg="mod">
          <ac:chgData name="Teuku Raja Irfan Radarma" userId="cf428174-95ba-4576-8554-3a3b8ffa52b7" providerId="ADAL" clId="{9D6983BC-2B41-4A2C-9BDB-BF4B506A1F53}" dt="2026-01-01T04:00:42.203" v="1561"/>
          <ac:spMkLst>
            <pc:docMk/>
            <pc:sldMk cId="4258412239" sldId="522"/>
            <ac:spMk id="2" creationId="{443052AC-8E2F-4D3A-BA08-9B7A787A1B14}"/>
          </ac:spMkLst>
        </pc:spChg>
        <pc:spChg chg="del">
          <ac:chgData name="Teuku Raja Irfan Radarma" userId="cf428174-95ba-4576-8554-3a3b8ffa52b7" providerId="ADAL" clId="{9D6983BC-2B41-4A2C-9BDB-BF4B506A1F53}" dt="2026-01-01T04:00:47.906" v="1562"/>
          <ac:spMkLst>
            <pc:docMk/>
            <pc:sldMk cId="4258412239" sldId="522"/>
            <ac:spMk id="3" creationId="{27662B15-AC35-4E31-8FE6-B37DCD49AAB2}"/>
          </ac:spMkLst>
        </pc:spChg>
        <pc:spChg chg="add mod">
          <ac:chgData name="Teuku Raja Irfan Radarma" userId="cf428174-95ba-4576-8554-3a3b8ffa52b7" providerId="ADAL" clId="{9D6983BC-2B41-4A2C-9BDB-BF4B506A1F53}" dt="2026-01-01T04:03:46.731" v="1601" actId="2711"/>
          <ac:spMkLst>
            <pc:docMk/>
            <pc:sldMk cId="4258412239" sldId="522"/>
            <ac:spMk id="5" creationId="{CF2868BE-B073-4D3E-BB0D-1D6AEF546C75}"/>
          </ac:spMkLst>
        </pc:spChg>
      </pc:sldChg>
      <pc:sldChg chg="modSp new mod">
        <pc:chgData name="Teuku Raja Irfan Radarma" userId="cf428174-95ba-4576-8554-3a3b8ffa52b7" providerId="ADAL" clId="{9D6983BC-2B41-4A2C-9BDB-BF4B506A1F53}" dt="2026-01-01T04:03:06.271" v="1591" actId="20577"/>
        <pc:sldMkLst>
          <pc:docMk/>
          <pc:sldMk cId="2122227981" sldId="523"/>
        </pc:sldMkLst>
        <pc:spChg chg="mod">
          <ac:chgData name="Teuku Raja Irfan Radarma" userId="cf428174-95ba-4576-8554-3a3b8ffa52b7" providerId="ADAL" clId="{9D6983BC-2B41-4A2C-9BDB-BF4B506A1F53}" dt="2026-01-01T04:02:48.310" v="1585"/>
          <ac:spMkLst>
            <pc:docMk/>
            <pc:sldMk cId="2122227981" sldId="523"/>
            <ac:spMk id="2" creationId="{88B67178-5555-495B-8378-A53C8D1968E9}"/>
          </ac:spMkLst>
        </pc:spChg>
        <pc:spChg chg="mod">
          <ac:chgData name="Teuku Raja Irfan Radarma" userId="cf428174-95ba-4576-8554-3a3b8ffa52b7" providerId="ADAL" clId="{9D6983BC-2B41-4A2C-9BDB-BF4B506A1F53}" dt="2026-01-01T04:03:06.271" v="1591" actId="20577"/>
          <ac:spMkLst>
            <pc:docMk/>
            <pc:sldMk cId="2122227981" sldId="523"/>
            <ac:spMk id="3" creationId="{3DAE491B-61F7-42A9-8E6E-574EE63949AA}"/>
          </ac:spMkLst>
        </pc:spChg>
      </pc:sldChg>
      <pc:sldChg chg="addSp delSp modSp new mod">
        <pc:chgData name="Teuku Raja Irfan Radarma" userId="cf428174-95ba-4576-8554-3a3b8ffa52b7" providerId="ADAL" clId="{9D6983BC-2B41-4A2C-9BDB-BF4B506A1F53}" dt="2026-01-01T04:06:05.675" v="1625" actId="14100"/>
        <pc:sldMkLst>
          <pc:docMk/>
          <pc:sldMk cId="3059073382" sldId="524"/>
        </pc:sldMkLst>
        <pc:spChg chg="mod">
          <ac:chgData name="Teuku Raja Irfan Radarma" userId="cf428174-95ba-4576-8554-3a3b8ffa52b7" providerId="ADAL" clId="{9D6983BC-2B41-4A2C-9BDB-BF4B506A1F53}" dt="2026-01-01T04:06:05.675" v="1625" actId="14100"/>
          <ac:spMkLst>
            <pc:docMk/>
            <pc:sldMk cId="3059073382" sldId="524"/>
            <ac:spMk id="2" creationId="{5D54487D-FA63-4AF2-8491-76DA5D8CB152}"/>
          </ac:spMkLst>
        </pc:spChg>
        <pc:spChg chg="del">
          <ac:chgData name="Teuku Raja Irfan Radarma" userId="cf428174-95ba-4576-8554-3a3b8ffa52b7" providerId="ADAL" clId="{9D6983BC-2B41-4A2C-9BDB-BF4B506A1F53}" dt="2026-01-01T04:03:33.391" v="1594"/>
          <ac:spMkLst>
            <pc:docMk/>
            <pc:sldMk cId="3059073382" sldId="524"/>
            <ac:spMk id="3" creationId="{DC1027AB-DB6E-4578-B127-655A71692193}"/>
          </ac:spMkLst>
        </pc:spChg>
        <pc:spChg chg="add mod">
          <ac:chgData name="Teuku Raja Irfan Radarma" userId="cf428174-95ba-4576-8554-3a3b8ffa52b7" providerId="ADAL" clId="{9D6983BC-2B41-4A2C-9BDB-BF4B506A1F53}" dt="2026-01-01T04:05:17.911" v="1624" actId="113"/>
          <ac:spMkLst>
            <pc:docMk/>
            <pc:sldMk cId="3059073382" sldId="524"/>
            <ac:spMk id="5" creationId="{B9130798-0DBC-4F86-BA23-B436D135A989}"/>
          </ac:spMkLst>
        </pc:spChg>
      </pc:sldChg>
      <pc:sldChg chg="addSp delSp modSp new mod">
        <pc:chgData name="Teuku Raja Irfan Radarma" userId="cf428174-95ba-4576-8554-3a3b8ffa52b7" providerId="ADAL" clId="{9D6983BC-2B41-4A2C-9BDB-BF4B506A1F53}" dt="2026-01-01T04:09:36.502" v="1677" actId="114"/>
        <pc:sldMkLst>
          <pc:docMk/>
          <pc:sldMk cId="1628511281" sldId="525"/>
        </pc:sldMkLst>
        <pc:spChg chg="mod">
          <ac:chgData name="Teuku Raja Irfan Radarma" userId="cf428174-95ba-4576-8554-3a3b8ffa52b7" providerId="ADAL" clId="{9D6983BC-2B41-4A2C-9BDB-BF4B506A1F53}" dt="2026-01-01T04:06:18.415" v="1627"/>
          <ac:spMkLst>
            <pc:docMk/>
            <pc:sldMk cId="1628511281" sldId="525"/>
            <ac:spMk id="2" creationId="{B6D136A5-B2D7-4692-9B41-B4D40CA760E1}"/>
          </ac:spMkLst>
        </pc:spChg>
        <pc:spChg chg="del">
          <ac:chgData name="Teuku Raja Irfan Radarma" userId="cf428174-95ba-4576-8554-3a3b8ffa52b7" providerId="ADAL" clId="{9D6983BC-2B41-4A2C-9BDB-BF4B506A1F53}" dt="2026-01-01T04:06:25.574" v="1628"/>
          <ac:spMkLst>
            <pc:docMk/>
            <pc:sldMk cId="1628511281" sldId="525"/>
            <ac:spMk id="3" creationId="{F5BA7F4A-EC76-4773-A7CD-C84ED6489353}"/>
          </ac:spMkLst>
        </pc:spChg>
        <pc:spChg chg="add del mod">
          <ac:chgData name="Teuku Raja Irfan Radarma" userId="cf428174-95ba-4576-8554-3a3b8ffa52b7" providerId="ADAL" clId="{9D6983BC-2B41-4A2C-9BDB-BF4B506A1F53}" dt="2026-01-01T04:08:00.183" v="1659" actId="478"/>
          <ac:spMkLst>
            <pc:docMk/>
            <pc:sldMk cId="1628511281" sldId="525"/>
            <ac:spMk id="5" creationId="{94034C62-1B56-4445-AE87-E1E1F224D7CA}"/>
          </ac:spMkLst>
        </pc:spChg>
        <pc:spChg chg="add del mod">
          <ac:chgData name="Teuku Raja Irfan Radarma" userId="cf428174-95ba-4576-8554-3a3b8ffa52b7" providerId="ADAL" clId="{9D6983BC-2B41-4A2C-9BDB-BF4B506A1F53}" dt="2026-01-01T04:08:02.479" v="1660" actId="478"/>
          <ac:spMkLst>
            <pc:docMk/>
            <pc:sldMk cId="1628511281" sldId="525"/>
            <ac:spMk id="7" creationId="{399922FE-C04F-4A20-AD9C-51E5BDFFC668}"/>
          </ac:spMkLst>
        </pc:spChg>
        <pc:spChg chg="add mod">
          <ac:chgData name="Teuku Raja Irfan Radarma" userId="cf428174-95ba-4576-8554-3a3b8ffa52b7" providerId="ADAL" clId="{9D6983BC-2B41-4A2C-9BDB-BF4B506A1F53}" dt="2026-01-01T04:09:36.502" v="1677" actId="114"/>
          <ac:spMkLst>
            <pc:docMk/>
            <pc:sldMk cId="1628511281" sldId="525"/>
            <ac:spMk id="9" creationId="{B1E928E2-3164-413E-9C1E-71285C672EBA}"/>
          </ac:spMkLst>
        </pc:spChg>
        <pc:graphicFrameChg chg="add mod modGraphic">
          <ac:chgData name="Teuku Raja Irfan Radarma" userId="cf428174-95ba-4576-8554-3a3b8ffa52b7" providerId="ADAL" clId="{9D6983BC-2B41-4A2C-9BDB-BF4B506A1F53}" dt="2026-01-01T04:08:40.024" v="1672" actId="1076"/>
          <ac:graphicFrameMkLst>
            <pc:docMk/>
            <pc:sldMk cId="1628511281" sldId="525"/>
            <ac:graphicFrameMk id="6" creationId="{FC8463CF-8605-4A8B-B7D9-DBE2D11C1E95}"/>
          </ac:graphicFrameMkLst>
        </pc:graphicFrameChg>
      </pc:sldChg>
      <pc:sldChg chg="addSp delSp modSp new mod">
        <pc:chgData name="Teuku Raja Irfan Radarma" userId="cf428174-95ba-4576-8554-3a3b8ffa52b7" providerId="ADAL" clId="{9D6983BC-2B41-4A2C-9BDB-BF4B506A1F53}" dt="2026-01-01T04:13:26.181" v="1720" actId="1076"/>
        <pc:sldMkLst>
          <pc:docMk/>
          <pc:sldMk cId="846841689" sldId="526"/>
        </pc:sldMkLst>
        <pc:spChg chg="mod">
          <ac:chgData name="Teuku Raja Irfan Radarma" userId="cf428174-95ba-4576-8554-3a3b8ffa52b7" providerId="ADAL" clId="{9D6983BC-2B41-4A2C-9BDB-BF4B506A1F53}" dt="2026-01-01T04:13:19.886" v="1718" actId="1076"/>
          <ac:spMkLst>
            <pc:docMk/>
            <pc:sldMk cId="846841689" sldId="526"/>
            <ac:spMk id="2" creationId="{59920C8E-5FF0-4840-8654-AEFEF9A54044}"/>
          </ac:spMkLst>
        </pc:spChg>
        <pc:spChg chg="del mod">
          <ac:chgData name="Teuku Raja Irfan Radarma" userId="cf428174-95ba-4576-8554-3a3b8ffa52b7" providerId="ADAL" clId="{9D6983BC-2B41-4A2C-9BDB-BF4B506A1F53}" dt="2026-01-01T04:10:05.904" v="1681" actId="478"/>
          <ac:spMkLst>
            <pc:docMk/>
            <pc:sldMk cId="846841689" sldId="526"/>
            <ac:spMk id="3" creationId="{E3D2757E-067A-4BEC-9DE5-B2BB3860D119}"/>
          </ac:spMkLst>
        </pc:spChg>
        <pc:spChg chg="add del mod">
          <ac:chgData name="Teuku Raja Irfan Radarma" userId="cf428174-95ba-4576-8554-3a3b8ffa52b7" providerId="ADAL" clId="{9D6983BC-2B41-4A2C-9BDB-BF4B506A1F53}" dt="2026-01-01T04:10:07.731" v="1682" actId="478"/>
          <ac:spMkLst>
            <pc:docMk/>
            <pc:sldMk cId="846841689" sldId="526"/>
            <ac:spMk id="6" creationId="{9BBAB106-BEF9-4722-ADD6-2E20F8130794}"/>
          </ac:spMkLst>
        </pc:spChg>
        <pc:spChg chg="add mod">
          <ac:chgData name="Teuku Raja Irfan Radarma" userId="cf428174-95ba-4576-8554-3a3b8ffa52b7" providerId="ADAL" clId="{9D6983BC-2B41-4A2C-9BDB-BF4B506A1F53}" dt="2026-01-01T04:13:26.181" v="1720" actId="1076"/>
          <ac:spMkLst>
            <pc:docMk/>
            <pc:sldMk cId="846841689" sldId="526"/>
            <ac:spMk id="9" creationId="{A5CCED2D-DF18-409A-A469-AFA8718D18C8}"/>
          </ac:spMkLst>
        </pc:spChg>
        <pc:graphicFrameChg chg="add mod modGraphic">
          <ac:chgData name="Teuku Raja Irfan Radarma" userId="cf428174-95ba-4576-8554-3a3b8ffa52b7" providerId="ADAL" clId="{9D6983BC-2B41-4A2C-9BDB-BF4B506A1F53}" dt="2026-01-01T04:13:21.447" v="1719" actId="1076"/>
          <ac:graphicFrameMkLst>
            <pc:docMk/>
            <pc:sldMk cId="846841689" sldId="526"/>
            <ac:graphicFrameMk id="7" creationId="{6080565F-3CF7-4551-9546-5395DA1A0313}"/>
          </ac:graphicFrameMkLst>
        </pc:graphicFrameChg>
      </pc:sldChg>
      <pc:sldChg chg="addSp delSp modSp new mod">
        <pc:chgData name="Teuku Raja Irfan Radarma" userId="cf428174-95ba-4576-8554-3a3b8ffa52b7" providerId="ADAL" clId="{9D6983BC-2B41-4A2C-9BDB-BF4B506A1F53}" dt="2026-01-01T04:15:00.253" v="1737" actId="1076"/>
        <pc:sldMkLst>
          <pc:docMk/>
          <pc:sldMk cId="2296058815" sldId="527"/>
        </pc:sldMkLst>
        <pc:spChg chg="mod">
          <ac:chgData name="Teuku Raja Irfan Radarma" userId="cf428174-95ba-4576-8554-3a3b8ffa52b7" providerId="ADAL" clId="{9D6983BC-2B41-4A2C-9BDB-BF4B506A1F53}" dt="2026-01-01T04:14:30.060" v="1724" actId="20577"/>
          <ac:spMkLst>
            <pc:docMk/>
            <pc:sldMk cId="2296058815" sldId="527"/>
            <ac:spMk id="2" creationId="{D159F4FB-D89D-4C25-AF78-39E9EC304ABD}"/>
          </ac:spMkLst>
        </pc:spChg>
        <pc:spChg chg="del">
          <ac:chgData name="Teuku Raja Irfan Radarma" userId="cf428174-95ba-4576-8554-3a3b8ffa52b7" providerId="ADAL" clId="{9D6983BC-2B41-4A2C-9BDB-BF4B506A1F53}" dt="2026-01-01T04:14:35.527" v="1725"/>
          <ac:spMkLst>
            <pc:docMk/>
            <pc:sldMk cId="2296058815" sldId="527"/>
            <ac:spMk id="3" creationId="{AB5063AA-6673-47F8-B79A-A7A5C36E17C3}"/>
          </ac:spMkLst>
        </pc:spChg>
        <pc:spChg chg="add mod">
          <ac:chgData name="Teuku Raja Irfan Radarma" userId="cf428174-95ba-4576-8554-3a3b8ffa52b7" providerId="ADAL" clId="{9D6983BC-2B41-4A2C-9BDB-BF4B506A1F53}" dt="2026-01-01T04:15:00.253" v="1737" actId="1076"/>
          <ac:spMkLst>
            <pc:docMk/>
            <pc:sldMk cId="2296058815" sldId="527"/>
            <ac:spMk id="5" creationId="{E78BAA63-93FD-401D-98B5-AAA206AF8AED}"/>
          </ac:spMkLst>
        </pc:spChg>
      </pc:sldChg>
      <pc:sldChg chg="addSp delSp modSp new mod">
        <pc:chgData name="Teuku Raja Irfan Radarma" userId="cf428174-95ba-4576-8554-3a3b8ffa52b7" providerId="ADAL" clId="{9D6983BC-2B41-4A2C-9BDB-BF4B506A1F53}" dt="2026-01-01T04:40:16.012" v="1980" actId="2711"/>
        <pc:sldMkLst>
          <pc:docMk/>
          <pc:sldMk cId="356603638" sldId="528"/>
        </pc:sldMkLst>
        <pc:spChg chg="mod">
          <ac:chgData name="Teuku Raja Irfan Radarma" userId="cf428174-95ba-4576-8554-3a3b8ffa52b7" providerId="ADAL" clId="{9D6983BC-2B41-4A2C-9BDB-BF4B506A1F53}" dt="2026-01-01T04:15:08.580" v="1739"/>
          <ac:spMkLst>
            <pc:docMk/>
            <pc:sldMk cId="356603638" sldId="528"/>
            <ac:spMk id="2" creationId="{30FF4BB6-89BE-44E8-995B-883C2EBDBF2F}"/>
          </ac:spMkLst>
        </pc:spChg>
        <pc:spChg chg="del">
          <ac:chgData name="Teuku Raja Irfan Radarma" userId="cf428174-95ba-4576-8554-3a3b8ffa52b7" providerId="ADAL" clId="{9D6983BC-2B41-4A2C-9BDB-BF4B506A1F53}" dt="2026-01-01T04:15:13.330" v="1740"/>
          <ac:spMkLst>
            <pc:docMk/>
            <pc:sldMk cId="356603638" sldId="528"/>
            <ac:spMk id="3" creationId="{D5F410D4-6737-4DEC-8592-AF7B7275E9C3}"/>
          </ac:spMkLst>
        </pc:spChg>
        <pc:spChg chg="add mod">
          <ac:chgData name="Teuku Raja Irfan Radarma" userId="cf428174-95ba-4576-8554-3a3b8ffa52b7" providerId="ADAL" clId="{9D6983BC-2B41-4A2C-9BDB-BF4B506A1F53}" dt="2026-01-01T04:40:16.012" v="1980" actId="2711"/>
          <ac:spMkLst>
            <pc:docMk/>
            <pc:sldMk cId="356603638" sldId="528"/>
            <ac:spMk id="5" creationId="{60CE3FF6-F490-423D-8478-12C27B1262C7}"/>
          </ac:spMkLst>
        </pc:spChg>
      </pc:sldChg>
      <pc:sldChg chg="addSp delSp modSp new mod">
        <pc:chgData name="Teuku Raja Irfan Radarma" userId="cf428174-95ba-4576-8554-3a3b8ffa52b7" providerId="ADAL" clId="{9D6983BC-2B41-4A2C-9BDB-BF4B506A1F53}" dt="2026-01-01T04:16:33.243" v="1782" actId="1076"/>
        <pc:sldMkLst>
          <pc:docMk/>
          <pc:sldMk cId="346024683" sldId="529"/>
        </pc:sldMkLst>
        <pc:spChg chg="mod">
          <ac:chgData name="Teuku Raja Irfan Radarma" userId="cf428174-95ba-4576-8554-3a3b8ffa52b7" providerId="ADAL" clId="{9D6983BC-2B41-4A2C-9BDB-BF4B506A1F53}" dt="2026-01-01T04:16:02.276" v="1764"/>
          <ac:spMkLst>
            <pc:docMk/>
            <pc:sldMk cId="346024683" sldId="529"/>
            <ac:spMk id="2" creationId="{F0A10434-1A8B-446A-AC95-36D9397AD539}"/>
          </ac:spMkLst>
        </pc:spChg>
        <pc:spChg chg="del">
          <ac:chgData name="Teuku Raja Irfan Radarma" userId="cf428174-95ba-4576-8554-3a3b8ffa52b7" providerId="ADAL" clId="{9D6983BC-2B41-4A2C-9BDB-BF4B506A1F53}" dt="2026-01-01T04:16:07.438" v="1765"/>
          <ac:spMkLst>
            <pc:docMk/>
            <pc:sldMk cId="346024683" sldId="529"/>
            <ac:spMk id="3" creationId="{DAE54495-5A3F-412B-8E4F-EAC473614971}"/>
          </ac:spMkLst>
        </pc:spChg>
        <pc:spChg chg="add mod">
          <ac:chgData name="Teuku Raja Irfan Radarma" userId="cf428174-95ba-4576-8554-3a3b8ffa52b7" providerId="ADAL" clId="{9D6983BC-2B41-4A2C-9BDB-BF4B506A1F53}" dt="2026-01-01T04:16:33.243" v="1782" actId="1076"/>
          <ac:spMkLst>
            <pc:docMk/>
            <pc:sldMk cId="346024683" sldId="529"/>
            <ac:spMk id="5" creationId="{4E9683E4-48C4-4983-99E5-0DAA03595633}"/>
          </ac:spMkLst>
        </pc:spChg>
      </pc:sldChg>
      <pc:sldChg chg="modSp new mod">
        <pc:chgData name="Teuku Raja Irfan Radarma" userId="cf428174-95ba-4576-8554-3a3b8ffa52b7" providerId="ADAL" clId="{9D6983BC-2B41-4A2C-9BDB-BF4B506A1F53}" dt="2026-01-01T04:21:49.440" v="1799"/>
        <pc:sldMkLst>
          <pc:docMk/>
          <pc:sldMk cId="3602152876" sldId="530"/>
        </pc:sldMkLst>
        <pc:spChg chg="mod">
          <ac:chgData name="Teuku Raja Irfan Radarma" userId="cf428174-95ba-4576-8554-3a3b8ffa52b7" providerId="ADAL" clId="{9D6983BC-2B41-4A2C-9BDB-BF4B506A1F53}" dt="2026-01-01T04:21:33.297" v="1798"/>
          <ac:spMkLst>
            <pc:docMk/>
            <pc:sldMk cId="3602152876" sldId="530"/>
            <ac:spMk id="2" creationId="{9C0138A4-2E30-4B9F-952C-8A7EF2E89DA1}"/>
          </ac:spMkLst>
        </pc:spChg>
        <pc:spChg chg="mod">
          <ac:chgData name="Teuku Raja Irfan Radarma" userId="cf428174-95ba-4576-8554-3a3b8ffa52b7" providerId="ADAL" clId="{9D6983BC-2B41-4A2C-9BDB-BF4B506A1F53}" dt="2026-01-01T04:21:49.440" v="1799"/>
          <ac:spMkLst>
            <pc:docMk/>
            <pc:sldMk cId="3602152876" sldId="530"/>
            <ac:spMk id="3" creationId="{358C6A81-1F69-4686-B13D-5C315DC4F1CE}"/>
          </ac:spMkLst>
        </pc:spChg>
      </pc:sldChg>
      <pc:sldChg chg="addSp delSp modSp new mod">
        <pc:chgData name="Teuku Raja Irfan Radarma" userId="cf428174-95ba-4576-8554-3a3b8ffa52b7" providerId="ADAL" clId="{9D6983BC-2B41-4A2C-9BDB-BF4B506A1F53}" dt="2026-01-01T04:40:07.348" v="1979" actId="2711"/>
        <pc:sldMkLst>
          <pc:docMk/>
          <pc:sldMk cId="1309344734" sldId="531"/>
        </pc:sldMkLst>
        <pc:spChg chg="mod">
          <ac:chgData name="Teuku Raja Irfan Radarma" userId="cf428174-95ba-4576-8554-3a3b8ffa52b7" providerId="ADAL" clId="{9D6983BC-2B41-4A2C-9BDB-BF4B506A1F53}" dt="2026-01-01T04:21:58.461" v="1814" actId="20577"/>
          <ac:spMkLst>
            <pc:docMk/>
            <pc:sldMk cId="1309344734" sldId="531"/>
            <ac:spMk id="2" creationId="{57149DBB-25F2-4EB9-9E53-572CEEF7DFBD}"/>
          </ac:spMkLst>
        </pc:spChg>
        <pc:spChg chg="del">
          <ac:chgData name="Teuku Raja Irfan Radarma" userId="cf428174-95ba-4576-8554-3a3b8ffa52b7" providerId="ADAL" clId="{9D6983BC-2B41-4A2C-9BDB-BF4B506A1F53}" dt="2026-01-01T04:22:04.654" v="1815"/>
          <ac:spMkLst>
            <pc:docMk/>
            <pc:sldMk cId="1309344734" sldId="531"/>
            <ac:spMk id="3" creationId="{C3A4A293-CDCD-4F01-B0B0-BA9D8A588476}"/>
          </ac:spMkLst>
        </pc:spChg>
        <pc:spChg chg="add mod">
          <ac:chgData name="Teuku Raja Irfan Radarma" userId="cf428174-95ba-4576-8554-3a3b8ffa52b7" providerId="ADAL" clId="{9D6983BC-2B41-4A2C-9BDB-BF4B506A1F53}" dt="2026-01-01T04:40:07.348" v="1979" actId="2711"/>
          <ac:spMkLst>
            <pc:docMk/>
            <pc:sldMk cId="1309344734" sldId="531"/>
            <ac:spMk id="5" creationId="{BA7080AF-43FF-439B-817C-C203DB08BC6B}"/>
          </ac:spMkLst>
        </pc:spChg>
      </pc:sldChg>
      <pc:sldChg chg="addSp delSp modSp new mod">
        <pc:chgData name="Teuku Raja Irfan Radarma" userId="cf428174-95ba-4576-8554-3a3b8ffa52b7" providerId="ADAL" clId="{9D6983BC-2B41-4A2C-9BDB-BF4B506A1F53}" dt="2026-01-01T04:24:13.032" v="1850" actId="1076"/>
        <pc:sldMkLst>
          <pc:docMk/>
          <pc:sldMk cId="253016244" sldId="532"/>
        </pc:sldMkLst>
        <pc:spChg chg="mod">
          <ac:chgData name="Teuku Raja Irfan Radarma" userId="cf428174-95ba-4576-8554-3a3b8ffa52b7" providerId="ADAL" clId="{9D6983BC-2B41-4A2C-9BDB-BF4B506A1F53}" dt="2026-01-01T04:22:55.704" v="1830"/>
          <ac:spMkLst>
            <pc:docMk/>
            <pc:sldMk cId="253016244" sldId="532"/>
            <ac:spMk id="2" creationId="{A8731A69-270D-4CAA-B589-E5B8365DF320}"/>
          </ac:spMkLst>
        </pc:spChg>
        <pc:spChg chg="del">
          <ac:chgData name="Teuku Raja Irfan Radarma" userId="cf428174-95ba-4576-8554-3a3b8ffa52b7" providerId="ADAL" clId="{9D6983BC-2B41-4A2C-9BDB-BF4B506A1F53}" dt="2026-01-01T04:23:15.144" v="1831" actId="3680"/>
          <ac:spMkLst>
            <pc:docMk/>
            <pc:sldMk cId="253016244" sldId="532"/>
            <ac:spMk id="3" creationId="{6B26364F-4798-4F52-861E-5060557350F9}"/>
          </ac:spMkLst>
        </pc:spChg>
        <pc:graphicFrameChg chg="add mod ord modGraphic">
          <ac:chgData name="Teuku Raja Irfan Radarma" userId="cf428174-95ba-4576-8554-3a3b8ffa52b7" providerId="ADAL" clId="{9D6983BC-2B41-4A2C-9BDB-BF4B506A1F53}" dt="2026-01-01T04:24:13.032" v="1850" actId="1076"/>
          <ac:graphicFrameMkLst>
            <pc:docMk/>
            <pc:sldMk cId="253016244" sldId="532"/>
            <ac:graphicFrameMk id="5" creationId="{A892EA9B-D6A3-4972-88C6-1DA8E6D7010A}"/>
          </ac:graphicFrameMkLst>
        </pc:graphicFrameChg>
      </pc:sldChg>
      <pc:sldChg chg="modSp add mod">
        <pc:chgData name="Teuku Raja Irfan Radarma" userId="cf428174-95ba-4576-8554-3a3b8ffa52b7" providerId="ADAL" clId="{9D6983BC-2B41-4A2C-9BDB-BF4B506A1F53}" dt="2026-01-01T04:25:21.901" v="1879" actId="948"/>
        <pc:sldMkLst>
          <pc:docMk/>
          <pc:sldMk cId="3458464840" sldId="533"/>
        </pc:sldMkLst>
        <pc:spChg chg="mod">
          <ac:chgData name="Teuku Raja Irfan Radarma" userId="cf428174-95ba-4576-8554-3a3b8ffa52b7" providerId="ADAL" clId="{9D6983BC-2B41-4A2C-9BDB-BF4B506A1F53}" dt="2026-01-01T04:24:21.083" v="1853"/>
          <ac:spMkLst>
            <pc:docMk/>
            <pc:sldMk cId="3458464840" sldId="533"/>
            <ac:spMk id="2" creationId="{A8731A69-270D-4CAA-B589-E5B8365DF320}"/>
          </ac:spMkLst>
        </pc:spChg>
        <pc:graphicFrameChg chg="mod modGraphic">
          <ac:chgData name="Teuku Raja Irfan Radarma" userId="cf428174-95ba-4576-8554-3a3b8ffa52b7" providerId="ADAL" clId="{9D6983BC-2B41-4A2C-9BDB-BF4B506A1F53}" dt="2026-01-01T04:25:21.901" v="1879" actId="948"/>
          <ac:graphicFrameMkLst>
            <pc:docMk/>
            <pc:sldMk cId="3458464840" sldId="533"/>
            <ac:graphicFrameMk id="5" creationId="{A892EA9B-D6A3-4972-88C6-1DA8E6D7010A}"/>
          </ac:graphicFrameMkLst>
        </pc:graphicFrameChg>
      </pc:sldChg>
      <pc:sldChg chg="modSp add mod">
        <pc:chgData name="Teuku Raja Irfan Radarma" userId="cf428174-95ba-4576-8554-3a3b8ffa52b7" providerId="ADAL" clId="{9D6983BC-2B41-4A2C-9BDB-BF4B506A1F53}" dt="2026-01-01T04:28:00.191" v="1892" actId="14734"/>
        <pc:sldMkLst>
          <pc:docMk/>
          <pc:sldMk cId="1998972146" sldId="534"/>
        </pc:sldMkLst>
        <pc:spChg chg="mod">
          <ac:chgData name="Teuku Raja Irfan Radarma" userId="cf428174-95ba-4576-8554-3a3b8ffa52b7" providerId="ADAL" clId="{9D6983BC-2B41-4A2C-9BDB-BF4B506A1F53}" dt="2026-01-01T04:25:34.910" v="1882" actId="404"/>
          <ac:spMkLst>
            <pc:docMk/>
            <pc:sldMk cId="1998972146" sldId="534"/>
            <ac:spMk id="2" creationId="{A8731A69-270D-4CAA-B589-E5B8365DF320}"/>
          </ac:spMkLst>
        </pc:spChg>
        <pc:graphicFrameChg chg="mod modGraphic">
          <ac:chgData name="Teuku Raja Irfan Radarma" userId="cf428174-95ba-4576-8554-3a3b8ffa52b7" providerId="ADAL" clId="{9D6983BC-2B41-4A2C-9BDB-BF4B506A1F53}" dt="2026-01-01T04:28:00.191" v="1892" actId="14734"/>
          <ac:graphicFrameMkLst>
            <pc:docMk/>
            <pc:sldMk cId="1998972146" sldId="534"/>
            <ac:graphicFrameMk id="5" creationId="{A892EA9B-D6A3-4972-88C6-1DA8E6D7010A}"/>
          </ac:graphicFrameMkLst>
        </pc:graphicFrameChg>
      </pc:sldChg>
      <pc:sldChg chg="modSp add mod">
        <pc:chgData name="Teuku Raja Irfan Radarma" userId="cf428174-95ba-4576-8554-3a3b8ffa52b7" providerId="ADAL" clId="{9D6983BC-2B41-4A2C-9BDB-BF4B506A1F53}" dt="2026-01-01T04:29:06.781" v="1918" actId="12"/>
        <pc:sldMkLst>
          <pc:docMk/>
          <pc:sldMk cId="1322330529" sldId="535"/>
        </pc:sldMkLst>
        <pc:spChg chg="mod">
          <ac:chgData name="Teuku Raja Irfan Radarma" userId="cf428174-95ba-4576-8554-3a3b8ffa52b7" providerId="ADAL" clId="{9D6983BC-2B41-4A2C-9BDB-BF4B506A1F53}" dt="2026-01-01T04:28:28.697" v="1908" actId="255"/>
          <ac:spMkLst>
            <pc:docMk/>
            <pc:sldMk cId="1322330529" sldId="535"/>
            <ac:spMk id="2" creationId="{A8731A69-270D-4CAA-B589-E5B8365DF320}"/>
          </ac:spMkLst>
        </pc:spChg>
        <pc:graphicFrameChg chg="mod modGraphic">
          <ac:chgData name="Teuku Raja Irfan Radarma" userId="cf428174-95ba-4576-8554-3a3b8ffa52b7" providerId="ADAL" clId="{9D6983BC-2B41-4A2C-9BDB-BF4B506A1F53}" dt="2026-01-01T04:29:06.781" v="1918" actId="12"/>
          <ac:graphicFrameMkLst>
            <pc:docMk/>
            <pc:sldMk cId="1322330529" sldId="535"/>
            <ac:graphicFrameMk id="5" creationId="{A892EA9B-D6A3-4972-88C6-1DA8E6D7010A}"/>
          </ac:graphicFrameMkLst>
        </pc:graphicFrameChg>
      </pc:sldChg>
      <pc:sldChg chg="modSp new mod">
        <pc:chgData name="Teuku Raja Irfan Radarma" userId="cf428174-95ba-4576-8554-3a3b8ffa52b7" providerId="ADAL" clId="{9D6983BC-2B41-4A2C-9BDB-BF4B506A1F53}" dt="2026-01-01T04:32:51.315" v="1937"/>
        <pc:sldMkLst>
          <pc:docMk/>
          <pc:sldMk cId="3671780888" sldId="536"/>
        </pc:sldMkLst>
        <pc:spChg chg="mod">
          <ac:chgData name="Teuku Raja Irfan Radarma" userId="cf428174-95ba-4576-8554-3a3b8ffa52b7" providerId="ADAL" clId="{9D6983BC-2B41-4A2C-9BDB-BF4B506A1F53}" dt="2026-01-01T04:32:39.444" v="1936" actId="20577"/>
          <ac:spMkLst>
            <pc:docMk/>
            <pc:sldMk cId="3671780888" sldId="536"/>
            <ac:spMk id="2" creationId="{54F10870-ED31-4007-81E0-7BA305CC6EC9}"/>
          </ac:spMkLst>
        </pc:spChg>
        <pc:spChg chg="mod">
          <ac:chgData name="Teuku Raja Irfan Radarma" userId="cf428174-95ba-4576-8554-3a3b8ffa52b7" providerId="ADAL" clId="{9D6983BC-2B41-4A2C-9BDB-BF4B506A1F53}" dt="2026-01-01T04:32:51.315" v="1937"/>
          <ac:spMkLst>
            <pc:docMk/>
            <pc:sldMk cId="3671780888" sldId="536"/>
            <ac:spMk id="3" creationId="{8A0D3A7F-A8D1-473B-9DB7-B02285896511}"/>
          </ac:spMkLst>
        </pc:spChg>
      </pc:sldChg>
      <pc:sldChg chg="addSp delSp modSp new mod">
        <pc:chgData name="Teuku Raja Irfan Radarma" userId="cf428174-95ba-4576-8554-3a3b8ffa52b7" providerId="ADAL" clId="{9D6983BC-2B41-4A2C-9BDB-BF4B506A1F53}" dt="2026-01-01T04:40:36.467" v="1981" actId="1076"/>
        <pc:sldMkLst>
          <pc:docMk/>
          <pc:sldMk cId="1415328886" sldId="537"/>
        </pc:sldMkLst>
        <pc:spChg chg="mod">
          <ac:chgData name="Teuku Raja Irfan Radarma" userId="cf428174-95ba-4576-8554-3a3b8ffa52b7" providerId="ADAL" clId="{9D6983BC-2B41-4A2C-9BDB-BF4B506A1F53}" dt="2026-01-01T04:33:10.202" v="1939"/>
          <ac:spMkLst>
            <pc:docMk/>
            <pc:sldMk cId="1415328886" sldId="537"/>
            <ac:spMk id="2" creationId="{C5D7B628-6111-41EE-921B-8F3F9BD09D9F}"/>
          </ac:spMkLst>
        </pc:spChg>
        <pc:spChg chg="del">
          <ac:chgData name="Teuku Raja Irfan Radarma" userId="cf428174-95ba-4576-8554-3a3b8ffa52b7" providerId="ADAL" clId="{9D6983BC-2B41-4A2C-9BDB-BF4B506A1F53}" dt="2026-01-01T04:33:18.192" v="1940"/>
          <ac:spMkLst>
            <pc:docMk/>
            <pc:sldMk cId="1415328886" sldId="537"/>
            <ac:spMk id="3" creationId="{ED7606B5-FBF3-472A-A51B-580601EC2ACD}"/>
          </ac:spMkLst>
        </pc:spChg>
        <pc:spChg chg="add mod">
          <ac:chgData name="Teuku Raja Irfan Radarma" userId="cf428174-95ba-4576-8554-3a3b8ffa52b7" providerId="ADAL" clId="{9D6983BC-2B41-4A2C-9BDB-BF4B506A1F53}" dt="2026-01-01T04:40:36.467" v="1981" actId="1076"/>
          <ac:spMkLst>
            <pc:docMk/>
            <pc:sldMk cId="1415328886" sldId="537"/>
            <ac:spMk id="5" creationId="{1482AE7B-83F4-4F6D-903C-58FFE773790F}"/>
          </ac:spMkLst>
        </pc:spChg>
        <pc:spChg chg="add del">
          <ac:chgData name="Teuku Raja Irfan Radarma" userId="cf428174-95ba-4576-8554-3a3b8ffa52b7" providerId="ADAL" clId="{9D6983BC-2B41-4A2C-9BDB-BF4B506A1F53}" dt="2026-01-01T04:36:55.615" v="1961"/>
          <ac:spMkLst>
            <pc:docMk/>
            <pc:sldMk cId="1415328886" sldId="537"/>
            <ac:spMk id="6" creationId="{328AE365-E6EA-4A09-9E5C-D3431A356FF6}"/>
          </ac:spMkLst>
        </pc:spChg>
      </pc:sldChg>
      <pc:sldChg chg="addSp delSp modSp new mod">
        <pc:chgData name="Teuku Raja Irfan Radarma" userId="cf428174-95ba-4576-8554-3a3b8ffa52b7" providerId="ADAL" clId="{9D6983BC-2B41-4A2C-9BDB-BF4B506A1F53}" dt="2026-01-01T04:48:25" v="2035" actId="1076"/>
        <pc:sldMkLst>
          <pc:docMk/>
          <pc:sldMk cId="1090626872" sldId="538"/>
        </pc:sldMkLst>
        <pc:spChg chg="mod">
          <ac:chgData name="Teuku Raja Irfan Radarma" userId="cf428174-95ba-4576-8554-3a3b8ffa52b7" providerId="ADAL" clId="{9D6983BC-2B41-4A2C-9BDB-BF4B506A1F53}" dt="2026-01-01T04:47:21.154" v="2021" actId="1076"/>
          <ac:spMkLst>
            <pc:docMk/>
            <pc:sldMk cId="1090626872" sldId="538"/>
            <ac:spMk id="2" creationId="{BB26A7EF-F74C-4E29-A857-8708ABEB5434}"/>
          </ac:spMkLst>
        </pc:spChg>
        <pc:spChg chg="del">
          <ac:chgData name="Teuku Raja Irfan Radarma" userId="cf428174-95ba-4576-8554-3a3b8ffa52b7" providerId="ADAL" clId="{9D6983BC-2B41-4A2C-9BDB-BF4B506A1F53}" dt="2026-01-01T04:44:59.322" v="1991"/>
          <ac:spMkLst>
            <pc:docMk/>
            <pc:sldMk cId="1090626872" sldId="538"/>
            <ac:spMk id="3" creationId="{E1784EA0-27A4-4615-9634-9678C2CDC185}"/>
          </ac:spMkLst>
        </pc:spChg>
        <pc:spChg chg="add del mod">
          <ac:chgData name="Teuku Raja Irfan Radarma" userId="cf428174-95ba-4576-8554-3a3b8ffa52b7" providerId="ADAL" clId="{9D6983BC-2B41-4A2C-9BDB-BF4B506A1F53}" dt="2026-01-01T04:45:58.194" v="1998"/>
          <ac:spMkLst>
            <pc:docMk/>
            <pc:sldMk cId="1090626872" sldId="538"/>
            <ac:spMk id="5" creationId="{DEB43B58-1E0D-415F-A5F2-DE76AAB067FA}"/>
          </ac:spMkLst>
        </pc:spChg>
        <pc:spChg chg="add mod">
          <ac:chgData name="Teuku Raja Irfan Radarma" userId="cf428174-95ba-4576-8554-3a3b8ffa52b7" providerId="ADAL" clId="{9D6983BC-2B41-4A2C-9BDB-BF4B506A1F53}" dt="2026-01-01T04:48:00.788" v="2030" actId="948"/>
          <ac:spMkLst>
            <pc:docMk/>
            <pc:sldMk cId="1090626872" sldId="538"/>
            <ac:spMk id="8" creationId="{16761780-84C6-47E2-B2BC-B4B81C142CD4}"/>
          </ac:spMkLst>
        </pc:spChg>
        <pc:spChg chg="add mod">
          <ac:chgData name="Teuku Raja Irfan Radarma" userId="cf428174-95ba-4576-8554-3a3b8ffa52b7" providerId="ADAL" clId="{9D6983BC-2B41-4A2C-9BDB-BF4B506A1F53}" dt="2026-01-01T04:48:25" v="2035" actId="1076"/>
          <ac:spMkLst>
            <pc:docMk/>
            <pc:sldMk cId="1090626872" sldId="538"/>
            <ac:spMk id="9" creationId="{1B5F8763-FC14-44B8-9DB7-6CD3D3F4E0D9}"/>
          </ac:spMkLst>
        </pc:spChg>
        <pc:picChg chg="add mod">
          <ac:chgData name="Teuku Raja Irfan Radarma" userId="cf428174-95ba-4576-8554-3a3b8ffa52b7" providerId="ADAL" clId="{9D6983BC-2B41-4A2C-9BDB-BF4B506A1F53}" dt="2026-01-01T04:47:22.114" v="2022" actId="1076"/>
          <ac:picMkLst>
            <pc:docMk/>
            <pc:sldMk cId="1090626872" sldId="538"/>
            <ac:picMk id="19458" creationId="{285611BF-E274-41F7-9120-51B97D1BF3ED}"/>
          </ac:picMkLst>
        </pc:picChg>
      </pc:sldChg>
      <pc:sldChg chg="addSp delSp modSp new mod">
        <pc:chgData name="Teuku Raja Irfan Radarma" userId="cf428174-95ba-4576-8554-3a3b8ffa52b7" providerId="ADAL" clId="{9D6983BC-2B41-4A2C-9BDB-BF4B506A1F53}" dt="2026-01-01T04:50:10.799" v="2052" actId="2711"/>
        <pc:sldMkLst>
          <pc:docMk/>
          <pc:sldMk cId="305687751" sldId="539"/>
        </pc:sldMkLst>
        <pc:spChg chg="mod">
          <ac:chgData name="Teuku Raja Irfan Radarma" userId="cf428174-95ba-4576-8554-3a3b8ffa52b7" providerId="ADAL" clId="{9D6983BC-2B41-4A2C-9BDB-BF4B506A1F53}" dt="2026-01-01T04:48:58.410" v="2038"/>
          <ac:spMkLst>
            <pc:docMk/>
            <pc:sldMk cId="305687751" sldId="539"/>
            <ac:spMk id="2" creationId="{69914C70-566F-4A31-8D5F-8DD4F75A9337}"/>
          </ac:spMkLst>
        </pc:spChg>
        <pc:spChg chg="del">
          <ac:chgData name="Teuku Raja Irfan Radarma" userId="cf428174-95ba-4576-8554-3a3b8ffa52b7" providerId="ADAL" clId="{9D6983BC-2B41-4A2C-9BDB-BF4B506A1F53}" dt="2026-01-01T04:49:08.923" v="2039"/>
          <ac:spMkLst>
            <pc:docMk/>
            <pc:sldMk cId="305687751" sldId="539"/>
            <ac:spMk id="3" creationId="{EDB905F0-0AEB-493E-9FAE-F665BAFF68DB}"/>
          </ac:spMkLst>
        </pc:spChg>
        <pc:spChg chg="add mod">
          <ac:chgData name="Teuku Raja Irfan Radarma" userId="cf428174-95ba-4576-8554-3a3b8ffa52b7" providerId="ADAL" clId="{9D6983BC-2B41-4A2C-9BDB-BF4B506A1F53}" dt="2026-01-01T04:50:10.799" v="2052" actId="2711"/>
          <ac:spMkLst>
            <pc:docMk/>
            <pc:sldMk cId="305687751" sldId="539"/>
            <ac:spMk id="5" creationId="{8EEDE2EF-266F-4CBA-B895-241FB5EFCE6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8B011F-D7B6-4AA5-96DB-211285231097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C40E93-FF8B-448D-BBEA-F694856742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2199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BB156A4-E5DC-BD9E-0277-60026C66B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3181350"/>
          </a:xfrm>
        </p:spPr>
        <p:txBody>
          <a:bodyPr/>
          <a:lstStyle>
            <a:lvl1pPr>
              <a:defRPr/>
            </a:lvl1pPr>
          </a:lstStyle>
          <a:p>
            <a:r>
              <a:rPr lang="en-US" err="1"/>
              <a:t>gambar</a:t>
            </a: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CE7D8F-8D59-78B8-97D8-AA1D3D293B00}"/>
              </a:ext>
            </a:extLst>
          </p:cNvPr>
          <p:cNvSpPr/>
          <p:nvPr userDrawn="1"/>
        </p:nvSpPr>
        <p:spPr>
          <a:xfrm>
            <a:off x="0" y="3429000"/>
            <a:ext cx="12192000" cy="3429000"/>
          </a:xfrm>
          <a:prstGeom prst="rect">
            <a:avLst/>
          </a:prstGeom>
          <a:solidFill>
            <a:srgbClr val="02029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Black and white 3D wave design">
            <a:extLst>
              <a:ext uri="{FF2B5EF4-FFF2-40B4-BE49-F238E27FC236}">
                <a16:creationId xmlns:a16="http://schemas.microsoft.com/office/drawing/2014/main" id="{A355B9C9-62AF-74CB-DD64-6E68C347AA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1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362" b="18638"/>
          <a:stretch/>
        </p:blipFill>
        <p:spPr>
          <a:xfrm>
            <a:off x="0" y="3429000"/>
            <a:ext cx="12192000" cy="3429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58DAEF-925F-5505-B516-1E35B4B578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4375" y="3429000"/>
            <a:ext cx="9144000" cy="971551"/>
          </a:xfrm>
        </p:spPr>
        <p:txBody>
          <a:bodyPr anchor="b">
            <a:no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168B28-1F01-2FE5-5F22-7A39033B9E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4375" y="4400551"/>
            <a:ext cx="9144000" cy="1586467"/>
          </a:xfrm>
        </p:spPr>
        <p:txBody>
          <a:bodyPr/>
          <a:lstStyle>
            <a:lvl1pPr marL="0" indent="0" algn="l">
              <a:buNone/>
              <a:defRPr sz="2400">
                <a:solidFill>
                  <a:srgbClr val="E4D304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E60B2D-CEA2-41AE-A645-252274BF3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DC5E43-CB27-49BC-9DB7-94D08E117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58E01D-DC36-7F62-6787-C7D44BBAE6BF}"/>
              </a:ext>
            </a:extLst>
          </p:cNvPr>
          <p:cNvSpPr/>
          <p:nvPr userDrawn="1"/>
        </p:nvSpPr>
        <p:spPr>
          <a:xfrm>
            <a:off x="0" y="3181351"/>
            <a:ext cx="12192000" cy="247649"/>
          </a:xfrm>
          <a:prstGeom prst="rect">
            <a:avLst/>
          </a:prstGeom>
          <a:solidFill>
            <a:srgbClr val="E4D30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5CB65A2-F0D1-50E5-D300-FA692A08196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9900" y="5589587"/>
            <a:ext cx="1004887" cy="1004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6BD6353-9C57-985F-CA0D-9FE168345B41}"/>
              </a:ext>
            </a:extLst>
          </p:cNvPr>
          <p:cNvSpPr txBox="1"/>
          <p:nvPr userDrawn="1"/>
        </p:nvSpPr>
        <p:spPr>
          <a:xfrm>
            <a:off x="821285" y="5987018"/>
            <a:ext cx="2398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>
                <a:solidFill>
                  <a:schemeClr val="bg1"/>
                </a:solidFill>
                <a:latin typeface="Monotype Corsiva" panose="03010101010201010101" pitchFamily="66" charset="0"/>
              </a:rPr>
              <a:t>Teuku Raja Irfan Radarma</a:t>
            </a:r>
          </a:p>
        </p:txBody>
      </p:sp>
    </p:spTree>
    <p:extLst>
      <p:ext uri="{BB962C8B-B14F-4D97-AF65-F5344CB8AC3E}">
        <p14:creationId xmlns:p14="http://schemas.microsoft.com/office/powerpoint/2010/main" val="506968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solidFill>
          <a:srgbClr val="C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lose up of a person's eye">
            <a:extLst>
              <a:ext uri="{FF2B5EF4-FFF2-40B4-BE49-F238E27FC236}">
                <a16:creationId xmlns:a16="http://schemas.microsoft.com/office/drawing/2014/main" id="{7097E4FB-807E-8E70-4956-74A7B808D6D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2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2" b="781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CB613F-A1B4-D3C7-25DC-8D05E3B77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5D33C7-84C4-AE72-483B-24AB2536C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3AD0E7-98AD-8F4A-8F09-61E3DF391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B0453B-D8CA-A3F8-13B2-F7A61DF82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fld id="{8A7409E4-D43D-4036-AE02-5131D818BD5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3A7DC0A-71C4-5E52-9E70-C5B7695D5F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7985760" cy="38645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161015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rgbClr val="E4D30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Black and white 3D wave design">
            <a:extLst>
              <a:ext uri="{FF2B5EF4-FFF2-40B4-BE49-F238E27FC236}">
                <a16:creationId xmlns:a16="http://schemas.microsoft.com/office/drawing/2014/main" id="{3BEFDFC4-5A88-4EA9-1BBB-C17CD8718F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44" b="142"/>
          <a:stretch/>
        </p:blipFill>
        <p:spPr>
          <a:xfrm>
            <a:off x="0" y="-52"/>
            <a:ext cx="12192000" cy="685805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A9344-337A-6909-2D92-1C9349DCC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53074" y="1084469"/>
            <a:ext cx="5800725" cy="46772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9C0B2564-55DA-FA4D-DBFE-A8A986B928F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9900" y="5589587"/>
            <a:ext cx="1004887" cy="1004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173B85BB-CF98-A57C-3915-986D51559C89}"/>
              </a:ext>
            </a:extLst>
          </p:cNvPr>
          <p:cNvSpPr/>
          <p:nvPr userDrawn="1"/>
        </p:nvSpPr>
        <p:spPr>
          <a:xfrm>
            <a:off x="791497" y="1084469"/>
            <a:ext cx="4259363" cy="4259363"/>
          </a:xfrm>
          <a:prstGeom prst="ellipse">
            <a:avLst/>
          </a:prstGeom>
          <a:solidFill>
            <a:srgbClr val="02029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>
                <a:latin typeface="Britannic Bold" panose="020B0903060703020204" pitchFamily="34" charset="0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7249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bg>
      <p:bgPr>
        <a:solidFill>
          <a:srgbClr val="E4D30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75" descr="Black and white 3D wave design">
            <a:extLst>
              <a:ext uri="{FF2B5EF4-FFF2-40B4-BE49-F238E27FC236}">
                <a16:creationId xmlns:a16="http://schemas.microsoft.com/office/drawing/2014/main" id="{7E189709-2B81-101F-AB9F-CDAD6BD8B7A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44" b="142"/>
          <a:stretch/>
        </p:blipFill>
        <p:spPr>
          <a:xfrm>
            <a:off x="0" y="-52"/>
            <a:ext cx="12192000" cy="68580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4BC7E75-7FE4-6D39-F18B-B1386AA76C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32880" y="528480"/>
            <a:ext cx="4820920" cy="132556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Class Roadmap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A9344-337A-6909-2D92-1C9349DCC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2880" y="1854043"/>
            <a:ext cx="4820920" cy="4183063"/>
          </a:xfrm>
        </p:spPr>
        <p:txBody>
          <a:bodyPr>
            <a:noAutofit/>
          </a:bodyPr>
          <a:lstStyle>
            <a:lvl1pPr marL="233363" indent="-233363">
              <a:spcBef>
                <a:spcPts val="400"/>
              </a:spcBef>
              <a:buFont typeface="+mj-lt"/>
              <a:buAutoNum type="alphaUcPeriod"/>
              <a:defRPr sz="1200" b="0"/>
            </a:lvl1pPr>
          </a:lstStyle>
          <a:p>
            <a:pPr lvl="0"/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9C0B2564-55DA-FA4D-DBFE-A8A986B928F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800" y="168274"/>
            <a:ext cx="492759" cy="4927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8048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alphaModFix amt="43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8030"/>
                    </a14:imgEffect>
                  </a14:imgLayer>
                </a14:imgProps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C7E75-7FE4-6D39-F18B-B1386AA76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A9344-337A-6909-2D92-1C9349DCCE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81A638-2012-C8F7-B6C4-19C8D7A24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fld id="{8A7409E4-D43D-4036-AE02-5131D818BD5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4C1D878A-61B4-78B6-AAC0-3F588E250FB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6343496"/>
            <a:ext cx="390832" cy="390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61C4515-3840-A960-FE52-B3F6DE635CB7}"/>
              </a:ext>
            </a:extLst>
          </p:cNvPr>
          <p:cNvSpPr/>
          <p:nvPr userDrawn="1"/>
        </p:nvSpPr>
        <p:spPr>
          <a:xfrm>
            <a:off x="838200" y="6181930"/>
            <a:ext cx="10515600" cy="90795"/>
          </a:xfrm>
          <a:prstGeom prst="rect">
            <a:avLst/>
          </a:prstGeom>
          <a:solidFill>
            <a:srgbClr val="E4D30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F53667-E945-14D4-A90C-05D1E426649F}"/>
              </a:ext>
            </a:extLst>
          </p:cNvPr>
          <p:cNvSpPr txBox="1"/>
          <p:nvPr userDrawn="1"/>
        </p:nvSpPr>
        <p:spPr>
          <a:xfrm>
            <a:off x="1229032" y="6369635"/>
            <a:ext cx="11769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IS Auditing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C8BFCB-A454-9040-8DBF-4E9479BE3D05}"/>
              </a:ext>
            </a:extLst>
          </p:cNvPr>
          <p:cNvSpPr txBox="1"/>
          <p:nvPr userDrawn="1"/>
        </p:nvSpPr>
        <p:spPr>
          <a:xfrm>
            <a:off x="4038600" y="6382921"/>
            <a:ext cx="4114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>
                <a:solidFill>
                  <a:schemeClr val="bg1">
                    <a:lumMod val="65000"/>
                  </a:schemeClr>
                </a:solidFill>
                <a:latin typeface="Monotype Corsiva" panose="03010101010201010101" pitchFamily="66" charset="0"/>
              </a:rPr>
              <a:t>Teuku Raja Irfan Radarma</a:t>
            </a:r>
          </a:p>
        </p:txBody>
      </p:sp>
    </p:spTree>
    <p:extLst>
      <p:ext uri="{BB962C8B-B14F-4D97-AF65-F5344CB8AC3E}">
        <p14:creationId xmlns:p14="http://schemas.microsoft.com/office/powerpoint/2010/main" val="4051033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n abstract circuit line pattern">
            <a:extLst>
              <a:ext uri="{FF2B5EF4-FFF2-40B4-BE49-F238E27FC236}">
                <a16:creationId xmlns:a16="http://schemas.microsoft.com/office/drawing/2014/main" id="{2E3B5FA6-2D9D-F25E-D8E6-3606BD33D99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90" r="13390"/>
          <a:stretch/>
        </p:blipFill>
        <p:spPr>
          <a:xfrm>
            <a:off x="4673600" y="12383"/>
            <a:ext cx="7530044" cy="6858000"/>
          </a:xfrm>
          <a:prstGeom prst="rect">
            <a:avLst/>
          </a:prstGeom>
        </p:spPr>
      </p:pic>
      <p:sp>
        <p:nvSpPr>
          <p:cNvPr id="9" name="Rectangle: Top Corners One Rounded and One Snipped 8">
            <a:extLst>
              <a:ext uri="{FF2B5EF4-FFF2-40B4-BE49-F238E27FC236}">
                <a16:creationId xmlns:a16="http://schemas.microsoft.com/office/drawing/2014/main" id="{FC9CD173-9628-4C1C-B2C0-F3C9483E2467}"/>
              </a:ext>
            </a:extLst>
          </p:cNvPr>
          <p:cNvSpPr/>
          <p:nvPr userDrawn="1"/>
        </p:nvSpPr>
        <p:spPr>
          <a:xfrm rot="5400000">
            <a:off x="647700" y="-647700"/>
            <a:ext cx="6858000" cy="815340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2029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A4424C-1456-7F97-A7D5-3DFD9B8CD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3881"/>
            <a:ext cx="6202680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8E1FD0-24D3-2D6F-5433-75B6F1C968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429000"/>
            <a:ext cx="620268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E4D304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5E53B8-72CD-0A6A-3B80-9F5393F6B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D71FB3-C06E-7810-07B1-3767D5B97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8B63C4CD-A611-EAA3-45C7-78686547DDB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282407"/>
            <a:ext cx="1004887" cy="1004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E527D52-8D29-D3D2-5F30-3F229C472DEE}"/>
              </a:ext>
            </a:extLst>
          </p:cNvPr>
          <p:cNvCxnSpPr>
            <a:endCxn id="9" idx="3"/>
          </p:cNvCxnSpPr>
          <p:nvPr userDrawn="1"/>
        </p:nvCxnSpPr>
        <p:spPr>
          <a:xfrm>
            <a:off x="8153400" y="0"/>
            <a:ext cx="0" cy="3429000"/>
          </a:xfrm>
          <a:prstGeom prst="line">
            <a:avLst/>
          </a:prstGeom>
          <a:ln w="57150">
            <a:solidFill>
              <a:srgbClr val="E4D30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0B7E5C7-ECC4-BCC4-E23E-CB22CCFC232D}"/>
              </a:ext>
            </a:extLst>
          </p:cNvPr>
          <p:cNvCxnSpPr>
            <a:cxnSpLocks/>
            <a:stCxn id="9" idx="3"/>
          </p:cNvCxnSpPr>
          <p:nvPr userDrawn="1"/>
        </p:nvCxnSpPr>
        <p:spPr>
          <a:xfrm flipH="1">
            <a:off x="4736592" y="3429000"/>
            <a:ext cx="3416808" cy="3429000"/>
          </a:xfrm>
          <a:prstGeom prst="line">
            <a:avLst/>
          </a:prstGeom>
          <a:ln w="57150">
            <a:solidFill>
              <a:srgbClr val="E4D30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6023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339DA-2C22-495A-2050-6632D4241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D96BE6-213D-EF68-7FCB-613DB5BCFF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C32821-2212-FFB9-8249-88BDBE3D9C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D76F88-C5C8-264D-104C-A8C264A8D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CD97FB-8025-8A85-C4AA-B91283318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09E2AB-897E-B2A9-EB39-1CFF362F7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1203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C6799-6B4B-00CC-0737-327765019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7FFA02-90BB-B2B5-F035-1C834F4769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B53401-9F40-AD3E-0626-D55823BF1A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0E4F6A-F81F-0E7F-8D54-856873A1D9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BA935B-D069-9460-4459-BF4D1D4932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6A9E23-9F18-ED1A-5DF1-9B0659DCB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11A36E-FBBF-9DCF-9938-2599539D8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5949C8-15FA-726E-9C27-0DC40D7CC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850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6EF09-B442-1926-2CD5-24B30BDBF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32F290-9AE9-8C71-BA7A-CE5ABDFDC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6E5225-F528-20C2-D92B-5FEE98536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C12FF7-F415-B014-9D3D-942DAC5CA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311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F4E34C-3DBB-E858-47C3-68A12A3B4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6EAC0A-8994-E667-28A8-BC08BB604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79ED37-C602-70E8-A682-FF5465E27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1406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477C2-2768-98B0-D674-F152E5CF8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5BF90-F561-63B7-96CC-31B426784F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A228BE-E891-B74B-F5EF-3894938C5B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E967D9-385F-34B4-C1A5-643B078A7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B2162B-4D97-B1C3-1432-88BFDEF81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1B6EB3-DD1D-8098-2466-15E2FBB64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5413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A1925-552C-C9C0-0DE6-8B703D980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CC4691-06F7-2B6D-3ACF-957758B43E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9DB517-F705-71BB-6D17-355C2DE105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B9A284-8754-89F8-CE20-4D91029CC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510707-1F15-0831-432A-9385D550E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3C669E-DDDA-5194-C3B2-3EF6414B4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8173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80884-9102-FB05-B313-0DB1F3D81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DF3D2F-3ED5-D4AE-F6F9-0960478455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484E0E-2FA3-4E5B-3DDD-2C48307DA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4BDE46-39C9-F262-C10D-C350FA96A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3D60A4-66C4-73A3-7158-2EA17C62A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4365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045FAA-2D37-9057-31D6-C08017EE92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9450B0-FC44-1EA2-4C6E-8D9B1D53D3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23412B-7ECC-ACC1-4E68-267CC18E1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D86721-00AB-0CC7-EF5F-03EE3AE5D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6E0BF-8927-53D7-5A80-AF7FAEC34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452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2080A8-208E-A677-1C33-0E1B94723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9B18EC-BA8C-2AAB-5F85-DCCDD612BD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5ED497-36B7-7E15-015E-68D649EB9C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DD94E0-D630-F30C-38E4-A05C88E3F1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3CE704-8EE5-E145-606D-E803784D13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379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60" r:id="rId3"/>
    <p:sldLayoutId id="2147483662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7BBDE0-3A4E-3EA2-60B0-F9756E3472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4375" y="3429000"/>
            <a:ext cx="10763250" cy="971551"/>
          </a:xfrm>
        </p:spPr>
        <p:txBody>
          <a:bodyPr/>
          <a:lstStyle/>
          <a:p>
            <a:r>
              <a:rPr lang="en-US" dirty="0"/>
              <a:t>Security Event Management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FFCC89D4-8169-77D5-D53F-1E998B469C4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Information Systems Auditing</a:t>
            </a:r>
          </a:p>
          <a:p>
            <a:r>
              <a:rPr lang="en-US" dirty="0"/>
              <a:t>Class VII</a:t>
            </a:r>
          </a:p>
        </p:txBody>
      </p: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54AE87D0-7797-4862-92AB-F7908B657C7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747" b="877"/>
          <a:stretch/>
        </p:blipFill>
        <p:spPr>
          <a:xfrm>
            <a:off x="0" y="0"/>
            <a:ext cx="12192000" cy="3181350"/>
          </a:xfrm>
        </p:spPr>
      </p:pic>
    </p:spTree>
    <p:extLst>
      <p:ext uri="{BB962C8B-B14F-4D97-AF65-F5344CB8AC3E}">
        <p14:creationId xmlns:p14="http://schemas.microsoft.com/office/powerpoint/2010/main" val="9116103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952C04A-BCBB-9364-2819-8725E6696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Recap</a:t>
            </a:r>
          </a:p>
        </p:txBody>
      </p:sp>
    </p:spTree>
    <p:extLst>
      <p:ext uri="{BB962C8B-B14F-4D97-AF65-F5344CB8AC3E}">
        <p14:creationId xmlns:p14="http://schemas.microsoft.com/office/powerpoint/2010/main" val="20219741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7157F-D729-D43A-6721-923C7B238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5540" y="236651"/>
            <a:ext cx="4820920" cy="1325563"/>
          </a:xfrm>
        </p:spPr>
        <p:txBody>
          <a:bodyPr>
            <a:normAutofit/>
          </a:bodyPr>
          <a:lstStyle/>
          <a:p>
            <a:pPr algn="ctr"/>
            <a:r>
              <a:rPr lang="en-US" sz="4800"/>
              <a:t>Class Roadmap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F5DB3-7A6F-EDD4-9F33-B3FF6161C7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571" y="1682885"/>
            <a:ext cx="5473429" cy="4354221"/>
          </a:xfrm>
        </p:spPr>
        <p:txBody>
          <a:bodyPr/>
          <a:lstStyle/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strike="sngStrike" dirty="0"/>
              <a:t>IT Governance: Concept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strike="sngStrike" dirty="0"/>
              <a:t>IT Governance: Audit Program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strike="sngStrike" dirty="0"/>
              <a:t>IS Acquisition and Development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strike="sngStrike" dirty="0"/>
              <a:t>IS Implementation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strike="sngStrike" dirty="0"/>
              <a:t>IS Operation &amp; Business Resilience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strike="sngStrike" dirty="0"/>
              <a:t>Protection of Information Assets I: Part A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b="1" dirty="0"/>
              <a:t>Protection of Information Assets II: Part B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dirty="0"/>
              <a:t>Mid-Term Exam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C09DF7A-9B78-AB11-FA80-26BA72C3D29B}"/>
              </a:ext>
            </a:extLst>
          </p:cNvPr>
          <p:cNvSpPr txBox="1">
            <a:spLocks/>
          </p:cNvSpPr>
          <p:nvPr/>
        </p:nvSpPr>
        <p:spPr>
          <a:xfrm>
            <a:off x="6459167" y="1682885"/>
            <a:ext cx="5340483" cy="43542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33363" indent="-233363" algn="l" defTabSz="914400" rtl="0" eaLnBrk="1" latinLnBrk="0" hangingPunct="1">
              <a:lnSpc>
                <a:spcPct val="90000"/>
              </a:lnSpc>
              <a:spcBef>
                <a:spcPts val="400"/>
              </a:spcBef>
              <a:buFont typeface="+mj-lt"/>
              <a:buAutoNum type="alphaUcPeriod"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/>
              <a:t>Basic of Data Analysis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/>
              <a:t>Risk and Control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/>
              <a:t>Parallel Simulation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/>
              <a:t>Analytics and Sampling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/>
              <a:t>Substantive Testing: Sales Cycle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/>
              <a:t>Substantive Testing: Expenditure Cycle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/>
              <a:t>Audit Report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/>
              <a:t>Final Exam</a:t>
            </a:r>
          </a:p>
        </p:txBody>
      </p:sp>
    </p:spTree>
    <p:extLst>
      <p:ext uri="{BB962C8B-B14F-4D97-AF65-F5344CB8AC3E}">
        <p14:creationId xmlns:p14="http://schemas.microsoft.com/office/powerpoint/2010/main" val="40309953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F06DC-C82D-49A7-49E8-24B02235C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Covered So Far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EF17E5-AD4D-CEBE-F9C3-691B024490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5845"/>
            <a:ext cx="10515600" cy="2231449"/>
          </a:xfrm>
        </p:spPr>
        <p:txBody>
          <a:bodyPr>
            <a:normAutofit/>
          </a:bodyPr>
          <a:lstStyle/>
          <a:p>
            <a:r>
              <a:rPr lang="en-US" sz="2000" dirty="0"/>
              <a:t>IT Governance and its audit concept through COBIT 2019 standard</a:t>
            </a:r>
          </a:p>
          <a:p>
            <a:r>
              <a:rPr lang="en-US" sz="2000" dirty="0"/>
              <a:t>How Systems are Acquired &amp; Developed</a:t>
            </a:r>
          </a:p>
          <a:p>
            <a:r>
              <a:rPr lang="en-US" sz="2000" dirty="0"/>
              <a:t>How Systems are Implemented</a:t>
            </a:r>
          </a:p>
          <a:p>
            <a:r>
              <a:rPr lang="en-US" sz="2000" dirty="0"/>
              <a:t>How to make sure the system is running well and prevented to have prolonged downtime</a:t>
            </a:r>
          </a:p>
          <a:p>
            <a:r>
              <a:rPr lang="en-US" sz="2000" dirty="0"/>
              <a:t>Basic rule of thumb to protect information and assets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DACEAD-C5C5-7B9B-5D94-3516EDDB6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1C4826-0D9F-82A9-71DC-D0E6749679B2}"/>
              </a:ext>
            </a:extLst>
          </p:cNvPr>
          <p:cNvSpPr txBox="1"/>
          <p:nvPr/>
        </p:nvSpPr>
        <p:spPr>
          <a:xfrm>
            <a:off x="908461" y="4027567"/>
            <a:ext cx="798022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Remember, the first half of this class will cover domains in CISA Review, as follows: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IS Auditing Process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IT Governance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IS Acquisition, Development, and Implementation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IS Operations and Business Resilience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Protection of Information and Assets</a:t>
            </a:r>
          </a:p>
        </p:txBody>
      </p:sp>
    </p:spTree>
    <p:extLst>
      <p:ext uri="{BB962C8B-B14F-4D97-AF65-F5344CB8AC3E}">
        <p14:creationId xmlns:p14="http://schemas.microsoft.com/office/powerpoint/2010/main" val="28917261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079CBE2-7ADF-23F1-83BE-26DF183A5B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4950" y="754084"/>
            <a:ext cx="5800725" cy="5150124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Security Awareness Programs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Information System Attack Methods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Security Testing Tools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Security Monitoring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Incident Response</a:t>
            </a:r>
          </a:p>
        </p:txBody>
      </p:sp>
    </p:spTree>
    <p:extLst>
      <p:ext uri="{BB962C8B-B14F-4D97-AF65-F5344CB8AC3E}">
        <p14:creationId xmlns:p14="http://schemas.microsoft.com/office/powerpoint/2010/main" val="38350742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58052-05B2-9F29-B874-84F80A24B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576263"/>
            <a:ext cx="6202680" cy="2852737"/>
          </a:xfrm>
        </p:spPr>
        <p:txBody>
          <a:bodyPr>
            <a:normAutofit/>
          </a:bodyPr>
          <a:lstStyle/>
          <a:p>
            <a:r>
              <a:rPr lang="en-US"/>
              <a:t>Intro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E064B16-72CC-4606-A23D-7291843EEF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429000"/>
            <a:ext cx="6202680" cy="1500187"/>
          </a:xfrm>
        </p:spPr>
        <p:txBody>
          <a:bodyPr>
            <a:normAutofit/>
          </a:bodyPr>
          <a:lstStyle/>
          <a:p>
            <a:r>
              <a:rPr lang="en-US" sz="2800" dirty="0"/>
              <a:t>#detection #response #human</a:t>
            </a:r>
          </a:p>
        </p:txBody>
      </p:sp>
    </p:spTree>
    <p:extLst>
      <p:ext uri="{BB962C8B-B14F-4D97-AF65-F5344CB8AC3E}">
        <p14:creationId xmlns:p14="http://schemas.microsoft.com/office/powerpoint/2010/main" val="14572049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B0B5D-F2DB-45AE-B8A2-D55147304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This Chapter is About?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5BE946-FF5F-4410-A12D-F0EE584B25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2639169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3200" dirty="0"/>
              <a:t>While Part A covers the </a:t>
            </a:r>
            <a:r>
              <a:rPr lang="en-US" sz="3200" i="1" dirty="0"/>
              <a:t>prevention</a:t>
            </a:r>
            <a:r>
              <a:rPr lang="en-US" sz="3200" dirty="0"/>
              <a:t> and </a:t>
            </a:r>
            <a:r>
              <a:rPr lang="en-US" sz="3200" i="1" dirty="0"/>
              <a:t>architecture</a:t>
            </a:r>
            <a:r>
              <a:rPr lang="en-US" sz="3200" dirty="0"/>
              <a:t> (like cryptography and access control), Part B shifts focus to </a:t>
            </a:r>
            <a:r>
              <a:rPr lang="en-US" sz="3200" b="1" i="1" dirty="0"/>
              <a:t>detection</a:t>
            </a:r>
            <a:r>
              <a:rPr lang="en-US" sz="3200" i="1" dirty="0"/>
              <a:t>, </a:t>
            </a:r>
            <a:r>
              <a:rPr lang="en-US" sz="3200" b="1" i="1" dirty="0"/>
              <a:t>response</a:t>
            </a:r>
            <a:r>
              <a:rPr lang="en-US" sz="3200" i="1" dirty="0"/>
              <a:t>, and the </a:t>
            </a:r>
            <a:r>
              <a:rPr lang="en-US" sz="3200" b="1" i="1" dirty="0"/>
              <a:t>human element</a:t>
            </a:r>
            <a:r>
              <a:rPr lang="en-US" sz="3200" dirty="0"/>
              <a:t>.</a:t>
            </a:r>
            <a:endParaRPr lang="en-ID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177EF8-42B8-47ED-8378-57E318178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325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B0B5D-F2DB-45AE-B8A2-D55147304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This Chapter is About?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5BE946-FF5F-4410-A12D-F0EE584B25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3425645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en-US" sz="2400" dirty="0"/>
              <a:t>Evaluate the effectiveness of </a:t>
            </a:r>
            <a:r>
              <a:rPr lang="en-US" sz="2400" b="1" dirty="0"/>
              <a:t>Security Awareness Programs</a:t>
            </a:r>
            <a:r>
              <a:rPr lang="en-US" sz="2400" dirty="0"/>
              <a:t> (the “Human Firewall”)</a:t>
            </a:r>
          </a:p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en-US" sz="2400" dirty="0"/>
              <a:t>Identify common </a:t>
            </a:r>
            <a:r>
              <a:rPr lang="en-US" sz="2400" b="1" dirty="0"/>
              <a:t>Information System Attack</a:t>
            </a:r>
            <a:r>
              <a:rPr lang="en-US" sz="2400" dirty="0"/>
              <a:t> methods (how the bad guys get in)</a:t>
            </a:r>
          </a:p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en-US" sz="2400" dirty="0"/>
              <a:t>Distinguish between various </a:t>
            </a:r>
            <a:r>
              <a:rPr lang="en-US" sz="2400" b="1" dirty="0"/>
              <a:t>Security Testing Tools </a:t>
            </a:r>
            <a:r>
              <a:rPr lang="en-US" sz="2400" dirty="0"/>
              <a:t>(penetration testing vs. vulnerability scanning</a:t>
            </a:r>
          </a:p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en-US" sz="2400" dirty="0"/>
              <a:t>Understand </a:t>
            </a:r>
            <a:r>
              <a:rPr lang="en-US" sz="2400" b="1" dirty="0"/>
              <a:t>Security Monitoring </a:t>
            </a:r>
            <a:r>
              <a:rPr lang="en-US" sz="2400" dirty="0"/>
              <a:t>techniques (IDS, IPS, SIEM)</a:t>
            </a:r>
          </a:p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en-US" sz="2400" dirty="0"/>
              <a:t>Audit the </a:t>
            </a:r>
            <a:r>
              <a:rPr lang="en-US" sz="2400" b="1" dirty="0"/>
              <a:t>Incident Response</a:t>
            </a:r>
            <a:r>
              <a:rPr lang="en-US" sz="2400" dirty="0"/>
              <a:t> process and </a:t>
            </a:r>
            <a:r>
              <a:rPr lang="en-US" sz="2400" b="1" dirty="0"/>
              <a:t>Forensics</a:t>
            </a:r>
            <a:r>
              <a:rPr lang="en-US" sz="2400" dirty="0"/>
              <a:t> procedures</a:t>
            </a:r>
            <a:endParaRPr lang="en-ID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177EF8-42B8-47ED-8378-57E318178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2497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58052-05B2-9F29-B874-84F80A24B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1067330"/>
            <a:ext cx="6202680" cy="2852737"/>
          </a:xfrm>
        </p:spPr>
        <p:txBody>
          <a:bodyPr>
            <a:normAutofit/>
          </a:bodyPr>
          <a:lstStyle/>
          <a:p>
            <a:r>
              <a:rPr lang="en-US" dirty="0"/>
              <a:t>Security Awareness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E064B16-72CC-4606-A23D-7291843EEF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4021666"/>
            <a:ext cx="6202680" cy="1500187"/>
          </a:xfrm>
        </p:spPr>
        <p:txBody>
          <a:bodyPr>
            <a:normAutofit/>
          </a:bodyPr>
          <a:lstStyle/>
          <a:p>
            <a:r>
              <a:rPr lang="en-US" sz="2000" dirty="0"/>
              <a:t>People are often the weakest link</a:t>
            </a:r>
          </a:p>
        </p:txBody>
      </p:sp>
    </p:spTree>
    <p:extLst>
      <p:ext uri="{BB962C8B-B14F-4D97-AF65-F5344CB8AC3E}">
        <p14:creationId xmlns:p14="http://schemas.microsoft.com/office/powerpoint/2010/main" val="3493341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43EB8-4892-44AF-9B44-964D1F7B3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10532"/>
          </a:xfrm>
        </p:spPr>
        <p:txBody>
          <a:bodyPr/>
          <a:lstStyle/>
          <a:p>
            <a:r>
              <a:rPr lang="en-US" dirty="0"/>
              <a:t>Why Technology Isn’t Enough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0EA912-00A5-406D-9EDF-75CE771BE4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0070" y="5663170"/>
            <a:ext cx="6241869" cy="4995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D" sz="1800" dirty="0"/>
              <a:t>https://netwrix.com/en/resources/blog/mgm-cyber-attack/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96DE3B-161A-4A9C-8BF6-1D96F4C12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E67A07-B4A2-455D-8C44-95673F0D0F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070" y="1325458"/>
            <a:ext cx="5142090" cy="271618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C077DD7-7249-4568-9D4E-F9032B2FF8FA}"/>
              </a:ext>
            </a:extLst>
          </p:cNvPr>
          <p:cNvSpPr txBox="1"/>
          <p:nvPr/>
        </p:nvSpPr>
        <p:spPr>
          <a:xfrm>
            <a:off x="6096000" y="1180680"/>
            <a:ext cx="572588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dirty="0"/>
              <a:t>The Attack: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Attackers found an employee's information on LinkedIn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They called the </a:t>
            </a:r>
            <a:r>
              <a:rPr lang="en-US" b="1" dirty="0"/>
              <a:t>IT Help Desk</a:t>
            </a:r>
            <a:r>
              <a:rPr lang="en-US" dirty="0"/>
              <a:t>, pretending to be that employee who "lost their phone.”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The Human Failure:</a:t>
            </a:r>
            <a:r>
              <a:rPr lang="en-US" dirty="0"/>
              <a:t> The Help Desk agent reset the credentials and gave them to the attacker over the phone.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9AC6AE-624E-4D3C-94B3-B05423B6B2A5}"/>
              </a:ext>
            </a:extLst>
          </p:cNvPr>
          <p:cNvSpPr txBox="1"/>
          <p:nvPr/>
        </p:nvSpPr>
        <p:spPr>
          <a:xfrm>
            <a:off x="6096000" y="3698924"/>
            <a:ext cx="572588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dirty="0"/>
              <a:t>The Consequence: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Attackers gained "Super Admin" access.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10 days of chaos: Slot machines went dark, hotel room keys stopped working, guests were locked out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Financial Loss:</a:t>
            </a:r>
            <a:r>
              <a:rPr lang="en-US" dirty="0"/>
              <a:t> Approx. </a:t>
            </a:r>
            <a:r>
              <a:rPr lang="en-US" b="1" dirty="0"/>
              <a:t>$100 Million</a:t>
            </a:r>
            <a:r>
              <a:rPr lang="en-US" dirty="0"/>
              <a:t> in lost revenue</a:t>
            </a:r>
          </a:p>
        </p:txBody>
      </p:sp>
    </p:spTree>
    <p:extLst>
      <p:ext uri="{BB962C8B-B14F-4D97-AF65-F5344CB8AC3E}">
        <p14:creationId xmlns:p14="http://schemas.microsoft.com/office/powerpoint/2010/main" val="8559497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4FDB2-D8ED-4930-8297-BDAE5A72F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14136"/>
          </a:xfrm>
        </p:spPr>
        <p:txBody>
          <a:bodyPr/>
          <a:lstStyle/>
          <a:p>
            <a:r>
              <a:rPr lang="en-ID" dirty="0"/>
              <a:t>Social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9961A2-D8D3-4384-88A9-332CD72FB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36018"/>
            <a:ext cx="10515600" cy="4609836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/>
              <a:t>The psychological manipulation of people into performing actions or divulging confidential information.</a:t>
            </a:r>
          </a:p>
          <a:p>
            <a:pPr marL="0" indent="0">
              <a:lnSpc>
                <a:spcPct val="110000"/>
              </a:lnSpc>
              <a:buNone/>
            </a:pPr>
            <a:endParaRPr lang="en-US" dirty="0"/>
          </a:p>
          <a:p>
            <a:pPr marL="0" indent="0">
              <a:lnSpc>
                <a:spcPct val="110000"/>
              </a:lnSpc>
              <a:buNone/>
            </a:pPr>
            <a:r>
              <a:rPr lang="en-US" b="1" dirty="0"/>
              <a:t>Why it works:</a:t>
            </a:r>
            <a:r>
              <a:rPr lang="en-US" dirty="0"/>
              <a:t> Exploits basic human nature.</a:t>
            </a:r>
          </a:p>
          <a:p>
            <a:pPr marL="742950" lvl="1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Trust:</a:t>
            </a:r>
            <a:r>
              <a:rPr lang="en-US" dirty="0"/>
              <a:t> Desire to be helpful.</a:t>
            </a:r>
          </a:p>
          <a:p>
            <a:pPr marL="742950" lvl="1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Fear/Urgency:</a:t>
            </a:r>
            <a:r>
              <a:rPr lang="en-US" dirty="0"/>
              <a:t> "Your account will be suspended!"</a:t>
            </a:r>
          </a:p>
          <a:p>
            <a:pPr marL="742950" lvl="1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Curiosity:</a:t>
            </a:r>
            <a:r>
              <a:rPr lang="en-US" dirty="0"/>
              <a:t> "Salary_Report_2025.pdf" on a lost USB drive.</a:t>
            </a:r>
          </a:p>
          <a:p>
            <a:pPr marL="742950" lvl="1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Authority:</a:t>
            </a:r>
            <a:r>
              <a:rPr lang="en-US" dirty="0"/>
              <a:t> "This is the CEO, do this now."</a:t>
            </a:r>
          </a:p>
          <a:p>
            <a:pPr marL="0" indent="0">
              <a:lnSpc>
                <a:spcPct val="110000"/>
              </a:lnSpc>
              <a:buNone/>
            </a:pPr>
            <a:endParaRPr lang="en-US" b="1" dirty="0"/>
          </a:p>
          <a:p>
            <a:pPr marL="0" indent="0">
              <a:lnSpc>
                <a:spcPct val="110000"/>
              </a:lnSpc>
              <a:buNone/>
            </a:pPr>
            <a:r>
              <a:rPr lang="en-US" b="1" dirty="0"/>
              <a:t>The Impact:</a:t>
            </a:r>
            <a:endParaRPr lang="en-US" dirty="0"/>
          </a:p>
          <a:p>
            <a:pPr marL="742950" lvl="1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dirty="0"/>
              <a:t>Bypasses technical perimeter defenses.</a:t>
            </a:r>
          </a:p>
          <a:p>
            <a:pPr marL="742950" lvl="1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dirty="0"/>
              <a:t>Harder to detect than malware (looks like legitimate user activity).</a:t>
            </a:r>
          </a:p>
          <a:p>
            <a:pPr>
              <a:lnSpc>
                <a:spcPct val="110000"/>
              </a:lnSpc>
            </a:pP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109715-81C5-41AD-A2D7-463BACF09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7325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D7388-10BC-41E4-A032-8D6DBE76E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Common Attack Vector (1/2)</a:t>
            </a:r>
            <a:br>
              <a:rPr lang="en-ID" dirty="0"/>
            </a:br>
            <a:r>
              <a:rPr lang="en-US" sz="2000" dirty="0">
                <a:latin typeface="+mn-lt"/>
              </a:rPr>
              <a:t>Attack Methods: Electronic &amp; Voice Content</a:t>
            </a:r>
            <a:endParaRPr lang="en-ID" dirty="0"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9B4D0B-26F0-4845-8FCC-6F981583F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B3A5359-A09E-4A25-AE75-A4C8B34A96D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84157"/>
            <a:ext cx="10418379" cy="2954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Phishing: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Mass emails sent to many, low customization (e.g., "Reset your Netflix password").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Spear Phishing: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Targeted emails to a specific individual/team using gathered intel.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Whaling: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Spear phishing targeting C-Suite (CEO, CFO) for high-value data/wire transfers.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Vishing (Voice Phishing):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Attacks via phone.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Example: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Fake IT support calling to "fix" a virus.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Defense: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Call-back verification policy.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Smishing: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Phishing via SMS/Text messages (often delivery scams or 2FA codes).</a:t>
            </a:r>
          </a:p>
        </p:txBody>
      </p:sp>
    </p:spTree>
    <p:extLst>
      <p:ext uri="{BB962C8B-B14F-4D97-AF65-F5344CB8AC3E}">
        <p14:creationId xmlns:p14="http://schemas.microsoft.com/office/powerpoint/2010/main" val="32577045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D7388-10BC-41E4-A032-8D6DBE76E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Common Attack Vector (2/2)</a:t>
            </a:r>
            <a:br>
              <a:rPr lang="en-ID" dirty="0"/>
            </a:br>
            <a:r>
              <a:rPr lang="en-US" sz="2000" dirty="0">
                <a:latin typeface="+mn-lt"/>
              </a:rPr>
              <a:t>Attack Methods: Physical &amp; Presence Content</a:t>
            </a:r>
            <a:endParaRPr lang="en-ID" dirty="0"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9B4D0B-26F0-4845-8FCC-6F981583F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B3A5359-A09E-4A25-AE75-A4C8B34A96D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87948"/>
            <a:ext cx="10418379" cy="33470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Tailgating:</a:t>
            </a:r>
            <a:r>
              <a:rPr lang="en-US" sz="2000" dirty="0"/>
              <a:t> Following an authorized person into a secure area without them knowing.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Piggybacking:</a:t>
            </a:r>
            <a:r>
              <a:rPr lang="en-US" sz="2000" dirty="0"/>
              <a:t> An authorized person </a:t>
            </a:r>
            <a:r>
              <a:rPr lang="en-US" sz="2000" i="1" dirty="0"/>
              <a:t>knowingly</a:t>
            </a:r>
            <a:r>
              <a:rPr lang="en-US" sz="2000" dirty="0"/>
              <a:t> allows an unauthorized person to follow (holding the door).</a:t>
            </a:r>
          </a:p>
          <a:p>
            <a:pPr marL="742950" lvl="1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i="1" dirty="0"/>
              <a:t>Audit Check:</a:t>
            </a:r>
            <a:r>
              <a:rPr lang="en-US" sz="1800" dirty="0"/>
              <a:t> Do employees challenge strangers?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Dumpster Diving:</a:t>
            </a:r>
            <a:r>
              <a:rPr lang="en-US" sz="2000" dirty="0"/>
              <a:t> Searching trash for sensitive documents (invoices, sticky notes with passwords).</a:t>
            </a:r>
          </a:p>
          <a:p>
            <a:pPr marL="742950" lvl="1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i="1" dirty="0"/>
              <a:t>Control:</a:t>
            </a:r>
            <a:r>
              <a:rPr lang="en-US" sz="1800" dirty="0"/>
              <a:t> Cross-cut shredders and secure disposal bins.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Shoulder Surfing:</a:t>
            </a:r>
            <a:r>
              <a:rPr lang="en-US" sz="2000" dirty="0"/>
              <a:t> Viewing screens/keyboards from a distance.</a:t>
            </a:r>
          </a:p>
          <a:p>
            <a:pPr marL="742950" lvl="1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i="1" dirty="0"/>
              <a:t>Control:</a:t>
            </a:r>
            <a:r>
              <a:rPr lang="en-US" sz="1800" dirty="0"/>
              <a:t> Privacy screen filters.</a:t>
            </a:r>
          </a:p>
        </p:txBody>
      </p:sp>
    </p:spTree>
    <p:extLst>
      <p:ext uri="{BB962C8B-B14F-4D97-AF65-F5344CB8AC3E}">
        <p14:creationId xmlns:p14="http://schemas.microsoft.com/office/powerpoint/2010/main" val="2282431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98C14-FC7B-4B1E-AC0F-C08273A0D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6031"/>
          </a:xfrm>
        </p:spPr>
        <p:txBody>
          <a:bodyPr/>
          <a:lstStyle/>
          <a:p>
            <a:r>
              <a:rPr lang="en-US" dirty="0"/>
              <a:t>The Human Firewall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0BC2B8-B2F6-401A-834B-BD3A1C667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4052953-DAEF-4455-BCA5-3CA7F9704E5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1" y="1074509"/>
            <a:ext cx="10613872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Reality: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Information security is not just a technical issue; it is a "people" issue.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Technical controls (Firewalls, IDS) handle predictable logic. Humans are unpredictable.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"Weakest Link" Principle: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 organization is only as secure as its least informed employee.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Goal of Awareness: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 modify behavior and reduce risk.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 ensure employees understand their responsibilities (Due Care).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 align individual actions with 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Acceptable Use Policy (AUP)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Awareness vs. Training vs. Education: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Awareness: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"What" (Attention grabbing, posters, login banners).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Training: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"How" (Skill development, e.g., how to encrypt a file).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Education: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"Why" (Deep understanding, certification).</a:t>
            </a:r>
          </a:p>
        </p:txBody>
      </p:sp>
    </p:spTree>
    <p:extLst>
      <p:ext uri="{BB962C8B-B14F-4D97-AF65-F5344CB8AC3E}">
        <p14:creationId xmlns:p14="http://schemas.microsoft.com/office/powerpoint/2010/main" val="25719802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3FA79-67D5-4E97-8CB1-83780DFD1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Designing an Effective Program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66B3CF-F897-4ED7-B54F-D9706CD8F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203CBD5-1029-40A3-8727-14723341B1A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720840"/>
            <a:ext cx="10380542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Role-Based Content: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One size does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not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fit all.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General Staff: Phishing, passwords, clean desk policy.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Developers: OWASP Top 10, secure coding practices.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Management: Business Impact Analysis, approval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workflows.</a:t>
            </a:r>
          </a:p>
          <a:p>
            <a:pPr marL="45720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Font typeface="+mj-lt"/>
              <a:buAutoNum type="arabicPeriod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Frequency:</a:t>
            </a:r>
            <a:endParaRPr lang="en-US" altLang="en-US" sz="2000" dirty="0"/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Onboarding: Day 1 requirement.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Periodic Refresh: Annual (minimum) or Quarterly (preferred).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Just-in-Time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Triggered training immediately after a user fails a phishing test.</a:t>
            </a:r>
          </a:p>
          <a:p>
            <a:pPr marL="45720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Font typeface="+mj-lt"/>
              <a:buAutoNum type="arabicPeriod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Executive Support: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Tone at the top matters. If the CEO ignores security, so will the staff.</a:t>
            </a:r>
          </a:p>
        </p:txBody>
      </p:sp>
    </p:spTree>
    <p:extLst>
      <p:ext uri="{BB962C8B-B14F-4D97-AF65-F5344CB8AC3E}">
        <p14:creationId xmlns:p14="http://schemas.microsoft.com/office/powerpoint/2010/main" val="13293982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0FD7A-9174-4688-9E56-D3CCB5610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50958"/>
          </a:xfrm>
        </p:spPr>
        <p:txBody>
          <a:bodyPr/>
          <a:lstStyle/>
          <a:p>
            <a:r>
              <a:rPr lang="en-US" dirty="0"/>
              <a:t>Auditing Awareness Program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1C2320-0F23-4391-8A21-82240D00C9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6084"/>
            <a:ext cx="10515600" cy="4593731"/>
          </a:xfrm>
        </p:spPr>
        <p:txBody>
          <a:bodyPr>
            <a:normAutofit lnSpcReduction="10000"/>
          </a:bodyPr>
          <a:lstStyle/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Document Review:</a:t>
            </a:r>
            <a:endParaRPr lang="en-US" sz="2000" dirty="0"/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Review the training curriculum against the current security policy.</a:t>
            </a: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Verify attendance records (look for gaps: contractors, temp staff).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Interview Process:</a:t>
            </a:r>
            <a:endParaRPr lang="en-US" sz="2000" dirty="0"/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Interview random staff members.</a:t>
            </a: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800" i="1" dirty="0"/>
              <a:t>Ask:</a:t>
            </a:r>
            <a:r>
              <a:rPr lang="en-US" sz="1800" dirty="0"/>
              <a:t> "What do you do if you receive a suspicious email?" (Test their knowledge).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Social Engineering Testing:</a:t>
            </a:r>
            <a:endParaRPr lang="en-US" sz="2000" dirty="0"/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The Auditor may perform (or oversee) a controlled phishing campaign.</a:t>
            </a: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Physical walkthroughs (try to tailgate, look for passwords under keyboards).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Review of Remediation:</a:t>
            </a:r>
            <a:endParaRPr lang="en-US" sz="2000" dirty="0"/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What happens when an employee fails a test repeatedly? Is there a formal process?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AC77DA-ADA0-4CFA-91A2-CABE50FC6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9731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58052-05B2-9F29-B874-84F80A24B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1067330"/>
            <a:ext cx="6202680" cy="2852737"/>
          </a:xfrm>
        </p:spPr>
        <p:txBody>
          <a:bodyPr>
            <a:normAutofit/>
          </a:bodyPr>
          <a:lstStyle/>
          <a:p>
            <a:r>
              <a:rPr lang="en-ID" dirty="0"/>
              <a:t>Information System Attack Methods</a:t>
            </a:r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E064B16-72CC-4606-A23D-7291843EEF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4021666"/>
            <a:ext cx="6202680" cy="1500187"/>
          </a:xfrm>
        </p:spPr>
        <p:txBody>
          <a:bodyPr>
            <a:normAutofit/>
          </a:bodyPr>
          <a:lstStyle/>
          <a:p>
            <a:r>
              <a:rPr lang="en-US" sz="1600" dirty="0"/>
              <a:t>Understand what we are defending against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9429385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41F7A-83F2-4AE6-AE78-A6ECA76D3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97016"/>
          </a:xfrm>
        </p:spPr>
        <p:txBody>
          <a:bodyPr>
            <a:normAutofit/>
          </a:bodyPr>
          <a:lstStyle/>
          <a:p>
            <a:r>
              <a:rPr lang="en-ID" sz="3200" dirty="0"/>
              <a:t>The Attack Landscape: Passive vs. Active </a:t>
            </a:r>
            <a:r>
              <a:rPr lang="en-ID" sz="3200" b="1" dirty="0"/>
              <a:t>Content</a:t>
            </a:r>
            <a:endParaRPr lang="en-ID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14951C-89EF-4255-A049-2D40404415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3041"/>
            <a:ext cx="10515600" cy="5990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Attacks are generally classified by how they interact with the system.</a:t>
            </a:r>
            <a:endParaRPr lang="en-ID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A4DB97-757A-45C7-A12E-3BF682C5C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18</a:t>
            </a:fld>
            <a:endParaRPr lang="en-US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21539299-D5D5-415D-A5F3-59C0728523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4052504"/>
              </p:ext>
            </p:extLst>
          </p:nvPr>
        </p:nvGraphicFramePr>
        <p:xfrm>
          <a:off x="838200" y="2182320"/>
          <a:ext cx="10515600" cy="25603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55450">
                  <a:extLst>
                    <a:ext uri="{9D8B030D-6E8A-4147-A177-3AD203B41FA5}">
                      <a16:colId xmlns:a16="http://schemas.microsoft.com/office/drawing/2014/main" val="1131656277"/>
                    </a:ext>
                  </a:extLst>
                </a:gridCol>
                <a:gridCol w="3991829">
                  <a:extLst>
                    <a:ext uri="{9D8B030D-6E8A-4147-A177-3AD203B41FA5}">
                      <a16:colId xmlns:a16="http://schemas.microsoft.com/office/drawing/2014/main" val="1431983632"/>
                    </a:ext>
                  </a:extLst>
                </a:gridCol>
                <a:gridCol w="4568321">
                  <a:extLst>
                    <a:ext uri="{9D8B030D-6E8A-4147-A177-3AD203B41FA5}">
                      <a16:colId xmlns:a16="http://schemas.microsoft.com/office/drawing/2014/main" val="2360380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D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Passive</a:t>
                      </a:r>
                      <a:br>
                        <a:rPr lang="en-US" sz="1600" dirty="0"/>
                      </a:br>
                      <a:r>
                        <a:rPr lang="en-US" sz="1600" dirty="0"/>
                        <a:t>(Espionage)</a:t>
                      </a:r>
                      <a:endParaRPr lang="en-ID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Active</a:t>
                      </a:r>
                      <a:br>
                        <a:rPr lang="en-US" sz="1600" dirty="0"/>
                      </a:br>
                      <a:r>
                        <a:rPr lang="en-US" sz="1600" dirty="0"/>
                        <a:t>(Sabotage/Manipulation)</a:t>
                      </a:r>
                      <a:endParaRPr lang="en-ID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7350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Goal</a:t>
                      </a:r>
                      <a:endParaRPr lang="en-ID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Steal information without altering it.</a:t>
                      </a:r>
                      <a:endParaRPr lang="en-ID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Modify data, disrupt service, or gain unauthorized access.</a:t>
                      </a:r>
                      <a:endParaRPr lang="en-ID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40258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Examples</a:t>
                      </a:r>
                      <a:endParaRPr lang="en-ID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Network sniffing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Traffic analysis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Wiretapping</a:t>
                      </a:r>
                      <a:endParaRPr lang="en-ID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Malware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Denial of Service (DoS)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modifying database records</a:t>
                      </a:r>
                      <a:endParaRPr lang="en-ID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89999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Audit Difficulty</a:t>
                      </a:r>
                      <a:endParaRPr lang="en-ID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Very hard to detect because data is not changed.</a:t>
                      </a:r>
                      <a:endParaRPr lang="en-ID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Easier to detect (logs, changed hashes) but damage is immediate.</a:t>
                      </a:r>
                      <a:endParaRPr lang="en-ID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42097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69008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0420E-64FD-4DDC-A051-D878CC464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51074"/>
          </a:xfrm>
        </p:spPr>
        <p:txBody>
          <a:bodyPr/>
          <a:lstStyle/>
          <a:p>
            <a:r>
              <a:rPr lang="en-ID" dirty="0"/>
              <a:t>Malware (Malicious Software) Types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871331-AD5D-4CC5-9606-D886CEDAA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19</a:t>
            </a:fld>
            <a:endParaRPr lang="en-US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2C3BACD3-5B41-4430-A85A-2910503BCC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7145556"/>
              </p:ext>
            </p:extLst>
          </p:nvPr>
        </p:nvGraphicFramePr>
        <p:xfrm>
          <a:off x="947333" y="1237410"/>
          <a:ext cx="9798444" cy="4800600"/>
        </p:xfrm>
        <a:graphic>
          <a:graphicData uri="http://schemas.openxmlformats.org/drawingml/2006/table">
            <a:tbl>
              <a:tblPr firstCol="1" bandRow="1">
                <a:tableStyleId>{5C22544A-7EE6-4342-B048-85BDC9FD1C3A}</a:tableStyleId>
              </a:tblPr>
              <a:tblGrid>
                <a:gridCol w="1953522">
                  <a:extLst>
                    <a:ext uri="{9D8B030D-6E8A-4147-A177-3AD203B41FA5}">
                      <a16:colId xmlns:a16="http://schemas.microsoft.com/office/drawing/2014/main" val="1546796491"/>
                    </a:ext>
                  </a:extLst>
                </a:gridCol>
                <a:gridCol w="7844922">
                  <a:extLst>
                    <a:ext uri="{9D8B030D-6E8A-4147-A177-3AD203B41FA5}">
                      <a16:colId xmlns:a16="http://schemas.microsoft.com/office/drawing/2014/main" val="7551777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600" dirty="0"/>
                        <a:t>Virus</a:t>
                      </a:r>
                      <a:endParaRPr lang="en-ID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Needs a "host" file (like a .docx or .exe) to spread.</a:t>
                      </a:r>
                    </a:p>
                    <a:p>
                      <a:pPr marL="285750" indent="-285750"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User action required (opening the file).</a:t>
                      </a:r>
                      <a:endParaRPr lang="en-ID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38564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600" dirty="0"/>
                        <a:t>Worm</a:t>
                      </a:r>
                      <a:endParaRPr lang="en-ID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00000"/>
                        </a:lnSpc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Standalone program.</a:t>
                      </a:r>
                    </a:p>
                    <a:p>
                      <a:pPr marL="285750" indent="-285750">
                        <a:lnSpc>
                          <a:spcPct val="100000"/>
                        </a:lnSpc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600" b="1" dirty="0"/>
                        <a:t>Self-replicating</a:t>
                      </a:r>
                      <a:r>
                        <a:rPr lang="en-US" sz="1600" dirty="0"/>
                        <a:t>.</a:t>
                      </a:r>
                    </a:p>
                    <a:p>
                      <a:pPr marL="285750" indent="-285750">
                        <a:lnSpc>
                          <a:spcPct val="100000"/>
                        </a:lnSpc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Does </a:t>
                      </a:r>
                      <a:r>
                        <a:rPr lang="en-US" sz="1600" i="1" dirty="0"/>
                        <a:t>not</a:t>
                      </a:r>
                      <a:r>
                        <a:rPr lang="en-US" sz="1600" dirty="0"/>
                        <a:t> need a host or user action.</a:t>
                      </a:r>
                    </a:p>
                    <a:p>
                      <a:pPr marL="285750" indent="-285750">
                        <a:lnSpc>
                          <a:spcPct val="100000"/>
                        </a:lnSpc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It crawls across the network automatically.</a:t>
                      </a:r>
                    </a:p>
                    <a:p>
                      <a:pPr marL="742950" lvl="1" indent="-285750">
                        <a:lnSpc>
                          <a:spcPct val="100000"/>
                        </a:lnSpc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D" sz="1600" i="1" dirty="0"/>
                        <a:t>Famous Case:</a:t>
                      </a:r>
                      <a:r>
                        <a:rPr lang="en-ID" sz="1600" dirty="0"/>
                        <a:t> WannaCry, </a:t>
                      </a:r>
                      <a:r>
                        <a:rPr lang="en-ID" sz="1600" dirty="0" err="1"/>
                        <a:t>Brontok</a:t>
                      </a:r>
                      <a:endParaRPr lang="en-ID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81341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600" dirty="0"/>
                        <a:t>Trojan Horse</a:t>
                      </a:r>
                      <a:endParaRPr lang="en-ID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Looks legitimate (e.g., "Free_Screensaver.exe") but hides malicious code.</a:t>
                      </a:r>
                    </a:p>
                    <a:p>
                      <a:pPr marL="285750" indent="-285750"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Does not replicate; relies on tricking the user.</a:t>
                      </a:r>
                      <a:endParaRPr lang="en-ID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5909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600" dirty="0"/>
                        <a:t>Ransomware</a:t>
                      </a:r>
                      <a:endParaRPr lang="en-ID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600" dirty="0"/>
                        <a:t>Encrypts data and demands payment.</a:t>
                      </a:r>
                    </a:p>
                    <a:p>
                      <a:pPr lvl="1">
                        <a:spcAft>
                          <a:spcPts val="600"/>
                        </a:spcAft>
                      </a:pPr>
                      <a:r>
                        <a:rPr lang="en-US" sz="1600" i="1" dirty="0"/>
                        <a:t>Audit focus:</a:t>
                      </a:r>
                      <a:r>
                        <a:rPr lang="en-US" sz="1600" dirty="0"/>
                        <a:t> Availability backup testing is the #1 defense here</a:t>
                      </a:r>
                    </a:p>
                    <a:p>
                      <a:pPr lvl="1">
                        <a:spcAft>
                          <a:spcPts val="600"/>
                        </a:spcAft>
                      </a:pPr>
                      <a:r>
                        <a:rPr lang="en-ID" sz="1600" i="1" dirty="0"/>
                        <a:t>Remember the recent PDNS II case in Indonesia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05986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600" dirty="0"/>
                        <a:t>Logic Bomb</a:t>
                      </a:r>
                      <a:endParaRPr lang="en-ID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600" dirty="0"/>
                        <a:t>Dormant code triggered by a specific event (e.g., "If employee ID is removed from payroll, delete the database").</a:t>
                      </a:r>
                    </a:p>
                    <a:p>
                      <a:pPr lvl="1">
                        <a:spcAft>
                          <a:spcPts val="600"/>
                        </a:spcAft>
                      </a:pPr>
                      <a:r>
                        <a:rPr lang="en-ID" sz="1600" i="1" dirty="0"/>
                        <a:t>Audit focus:</a:t>
                      </a:r>
                      <a:r>
                        <a:rPr lang="en-ID" sz="1600" dirty="0"/>
                        <a:t> Source code review and change management.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67597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52588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364A0-F558-4131-B50F-F5F5EE0E2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Network Attacks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66D1A8-2611-41A7-A9B9-9EE2077A2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D090CC9-EA6B-4A10-9ADB-C0C6B9A9C99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27011" y="1600045"/>
            <a:ext cx="10253894" cy="41088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Man-in-the-Middle (MitM):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Concept: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Attacker intercepts communication between two parties (User-Bank).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Technique: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Session Hijacking or Replay Attacks.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Defense: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Encryption (TLS/HTTPS) and Mutual Authentication.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DoS vs. DDoS: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DoS (Denial of Service): One attacker floods a server to crash it.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DDoS (Distributed DoS): Attacker uses a "Botnet" (thousands of infected zombie computers) to flood the target.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Impact: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Compromises Availability.</a:t>
            </a:r>
          </a:p>
        </p:txBody>
      </p:sp>
    </p:spTree>
    <p:extLst>
      <p:ext uri="{BB962C8B-B14F-4D97-AF65-F5344CB8AC3E}">
        <p14:creationId xmlns:p14="http://schemas.microsoft.com/office/powerpoint/2010/main" val="10237747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03632-9784-48C6-87B6-C6799C211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Application Attacks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5FCA7C-7F37-4408-872D-614A25BA6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C427B1FA-3B19-43C5-8644-43AB23EC532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83768" y="1492720"/>
            <a:ext cx="10052008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SQL Injection (SQLi):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Concept: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Attacker enters database commands into a web form (e.g., username field) to trick the backend database.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Example: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Entering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0C0C0"/>
                </a:highlight>
              </a:rPr>
              <a:t>' OR '1'=‘1’</a:t>
            </a:r>
            <a:r>
              <a:rPr lang="en-US" altLang="en-US" sz="1800" dirty="0"/>
              <a:t> to bypass password checks.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Audit Check: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Input validation controls.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Cross-Site Scripting (XSS):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Concept: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Injecting malicious scripts into trusted websites. When other users view the page, the script steals their session cookies.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Buffer Overflow: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Concept: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Sending more data than a program's memory buffer can hold. The excess data spills over and crashes the system or executes malicious code.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0458960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4FA29-D971-418F-9C80-2E7915ABE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Advanced Threats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CE6D2D-1D99-4B7E-B10D-187AA63A3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1D368B0-CAD5-4158-8FA4-754E0FAF332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95481" y="1640583"/>
            <a:ext cx="10354792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Zero-Day Exploit: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An attack that targets a vulnerability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unknown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the software vendor.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Why "Zero-Day"?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The developers have had "zero days" to fix it.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Defense: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Defense-in-depth (because you can't patch what you don't know exists).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APT (Advanced Persistent Threat):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Who: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Nation-states or organized crime.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Characteristics: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Stealthy, long-term presence (months/years) in a network.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Goal: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Data exfiltration over time, not immediate destruction.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461611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052AC-8E2F-4D3A-BA08-9B7A787A1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The Auditor's Perspective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CC27B1-5973-47DC-BF2A-25B51C49B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CF2868BE-B073-4D3E-BB0D-1D6AEF546C7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71156" y="1690688"/>
            <a:ext cx="9423022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What are we testing?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Antivirus/Anti-malware: Is it installed on </a:t>
            </a:r>
            <a:r>
              <a:rPr kumimoji="0" lang="en-US" altLang="en-US" sz="20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all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endpoints? Is it auto-updating?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Patch Management: Are known vulnerabilities patched within policy timeframes (e.g., Critical = 48 hours)?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Input Validation: Do applications sanitize user input (stops SQLi/XSS)?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Network Segmentation: If a Worm infects HR, can it spread to Finance? (It shouldn't).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Key Question: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"Do we have a defense for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each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layer?" (The Onion Approach).</a:t>
            </a:r>
          </a:p>
        </p:txBody>
      </p:sp>
    </p:spTree>
    <p:extLst>
      <p:ext uri="{BB962C8B-B14F-4D97-AF65-F5344CB8AC3E}">
        <p14:creationId xmlns:p14="http://schemas.microsoft.com/office/powerpoint/2010/main" val="42584122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67178-5555-495B-8378-A53C8D196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Security Testing Tools &amp; Techniques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AE491B-61F7-42A9-8E6E-574EE63949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Vulnerability Scan vs Penetration Test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1222279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4487D-FA63-4AF2-8491-76DA5D8CB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46752"/>
          </a:xfrm>
        </p:spPr>
        <p:txBody>
          <a:bodyPr/>
          <a:lstStyle/>
          <a:p>
            <a:r>
              <a:rPr lang="en-ID" dirty="0"/>
              <a:t>The Testing Spectrum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DBBD88-B0D6-4CC2-8657-3DB9AAF25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B9130798-0DBC-4F86-BA23-B436D135A98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1" y="1511877"/>
            <a:ext cx="10380542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Goal: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We cannot secure what we do not test.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Two Main Approaches: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Vulnerability Scanning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Automated, broad, and non-intrusive. (Like walking around a house checking if windows are unlocked).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Penetration Testing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(Ethical Hacking): Manual, targeted, and intrusive. (Like actually climbing through the window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and trying to open the safe).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"Kill Chain":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Testing helps break the attacker's path before they complete their objective.</a:t>
            </a:r>
          </a:p>
        </p:txBody>
      </p:sp>
    </p:spTree>
    <p:extLst>
      <p:ext uri="{BB962C8B-B14F-4D97-AF65-F5344CB8AC3E}">
        <p14:creationId xmlns:p14="http://schemas.microsoft.com/office/powerpoint/2010/main" val="30590733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136A5-B2D7-4692-9B41-B4D40CA76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Vulnerability Scanning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8D132F-1C23-4A34-85A6-F864640BD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26</a:t>
            </a:fld>
            <a:endParaRPr lang="en-US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FC8463CF-8605-4A8B-B7D9-DBE2D11C1E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0342096"/>
              </p:ext>
            </p:extLst>
          </p:nvPr>
        </p:nvGraphicFramePr>
        <p:xfrm>
          <a:off x="991476" y="1690688"/>
          <a:ext cx="9886731" cy="2717800"/>
        </p:xfrm>
        <a:graphic>
          <a:graphicData uri="http://schemas.openxmlformats.org/drawingml/2006/table">
            <a:tbl>
              <a:tblPr firstCol="1" bandRow="1">
                <a:tableStyleId>{5C22544A-7EE6-4342-B048-85BDC9FD1C3A}</a:tableStyleId>
              </a:tblPr>
              <a:tblGrid>
                <a:gridCol w="2218384">
                  <a:extLst>
                    <a:ext uri="{9D8B030D-6E8A-4147-A177-3AD203B41FA5}">
                      <a16:colId xmlns:a16="http://schemas.microsoft.com/office/drawing/2014/main" val="2043440938"/>
                    </a:ext>
                  </a:extLst>
                </a:gridCol>
                <a:gridCol w="7668347">
                  <a:extLst>
                    <a:ext uri="{9D8B030D-6E8A-4147-A177-3AD203B41FA5}">
                      <a16:colId xmlns:a16="http://schemas.microsoft.com/office/drawing/2014/main" val="42106049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What it is</a:t>
                      </a:r>
                      <a:endParaRPr lang="en-ID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600"/>
                        </a:spcAft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Automated software (e.g., Nessus, Qualys) that scans IPs and ports against a database of known vulnerabilities</a:t>
                      </a:r>
                      <a:endParaRPr lang="en-ID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53574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Characteristics</a:t>
                      </a:r>
                      <a:endParaRPr lang="en-ID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eaLnBrk="0" fontAlgn="base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Frequency: High (Weekly/Monthly).</a:t>
                      </a:r>
                    </a:p>
                    <a:p>
                      <a:pPr marL="285750" indent="-285750" eaLnBrk="0" fontAlgn="base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Cost: Low.</a:t>
                      </a:r>
                    </a:p>
                    <a:p>
                      <a:pPr marL="285750" indent="-285750" eaLnBrk="0" fontAlgn="base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Depth: Shallow (Identifies potential issues but does not exploit them).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06732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Risk</a:t>
                      </a:r>
                      <a:endParaRPr lang="en-ID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High rate of False Positives (reporting a bug that doesn't exist) or False Negatives.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40577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Audit Check</a:t>
                      </a:r>
                      <a:endParaRPr lang="en-ID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600"/>
                        </a:spcAft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Are scans run after every major system change?</a:t>
                      </a:r>
                      <a:endParaRPr lang="en-ID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62797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1E928E2-3164-413E-9C1E-71285C672EBA}"/>
              </a:ext>
            </a:extLst>
          </p:cNvPr>
          <p:cNvSpPr txBox="1"/>
          <p:nvPr/>
        </p:nvSpPr>
        <p:spPr>
          <a:xfrm>
            <a:off x="991476" y="4844136"/>
            <a:ext cx="98867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Vulnerability Scanning</a:t>
            </a:r>
            <a:r>
              <a:rPr lang="en-US" dirty="0"/>
              <a:t> is like walking around your house to check if the windows are closed. You simply look and report: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6285112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20C8E-5FF0-4840-8654-AEFEF9A54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8174"/>
            <a:ext cx="10515600" cy="839361"/>
          </a:xfrm>
        </p:spPr>
        <p:txBody>
          <a:bodyPr/>
          <a:lstStyle/>
          <a:p>
            <a:r>
              <a:rPr lang="en-ID" dirty="0"/>
              <a:t>Penetration Testing (Pen Test)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FAF1F9-CD58-4C0B-A61A-930342F3A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27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080565F-3CF7-4551-9546-5395DA1A03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6442140"/>
              </p:ext>
            </p:extLst>
          </p:nvPr>
        </p:nvGraphicFramePr>
        <p:xfrm>
          <a:off x="966251" y="1143645"/>
          <a:ext cx="10271410" cy="4038600"/>
        </p:xfrm>
        <a:graphic>
          <a:graphicData uri="http://schemas.openxmlformats.org/drawingml/2006/table">
            <a:tbl>
              <a:tblPr firstCol="1" bandRow="1">
                <a:tableStyleId>{5C22544A-7EE6-4342-B048-85BDC9FD1C3A}</a:tableStyleId>
              </a:tblPr>
              <a:tblGrid>
                <a:gridCol w="2031354">
                  <a:extLst>
                    <a:ext uri="{9D8B030D-6E8A-4147-A177-3AD203B41FA5}">
                      <a16:colId xmlns:a16="http://schemas.microsoft.com/office/drawing/2014/main" val="2043440938"/>
                    </a:ext>
                  </a:extLst>
                </a:gridCol>
                <a:gridCol w="8240056">
                  <a:extLst>
                    <a:ext uri="{9D8B030D-6E8A-4147-A177-3AD203B41FA5}">
                      <a16:colId xmlns:a16="http://schemas.microsoft.com/office/drawing/2014/main" val="42106049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What it is</a:t>
                      </a:r>
                      <a:endParaRPr lang="en-ID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600"/>
                        </a:spcAft>
                      </a:pPr>
                      <a:r>
                        <a:rPr lang="en-US" dirty="0"/>
                        <a:t>A skilled human (Ethical Hacker) attempts to breach defenses to prove a risk exists</a:t>
                      </a:r>
                      <a:endParaRPr lang="en-ID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53574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Characteristics</a:t>
                      </a:r>
                      <a:endParaRPr lang="en-ID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b="0" dirty="0"/>
                        <a:t>Manual: Uses human creativity, not just scripts.</a:t>
                      </a:r>
                    </a:p>
                    <a:p>
                      <a:pPr marL="285750" indent="-285750"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b="0" dirty="0"/>
                        <a:t>Deep: Exploits vulnerabilities to see how far they can get.</a:t>
                      </a:r>
                    </a:p>
                    <a:p>
                      <a:pPr marL="285750" indent="-285750"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b="0" dirty="0"/>
                        <a:t>Goal-Oriented: Focuses on a specific objective (e.g., "Steal the CEO's password").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06732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Risk</a:t>
                      </a:r>
                      <a:endParaRPr lang="en-ID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b="0" dirty="0"/>
                        <a:t>Disruption: Real attacks can crash live servers or corrupt data.</a:t>
                      </a:r>
                    </a:p>
                    <a:p>
                      <a:pPr marL="285750" indent="-285750"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b="0" dirty="0"/>
                        <a:t>Scope Issues: Testers might accidentally target the wrong system.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40577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Audit Check</a:t>
                      </a:r>
                      <a:endParaRPr lang="en-ID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b="0" dirty="0"/>
                        <a:t>Rules of Engagement (</a:t>
                      </a:r>
                      <a:r>
                        <a:rPr lang="en-US" b="0" dirty="0" err="1"/>
                        <a:t>RoE</a:t>
                      </a:r>
                      <a:r>
                        <a:rPr lang="en-US" b="0" dirty="0"/>
                        <a:t>): Must have a signed contract defining "Safe" times and boundaries.</a:t>
                      </a:r>
                    </a:p>
                    <a:p>
                      <a:pPr marL="285750" indent="-285750"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b="0" dirty="0"/>
                        <a:t>Independence: Should be done by a third party, not the internal admin.</a:t>
                      </a:r>
                    </a:p>
                    <a:p>
                      <a:pPr marL="285750" indent="-285750"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b="0" dirty="0"/>
                        <a:t>Clean Up: Verify testers removed their backdoors after the test.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62797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A5CCED2D-DF18-409A-A469-AFA8718D18C8}"/>
              </a:ext>
            </a:extLst>
          </p:cNvPr>
          <p:cNvSpPr txBox="1"/>
          <p:nvPr/>
        </p:nvSpPr>
        <p:spPr>
          <a:xfrm>
            <a:off x="915977" y="5391189"/>
            <a:ext cx="100442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Penetration Testing</a:t>
            </a:r>
            <a:r>
              <a:rPr lang="en-US" dirty="0"/>
              <a:t> is hiring a professional thief to actually climb through the window and see if they can steal the jewelry.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8468416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9F4FB-D89D-4C25-AF78-39E9EC304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Pen-Test Methodologies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C6B89B-A53F-467F-B7DF-74F1C7414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78BAA63-93FD-401D-98B5-AAA206AF8AE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536174"/>
            <a:ext cx="10121988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Black Box (Zero Knowledge):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Tester knows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nothing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(acts like an external hacker).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Simulates an outside attack. Time-consuming.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White Box (Full Knowledge):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Tester has full access to network maps, source code, and configs.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Simulates an insider threat or allows for a thorough audit of logic. Fastest method.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Gray Box (Partial Knowledge):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Tester has user-level access.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Simulates a compromised employee account.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2960588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F4BB6-89BE-44E8-995B-883C2EBDB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Advanced Testing Tools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2C8628-1F30-48DC-81BD-32E6C68EE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0CE3FF6-F490-423D-8478-12C27B1262C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582340"/>
            <a:ext cx="8763938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Fuzzing (Fuzz Testing):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Automated input of invalid, random, or unexpected data into a program to crash it.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Purpose: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Finds memory leaks and buffer overflows.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Static Application Security Testing (SAST):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Scanning source code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at rest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(white box).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Dynamic Application Security Testing (DAST):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Testing the application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while it is running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(black box).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Social Engineering Tests: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Testing the "Human Firewall" (as discussed before).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566036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10434-1A8B-446A-AC95-36D9397AD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The IS Auditor’s Role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47A111-85BE-4960-B5F0-2523909F7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E9683E4-48C4-4983-99E5-0DAA0359563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90688"/>
            <a:ext cx="1036793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Independence is Key: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person who built the system should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not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be the one testing it.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External 3rd parties are often required for Pen Tests to ensure objectivity.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Scope Management: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Did the test cover the whole environment or just "safe" non-critical servers?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Remediation (The most important part):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Finding bugs is useless if you don't fix them.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Audit Question: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"Show me the tracking ticket for the Critical finding from last year's Pen Test." If it's still open, that is a failed control.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460246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138A4-2E30-4B9F-952C-8A7EF2E89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Security Monitoring Tools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8C6A81-1F69-4686-B13D-5C315DC4F1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"Burglar Alarms" of the IT world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60215287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49DBB-25F2-4EB9-9E53-572CEEF7D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Monitor?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8961FD-836D-42BC-B567-8E2595143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BA7080AF-43FF-439B-817C-C203DB08BC6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87750" y="1853053"/>
            <a:ext cx="10367930" cy="1723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Problem: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Prevention eventually fails. Firewalls can be bypassed.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Solution: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If you can't 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stop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them, you must 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see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them immediately.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Goal: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Reduce "Dwell Time" (the time an attacker sits inside your network before being noticed).</a:t>
            </a:r>
          </a:p>
        </p:txBody>
      </p:sp>
    </p:spTree>
    <p:extLst>
      <p:ext uri="{BB962C8B-B14F-4D97-AF65-F5344CB8AC3E}">
        <p14:creationId xmlns:p14="http://schemas.microsoft.com/office/powerpoint/2010/main" val="13093447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31A69-270D-4CAA-B589-E5B8365DF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IDS (Intrusion Detection System)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A892EA9B-D6A3-4972-88C6-1DA8E6D701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12877556"/>
              </p:ext>
            </p:extLst>
          </p:nvPr>
        </p:nvGraphicFramePr>
        <p:xfrm>
          <a:off x="838200" y="1732439"/>
          <a:ext cx="10216581" cy="2291080"/>
        </p:xfrm>
        <a:graphic>
          <a:graphicData uri="http://schemas.openxmlformats.org/drawingml/2006/table">
            <a:tbl>
              <a:tblPr firstCol="1" bandRow="1">
                <a:tableStyleId>{5C22544A-7EE6-4342-B048-85BDC9FD1C3A}</a:tableStyleId>
              </a:tblPr>
              <a:tblGrid>
                <a:gridCol w="2389996">
                  <a:extLst>
                    <a:ext uri="{9D8B030D-6E8A-4147-A177-3AD203B41FA5}">
                      <a16:colId xmlns:a16="http://schemas.microsoft.com/office/drawing/2014/main" val="1653106668"/>
                    </a:ext>
                  </a:extLst>
                </a:gridCol>
                <a:gridCol w="7826585">
                  <a:extLst>
                    <a:ext uri="{9D8B030D-6E8A-4147-A177-3AD203B41FA5}">
                      <a16:colId xmlns:a16="http://schemas.microsoft.com/office/drawing/2014/main" val="24714539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D" dirty="0"/>
                        <a:t>What it 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Software that analyzes network traffic looking for attack signatures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07316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D" dirty="0"/>
                        <a:t>Analogy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If someone breaks the window, the alarm screams.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It alerts the police, but it does </a:t>
                      </a:r>
                      <a:r>
                        <a:rPr lang="en-US" i="1" dirty="0"/>
                        <a:t>not</a:t>
                      </a:r>
                      <a:r>
                        <a:rPr lang="en-US" dirty="0"/>
                        <a:t> physically grab the burglar.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88258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D" dirty="0"/>
                        <a:t>Characteristic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It detects and alerts only.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It does not alter traffic.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23629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D" dirty="0"/>
                        <a:t>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If the alarm rings all day (False Positives), the security team will turn it off or ignore it.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7447285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CDE4CB-B72A-446A-8CF4-E6DB3AF93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1624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31A69-270D-4CAA-B589-E5B8365DF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IPS  (Intrusion Prevention  System)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A892EA9B-D6A3-4972-88C6-1DA8E6D701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18752754"/>
              </p:ext>
            </p:extLst>
          </p:nvPr>
        </p:nvGraphicFramePr>
        <p:xfrm>
          <a:off x="838200" y="1732439"/>
          <a:ext cx="10216581" cy="2367280"/>
        </p:xfrm>
        <a:graphic>
          <a:graphicData uri="http://schemas.openxmlformats.org/drawingml/2006/table">
            <a:tbl>
              <a:tblPr firstCol="1" bandRow="1">
                <a:tableStyleId>{5C22544A-7EE6-4342-B048-85BDC9FD1C3A}</a:tableStyleId>
              </a:tblPr>
              <a:tblGrid>
                <a:gridCol w="2389996">
                  <a:extLst>
                    <a:ext uri="{9D8B030D-6E8A-4147-A177-3AD203B41FA5}">
                      <a16:colId xmlns:a16="http://schemas.microsoft.com/office/drawing/2014/main" val="1653106668"/>
                    </a:ext>
                  </a:extLst>
                </a:gridCol>
                <a:gridCol w="7826585">
                  <a:extLst>
                    <a:ext uri="{9D8B030D-6E8A-4147-A177-3AD203B41FA5}">
                      <a16:colId xmlns:a16="http://schemas.microsoft.com/office/drawing/2014/main" val="24714539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ID" dirty="0"/>
                        <a:t>What it 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dirty="0"/>
                        <a:t>A device that sits </a:t>
                      </a:r>
                      <a:r>
                        <a:rPr lang="en-US" i="1" dirty="0"/>
                        <a:t>inline</a:t>
                      </a:r>
                      <a:r>
                        <a:rPr lang="en-US" dirty="0"/>
                        <a:t> with traffic. It inspects packets and blocks them if they look malicious.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07316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ID" dirty="0"/>
                        <a:t>Analogy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A guard standing at the entrance.</a:t>
                      </a:r>
                    </a:p>
                    <a:p>
                      <a:pPr marL="285750" indent="-285750"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If you are on the "banned list," he physically stops you from entering.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88258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ID" dirty="0"/>
                        <a:t>Characteristic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6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dirty="0"/>
                        <a:t>It detects, alerts, </a:t>
                      </a:r>
                      <a:r>
                        <a:rPr lang="en-US" i="1" dirty="0"/>
                        <a:t>and</a:t>
                      </a:r>
                      <a:r>
                        <a:rPr lang="en-US" dirty="0"/>
                        <a:t> blocks.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23629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ID" dirty="0"/>
                        <a:t>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dirty="0"/>
                        <a:t>If the Guard mistakenly thinks the CEO is a hacker, the CEO gets locked out of the building. This disrupts business.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7447285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CDE4CB-B72A-446A-8CF4-E6DB3AF93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46484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31A69-270D-4CAA-B589-E5B8365DF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SIEM (Security Information and Event Management)</a:t>
            </a:r>
            <a:endParaRPr lang="en-ID" sz="3200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A892EA9B-D6A3-4972-88C6-1DA8E6D701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92036395"/>
              </p:ext>
            </p:extLst>
          </p:nvPr>
        </p:nvGraphicFramePr>
        <p:xfrm>
          <a:off x="838200" y="1732439"/>
          <a:ext cx="10216581" cy="2626360"/>
        </p:xfrm>
        <a:graphic>
          <a:graphicData uri="http://schemas.openxmlformats.org/drawingml/2006/table">
            <a:tbl>
              <a:tblPr firstCol="1" bandRow="1">
                <a:tableStyleId>{5C22544A-7EE6-4342-B048-85BDC9FD1C3A}</a:tableStyleId>
              </a:tblPr>
              <a:tblGrid>
                <a:gridCol w="2389996">
                  <a:extLst>
                    <a:ext uri="{9D8B030D-6E8A-4147-A177-3AD203B41FA5}">
                      <a16:colId xmlns:a16="http://schemas.microsoft.com/office/drawing/2014/main" val="1653106668"/>
                    </a:ext>
                  </a:extLst>
                </a:gridCol>
                <a:gridCol w="7826585">
                  <a:extLst>
                    <a:ext uri="{9D8B030D-6E8A-4147-A177-3AD203B41FA5}">
                      <a16:colId xmlns:a16="http://schemas.microsoft.com/office/drawing/2014/main" val="2471453968"/>
                    </a:ext>
                  </a:extLst>
                </a:gridCol>
              </a:tblGrid>
              <a:tr h="438823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ID" dirty="0"/>
                        <a:t>What it 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dirty="0"/>
                        <a:t>A central platform that collects logs from </a:t>
                      </a:r>
                      <a:r>
                        <a:rPr lang="en-US" i="1" dirty="0"/>
                        <a:t>everywhere</a:t>
                      </a:r>
                      <a:r>
                        <a:rPr lang="en-US" dirty="0"/>
                        <a:t> (Firewall, IDS, Servers, Database) to find patterns.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07316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ID" dirty="0"/>
                        <a:t>Analogy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ID" dirty="0"/>
                        <a:t>The Detective's Puzzle Board</a:t>
                      </a:r>
                      <a:endParaRPr lang="en-US" dirty="0"/>
                    </a:p>
                    <a:p>
                      <a:pPr marL="285750" indent="-285750"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The Firewall has one clue. The Server has another clue. The ID badge reader has a third.</a:t>
                      </a:r>
                    </a:p>
                    <a:p>
                      <a:pPr marL="285750" indent="-285750"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Separately, they look innocent. Together, the SIEM realizes: "John badged in at 2 AM </a:t>
                      </a:r>
                      <a:r>
                        <a:rPr lang="en-US" i="1" dirty="0"/>
                        <a:t>and</a:t>
                      </a:r>
                      <a:r>
                        <a:rPr lang="en-US" dirty="0"/>
                        <a:t> copied the database."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88258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ID" dirty="0"/>
                        <a:t>Characteristic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6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dirty="0"/>
                        <a:t>Correlation. Turning millions of logs into one meaningful alert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2362918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CDE4CB-B72A-446A-8CF4-E6DB3AF93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97214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31A69-270D-4CAA-B589-E5B8365DF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sz="3200" dirty="0"/>
              <a:t>Honeypots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A892EA9B-D6A3-4972-88C6-1DA8E6D701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45740648"/>
              </p:ext>
            </p:extLst>
          </p:nvPr>
        </p:nvGraphicFramePr>
        <p:xfrm>
          <a:off x="838200" y="1732439"/>
          <a:ext cx="10216581" cy="2194560"/>
        </p:xfrm>
        <a:graphic>
          <a:graphicData uri="http://schemas.openxmlformats.org/drawingml/2006/table">
            <a:tbl>
              <a:tblPr firstCol="1" bandRow="1">
                <a:tableStyleId>{5C22544A-7EE6-4342-B048-85BDC9FD1C3A}</a:tableStyleId>
              </a:tblPr>
              <a:tblGrid>
                <a:gridCol w="2389996">
                  <a:extLst>
                    <a:ext uri="{9D8B030D-6E8A-4147-A177-3AD203B41FA5}">
                      <a16:colId xmlns:a16="http://schemas.microsoft.com/office/drawing/2014/main" val="1653106668"/>
                    </a:ext>
                  </a:extLst>
                </a:gridCol>
                <a:gridCol w="7826585">
                  <a:extLst>
                    <a:ext uri="{9D8B030D-6E8A-4147-A177-3AD203B41FA5}">
                      <a16:colId xmlns:a16="http://schemas.microsoft.com/office/drawing/2014/main" val="2471453968"/>
                    </a:ext>
                  </a:extLst>
                </a:gridCol>
              </a:tblGrid>
              <a:tr h="438823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ID" dirty="0"/>
                        <a:t>What it 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dirty="0"/>
                        <a:t>A decoy system designed to look vulnerable and valuable, but contains no real data.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07316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ID" dirty="0"/>
                        <a:t>Analogy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The Bait Car.</a:t>
                      </a:r>
                    </a:p>
                    <a:p>
                      <a:r>
                        <a:rPr lang="en-US" dirty="0"/>
                        <a:t>Police leave a car unlocked with keys in it. If anyone enters, the doors lock and the police are alerted.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88258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ID" dirty="0"/>
                        <a:t>Goal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/>
                        <a:t>Distraction: Wastes the hacker's time.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/>
                        <a:t>Intelligence: Lets </a:t>
                      </a:r>
                      <a:r>
                        <a:rPr lang="en-US" dirty="0"/>
                        <a:t>us study </a:t>
                      </a:r>
                      <a:r>
                        <a:rPr lang="en-US" i="1" dirty="0"/>
                        <a:t>how</a:t>
                      </a:r>
                      <a:r>
                        <a:rPr lang="en-US" dirty="0"/>
                        <a:t> they attack.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2362918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CDE4CB-B72A-446A-8CF4-E6DB3AF93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33052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10870-ED31-4007-81E0-7BA305CC6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Incident Response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0D3A7F-A8D1-473B-9DB7-B022858965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dirty="0"/>
              <a:t>"Emergency Room"</a:t>
            </a:r>
          </a:p>
        </p:txBody>
      </p:sp>
    </p:spTree>
    <p:extLst>
      <p:ext uri="{BB962C8B-B14F-4D97-AF65-F5344CB8AC3E}">
        <p14:creationId xmlns:p14="http://schemas.microsoft.com/office/powerpoint/2010/main" val="367178088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7B628-6111-41EE-921B-8F3F9BD09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Reality – "Not If, But When"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029586-F4EE-4D64-AE8E-F31298446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482AE7B-83F4-4F6D-903C-58FFE773790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89174" y="1520420"/>
            <a:ext cx="10121463" cy="41493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Mindset: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Security prevents 99% of attacks. IR handles the 1% that get through.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Analogy: The Fire Station. You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have smoke detectors (IDS) and sprinklers (IPS), but you still need firefighters (IR Team) when the building is actually burning.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/>
              <a:t>Objective</a:t>
            </a:r>
            <a:r>
              <a:rPr lang="en-US" sz="1600" b="1" dirty="0"/>
              <a:t>:</a:t>
            </a:r>
            <a:r>
              <a:rPr lang="en-US" sz="1600" dirty="0"/>
              <a:t> To effectively identify, manage, and recover from security incidents while minimizing impact.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/>
              <a:t>Key Definition</a:t>
            </a:r>
            <a:r>
              <a:rPr lang="en-US" sz="1600" b="1" dirty="0"/>
              <a:t>:</a:t>
            </a:r>
            <a:r>
              <a:rPr lang="en-US" sz="1600" dirty="0"/>
              <a:t> An Incident is any adverse event that compromises the confidentiality, integrity, or availability of an information asset (e.g., malware infection, DoS, unauthorized access).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/>
              <a:t>The IRP (Incident Response Plan):</a:t>
            </a:r>
            <a:endParaRPr lang="en-U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A formally documented procedure.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Must define roles and responsibilities (CSIRT - Computer Security Incident Response Team).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Must align with Business Continuity Planning (BCP) and Disaster Recovery (DR).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/>
              <a:t>Audit Objective:</a:t>
            </a:r>
            <a:r>
              <a:rPr lang="en-US" sz="1800" dirty="0"/>
              <a:t> </a:t>
            </a:r>
            <a:r>
              <a:rPr lang="en-US" sz="1600" dirty="0"/>
              <a:t>Verify that the IRP is documented, tested annually (Tabletop Exercise), and updated based on test results.</a:t>
            </a:r>
          </a:p>
        </p:txBody>
      </p:sp>
    </p:spTree>
    <p:extLst>
      <p:ext uri="{BB962C8B-B14F-4D97-AF65-F5344CB8AC3E}">
        <p14:creationId xmlns:p14="http://schemas.microsoft.com/office/powerpoint/2010/main" val="141532888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6A7EF-F74C-4E29-A857-8708ABEB5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/>
          <a:lstStyle/>
          <a:p>
            <a:r>
              <a:rPr lang="en-ID" dirty="0"/>
              <a:t>The Incident Response Lifecycle</a:t>
            </a:r>
            <a:br>
              <a:rPr lang="en-ID" dirty="0"/>
            </a:br>
            <a:r>
              <a:rPr lang="en-ID" sz="2000" dirty="0">
                <a:latin typeface="+mn-lt"/>
              </a:rPr>
              <a:t>(Based on NIST/SANS)</a:t>
            </a:r>
            <a:endParaRPr lang="en-ID" dirty="0"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9FDCD-3BCA-4D5C-8CB4-3D2285D5C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39</a:t>
            </a:fld>
            <a:endParaRPr lang="en-US"/>
          </a:p>
        </p:txBody>
      </p:sp>
      <p:pic>
        <p:nvPicPr>
          <p:cNvPr id="19458" name="Picture 2">
            <a:extLst>
              <a:ext uri="{FF2B5EF4-FFF2-40B4-BE49-F238E27FC236}">
                <a16:creationId xmlns:a16="http://schemas.microsoft.com/office/drawing/2014/main" id="{285611BF-E274-41F7-9120-51B97D1BF3E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0847" y="1013315"/>
            <a:ext cx="6057900" cy="2162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6761780-84C6-47E2-B2BC-B4B81C142CD4}"/>
              </a:ext>
            </a:extLst>
          </p:cNvPr>
          <p:cNvSpPr txBox="1"/>
          <p:nvPr/>
        </p:nvSpPr>
        <p:spPr>
          <a:xfrm>
            <a:off x="897059" y="1383715"/>
            <a:ext cx="4835283" cy="1892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1. Preparation:</a:t>
            </a:r>
            <a:endParaRPr lang="en-US" sz="1600" dirty="0"/>
          </a:p>
          <a:p>
            <a:pPr lvl="1">
              <a:spcAft>
                <a:spcPts val="600"/>
              </a:spcAft>
            </a:pPr>
            <a:r>
              <a:rPr lang="en-US" sz="1600" dirty="0"/>
              <a:t>Establishing the CSIRT, tooling, baselines, and communication channels.</a:t>
            </a:r>
          </a:p>
          <a:p>
            <a:r>
              <a:rPr lang="en-US" sz="1600" b="1" dirty="0"/>
              <a:t>2. Detection &amp; Analysis:</a:t>
            </a:r>
            <a:endParaRPr lang="en-U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Triage process: Validating alerts from IDS/SIEM to declare a formal incident.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determining the Scope of Impact.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5F8763-FC14-44B8-9DB7-6CD3D3F4E0D9}"/>
              </a:ext>
            </a:extLst>
          </p:cNvPr>
          <p:cNvSpPr txBox="1"/>
          <p:nvPr/>
        </p:nvSpPr>
        <p:spPr>
          <a:xfrm>
            <a:off x="897059" y="3288564"/>
            <a:ext cx="10939691" cy="2785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3. Containment:</a:t>
            </a:r>
            <a:endParaRPr lang="en-U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Short-term: Limiting immediate damage (e.g., isolating a VLAN).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Long-term: Restoring systems for production while keeping them isolated.</a:t>
            </a:r>
          </a:p>
          <a:p>
            <a:r>
              <a:rPr lang="en-US" sz="1600" b="1" dirty="0"/>
              <a:t>4. Eradication:</a:t>
            </a:r>
            <a:endParaRPr lang="en-US" sz="1600" dirty="0"/>
          </a:p>
          <a:p>
            <a:pPr lvl="1">
              <a:spcAft>
                <a:spcPts val="600"/>
              </a:spcAft>
            </a:pPr>
            <a:r>
              <a:rPr lang="en-US" sz="1600" dirty="0"/>
              <a:t>Removing the root cause (e.g., reimaging the host, patching the vulnerability).</a:t>
            </a:r>
          </a:p>
          <a:p>
            <a:r>
              <a:rPr lang="en-US" sz="1600" b="1" dirty="0"/>
              <a:t>5. Recovery:</a:t>
            </a:r>
            <a:endParaRPr lang="en-US" sz="1600" dirty="0"/>
          </a:p>
          <a:p>
            <a:pPr lvl="1">
              <a:spcAft>
                <a:spcPts val="600"/>
              </a:spcAft>
            </a:pPr>
            <a:r>
              <a:rPr lang="en-US" sz="1600" dirty="0"/>
              <a:t>Restoring operations to normal business hours.</a:t>
            </a:r>
          </a:p>
          <a:p>
            <a:r>
              <a:rPr lang="en-US" sz="1600" b="1" dirty="0"/>
              <a:t>6. Post-Incident Review (Lessons Learned):</a:t>
            </a:r>
            <a:endParaRPr lang="en-U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Critical for the "Continuous Improvement" cycle.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i="1" dirty="0"/>
              <a:t>Audit Focus:</a:t>
            </a:r>
            <a:r>
              <a:rPr lang="en-US" sz="1600" dirty="0"/>
              <a:t> Reviewing post-incident reports to ensure root causes were addressed.</a:t>
            </a:r>
          </a:p>
        </p:txBody>
      </p:sp>
    </p:spTree>
    <p:extLst>
      <p:ext uri="{BB962C8B-B14F-4D97-AF65-F5344CB8AC3E}">
        <p14:creationId xmlns:p14="http://schemas.microsoft.com/office/powerpoint/2010/main" val="109062687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14C70-566F-4A31-8D5F-8DD4F75A9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Digital Forensics Principles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BC4450-B39F-478A-B906-F4316551B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EEDE2EF-266F-4CBA-B895-241FB5EFCE6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05466" y="1802882"/>
            <a:ext cx="10381068" cy="39395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Locard’s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Exchange Principle: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"Every contact leaves a trace."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Chain of Custody: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 chronological documentation trail that records the sequence of custody, control, transfer, analysis, and disposition of physical or electronic evidence.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Crucial for CISA: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 broken chain of custody renders evidence inadmissible in legal proceedings.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Write Blocking: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Hardware or software tools used to prevent any modification (write actions) to the source drive during acquisition.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Hashing (Integrity Check):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Using algorithms (MD5, SHA-256) to verify that the forensic image is mathematically identical to the original source.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0568775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4A816-7CAB-4E88-83D8-BB1EC8CAD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</a:t>
            </a:r>
            <a:endParaRPr lang="en-ID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EBAAC1-CCFD-4C30-96A5-4BE6B88FE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5C7E4A-597D-4324-BC93-3257388D60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90688"/>
            <a:ext cx="10771528" cy="38645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Let’s go!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9338560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Source Serif Pro Black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83A5E78ECA1434D83AD500C97BBDA54" ma:contentTypeVersion="15" ma:contentTypeDescription="Create a new document." ma:contentTypeScope="" ma:versionID="7b6c68a6301f47c12555a24b30b278c4">
  <xsd:schema xmlns:xsd="http://www.w3.org/2001/XMLSchema" xmlns:xs="http://www.w3.org/2001/XMLSchema" xmlns:p="http://schemas.microsoft.com/office/2006/metadata/properties" xmlns:ns3="a956eed5-f0c9-4482-bcee-424a7f38c900" xmlns:ns4="ebe67ea8-4cd2-4da9-88bb-3e710b5f47b3" targetNamespace="http://schemas.microsoft.com/office/2006/metadata/properties" ma:root="true" ma:fieldsID="0d1995cf4d1019b8d8cf2178f347ea57" ns3:_="" ns4:_="">
    <xsd:import namespace="a956eed5-f0c9-4482-bcee-424a7f38c900"/>
    <xsd:import namespace="ebe67ea8-4cd2-4da9-88bb-3e710b5f47b3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56eed5-f0c9-4482-bcee-424a7f38c90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  <xsd:element name="MediaServiceObjectDetectorVersions" ma:index="20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e67ea8-4cd2-4da9-88bb-3e710b5f47b3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9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956eed5-f0c9-4482-bcee-424a7f38c900" xsi:nil="true"/>
  </documentManagement>
</p:properties>
</file>

<file path=customXml/itemProps1.xml><?xml version="1.0" encoding="utf-8"?>
<ds:datastoreItem xmlns:ds="http://schemas.openxmlformats.org/officeDocument/2006/customXml" ds:itemID="{9012845A-2F7F-4196-B6AE-3CB8BC28739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956eed5-f0c9-4482-bcee-424a7f38c900"/>
    <ds:schemaRef ds:uri="ebe67ea8-4cd2-4da9-88bb-3e710b5f47b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1EBB399-21A5-499D-A647-2FCF5118F88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A389D60-60E5-4A46-BEB4-51E42BB6383E}">
  <ds:schemaRefs>
    <ds:schemaRef ds:uri="http://schemas.microsoft.com/office/2006/metadata/properties"/>
    <ds:schemaRef ds:uri="http://schemas.microsoft.com/office/infopath/2007/PartnerControls"/>
    <ds:schemaRef ds:uri="a956eed5-f0c9-4482-bcee-424a7f38c900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1465</TotalTime>
  <Words>3155</Words>
  <Application>Microsoft Office PowerPoint</Application>
  <PresentationFormat>Widescreen</PresentationFormat>
  <Paragraphs>392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8" baseType="lpstr">
      <vt:lpstr>Arial</vt:lpstr>
      <vt:lpstr>Britannic Bold</vt:lpstr>
      <vt:lpstr>Calibri</vt:lpstr>
      <vt:lpstr>Monotype Corsiva</vt:lpstr>
      <vt:lpstr>Segoe UI</vt:lpstr>
      <vt:lpstr>Source Serif Pro Black</vt:lpstr>
      <vt:lpstr>Office Theme</vt:lpstr>
      <vt:lpstr>Security Event Management</vt:lpstr>
      <vt:lpstr>Class Recap</vt:lpstr>
      <vt:lpstr>Class Roadmap</vt:lpstr>
      <vt:lpstr>Covered So Far</vt:lpstr>
      <vt:lpstr>PowerPoint Presentation</vt:lpstr>
      <vt:lpstr>Intro</vt:lpstr>
      <vt:lpstr>What This Chapter is About?</vt:lpstr>
      <vt:lpstr>What This Chapter is About?</vt:lpstr>
      <vt:lpstr>Security Awareness</vt:lpstr>
      <vt:lpstr>Why Technology Isn’t Enough</vt:lpstr>
      <vt:lpstr>Social Engineering</vt:lpstr>
      <vt:lpstr>Common Attack Vector (1/2) Attack Methods: Electronic &amp; Voice Content</vt:lpstr>
      <vt:lpstr>Common Attack Vector (2/2) Attack Methods: Physical &amp; Presence Content</vt:lpstr>
      <vt:lpstr>The Human Firewall</vt:lpstr>
      <vt:lpstr>Designing an Effective Program</vt:lpstr>
      <vt:lpstr>Auditing Awareness Program</vt:lpstr>
      <vt:lpstr>Information System Attack Methods</vt:lpstr>
      <vt:lpstr>The Attack Landscape: Passive vs. Active Content</vt:lpstr>
      <vt:lpstr>Malware (Malicious Software) Types</vt:lpstr>
      <vt:lpstr>Network Attacks</vt:lpstr>
      <vt:lpstr>Application Attacks</vt:lpstr>
      <vt:lpstr>Advanced Threats</vt:lpstr>
      <vt:lpstr>The Auditor's Perspective</vt:lpstr>
      <vt:lpstr>Security Testing Tools &amp; Techniques</vt:lpstr>
      <vt:lpstr>The Testing Spectrum</vt:lpstr>
      <vt:lpstr>Vulnerability Scanning</vt:lpstr>
      <vt:lpstr>Penetration Testing (Pen Test)</vt:lpstr>
      <vt:lpstr>Pen-Test Methodologies</vt:lpstr>
      <vt:lpstr>Advanced Testing Tools</vt:lpstr>
      <vt:lpstr>The IS Auditor’s Role</vt:lpstr>
      <vt:lpstr>Security Monitoring Tools</vt:lpstr>
      <vt:lpstr>Why Monitor?</vt:lpstr>
      <vt:lpstr>IDS (Intrusion Detection System)</vt:lpstr>
      <vt:lpstr>IPS  (Intrusion Prevention  System)</vt:lpstr>
      <vt:lpstr>SIEM (Security Information and Event Management)</vt:lpstr>
      <vt:lpstr>Honeypots</vt:lpstr>
      <vt:lpstr>Incident Response</vt:lpstr>
      <vt:lpstr>The Reality – "Not If, But When"</vt:lpstr>
      <vt:lpstr>The Incident Response Lifecycle (Based on NIST/SANS)</vt:lpstr>
      <vt:lpstr>Digital Forensics Principles</vt:lpstr>
      <vt:lpstr>Quiz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Konsep dan Peran SI &amp; TI</dc:title>
  <dc:creator>Teuku Raja Irfan Radarma</dc:creator>
  <cp:lastModifiedBy>Teuku Raja Irfan Radarma</cp:lastModifiedBy>
  <cp:revision>47</cp:revision>
  <dcterms:created xsi:type="dcterms:W3CDTF">2023-09-18T04:21:25Z</dcterms:created>
  <dcterms:modified xsi:type="dcterms:W3CDTF">2026-01-01T04:50:49Z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0x010100583A5E78ECA1434D83AD500C97BBDA54</vt:lpwstr>
  </property>
</Properties>
</file>