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1"/>
  </p:notesMasterIdLst>
  <p:sldIdLst>
    <p:sldId id="262" r:id="rId5"/>
    <p:sldId id="260" r:id="rId6"/>
    <p:sldId id="257" r:id="rId7"/>
    <p:sldId id="304" r:id="rId8"/>
    <p:sldId id="263" r:id="rId9"/>
    <p:sldId id="264" r:id="rId10"/>
    <p:sldId id="279" r:id="rId11"/>
    <p:sldId id="338" r:id="rId12"/>
    <p:sldId id="339" r:id="rId13"/>
    <p:sldId id="348" r:id="rId14"/>
    <p:sldId id="349" r:id="rId15"/>
    <p:sldId id="350" r:id="rId16"/>
    <p:sldId id="351" r:id="rId17"/>
    <p:sldId id="352" r:id="rId18"/>
    <p:sldId id="353" r:id="rId19"/>
    <p:sldId id="356" r:id="rId20"/>
    <p:sldId id="357" r:id="rId21"/>
    <p:sldId id="359" r:id="rId22"/>
    <p:sldId id="346" r:id="rId23"/>
    <p:sldId id="281" r:id="rId24"/>
    <p:sldId id="283" r:id="rId25"/>
    <p:sldId id="284" r:id="rId26"/>
    <p:sldId id="286" r:id="rId27"/>
    <p:sldId id="285" r:id="rId28"/>
    <p:sldId id="288" r:id="rId29"/>
    <p:sldId id="301" r:id="rId30"/>
    <p:sldId id="296" r:id="rId31"/>
    <p:sldId id="303" r:id="rId32"/>
    <p:sldId id="347" r:id="rId33"/>
    <p:sldId id="289" r:id="rId34"/>
    <p:sldId id="291" r:id="rId35"/>
    <p:sldId id="305" r:id="rId36"/>
    <p:sldId id="358" r:id="rId37"/>
    <p:sldId id="341" r:id="rId38"/>
    <p:sldId id="342" r:id="rId39"/>
    <p:sldId id="343" r:id="rId40"/>
    <p:sldId id="344" r:id="rId41"/>
    <p:sldId id="354" r:id="rId42"/>
    <p:sldId id="360" r:id="rId43"/>
    <p:sldId id="361" r:id="rId44"/>
    <p:sldId id="355" r:id="rId45"/>
    <p:sldId id="306" r:id="rId46"/>
    <p:sldId id="294" r:id="rId47"/>
    <p:sldId id="290" r:id="rId48"/>
    <p:sldId id="307" r:id="rId49"/>
    <p:sldId id="308" r:id="rId50"/>
    <p:sldId id="309" r:id="rId51"/>
    <p:sldId id="295" r:id="rId52"/>
    <p:sldId id="292" r:id="rId53"/>
    <p:sldId id="310" r:id="rId54"/>
    <p:sldId id="311" r:id="rId55"/>
    <p:sldId id="297" r:id="rId56"/>
    <p:sldId id="298" r:id="rId57"/>
    <p:sldId id="299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D304"/>
    <a:srgbClr val="FFC000"/>
    <a:srgbClr val="020294"/>
    <a:srgbClr val="172C51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5F76268C-0FDD-4573-81E8-E132646E1AD5}"/>
    <pc:docChg chg="undo custSel addSld delSld modSld sldOrd modMainMaster">
      <pc:chgData name="Teuku Raja Irfan Radarma" userId="cf428174-95ba-4576-8554-3a3b8ffa52b7" providerId="ADAL" clId="{5F76268C-0FDD-4573-81E8-E132646E1AD5}" dt="2026-02-08T12:51:22.503" v="1294" actId="20577"/>
      <pc:docMkLst>
        <pc:docMk/>
      </pc:docMkLst>
      <pc:sldChg chg="modSp mod">
        <pc:chgData name="Teuku Raja Irfan Radarma" userId="cf428174-95ba-4576-8554-3a3b8ffa52b7" providerId="ADAL" clId="{5F76268C-0FDD-4573-81E8-E132646E1AD5}" dt="2026-01-29T14:43:00.516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5F76268C-0FDD-4573-81E8-E132646E1AD5}" dt="2026-01-29T14:42:58.260" v="40" actId="400"/>
          <ac:spMkLst>
            <pc:docMk/>
            <pc:sldMk cId="4030995347" sldId="257"/>
            <ac:spMk id="3" creationId="{940F5DB3-7A6F-EDD4-9F33-B3FF6161C717}"/>
          </ac:spMkLst>
        </pc:spChg>
        <pc:spChg chg="mod">
          <ac:chgData name="Teuku Raja Irfan Radarma" userId="cf428174-95ba-4576-8554-3a3b8ffa52b7" providerId="ADAL" clId="{5F76268C-0FDD-4573-81E8-E132646E1AD5}" dt="2026-01-29T14:43:00.516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addSp delSp modSp mod">
        <pc:chgData name="Teuku Raja Irfan Radarma" userId="cf428174-95ba-4576-8554-3a3b8ffa52b7" providerId="ADAL" clId="{5F76268C-0FDD-4573-81E8-E132646E1AD5}" dt="2026-01-29T14:42:49.949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5F76268C-0FDD-4573-81E8-E132646E1AD5}" dt="2026-01-29T14:42:46.045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5F76268C-0FDD-4573-81E8-E132646E1AD5}" dt="2026-01-29T14:42:49.949" v="38" actId="20577"/>
          <ac:spMkLst>
            <pc:docMk/>
            <pc:sldMk cId="911610319" sldId="262"/>
            <ac:spMk id="4" creationId="{FFCC89D4-8169-77D5-D53F-1E998B469C40}"/>
          </ac:spMkLst>
        </pc:spChg>
        <pc:spChg chg="add del mod">
          <ac:chgData name="Teuku Raja Irfan Radarma" userId="cf428174-95ba-4576-8554-3a3b8ffa52b7" providerId="ADAL" clId="{5F76268C-0FDD-4573-81E8-E132646E1AD5}" dt="2026-01-29T14:42:33.594" v="1"/>
          <ac:spMkLst>
            <pc:docMk/>
            <pc:sldMk cId="911610319" sldId="262"/>
            <ac:spMk id="5" creationId="{13EEA3A7-13C1-4856-A225-9D0EDEE3F3E4}"/>
          </ac:spMkLst>
        </pc:spChg>
        <pc:picChg chg="add mod">
          <ac:chgData name="Teuku Raja Irfan Radarma" userId="cf428174-95ba-4576-8554-3a3b8ffa52b7" providerId="ADAL" clId="{5F76268C-0FDD-4573-81E8-E132646E1AD5}" dt="2026-01-29T14:42:33.594" v="1"/>
          <ac:picMkLst>
            <pc:docMk/>
            <pc:sldMk cId="911610319" sldId="262"/>
            <ac:picMk id="7" creationId="{80A5FA20-F084-433B-84D2-ED962813CD1B}"/>
          </ac:picMkLst>
        </pc:picChg>
        <pc:picChg chg="del">
          <ac:chgData name="Teuku Raja Irfan Radarma" userId="cf428174-95ba-4576-8554-3a3b8ffa52b7" providerId="ADAL" clId="{5F76268C-0FDD-4573-81E8-E132646E1AD5}" dt="2026-01-29T14:40:48.615" v="0" actId="478"/>
          <ac:picMkLst>
            <pc:docMk/>
            <pc:sldMk cId="911610319" sldId="262"/>
            <ac:picMk id="9" creationId="{54AE87D0-7797-4862-92AB-F7908B657C78}"/>
          </ac:picMkLst>
        </pc:picChg>
      </pc:sldChg>
      <pc:sldChg chg="modSp mod">
        <pc:chgData name="Teuku Raja Irfan Radarma" userId="cf428174-95ba-4576-8554-3a3b8ffa52b7" providerId="ADAL" clId="{5F76268C-0FDD-4573-81E8-E132646E1AD5}" dt="2026-01-29T14:54:38.263" v="32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5F76268C-0FDD-4573-81E8-E132646E1AD5}" dt="2026-01-29T14:54:38.263" v="32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5F76268C-0FDD-4573-81E8-E132646E1AD5}" dt="2026-01-29T14:59:14.213" v="355" actId="27636"/>
        <pc:sldMkLst>
          <pc:docMk/>
          <pc:sldMk cId="1457204914" sldId="264"/>
        </pc:sldMkLst>
        <pc:spChg chg="mod">
          <ac:chgData name="Teuku Raja Irfan Radarma" userId="cf428174-95ba-4576-8554-3a3b8ffa52b7" providerId="ADAL" clId="{5F76268C-0FDD-4573-81E8-E132646E1AD5}" dt="2026-01-29T14:59:14.213" v="355" actId="27636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5F76268C-0FDD-4573-81E8-E132646E1AD5}" dt="2026-01-29T14:47:29.311" v="203" actId="20577"/>
          <ac:spMkLst>
            <pc:docMk/>
            <pc:sldMk cId="1457204914" sldId="264"/>
            <ac:spMk id="4" creationId="{EE064B16-72CC-4606-A23D-7291843EEFBB}"/>
          </ac:spMkLst>
        </pc:spChg>
      </pc:sldChg>
      <pc:sldChg chg="add del">
        <pc:chgData name="Teuku Raja Irfan Radarma" userId="cf428174-95ba-4576-8554-3a3b8ffa52b7" providerId="ADAL" clId="{5F76268C-0FDD-4573-81E8-E132646E1AD5}" dt="2026-02-07T01:24:33.227" v="866" actId="47"/>
        <pc:sldMkLst>
          <pc:docMk/>
          <pc:sldMk cId="57847258" sldId="270"/>
        </pc:sldMkLst>
      </pc:sldChg>
      <pc:sldChg chg="add">
        <pc:chgData name="Teuku Raja Irfan Radarma" userId="cf428174-95ba-4576-8554-3a3b8ffa52b7" providerId="ADAL" clId="{5F76268C-0FDD-4573-81E8-E132646E1AD5}" dt="2026-01-29T14:47:02.976" v="181"/>
        <pc:sldMkLst>
          <pc:docMk/>
          <pc:sldMk cId="4165028976" sldId="279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3143284284" sldId="281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1698670812" sldId="283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1624300305" sldId="284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1993495921" sldId="285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2860335793" sldId="286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3886326963" sldId="288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2677158393" sldId="289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499467247" sldId="290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4222732644" sldId="291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3485936668" sldId="292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4202554783" sldId="294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522193423" sldId="295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3126913978" sldId="296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131617830" sldId="297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2364536054" sldId="298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1990108" sldId="299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680298683" sldId="301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4291336953" sldId="303"/>
        </pc:sldMkLst>
      </pc:sldChg>
      <pc:sldChg chg="delSp modSp mod">
        <pc:chgData name="Teuku Raja Irfan Radarma" userId="cf428174-95ba-4576-8554-3a3b8ffa52b7" providerId="ADAL" clId="{5F76268C-0FDD-4573-81E8-E132646E1AD5}" dt="2026-01-29T14:45:59.002" v="117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5F76268C-0FDD-4573-81E8-E132646E1AD5}" dt="2026-01-29T14:45:59.002" v="117" actId="20577"/>
          <ac:spMkLst>
            <pc:docMk/>
            <pc:sldMk cId="2891726164" sldId="304"/>
            <ac:spMk id="3" creationId="{0EEF17E5-AD4D-CEBE-F9C3-691B024490D7}"/>
          </ac:spMkLst>
        </pc:spChg>
        <pc:spChg chg="del">
          <ac:chgData name="Teuku Raja Irfan Radarma" userId="cf428174-95ba-4576-8554-3a3b8ffa52b7" providerId="ADAL" clId="{5F76268C-0FDD-4573-81E8-E132646E1AD5}" dt="2026-01-29T14:45:43.113" v="101" actId="478"/>
          <ac:spMkLst>
            <pc:docMk/>
            <pc:sldMk cId="2891726164" sldId="304"/>
            <ac:spMk id="5" creationId="{7D1C4826-0D9F-82A9-71DC-D0E6749679B2}"/>
          </ac:spMkLst>
        </pc:spChg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39322339" sldId="305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554391840" sldId="306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4259305945" sldId="307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632233013" sldId="308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633833110" sldId="309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692500299" sldId="310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867178575" sldId="311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125774654" sldId="312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2223679272" sldId="313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4139131069" sldId="314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948768158" sldId="315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4161690754" sldId="316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2322895000" sldId="317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2549614118" sldId="318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126846806" sldId="319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2147403072" sldId="320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64268180" sldId="321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107029121" sldId="322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3095417993" sldId="323"/>
        </pc:sldMkLst>
      </pc:sldChg>
      <pc:sldChg chg="add">
        <pc:chgData name="Teuku Raja Irfan Radarma" userId="cf428174-95ba-4576-8554-3a3b8ffa52b7" providerId="ADAL" clId="{5F76268C-0FDD-4573-81E8-E132646E1AD5}" dt="2026-01-29T14:47:34.979" v="204"/>
        <pc:sldMkLst>
          <pc:docMk/>
          <pc:sldMk cId="3873052231" sldId="338"/>
        </pc:sldMkLst>
      </pc:sldChg>
      <pc:sldChg chg="add">
        <pc:chgData name="Teuku Raja Irfan Radarma" userId="cf428174-95ba-4576-8554-3a3b8ffa52b7" providerId="ADAL" clId="{5F76268C-0FDD-4573-81E8-E132646E1AD5}" dt="2026-01-29T14:47:50.324" v="205"/>
        <pc:sldMkLst>
          <pc:docMk/>
          <pc:sldMk cId="1659406012" sldId="339"/>
        </pc:sldMkLst>
      </pc:sldChg>
      <pc:sldChg chg="add">
        <pc:chgData name="Teuku Raja Irfan Radarma" userId="cf428174-95ba-4576-8554-3a3b8ffa52b7" providerId="ADAL" clId="{5F76268C-0FDD-4573-81E8-E132646E1AD5}" dt="2026-01-29T14:48:08.182" v="207"/>
        <pc:sldMkLst>
          <pc:docMk/>
          <pc:sldMk cId="857162080" sldId="341"/>
        </pc:sldMkLst>
      </pc:sldChg>
      <pc:sldChg chg="add">
        <pc:chgData name="Teuku Raja Irfan Radarma" userId="cf428174-95ba-4576-8554-3a3b8ffa52b7" providerId="ADAL" clId="{5F76268C-0FDD-4573-81E8-E132646E1AD5}" dt="2026-01-29T14:48:17.431" v="208"/>
        <pc:sldMkLst>
          <pc:docMk/>
          <pc:sldMk cId="605888824" sldId="342"/>
        </pc:sldMkLst>
      </pc:sldChg>
      <pc:sldChg chg="add">
        <pc:chgData name="Teuku Raja Irfan Radarma" userId="cf428174-95ba-4576-8554-3a3b8ffa52b7" providerId="ADAL" clId="{5F76268C-0FDD-4573-81E8-E132646E1AD5}" dt="2026-01-29T14:48:17.431" v="208"/>
        <pc:sldMkLst>
          <pc:docMk/>
          <pc:sldMk cId="69992873" sldId="343"/>
        </pc:sldMkLst>
      </pc:sldChg>
      <pc:sldChg chg="add">
        <pc:chgData name="Teuku Raja Irfan Radarma" userId="cf428174-95ba-4576-8554-3a3b8ffa52b7" providerId="ADAL" clId="{5F76268C-0FDD-4573-81E8-E132646E1AD5}" dt="2026-01-29T14:48:17.431" v="208"/>
        <pc:sldMkLst>
          <pc:docMk/>
          <pc:sldMk cId="1857491252" sldId="344"/>
        </pc:sldMkLst>
      </pc:sldChg>
      <pc:sldChg chg="modSp add del mod">
        <pc:chgData name="Teuku Raja Irfan Radarma" userId="cf428174-95ba-4576-8554-3a3b8ffa52b7" providerId="ADAL" clId="{5F76268C-0FDD-4573-81E8-E132646E1AD5}" dt="2026-02-07T01:25:15.143" v="870" actId="47"/>
        <pc:sldMkLst>
          <pc:docMk/>
          <pc:sldMk cId="3804349840" sldId="345"/>
        </pc:sldMkLst>
        <pc:spChg chg="mod">
          <ac:chgData name="Teuku Raja Irfan Radarma" userId="cf428174-95ba-4576-8554-3a3b8ffa52b7" providerId="ADAL" clId="{5F76268C-0FDD-4573-81E8-E132646E1AD5}" dt="2026-01-29T14:54:49.457" v="326" actId="20577"/>
          <ac:spMkLst>
            <pc:docMk/>
            <pc:sldMk cId="3804349840" sldId="345"/>
            <ac:spMk id="2" creationId="{2B7C75FA-CBC9-469A-B621-9C4B23C3BE05}"/>
          </ac:spMkLst>
        </pc:spChg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2589979087" sldId="346"/>
        </pc:sldMkLst>
      </pc:sldChg>
      <pc:sldChg chg="add del">
        <pc:chgData name="Teuku Raja Irfan Radarma" userId="cf428174-95ba-4576-8554-3a3b8ffa52b7" providerId="ADAL" clId="{5F76268C-0FDD-4573-81E8-E132646E1AD5}" dt="2026-01-29T14:51:43.857" v="296" actId="47"/>
        <pc:sldMkLst>
          <pc:docMk/>
          <pc:sldMk cId="286525469" sldId="347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3897835478" sldId="347"/>
        </pc:sldMkLst>
      </pc:sldChg>
      <pc:sldChg chg="add del">
        <pc:chgData name="Teuku Raja Irfan Radarma" userId="cf428174-95ba-4576-8554-3a3b8ffa52b7" providerId="ADAL" clId="{5F76268C-0FDD-4573-81E8-E132646E1AD5}" dt="2026-01-29T14:57:33.872" v="328" actId="47"/>
        <pc:sldMkLst>
          <pc:docMk/>
          <pc:sldMk cId="160828096" sldId="348"/>
        </pc:sldMkLst>
      </pc:sldChg>
      <pc:sldChg chg="add">
        <pc:chgData name="Teuku Raja Irfan Radarma" userId="cf428174-95ba-4576-8554-3a3b8ffa52b7" providerId="ADAL" clId="{5F76268C-0FDD-4573-81E8-E132646E1AD5}" dt="2026-01-29T14:59:05.942" v="329"/>
        <pc:sldMkLst>
          <pc:docMk/>
          <pc:sldMk cId="943756682" sldId="348"/>
        </pc:sldMkLst>
      </pc:sldChg>
      <pc:sldChg chg="add">
        <pc:chgData name="Teuku Raja Irfan Radarma" userId="cf428174-95ba-4576-8554-3a3b8ffa52b7" providerId="ADAL" clId="{5F76268C-0FDD-4573-81E8-E132646E1AD5}" dt="2026-01-29T14:59:05.942" v="329"/>
        <pc:sldMkLst>
          <pc:docMk/>
          <pc:sldMk cId="670850013" sldId="349"/>
        </pc:sldMkLst>
      </pc:sldChg>
      <pc:sldChg chg="add">
        <pc:chgData name="Teuku Raja Irfan Radarma" userId="cf428174-95ba-4576-8554-3a3b8ffa52b7" providerId="ADAL" clId="{5F76268C-0FDD-4573-81E8-E132646E1AD5}" dt="2026-01-29T14:59:05.942" v="329"/>
        <pc:sldMkLst>
          <pc:docMk/>
          <pc:sldMk cId="1922143263" sldId="350"/>
        </pc:sldMkLst>
      </pc:sldChg>
      <pc:sldChg chg="add">
        <pc:chgData name="Teuku Raja Irfan Radarma" userId="cf428174-95ba-4576-8554-3a3b8ffa52b7" providerId="ADAL" clId="{5F76268C-0FDD-4573-81E8-E132646E1AD5}" dt="2026-01-29T14:59:05.942" v="329"/>
        <pc:sldMkLst>
          <pc:docMk/>
          <pc:sldMk cId="3348461657" sldId="351"/>
        </pc:sldMkLst>
      </pc:sldChg>
      <pc:sldChg chg="add">
        <pc:chgData name="Teuku Raja Irfan Radarma" userId="cf428174-95ba-4576-8554-3a3b8ffa52b7" providerId="ADAL" clId="{5F76268C-0FDD-4573-81E8-E132646E1AD5}" dt="2026-01-29T14:59:05.942" v="329"/>
        <pc:sldMkLst>
          <pc:docMk/>
          <pc:sldMk cId="2211590721" sldId="352"/>
        </pc:sldMkLst>
      </pc:sldChg>
      <pc:sldChg chg="addSp modSp add mod">
        <pc:chgData name="Teuku Raja Irfan Radarma" userId="cf428174-95ba-4576-8554-3a3b8ffa52b7" providerId="ADAL" clId="{5F76268C-0FDD-4573-81E8-E132646E1AD5}" dt="2026-02-07T01:14:06.737" v="504" actId="20577"/>
        <pc:sldMkLst>
          <pc:docMk/>
          <pc:sldMk cId="61430686" sldId="353"/>
        </pc:sldMkLst>
        <pc:spChg chg="add mod">
          <ac:chgData name="Teuku Raja Irfan Radarma" userId="cf428174-95ba-4576-8554-3a3b8ffa52b7" providerId="ADAL" clId="{5F76268C-0FDD-4573-81E8-E132646E1AD5}" dt="2026-02-07T01:14:06.737" v="504" actId="20577"/>
          <ac:spMkLst>
            <pc:docMk/>
            <pc:sldMk cId="61430686" sldId="353"/>
            <ac:spMk id="2" creationId="{8178C37E-E909-4C58-8216-66C557C8DA27}"/>
          </ac:spMkLst>
        </pc:spChg>
        <pc:spChg chg="mod">
          <ac:chgData name="Teuku Raja Irfan Radarma" userId="cf428174-95ba-4576-8554-3a3b8ffa52b7" providerId="ADAL" clId="{5F76268C-0FDD-4573-81E8-E132646E1AD5}" dt="2026-01-29T15:00:10.987" v="369" actId="1076"/>
          <ac:spMkLst>
            <pc:docMk/>
            <pc:sldMk cId="61430686" sldId="353"/>
            <ac:spMk id="24" creationId="{19890BCF-7D55-470E-94D2-CC7406AEDC1C}"/>
          </ac:spMkLst>
        </pc:spChg>
      </pc:sldChg>
      <pc:sldChg chg="modSp new mod">
        <pc:chgData name="Teuku Raja Irfan Radarma" userId="cf428174-95ba-4576-8554-3a3b8ffa52b7" providerId="ADAL" clId="{5F76268C-0FDD-4573-81E8-E132646E1AD5}" dt="2026-02-08T12:29:56.062" v="1290" actId="20577"/>
        <pc:sldMkLst>
          <pc:docMk/>
          <pc:sldMk cId="4133675403" sldId="354"/>
        </pc:sldMkLst>
        <pc:spChg chg="mod">
          <ac:chgData name="Teuku Raja Irfan Radarma" userId="cf428174-95ba-4576-8554-3a3b8ffa52b7" providerId="ADAL" clId="{5F76268C-0FDD-4573-81E8-E132646E1AD5}" dt="2026-02-08T12:29:41.137" v="1274" actId="20577"/>
          <ac:spMkLst>
            <pc:docMk/>
            <pc:sldMk cId="4133675403" sldId="354"/>
            <ac:spMk id="2" creationId="{77D7A6FD-5B03-4214-9656-5D97B424CB4A}"/>
          </ac:spMkLst>
        </pc:spChg>
        <pc:spChg chg="mod">
          <ac:chgData name="Teuku Raja Irfan Radarma" userId="cf428174-95ba-4576-8554-3a3b8ffa52b7" providerId="ADAL" clId="{5F76268C-0FDD-4573-81E8-E132646E1AD5}" dt="2026-02-08T12:29:56.062" v="1290" actId="20577"/>
          <ac:spMkLst>
            <pc:docMk/>
            <pc:sldMk cId="4133675403" sldId="354"/>
            <ac:spMk id="3" creationId="{831626C3-DEB2-4909-8F22-0ED848CCD867}"/>
          </ac:spMkLst>
        </pc:spChg>
      </pc:sldChg>
      <pc:sldChg chg="modSp new mod">
        <pc:chgData name="Teuku Raja Irfan Radarma" userId="cf428174-95ba-4576-8554-3a3b8ffa52b7" providerId="ADAL" clId="{5F76268C-0FDD-4573-81E8-E132646E1AD5}" dt="2026-02-08T12:51:22.503" v="1294" actId="20577"/>
        <pc:sldMkLst>
          <pc:docMk/>
          <pc:sldMk cId="4007943352" sldId="355"/>
        </pc:sldMkLst>
        <pc:spChg chg="mod">
          <ac:chgData name="Teuku Raja Irfan Radarma" userId="cf428174-95ba-4576-8554-3a3b8ffa52b7" providerId="ADAL" clId="{5F76268C-0FDD-4573-81E8-E132646E1AD5}" dt="2026-01-29T15:01:57.258" v="499" actId="20577"/>
          <ac:spMkLst>
            <pc:docMk/>
            <pc:sldMk cId="4007943352" sldId="355"/>
            <ac:spMk id="2" creationId="{53FF6A99-5372-4393-BB98-4B47AEF0E3D0}"/>
          </ac:spMkLst>
        </pc:spChg>
        <pc:spChg chg="mod">
          <ac:chgData name="Teuku Raja Irfan Radarma" userId="cf428174-95ba-4576-8554-3a3b8ffa52b7" providerId="ADAL" clId="{5F76268C-0FDD-4573-81E8-E132646E1AD5}" dt="2026-02-08T12:51:22.503" v="1294" actId="20577"/>
          <ac:spMkLst>
            <pc:docMk/>
            <pc:sldMk cId="4007943352" sldId="355"/>
            <ac:spMk id="4" creationId="{69E77D85-1114-4FAE-B718-01BBA4C4D26E}"/>
          </ac:spMkLst>
        </pc:spChg>
      </pc:sldChg>
      <pc:sldChg chg="addSp delSp modSp add mod">
        <pc:chgData name="Teuku Raja Irfan Radarma" userId="cf428174-95ba-4576-8554-3a3b8ffa52b7" providerId="ADAL" clId="{5F76268C-0FDD-4573-81E8-E132646E1AD5}" dt="2026-02-07T01:17:30.566" v="720" actId="1076"/>
        <pc:sldMkLst>
          <pc:docMk/>
          <pc:sldMk cId="3563786799" sldId="356"/>
        </pc:sldMkLst>
        <pc:spChg chg="del">
          <ac:chgData name="Teuku Raja Irfan Radarma" userId="cf428174-95ba-4576-8554-3a3b8ffa52b7" providerId="ADAL" clId="{5F76268C-0FDD-4573-81E8-E132646E1AD5}" dt="2026-02-07T01:15:20.449" v="554" actId="478"/>
          <ac:spMkLst>
            <pc:docMk/>
            <pc:sldMk cId="3563786799" sldId="356"/>
            <ac:spMk id="2" creationId="{8178C37E-E909-4C58-8216-66C557C8DA27}"/>
          </ac:spMkLst>
        </pc:spChg>
        <pc:spChg chg="add mod">
          <ac:chgData name="Teuku Raja Irfan Radarma" userId="cf428174-95ba-4576-8554-3a3b8ffa52b7" providerId="ADAL" clId="{5F76268C-0FDD-4573-81E8-E132646E1AD5}" dt="2026-02-07T01:15:31.779" v="556" actId="1076"/>
          <ac:spMkLst>
            <pc:docMk/>
            <pc:sldMk cId="3563786799" sldId="356"/>
            <ac:spMk id="3" creationId="{9C018FBC-06A5-4710-AC48-B2468E9D0E91}"/>
          </ac:spMkLst>
        </pc:spChg>
        <pc:spChg chg="mod">
          <ac:chgData name="Teuku Raja Irfan Radarma" userId="cf428174-95ba-4576-8554-3a3b8ffa52b7" providerId="ADAL" clId="{5F76268C-0FDD-4573-81E8-E132646E1AD5}" dt="2026-02-07T01:15:13.763" v="553" actId="20577"/>
          <ac:spMkLst>
            <pc:docMk/>
            <pc:sldMk cId="3563786799" sldId="356"/>
            <ac:spMk id="5" creationId="{D09A9491-0934-4AF0-A830-71E4C1CD9089}"/>
          </ac:spMkLst>
        </pc:spChg>
        <pc:spChg chg="del">
          <ac:chgData name="Teuku Raja Irfan Radarma" userId="cf428174-95ba-4576-8554-3a3b8ffa52b7" providerId="ADAL" clId="{5F76268C-0FDD-4573-81E8-E132646E1AD5}" dt="2026-02-07T01:15:20.449" v="554" actId="478"/>
          <ac:spMkLst>
            <pc:docMk/>
            <pc:sldMk cId="3563786799" sldId="356"/>
            <ac:spMk id="24" creationId="{19890BCF-7D55-470E-94D2-CC7406AEDC1C}"/>
          </ac:spMkLst>
        </pc:spChg>
        <pc:spChg chg="add mod">
          <ac:chgData name="Teuku Raja Irfan Radarma" userId="cf428174-95ba-4576-8554-3a3b8ffa52b7" providerId="ADAL" clId="{5F76268C-0FDD-4573-81E8-E132646E1AD5}" dt="2026-02-07T01:16:26.748" v="561" actId="14100"/>
          <ac:spMkLst>
            <pc:docMk/>
            <pc:sldMk cId="3563786799" sldId="356"/>
            <ac:spMk id="25" creationId="{9E18854D-71CE-4C10-B34E-F2C78BDB088E}"/>
          </ac:spMkLst>
        </pc:spChg>
        <pc:spChg chg="add mod">
          <ac:chgData name="Teuku Raja Irfan Radarma" userId="cf428174-95ba-4576-8554-3a3b8ffa52b7" providerId="ADAL" clId="{5F76268C-0FDD-4573-81E8-E132646E1AD5}" dt="2026-02-07T01:15:35.912" v="558" actId="571"/>
          <ac:spMkLst>
            <pc:docMk/>
            <pc:sldMk cId="3563786799" sldId="356"/>
            <ac:spMk id="26" creationId="{7989409F-0439-439B-905E-035D111C2EDE}"/>
          </ac:spMkLst>
        </pc:spChg>
        <pc:spChg chg="add mod">
          <ac:chgData name="Teuku Raja Irfan Radarma" userId="cf428174-95ba-4576-8554-3a3b8ffa52b7" providerId="ADAL" clId="{5F76268C-0FDD-4573-81E8-E132646E1AD5}" dt="2026-02-07T01:17:30.566" v="720" actId="1076"/>
          <ac:spMkLst>
            <pc:docMk/>
            <pc:sldMk cId="3563786799" sldId="356"/>
            <ac:spMk id="30" creationId="{78DAA3DB-CF34-476E-992E-965FD4F2B31F}"/>
          </ac:spMkLst>
        </pc:spChg>
        <pc:picChg chg="add mod">
          <ac:chgData name="Teuku Raja Irfan Radarma" userId="cf428174-95ba-4576-8554-3a3b8ffa52b7" providerId="ADAL" clId="{5F76268C-0FDD-4573-81E8-E132646E1AD5}" dt="2026-02-07T01:16:32.477" v="564" actId="571"/>
          <ac:picMkLst>
            <pc:docMk/>
            <pc:sldMk cId="3563786799" sldId="356"/>
            <ac:picMk id="28" creationId="{9870B39D-E6C7-43B5-A0EE-F3495577ED86}"/>
          </ac:picMkLst>
        </pc:picChg>
        <pc:picChg chg="add mod">
          <ac:chgData name="Teuku Raja Irfan Radarma" userId="cf428174-95ba-4576-8554-3a3b8ffa52b7" providerId="ADAL" clId="{5F76268C-0FDD-4573-81E8-E132646E1AD5}" dt="2026-02-07T01:16:34.456" v="565" actId="571"/>
          <ac:picMkLst>
            <pc:docMk/>
            <pc:sldMk cId="3563786799" sldId="356"/>
            <ac:picMk id="29" creationId="{4A847982-FA9F-4F73-B709-DF392C25A4FA}"/>
          </ac:picMkLst>
        </pc:picChg>
        <pc:picChg chg="add mod">
          <ac:chgData name="Teuku Raja Irfan Radarma" userId="cf428174-95ba-4576-8554-3a3b8ffa52b7" providerId="ADAL" clId="{5F76268C-0FDD-4573-81E8-E132646E1AD5}" dt="2026-02-07T01:16:30.529" v="563" actId="1076"/>
          <ac:picMkLst>
            <pc:docMk/>
            <pc:sldMk cId="3563786799" sldId="356"/>
            <ac:picMk id="1026" creationId="{B4153FF3-434D-4E9C-B858-8EC9CFCDE597}"/>
          </ac:picMkLst>
        </pc:picChg>
      </pc:sldChg>
      <pc:sldChg chg="addSp delSp modSp add mod">
        <pc:chgData name="Teuku Raja Irfan Radarma" userId="cf428174-95ba-4576-8554-3a3b8ffa52b7" providerId="ADAL" clId="{5F76268C-0FDD-4573-81E8-E132646E1AD5}" dt="2026-02-07T01:18:22.298" v="790" actId="478"/>
        <pc:sldMkLst>
          <pc:docMk/>
          <pc:sldMk cId="2321598613" sldId="357"/>
        </pc:sldMkLst>
        <pc:spChg chg="mod">
          <ac:chgData name="Teuku Raja Irfan Radarma" userId="cf428174-95ba-4576-8554-3a3b8ffa52b7" providerId="ADAL" clId="{5F76268C-0FDD-4573-81E8-E132646E1AD5}" dt="2026-02-07T01:18:08.164" v="788" actId="20577"/>
          <ac:spMkLst>
            <pc:docMk/>
            <pc:sldMk cId="2321598613" sldId="357"/>
            <ac:spMk id="2" creationId="{7E958052-05B2-9F29-B874-84F80A24B16B}"/>
          </ac:spMkLst>
        </pc:spChg>
        <pc:spChg chg="del">
          <ac:chgData name="Teuku Raja Irfan Radarma" userId="cf428174-95ba-4576-8554-3a3b8ffa52b7" providerId="ADAL" clId="{5F76268C-0FDD-4573-81E8-E132646E1AD5}" dt="2026-02-07T01:18:20.040" v="789" actId="478"/>
          <ac:spMkLst>
            <pc:docMk/>
            <pc:sldMk cId="2321598613" sldId="357"/>
            <ac:spMk id="4" creationId="{EE064B16-72CC-4606-A23D-7291843EEFBB}"/>
          </ac:spMkLst>
        </pc:spChg>
        <pc:spChg chg="add del mod">
          <ac:chgData name="Teuku Raja Irfan Radarma" userId="cf428174-95ba-4576-8554-3a3b8ffa52b7" providerId="ADAL" clId="{5F76268C-0FDD-4573-81E8-E132646E1AD5}" dt="2026-02-07T01:18:22.298" v="790" actId="478"/>
          <ac:spMkLst>
            <pc:docMk/>
            <pc:sldMk cId="2321598613" sldId="357"/>
            <ac:spMk id="5" creationId="{6A9BCBC5-3158-4BC2-BE83-EF17DE0921F6}"/>
          </ac:spMkLst>
        </pc:spChg>
      </pc:sldChg>
      <pc:sldChg chg="modSp new mod">
        <pc:chgData name="Teuku Raja Irfan Radarma" userId="cf428174-95ba-4576-8554-3a3b8ffa52b7" providerId="ADAL" clId="{5F76268C-0FDD-4573-81E8-E132646E1AD5}" dt="2026-02-07T01:24:31.212" v="865" actId="20577"/>
        <pc:sldMkLst>
          <pc:docMk/>
          <pc:sldMk cId="240012858" sldId="358"/>
        </pc:sldMkLst>
        <pc:spChg chg="mod">
          <ac:chgData name="Teuku Raja Irfan Radarma" userId="cf428174-95ba-4576-8554-3a3b8ffa52b7" providerId="ADAL" clId="{5F76268C-0FDD-4573-81E8-E132646E1AD5}" dt="2026-02-07T01:24:25.610" v="863" actId="20577"/>
          <ac:spMkLst>
            <pc:docMk/>
            <pc:sldMk cId="240012858" sldId="358"/>
            <ac:spMk id="2" creationId="{3FA93A4E-5327-4AA5-A66C-32F130EBBC04}"/>
          </ac:spMkLst>
        </pc:spChg>
        <pc:spChg chg="mod">
          <ac:chgData name="Teuku Raja Irfan Radarma" userId="cf428174-95ba-4576-8554-3a3b8ffa52b7" providerId="ADAL" clId="{5F76268C-0FDD-4573-81E8-E132646E1AD5}" dt="2026-02-07T01:24:31.212" v="865" actId="20577"/>
          <ac:spMkLst>
            <pc:docMk/>
            <pc:sldMk cId="240012858" sldId="358"/>
            <ac:spMk id="3" creationId="{EAB6E919-BE3E-4F21-88E7-35F474F15E80}"/>
          </ac:spMkLst>
        </pc:spChg>
      </pc:sldChg>
      <pc:sldChg chg="delSp modSp new mod ord">
        <pc:chgData name="Teuku Raja Irfan Radarma" userId="cf428174-95ba-4576-8554-3a3b8ffa52b7" providerId="ADAL" clId="{5F76268C-0FDD-4573-81E8-E132646E1AD5}" dt="2026-02-07T01:25:31.365" v="872"/>
        <pc:sldMkLst>
          <pc:docMk/>
          <pc:sldMk cId="1008764849" sldId="359"/>
        </pc:sldMkLst>
        <pc:spChg chg="mod">
          <ac:chgData name="Teuku Raja Irfan Radarma" userId="cf428174-95ba-4576-8554-3a3b8ffa52b7" providerId="ADAL" clId="{5F76268C-0FDD-4573-81E8-E132646E1AD5}" dt="2026-02-07T01:25:09.285" v="868"/>
          <ac:spMkLst>
            <pc:docMk/>
            <pc:sldMk cId="1008764849" sldId="359"/>
            <ac:spMk id="2" creationId="{1A1391B4-117B-4977-A2D9-57A2582D1BDF}"/>
          </ac:spMkLst>
        </pc:spChg>
        <pc:spChg chg="del">
          <ac:chgData name="Teuku Raja Irfan Radarma" userId="cf428174-95ba-4576-8554-3a3b8ffa52b7" providerId="ADAL" clId="{5F76268C-0FDD-4573-81E8-E132646E1AD5}" dt="2026-02-07T01:25:13.051" v="869" actId="478"/>
          <ac:spMkLst>
            <pc:docMk/>
            <pc:sldMk cId="1008764849" sldId="359"/>
            <ac:spMk id="3" creationId="{AB0633D7-8FB7-4DA4-B47B-850B74D070F4}"/>
          </ac:spMkLst>
        </pc:spChg>
      </pc:sldChg>
      <pc:sldChg chg="addSp modSp new mod">
        <pc:chgData name="Teuku Raja Irfan Radarma" userId="cf428174-95ba-4576-8554-3a3b8ffa52b7" providerId="ADAL" clId="{5F76268C-0FDD-4573-81E8-E132646E1AD5}" dt="2026-02-08T10:30:13.529" v="1243" actId="1076"/>
        <pc:sldMkLst>
          <pc:docMk/>
          <pc:sldMk cId="651303383" sldId="360"/>
        </pc:sldMkLst>
        <pc:spChg chg="mod">
          <ac:chgData name="Teuku Raja Irfan Radarma" userId="cf428174-95ba-4576-8554-3a3b8ffa52b7" providerId="ADAL" clId="{5F76268C-0FDD-4573-81E8-E132646E1AD5}" dt="2026-02-08T10:20:44.062" v="983" actId="14100"/>
          <ac:spMkLst>
            <pc:docMk/>
            <pc:sldMk cId="651303383" sldId="360"/>
            <ac:spMk id="2" creationId="{8104A951-360E-4826-975F-7CD42E000603}"/>
          </ac:spMkLst>
        </pc:spChg>
        <pc:spChg chg="mod">
          <ac:chgData name="Teuku Raja Irfan Radarma" userId="cf428174-95ba-4576-8554-3a3b8ffa52b7" providerId="ADAL" clId="{5F76268C-0FDD-4573-81E8-E132646E1AD5}" dt="2026-02-08T10:28:54.818" v="1196" actId="20577"/>
          <ac:spMkLst>
            <pc:docMk/>
            <pc:sldMk cId="651303383" sldId="360"/>
            <ac:spMk id="3" creationId="{5A0CD46B-FF6D-425A-AC54-A948FB9B8C10}"/>
          </ac:spMkLst>
        </pc:spChg>
        <pc:spChg chg="add mod">
          <ac:chgData name="Teuku Raja Irfan Radarma" userId="cf428174-95ba-4576-8554-3a3b8ffa52b7" providerId="ADAL" clId="{5F76268C-0FDD-4573-81E8-E132646E1AD5}" dt="2026-02-08T10:22:33.947" v="1050" actId="1076"/>
          <ac:spMkLst>
            <pc:docMk/>
            <pc:sldMk cId="651303383" sldId="360"/>
            <ac:spMk id="5" creationId="{1CD1BA46-A24F-42F6-9023-A72AC346CFA8}"/>
          </ac:spMkLst>
        </pc:spChg>
        <pc:spChg chg="add mod">
          <ac:chgData name="Teuku Raja Irfan Radarma" userId="cf428174-95ba-4576-8554-3a3b8ffa52b7" providerId="ADAL" clId="{5F76268C-0FDD-4573-81E8-E132646E1AD5}" dt="2026-02-08T10:22:33.947" v="1050" actId="1076"/>
          <ac:spMkLst>
            <pc:docMk/>
            <pc:sldMk cId="651303383" sldId="360"/>
            <ac:spMk id="6" creationId="{14851890-3BDA-44D8-ADC8-A6C1485C41DF}"/>
          </ac:spMkLst>
        </pc:spChg>
        <pc:spChg chg="add mod">
          <ac:chgData name="Teuku Raja Irfan Radarma" userId="cf428174-95ba-4576-8554-3a3b8ffa52b7" providerId="ADAL" clId="{5F76268C-0FDD-4573-81E8-E132646E1AD5}" dt="2026-02-08T10:22:33.947" v="1050" actId="1076"/>
          <ac:spMkLst>
            <pc:docMk/>
            <pc:sldMk cId="651303383" sldId="360"/>
            <ac:spMk id="7" creationId="{1A8B5F78-AAD6-4000-8E51-E125E24C074C}"/>
          </ac:spMkLst>
        </pc:spChg>
        <pc:spChg chg="add mod">
          <ac:chgData name="Teuku Raja Irfan Radarma" userId="cf428174-95ba-4576-8554-3a3b8ffa52b7" providerId="ADAL" clId="{5F76268C-0FDD-4573-81E8-E132646E1AD5}" dt="2026-02-08T10:22:33.947" v="1050" actId="1076"/>
          <ac:spMkLst>
            <pc:docMk/>
            <pc:sldMk cId="651303383" sldId="360"/>
            <ac:spMk id="8" creationId="{1A979CA3-3C33-4A1B-B253-D881940E5115}"/>
          </ac:spMkLst>
        </pc:spChg>
        <pc:spChg chg="add mod">
          <ac:chgData name="Teuku Raja Irfan Radarma" userId="cf428174-95ba-4576-8554-3a3b8ffa52b7" providerId="ADAL" clId="{5F76268C-0FDD-4573-81E8-E132646E1AD5}" dt="2026-02-08T10:22:33.947" v="1050" actId="1076"/>
          <ac:spMkLst>
            <pc:docMk/>
            <pc:sldMk cId="651303383" sldId="360"/>
            <ac:spMk id="10" creationId="{7B0FF68D-04D9-45CC-A155-83E1EA5D4038}"/>
          </ac:spMkLst>
        </pc:spChg>
        <pc:spChg chg="add mod">
          <ac:chgData name="Teuku Raja Irfan Radarma" userId="cf428174-95ba-4576-8554-3a3b8ffa52b7" providerId="ADAL" clId="{5F76268C-0FDD-4573-81E8-E132646E1AD5}" dt="2026-02-08T10:22:33.947" v="1050" actId="1076"/>
          <ac:spMkLst>
            <pc:docMk/>
            <pc:sldMk cId="651303383" sldId="360"/>
            <ac:spMk id="12" creationId="{902155F3-E74C-4464-AC47-EA8F0949166A}"/>
          </ac:spMkLst>
        </pc:spChg>
        <pc:spChg chg="add mod">
          <ac:chgData name="Teuku Raja Irfan Radarma" userId="cf428174-95ba-4576-8554-3a3b8ffa52b7" providerId="ADAL" clId="{5F76268C-0FDD-4573-81E8-E132646E1AD5}" dt="2026-02-08T10:22:33.947" v="1050" actId="1076"/>
          <ac:spMkLst>
            <pc:docMk/>
            <pc:sldMk cId="651303383" sldId="360"/>
            <ac:spMk id="14" creationId="{249CDD13-EC12-4416-8D2A-3D5147717459}"/>
          </ac:spMkLst>
        </pc:spChg>
        <pc:spChg chg="add mod">
          <ac:chgData name="Teuku Raja Irfan Radarma" userId="cf428174-95ba-4576-8554-3a3b8ffa52b7" providerId="ADAL" clId="{5F76268C-0FDD-4573-81E8-E132646E1AD5}" dt="2026-02-08T10:22:39.147" v="1051" actId="1076"/>
          <ac:spMkLst>
            <pc:docMk/>
            <pc:sldMk cId="651303383" sldId="360"/>
            <ac:spMk id="15" creationId="{77449E07-0D90-4AED-9450-C96E22023D0E}"/>
          </ac:spMkLst>
        </pc:spChg>
        <pc:spChg chg="add mod">
          <ac:chgData name="Teuku Raja Irfan Radarma" userId="cf428174-95ba-4576-8554-3a3b8ffa52b7" providerId="ADAL" clId="{5F76268C-0FDD-4573-81E8-E132646E1AD5}" dt="2026-02-08T10:30:10.675" v="1242" actId="121"/>
          <ac:spMkLst>
            <pc:docMk/>
            <pc:sldMk cId="651303383" sldId="360"/>
            <ac:spMk id="16" creationId="{D6B45699-1D30-4CB8-9A6E-D4AE69E845C8}"/>
          </ac:spMkLst>
        </pc:spChg>
        <pc:spChg chg="add mod">
          <ac:chgData name="Teuku Raja Irfan Radarma" userId="cf428174-95ba-4576-8554-3a3b8ffa52b7" providerId="ADAL" clId="{5F76268C-0FDD-4573-81E8-E132646E1AD5}" dt="2026-02-08T10:30:13.529" v="1243" actId="1076"/>
          <ac:spMkLst>
            <pc:docMk/>
            <pc:sldMk cId="651303383" sldId="360"/>
            <ac:spMk id="17" creationId="{5DED81EF-470A-4DCD-9E79-A513118A9340}"/>
          </ac:spMkLst>
        </pc:spChg>
      </pc:sldChg>
      <pc:sldChg chg="addSp delSp modSp new mod">
        <pc:chgData name="Teuku Raja Irfan Radarma" userId="cf428174-95ba-4576-8554-3a3b8ffa52b7" providerId="ADAL" clId="{5F76268C-0FDD-4573-81E8-E132646E1AD5}" dt="2026-02-08T10:30:29.491" v="1250" actId="1076"/>
        <pc:sldMkLst>
          <pc:docMk/>
          <pc:sldMk cId="1875281147" sldId="361"/>
        </pc:sldMkLst>
        <pc:spChg chg="mod">
          <ac:chgData name="Teuku Raja Irfan Radarma" userId="cf428174-95ba-4576-8554-3a3b8ffa52b7" providerId="ADAL" clId="{5F76268C-0FDD-4573-81E8-E132646E1AD5}" dt="2026-02-08T10:25:58.388" v="1143" actId="14100"/>
          <ac:spMkLst>
            <pc:docMk/>
            <pc:sldMk cId="1875281147" sldId="361"/>
            <ac:spMk id="2" creationId="{9AF1DCBB-BCAD-4EB4-9E82-EFE63A314E3C}"/>
          </ac:spMkLst>
        </pc:spChg>
        <pc:spChg chg="mod">
          <ac:chgData name="Teuku Raja Irfan Radarma" userId="cf428174-95ba-4576-8554-3a3b8ffa52b7" providerId="ADAL" clId="{5F76268C-0FDD-4573-81E8-E132646E1AD5}" dt="2026-02-08T10:26:01.752" v="1145" actId="14100"/>
          <ac:spMkLst>
            <pc:docMk/>
            <pc:sldMk cId="1875281147" sldId="361"/>
            <ac:spMk id="3" creationId="{F942231C-BCA5-498E-BAE1-479B56F17B6D}"/>
          </ac:spMkLst>
        </pc:spChg>
        <pc:spChg chg="add del mod">
          <ac:chgData name="Teuku Raja Irfan Radarma" userId="cf428174-95ba-4576-8554-3a3b8ffa52b7" providerId="ADAL" clId="{5F76268C-0FDD-4573-81E8-E132646E1AD5}" dt="2026-02-08T10:24:07.510" v="1071" actId="478"/>
          <ac:spMkLst>
            <pc:docMk/>
            <pc:sldMk cId="1875281147" sldId="361"/>
            <ac:spMk id="5" creationId="{6522C833-ECFD-4D12-84FE-AA333E1CA42C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6" creationId="{83EDA0C7-D596-418A-9A2F-3D42C4836527}"/>
          </ac:spMkLst>
        </pc:spChg>
        <pc:spChg chg="add mod">
          <ac:chgData name="Teuku Raja Irfan Radarma" userId="cf428174-95ba-4576-8554-3a3b8ffa52b7" providerId="ADAL" clId="{5F76268C-0FDD-4573-81E8-E132646E1AD5}" dt="2026-02-08T10:24:26.120" v="1086" actId="571"/>
          <ac:spMkLst>
            <pc:docMk/>
            <pc:sldMk cId="1875281147" sldId="361"/>
            <ac:spMk id="7" creationId="{630EEECC-BE0D-4105-A2F2-9243564533BB}"/>
          </ac:spMkLst>
        </pc:spChg>
        <pc:spChg chg="add mod">
          <ac:chgData name="Teuku Raja Irfan Radarma" userId="cf428174-95ba-4576-8554-3a3b8ffa52b7" providerId="ADAL" clId="{5F76268C-0FDD-4573-81E8-E132646E1AD5}" dt="2026-02-08T10:24:26.120" v="1086" actId="571"/>
          <ac:spMkLst>
            <pc:docMk/>
            <pc:sldMk cId="1875281147" sldId="361"/>
            <ac:spMk id="8" creationId="{4DE50D58-9DC2-4BFD-AECD-59A8474D49FD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9" creationId="{9D57C2AA-6935-4958-ACD5-511215E15475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10" creationId="{BDE32B92-BEA4-4627-A16E-F5B858189464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15" creationId="{17949192-41A6-4E72-B5B0-AF5DE01B7EF6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16" creationId="{7A25644D-A658-4DC6-B526-0C48008A7AB7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17" creationId="{735078F2-5D8A-4A70-A883-BC92689ABA94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18" creationId="{A68C8706-B904-4850-BB74-785EE891664F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19" creationId="{84401E80-098F-47E4-AB4E-BFC99FB95F74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22" creationId="{3D387650-ECD5-479D-AA6A-CF3F2F8ACF0D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23" creationId="{421D3F9C-7944-4CA6-8557-D68E24B91591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24" creationId="{3B8B4E2A-29FC-4275-BD91-F8020B4A4A85}"/>
          </ac:spMkLst>
        </pc:spChg>
        <pc:spChg chg="add del mod">
          <ac:chgData name="Teuku Raja Irfan Radarma" userId="cf428174-95ba-4576-8554-3a3b8ffa52b7" providerId="ADAL" clId="{5F76268C-0FDD-4573-81E8-E132646E1AD5}" dt="2026-02-08T10:26:58.581" v="1165" actId="478"/>
          <ac:spMkLst>
            <pc:docMk/>
            <pc:sldMk cId="1875281147" sldId="361"/>
            <ac:spMk id="25" creationId="{D9B227C6-1FDE-4DC1-82DF-B68CCDB5DE53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28" creationId="{F7099CEB-7378-4A29-B154-5802CBC4B5C2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29" creationId="{8E5E01AF-0563-48DC-8FF6-4E0DC86CF412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34" creationId="{95200FFA-6CA8-455D-9CA7-9EE2CB195CD9}"/>
          </ac:spMkLst>
        </pc:spChg>
        <pc:spChg chg="add mod">
          <ac:chgData name="Teuku Raja Irfan Radarma" userId="cf428174-95ba-4576-8554-3a3b8ffa52b7" providerId="ADAL" clId="{5F76268C-0FDD-4573-81E8-E132646E1AD5}" dt="2026-02-08T10:27:54.444" v="1194" actId="1076"/>
          <ac:spMkLst>
            <pc:docMk/>
            <pc:sldMk cId="1875281147" sldId="361"/>
            <ac:spMk id="36" creationId="{FD3968D3-BFDF-434E-BCF5-F53879104E44}"/>
          </ac:spMkLst>
        </pc:spChg>
        <pc:spChg chg="add del mod">
          <ac:chgData name="Teuku Raja Irfan Radarma" userId="cf428174-95ba-4576-8554-3a3b8ffa52b7" providerId="ADAL" clId="{5F76268C-0FDD-4573-81E8-E132646E1AD5}" dt="2026-02-08T10:29:52.590" v="1237"/>
          <ac:spMkLst>
            <pc:docMk/>
            <pc:sldMk cId="1875281147" sldId="361"/>
            <ac:spMk id="37" creationId="{314E20B2-52AC-4CF7-83B8-71361129ED93}"/>
          </ac:spMkLst>
        </pc:spChg>
        <pc:spChg chg="add del mod">
          <ac:chgData name="Teuku Raja Irfan Radarma" userId="cf428174-95ba-4576-8554-3a3b8ffa52b7" providerId="ADAL" clId="{5F76268C-0FDD-4573-81E8-E132646E1AD5}" dt="2026-02-08T10:29:52.590" v="1237"/>
          <ac:spMkLst>
            <pc:docMk/>
            <pc:sldMk cId="1875281147" sldId="361"/>
            <ac:spMk id="38" creationId="{DC9AD639-EB8E-4E67-B163-2A57FE16E96B}"/>
          </ac:spMkLst>
        </pc:spChg>
        <pc:spChg chg="add mod">
          <ac:chgData name="Teuku Raja Irfan Radarma" userId="cf428174-95ba-4576-8554-3a3b8ffa52b7" providerId="ADAL" clId="{5F76268C-0FDD-4573-81E8-E132646E1AD5}" dt="2026-02-08T10:30:29.491" v="1250" actId="1076"/>
          <ac:spMkLst>
            <pc:docMk/>
            <pc:sldMk cId="1875281147" sldId="361"/>
            <ac:spMk id="39" creationId="{8B5BADAB-798E-41D9-A317-3F0935BBAC3A}"/>
          </ac:spMkLst>
        </pc:spChg>
        <pc:spChg chg="add mod">
          <ac:chgData name="Teuku Raja Irfan Radarma" userId="cf428174-95ba-4576-8554-3a3b8ffa52b7" providerId="ADAL" clId="{5F76268C-0FDD-4573-81E8-E132646E1AD5}" dt="2026-02-08T10:30:29.491" v="1250" actId="1076"/>
          <ac:spMkLst>
            <pc:docMk/>
            <pc:sldMk cId="1875281147" sldId="361"/>
            <ac:spMk id="40" creationId="{7936A0DD-948A-4568-8281-830D5131C7BD}"/>
          </ac:spMkLst>
        </pc:spChg>
        <pc:picChg chg="add mod">
          <ac:chgData name="Teuku Raja Irfan Radarma" userId="cf428174-95ba-4576-8554-3a3b8ffa52b7" providerId="ADAL" clId="{5F76268C-0FDD-4573-81E8-E132646E1AD5}" dt="2026-02-08T10:27:54.444" v="1194" actId="1076"/>
          <ac:picMkLst>
            <pc:docMk/>
            <pc:sldMk cId="1875281147" sldId="361"/>
            <ac:picMk id="3074" creationId="{9230ED81-B33B-45CC-8307-623468814215}"/>
          </ac:picMkLst>
        </pc:picChg>
        <pc:cxnChg chg="add mod">
          <ac:chgData name="Teuku Raja Irfan Radarma" userId="cf428174-95ba-4576-8554-3a3b8ffa52b7" providerId="ADAL" clId="{5F76268C-0FDD-4573-81E8-E132646E1AD5}" dt="2026-02-08T10:27:54.444" v="1194" actId="1076"/>
          <ac:cxnSpMkLst>
            <pc:docMk/>
            <pc:sldMk cId="1875281147" sldId="361"/>
            <ac:cxnSpMk id="12" creationId="{7EA1E289-3841-4422-A63C-BEDDB709AF70}"/>
          </ac:cxnSpMkLst>
        </pc:cxnChg>
        <pc:cxnChg chg="add mod">
          <ac:chgData name="Teuku Raja Irfan Radarma" userId="cf428174-95ba-4576-8554-3a3b8ffa52b7" providerId="ADAL" clId="{5F76268C-0FDD-4573-81E8-E132646E1AD5}" dt="2026-02-08T10:27:54.444" v="1194" actId="1076"/>
          <ac:cxnSpMkLst>
            <pc:docMk/>
            <pc:sldMk cId="1875281147" sldId="361"/>
            <ac:cxnSpMk id="14" creationId="{17984094-F049-47F0-AF4B-44B9975ADD71}"/>
          </ac:cxnSpMkLst>
        </pc:cxnChg>
        <pc:cxnChg chg="add mod">
          <ac:chgData name="Teuku Raja Irfan Radarma" userId="cf428174-95ba-4576-8554-3a3b8ffa52b7" providerId="ADAL" clId="{5F76268C-0FDD-4573-81E8-E132646E1AD5}" dt="2026-02-08T10:27:54.444" v="1194" actId="1076"/>
          <ac:cxnSpMkLst>
            <pc:docMk/>
            <pc:sldMk cId="1875281147" sldId="361"/>
            <ac:cxnSpMk id="20" creationId="{2E1AB17C-BD35-4157-B17B-3EA06D5734BF}"/>
          </ac:cxnSpMkLst>
        </pc:cxnChg>
        <pc:cxnChg chg="add mod">
          <ac:chgData name="Teuku Raja Irfan Radarma" userId="cf428174-95ba-4576-8554-3a3b8ffa52b7" providerId="ADAL" clId="{5F76268C-0FDD-4573-81E8-E132646E1AD5}" dt="2026-02-08T10:27:54.444" v="1194" actId="1076"/>
          <ac:cxnSpMkLst>
            <pc:docMk/>
            <pc:sldMk cId="1875281147" sldId="361"/>
            <ac:cxnSpMk id="21" creationId="{38CE7046-7940-43B9-B89F-DE38D18F77DF}"/>
          </ac:cxnSpMkLst>
        </pc:cxnChg>
        <pc:cxnChg chg="add mod">
          <ac:chgData name="Teuku Raja Irfan Radarma" userId="cf428174-95ba-4576-8554-3a3b8ffa52b7" providerId="ADAL" clId="{5F76268C-0FDD-4573-81E8-E132646E1AD5}" dt="2026-02-08T10:27:54.444" v="1194" actId="1076"/>
          <ac:cxnSpMkLst>
            <pc:docMk/>
            <pc:sldMk cId="1875281147" sldId="361"/>
            <ac:cxnSpMk id="26" creationId="{CD67C1F8-43A8-46A1-8EB1-B339AC90BB9F}"/>
          </ac:cxnSpMkLst>
        </pc:cxnChg>
        <pc:cxnChg chg="add mod">
          <ac:chgData name="Teuku Raja Irfan Radarma" userId="cf428174-95ba-4576-8554-3a3b8ffa52b7" providerId="ADAL" clId="{5F76268C-0FDD-4573-81E8-E132646E1AD5}" dt="2026-02-08T10:27:54.444" v="1194" actId="1076"/>
          <ac:cxnSpMkLst>
            <pc:docMk/>
            <pc:sldMk cId="1875281147" sldId="361"/>
            <ac:cxnSpMk id="27" creationId="{D87E0363-8566-4675-871C-4834B2CE6B10}"/>
          </ac:cxnSpMkLst>
        </pc:cxnChg>
        <pc:cxnChg chg="add del mod">
          <ac:chgData name="Teuku Raja Irfan Radarma" userId="cf428174-95ba-4576-8554-3a3b8ffa52b7" providerId="ADAL" clId="{5F76268C-0FDD-4573-81E8-E132646E1AD5}" dt="2026-02-08T10:27:06.684" v="1167" actId="478"/>
          <ac:cxnSpMkLst>
            <pc:docMk/>
            <pc:sldMk cId="1875281147" sldId="361"/>
            <ac:cxnSpMk id="30" creationId="{D39AF283-B8AF-4F64-AA3A-CA9C3A9AC820}"/>
          </ac:cxnSpMkLst>
        </pc:cxnChg>
        <pc:cxnChg chg="add del mod">
          <ac:chgData name="Teuku Raja Irfan Radarma" userId="cf428174-95ba-4576-8554-3a3b8ffa52b7" providerId="ADAL" clId="{5F76268C-0FDD-4573-81E8-E132646E1AD5}" dt="2026-02-08T10:27:06.684" v="1167" actId="478"/>
          <ac:cxnSpMkLst>
            <pc:docMk/>
            <pc:sldMk cId="1875281147" sldId="361"/>
            <ac:cxnSpMk id="31" creationId="{30A2C7CA-0107-4AA5-BA90-06317D0B6638}"/>
          </ac:cxnSpMkLst>
        </pc:cxnChg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12132516" sldId="463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49334146" sldId="467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933856039" sldId="503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622249724" sldId="508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855949748" sldId="509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571980247" sldId="510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4123732572" sldId="511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257704597" sldId="512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28243149" sldId="513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329398207" sldId="514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438973189" sldId="515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942938510" sldId="516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686900877" sldId="517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935258800" sldId="518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023774770" sldId="519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045896006" sldId="520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46161136" sldId="521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4258412239" sldId="522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122227981" sldId="523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059073382" sldId="524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628511281" sldId="525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846841689" sldId="526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296058815" sldId="527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56603638" sldId="528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46024683" sldId="529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602152876" sldId="530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309344734" sldId="531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53016244" sldId="532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458464840" sldId="533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998972146" sldId="534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322330529" sldId="535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671780888" sldId="536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415328886" sldId="537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090626872" sldId="538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05687751" sldId="539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444465115" sldId="540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4281984631" sldId="541"/>
        </pc:sldMkLst>
      </pc:sldChg>
      <pc:sldMasterChg chg="addSldLayout modSldLayout">
        <pc:chgData name="Teuku Raja Irfan Radarma" userId="cf428174-95ba-4576-8554-3a3b8ffa52b7" providerId="ADAL" clId="{5F76268C-0FDD-4573-81E8-E132646E1AD5}" dt="2026-02-07T01:24:15.889" v="849" actId="14100"/>
        <pc:sldMasterMkLst>
          <pc:docMk/>
          <pc:sldMasterMk cId="856379123" sldId="2147483648"/>
        </pc:sldMasterMkLst>
        <pc:sldLayoutChg chg="addSp delSp modSp add mod modTransition">
          <pc:chgData name="Teuku Raja Irfan Radarma" userId="cf428174-95ba-4576-8554-3a3b8ffa52b7" providerId="ADAL" clId="{5F76268C-0FDD-4573-81E8-E132646E1AD5}" dt="2026-02-07T01:24:15.889" v="849" actId="14100"/>
          <pc:sldLayoutMkLst>
            <pc:docMk/>
            <pc:sldMasterMk cId="856379123" sldId="2147483648"/>
            <pc:sldLayoutMk cId="1704379807" sldId="2147483663"/>
          </pc:sldLayoutMkLst>
          <pc:spChg chg="mod">
            <ac:chgData name="Teuku Raja Irfan Radarma" userId="cf428174-95ba-4576-8554-3a3b8ffa52b7" providerId="ADAL" clId="{5F76268C-0FDD-4573-81E8-E132646E1AD5}" dt="2026-02-07T01:23:26.639" v="842" actId="404"/>
            <ac:spMkLst>
              <pc:docMk/>
              <pc:sldMasterMk cId="856379123" sldId="2147483648"/>
              <pc:sldLayoutMk cId="1704379807" sldId="2147483663"/>
              <ac:spMk id="2" creationId="{CDA4424C-1456-7F97-A7D5-3DFD9B8CDC8B}"/>
            </ac:spMkLst>
          </pc:spChg>
          <pc:spChg chg="mod">
            <ac:chgData name="Teuku Raja Irfan Radarma" userId="cf428174-95ba-4576-8554-3a3b8ffa52b7" providerId="ADAL" clId="{5F76268C-0FDD-4573-81E8-E132646E1AD5}" dt="2026-02-07T01:22:17.778" v="835" actId="207"/>
            <ac:spMkLst>
              <pc:docMk/>
              <pc:sldMasterMk cId="856379123" sldId="2147483648"/>
              <pc:sldLayoutMk cId="1704379807" sldId="2147483663"/>
              <ac:spMk id="3" creationId="{8A8E1FD0-24D3-2D6F-5433-75B6F1C968B0}"/>
            </ac:spMkLst>
          </pc:spChg>
          <pc:spChg chg="add mod ord">
            <ac:chgData name="Teuku Raja Irfan Radarma" userId="cf428174-95ba-4576-8554-3a3b8ffa52b7" providerId="ADAL" clId="{5F76268C-0FDD-4573-81E8-E132646E1AD5}" dt="2026-02-07T01:24:07.322" v="848" actId="207"/>
            <ac:spMkLst>
              <pc:docMk/>
              <pc:sldMasterMk cId="856379123" sldId="2147483648"/>
              <pc:sldLayoutMk cId="1704379807" sldId="2147483663"/>
              <ac:spMk id="8" creationId="{13D26EEB-0515-47E0-BDF2-6403F753F256}"/>
            </ac:spMkLst>
          </pc:spChg>
          <pc:spChg chg="add del mod">
            <ac:chgData name="Teuku Raja Irfan Radarma" userId="cf428174-95ba-4576-8554-3a3b8ffa52b7" providerId="ADAL" clId="{5F76268C-0FDD-4573-81E8-E132646E1AD5}" dt="2026-02-07T01:20:06.662" v="807" actId="478"/>
            <ac:spMkLst>
              <pc:docMk/>
              <pc:sldMasterMk cId="856379123" sldId="2147483648"/>
              <pc:sldLayoutMk cId="1704379807" sldId="2147483663"/>
              <ac:spMk id="9" creationId="{FC9CD173-9628-4C1C-B2C0-F3C9483E2467}"/>
            </ac:spMkLst>
          </pc:spChg>
          <pc:picChg chg="del">
            <ac:chgData name="Teuku Raja Irfan Radarma" userId="cf428174-95ba-4576-8554-3a3b8ffa52b7" providerId="ADAL" clId="{5F76268C-0FDD-4573-81E8-E132646E1AD5}" dt="2026-02-07T01:18:54.909" v="792" actId="478"/>
            <ac:picMkLst>
              <pc:docMk/>
              <pc:sldMasterMk cId="856379123" sldId="2147483648"/>
              <pc:sldLayoutMk cId="1704379807" sldId="2147483663"/>
              <ac:picMk id="10" creationId="{8B63C4CD-A611-EAA3-45C7-78686547DDB8}"/>
            </ac:picMkLst>
          </pc:picChg>
          <pc:picChg chg="mod ord modCrop">
            <ac:chgData name="Teuku Raja Irfan Radarma" userId="cf428174-95ba-4576-8554-3a3b8ffa52b7" providerId="ADAL" clId="{5F76268C-0FDD-4573-81E8-E132646E1AD5}" dt="2026-02-07T01:22:58.522" v="840" actId="732"/>
            <ac:picMkLst>
              <pc:docMk/>
              <pc:sldMasterMk cId="856379123" sldId="2147483648"/>
              <pc:sldLayoutMk cId="1704379807" sldId="2147483663"/>
              <ac:picMk id="12" creationId="{2E3B5FA6-2D9D-F25E-D8E6-3606BD33D99D}"/>
            </ac:picMkLst>
          </pc:picChg>
          <pc:cxnChg chg="mod">
            <ac:chgData name="Teuku Raja Irfan Radarma" userId="cf428174-95ba-4576-8554-3a3b8ffa52b7" providerId="ADAL" clId="{5F76268C-0FDD-4573-81E8-E132646E1AD5}" dt="2026-02-07T01:24:15.889" v="849" actId="14100"/>
            <ac:cxnSpMkLst>
              <pc:docMk/>
              <pc:sldMasterMk cId="856379123" sldId="2147483648"/>
              <pc:sldLayoutMk cId="1704379807" sldId="2147483663"/>
              <ac:cxnSpMk id="14" creationId="{1E527D52-8D29-D3D2-5F30-3F229C472DEE}"/>
            </ac:cxnSpMkLst>
          </pc:cxnChg>
          <pc:cxnChg chg="del mod">
            <ac:chgData name="Teuku Raja Irfan Radarma" userId="cf428174-95ba-4576-8554-3a3b8ffa52b7" providerId="ADAL" clId="{5F76268C-0FDD-4573-81E8-E132646E1AD5}" dt="2026-02-07T01:20:57.842" v="824" actId="478"/>
            <ac:cxnSpMkLst>
              <pc:docMk/>
              <pc:sldMasterMk cId="856379123" sldId="2147483648"/>
              <pc:sldLayoutMk cId="1704379807" sldId="2147483663"/>
              <ac:cxnSpMk id="16" creationId="{E0B7E5C7-ECC4-BCC4-E23E-CB22CCFC232D}"/>
            </ac:cxnSpMkLst>
          </pc:cxnChg>
        </pc:sldLayoutChg>
      </pc:sldMasterChg>
    </pc:docChg>
  </pc:docChgLst>
  <pc:docChgLst>
    <pc:chgData name="Teuku Raja Irfan Radarma" userId="cf428174-95ba-4576-8554-3a3b8ffa52b7" providerId="ADAL" clId="{7C3EAD8C-44D0-4789-8FD3-415EC52390DA}"/>
    <pc:docChg chg="undo custSel addSld delSld modSld sldOrd">
      <pc:chgData name="Teuku Raja Irfan Radarma" userId="cf428174-95ba-4576-8554-3a3b8ffa52b7" providerId="ADAL" clId="{7C3EAD8C-44D0-4789-8FD3-415EC52390DA}" dt="2025-12-14T12:19:13.779" v="2153"/>
      <pc:docMkLst>
        <pc:docMk/>
      </pc:docMkLst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051451500" sldId="30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133513380" sldId="31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62413706" sldId="35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044276249" sldId="36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887449466" sldId="37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666297478" sldId="41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498478276" sldId="41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55149982" sldId="41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181482048" sldId="41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936069305" sldId="42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2647776" sldId="42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667379901" sldId="42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1204890" sldId="42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412359814" sldId="42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010584771" sldId="425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737175484" sldId="42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540797187" sldId="42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800454067" sldId="42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779064407" sldId="43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523778491" sldId="43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120853139" sldId="43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288851674" sldId="43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55152706" sldId="43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79536135" sldId="435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167096350" sldId="43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17202866" sldId="43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455706965" sldId="43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555631206" sldId="43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237315907" sldId="44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25465924" sldId="44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32782106" sldId="44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89816952" sldId="44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326228366" sldId="44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070700227" sldId="44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434165728" sldId="45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250959893" sldId="453"/>
        </pc:sldMkLst>
      </pc:sldChg>
      <pc:sldChg chg="modSp mod">
        <pc:chgData name="Teuku Raja Irfan Radarma" userId="cf428174-95ba-4576-8554-3a3b8ffa52b7" providerId="ADAL" clId="{7C3EAD8C-44D0-4789-8FD3-415EC52390DA}" dt="2025-12-13T11:48:12.948" v="64" actId="20577"/>
        <pc:sldMkLst>
          <pc:docMk/>
          <pc:sldMk cId="349334146" sldId="467"/>
        </pc:sldMkLst>
        <pc:spChg chg="mod">
          <ac:chgData name="Teuku Raja Irfan Radarma" userId="cf428174-95ba-4576-8554-3a3b8ffa52b7" providerId="ADAL" clId="{7C3EAD8C-44D0-4789-8FD3-415EC52390DA}" dt="2025-12-13T11:48:12.948" v="64" actId="20577"/>
          <ac:spMkLst>
            <pc:docMk/>
            <pc:sldMk cId="349334146" sldId="467"/>
            <ac:spMk id="2" creationId="{7E958052-05B2-9F29-B874-84F80A24B16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11:44:40.817" v="0" actId="20577"/>
        <pc:sldMkLst>
          <pc:docMk/>
          <pc:sldMk cId="1512773790" sldId="468"/>
        </pc:sldMkLst>
        <pc:spChg chg="mod">
          <ac:chgData name="Teuku Raja Irfan Radarma" userId="cf428174-95ba-4576-8554-3a3b8ffa52b7" providerId="ADAL" clId="{7C3EAD8C-44D0-4789-8FD3-415EC52390DA}" dt="2025-12-13T11:44:40.817" v="0" actId="20577"/>
          <ac:spMkLst>
            <pc:docMk/>
            <pc:sldMk cId="1512773790" sldId="468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23:16:23.645" v="1809" actId="20577"/>
        <pc:sldMkLst>
          <pc:docMk/>
          <pc:sldMk cId="3919236139" sldId="469"/>
        </pc:sldMkLst>
        <pc:spChg chg="mod">
          <ac:chgData name="Teuku Raja Irfan Radarma" userId="cf428174-95ba-4576-8554-3a3b8ffa52b7" providerId="ADAL" clId="{7C3EAD8C-44D0-4789-8FD3-415EC52390DA}" dt="2025-12-13T23:16:23.645" v="1809" actId="20577"/>
          <ac:spMkLst>
            <pc:docMk/>
            <pc:sldMk cId="3919236139" sldId="469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23:16:12.947" v="1808" actId="20577"/>
        <pc:sldMkLst>
          <pc:docMk/>
          <pc:sldMk cId="454483339" sldId="470"/>
        </pc:sldMkLst>
        <pc:spChg chg="mod">
          <ac:chgData name="Teuku Raja Irfan Radarma" userId="cf428174-95ba-4576-8554-3a3b8ffa52b7" providerId="ADAL" clId="{7C3EAD8C-44D0-4789-8FD3-415EC52390DA}" dt="2025-12-13T23:16:12.947" v="1808" actId="20577"/>
          <ac:spMkLst>
            <pc:docMk/>
            <pc:sldMk cId="454483339" sldId="470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16:18:37.635" v="1569" actId="20577"/>
        <pc:sldMkLst>
          <pc:docMk/>
          <pc:sldMk cId="2937451312" sldId="471"/>
        </pc:sldMkLst>
        <pc:spChg chg="mod">
          <ac:chgData name="Teuku Raja Irfan Radarma" userId="cf428174-95ba-4576-8554-3a3b8ffa52b7" providerId="ADAL" clId="{7C3EAD8C-44D0-4789-8FD3-415EC52390DA}" dt="2025-12-13T16:18:37.635" v="1569" actId="20577"/>
          <ac:spMkLst>
            <pc:docMk/>
            <pc:sldMk cId="2937451312" sldId="471"/>
            <ac:spMk id="4" creationId="{EE064B16-72CC-4606-A23D-7291843EEFBB}"/>
          </ac:spMkLst>
        </pc:spChg>
      </pc:sldChg>
      <pc:sldChg chg="ord">
        <pc:chgData name="Teuku Raja Irfan Radarma" userId="cf428174-95ba-4576-8554-3a3b8ffa52b7" providerId="ADAL" clId="{7C3EAD8C-44D0-4789-8FD3-415EC52390DA}" dt="2025-12-13T23:18:13.754" v="1813"/>
        <pc:sldMkLst>
          <pc:docMk/>
          <pc:sldMk cId="387560748" sldId="479"/>
        </pc:sldMkLst>
      </pc:sldChg>
      <pc:sldChg chg="addSp delSp modSp mod">
        <pc:chgData name="Teuku Raja Irfan Radarma" userId="cf428174-95ba-4576-8554-3a3b8ffa52b7" providerId="ADAL" clId="{7C3EAD8C-44D0-4789-8FD3-415EC52390DA}" dt="2025-12-13T12:18:12.261" v="706"/>
        <pc:sldMkLst>
          <pc:docMk/>
          <pc:sldMk cId="4022335933" sldId="487"/>
        </pc:sldMkLst>
        <pc:spChg chg="mod">
          <ac:chgData name="Teuku Raja Irfan Radarma" userId="cf428174-95ba-4576-8554-3a3b8ffa52b7" providerId="ADAL" clId="{7C3EAD8C-44D0-4789-8FD3-415EC52390DA}" dt="2025-12-13T12:17:19.044" v="694" actId="14100"/>
          <ac:spMkLst>
            <pc:docMk/>
            <pc:sldMk cId="4022335933" sldId="487"/>
            <ac:spMk id="2" creationId="{DCF32DFD-C949-4BDC-96E3-27F747B280BA}"/>
          </ac:spMkLst>
        </pc:spChg>
        <pc:spChg chg="add del mod">
          <ac:chgData name="Teuku Raja Irfan Radarma" userId="cf428174-95ba-4576-8554-3a3b8ffa52b7" providerId="ADAL" clId="{7C3EAD8C-44D0-4789-8FD3-415EC52390DA}" dt="2025-12-13T12:17:21.130" v="695" actId="14100"/>
          <ac:spMkLst>
            <pc:docMk/>
            <pc:sldMk cId="4022335933" sldId="487"/>
            <ac:spMk id="3" creationId="{48A4AEB8-0CD5-4DCE-83AC-01473DF1CD77}"/>
          </ac:spMkLst>
        </pc:spChg>
        <pc:spChg chg="add del mod">
          <ac:chgData name="Teuku Raja Irfan Radarma" userId="cf428174-95ba-4576-8554-3a3b8ffa52b7" providerId="ADAL" clId="{7C3EAD8C-44D0-4789-8FD3-415EC52390DA}" dt="2025-12-13T11:50:31.729" v="97"/>
          <ac:spMkLst>
            <pc:docMk/>
            <pc:sldMk cId="4022335933" sldId="487"/>
            <ac:spMk id="5" creationId="{1DBE7475-1639-4ADD-8FD6-926F0219923E}"/>
          </ac:spMkLst>
        </pc:spChg>
        <pc:spChg chg="add del mod">
          <ac:chgData name="Teuku Raja Irfan Radarma" userId="cf428174-95ba-4576-8554-3a3b8ffa52b7" providerId="ADAL" clId="{7C3EAD8C-44D0-4789-8FD3-415EC52390DA}" dt="2025-12-13T11:50:37.384" v="99"/>
          <ac:spMkLst>
            <pc:docMk/>
            <pc:sldMk cId="4022335933" sldId="487"/>
            <ac:spMk id="6" creationId="{2B5B214F-6F4B-4568-BCE3-4DCEA1B8CDBF}"/>
          </ac:spMkLst>
        </pc:spChg>
        <pc:spChg chg="add del">
          <ac:chgData name="Teuku Raja Irfan Radarma" userId="cf428174-95ba-4576-8554-3a3b8ffa52b7" providerId="ADAL" clId="{7C3EAD8C-44D0-4789-8FD3-415EC52390DA}" dt="2025-12-13T11:51:26.829" v="229"/>
          <ac:spMkLst>
            <pc:docMk/>
            <pc:sldMk cId="4022335933" sldId="487"/>
            <ac:spMk id="7" creationId="{190F8C76-F50F-48E7-BDE6-80CC2357579D}"/>
          </ac:spMkLst>
        </pc:spChg>
        <pc:spChg chg="add del">
          <ac:chgData name="Teuku Raja Irfan Radarma" userId="cf428174-95ba-4576-8554-3a3b8ffa52b7" providerId="ADAL" clId="{7C3EAD8C-44D0-4789-8FD3-415EC52390DA}" dt="2025-12-13T11:53:21.268" v="241"/>
          <ac:spMkLst>
            <pc:docMk/>
            <pc:sldMk cId="4022335933" sldId="487"/>
            <ac:spMk id="8" creationId="{EF8224E4-19BA-48A5-BEA0-3AA2C8899960}"/>
          </ac:spMkLst>
        </pc:spChg>
        <pc:spChg chg="add mod">
          <ac:chgData name="Teuku Raja Irfan Radarma" userId="cf428174-95ba-4576-8554-3a3b8ffa52b7" providerId="ADAL" clId="{7C3EAD8C-44D0-4789-8FD3-415EC52390DA}" dt="2025-12-13T11:54:46.026" v="265" actId="1076"/>
          <ac:spMkLst>
            <pc:docMk/>
            <pc:sldMk cId="4022335933" sldId="487"/>
            <ac:spMk id="12" creationId="{ABA893AA-3F43-42C5-AF70-83074E6C4AFF}"/>
          </ac:spMkLst>
        </pc:spChg>
        <pc:spChg chg="add mod ord">
          <ac:chgData name="Teuku Raja Irfan Radarma" userId="cf428174-95ba-4576-8554-3a3b8ffa52b7" providerId="ADAL" clId="{7C3EAD8C-44D0-4789-8FD3-415EC52390DA}" dt="2025-12-13T12:18:12.261" v="706"/>
          <ac:spMkLst>
            <pc:docMk/>
            <pc:sldMk cId="4022335933" sldId="487"/>
            <ac:spMk id="13" creationId="{07880959-D833-47D2-B2F8-4742593DC3EF}"/>
          </ac:spMkLst>
        </pc:spChg>
        <pc:picChg chg="add mod modCrop">
          <ac:chgData name="Teuku Raja Irfan Radarma" userId="cf428174-95ba-4576-8554-3a3b8ffa52b7" providerId="ADAL" clId="{7C3EAD8C-44D0-4789-8FD3-415EC52390DA}" dt="2025-12-13T11:53:50.098" v="253" actId="1076"/>
          <ac:picMkLst>
            <pc:docMk/>
            <pc:sldMk cId="4022335933" sldId="487"/>
            <ac:picMk id="10" creationId="{CD9032FA-D057-40DB-A5B5-747DA903161D}"/>
          </ac:picMkLst>
        </pc:picChg>
      </pc:sldChg>
      <pc:sldChg chg="addSp delSp modSp add mod">
        <pc:chgData name="Teuku Raja Irfan Radarma" userId="cf428174-95ba-4576-8554-3a3b8ffa52b7" providerId="ADAL" clId="{7C3EAD8C-44D0-4789-8FD3-415EC52390DA}" dt="2025-12-13T11:46:25.210" v="47" actId="5793"/>
        <pc:sldMkLst>
          <pc:docMk/>
          <pc:sldMk cId="3267413274" sldId="488"/>
        </pc:sldMkLst>
        <pc:spChg chg="mod">
          <ac:chgData name="Teuku Raja Irfan Radarma" userId="cf428174-95ba-4576-8554-3a3b8ffa52b7" providerId="ADAL" clId="{7C3EAD8C-44D0-4789-8FD3-415EC52390DA}" dt="2025-12-13T11:45:59.700" v="34" actId="20577"/>
          <ac:spMkLst>
            <pc:docMk/>
            <pc:sldMk cId="3267413274" sldId="488"/>
            <ac:spMk id="2" creationId="{B0E79BCB-C421-4576-A087-FCD6FF31BF9B}"/>
          </ac:spMkLst>
        </pc:spChg>
        <pc:spChg chg="mod">
          <ac:chgData name="Teuku Raja Irfan Radarma" userId="cf428174-95ba-4576-8554-3a3b8ffa52b7" providerId="ADAL" clId="{7C3EAD8C-44D0-4789-8FD3-415EC52390DA}" dt="2025-12-13T11:46:25.210" v="47" actId="5793"/>
          <ac:spMkLst>
            <pc:docMk/>
            <pc:sldMk cId="3267413274" sldId="488"/>
            <ac:spMk id="3" creationId="{ABCF3ABE-58B5-4A28-BAC6-5477AAC08F7C}"/>
          </ac:spMkLst>
        </pc:spChg>
        <pc:spChg chg="add del">
          <ac:chgData name="Teuku Raja Irfan Radarma" userId="cf428174-95ba-4576-8554-3a3b8ffa52b7" providerId="ADAL" clId="{7C3EAD8C-44D0-4789-8FD3-415EC52390DA}" dt="2025-12-13T11:45:44.773" v="4"/>
          <ac:spMkLst>
            <pc:docMk/>
            <pc:sldMk cId="3267413274" sldId="488"/>
            <ac:spMk id="5" creationId="{AC1E229C-9774-4E3C-88AF-44412C8A3D69}"/>
          </ac:spMkLst>
        </pc:spChg>
        <pc:picChg chg="del">
          <ac:chgData name="Teuku Raja Irfan Radarma" userId="cf428174-95ba-4576-8554-3a3b8ffa52b7" providerId="ADAL" clId="{7C3EAD8C-44D0-4789-8FD3-415EC52390DA}" dt="2025-12-13T11:45:41.957" v="2" actId="478"/>
          <ac:picMkLst>
            <pc:docMk/>
            <pc:sldMk cId="3267413274" sldId="488"/>
            <ac:picMk id="6" creationId="{ED27FADF-1E39-4DEB-B77F-4228CD34F7AA}"/>
          </ac:picMkLst>
        </pc:picChg>
      </pc:sldChg>
      <pc:sldChg chg="addSp delSp modSp add mod ord">
        <pc:chgData name="Teuku Raja Irfan Radarma" userId="cf428174-95ba-4576-8554-3a3b8ffa52b7" providerId="ADAL" clId="{7C3EAD8C-44D0-4789-8FD3-415EC52390DA}" dt="2025-12-13T23:19:48.397" v="1817"/>
        <pc:sldMkLst>
          <pc:docMk/>
          <pc:sldMk cId="4265093686" sldId="489"/>
        </pc:sldMkLst>
        <pc:spChg chg="mod">
          <ac:chgData name="Teuku Raja Irfan Radarma" userId="cf428174-95ba-4576-8554-3a3b8ffa52b7" providerId="ADAL" clId="{7C3EAD8C-44D0-4789-8FD3-415EC52390DA}" dt="2025-12-13T12:16:33.751" v="684" actId="14100"/>
          <ac:spMkLst>
            <pc:docMk/>
            <pc:sldMk cId="4265093686" sldId="489"/>
            <ac:spMk id="2" creationId="{DCF32DFD-C949-4BDC-96E3-27F747B280BA}"/>
          </ac:spMkLst>
        </pc:spChg>
        <pc:spChg chg="mod">
          <ac:chgData name="Teuku Raja Irfan Radarma" userId="cf428174-95ba-4576-8554-3a3b8ffa52b7" providerId="ADAL" clId="{7C3EAD8C-44D0-4789-8FD3-415EC52390DA}" dt="2025-12-13T12:16:42.659" v="687" actId="14100"/>
          <ac:spMkLst>
            <pc:docMk/>
            <pc:sldMk cId="4265093686" sldId="489"/>
            <ac:spMk id="3" creationId="{48A4AEB8-0CD5-4DCE-83AC-01473DF1CD77}"/>
          </ac:spMkLst>
        </pc:spChg>
        <pc:spChg chg="add mod">
          <ac:chgData name="Teuku Raja Irfan Radarma" userId="cf428174-95ba-4576-8554-3a3b8ffa52b7" providerId="ADAL" clId="{7C3EAD8C-44D0-4789-8FD3-415EC52390DA}" dt="2025-12-13T12:04:14.808" v="438" actId="113"/>
          <ac:spMkLst>
            <pc:docMk/>
            <pc:sldMk cId="4265093686" sldId="489"/>
            <ac:spMk id="7" creationId="{81A56C8A-449E-489D-B488-521BCB909B81}"/>
          </ac:spMkLst>
        </pc:spChg>
        <pc:spChg chg="add mod">
          <ac:chgData name="Teuku Raja Irfan Radarma" userId="cf428174-95ba-4576-8554-3a3b8ffa52b7" providerId="ADAL" clId="{7C3EAD8C-44D0-4789-8FD3-415EC52390DA}" dt="2025-12-13T12:18:04.234" v="705"/>
          <ac:spMkLst>
            <pc:docMk/>
            <pc:sldMk cId="4265093686" sldId="489"/>
            <ac:spMk id="9" creationId="{487894F2-04E2-42D3-A1F3-F85C05A4B47D}"/>
          </ac:spMkLst>
        </pc:spChg>
        <pc:spChg chg="mod">
          <ac:chgData name="Teuku Raja Irfan Radarma" userId="cf428174-95ba-4576-8554-3a3b8ffa52b7" providerId="ADAL" clId="{7C3EAD8C-44D0-4789-8FD3-415EC52390DA}" dt="2025-12-13T12:03:41.790" v="414" actId="114"/>
          <ac:spMkLst>
            <pc:docMk/>
            <pc:sldMk cId="4265093686" sldId="489"/>
            <ac:spMk id="12" creationId="{ABA893AA-3F43-42C5-AF70-83074E6C4AFF}"/>
          </ac:spMkLst>
        </pc:spChg>
        <pc:picChg chg="add mod">
          <ac:chgData name="Teuku Raja Irfan Radarma" userId="cf428174-95ba-4576-8554-3a3b8ffa52b7" providerId="ADAL" clId="{7C3EAD8C-44D0-4789-8FD3-415EC52390DA}" dt="2025-12-13T12:04:04.960" v="416" actId="1076"/>
          <ac:picMkLst>
            <pc:docMk/>
            <pc:sldMk cId="4265093686" sldId="489"/>
            <ac:picMk id="8" creationId="{1EAA3EF4-9A0D-4FE3-8883-CE1DD83A2375}"/>
          </ac:picMkLst>
        </pc:picChg>
        <pc:picChg chg="del">
          <ac:chgData name="Teuku Raja Irfan Radarma" userId="cf428174-95ba-4576-8554-3a3b8ffa52b7" providerId="ADAL" clId="{7C3EAD8C-44D0-4789-8FD3-415EC52390DA}" dt="2025-12-13T12:02:31.278" v="397" actId="478"/>
          <ac:picMkLst>
            <pc:docMk/>
            <pc:sldMk cId="4265093686" sldId="489"/>
            <ac:picMk id="10" creationId="{CD9032FA-D057-40DB-A5B5-747DA903161D}"/>
          </ac:picMkLst>
        </pc:picChg>
      </pc:sldChg>
      <pc:sldChg chg="addSp modSp new mod">
        <pc:chgData name="Teuku Raja Irfan Radarma" userId="cf428174-95ba-4576-8554-3a3b8ffa52b7" providerId="ADAL" clId="{7C3EAD8C-44D0-4789-8FD3-415EC52390DA}" dt="2025-12-13T12:16:21.003" v="683" actId="207"/>
        <pc:sldMkLst>
          <pc:docMk/>
          <pc:sldMk cId="2147498015" sldId="490"/>
        </pc:sldMkLst>
        <pc:spChg chg="mod">
          <ac:chgData name="Teuku Raja Irfan Radarma" userId="cf428174-95ba-4576-8554-3a3b8ffa52b7" providerId="ADAL" clId="{7C3EAD8C-44D0-4789-8FD3-415EC52390DA}" dt="2025-12-13T12:15:57.829" v="678" actId="14100"/>
          <ac:spMkLst>
            <pc:docMk/>
            <pc:sldMk cId="2147498015" sldId="490"/>
            <ac:spMk id="2" creationId="{90373C84-1072-461D-8EE9-AB39B849551A}"/>
          </ac:spMkLst>
        </pc:spChg>
        <pc:spChg chg="mod">
          <ac:chgData name="Teuku Raja Irfan Radarma" userId="cf428174-95ba-4576-8554-3a3b8ffa52b7" providerId="ADAL" clId="{7C3EAD8C-44D0-4789-8FD3-415EC52390DA}" dt="2025-12-13T12:07:03.085" v="449" actId="113"/>
          <ac:spMkLst>
            <pc:docMk/>
            <pc:sldMk cId="2147498015" sldId="490"/>
            <ac:spMk id="3" creationId="{2C8FBD39-7ABC-4FAA-BD98-3C9CAF316E46}"/>
          </ac:spMkLst>
        </pc:spChg>
        <pc:spChg chg="add mod">
          <ac:chgData name="Teuku Raja Irfan Radarma" userId="cf428174-95ba-4576-8554-3a3b8ffa52b7" providerId="ADAL" clId="{7C3EAD8C-44D0-4789-8FD3-415EC52390DA}" dt="2025-12-13T12:07:45.705" v="456" actId="113"/>
          <ac:spMkLst>
            <pc:docMk/>
            <pc:sldMk cId="2147498015" sldId="490"/>
            <ac:spMk id="5" creationId="{D01ADF79-1FE1-45E3-B693-21E1E4B5CBD9}"/>
          </ac:spMkLst>
        </pc:spChg>
        <pc:spChg chg="add mod">
          <ac:chgData name="Teuku Raja Irfan Radarma" userId="cf428174-95ba-4576-8554-3a3b8ffa52b7" providerId="ADAL" clId="{7C3EAD8C-44D0-4789-8FD3-415EC52390DA}" dt="2025-12-13T12:16:21.003" v="683" actId="207"/>
          <ac:spMkLst>
            <pc:docMk/>
            <pc:sldMk cId="2147498015" sldId="490"/>
            <ac:spMk id="6" creationId="{E232DEDA-E9C2-4C1B-B1B7-02004D7DE050}"/>
          </ac:spMkLst>
        </pc:spChg>
      </pc:sldChg>
      <pc:sldChg chg="addSp delSp modSp new del mod">
        <pc:chgData name="Teuku Raja Irfan Radarma" userId="cf428174-95ba-4576-8554-3a3b8ffa52b7" providerId="ADAL" clId="{7C3EAD8C-44D0-4789-8FD3-415EC52390DA}" dt="2025-12-13T12:03:26.732" v="410" actId="47"/>
        <pc:sldMkLst>
          <pc:docMk/>
          <pc:sldMk cId="3403730890" sldId="490"/>
        </pc:sldMkLst>
        <pc:spChg chg="mod">
          <ac:chgData name="Teuku Raja Irfan Radarma" userId="cf428174-95ba-4576-8554-3a3b8ffa52b7" providerId="ADAL" clId="{7C3EAD8C-44D0-4789-8FD3-415EC52390DA}" dt="2025-12-13T12:00:02.459" v="325" actId="20577"/>
          <ac:spMkLst>
            <pc:docMk/>
            <pc:sldMk cId="3403730890" sldId="490"/>
            <ac:spMk id="2" creationId="{7B8E91EC-FAF0-43A6-9781-1FC5117EE71F}"/>
          </ac:spMkLst>
        </pc:spChg>
        <pc:spChg chg="mod">
          <ac:chgData name="Teuku Raja Irfan Radarma" userId="cf428174-95ba-4576-8554-3a3b8ffa52b7" providerId="ADAL" clId="{7C3EAD8C-44D0-4789-8FD3-415EC52390DA}" dt="2025-12-13T12:02:08.308" v="396" actId="14100"/>
          <ac:spMkLst>
            <pc:docMk/>
            <pc:sldMk cId="3403730890" sldId="490"/>
            <ac:spMk id="3" creationId="{E047DA7F-2FDE-4F25-832D-504A017541B6}"/>
          </ac:spMkLst>
        </pc:spChg>
        <pc:spChg chg="add del">
          <ac:chgData name="Teuku Raja Irfan Radarma" userId="cf428174-95ba-4576-8554-3a3b8ffa52b7" providerId="ADAL" clId="{7C3EAD8C-44D0-4789-8FD3-415EC52390DA}" dt="2025-12-13T12:01:09.068" v="370"/>
          <ac:spMkLst>
            <pc:docMk/>
            <pc:sldMk cId="3403730890" sldId="490"/>
            <ac:spMk id="5" creationId="{ECE52B66-CFF6-47A2-AE79-485F5FD8E6F0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2:12:49.877" v="673" actId="20577"/>
        <pc:sldMkLst>
          <pc:docMk/>
          <pc:sldMk cId="3345166437" sldId="491"/>
        </pc:sldMkLst>
        <pc:spChg chg="mod">
          <ac:chgData name="Teuku Raja Irfan Radarma" userId="cf428174-95ba-4576-8554-3a3b8ffa52b7" providerId="ADAL" clId="{7C3EAD8C-44D0-4789-8FD3-415EC52390DA}" dt="2025-12-13T12:10:43.446" v="613" actId="14100"/>
          <ac:spMkLst>
            <pc:docMk/>
            <pc:sldMk cId="3345166437" sldId="491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12:49.877" v="673" actId="20577"/>
          <ac:spMkLst>
            <pc:docMk/>
            <pc:sldMk cId="3345166437" sldId="491"/>
            <ac:spMk id="3" creationId="{41750780-CCEE-4F03-A54B-C0EC9251F734}"/>
          </ac:spMkLst>
        </pc:spChg>
        <pc:spChg chg="add del">
          <ac:chgData name="Teuku Raja Irfan Radarma" userId="cf428174-95ba-4576-8554-3a3b8ffa52b7" providerId="ADAL" clId="{7C3EAD8C-44D0-4789-8FD3-415EC52390DA}" dt="2025-12-13T12:09:54.335" v="576"/>
          <ac:spMkLst>
            <pc:docMk/>
            <pc:sldMk cId="3345166437" sldId="491"/>
            <ac:spMk id="5" creationId="{AE2E4DC5-7913-4E83-A0F8-D896041C0E68}"/>
          </ac:spMkLst>
        </pc:spChg>
      </pc:sldChg>
      <pc:sldChg chg="addSp modSp add mod ord">
        <pc:chgData name="Teuku Raja Irfan Radarma" userId="cf428174-95ba-4576-8554-3a3b8ffa52b7" providerId="ADAL" clId="{7C3EAD8C-44D0-4789-8FD3-415EC52390DA}" dt="2025-12-13T13:04:08.087" v="990"/>
        <pc:sldMkLst>
          <pc:docMk/>
          <pc:sldMk cId="1895346072" sldId="492"/>
        </pc:sldMkLst>
        <pc:spChg chg="mod">
          <ac:chgData name="Teuku Raja Irfan Radarma" userId="cf428174-95ba-4576-8554-3a3b8ffa52b7" providerId="ADAL" clId="{7C3EAD8C-44D0-4789-8FD3-415EC52390DA}" dt="2025-12-13T12:15:26.993" v="675"/>
          <ac:spMkLst>
            <pc:docMk/>
            <pc:sldMk cId="1895346072" sldId="492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50:01.309" v="732" actId="1076"/>
          <ac:spMkLst>
            <pc:docMk/>
            <pc:sldMk cId="1895346072" sldId="492"/>
            <ac:spMk id="3" creationId="{41750780-CCEE-4F03-A54B-C0EC9251F734}"/>
          </ac:spMkLst>
        </pc:spChg>
        <pc:spChg chg="add mod">
          <ac:chgData name="Teuku Raja Irfan Radarma" userId="cf428174-95ba-4576-8554-3a3b8ffa52b7" providerId="ADAL" clId="{7C3EAD8C-44D0-4789-8FD3-415EC52390DA}" dt="2025-12-13T12:50:03.818" v="733" actId="1076"/>
          <ac:spMkLst>
            <pc:docMk/>
            <pc:sldMk cId="1895346072" sldId="492"/>
            <ac:spMk id="5" creationId="{A35BFC94-3B3C-4C74-97AD-0ED7D5ACDB9B}"/>
          </ac:spMkLst>
        </pc:spChg>
      </pc:sldChg>
      <pc:sldChg chg="addSp delSp modSp add mod ord">
        <pc:chgData name="Teuku Raja Irfan Radarma" userId="cf428174-95ba-4576-8554-3a3b8ffa52b7" providerId="ADAL" clId="{7C3EAD8C-44D0-4789-8FD3-415EC52390DA}" dt="2025-12-13T13:04:08.087" v="990"/>
        <pc:sldMkLst>
          <pc:docMk/>
          <pc:sldMk cId="1905435217" sldId="493"/>
        </pc:sldMkLst>
        <pc:spChg chg="mod">
          <ac:chgData name="Teuku Raja Irfan Radarma" userId="cf428174-95ba-4576-8554-3a3b8ffa52b7" providerId="ADAL" clId="{7C3EAD8C-44D0-4789-8FD3-415EC52390DA}" dt="2025-12-13T12:53:09.909" v="831" actId="20577"/>
          <ac:spMkLst>
            <pc:docMk/>
            <pc:sldMk cId="1905435217" sldId="493"/>
            <ac:spMk id="2" creationId="{BB65C9FD-E654-4BEF-A21E-BEC193FB7EE4}"/>
          </ac:spMkLst>
        </pc:spChg>
        <pc:spChg chg="del">
          <ac:chgData name="Teuku Raja Irfan Radarma" userId="cf428174-95ba-4576-8554-3a3b8ffa52b7" providerId="ADAL" clId="{7C3EAD8C-44D0-4789-8FD3-415EC52390DA}" dt="2025-12-13T12:50:31.411" v="747" actId="478"/>
          <ac:spMkLst>
            <pc:docMk/>
            <pc:sldMk cId="1905435217" sldId="493"/>
            <ac:spMk id="3" creationId="{41750780-CCEE-4F03-A54B-C0EC9251F734}"/>
          </ac:spMkLst>
        </pc:spChg>
        <pc:spChg chg="del">
          <ac:chgData name="Teuku Raja Irfan Radarma" userId="cf428174-95ba-4576-8554-3a3b8ffa52b7" providerId="ADAL" clId="{7C3EAD8C-44D0-4789-8FD3-415EC52390DA}" dt="2025-12-13T12:50:13.744" v="737" actId="478"/>
          <ac:spMkLst>
            <pc:docMk/>
            <pc:sldMk cId="1905435217" sldId="493"/>
            <ac:spMk id="5" creationId="{A35BFC94-3B3C-4C74-97AD-0ED7D5ACDB9B}"/>
          </ac:spMkLst>
        </pc:spChg>
        <pc:spChg chg="add del mod">
          <ac:chgData name="Teuku Raja Irfan Radarma" userId="cf428174-95ba-4576-8554-3a3b8ffa52b7" providerId="ADAL" clId="{7C3EAD8C-44D0-4789-8FD3-415EC52390DA}" dt="2025-12-13T12:50:34.272" v="748" actId="478"/>
          <ac:spMkLst>
            <pc:docMk/>
            <pc:sldMk cId="1905435217" sldId="493"/>
            <ac:spMk id="7" creationId="{C46E8D59-9567-4F95-A5D0-5B4CB4B24CB0}"/>
          </ac:spMkLst>
        </pc:spChg>
        <pc:graphicFrameChg chg="add del">
          <ac:chgData name="Teuku Raja Irfan Radarma" userId="cf428174-95ba-4576-8554-3a3b8ffa52b7" providerId="ADAL" clId="{7C3EAD8C-44D0-4789-8FD3-415EC52390DA}" dt="2025-12-13T12:50:40.070" v="750" actId="3680"/>
          <ac:graphicFrameMkLst>
            <pc:docMk/>
            <pc:sldMk cId="1905435217" sldId="493"/>
            <ac:graphicFrameMk id="8" creationId="{CDED9E3D-AD35-4963-B027-B618BB1DDA64}"/>
          </ac:graphicFrameMkLst>
        </pc:graphicFrameChg>
        <pc:graphicFrameChg chg="add mod modGraphic">
          <ac:chgData name="Teuku Raja Irfan Radarma" userId="cf428174-95ba-4576-8554-3a3b8ffa52b7" providerId="ADAL" clId="{7C3EAD8C-44D0-4789-8FD3-415EC52390DA}" dt="2025-12-13T12:54:24.566" v="844" actId="2165"/>
          <ac:graphicFrameMkLst>
            <pc:docMk/>
            <pc:sldMk cId="1905435217" sldId="493"/>
            <ac:graphicFrameMk id="9" creationId="{7678855A-E3B0-4D6A-AD61-289CE3595AB4}"/>
          </ac:graphicFrameMkLst>
        </pc:graphicFrameChg>
      </pc:sldChg>
      <pc:sldChg chg="new del">
        <pc:chgData name="Teuku Raja Irfan Radarma" userId="cf428174-95ba-4576-8554-3a3b8ffa52b7" providerId="ADAL" clId="{7C3EAD8C-44D0-4789-8FD3-415EC52390DA}" dt="2025-12-13T12:50:09.475" v="735" actId="680"/>
        <pc:sldMkLst>
          <pc:docMk/>
          <pc:sldMk cId="2277854174" sldId="493"/>
        </pc:sldMkLst>
      </pc:sldChg>
      <pc:sldChg chg="modSp add mod ord">
        <pc:chgData name="Teuku Raja Irfan Radarma" userId="cf428174-95ba-4576-8554-3a3b8ffa52b7" providerId="ADAL" clId="{7C3EAD8C-44D0-4789-8FD3-415EC52390DA}" dt="2025-12-13T13:04:19.298" v="992"/>
        <pc:sldMkLst>
          <pc:docMk/>
          <pc:sldMk cId="2447765306" sldId="494"/>
        </pc:sldMkLst>
        <pc:spChg chg="mod">
          <ac:chgData name="Teuku Raja Irfan Radarma" userId="cf428174-95ba-4576-8554-3a3b8ffa52b7" providerId="ADAL" clId="{7C3EAD8C-44D0-4789-8FD3-415EC52390DA}" dt="2025-12-13T12:55:12.487" v="864" actId="20577"/>
          <ac:spMkLst>
            <pc:docMk/>
            <pc:sldMk cId="2447765306" sldId="494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58:08.630" v="915" actId="14100"/>
          <ac:spMkLst>
            <pc:docMk/>
            <pc:sldMk cId="2447765306" sldId="494"/>
            <ac:spMk id="3" creationId="{41750780-CCEE-4F03-A54B-C0EC9251F734}"/>
          </ac:spMkLst>
        </pc:spChg>
        <pc:spChg chg="mod">
          <ac:chgData name="Teuku Raja Irfan Radarma" userId="cf428174-95ba-4576-8554-3a3b8ffa52b7" providerId="ADAL" clId="{7C3EAD8C-44D0-4789-8FD3-415EC52390DA}" dt="2025-12-13T12:55:21.208" v="867"/>
          <ac:spMkLst>
            <pc:docMk/>
            <pc:sldMk cId="2447765306" sldId="494"/>
            <ac:spMk id="5" creationId="{A35BFC94-3B3C-4C74-97AD-0ED7D5ACDB9B}"/>
          </ac:spMkLst>
        </pc:spChg>
      </pc:sldChg>
      <pc:sldChg chg="addSp delSp modSp add mod ord">
        <pc:chgData name="Teuku Raja Irfan Radarma" userId="cf428174-95ba-4576-8554-3a3b8ffa52b7" providerId="ADAL" clId="{7C3EAD8C-44D0-4789-8FD3-415EC52390DA}" dt="2025-12-13T13:04:19.298" v="992"/>
        <pc:sldMkLst>
          <pc:docMk/>
          <pc:sldMk cId="1621463854" sldId="495"/>
        </pc:sldMkLst>
        <pc:spChg chg="mod">
          <ac:chgData name="Teuku Raja Irfan Radarma" userId="cf428174-95ba-4576-8554-3a3b8ffa52b7" providerId="ADAL" clId="{7C3EAD8C-44D0-4789-8FD3-415EC52390DA}" dt="2025-12-13T12:58:21.056" v="918"/>
          <ac:spMkLst>
            <pc:docMk/>
            <pc:sldMk cId="1621463854" sldId="495"/>
            <ac:spMk id="2" creationId="{BB65C9FD-E654-4BEF-A21E-BEC193FB7EE4}"/>
          </ac:spMkLst>
        </pc:spChg>
        <pc:spChg chg="del mod">
          <ac:chgData name="Teuku Raja Irfan Radarma" userId="cf428174-95ba-4576-8554-3a3b8ffa52b7" providerId="ADAL" clId="{7C3EAD8C-44D0-4789-8FD3-415EC52390DA}" dt="2025-12-13T12:58:24.789" v="919" actId="478"/>
          <ac:spMkLst>
            <pc:docMk/>
            <pc:sldMk cId="1621463854" sldId="495"/>
            <ac:spMk id="3" creationId="{41750780-CCEE-4F03-A54B-C0EC9251F734}"/>
          </ac:spMkLst>
        </pc:spChg>
        <pc:spChg chg="del">
          <ac:chgData name="Teuku Raja Irfan Radarma" userId="cf428174-95ba-4576-8554-3a3b8ffa52b7" providerId="ADAL" clId="{7C3EAD8C-44D0-4789-8FD3-415EC52390DA}" dt="2025-12-13T12:58:05.169" v="914" actId="478"/>
          <ac:spMkLst>
            <pc:docMk/>
            <pc:sldMk cId="1621463854" sldId="495"/>
            <ac:spMk id="5" creationId="{A35BFC94-3B3C-4C74-97AD-0ED7D5ACDB9B}"/>
          </ac:spMkLst>
        </pc:spChg>
        <pc:spChg chg="add del mod">
          <ac:chgData name="Teuku Raja Irfan Radarma" userId="cf428174-95ba-4576-8554-3a3b8ffa52b7" providerId="ADAL" clId="{7C3EAD8C-44D0-4789-8FD3-415EC52390DA}" dt="2025-12-13T12:58:26.651" v="920" actId="478"/>
          <ac:spMkLst>
            <pc:docMk/>
            <pc:sldMk cId="1621463854" sldId="495"/>
            <ac:spMk id="7" creationId="{07B26053-6EB7-4BFA-8963-45A20EB05129}"/>
          </ac:spMkLst>
        </pc:spChg>
        <pc:spChg chg="add mod">
          <ac:chgData name="Teuku Raja Irfan Radarma" userId="cf428174-95ba-4576-8554-3a3b8ffa52b7" providerId="ADAL" clId="{7C3EAD8C-44D0-4789-8FD3-415EC52390DA}" dt="2025-12-13T13:00:32.174" v="985" actId="1076"/>
          <ac:spMkLst>
            <pc:docMk/>
            <pc:sldMk cId="1621463854" sldId="495"/>
            <ac:spMk id="10" creationId="{A158E580-737A-45BA-A886-E36E3097E2EB}"/>
          </ac:spMkLst>
        </pc:spChg>
        <pc:graphicFrameChg chg="add mod modGraphic">
          <ac:chgData name="Teuku Raja Irfan Radarma" userId="cf428174-95ba-4576-8554-3a3b8ffa52b7" providerId="ADAL" clId="{7C3EAD8C-44D0-4789-8FD3-415EC52390DA}" dt="2025-12-13T13:00:12.810" v="976" actId="404"/>
          <ac:graphicFrameMkLst>
            <pc:docMk/>
            <pc:sldMk cId="1621463854" sldId="495"/>
            <ac:graphicFrameMk id="8" creationId="{2B871463-CD01-4D05-B038-9B223931EA40}"/>
          </ac:graphicFrameMkLst>
        </pc:graphicFrameChg>
      </pc:sldChg>
      <pc:sldChg chg="addSp modSp new mod">
        <pc:chgData name="Teuku Raja Irfan Radarma" userId="cf428174-95ba-4576-8554-3a3b8ffa52b7" providerId="ADAL" clId="{7C3EAD8C-44D0-4789-8FD3-415EC52390DA}" dt="2025-12-13T13:08:57.783" v="1156" actId="113"/>
        <pc:sldMkLst>
          <pc:docMk/>
          <pc:sldMk cId="1806752585" sldId="496"/>
        </pc:sldMkLst>
        <pc:spChg chg="mod">
          <ac:chgData name="Teuku Raja Irfan Radarma" userId="cf428174-95ba-4576-8554-3a3b8ffa52b7" providerId="ADAL" clId="{7C3EAD8C-44D0-4789-8FD3-415EC52390DA}" dt="2025-12-13T13:05:15.731" v="1005" actId="404"/>
          <ac:spMkLst>
            <pc:docMk/>
            <pc:sldMk cId="1806752585" sldId="496"/>
            <ac:spMk id="2" creationId="{53BFCFBC-1627-482C-BEC4-DA65E0CB564C}"/>
          </ac:spMkLst>
        </pc:spChg>
        <pc:spChg chg="mod">
          <ac:chgData name="Teuku Raja Irfan Radarma" userId="cf428174-95ba-4576-8554-3a3b8ffa52b7" providerId="ADAL" clId="{7C3EAD8C-44D0-4789-8FD3-415EC52390DA}" dt="2025-12-13T13:06:04.506" v="1014" actId="404"/>
          <ac:spMkLst>
            <pc:docMk/>
            <pc:sldMk cId="1806752585" sldId="496"/>
            <ac:spMk id="3" creationId="{DD912BE5-519F-4C2C-AF17-D22DEA75CB71}"/>
          </ac:spMkLst>
        </pc:spChg>
        <pc:spChg chg="add mod">
          <ac:chgData name="Teuku Raja Irfan Radarma" userId="cf428174-95ba-4576-8554-3a3b8ffa52b7" providerId="ADAL" clId="{7C3EAD8C-44D0-4789-8FD3-415EC52390DA}" dt="2025-12-13T13:08:39.187" v="1134" actId="1076"/>
          <ac:spMkLst>
            <pc:docMk/>
            <pc:sldMk cId="1806752585" sldId="496"/>
            <ac:spMk id="5" creationId="{3144FA5A-D3D9-4726-8418-C4524E7BC73B}"/>
          </ac:spMkLst>
        </pc:spChg>
        <pc:spChg chg="add mod">
          <ac:chgData name="Teuku Raja Irfan Radarma" userId="cf428174-95ba-4576-8554-3a3b8ffa52b7" providerId="ADAL" clId="{7C3EAD8C-44D0-4789-8FD3-415EC52390DA}" dt="2025-12-13T13:08:41.485" v="1135" actId="1076"/>
          <ac:spMkLst>
            <pc:docMk/>
            <pc:sldMk cId="1806752585" sldId="496"/>
            <ac:spMk id="6" creationId="{E0D9B17A-0A9C-4B75-B5DB-59D4233E2559}"/>
          </ac:spMkLst>
        </pc:spChg>
        <pc:spChg chg="add mod">
          <ac:chgData name="Teuku Raja Irfan Radarma" userId="cf428174-95ba-4576-8554-3a3b8ffa52b7" providerId="ADAL" clId="{7C3EAD8C-44D0-4789-8FD3-415EC52390DA}" dt="2025-12-13T13:08:57.783" v="1156" actId="113"/>
          <ac:spMkLst>
            <pc:docMk/>
            <pc:sldMk cId="1806752585" sldId="496"/>
            <ac:spMk id="7" creationId="{58D7C47B-E9BD-4DF5-904C-9AEAB65E1193}"/>
          </ac:spMkLst>
        </pc:spChg>
        <pc:spChg chg="add mod">
          <ac:chgData name="Teuku Raja Irfan Radarma" userId="cf428174-95ba-4576-8554-3a3b8ffa52b7" providerId="ADAL" clId="{7C3EAD8C-44D0-4789-8FD3-415EC52390DA}" dt="2025-12-13T13:08:56.686" v="1155" actId="113"/>
          <ac:spMkLst>
            <pc:docMk/>
            <pc:sldMk cId="1806752585" sldId="496"/>
            <ac:spMk id="8" creationId="{0A1633D7-F624-4422-8B0F-9724A906964D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5:12:57.823" v="1230" actId="1076"/>
        <pc:sldMkLst>
          <pc:docMk/>
          <pc:sldMk cId="1412685268" sldId="497"/>
        </pc:sldMkLst>
        <pc:spChg chg="mod">
          <ac:chgData name="Teuku Raja Irfan Radarma" userId="cf428174-95ba-4576-8554-3a3b8ffa52b7" providerId="ADAL" clId="{7C3EAD8C-44D0-4789-8FD3-415EC52390DA}" dt="2025-12-13T15:06:09.677" v="1227" actId="1076"/>
          <ac:spMkLst>
            <pc:docMk/>
            <pc:sldMk cId="1412685268" sldId="497"/>
            <ac:spMk id="2" creationId="{6833BC66-22F8-46D5-B2FD-441ABB53BCF1}"/>
          </ac:spMkLst>
        </pc:spChg>
        <pc:spChg chg="del">
          <ac:chgData name="Teuku Raja Irfan Radarma" userId="cf428174-95ba-4576-8554-3a3b8ffa52b7" providerId="ADAL" clId="{7C3EAD8C-44D0-4789-8FD3-415EC52390DA}" dt="2025-12-13T15:06:02.865" v="1224"/>
          <ac:spMkLst>
            <pc:docMk/>
            <pc:sldMk cId="1412685268" sldId="497"/>
            <ac:spMk id="3" creationId="{A2730477-C2CD-4C10-BC1E-93CCE0412E58}"/>
          </ac:spMkLst>
        </pc:spChg>
        <pc:picChg chg="add mod">
          <ac:chgData name="Teuku Raja Irfan Radarma" userId="cf428174-95ba-4576-8554-3a3b8ffa52b7" providerId="ADAL" clId="{7C3EAD8C-44D0-4789-8FD3-415EC52390DA}" dt="2025-12-13T15:12:57.823" v="1230" actId="1076"/>
          <ac:picMkLst>
            <pc:docMk/>
            <pc:sldMk cId="1412685268" sldId="497"/>
            <ac:picMk id="5122" creationId="{FBED01AD-1714-4865-BC6E-8B7FC3ADDFFA}"/>
          </ac:picMkLst>
        </pc:picChg>
      </pc:sldChg>
      <pc:sldChg chg="addSp delSp modSp new mod">
        <pc:chgData name="Teuku Raja Irfan Radarma" userId="cf428174-95ba-4576-8554-3a3b8ffa52b7" providerId="ADAL" clId="{7C3EAD8C-44D0-4789-8FD3-415EC52390DA}" dt="2025-12-13T15:47:38.183" v="1269" actId="27636"/>
        <pc:sldMkLst>
          <pc:docMk/>
          <pc:sldMk cId="900747831" sldId="498"/>
        </pc:sldMkLst>
        <pc:spChg chg="mod">
          <ac:chgData name="Teuku Raja Irfan Radarma" userId="cf428174-95ba-4576-8554-3a3b8ffa52b7" providerId="ADAL" clId="{7C3EAD8C-44D0-4789-8FD3-415EC52390DA}" dt="2025-12-13T15:47:35.091" v="1267" actId="14100"/>
          <ac:spMkLst>
            <pc:docMk/>
            <pc:sldMk cId="900747831" sldId="498"/>
            <ac:spMk id="2" creationId="{F65656B2-C67A-4187-92FF-4A6923F81269}"/>
          </ac:spMkLst>
        </pc:spChg>
        <pc:spChg chg="mod">
          <ac:chgData name="Teuku Raja Irfan Radarma" userId="cf428174-95ba-4576-8554-3a3b8ffa52b7" providerId="ADAL" clId="{7C3EAD8C-44D0-4789-8FD3-415EC52390DA}" dt="2025-12-13T15:47:38.183" v="1269" actId="27636"/>
          <ac:spMkLst>
            <pc:docMk/>
            <pc:sldMk cId="900747831" sldId="498"/>
            <ac:spMk id="3" creationId="{1B8A7863-E51A-457F-A642-259B983990B2}"/>
          </ac:spMkLst>
        </pc:spChg>
        <pc:spChg chg="add mod">
          <ac:chgData name="Teuku Raja Irfan Radarma" userId="cf428174-95ba-4576-8554-3a3b8ffa52b7" providerId="ADAL" clId="{7C3EAD8C-44D0-4789-8FD3-415EC52390DA}" dt="2025-12-13T15:15:39.500" v="1239" actId="207"/>
          <ac:spMkLst>
            <pc:docMk/>
            <pc:sldMk cId="900747831" sldId="498"/>
            <ac:spMk id="5" creationId="{AE10B0AA-1F17-47B2-8C76-C38657349CB7}"/>
          </ac:spMkLst>
        </pc:spChg>
        <pc:spChg chg="add del">
          <ac:chgData name="Teuku Raja Irfan Radarma" userId="cf428174-95ba-4576-8554-3a3b8ffa52b7" providerId="ADAL" clId="{7C3EAD8C-44D0-4789-8FD3-415EC52390DA}" dt="2025-12-13T15:47:09.041" v="1253"/>
          <ac:spMkLst>
            <pc:docMk/>
            <pc:sldMk cId="900747831" sldId="498"/>
            <ac:spMk id="6" creationId="{60CEA3A4-4BDC-4415-A737-9C14D2EC1AD4}"/>
          </ac:spMkLst>
        </pc:spChg>
        <pc:spChg chg="add del">
          <ac:chgData name="Teuku Raja Irfan Radarma" userId="cf428174-95ba-4576-8554-3a3b8ffa52b7" providerId="ADAL" clId="{7C3EAD8C-44D0-4789-8FD3-415EC52390DA}" dt="2025-12-13T15:47:12.784" v="1256"/>
          <ac:spMkLst>
            <pc:docMk/>
            <pc:sldMk cId="900747831" sldId="498"/>
            <ac:spMk id="7" creationId="{09B89852-32D8-4D90-BEA3-299AD55A9E35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6:13:21.214" v="1568" actId="20577"/>
        <pc:sldMkLst>
          <pc:docMk/>
          <pc:sldMk cId="950209993" sldId="499"/>
        </pc:sldMkLst>
        <pc:spChg chg="mod">
          <ac:chgData name="Teuku Raja Irfan Radarma" userId="cf428174-95ba-4576-8554-3a3b8ffa52b7" providerId="ADAL" clId="{7C3EAD8C-44D0-4789-8FD3-415EC52390DA}" dt="2025-12-13T16:11:14.715" v="1434" actId="14100"/>
          <ac:spMkLst>
            <pc:docMk/>
            <pc:sldMk cId="950209993" sldId="499"/>
            <ac:spMk id="2" creationId="{FB2E7A65-EFF8-4D5E-BCC3-7871BAEE772E}"/>
          </ac:spMkLst>
        </pc:spChg>
        <pc:spChg chg="mod">
          <ac:chgData name="Teuku Raja Irfan Radarma" userId="cf428174-95ba-4576-8554-3a3b8ffa52b7" providerId="ADAL" clId="{7C3EAD8C-44D0-4789-8FD3-415EC52390DA}" dt="2025-12-13T16:13:21.214" v="1568" actId="20577"/>
          <ac:spMkLst>
            <pc:docMk/>
            <pc:sldMk cId="950209993" sldId="499"/>
            <ac:spMk id="3" creationId="{F8023EFB-51A1-4DEF-86C3-47DF2F39AB1B}"/>
          </ac:spMkLst>
        </pc:spChg>
        <pc:spChg chg="add del">
          <ac:chgData name="Teuku Raja Irfan Radarma" userId="cf428174-95ba-4576-8554-3a3b8ffa52b7" providerId="ADAL" clId="{7C3EAD8C-44D0-4789-8FD3-415EC52390DA}" dt="2025-12-13T15:49:17.023" v="1307"/>
          <ac:spMkLst>
            <pc:docMk/>
            <pc:sldMk cId="950209993" sldId="499"/>
            <ac:spMk id="5" creationId="{4498F566-E92B-4E29-B8B2-F6A7A8BC3692}"/>
          </ac:spMkLst>
        </pc:spChg>
        <pc:spChg chg="add del">
          <ac:chgData name="Teuku Raja Irfan Radarma" userId="cf428174-95ba-4576-8554-3a3b8ffa52b7" providerId="ADAL" clId="{7C3EAD8C-44D0-4789-8FD3-415EC52390DA}" dt="2025-12-13T15:49:21.342" v="1309"/>
          <ac:spMkLst>
            <pc:docMk/>
            <pc:sldMk cId="950209993" sldId="499"/>
            <ac:spMk id="6" creationId="{99E903F9-71DB-4CAA-B4C7-9F8FCFDE233C}"/>
          </ac:spMkLst>
        </pc:spChg>
        <pc:spChg chg="add del">
          <ac:chgData name="Teuku Raja Irfan Radarma" userId="cf428174-95ba-4576-8554-3a3b8ffa52b7" providerId="ADAL" clId="{7C3EAD8C-44D0-4789-8FD3-415EC52390DA}" dt="2025-12-13T15:49:24.519" v="1311"/>
          <ac:spMkLst>
            <pc:docMk/>
            <pc:sldMk cId="950209993" sldId="499"/>
            <ac:spMk id="7" creationId="{1AEE9E37-A8AA-4363-83B0-312B888C8F9F}"/>
          </ac:spMkLst>
        </pc:spChg>
        <pc:spChg chg="add del">
          <ac:chgData name="Teuku Raja Irfan Radarma" userId="cf428174-95ba-4576-8554-3a3b8ffa52b7" providerId="ADAL" clId="{7C3EAD8C-44D0-4789-8FD3-415EC52390DA}" dt="2025-12-13T15:50:24.484" v="1371"/>
          <ac:spMkLst>
            <pc:docMk/>
            <pc:sldMk cId="950209993" sldId="499"/>
            <ac:spMk id="8" creationId="{636E4B2B-CC9C-48C8-95DA-21D521602BFB}"/>
          </ac:spMkLst>
        </pc:spChg>
        <pc:spChg chg="add del">
          <ac:chgData name="Teuku Raja Irfan Radarma" userId="cf428174-95ba-4576-8554-3a3b8ffa52b7" providerId="ADAL" clId="{7C3EAD8C-44D0-4789-8FD3-415EC52390DA}" dt="2025-12-13T16:12:43.102" v="1518"/>
          <ac:spMkLst>
            <pc:docMk/>
            <pc:sldMk cId="950209993" sldId="499"/>
            <ac:spMk id="9" creationId="{35738E6A-1C17-4F5B-9858-69626C6C8922}"/>
          </ac:spMkLst>
        </pc:spChg>
        <pc:picChg chg="add mod">
          <ac:chgData name="Teuku Raja Irfan Radarma" userId="cf428174-95ba-4576-8554-3a3b8ffa52b7" providerId="ADAL" clId="{7C3EAD8C-44D0-4789-8FD3-415EC52390DA}" dt="2025-12-13T16:11:12.935" v="1433" actId="1076"/>
          <ac:picMkLst>
            <pc:docMk/>
            <pc:sldMk cId="950209993" sldId="499"/>
            <ac:picMk id="7174" creationId="{D436FC3D-4DF1-44EB-8C6C-C65D4AEF4189}"/>
          </ac:picMkLst>
        </pc:picChg>
      </pc:sldChg>
      <pc:sldChg chg="addSp modSp new mod">
        <pc:chgData name="Teuku Raja Irfan Radarma" userId="cf428174-95ba-4576-8554-3a3b8ffa52b7" providerId="ADAL" clId="{7C3EAD8C-44D0-4789-8FD3-415EC52390DA}" dt="2025-12-13T16:25:52.397" v="1643" actId="20577"/>
        <pc:sldMkLst>
          <pc:docMk/>
          <pc:sldMk cId="614611906" sldId="500"/>
        </pc:sldMkLst>
        <pc:spChg chg="mod">
          <ac:chgData name="Teuku Raja Irfan Radarma" userId="cf428174-95ba-4576-8554-3a3b8ffa52b7" providerId="ADAL" clId="{7C3EAD8C-44D0-4789-8FD3-415EC52390DA}" dt="2025-12-13T16:20:07.616" v="1573" actId="14100"/>
          <ac:spMkLst>
            <pc:docMk/>
            <pc:sldMk cId="614611906" sldId="500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25:52.397" v="1643" actId="20577"/>
          <ac:spMkLst>
            <pc:docMk/>
            <pc:sldMk cId="614611906" sldId="500"/>
            <ac:spMk id="3" creationId="{20F5841F-15FB-4A8B-A0BA-774008450490}"/>
          </ac:spMkLst>
        </pc:spChg>
        <pc:spChg chg="add mod">
          <ac:chgData name="Teuku Raja Irfan Radarma" userId="cf428174-95ba-4576-8554-3a3b8ffa52b7" providerId="ADAL" clId="{7C3EAD8C-44D0-4789-8FD3-415EC52390DA}" dt="2025-12-13T16:20:17.417" v="1576"/>
          <ac:spMkLst>
            <pc:docMk/>
            <pc:sldMk cId="614611906" sldId="500"/>
            <ac:spMk id="5" creationId="{23627F44-A4FC-49FB-A597-2D17A8BCCDF4}"/>
          </ac:spMkLst>
        </pc:spChg>
      </pc:sldChg>
      <pc:sldChg chg="addSp delSp modSp add mod">
        <pc:chgData name="Teuku Raja Irfan Radarma" userId="cf428174-95ba-4576-8554-3a3b8ffa52b7" providerId="ADAL" clId="{7C3EAD8C-44D0-4789-8FD3-415EC52390DA}" dt="2025-12-13T16:28:07.629" v="1723" actId="20577"/>
        <pc:sldMkLst>
          <pc:docMk/>
          <pc:sldMk cId="3491002283" sldId="501"/>
        </pc:sldMkLst>
        <pc:spChg chg="mod">
          <ac:chgData name="Teuku Raja Irfan Radarma" userId="cf428174-95ba-4576-8554-3a3b8ffa52b7" providerId="ADAL" clId="{7C3EAD8C-44D0-4789-8FD3-415EC52390DA}" dt="2025-12-13T16:26:23.250" v="1645"/>
          <ac:spMkLst>
            <pc:docMk/>
            <pc:sldMk cId="3491002283" sldId="501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28:07.629" v="1723" actId="20577"/>
          <ac:spMkLst>
            <pc:docMk/>
            <pc:sldMk cId="3491002283" sldId="501"/>
            <ac:spMk id="3" creationId="{20F5841F-15FB-4A8B-A0BA-774008450490}"/>
          </ac:spMkLst>
        </pc:spChg>
        <pc:spChg chg="mod">
          <ac:chgData name="Teuku Raja Irfan Radarma" userId="cf428174-95ba-4576-8554-3a3b8ffa52b7" providerId="ADAL" clId="{7C3EAD8C-44D0-4789-8FD3-415EC52390DA}" dt="2025-12-13T16:26:30.333" v="1648"/>
          <ac:spMkLst>
            <pc:docMk/>
            <pc:sldMk cId="3491002283" sldId="501"/>
            <ac:spMk id="5" creationId="{23627F44-A4FC-49FB-A597-2D17A8BCCDF4}"/>
          </ac:spMkLst>
        </pc:spChg>
        <pc:spChg chg="add del">
          <ac:chgData name="Teuku Raja Irfan Radarma" userId="cf428174-95ba-4576-8554-3a3b8ffa52b7" providerId="ADAL" clId="{7C3EAD8C-44D0-4789-8FD3-415EC52390DA}" dt="2025-12-13T16:27:56.513" v="1667"/>
          <ac:spMkLst>
            <pc:docMk/>
            <pc:sldMk cId="3491002283" sldId="501"/>
            <ac:spMk id="6" creationId="{F33A8B46-920A-444F-9CF1-9E9A3F07DE6B}"/>
          </ac:spMkLst>
        </pc:spChg>
      </pc:sldChg>
      <pc:sldChg chg="addSp delSp modSp add mod">
        <pc:chgData name="Teuku Raja Irfan Radarma" userId="cf428174-95ba-4576-8554-3a3b8ffa52b7" providerId="ADAL" clId="{7C3EAD8C-44D0-4789-8FD3-415EC52390DA}" dt="2025-12-13T16:31:47.906" v="1807" actId="114"/>
        <pc:sldMkLst>
          <pc:docMk/>
          <pc:sldMk cId="2328737408" sldId="502"/>
        </pc:sldMkLst>
        <pc:spChg chg="mod">
          <ac:chgData name="Teuku Raja Irfan Radarma" userId="cf428174-95ba-4576-8554-3a3b8ffa52b7" providerId="ADAL" clId="{7C3EAD8C-44D0-4789-8FD3-415EC52390DA}" dt="2025-12-13T16:28:58.661" v="1725"/>
          <ac:spMkLst>
            <pc:docMk/>
            <pc:sldMk cId="2328737408" sldId="502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31:33.828" v="1803" actId="113"/>
          <ac:spMkLst>
            <pc:docMk/>
            <pc:sldMk cId="2328737408" sldId="502"/>
            <ac:spMk id="3" creationId="{20F5841F-15FB-4A8B-A0BA-774008450490}"/>
          </ac:spMkLst>
        </pc:spChg>
        <pc:spChg chg="del">
          <ac:chgData name="Teuku Raja Irfan Radarma" userId="cf428174-95ba-4576-8554-3a3b8ffa52b7" providerId="ADAL" clId="{7C3EAD8C-44D0-4789-8FD3-415EC52390DA}" dt="2025-12-13T16:29:05.827" v="1726" actId="478"/>
          <ac:spMkLst>
            <pc:docMk/>
            <pc:sldMk cId="2328737408" sldId="502"/>
            <ac:spMk id="5" creationId="{23627F44-A4FC-49FB-A597-2D17A8BCCDF4}"/>
          </ac:spMkLst>
        </pc:spChg>
        <pc:spChg chg="add del">
          <ac:chgData name="Teuku Raja Irfan Radarma" userId="cf428174-95ba-4576-8554-3a3b8ffa52b7" providerId="ADAL" clId="{7C3EAD8C-44D0-4789-8FD3-415EC52390DA}" dt="2025-12-13T16:29:14.646" v="1728"/>
          <ac:spMkLst>
            <pc:docMk/>
            <pc:sldMk cId="2328737408" sldId="502"/>
            <ac:spMk id="6" creationId="{F36EC76C-B36E-4454-BC94-1870586C19B1}"/>
          </ac:spMkLst>
        </pc:spChg>
        <pc:spChg chg="add del">
          <ac:chgData name="Teuku Raja Irfan Radarma" userId="cf428174-95ba-4576-8554-3a3b8ffa52b7" providerId="ADAL" clId="{7C3EAD8C-44D0-4789-8FD3-415EC52390DA}" dt="2025-12-13T16:30:22.612" v="1767"/>
          <ac:spMkLst>
            <pc:docMk/>
            <pc:sldMk cId="2328737408" sldId="502"/>
            <ac:spMk id="7" creationId="{B8573ED3-6FC6-4778-96C0-37BE163B2847}"/>
          </ac:spMkLst>
        </pc:spChg>
        <pc:spChg chg="add mod">
          <ac:chgData name="Teuku Raja Irfan Radarma" userId="cf428174-95ba-4576-8554-3a3b8ffa52b7" providerId="ADAL" clId="{7C3EAD8C-44D0-4789-8FD3-415EC52390DA}" dt="2025-12-13T16:31:47.906" v="1807" actId="114"/>
          <ac:spMkLst>
            <pc:docMk/>
            <pc:sldMk cId="2328737408" sldId="502"/>
            <ac:spMk id="9" creationId="{07EADD05-E84C-403F-8A2F-EC1D52A0C517}"/>
          </ac:spMkLst>
        </pc:spChg>
      </pc:sldChg>
      <pc:sldChg chg="modSp new mod">
        <pc:chgData name="Teuku Raja Irfan Radarma" userId="cf428174-95ba-4576-8554-3a3b8ffa52b7" providerId="ADAL" clId="{7C3EAD8C-44D0-4789-8FD3-415EC52390DA}" dt="2025-12-13T23:22:59.939" v="2103" actId="20577"/>
        <pc:sldMkLst>
          <pc:docMk/>
          <pc:sldMk cId="3933856039" sldId="503"/>
        </pc:sldMkLst>
        <pc:spChg chg="mod">
          <ac:chgData name="Teuku Raja Irfan Radarma" userId="cf428174-95ba-4576-8554-3a3b8ffa52b7" providerId="ADAL" clId="{7C3EAD8C-44D0-4789-8FD3-415EC52390DA}" dt="2025-12-13T23:21:03.060" v="1851" actId="20577"/>
          <ac:spMkLst>
            <pc:docMk/>
            <pc:sldMk cId="3933856039" sldId="503"/>
            <ac:spMk id="2" creationId="{5474A816-7CAB-4E88-83D8-BB1EC8CAD123}"/>
          </ac:spMkLst>
        </pc:spChg>
        <pc:spChg chg="mod">
          <ac:chgData name="Teuku Raja Irfan Radarma" userId="cf428174-95ba-4576-8554-3a3b8ffa52b7" providerId="ADAL" clId="{7C3EAD8C-44D0-4789-8FD3-415EC52390DA}" dt="2025-12-13T23:22:59.939" v="2103" actId="20577"/>
          <ac:spMkLst>
            <pc:docMk/>
            <pc:sldMk cId="3933856039" sldId="503"/>
            <ac:spMk id="4" creationId="{825C7E4A-597D-4324-BC93-3257388D6094}"/>
          </ac:spMkLst>
        </pc:spChg>
      </pc:sldChg>
      <pc:sldChg chg="modSp new mod">
        <pc:chgData name="Teuku Raja Irfan Radarma" userId="cf428174-95ba-4576-8554-3a3b8ffa52b7" providerId="ADAL" clId="{7C3EAD8C-44D0-4789-8FD3-415EC52390DA}" dt="2025-12-14T05:55:08.191" v="2152" actId="20577"/>
        <pc:sldMkLst>
          <pc:docMk/>
          <pc:sldMk cId="118148788" sldId="504"/>
        </pc:sldMkLst>
        <pc:spChg chg="mod">
          <ac:chgData name="Teuku Raja Irfan Radarma" userId="cf428174-95ba-4576-8554-3a3b8ffa52b7" providerId="ADAL" clId="{7C3EAD8C-44D0-4789-8FD3-415EC52390DA}" dt="2025-12-14T05:54:27.936" v="2117" actId="20577"/>
          <ac:spMkLst>
            <pc:docMk/>
            <pc:sldMk cId="118148788" sldId="504"/>
            <ac:spMk id="2" creationId="{C02CA0AC-1C25-4D2B-AC20-7728E182A613}"/>
          </ac:spMkLst>
        </pc:spChg>
        <pc:spChg chg="mod">
          <ac:chgData name="Teuku Raja Irfan Radarma" userId="cf428174-95ba-4576-8554-3a3b8ffa52b7" providerId="ADAL" clId="{7C3EAD8C-44D0-4789-8FD3-415EC52390DA}" dt="2025-12-14T05:55:08.191" v="2152" actId="20577"/>
          <ac:spMkLst>
            <pc:docMk/>
            <pc:sldMk cId="118148788" sldId="504"/>
            <ac:spMk id="4" creationId="{73CF8F04-41AA-4C11-9FCD-363622CB1E7C}"/>
          </ac:spMkLst>
        </pc:spChg>
      </pc:sldChg>
      <pc:sldChg chg="add">
        <pc:chgData name="Teuku Raja Irfan Radarma" userId="cf428174-95ba-4576-8554-3a3b8ffa52b7" providerId="ADAL" clId="{7C3EAD8C-44D0-4789-8FD3-415EC52390DA}" dt="2025-12-14T12:19:13.779" v="2153"/>
        <pc:sldMkLst>
          <pc:docMk/>
          <pc:sldMk cId="3838142424" sldId="507"/>
        </pc:sldMkLst>
      </pc:sldChg>
    </pc:docChg>
  </pc:docChgLst>
  <pc:docChgLst>
    <pc:chgData name="Teuku Raja Irfan Radarma" userId="cf428174-95ba-4576-8554-3a3b8ffa52b7" providerId="ADAL" clId="{9D6983BC-2B41-4A2C-9BDB-BF4B506A1F53}"/>
    <pc:docChg chg="undo custSel addSld delSld modSld sldOrd">
      <pc:chgData name="Teuku Raja Irfan Radarma" userId="cf428174-95ba-4576-8554-3a3b8ffa52b7" providerId="ADAL" clId="{9D6983BC-2B41-4A2C-9BDB-BF4B506A1F53}" dt="2026-01-05T01:36:15.913" v="2674" actId="20577"/>
      <pc:docMkLst>
        <pc:docMk/>
      </pc:docMkLst>
      <pc:sldChg chg="modSp mod">
        <pc:chgData name="Teuku Raja Irfan Radarma" userId="cf428174-95ba-4576-8554-3a3b8ffa52b7" providerId="ADAL" clId="{9D6983BC-2B41-4A2C-9BDB-BF4B506A1F53}" dt="2026-01-01T01:48:51.608" v="28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9D6983BC-2B41-4A2C-9BDB-BF4B506A1F53}" dt="2026-01-01T01:48:51.608" v="28" actId="113"/>
          <ac:spMkLst>
            <pc:docMk/>
            <pc:sldMk cId="4030995347" sldId="257"/>
            <ac:spMk id="3" creationId="{940F5DB3-7A6F-EDD4-9F33-B3FF6161C717}"/>
          </ac:spMkLst>
        </pc:spChg>
      </pc:sldChg>
      <pc:sldChg chg="addSp delSp modSp mod">
        <pc:chgData name="Teuku Raja Irfan Radarma" userId="cf428174-95ba-4576-8554-3a3b8ffa52b7" providerId="ADAL" clId="{9D6983BC-2B41-4A2C-9BDB-BF4B506A1F53}" dt="2026-01-01T04:19:18.122" v="1796" actId="18131"/>
        <pc:sldMkLst>
          <pc:docMk/>
          <pc:sldMk cId="911610319" sldId="262"/>
        </pc:sldMkLst>
        <pc:spChg chg="mod">
          <ac:chgData name="Teuku Raja Irfan Radarma" userId="cf428174-95ba-4576-8554-3a3b8ffa52b7" providerId="ADAL" clId="{9D6983BC-2B41-4A2C-9BDB-BF4B506A1F53}" dt="2026-01-01T01:48:41.053" v="24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9D6983BC-2B41-4A2C-9BDB-BF4B506A1F53}" dt="2026-01-01T01:48:43.008" v="25" actId="20577"/>
          <ac:spMkLst>
            <pc:docMk/>
            <pc:sldMk cId="911610319" sldId="262"/>
            <ac:spMk id="4" creationId="{FFCC89D4-8169-77D5-D53F-1E998B469C40}"/>
          </ac:spMkLst>
        </pc:spChg>
        <pc:spChg chg="add del mod">
          <ac:chgData name="Teuku Raja Irfan Radarma" userId="cf428174-95ba-4576-8554-3a3b8ffa52b7" providerId="ADAL" clId="{9D6983BC-2B41-4A2C-9BDB-BF4B506A1F53}" dt="2026-01-01T04:19:06.501" v="1792" actId="931"/>
          <ac:spMkLst>
            <pc:docMk/>
            <pc:sldMk cId="911610319" sldId="262"/>
            <ac:spMk id="6" creationId="{581CED72-7F93-4C4D-9B82-D3A7A2BC1B7C}"/>
          </ac:spMkLst>
        </pc:spChg>
        <pc:picChg chg="add del mod">
          <ac:chgData name="Teuku Raja Irfan Radarma" userId="cf428174-95ba-4576-8554-3a3b8ffa52b7" providerId="ADAL" clId="{9D6983BC-2B41-4A2C-9BDB-BF4B506A1F53}" dt="2026-01-01T04:18:56.146" v="1791" actId="478"/>
          <ac:picMkLst>
            <pc:docMk/>
            <pc:sldMk cId="911610319" sldId="262"/>
            <ac:picMk id="5" creationId="{5D0AF515-BA1E-496B-BCC4-2261F19A1DD5}"/>
          </ac:picMkLst>
        </pc:picChg>
        <pc:picChg chg="del mod">
          <ac:chgData name="Teuku Raja Irfan Radarma" userId="cf428174-95ba-4576-8554-3a3b8ffa52b7" providerId="ADAL" clId="{9D6983BC-2B41-4A2C-9BDB-BF4B506A1F53}" dt="2026-01-01T04:18:51.408" v="1787" actId="478"/>
          <ac:picMkLst>
            <pc:docMk/>
            <pc:sldMk cId="911610319" sldId="262"/>
            <ac:picMk id="8" creationId="{62050987-8CC6-442F-88E1-8386779A2F31}"/>
          </ac:picMkLst>
        </pc:picChg>
        <pc:picChg chg="add mod modCrop">
          <ac:chgData name="Teuku Raja Irfan Radarma" userId="cf428174-95ba-4576-8554-3a3b8ffa52b7" providerId="ADAL" clId="{9D6983BC-2B41-4A2C-9BDB-BF4B506A1F53}" dt="2026-01-01T04:19:18.122" v="1796" actId="18131"/>
          <ac:picMkLst>
            <pc:docMk/>
            <pc:sldMk cId="911610319" sldId="262"/>
            <ac:picMk id="9" creationId="{54AE87D0-7797-4862-92AB-F7908B657C78}"/>
          </ac:picMkLst>
        </pc:picChg>
      </pc:sldChg>
      <pc:sldChg chg="modSp mod">
        <pc:chgData name="Teuku Raja Irfan Radarma" userId="cf428174-95ba-4576-8554-3a3b8ffa52b7" providerId="ADAL" clId="{9D6983BC-2B41-4A2C-9BDB-BF4B506A1F53}" dt="2026-01-01T01:50:26.458" v="250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9D6983BC-2B41-4A2C-9BDB-BF4B506A1F53}" dt="2026-01-01T01:50:26.458" v="250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addSp delSp modSp mod">
        <pc:chgData name="Teuku Raja Irfan Radarma" userId="cf428174-95ba-4576-8554-3a3b8ffa52b7" providerId="ADAL" clId="{9D6983BC-2B41-4A2C-9BDB-BF4B506A1F53}" dt="2026-01-01T01:55:45.271" v="713" actId="20577"/>
        <pc:sldMkLst>
          <pc:docMk/>
          <pc:sldMk cId="1457204914" sldId="264"/>
        </pc:sldMkLst>
        <pc:spChg chg="add del mod">
          <ac:chgData name="Teuku Raja Irfan Radarma" userId="cf428174-95ba-4576-8554-3a3b8ffa52b7" providerId="ADAL" clId="{9D6983BC-2B41-4A2C-9BDB-BF4B506A1F53}" dt="2026-01-01T01:55:45.271" v="713" actId="20577"/>
          <ac:spMkLst>
            <pc:docMk/>
            <pc:sldMk cId="1457204914" sldId="264"/>
            <ac:spMk id="4" creationId="{EE064B16-72CC-4606-A23D-7291843EEFBB}"/>
          </ac:spMkLst>
        </pc:spChg>
        <pc:spChg chg="add del mod">
          <ac:chgData name="Teuku Raja Irfan Radarma" userId="cf428174-95ba-4576-8554-3a3b8ffa52b7" providerId="ADAL" clId="{9D6983BC-2B41-4A2C-9BDB-BF4B506A1F53}" dt="2026-01-01T01:51:00.839" v="253" actId="478"/>
          <ac:spMkLst>
            <pc:docMk/>
            <pc:sldMk cId="1457204914" sldId="264"/>
            <ac:spMk id="5" creationId="{E1A219FC-DA4B-4793-937A-16E86D77DAE5}"/>
          </ac:spMkLst>
        </pc:spChg>
      </pc:sldChg>
      <pc:sldChg chg="modSp mod">
        <pc:chgData name="Teuku Raja Irfan Radarma" userId="cf428174-95ba-4576-8554-3a3b8ffa52b7" providerId="ADAL" clId="{9D6983BC-2B41-4A2C-9BDB-BF4B506A1F53}" dt="2026-01-01T01:49:14.435" v="102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9D6983BC-2B41-4A2C-9BDB-BF4B506A1F53}" dt="2026-01-01T01:49:14.435" v="102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del">
        <pc:chgData name="Teuku Raja Irfan Radarma" userId="cf428174-95ba-4576-8554-3a3b8ffa52b7" providerId="ADAL" clId="{9D6983BC-2B41-4A2C-9BDB-BF4B506A1F53}" dt="2026-01-01T01:50:41.577" v="251" actId="47"/>
        <pc:sldMkLst>
          <pc:docMk/>
          <pc:sldMk cId="3404562138" sldId="305"/>
        </pc:sldMkLst>
      </pc:sldChg>
      <pc:sldChg chg="delSp modSp mod">
        <pc:chgData name="Teuku Raja Irfan Radarma" userId="cf428174-95ba-4576-8554-3a3b8ffa52b7" providerId="ADAL" clId="{9D6983BC-2B41-4A2C-9BDB-BF4B506A1F53}" dt="2026-01-01T01:51:59.622" v="270" actId="113"/>
        <pc:sldMkLst>
          <pc:docMk/>
          <pc:sldMk cId="212132516" sldId="463"/>
        </pc:sldMkLst>
        <pc:spChg chg="mod">
          <ac:chgData name="Teuku Raja Irfan Radarma" userId="cf428174-95ba-4576-8554-3a3b8ffa52b7" providerId="ADAL" clId="{9D6983BC-2B41-4A2C-9BDB-BF4B506A1F53}" dt="2026-01-01T01:51:59.622" v="270" actId="113"/>
          <ac:spMkLst>
            <pc:docMk/>
            <pc:sldMk cId="212132516" sldId="463"/>
            <ac:spMk id="3" creationId="{FB5BE946-FF5F-4410-A12D-F0EE584B25FB}"/>
          </ac:spMkLst>
        </pc:spChg>
        <pc:spChg chg="del">
          <ac:chgData name="Teuku Raja Irfan Radarma" userId="cf428174-95ba-4576-8554-3a3b8ffa52b7" providerId="ADAL" clId="{9D6983BC-2B41-4A2C-9BDB-BF4B506A1F53}" dt="2026-01-01T01:51:27.915" v="256" actId="478"/>
          <ac:spMkLst>
            <pc:docMk/>
            <pc:sldMk cId="212132516" sldId="463"/>
            <ac:spMk id="7" creationId="{5CA763A6-BCD0-4198-855E-C521C67F6F40}"/>
          </ac:spMkLst>
        </pc:spChg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546366545" sldId="464"/>
        </pc:sldMkLst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3204734382" sldId="465"/>
        </pc:sldMkLst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840397248" sldId="466"/>
        </pc:sldMkLst>
      </pc:sldChg>
      <pc:sldChg chg="modSp mod">
        <pc:chgData name="Teuku Raja Irfan Radarma" userId="cf428174-95ba-4576-8554-3a3b8ffa52b7" providerId="ADAL" clId="{9D6983BC-2B41-4A2C-9BDB-BF4B506A1F53}" dt="2026-01-01T01:56:21.118" v="770" actId="20577"/>
        <pc:sldMkLst>
          <pc:docMk/>
          <pc:sldMk cId="349334146" sldId="467"/>
        </pc:sldMkLst>
        <pc:spChg chg="mod">
          <ac:chgData name="Teuku Raja Irfan Radarma" userId="cf428174-95ba-4576-8554-3a3b8ffa52b7" providerId="ADAL" clId="{9D6983BC-2B41-4A2C-9BDB-BF4B506A1F53}" dt="2026-01-01T01:55:58.653" v="735" actId="20577"/>
          <ac:spMkLst>
            <pc:docMk/>
            <pc:sldMk cId="349334146" sldId="467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9D6983BC-2B41-4A2C-9BDB-BF4B506A1F53}" dt="2026-01-01T01:56:21.118" v="770" actId="20577"/>
          <ac:spMkLst>
            <pc:docMk/>
            <pc:sldMk cId="349334146" sldId="467"/>
            <ac:spMk id="4" creationId="{EE064B16-72CC-4606-A23D-7291843EEFBB}"/>
          </ac:spMkLst>
        </pc:spChg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512773790" sldId="468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19236139" sldId="46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454483339" sldId="47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937451312" sldId="47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390475230" sldId="472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986164718" sldId="473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59864989" sldId="47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943341466" sldId="476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99253152" sldId="477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223553154" sldId="478"/>
        </pc:sldMkLst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387560748" sldId="47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94387607" sldId="48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568129011" sldId="48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342135666" sldId="482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275955466" sldId="483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595917168" sldId="48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592875035" sldId="485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425490190" sldId="486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4022335933" sldId="487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267413274" sldId="488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4265093686" sldId="48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147498015" sldId="49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345166437" sldId="49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895346072" sldId="492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905435217" sldId="493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447765306" sldId="49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621463854" sldId="495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806752585" sldId="496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412685268" sldId="497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900747831" sldId="498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950209993" sldId="49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614611906" sldId="50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491002283" sldId="50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328737408" sldId="502"/>
        </pc:sldMkLst>
      </pc:sldChg>
      <pc:sldChg chg="modSp mod">
        <pc:chgData name="Teuku Raja Irfan Radarma" userId="cf428174-95ba-4576-8554-3a3b8ffa52b7" providerId="ADAL" clId="{9D6983BC-2B41-4A2C-9BDB-BF4B506A1F53}" dt="2026-01-01T04:50:30.914" v="2064" actId="12"/>
        <pc:sldMkLst>
          <pc:docMk/>
          <pc:sldMk cId="3933856039" sldId="503"/>
        </pc:sldMkLst>
        <pc:spChg chg="mod">
          <ac:chgData name="Teuku Raja Irfan Radarma" userId="cf428174-95ba-4576-8554-3a3b8ffa52b7" providerId="ADAL" clId="{9D6983BC-2B41-4A2C-9BDB-BF4B506A1F53}" dt="2026-01-01T04:50:26.327" v="2053" actId="20577"/>
          <ac:spMkLst>
            <pc:docMk/>
            <pc:sldMk cId="3933856039" sldId="503"/>
            <ac:spMk id="2" creationId="{5474A816-7CAB-4E88-83D8-BB1EC8CAD123}"/>
          </ac:spMkLst>
        </pc:spChg>
        <pc:spChg chg="mod">
          <ac:chgData name="Teuku Raja Irfan Radarma" userId="cf428174-95ba-4576-8554-3a3b8ffa52b7" providerId="ADAL" clId="{9D6983BC-2B41-4A2C-9BDB-BF4B506A1F53}" dt="2026-01-01T04:50:30.914" v="2064" actId="12"/>
          <ac:spMkLst>
            <pc:docMk/>
            <pc:sldMk cId="3933856039" sldId="503"/>
            <ac:spMk id="4" creationId="{825C7E4A-597D-4324-BC93-3257388D6094}"/>
          </ac:spMkLst>
        </pc:spChg>
      </pc:sldChg>
      <pc:sldChg chg="del">
        <pc:chgData name="Teuku Raja Irfan Radarma" userId="cf428174-95ba-4576-8554-3a3b8ffa52b7" providerId="ADAL" clId="{9D6983BC-2B41-4A2C-9BDB-BF4B506A1F53}" dt="2026-01-01T04:50:35.866" v="2065" actId="47"/>
        <pc:sldMkLst>
          <pc:docMk/>
          <pc:sldMk cId="118148788" sldId="50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838142424" sldId="507"/>
        </pc:sldMkLst>
      </pc:sldChg>
      <pc:sldChg chg="modSp add mod">
        <pc:chgData name="Teuku Raja Irfan Radarma" userId="cf428174-95ba-4576-8554-3a3b8ffa52b7" providerId="ADAL" clId="{9D6983BC-2B41-4A2C-9BDB-BF4B506A1F53}" dt="2026-01-01T01:55:11.113" v="689" actId="113"/>
        <pc:sldMkLst>
          <pc:docMk/>
          <pc:sldMk cId="2622249724" sldId="508"/>
        </pc:sldMkLst>
        <pc:spChg chg="mod">
          <ac:chgData name="Teuku Raja Irfan Radarma" userId="cf428174-95ba-4576-8554-3a3b8ffa52b7" providerId="ADAL" clId="{9D6983BC-2B41-4A2C-9BDB-BF4B506A1F53}" dt="2026-01-01T01:55:11.113" v="689" actId="113"/>
          <ac:spMkLst>
            <pc:docMk/>
            <pc:sldMk cId="2622249724" sldId="508"/>
            <ac:spMk id="3" creationId="{FB5BE946-FF5F-4410-A12D-F0EE584B25FB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2:32:18.828" v="914" actId="1076"/>
        <pc:sldMkLst>
          <pc:docMk/>
          <pc:sldMk cId="855949748" sldId="509"/>
        </pc:sldMkLst>
        <pc:spChg chg="mod">
          <ac:chgData name="Teuku Raja Irfan Radarma" userId="cf428174-95ba-4576-8554-3a3b8ffa52b7" providerId="ADAL" clId="{9D6983BC-2B41-4A2C-9BDB-BF4B506A1F53}" dt="2026-01-01T02:31:36.718" v="887" actId="14100"/>
          <ac:spMkLst>
            <pc:docMk/>
            <pc:sldMk cId="855949748" sldId="509"/>
            <ac:spMk id="2" creationId="{88443EB8-4892-44AF-9B44-964D1F7B3B29}"/>
          </ac:spMkLst>
        </pc:spChg>
        <pc:spChg chg="mod">
          <ac:chgData name="Teuku Raja Irfan Radarma" userId="cf428174-95ba-4576-8554-3a3b8ffa52b7" providerId="ADAL" clId="{9D6983BC-2B41-4A2C-9BDB-BF4B506A1F53}" dt="2026-01-01T02:31:40.581" v="889" actId="1076"/>
          <ac:spMkLst>
            <pc:docMk/>
            <pc:sldMk cId="855949748" sldId="509"/>
            <ac:spMk id="3" creationId="{900EA912-00A5-406D-9EDF-75CE771BE41D}"/>
          </ac:spMkLst>
        </pc:spChg>
        <pc:spChg chg="add mod">
          <ac:chgData name="Teuku Raja Irfan Radarma" userId="cf428174-95ba-4576-8554-3a3b8ffa52b7" providerId="ADAL" clId="{9D6983BC-2B41-4A2C-9BDB-BF4B506A1F53}" dt="2026-01-01T02:31:50.267" v="895" actId="14100"/>
          <ac:spMkLst>
            <pc:docMk/>
            <pc:sldMk cId="855949748" sldId="509"/>
            <ac:spMk id="8" creationId="{7C077DD7-7249-4568-9D4E-F9032B2FF8FA}"/>
          </ac:spMkLst>
        </pc:spChg>
        <pc:spChg chg="add del">
          <ac:chgData name="Teuku Raja Irfan Radarma" userId="cf428174-95ba-4576-8554-3a3b8ffa52b7" providerId="ADAL" clId="{9D6983BC-2B41-4A2C-9BDB-BF4B506A1F53}" dt="2026-01-01T02:30:29.557" v="859"/>
          <ac:spMkLst>
            <pc:docMk/>
            <pc:sldMk cId="855949748" sldId="509"/>
            <ac:spMk id="9" creationId="{DE5C4D33-2834-4385-A10B-14F66F8F4A5B}"/>
          </ac:spMkLst>
        </pc:spChg>
        <pc:spChg chg="add del">
          <ac:chgData name="Teuku Raja Irfan Radarma" userId="cf428174-95ba-4576-8554-3a3b8ffa52b7" providerId="ADAL" clId="{9D6983BC-2B41-4A2C-9BDB-BF4B506A1F53}" dt="2026-01-01T02:30:35.279" v="861"/>
          <ac:spMkLst>
            <pc:docMk/>
            <pc:sldMk cId="855949748" sldId="509"/>
            <ac:spMk id="10" creationId="{70178013-661D-4794-926B-399015AB1C7C}"/>
          </ac:spMkLst>
        </pc:spChg>
        <pc:spChg chg="add del">
          <ac:chgData name="Teuku Raja Irfan Radarma" userId="cf428174-95ba-4576-8554-3a3b8ffa52b7" providerId="ADAL" clId="{9D6983BC-2B41-4A2C-9BDB-BF4B506A1F53}" dt="2026-01-01T02:30:39.324" v="863"/>
          <ac:spMkLst>
            <pc:docMk/>
            <pc:sldMk cId="855949748" sldId="509"/>
            <ac:spMk id="11" creationId="{3B42AC30-CDF7-4C62-BBA1-12BCCC55CBD9}"/>
          </ac:spMkLst>
        </pc:spChg>
        <pc:spChg chg="add mod">
          <ac:chgData name="Teuku Raja Irfan Radarma" userId="cf428174-95ba-4576-8554-3a3b8ffa52b7" providerId="ADAL" clId="{9D6983BC-2B41-4A2C-9BDB-BF4B506A1F53}" dt="2026-01-01T02:32:18.828" v="914" actId="1076"/>
          <ac:spMkLst>
            <pc:docMk/>
            <pc:sldMk cId="855949748" sldId="509"/>
            <ac:spMk id="12" creationId="{659AC6AE-624E-4D3C-94B3-B05423B6B2A5}"/>
          </ac:spMkLst>
        </pc:spChg>
        <pc:picChg chg="add mod">
          <ac:chgData name="Teuku Raja Irfan Radarma" userId="cf428174-95ba-4576-8554-3a3b8ffa52b7" providerId="ADAL" clId="{9D6983BC-2B41-4A2C-9BDB-BF4B506A1F53}" dt="2026-01-01T02:31:45.358" v="893" actId="1076"/>
          <ac:picMkLst>
            <pc:docMk/>
            <pc:sldMk cId="855949748" sldId="509"/>
            <ac:picMk id="6" creationId="{E5E67A07-B4A2-455D-8C44-95673F0D0F53}"/>
          </ac:picMkLst>
        </pc:picChg>
      </pc:sldChg>
      <pc:sldChg chg="addSp delSp modSp new mod">
        <pc:chgData name="Teuku Raja Irfan Radarma" userId="cf428174-95ba-4576-8554-3a3b8ffa52b7" providerId="ADAL" clId="{9D6983BC-2B41-4A2C-9BDB-BF4B506A1F53}" dt="2026-01-01T02:41:23.387" v="961" actId="2711"/>
        <pc:sldMkLst>
          <pc:docMk/>
          <pc:sldMk cId="2571980247" sldId="510"/>
        </pc:sldMkLst>
        <pc:spChg chg="mod">
          <ac:chgData name="Teuku Raja Irfan Radarma" userId="cf428174-95ba-4576-8554-3a3b8ffa52b7" providerId="ADAL" clId="{9D6983BC-2B41-4A2C-9BDB-BF4B506A1F53}" dt="2026-01-01T02:41:09.158" v="956" actId="14100"/>
          <ac:spMkLst>
            <pc:docMk/>
            <pc:sldMk cId="2571980247" sldId="510"/>
            <ac:spMk id="2" creationId="{32A98C14-FC7B-4B1E-AC0F-C08273A0D328}"/>
          </ac:spMkLst>
        </pc:spChg>
        <pc:spChg chg="del">
          <ac:chgData name="Teuku Raja Irfan Radarma" userId="cf428174-95ba-4576-8554-3a3b8ffa52b7" providerId="ADAL" clId="{9D6983BC-2B41-4A2C-9BDB-BF4B506A1F53}" dt="2026-01-01T02:40:38.002" v="941"/>
          <ac:spMkLst>
            <pc:docMk/>
            <pc:sldMk cId="2571980247" sldId="510"/>
            <ac:spMk id="3" creationId="{2797B037-735A-4640-8E46-C1CAA9A9B16D}"/>
          </ac:spMkLst>
        </pc:spChg>
        <pc:spChg chg="add mod">
          <ac:chgData name="Teuku Raja Irfan Radarma" userId="cf428174-95ba-4576-8554-3a3b8ffa52b7" providerId="ADAL" clId="{9D6983BC-2B41-4A2C-9BDB-BF4B506A1F53}" dt="2026-01-01T02:41:23.387" v="961" actId="2711"/>
          <ac:spMkLst>
            <pc:docMk/>
            <pc:sldMk cId="2571980247" sldId="510"/>
            <ac:spMk id="5" creationId="{44052953-DAEF-4455-BCA5-3CA7F9704E5D}"/>
          </ac:spMkLst>
        </pc:spChg>
      </pc:sldChg>
      <pc:sldChg chg="delSp modSp add del mod">
        <pc:chgData name="Teuku Raja Irfan Radarma" userId="cf428174-95ba-4576-8554-3a3b8ffa52b7" providerId="ADAL" clId="{9D6983BC-2B41-4A2C-9BDB-BF4B506A1F53}" dt="2026-01-01T02:35:47.828" v="921" actId="47"/>
        <pc:sldMkLst>
          <pc:docMk/>
          <pc:sldMk cId="1212142191" sldId="511"/>
        </pc:sldMkLst>
        <pc:spChg chg="mod">
          <ac:chgData name="Teuku Raja Irfan Radarma" userId="cf428174-95ba-4576-8554-3a3b8ffa52b7" providerId="ADAL" clId="{9D6983BC-2B41-4A2C-9BDB-BF4B506A1F53}" dt="2026-01-01T02:35:45.743" v="920" actId="1076"/>
          <ac:spMkLst>
            <pc:docMk/>
            <pc:sldMk cId="1212142191" sldId="511"/>
            <ac:spMk id="8" creationId="{7C077DD7-7249-4568-9D4E-F9032B2FF8FA}"/>
          </ac:spMkLst>
        </pc:spChg>
        <pc:picChg chg="del">
          <ac:chgData name="Teuku Raja Irfan Radarma" userId="cf428174-95ba-4576-8554-3a3b8ffa52b7" providerId="ADAL" clId="{9D6983BC-2B41-4A2C-9BDB-BF4B506A1F53}" dt="2026-01-01T02:35:41.738" v="918" actId="478"/>
          <ac:picMkLst>
            <pc:docMk/>
            <pc:sldMk cId="1212142191" sldId="511"/>
            <ac:picMk id="6" creationId="{E5E67A07-B4A2-455D-8C44-95673F0D0F53}"/>
          </ac:picMkLst>
        </pc:picChg>
      </pc:sldChg>
      <pc:sldChg chg="addSp delSp modSp new mod ord">
        <pc:chgData name="Teuku Raja Irfan Radarma" userId="cf428174-95ba-4576-8554-3a3b8ffa52b7" providerId="ADAL" clId="{9D6983BC-2B41-4A2C-9BDB-BF4B506A1F53}" dt="2026-01-01T02:43:18.671" v="988"/>
        <pc:sldMkLst>
          <pc:docMk/>
          <pc:sldMk cId="4123732572" sldId="511"/>
        </pc:sldMkLst>
        <pc:spChg chg="mod">
          <ac:chgData name="Teuku Raja Irfan Radarma" userId="cf428174-95ba-4576-8554-3a3b8ffa52b7" providerId="ADAL" clId="{9D6983BC-2B41-4A2C-9BDB-BF4B506A1F53}" dt="2026-01-01T02:42:37.212" v="976" actId="14100"/>
          <ac:spMkLst>
            <pc:docMk/>
            <pc:sldMk cId="4123732572" sldId="511"/>
            <ac:spMk id="2" creationId="{C3B4FDB2-D8ED-4930-8297-BDAE5A72FADB}"/>
          </ac:spMkLst>
        </pc:spChg>
        <pc:spChg chg="mod">
          <ac:chgData name="Teuku Raja Irfan Radarma" userId="cf428174-95ba-4576-8554-3a3b8ffa52b7" providerId="ADAL" clId="{9D6983BC-2B41-4A2C-9BDB-BF4B506A1F53}" dt="2026-01-01T02:42:55.908" v="986" actId="27636"/>
          <ac:spMkLst>
            <pc:docMk/>
            <pc:sldMk cId="4123732572" sldId="511"/>
            <ac:spMk id="3" creationId="{FF9961A2-D8D3-4384-88A9-332CD72FBA30}"/>
          </ac:spMkLst>
        </pc:spChg>
        <pc:spChg chg="add del">
          <ac:chgData name="Teuku Raja Irfan Radarma" userId="cf428174-95ba-4576-8554-3a3b8ffa52b7" providerId="ADAL" clId="{9D6983BC-2B41-4A2C-9BDB-BF4B506A1F53}" dt="2026-01-01T02:42:21.628" v="967"/>
          <ac:spMkLst>
            <pc:docMk/>
            <pc:sldMk cId="4123732572" sldId="511"/>
            <ac:spMk id="5" creationId="{F8A3663B-C457-416D-B1B0-F873A1A2F262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2:45:42.946" v="1042" actId="20577"/>
        <pc:sldMkLst>
          <pc:docMk/>
          <pc:sldMk cId="3257704597" sldId="512"/>
        </pc:sldMkLst>
        <pc:spChg chg="mod">
          <ac:chgData name="Teuku Raja Irfan Radarma" userId="cf428174-95ba-4576-8554-3a3b8ffa52b7" providerId="ADAL" clId="{9D6983BC-2B41-4A2C-9BDB-BF4B506A1F53}" dt="2026-01-01T02:45:42.946" v="1042" actId="20577"/>
          <ac:spMkLst>
            <pc:docMk/>
            <pc:sldMk cId="3257704597" sldId="512"/>
            <ac:spMk id="2" creationId="{CBAD7388-10BC-41E4-A032-8D6DBE76EB77}"/>
          </ac:spMkLst>
        </pc:spChg>
        <pc:spChg chg="del">
          <ac:chgData name="Teuku Raja Irfan Radarma" userId="cf428174-95ba-4576-8554-3a3b8ffa52b7" providerId="ADAL" clId="{9D6983BC-2B41-4A2C-9BDB-BF4B506A1F53}" dt="2026-01-01T02:44:13.688" v="1007"/>
          <ac:spMkLst>
            <pc:docMk/>
            <pc:sldMk cId="3257704597" sldId="512"/>
            <ac:spMk id="3" creationId="{1C31E962-1F58-49A7-8B28-E64CB9189F63}"/>
          </ac:spMkLst>
        </pc:spChg>
        <pc:spChg chg="add mod">
          <ac:chgData name="Teuku Raja Irfan Radarma" userId="cf428174-95ba-4576-8554-3a3b8ffa52b7" providerId="ADAL" clId="{9D6983BC-2B41-4A2C-9BDB-BF4B506A1F53}" dt="2026-01-01T02:45:10.524" v="1030" actId="1076"/>
          <ac:spMkLst>
            <pc:docMk/>
            <pc:sldMk cId="3257704597" sldId="512"/>
            <ac:spMk id="5" creationId="{6B3A5359-A09E-4A25-AE75-A4C8B34A96D9}"/>
          </ac:spMkLst>
        </pc:spChg>
      </pc:sldChg>
      <pc:sldChg chg="addSp delSp modSp add mod">
        <pc:chgData name="Teuku Raja Irfan Radarma" userId="cf428174-95ba-4576-8554-3a3b8ffa52b7" providerId="ADAL" clId="{9D6983BC-2B41-4A2C-9BDB-BF4B506A1F53}" dt="2026-01-01T02:46:36.925" v="1062" actId="2710"/>
        <pc:sldMkLst>
          <pc:docMk/>
          <pc:sldMk cId="228243149" sldId="513"/>
        </pc:sldMkLst>
        <pc:spChg chg="mod">
          <ac:chgData name="Teuku Raja Irfan Radarma" userId="cf428174-95ba-4576-8554-3a3b8ffa52b7" providerId="ADAL" clId="{9D6983BC-2B41-4A2C-9BDB-BF4B506A1F53}" dt="2026-01-01T02:46:03.469" v="1053" actId="20577"/>
          <ac:spMkLst>
            <pc:docMk/>
            <pc:sldMk cId="228243149" sldId="513"/>
            <ac:spMk id="2" creationId="{CBAD7388-10BC-41E4-A032-8D6DBE76EB77}"/>
          </ac:spMkLst>
        </pc:spChg>
        <pc:spChg chg="add del">
          <ac:chgData name="Teuku Raja Irfan Radarma" userId="cf428174-95ba-4576-8554-3a3b8ffa52b7" providerId="ADAL" clId="{9D6983BC-2B41-4A2C-9BDB-BF4B506A1F53}" dt="2026-01-01T02:46:11.916" v="1055"/>
          <ac:spMkLst>
            <pc:docMk/>
            <pc:sldMk cId="228243149" sldId="513"/>
            <ac:spMk id="3" creationId="{597339FE-BD69-4784-9472-E0DB39E9F6F9}"/>
          </ac:spMkLst>
        </pc:spChg>
        <pc:spChg chg="mod">
          <ac:chgData name="Teuku Raja Irfan Radarma" userId="cf428174-95ba-4576-8554-3a3b8ffa52b7" providerId="ADAL" clId="{9D6983BC-2B41-4A2C-9BDB-BF4B506A1F53}" dt="2026-01-01T02:46:36.925" v="1062" actId="2710"/>
          <ac:spMkLst>
            <pc:docMk/>
            <pc:sldMk cId="228243149" sldId="513"/>
            <ac:spMk id="5" creationId="{6B3A5359-A09E-4A25-AE75-A4C8B34A96D9}"/>
          </ac:spMkLst>
        </pc:spChg>
        <pc:spChg chg="add del">
          <ac:chgData name="Teuku Raja Irfan Radarma" userId="cf428174-95ba-4576-8554-3a3b8ffa52b7" providerId="ADAL" clId="{9D6983BC-2B41-4A2C-9BDB-BF4B506A1F53}" dt="2026-01-01T02:46:17.582" v="1057"/>
          <ac:spMkLst>
            <pc:docMk/>
            <pc:sldMk cId="228243149" sldId="513"/>
            <ac:spMk id="6" creationId="{52340B73-580A-4C7B-88BB-C5CC98B2F051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2:55:01.453" v="1131" actId="1076"/>
        <pc:sldMkLst>
          <pc:docMk/>
          <pc:sldMk cId="1329398207" sldId="514"/>
        </pc:sldMkLst>
        <pc:spChg chg="mod">
          <ac:chgData name="Teuku Raja Irfan Radarma" userId="cf428174-95ba-4576-8554-3a3b8ffa52b7" providerId="ADAL" clId="{9D6983BC-2B41-4A2C-9BDB-BF4B506A1F53}" dt="2026-01-01T02:52:34.987" v="1064"/>
          <ac:spMkLst>
            <pc:docMk/>
            <pc:sldMk cId="1329398207" sldId="514"/>
            <ac:spMk id="2" creationId="{C6D3FA79-67D5-4E97-8CB1-83780DFD1CA0}"/>
          </ac:spMkLst>
        </pc:spChg>
        <pc:spChg chg="del">
          <ac:chgData name="Teuku Raja Irfan Radarma" userId="cf428174-95ba-4576-8554-3a3b8ffa52b7" providerId="ADAL" clId="{9D6983BC-2B41-4A2C-9BDB-BF4B506A1F53}" dt="2026-01-01T02:53:09.422" v="1065"/>
          <ac:spMkLst>
            <pc:docMk/>
            <pc:sldMk cId="1329398207" sldId="514"/>
            <ac:spMk id="3" creationId="{33C0CED1-580E-4511-9E2B-2FC71AD2FAF1}"/>
          </ac:spMkLst>
        </pc:spChg>
        <pc:spChg chg="add mod">
          <ac:chgData name="Teuku Raja Irfan Radarma" userId="cf428174-95ba-4576-8554-3a3b8ffa52b7" providerId="ADAL" clId="{9D6983BC-2B41-4A2C-9BDB-BF4B506A1F53}" dt="2026-01-01T02:55:01.453" v="1131" actId="1076"/>
          <ac:spMkLst>
            <pc:docMk/>
            <pc:sldMk cId="1329398207" sldId="514"/>
            <ac:spMk id="5" creationId="{5203CBD5-1029-40A3-8727-14723341B1AA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1T02:56:45.239" v="1176" actId="27636"/>
        <pc:sldMkLst>
          <pc:docMk/>
          <pc:sldMk cId="438973189" sldId="515"/>
        </pc:sldMkLst>
        <pc:spChg chg="mod">
          <ac:chgData name="Teuku Raja Irfan Radarma" userId="cf428174-95ba-4576-8554-3a3b8ffa52b7" providerId="ADAL" clId="{9D6983BC-2B41-4A2C-9BDB-BF4B506A1F53}" dt="2026-01-01T02:56:30.206" v="1171" actId="14100"/>
          <ac:spMkLst>
            <pc:docMk/>
            <pc:sldMk cId="438973189" sldId="515"/>
            <ac:spMk id="2" creationId="{0950FD7A-9174-4688-9E56-D3CCB56106C7}"/>
          </ac:spMkLst>
        </pc:spChg>
        <pc:spChg chg="mod">
          <ac:chgData name="Teuku Raja Irfan Radarma" userId="cf428174-95ba-4576-8554-3a3b8ffa52b7" providerId="ADAL" clId="{9D6983BC-2B41-4A2C-9BDB-BF4B506A1F53}" dt="2026-01-01T02:56:45.239" v="1176" actId="27636"/>
          <ac:spMkLst>
            <pc:docMk/>
            <pc:sldMk cId="438973189" sldId="515"/>
            <ac:spMk id="3" creationId="{A91C2320-0F23-4391-8A21-82240D00C921}"/>
          </ac:spMkLst>
        </pc:spChg>
      </pc:sldChg>
      <pc:sldChg chg="add del">
        <pc:chgData name="Teuku Raja Irfan Radarma" userId="cf428174-95ba-4576-8554-3a3b8ffa52b7" providerId="ADAL" clId="{9D6983BC-2B41-4A2C-9BDB-BF4B506A1F53}" dt="2026-01-01T03:07:58.123" v="1178"/>
        <pc:sldMkLst>
          <pc:docMk/>
          <pc:sldMk cId="2851638666" sldId="516"/>
        </pc:sldMkLst>
      </pc:sldChg>
      <pc:sldChg chg="modSp add mod">
        <pc:chgData name="Teuku Raja Irfan Radarma" userId="cf428174-95ba-4576-8554-3a3b8ffa52b7" providerId="ADAL" clId="{9D6983BC-2B41-4A2C-9BDB-BF4B506A1F53}" dt="2026-01-01T03:08:31.108" v="1186" actId="113"/>
        <pc:sldMkLst>
          <pc:docMk/>
          <pc:sldMk cId="2942938510" sldId="516"/>
        </pc:sldMkLst>
        <pc:spChg chg="mod">
          <ac:chgData name="Teuku Raja Irfan Radarma" userId="cf428174-95ba-4576-8554-3a3b8ffa52b7" providerId="ADAL" clId="{9D6983BC-2B41-4A2C-9BDB-BF4B506A1F53}" dt="2026-01-01T03:08:07.150" v="1180"/>
          <ac:spMkLst>
            <pc:docMk/>
            <pc:sldMk cId="2942938510" sldId="516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9D6983BC-2B41-4A2C-9BDB-BF4B506A1F53}" dt="2026-01-01T03:08:31.108" v="1186" actId="113"/>
          <ac:spMkLst>
            <pc:docMk/>
            <pc:sldMk cId="2942938510" sldId="516"/>
            <ac:spMk id="4" creationId="{EE064B16-72CC-4606-A23D-7291843EEFBB}"/>
          </ac:spMkLst>
        </pc:spChg>
      </pc:sldChg>
      <pc:sldChg chg="addSp modSp new mod">
        <pc:chgData name="Teuku Raja Irfan Radarma" userId="cf428174-95ba-4576-8554-3a3b8ffa52b7" providerId="ADAL" clId="{9D6983BC-2B41-4A2C-9BDB-BF4B506A1F53}" dt="2026-01-01T03:51:47.571" v="1315" actId="20577"/>
        <pc:sldMkLst>
          <pc:docMk/>
          <pc:sldMk cId="2686900877" sldId="517"/>
        </pc:sldMkLst>
        <pc:spChg chg="mod">
          <ac:chgData name="Teuku Raja Irfan Radarma" userId="cf428174-95ba-4576-8554-3a3b8ffa52b7" providerId="ADAL" clId="{9D6983BC-2B41-4A2C-9BDB-BF4B506A1F53}" dt="2026-01-01T03:49:04.257" v="1192" actId="14100"/>
          <ac:spMkLst>
            <pc:docMk/>
            <pc:sldMk cId="2686900877" sldId="517"/>
            <ac:spMk id="2" creationId="{91041F7A-83F2-4AE6-AE78-A6ECA76D3723}"/>
          </ac:spMkLst>
        </pc:spChg>
        <pc:spChg chg="mod">
          <ac:chgData name="Teuku Raja Irfan Radarma" userId="cf428174-95ba-4576-8554-3a3b8ffa52b7" providerId="ADAL" clId="{9D6983BC-2B41-4A2C-9BDB-BF4B506A1F53}" dt="2026-01-01T03:49:17.896" v="1196" actId="14100"/>
          <ac:spMkLst>
            <pc:docMk/>
            <pc:sldMk cId="2686900877" sldId="517"/>
            <ac:spMk id="3" creationId="{8614951C-89EF-4255-A049-2D4040441578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3:51:47.571" v="1315" actId="20577"/>
          <ac:graphicFrameMkLst>
            <pc:docMk/>
            <pc:sldMk cId="2686900877" sldId="517"/>
            <ac:graphicFrameMk id="5" creationId="{21539299-D5D5-415D-A5F3-59C0728523AD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3:56:24.217" v="1482" actId="1076"/>
        <pc:sldMkLst>
          <pc:docMk/>
          <pc:sldMk cId="1935258800" sldId="518"/>
        </pc:sldMkLst>
        <pc:spChg chg="mod">
          <ac:chgData name="Teuku Raja Irfan Radarma" userId="cf428174-95ba-4576-8554-3a3b8ffa52b7" providerId="ADAL" clId="{9D6983BC-2B41-4A2C-9BDB-BF4B506A1F53}" dt="2026-01-01T03:56:22.382" v="1481" actId="14100"/>
          <ac:spMkLst>
            <pc:docMk/>
            <pc:sldMk cId="1935258800" sldId="518"/>
            <ac:spMk id="2" creationId="{02B0420E-64FD-4DDC-A051-D878CC46475C}"/>
          </ac:spMkLst>
        </pc:spChg>
        <pc:spChg chg="del">
          <ac:chgData name="Teuku Raja Irfan Radarma" userId="cf428174-95ba-4576-8554-3a3b8ffa52b7" providerId="ADAL" clId="{9D6983BC-2B41-4A2C-9BDB-BF4B506A1F53}" dt="2026-01-01T03:52:40.089" v="1318" actId="478"/>
          <ac:spMkLst>
            <pc:docMk/>
            <pc:sldMk cId="1935258800" sldId="518"/>
            <ac:spMk id="3" creationId="{09A65EDB-F205-4A5D-B29E-D3CA33DA376A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3:56:24.217" v="1482" actId="1076"/>
          <ac:graphicFrameMkLst>
            <pc:docMk/>
            <pc:sldMk cId="1935258800" sldId="518"/>
            <ac:graphicFrameMk id="5" creationId="{2C3BACD3-5B41-4430-A85A-2910503BCC34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4:04:00.657" v="1607" actId="20577"/>
        <pc:sldMkLst>
          <pc:docMk/>
          <pc:sldMk cId="1023774770" sldId="519"/>
        </pc:sldMkLst>
        <pc:spChg chg="mod">
          <ac:chgData name="Teuku Raja Irfan Radarma" userId="cf428174-95ba-4576-8554-3a3b8ffa52b7" providerId="ADAL" clId="{9D6983BC-2B41-4A2C-9BDB-BF4B506A1F53}" dt="2026-01-01T03:56:45.624" v="1484"/>
          <ac:spMkLst>
            <pc:docMk/>
            <pc:sldMk cId="1023774770" sldId="519"/>
            <ac:spMk id="2" creationId="{B53364A0-F558-4131-B50F-F5F5EE0E2BA2}"/>
          </ac:spMkLst>
        </pc:spChg>
        <pc:spChg chg="del">
          <ac:chgData name="Teuku Raja Irfan Radarma" userId="cf428174-95ba-4576-8554-3a3b8ffa52b7" providerId="ADAL" clId="{9D6983BC-2B41-4A2C-9BDB-BF4B506A1F53}" dt="2026-01-01T03:56:55.868" v="1485"/>
          <ac:spMkLst>
            <pc:docMk/>
            <pc:sldMk cId="1023774770" sldId="519"/>
            <ac:spMk id="3" creationId="{9C41893C-1BED-4B79-BBC4-1A12F13F7CD1}"/>
          </ac:spMkLst>
        </pc:spChg>
        <pc:spChg chg="add mod">
          <ac:chgData name="Teuku Raja Irfan Radarma" userId="cf428174-95ba-4576-8554-3a3b8ffa52b7" providerId="ADAL" clId="{9D6983BC-2B41-4A2C-9BDB-BF4B506A1F53}" dt="2026-01-01T04:04:00.657" v="1607" actId="20577"/>
          <ac:spMkLst>
            <pc:docMk/>
            <pc:sldMk cId="1023774770" sldId="519"/>
            <ac:spMk id="5" creationId="{8D090CC9-EA6B-4A10-9ADB-C0C6B9A9C99B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3:53.816" v="1603" actId="2711"/>
        <pc:sldMkLst>
          <pc:docMk/>
          <pc:sldMk cId="1045896006" sldId="520"/>
        </pc:sldMkLst>
        <pc:spChg chg="mod">
          <ac:chgData name="Teuku Raja Irfan Radarma" userId="cf428174-95ba-4576-8554-3a3b8ffa52b7" providerId="ADAL" clId="{9D6983BC-2B41-4A2C-9BDB-BF4B506A1F53}" dt="2026-01-01T03:58:00.249" v="1509"/>
          <ac:spMkLst>
            <pc:docMk/>
            <pc:sldMk cId="1045896006" sldId="520"/>
            <ac:spMk id="2" creationId="{83603632-9784-48C6-87B6-C6799C2119A2}"/>
          </ac:spMkLst>
        </pc:spChg>
        <pc:spChg chg="del">
          <ac:chgData name="Teuku Raja Irfan Radarma" userId="cf428174-95ba-4576-8554-3a3b8ffa52b7" providerId="ADAL" clId="{9D6983BC-2B41-4A2C-9BDB-BF4B506A1F53}" dt="2026-01-01T03:58:08.518" v="1510"/>
          <ac:spMkLst>
            <pc:docMk/>
            <pc:sldMk cId="1045896006" sldId="520"/>
            <ac:spMk id="3" creationId="{0BD4B8F0-237E-45EF-B200-4165ED1C3B47}"/>
          </ac:spMkLst>
        </pc:spChg>
        <pc:spChg chg="add mod">
          <ac:chgData name="Teuku Raja Irfan Radarma" userId="cf428174-95ba-4576-8554-3a3b8ffa52b7" providerId="ADAL" clId="{9D6983BC-2B41-4A2C-9BDB-BF4B506A1F53}" dt="2026-01-01T04:03:53.816" v="1603" actId="2711"/>
          <ac:spMkLst>
            <pc:docMk/>
            <pc:sldMk cId="1045896006" sldId="520"/>
            <ac:spMk id="5" creationId="{C427B1FA-3B19-43C5-8644-43AB23EC532E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3:50.146" v="1602" actId="2711"/>
        <pc:sldMkLst>
          <pc:docMk/>
          <pc:sldMk cId="146161136" sldId="521"/>
        </pc:sldMkLst>
        <pc:spChg chg="mod">
          <ac:chgData name="Teuku Raja Irfan Radarma" userId="cf428174-95ba-4576-8554-3a3b8ffa52b7" providerId="ADAL" clId="{9D6983BC-2B41-4A2C-9BDB-BF4B506A1F53}" dt="2026-01-01T03:59:48.594" v="1542"/>
          <ac:spMkLst>
            <pc:docMk/>
            <pc:sldMk cId="146161136" sldId="521"/>
            <ac:spMk id="2" creationId="{0BA4FA29-D971-418F-9C80-2E7915ABE62E}"/>
          </ac:spMkLst>
        </pc:spChg>
        <pc:spChg chg="del">
          <ac:chgData name="Teuku Raja Irfan Radarma" userId="cf428174-95ba-4576-8554-3a3b8ffa52b7" providerId="ADAL" clId="{9D6983BC-2B41-4A2C-9BDB-BF4B506A1F53}" dt="2026-01-01T03:59:57.339" v="1543"/>
          <ac:spMkLst>
            <pc:docMk/>
            <pc:sldMk cId="146161136" sldId="521"/>
            <ac:spMk id="3" creationId="{7DA1F546-C32A-482D-87C7-FB556E8C6335}"/>
          </ac:spMkLst>
        </pc:spChg>
        <pc:spChg chg="add mod">
          <ac:chgData name="Teuku Raja Irfan Radarma" userId="cf428174-95ba-4576-8554-3a3b8ffa52b7" providerId="ADAL" clId="{9D6983BC-2B41-4A2C-9BDB-BF4B506A1F53}" dt="2026-01-01T04:03:50.146" v="1602" actId="2711"/>
          <ac:spMkLst>
            <pc:docMk/>
            <pc:sldMk cId="146161136" sldId="521"/>
            <ac:spMk id="5" creationId="{E1D368B0-CAD5-4158-8FA4-754E0FAF3327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3:46.731" v="1601" actId="2711"/>
        <pc:sldMkLst>
          <pc:docMk/>
          <pc:sldMk cId="4258412239" sldId="522"/>
        </pc:sldMkLst>
        <pc:spChg chg="mod">
          <ac:chgData name="Teuku Raja Irfan Radarma" userId="cf428174-95ba-4576-8554-3a3b8ffa52b7" providerId="ADAL" clId="{9D6983BC-2B41-4A2C-9BDB-BF4B506A1F53}" dt="2026-01-01T04:00:42.203" v="1561"/>
          <ac:spMkLst>
            <pc:docMk/>
            <pc:sldMk cId="4258412239" sldId="522"/>
            <ac:spMk id="2" creationId="{443052AC-8E2F-4D3A-BA08-9B7A787A1B14}"/>
          </ac:spMkLst>
        </pc:spChg>
        <pc:spChg chg="del">
          <ac:chgData name="Teuku Raja Irfan Radarma" userId="cf428174-95ba-4576-8554-3a3b8ffa52b7" providerId="ADAL" clId="{9D6983BC-2B41-4A2C-9BDB-BF4B506A1F53}" dt="2026-01-01T04:00:47.906" v="1562"/>
          <ac:spMkLst>
            <pc:docMk/>
            <pc:sldMk cId="4258412239" sldId="522"/>
            <ac:spMk id="3" creationId="{27662B15-AC35-4E31-8FE6-B37DCD49AAB2}"/>
          </ac:spMkLst>
        </pc:spChg>
        <pc:spChg chg="add mod">
          <ac:chgData name="Teuku Raja Irfan Radarma" userId="cf428174-95ba-4576-8554-3a3b8ffa52b7" providerId="ADAL" clId="{9D6983BC-2B41-4A2C-9BDB-BF4B506A1F53}" dt="2026-01-01T04:03:46.731" v="1601" actId="2711"/>
          <ac:spMkLst>
            <pc:docMk/>
            <pc:sldMk cId="4258412239" sldId="522"/>
            <ac:spMk id="5" creationId="{CF2868BE-B073-4D3E-BB0D-1D6AEF546C75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1T04:03:06.271" v="1591" actId="20577"/>
        <pc:sldMkLst>
          <pc:docMk/>
          <pc:sldMk cId="2122227981" sldId="523"/>
        </pc:sldMkLst>
        <pc:spChg chg="mod">
          <ac:chgData name="Teuku Raja Irfan Radarma" userId="cf428174-95ba-4576-8554-3a3b8ffa52b7" providerId="ADAL" clId="{9D6983BC-2B41-4A2C-9BDB-BF4B506A1F53}" dt="2026-01-01T04:02:48.310" v="1585"/>
          <ac:spMkLst>
            <pc:docMk/>
            <pc:sldMk cId="2122227981" sldId="523"/>
            <ac:spMk id="2" creationId="{88B67178-5555-495B-8378-A53C8D1968E9}"/>
          </ac:spMkLst>
        </pc:spChg>
        <pc:spChg chg="mod">
          <ac:chgData name="Teuku Raja Irfan Radarma" userId="cf428174-95ba-4576-8554-3a3b8ffa52b7" providerId="ADAL" clId="{9D6983BC-2B41-4A2C-9BDB-BF4B506A1F53}" dt="2026-01-01T04:03:06.271" v="1591" actId="20577"/>
          <ac:spMkLst>
            <pc:docMk/>
            <pc:sldMk cId="2122227981" sldId="523"/>
            <ac:spMk id="3" creationId="{3DAE491B-61F7-42A9-8E6E-574EE63949AA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6:05.675" v="1625" actId="14100"/>
        <pc:sldMkLst>
          <pc:docMk/>
          <pc:sldMk cId="3059073382" sldId="524"/>
        </pc:sldMkLst>
        <pc:spChg chg="mod">
          <ac:chgData name="Teuku Raja Irfan Radarma" userId="cf428174-95ba-4576-8554-3a3b8ffa52b7" providerId="ADAL" clId="{9D6983BC-2B41-4A2C-9BDB-BF4B506A1F53}" dt="2026-01-01T04:06:05.675" v="1625" actId="14100"/>
          <ac:spMkLst>
            <pc:docMk/>
            <pc:sldMk cId="3059073382" sldId="524"/>
            <ac:spMk id="2" creationId="{5D54487D-FA63-4AF2-8491-76DA5D8CB152}"/>
          </ac:spMkLst>
        </pc:spChg>
        <pc:spChg chg="del">
          <ac:chgData name="Teuku Raja Irfan Radarma" userId="cf428174-95ba-4576-8554-3a3b8ffa52b7" providerId="ADAL" clId="{9D6983BC-2B41-4A2C-9BDB-BF4B506A1F53}" dt="2026-01-01T04:03:33.391" v="1594"/>
          <ac:spMkLst>
            <pc:docMk/>
            <pc:sldMk cId="3059073382" sldId="524"/>
            <ac:spMk id="3" creationId="{DC1027AB-DB6E-4578-B127-655A71692193}"/>
          </ac:spMkLst>
        </pc:spChg>
        <pc:spChg chg="add mod">
          <ac:chgData name="Teuku Raja Irfan Radarma" userId="cf428174-95ba-4576-8554-3a3b8ffa52b7" providerId="ADAL" clId="{9D6983BC-2B41-4A2C-9BDB-BF4B506A1F53}" dt="2026-01-01T04:05:17.911" v="1624" actId="113"/>
          <ac:spMkLst>
            <pc:docMk/>
            <pc:sldMk cId="3059073382" sldId="524"/>
            <ac:spMk id="5" creationId="{B9130798-0DBC-4F86-BA23-B436D135A989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9:36.502" v="1677" actId="114"/>
        <pc:sldMkLst>
          <pc:docMk/>
          <pc:sldMk cId="1628511281" sldId="525"/>
        </pc:sldMkLst>
        <pc:spChg chg="mod">
          <ac:chgData name="Teuku Raja Irfan Radarma" userId="cf428174-95ba-4576-8554-3a3b8ffa52b7" providerId="ADAL" clId="{9D6983BC-2B41-4A2C-9BDB-BF4B506A1F53}" dt="2026-01-01T04:06:18.415" v="1627"/>
          <ac:spMkLst>
            <pc:docMk/>
            <pc:sldMk cId="1628511281" sldId="525"/>
            <ac:spMk id="2" creationId="{B6D136A5-B2D7-4692-9B41-B4D40CA760E1}"/>
          </ac:spMkLst>
        </pc:spChg>
        <pc:spChg chg="del">
          <ac:chgData name="Teuku Raja Irfan Radarma" userId="cf428174-95ba-4576-8554-3a3b8ffa52b7" providerId="ADAL" clId="{9D6983BC-2B41-4A2C-9BDB-BF4B506A1F53}" dt="2026-01-01T04:06:25.574" v="1628"/>
          <ac:spMkLst>
            <pc:docMk/>
            <pc:sldMk cId="1628511281" sldId="525"/>
            <ac:spMk id="3" creationId="{F5BA7F4A-EC76-4773-A7CD-C84ED6489353}"/>
          </ac:spMkLst>
        </pc:spChg>
        <pc:spChg chg="add del mod">
          <ac:chgData name="Teuku Raja Irfan Radarma" userId="cf428174-95ba-4576-8554-3a3b8ffa52b7" providerId="ADAL" clId="{9D6983BC-2B41-4A2C-9BDB-BF4B506A1F53}" dt="2026-01-01T04:08:00.183" v="1659" actId="478"/>
          <ac:spMkLst>
            <pc:docMk/>
            <pc:sldMk cId="1628511281" sldId="525"/>
            <ac:spMk id="5" creationId="{94034C62-1B56-4445-AE87-E1E1F224D7CA}"/>
          </ac:spMkLst>
        </pc:spChg>
        <pc:spChg chg="add del mod">
          <ac:chgData name="Teuku Raja Irfan Radarma" userId="cf428174-95ba-4576-8554-3a3b8ffa52b7" providerId="ADAL" clId="{9D6983BC-2B41-4A2C-9BDB-BF4B506A1F53}" dt="2026-01-01T04:08:02.479" v="1660" actId="478"/>
          <ac:spMkLst>
            <pc:docMk/>
            <pc:sldMk cId="1628511281" sldId="525"/>
            <ac:spMk id="7" creationId="{399922FE-C04F-4A20-AD9C-51E5BDFFC668}"/>
          </ac:spMkLst>
        </pc:spChg>
        <pc:spChg chg="add mod">
          <ac:chgData name="Teuku Raja Irfan Radarma" userId="cf428174-95ba-4576-8554-3a3b8ffa52b7" providerId="ADAL" clId="{9D6983BC-2B41-4A2C-9BDB-BF4B506A1F53}" dt="2026-01-01T04:09:36.502" v="1677" actId="114"/>
          <ac:spMkLst>
            <pc:docMk/>
            <pc:sldMk cId="1628511281" sldId="525"/>
            <ac:spMk id="9" creationId="{B1E928E2-3164-413E-9C1E-71285C672EBA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4:08:40.024" v="1672" actId="1076"/>
          <ac:graphicFrameMkLst>
            <pc:docMk/>
            <pc:sldMk cId="1628511281" sldId="525"/>
            <ac:graphicFrameMk id="6" creationId="{FC8463CF-8605-4A8B-B7D9-DBE2D11C1E95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4:13:26.181" v="1720" actId="1076"/>
        <pc:sldMkLst>
          <pc:docMk/>
          <pc:sldMk cId="846841689" sldId="526"/>
        </pc:sldMkLst>
        <pc:spChg chg="mod">
          <ac:chgData name="Teuku Raja Irfan Radarma" userId="cf428174-95ba-4576-8554-3a3b8ffa52b7" providerId="ADAL" clId="{9D6983BC-2B41-4A2C-9BDB-BF4B506A1F53}" dt="2026-01-01T04:13:19.886" v="1718" actId="1076"/>
          <ac:spMkLst>
            <pc:docMk/>
            <pc:sldMk cId="846841689" sldId="526"/>
            <ac:spMk id="2" creationId="{59920C8E-5FF0-4840-8654-AEFEF9A54044}"/>
          </ac:spMkLst>
        </pc:spChg>
        <pc:spChg chg="del mod">
          <ac:chgData name="Teuku Raja Irfan Radarma" userId="cf428174-95ba-4576-8554-3a3b8ffa52b7" providerId="ADAL" clId="{9D6983BC-2B41-4A2C-9BDB-BF4B506A1F53}" dt="2026-01-01T04:10:05.904" v="1681" actId="478"/>
          <ac:spMkLst>
            <pc:docMk/>
            <pc:sldMk cId="846841689" sldId="526"/>
            <ac:spMk id="3" creationId="{E3D2757E-067A-4BEC-9DE5-B2BB3860D119}"/>
          </ac:spMkLst>
        </pc:spChg>
        <pc:spChg chg="add del mod">
          <ac:chgData name="Teuku Raja Irfan Radarma" userId="cf428174-95ba-4576-8554-3a3b8ffa52b7" providerId="ADAL" clId="{9D6983BC-2B41-4A2C-9BDB-BF4B506A1F53}" dt="2026-01-01T04:10:07.731" v="1682" actId="478"/>
          <ac:spMkLst>
            <pc:docMk/>
            <pc:sldMk cId="846841689" sldId="526"/>
            <ac:spMk id="6" creationId="{9BBAB106-BEF9-4722-ADD6-2E20F8130794}"/>
          </ac:spMkLst>
        </pc:spChg>
        <pc:spChg chg="add mod">
          <ac:chgData name="Teuku Raja Irfan Radarma" userId="cf428174-95ba-4576-8554-3a3b8ffa52b7" providerId="ADAL" clId="{9D6983BC-2B41-4A2C-9BDB-BF4B506A1F53}" dt="2026-01-01T04:13:26.181" v="1720" actId="1076"/>
          <ac:spMkLst>
            <pc:docMk/>
            <pc:sldMk cId="846841689" sldId="526"/>
            <ac:spMk id="9" creationId="{A5CCED2D-DF18-409A-A469-AFA8718D18C8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4:13:21.447" v="1719" actId="1076"/>
          <ac:graphicFrameMkLst>
            <pc:docMk/>
            <pc:sldMk cId="846841689" sldId="526"/>
            <ac:graphicFrameMk id="7" creationId="{6080565F-3CF7-4551-9546-5395DA1A0313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4:15:00.253" v="1737" actId="1076"/>
        <pc:sldMkLst>
          <pc:docMk/>
          <pc:sldMk cId="2296058815" sldId="527"/>
        </pc:sldMkLst>
        <pc:spChg chg="mod">
          <ac:chgData name="Teuku Raja Irfan Radarma" userId="cf428174-95ba-4576-8554-3a3b8ffa52b7" providerId="ADAL" clId="{9D6983BC-2B41-4A2C-9BDB-BF4B506A1F53}" dt="2026-01-01T04:14:30.060" v="1724" actId="20577"/>
          <ac:spMkLst>
            <pc:docMk/>
            <pc:sldMk cId="2296058815" sldId="527"/>
            <ac:spMk id="2" creationId="{D159F4FB-D89D-4C25-AF78-39E9EC304ABD}"/>
          </ac:spMkLst>
        </pc:spChg>
        <pc:spChg chg="del">
          <ac:chgData name="Teuku Raja Irfan Radarma" userId="cf428174-95ba-4576-8554-3a3b8ffa52b7" providerId="ADAL" clId="{9D6983BC-2B41-4A2C-9BDB-BF4B506A1F53}" dt="2026-01-01T04:14:35.527" v="1725"/>
          <ac:spMkLst>
            <pc:docMk/>
            <pc:sldMk cId="2296058815" sldId="527"/>
            <ac:spMk id="3" creationId="{AB5063AA-6673-47F8-B79A-A7A5C36E17C3}"/>
          </ac:spMkLst>
        </pc:spChg>
        <pc:spChg chg="add mod">
          <ac:chgData name="Teuku Raja Irfan Radarma" userId="cf428174-95ba-4576-8554-3a3b8ffa52b7" providerId="ADAL" clId="{9D6983BC-2B41-4A2C-9BDB-BF4B506A1F53}" dt="2026-01-01T04:15:00.253" v="1737" actId="1076"/>
          <ac:spMkLst>
            <pc:docMk/>
            <pc:sldMk cId="2296058815" sldId="527"/>
            <ac:spMk id="5" creationId="{E78BAA63-93FD-401D-98B5-AAA206AF8AED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0:16.012" v="1980" actId="2711"/>
        <pc:sldMkLst>
          <pc:docMk/>
          <pc:sldMk cId="356603638" sldId="528"/>
        </pc:sldMkLst>
        <pc:spChg chg="mod">
          <ac:chgData name="Teuku Raja Irfan Radarma" userId="cf428174-95ba-4576-8554-3a3b8ffa52b7" providerId="ADAL" clId="{9D6983BC-2B41-4A2C-9BDB-BF4B506A1F53}" dt="2026-01-01T04:15:08.580" v="1739"/>
          <ac:spMkLst>
            <pc:docMk/>
            <pc:sldMk cId="356603638" sldId="528"/>
            <ac:spMk id="2" creationId="{30FF4BB6-89BE-44E8-995B-883C2EBDBF2F}"/>
          </ac:spMkLst>
        </pc:spChg>
        <pc:spChg chg="del">
          <ac:chgData name="Teuku Raja Irfan Radarma" userId="cf428174-95ba-4576-8554-3a3b8ffa52b7" providerId="ADAL" clId="{9D6983BC-2B41-4A2C-9BDB-BF4B506A1F53}" dt="2026-01-01T04:15:13.330" v="1740"/>
          <ac:spMkLst>
            <pc:docMk/>
            <pc:sldMk cId="356603638" sldId="528"/>
            <ac:spMk id="3" creationId="{D5F410D4-6737-4DEC-8592-AF7B7275E9C3}"/>
          </ac:spMkLst>
        </pc:spChg>
        <pc:spChg chg="add mod">
          <ac:chgData name="Teuku Raja Irfan Radarma" userId="cf428174-95ba-4576-8554-3a3b8ffa52b7" providerId="ADAL" clId="{9D6983BC-2B41-4A2C-9BDB-BF4B506A1F53}" dt="2026-01-01T04:40:16.012" v="1980" actId="2711"/>
          <ac:spMkLst>
            <pc:docMk/>
            <pc:sldMk cId="356603638" sldId="528"/>
            <ac:spMk id="5" creationId="{60CE3FF6-F490-423D-8478-12C27B1262C7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16:33.243" v="1782" actId="1076"/>
        <pc:sldMkLst>
          <pc:docMk/>
          <pc:sldMk cId="346024683" sldId="529"/>
        </pc:sldMkLst>
        <pc:spChg chg="mod">
          <ac:chgData name="Teuku Raja Irfan Radarma" userId="cf428174-95ba-4576-8554-3a3b8ffa52b7" providerId="ADAL" clId="{9D6983BC-2B41-4A2C-9BDB-BF4B506A1F53}" dt="2026-01-01T04:16:02.276" v="1764"/>
          <ac:spMkLst>
            <pc:docMk/>
            <pc:sldMk cId="346024683" sldId="529"/>
            <ac:spMk id="2" creationId="{F0A10434-1A8B-446A-AC95-36D9397AD539}"/>
          </ac:spMkLst>
        </pc:spChg>
        <pc:spChg chg="del">
          <ac:chgData name="Teuku Raja Irfan Radarma" userId="cf428174-95ba-4576-8554-3a3b8ffa52b7" providerId="ADAL" clId="{9D6983BC-2B41-4A2C-9BDB-BF4B506A1F53}" dt="2026-01-01T04:16:07.438" v="1765"/>
          <ac:spMkLst>
            <pc:docMk/>
            <pc:sldMk cId="346024683" sldId="529"/>
            <ac:spMk id="3" creationId="{DAE54495-5A3F-412B-8E4F-EAC473614971}"/>
          </ac:spMkLst>
        </pc:spChg>
        <pc:spChg chg="add mod">
          <ac:chgData name="Teuku Raja Irfan Radarma" userId="cf428174-95ba-4576-8554-3a3b8ffa52b7" providerId="ADAL" clId="{9D6983BC-2B41-4A2C-9BDB-BF4B506A1F53}" dt="2026-01-01T04:16:33.243" v="1782" actId="1076"/>
          <ac:spMkLst>
            <pc:docMk/>
            <pc:sldMk cId="346024683" sldId="529"/>
            <ac:spMk id="5" creationId="{4E9683E4-48C4-4983-99E5-0DAA03595633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1T04:21:49.440" v="1799"/>
        <pc:sldMkLst>
          <pc:docMk/>
          <pc:sldMk cId="3602152876" sldId="530"/>
        </pc:sldMkLst>
        <pc:spChg chg="mod">
          <ac:chgData name="Teuku Raja Irfan Radarma" userId="cf428174-95ba-4576-8554-3a3b8ffa52b7" providerId="ADAL" clId="{9D6983BC-2B41-4A2C-9BDB-BF4B506A1F53}" dt="2026-01-01T04:21:33.297" v="1798"/>
          <ac:spMkLst>
            <pc:docMk/>
            <pc:sldMk cId="3602152876" sldId="530"/>
            <ac:spMk id="2" creationId="{9C0138A4-2E30-4B9F-952C-8A7EF2E89DA1}"/>
          </ac:spMkLst>
        </pc:spChg>
        <pc:spChg chg="mod">
          <ac:chgData name="Teuku Raja Irfan Radarma" userId="cf428174-95ba-4576-8554-3a3b8ffa52b7" providerId="ADAL" clId="{9D6983BC-2B41-4A2C-9BDB-BF4B506A1F53}" dt="2026-01-01T04:21:49.440" v="1799"/>
          <ac:spMkLst>
            <pc:docMk/>
            <pc:sldMk cId="3602152876" sldId="530"/>
            <ac:spMk id="3" creationId="{358C6A81-1F69-4686-B13D-5C315DC4F1CE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0:07.348" v="1979" actId="2711"/>
        <pc:sldMkLst>
          <pc:docMk/>
          <pc:sldMk cId="1309344734" sldId="531"/>
        </pc:sldMkLst>
        <pc:spChg chg="mod">
          <ac:chgData name="Teuku Raja Irfan Radarma" userId="cf428174-95ba-4576-8554-3a3b8ffa52b7" providerId="ADAL" clId="{9D6983BC-2B41-4A2C-9BDB-BF4B506A1F53}" dt="2026-01-01T04:21:58.461" v="1814" actId="20577"/>
          <ac:spMkLst>
            <pc:docMk/>
            <pc:sldMk cId="1309344734" sldId="531"/>
            <ac:spMk id="2" creationId="{57149DBB-25F2-4EB9-9E53-572CEEF7DFBD}"/>
          </ac:spMkLst>
        </pc:spChg>
        <pc:spChg chg="del">
          <ac:chgData name="Teuku Raja Irfan Radarma" userId="cf428174-95ba-4576-8554-3a3b8ffa52b7" providerId="ADAL" clId="{9D6983BC-2B41-4A2C-9BDB-BF4B506A1F53}" dt="2026-01-01T04:22:04.654" v="1815"/>
          <ac:spMkLst>
            <pc:docMk/>
            <pc:sldMk cId="1309344734" sldId="531"/>
            <ac:spMk id="3" creationId="{C3A4A293-CDCD-4F01-B0B0-BA9D8A588476}"/>
          </ac:spMkLst>
        </pc:spChg>
        <pc:spChg chg="add mod">
          <ac:chgData name="Teuku Raja Irfan Radarma" userId="cf428174-95ba-4576-8554-3a3b8ffa52b7" providerId="ADAL" clId="{9D6983BC-2B41-4A2C-9BDB-BF4B506A1F53}" dt="2026-01-01T04:40:07.348" v="1979" actId="2711"/>
          <ac:spMkLst>
            <pc:docMk/>
            <pc:sldMk cId="1309344734" sldId="531"/>
            <ac:spMk id="5" creationId="{BA7080AF-43FF-439B-817C-C203DB08BC6B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24:13.032" v="1850" actId="1076"/>
        <pc:sldMkLst>
          <pc:docMk/>
          <pc:sldMk cId="253016244" sldId="532"/>
        </pc:sldMkLst>
        <pc:spChg chg="mod">
          <ac:chgData name="Teuku Raja Irfan Radarma" userId="cf428174-95ba-4576-8554-3a3b8ffa52b7" providerId="ADAL" clId="{9D6983BC-2B41-4A2C-9BDB-BF4B506A1F53}" dt="2026-01-01T04:22:55.704" v="1830"/>
          <ac:spMkLst>
            <pc:docMk/>
            <pc:sldMk cId="253016244" sldId="532"/>
            <ac:spMk id="2" creationId="{A8731A69-270D-4CAA-B589-E5B8365DF320}"/>
          </ac:spMkLst>
        </pc:spChg>
        <pc:spChg chg="del">
          <ac:chgData name="Teuku Raja Irfan Radarma" userId="cf428174-95ba-4576-8554-3a3b8ffa52b7" providerId="ADAL" clId="{9D6983BC-2B41-4A2C-9BDB-BF4B506A1F53}" dt="2026-01-01T04:23:15.144" v="1831" actId="3680"/>
          <ac:spMkLst>
            <pc:docMk/>
            <pc:sldMk cId="253016244" sldId="532"/>
            <ac:spMk id="3" creationId="{6B26364F-4798-4F52-861E-5060557350F9}"/>
          </ac:spMkLst>
        </pc:spChg>
        <pc:graphicFrameChg chg="add mod ord modGraphic">
          <ac:chgData name="Teuku Raja Irfan Radarma" userId="cf428174-95ba-4576-8554-3a3b8ffa52b7" providerId="ADAL" clId="{9D6983BC-2B41-4A2C-9BDB-BF4B506A1F53}" dt="2026-01-01T04:24:13.032" v="1850" actId="1076"/>
          <ac:graphicFrameMkLst>
            <pc:docMk/>
            <pc:sldMk cId="253016244" sldId="532"/>
            <ac:graphicFrameMk id="5" creationId="{A892EA9B-D6A3-4972-88C6-1DA8E6D7010A}"/>
          </ac:graphicFrameMkLst>
        </pc:graphicFrameChg>
      </pc:sldChg>
      <pc:sldChg chg="modSp add mod">
        <pc:chgData name="Teuku Raja Irfan Radarma" userId="cf428174-95ba-4576-8554-3a3b8ffa52b7" providerId="ADAL" clId="{9D6983BC-2B41-4A2C-9BDB-BF4B506A1F53}" dt="2026-01-01T04:25:21.901" v="1879" actId="948"/>
        <pc:sldMkLst>
          <pc:docMk/>
          <pc:sldMk cId="3458464840" sldId="533"/>
        </pc:sldMkLst>
        <pc:spChg chg="mod">
          <ac:chgData name="Teuku Raja Irfan Radarma" userId="cf428174-95ba-4576-8554-3a3b8ffa52b7" providerId="ADAL" clId="{9D6983BC-2B41-4A2C-9BDB-BF4B506A1F53}" dt="2026-01-01T04:24:21.083" v="1853"/>
          <ac:spMkLst>
            <pc:docMk/>
            <pc:sldMk cId="3458464840" sldId="533"/>
            <ac:spMk id="2" creationId="{A8731A69-270D-4CAA-B589-E5B8365DF320}"/>
          </ac:spMkLst>
        </pc:spChg>
        <pc:graphicFrameChg chg="mod modGraphic">
          <ac:chgData name="Teuku Raja Irfan Radarma" userId="cf428174-95ba-4576-8554-3a3b8ffa52b7" providerId="ADAL" clId="{9D6983BC-2B41-4A2C-9BDB-BF4B506A1F53}" dt="2026-01-01T04:25:21.901" v="1879" actId="948"/>
          <ac:graphicFrameMkLst>
            <pc:docMk/>
            <pc:sldMk cId="3458464840" sldId="533"/>
            <ac:graphicFrameMk id="5" creationId="{A892EA9B-D6A3-4972-88C6-1DA8E6D7010A}"/>
          </ac:graphicFrameMkLst>
        </pc:graphicFrameChg>
      </pc:sldChg>
      <pc:sldChg chg="modSp add mod">
        <pc:chgData name="Teuku Raja Irfan Radarma" userId="cf428174-95ba-4576-8554-3a3b8ffa52b7" providerId="ADAL" clId="{9D6983BC-2B41-4A2C-9BDB-BF4B506A1F53}" dt="2026-01-01T04:28:00.191" v="1892" actId="14734"/>
        <pc:sldMkLst>
          <pc:docMk/>
          <pc:sldMk cId="1998972146" sldId="534"/>
        </pc:sldMkLst>
        <pc:spChg chg="mod">
          <ac:chgData name="Teuku Raja Irfan Radarma" userId="cf428174-95ba-4576-8554-3a3b8ffa52b7" providerId="ADAL" clId="{9D6983BC-2B41-4A2C-9BDB-BF4B506A1F53}" dt="2026-01-01T04:25:34.910" v="1882" actId="404"/>
          <ac:spMkLst>
            <pc:docMk/>
            <pc:sldMk cId="1998972146" sldId="534"/>
            <ac:spMk id="2" creationId="{A8731A69-270D-4CAA-B589-E5B8365DF320}"/>
          </ac:spMkLst>
        </pc:spChg>
        <pc:graphicFrameChg chg="mod modGraphic">
          <ac:chgData name="Teuku Raja Irfan Radarma" userId="cf428174-95ba-4576-8554-3a3b8ffa52b7" providerId="ADAL" clId="{9D6983BC-2B41-4A2C-9BDB-BF4B506A1F53}" dt="2026-01-01T04:28:00.191" v="1892" actId="14734"/>
          <ac:graphicFrameMkLst>
            <pc:docMk/>
            <pc:sldMk cId="1998972146" sldId="534"/>
            <ac:graphicFrameMk id="5" creationId="{A892EA9B-D6A3-4972-88C6-1DA8E6D7010A}"/>
          </ac:graphicFrameMkLst>
        </pc:graphicFrameChg>
      </pc:sldChg>
      <pc:sldChg chg="modSp add mod">
        <pc:chgData name="Teuku Raja Irfan Radarma" userId="cf428174-95ba-4576-8554-3a3b8ffa52b7" providerId="ADAL" clId="{9D6983BC-2B41-4A2C-9BDB-BF4B506A1F53}" dt="2026-01-01T04:29:06.781" v="1918" actId="12"/>
        <pc:sldMkLst>
          <pc:docMk/>
          <pc:sldMk cId="1322330529" sldId="535"/>
        </pc:sldMkLst>
        <pc:spChg chg="mod">
          <ac:chgData name="Teuku Raja Irfan Radarma" userId="cf428174-95ba-4576-8554-3a3b8ffa52b7" providerId="ADAL" clId="{9D6983BC-2B41-4A2C-9BDB-BF4B506A1F53}" dt="2026-01-01T04:28:28.697" v="1908" actId="255"/>
          <ac:spMkLst>
            <pc:docMk/>
            <pc:sldMk cId="1322330529" sldId="535"/>
            <ac:spMk id="2" creationId="{A8731A69-270D-4CAA-B589-E5B8365DF320}"/>
          </ac:spMkLst>
        </pc:spChg>
        <pc:graphicFrameChg chg="mod modGraphic">
          <ac:chgData name="Teuku Raja Irfan Radarma" userId="cf428174-95ba-4576-8554-3a3b8ffa52b7" providerId="ADAL" clId="{9D6983BC-2B41-4A2C-9BDB-BF4B506A1F53}" dt="2026-01-01T04:29:06.781" v="1918" actId="12"/>
          <ac:graphicFrameMkLst>
            <pc:docMk/>
            <pc:sldMk cId="1322330529" sldId="535"/>
            <ac:graphicFrameMk id="5" creationId="{A892EA9B-D6A3-4972-88C6-1DA8E6D7010A}"/>
          </ac:graphicFrameMkLst>
        </pc:graphicFrameChg>
      </pc:sldChg>
      <pc:sldChg chg="modSp new mod">
        <pc:chgData name="Teuku Raja Irfan Radarma" userId="cf428174-95ba-4576-8554-3a3b8ffa52b7" providerId="ADAL" clId="{9D6983BC-2B41-4A2C-9BDB-BF4B506A1F53}" dt="2026-01-01T04:32:51.315" v="1937"/>
        <pc:sldMkLst>
          <pc:docMk/>
          <pc:sldMk cId="3671780888" sldId="536"/>
        </pc:sldMkLst>
        <pc:spChg chg="mod">
          <ac:chgData name="Teuku Raja Irfan Radarma" userId="cf428174-95ba-4576-8554-3a3b8ffa52b7" providerId="ADAL" clId="{9D6983BC-2B41-4A2C-9BDB-BF4B506A1F53}" dt="2026-01-01T04:32:39.444" v="1936" actId="20577"/>
          <ac:spMkLst>
            <pc:docMk/>
            <pc:sldMk cId="3671780888" sldId="536"/>
            <ac:spMk id="2" creationId="{54F10870-ED31-4007-81E0-7BA305CC6EC9}"/>
          </ac:spMkLst>
        </pc:spChg>
        <pc:spChg chg="mod">
          <ac:chgData name="Teuku Raja Irfan Radarma" userId="cf428174-95ba-4576-8554-3a3b8ffa52b7" providerId="ADAL" clId="{9D6983BC-2B41-4A2C-9BDB-BF4B506A1F53}" dt="2026-01-01T04:32:51.315" v="1937"/>
          <ac:spMkLst>
            <pc:docMk/>
            <pc:sldMk cId="3671780888" sldId="536"/>
            <ac:spMk id="3" creationId="{8A0D3A7F-A8D1-473B-9DB7-B02285896511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0:36.467" v="1981" actId="1076"/>
        <pc:sldMkLst>
          <pc:docMk/>
          <pc:sldMk cId="1415328886" sldId="537"/>
        </pc:sldMkLst>
        <pc:spChg chg="mod">
          <ac:chgData name="Teuku Raja Irfan Radarma" userId="cf428174-95ba-4576-8554-3a3b8ffa52b7" providerId="ADAL" clId="{9D6983BC-2B41-4A2C-9BDB-BF4B506A1F53}" dt="2026-01-01T04:33:10.202" v="1939"/>
          <ac:spMkLst>
            <pc:docMk/>
            <pc:sldMk cId="1415328886" sldId="537"/>
            <ac:spMk id="2" creationId="{C5D7B628-6111-41EE-921B-8F3F9BD09D9F}"/>
          </ac:spMkLst>
        </pc:spChg>
        <pc:spChg chg="del">
          <ac:chgData name="Teuku Raja Irfan Radarma" userId="cf428174-95ba-4576-8554-3a3b8ffa52b7" providerId="ADAL" clId="{9D6983BC-2B41-4A2C-9BDB-BF4B506A1F53}" dt="2026-01-01T04:33:18.192" v="1940"/>
          <ac:spMkLst>
            <pc:docMk/>
            <pc:sldMk cId="1415328886" sldId="537"/>
            <ac:spMk id="3" creationId="{ED7606B5-FBF3-472A-A51B-580601EC2ACD}"/>
          </ac:spMkLst>
        </pc:spChg>
        <pc:spChg chg="add mod">
          <ac:chgData name="Teuku Raja Irfan Radarma" userId="cf428174-95ba-4576-8554-3a3b8ffa52b7" providerId="ADAL" clId="{9D6983BC-2B41-4A2C-9BDB-BF4B506A1F53}" dt="2026-01-01T04:40:36.467" v="1981" actId="1076"/>
          <ac:spMkLst>
            <pc:docMk/>
            <pc:sldMk cId="1415328886" sldId="537"/>
            <ac:spMk id="5" creationId="{1482AE7B-83F4-4F6D-903C-58FFE773790F}"/>
          </ac:spMkLst>
        </pc:spChg>
        <pc:spChg chg="add del">
          <ac:chgData name="Teuku Raja Irfan Radarma" userId="cf428174-95ba-4576-8554-3a3b8ffa52b7" providerId="ADAL" clId="{9D6983BC-2B41-4A2C-9BDB-BF4B506A1F53}" dt="2026-01-01T04:36:55.615" v="1961"/>
          <ac:spMkLst>
            <pc:docMk/>
            <pc:sldMk cId="1415328886" sldId="537"/>
            <ac:spMk id="6" creationId="{328AE365-E6EA-4A09-9E5C-D3431A356FF6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8:25" v="2035" actId="1076"/>
        <pc:sldMkLst>
          <pc:docMk/>
          <pc:sldMk cId="1090626872" sldId="538"/>
        </pc:sldMkLst>
        <pc:spChg chg="mod">
          <ac:chgData name="Teuku Raja Irfan Radarma" userId="cf428174-95ba-4576-8554-3a3b8ffa52b7" providerId="ADAL" clId="{9D6983BC-2B41-4A2C-9BDB-BF4B506A1F53}" dt="2026-01-01T04:47:21.154" v="2021" actId="1076"/>
          <ac:spMkLst>
            <pc:docMk/>
            <pc:sldMk cId="1090626872" sldId="538"/>
            <ac:spMk id="2" creationId="{BB26A7EF-F74C-4E29-A857-8708ABEB5434}"/>
          </ac:spMkLst>
        </pc:spChg>
        <pc:spChg chg="del">
          <ac:chgData name="Teuku Raja Irfan Radarma" userId="cf428174-95ba-4576-8554-3a3b8ffa52b7" providerId="ADAL" clId="{9D6983BC-2B41-4A2C-9BDB-BF4B506A1F53}" dt="2026-01-01T04:44:59.322" v="1991"/>
          <ac:spMkLst>
            <pc:docMk/>
            <pc:sldMk cId="1090626872" sldId="538"/>
            <ac:spMk id="3" creationId="{E1784EA0-27A4-4615-9634-9678C2CDC185}"/>
          </ac:spMkLst>
        </pc:spChg>
        <pc:spChg chg="add del mod">
          <ac:chgData name="Teuku Raja Irfan Radarma" userId="cf428174-95ba-4576-8554-3a3b8ffa52b7" providerId="ADAL" clId="{9D6983BC-2B41-4A2C-9BDB-BF4B506A1F53}" dt="2026-01-01T04:45:58.194" v="1998"/>
          <ac:spMkLst>
            <pc:docMk/>
            <pc:sldMk cId="1090626872" sldId="538"/>
            <ac:spMk id="5" creationId="{DEB43B58-1E0D-415F-A5F2-DE76AAB067FA}"/>
          </ac:spMkLst>
        </pc:spChg>
        <pc:spChg chg="add mod">
          <ac:chgData name="Teuku Raja Irfan Radarma" userId="cf428174-95ba-4576-8554-3a3b8ffa52b7" providerId="ADAL" clId="{9D6983BC-2B41-4A2C-9BDB-BF4B506A1F53}" dt="2026-01-01T04:48:00.788" v="2030" actId="948"/>
          <ac:spMkLst>
            <pc:docMk/>
            <pc:sldMk cId="1090626872" sldId="538"/>
            <ac:spMk id="8" creationId="{16761780-84C6-47E2-B2BC-B4B81C142CD4}"/>
          </ac:spMkLst>
        </pc:spChg>
        <pc:spChg chg="add mod">
          <ac:chgData name="Teuku Raja Irfan Radarma" userId="cf428174-95ba-4576-8554-3a3b8ffa52b7" providerId="ADAL" clId="{9D6983BC-2B41-4A2C-9BDB-BF4B506A1F53}" dt="2026-01-01T04:48:25" v="2035" actId="1076"/>
          <ac:spMkLst>
            <pc:docMk/>
            <pc:sldMk cId="1090626872" sldId="538"/>
            <ac:spMk id="9" creationId="{1B5F8763-FC14-44B8-9DB7-6CD3D3F4E0D9}"/>
          </ac:spMkLst>
        </pc:spChg>
        <pc:picChg chg="add mod">
          <ac:chgData name="Teuku Raja Irfan Radarma" userId="cf428174-95ba-4576-8554-3a3b8ffa52b7" providerId="ADAL" clId="{9D6983BC-2B41-4A2C-9BDB-BF4B506A1F53}" dt="2026-01-01T04:47:22.114" v="2022" actId="1076"/>
          <ac:picMkLst>
            <pc:docMk/>
            <pc:sldMk cId="1090626872" sldId="538"/>
            <ac:picMk id="19458" creationId="{285611BF-E274-41F7-9120-51B97D1BF3ED}"/>
          </ac:picMkLst>
        </pc:picChg>
      </pc:sldChg>
      <pc:sldChg chg="addSp delSp modSp new mod">
        <pc:chgData name="Teuku Raja Irfan Radarma" userId="cf428174-95ba-4576-8554-3a3b8ffa52b7" providerId="ADAL" clId="{9D6983BC-2B41-4A2C-9BDB-BF4B506A1F53}" dt="2026-01-01T04:50:10.799" v="2052" actId="2711"/>
        <pc:sldMkLst>
          <pc:docMk/>
          <pc:sldMk cId="305687751" sldId="539"/>
        </pc:sldMkLst>
        <pc:spChg chg="mod">
          <ac:chgData name="Teuku Raja Irfan Radarma" userId="cf428174-95ba-4576-8554-3a3b8ffa52b7" providerId="ADAL" clId="{9D6983BC-2B41-4A2C-9BDB-BF4B506A1F53}" dt="2026-01-01T04:48:58.410" v="2038"/>
          <ac:spMkLst>
            <pc:docMk/>
            <pc:sldMk cId="305687751" sldId="539"/>
            <ac:spMk id="2" creationId="{69914C70-566F-4A31-8D5F-8DD4F75A9337}"/>
          </ac:spMkLst>
        </pc:spChg>
        <pc:spChg chg="del">
          <ac:chgData name="Teuku Raja Irfan Radarma" userId="cf428174-95ba-4576-8554-3a3b8ffa52b7" providerId="ADAL" clId="{9D6983BC-2B41-4A2C-9BDB-BF4B506A1F53}" dt="2026-01-01T04:49:08.923" v="2039"/>
          <ac:spMkLst>
            <pc:docMk/>
            <pc:sldMk cId="305687751" sldId="539"/>
            <ac:spMk id="3" creationId="{EDB905F0-0AEB-493E-9FAE-F665BAFF68DB}"/>
          </ac:spMkLst>
        </pc:spChg>
        <pc:spChg chg="add mod">
          <ac:chgData name="Teuku Raja Irfan Radarma" userId="cf428174-95ba-4576-8554-3a3b8ffa52b7" providerId="ADAL" clId="{9D6983BC-2B41-4A2C-9BDB-BF4B506A1F53}" dt="2026-01-01T04:50:10.799" v="2052" actId="2711"/>
          <ac:spMkLst>
            <pc:docMk/>
            <pc:sldMk cId="305687751" sldId="539"/>
            <ac:spMk id="5" creationId="{8EEDE2EF-266F-4CBA-B895-241FB5EFCE64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5T01:21:58.507" v="2435" actId="14100"/>
        <pc:sldMkLst>
          <pc:docMk/>
          <pc:sldMk cId="1444465115" sldId="540"/>
        </pc:sldMkLst>
        <pc:spChg chg="mod">
          <ac:chgData name="Teuku Raja Irfan Radarma" userId="cf428174-95ba-4576-8554-3a3b8ffa52b7" providerId="ADAL" clId="{9D6983BC-2B41-4A2C-9BDB-BF4B506A1F53}" dt="2026-01-05T01:19:05.725" v="2080" actId="20577"/>
          <ac:spMkLst>
            <pc:docMk/>
            <pc:sldMk cId="1444465115" sldId="540"/>
            <ac:spMk id="2" creationId="{0688E125-3194-47BF-B9AC-DB75DE2182F5}"/>
          </ac:spMkLst>
        </pc:spChg>
        <pc:spChg chg="mod">
          <ac:chgData name="Teuku Raja Irfan Radarma" userId="cf428174-95ba-4576-8554-3a3b8ffa52b7" providerId="ADAL" clId="{9D6983BC-2B41-4A2C-9BDB-BF4B506A1F53}" dt="2026-01-05T01:21:58.507" v="2435" actId="14100"/>
          <ac:spMkLst>
            <pc:docMk/>
            <pc:sldMk cId="1444465115" sldId="540"/>
            <ac:spMk id="4" creationId="{CF5332CB-F1AB-4685-8228-A7C0B9A12D2E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5T01:36:15.913" v="2674" actId="20577"/>
        <pc:sldMkLst>
          <pc:docMk/>
          <pc:sldMk cId="4281984631" sldId="541"/>
        </pc:sldMkLst>
        <pc:spChg chg="mod">
          <ac:chgData name="Teuku Raja Irfan Radarma" userId="cf428174-95ba-4576-8554-3a3b8ffa52b7" providerId="ADAL" clId="{9D6983BC-2B41-4A2C-9BDB-BF4B506A1F53}" dt="2026-01-05T01:35:05.857" v="2461" actId="20577"/>
          <ac:spMkLst>
            <pc:docMk/>
            <pc:sldMk cId="4281984631" sldId="541"/>
            <ac:spMk id="2" creationId="{C99D80A9-3EA1-4E65-9641-193AEBDC288A}"/>
          </ac:spMkLst>
        </pc:spChg>
        <pc:spChg chg="mod">
          <ac:chgData name="Teuku Raja Irfan Radarma" userId="cf428174-95ba-4576-8554-3a3b8ffa52b7" providerId="ADAL" clId="{9D6983BC-2B41-4A2C-9BDB-BF4B506A1F53}" dt="2026-01-05T01:36:15.913" v="2674" actId="20577"/>
          <ac:spMkLst>
            <pc:docMk/>
            <pc:sldMk cId="4281984631" sldId="541"/>
            <ac:spMk id="4" creationId="{911EE387-489D-4554-A4A5-DAD5FE51DB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" t="31181" r="14660"/>
          <a:stretch/>
        </p:blipFill>
        <p:spPr>
          <a:xfrm>
            <a:off x="-18867" y="0"/>
            <a:ext cx="12210868" cy="7074443"/>
          </a:xfrm>
          <a:prstGeom prst="rect">
            <a:avLst/>
          </a:prstGeom>
        </p:spPr>
      </p:pic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13D26EEB-0515-47E0-BDF2-6403F753F256}"/>
              </a:ext>
            </a:extLst>
          </p:cNvPr>
          <p:cNvSpPr/>
          <p:nvPr userDrawn="1"/>
        </p:nvSpPr>
        <p:spPr>
          <a:xfrm rot="10800000">
            <a:off x="-18868" y="-1"/>
            <a:ext cx="12210867" cy="5165559"/>
          </a:xfrm>
          <a:prstGeom prst="flowChartManualInput">
            <a:avLst/>
          </a:prstGeom>
          <a:solidFill>
            <a:srgbClr val="E4D304">
              <a:alpha val="8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10596613" cy="2417687"/>
          </a:xfrm>
        </p:spPr>
        <p:txBody>
          <a:bodyPr anchor="b">
            <a:normAutofit/>
          </a:bodyPr>
          <a:lstStyle>
            <a:lvl1pPr>
              <a:defRPr sz="4800">
                <a:solidFill>
                  <a:srgbClr val="0202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044006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cxnSpLocks/>
          </p:cNvCxnSpPr>
          <p:nvPr userDrawn="1"/>
        </p:nvCxnSpPr>
        <p:spPr>
          <a:xfrm flipH="1">
            <a:off x="-18868" y="4151175"/>
            <a:ext cx="12210868" cy="1014384"/>
          </a:xfrm>
          <a:prstGeom prst="line">
            <a:avLst/>
          </a:prstGeom>
          <a:ln w="57150">
            <a:solidFill>
              <a:srgbClr val="0202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37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Basic Data Analysis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IX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0A5FA20-F084-433B-84D2-ED962813CD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30" b="304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I: Part A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II: Part B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b="1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2231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Let’s move on from the 5 domains of CISA Review Manual!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950" y="754084"/>
            <a:ext cx="5800725" cy="51501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Pengolahan</a:t>
            </a:r>
            <a:r>
              <a:rPr lang="en-US" dirty="0"/>
              <a:t>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Basic </a:t>
            </a:r>
            <a:r>
              <a:rPr lang="en-US" dirty="0" err="1"/>
              <a:t>Pengolahan</a:t>
            </a:r>
            <a:r>
              <a:rPr lang="en-US" dirty="0"/>
              <a:t> Data </a:t>
            </a:r>
            <a:r>
              <a:rPr lang="en-US" dirty="0" err="1"/>
              <a:t>dengan</a:t>
            </a:r>
            <a:r>
              <a:rPr lang="en-US" dirty="0"/>
              <a:t> Spreadsheet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Accessing &amp; Importing Data</a:t>
            </a:r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6263"/>
            <a:ext cx="6202680" cy="285273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Pengolahan</a:t>
            </a:r>
            <a:r>
              <a:rPr lang="en-US" dirty="0"/>
              <a:t> Data </a:t>
            </a:r>
            <a:r>
              <a:rPr lang="en-US" dirty="0" err="1"/>
              <a:t>dalam</a:t>
            </a:r>
            <a:r>
              <a:rPr lang="en-US" dirty="0"/>
              <a:t> Audit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>
            <a:normAutofit/>
          </a:bodyPr>
          <a:lstStyle/>
          <a:p>
            <a:r>
              <a:rPr lang="en-US" sz="2800" dirty="0"/>
              <a:t>#input #proses #output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8002-5277-4141-9C2F-05F39D2DD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394"/>
            <a:ext cx="10515600" cy="1325563"/>
          </a:xfrm>
        </p:spPr>
        <p:txBody>
          <a:bodyPr/>
          <a:lstStyle/>
          <a:p>
            <a:r>
              <a:rPr lang="en-US" dirty="0" err="1"/>
              <a:t>Komponen</a:t>
            </a:r>
            <a:r>
              <a:rPr lang="en-US" dirty="0"/>
              <a:t> Utama </a:t>
            </a:r>
            <a:r>
              <a:rPr lang="en-US" dirty="0" err="1"/>
              <a:t>Sistem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EDFC5-DE70-44F9-96E9-A069AFC3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295CCE-7582-4DD5-B915-37B0BB1D55E8}"/>
              </a:ext>
            </a:extLst>
          </p:cNvPr>
          <p:cNvSpPr/>
          <p:nvPr/>
        </p:nvSpPr>
        <p:spPr>
          <a:xfrm>
            <a:off x="1169719" y="2517569"/>
            <a:ext cx="2850078" cy="1252847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Input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B35EB5-61BE-4B22-95CA-34073783D675}"/>
              </a:ext>
            </a:extLst>
          </p:cNvPr>
          <p:cNvSpPr/>
          <p:nvPr/>
        </p:nvSpPr>
        <p:spPr>
          <a:xfrm>
            <a:off x="4506685" y="2517569"/>
            <a:ext cx="2850078" cy="1252847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Proses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63E02B-9483-4E2B-B795-3F7CA1339D04}"/>
              </a:ext>
            </a:extLst>
          </p:cNvPr>
          <p:cNvSpPr/>
          <p:nvPr/>
        </p:nvSpPr>
        <p:spPr>
          <a:xfrm>
            <a:off x="7843651" y="2517569"/>
            <a:ext cx="2850078" cy="1252847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Output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DC2E8D8-E4B3-4453-9E4C-9FF66F152F60}"/>
              </a:ext>
            </a:extLst>
          </p:cNvPr>
          <p:cNvSpPr/>
          <p:nvPr/>
        </p:nvSpPr>
        <p:spPr>
          <a:xfrm>
            <a:off x="4079174" y="2951018"/>
            <a:ext cx="374073" cy="385948"/>
          </a:xfrm>
          <a:prstGeom prst="rightArrow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AC164F8B-300D-42B7-8342-B903CC737708}"/>
              </a:ext>
            </a:extLst>
          </p:cNvPr>
          <p:cNvSpPr/>
          <p:nvPr/>
        </p:nvSpPr>
        <p:spPr>
          <a:xfrm>
            <a:off x="7410201" y="2951018"/>
            <a:ext cx="374073" cy="385948"/>
          </a:xfrm>
          <a:prstGeom prst="rightArrow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BCEBC7-1583-4F78-B667-E16C24561015}"/>
              </a:ext>
            </a:extLst>
          </p:cNvPr>
          <p:cNvSpPr txBox="1"/>
          <p:nvPr/>
        </p:nvSpPr>
        <p:spPr>
          <a:xfrm>
            <a:off x="1778284" y="3975123"/>
            <a:ext cx="163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Saldo</a:t>
            </a:r>
            <a:r>
              <a:rPr lang="en-US" dirty="0"/>
              <a:t> Awal</a:t>
            </a:r>
          </a:p>
          <a:p>
            <a:r>
              <a:rPr lang="en-US" dirty="0"/>
              <a:t>Data </a:t>
            </a:r>
            <a:r>
              <a:rPr lang="en-US" dirty="0" err="1"/>
              <a:t>Transaksi</a:t>
            </a:r>
            <a:endParaRPr lang="en-ID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FEA092-5F84-497A-9B87-A414212DF8E7}"/>
              </a:ext>
            </a:extLst>
          </p:cNvPr>
          <p:cNvSpPr txBox="1"/>
          <p:nvPr/>
        </p:nvSpPr>
        <p:spPr>
          <a:xfrm>
            <a:off x="5245991" y="3975123"/>
            <a:ext cx="13714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Penjurnalan</a:t>
            </a:r>
            <a:endParaRPr lang="en-US" dirty="0"/>
          </a:p>
          <a:p>
            <a:r>
              <a:rPr lang="en-US" dirty="0"/>
              <a:t>Posting</a:t>
            </a:r>
          </a:p>
          <a:p>
            <a:r>
              <a:rPr lang="en-US" dirty="0"/>
              <a:t>Adjustment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2B42F4-FF8E-446C-B6C3-53E3BBEFB893}"/>
              </a:ext>
            </a:extLst>
          </p:cNvPr>
          <p:cNvSpPr txBox="1"/>
          <p:nvPr/>
        </p:nvSpPr>
        <p:spPr>
          <a:xfrm>
            <a:off x="8233695" y="3975123"/>
            <a:ext cx="2069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Neraca</a:t>
            </a:r>
            <a:endParaRPr lang="en-US" dirty="0"/>
          </a:p>
          <a:p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Laba</a:t>
            </a:r>
            <a:r>
              <a:rPr lang="en-US" dirty="0"/>
              <a:t> </a:t>
            </a:r>
            <a:r>
              <a:rPr lang="en-US" dirty="0" err="1"/>
              <a:t>Rugi</a:t>
            </a:r>
            <a:endParaRPr lang="en-US" dirty="0"/>
          </a:p>
          <a:p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Kas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65028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8002-5277-4141-9C2F-05F39D2DD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394"/>
            <a:ext cx="10515600" cy="1325563"/>
          </a:xfrm>
        </p:spPr>
        <p:txBody>
          <a:bodyPr/>
          <a:lstStyle/>
          <a:p>
            <a:r>
              <a:rPr lang="en-US" dirty="0" err="1"/>
              <a:t>Komponen</a:t>
            </a:r>
            <a:r>
              <a:rPr lang="en-US" dirty="0"/>
              <a:t> Utama </a:t>
            </a:r>
            <a:r>
              <a:rPr lang="en-US" dirty="0" err="1"/>
              <a:t>Sistem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EDFC5-DE70-44F9-96E9-A069AFC3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B9AEAF-E018-4B87-9822-51A2DF7D2146}"/>
              </a:ext>
            </a:extLst>
          </p:cNvPr>
          <p:cNvSpPr/>
          <p:nvPr/>
        </p:nvSpPr>
        <p:spPr>
          <a:xfrm>
            <a:off x="1169720" y="2507609"/>
            <a:ext cx="9524010" cy="44340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Sistem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Pengendalian</a:t>
            </a:r>
            <a:r>
              <a:rPr lang="en-US" dirty="0">
                <a:solidFill>
                  <a:schemeClr val="tx1"/>
                </a:solidFill>
              </a:rPr>
              <a:t> Internal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0EF8C2-E65E-409D-B6AA-C349976F6BF2}"/>
              </a:ext>
            </a:extLst>
          </p:cNvPr>
          <p:cNvSpPr/>
          <p:nvPr/>
        </p:nvSpPr>
        <p:spPr>
          <a:xfrm>
            <a:off x="1169719" y="3503221"/>
            <a:ext cx="2850078" cy="1252847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Input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F718AD-75FF-4EFE-A71E-5D5D7289681A}"/>
              </a:ext>
            </a:extLst>
          </p:cNvPr>
          <p:cNvSpPr/>
          <p:nvPr/>
        </p:nvSpPr>
        <p:spPr>
          <a:xfrm>
            <a:off x="4506685" y="3503221"/>
            <a:ext cx="2850078" cy="1252847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Proses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7457AF-5DF8-4F2F-B4C6-E41D7D09450E}"/>
              </a:ext>
            </a:extLst>
          </p:cNvPr>
          <p:cNvSpPr/>
          <p:nvPr/>
        </p:nvSpPr>
        <p:spPr>
          <a:xfrm>
            <a:off x="7843651" y="3503221"/>
            <a:ext cx="2850078" cy="1252847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Output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BED41E5-35F9-404C-9F59-6AABFC2CBEB0}"/>
              </a:ext>
            </a:extLst>
          </p:cNvPr>
          <p:cNvSpPr/>
          <p:nvPr/>
        </p:nvSpPr>
        <p:spPr>
          <a:xfrm>
            <a:off x="4079174" y="3936670"/>
            <a:ext cx="374073" cy="385948"/>
          </a:xfrm>
          <a:prstGeom prst="rightArrow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1E1A748-6F14-44E5-BD72-72CE016918D7}"/>
              </a:ext>
            </a:extLst>
          </p:cNvPr>
          <p:cNvSpPr/>
          <p:nvPr/>
        </p:nvSpPr>
        <p:spPr>
          <a:xfrm>
            <a:off x="7410201" y="3936670"/>
            <a:ext cx="374073" cy="385948"/>
          </a:xfrm>
          <a:prstGeom prst="rightArrow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A55E5-4387-46B9-A50C-95DCA8503FE1}"/>
              </a:ext>
            </a:extLst>
          </p:cNvPr>
          <p:cNvSpPr txBox="1"/>
          <p:nvPr/>
        </p:nvSpPr>
        <p:spPr>
          <a:xfrm>
            <a:off x="1778284" y="4960775"/>
            <a:ext cx="163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Saldo</a:t>
            </a:r>
            <a:r>
              <a:rPr lang="en-US" dirty="0"/>
              <a:t> Awal</a:t>
            </a:r>
          </a:p>
          <a:p>
            <a:r>
              <a:rPr lang="en-US" dirty="0"/>
              <a:t>Data </a:t>
            </a:r>
            <a:r>
              <a:rPr lang="en-US" dirty="0" err="1"/>
              <a:t>Transaksi</a:t>
            </a:r>
            <a:endParaRPr lang="en-ID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F645BC-CB3F-45BC-B861-4179D859960F}"/>
              </a:ext>
            </a:extLst>
          </p:cNvPr>
          <p:cNvSpPr txBox="1"/>
          <p:nvPr/>
        </p:nvSpPr>
        <p:spPr>
          <a:xfrm>
            <a:off x="5245991" y="4960775"/>
            <a:ext cx="13714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Penjurnalan</a:t>
            </a:r>
            <a:endParaRPr lang="en-US" dirty="0"/>
          </a:p>
          <a:p>
            <a:r>
              <a:rPr lang="en-US" dirty="0"/>
              <a:t>Posting</a:t>
            </a:r>
          </a:p>
          <a:p>
            <a:r>
              <a:rPr lang="en-US" dirty="0"/>
              <a:t>Adjustment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F34317-4EE4-4363-A295-22ACD37FDFD7}"/>
              </a:ext>
            </a:extLst>
          </p:cNvPr>
          <p:cNvSpPr txBox="1"/>
          <p:nvPr/>
        </p:nvSpPr>
        <p:spPr>
          <a:xfrm>
            <a:off x="8233695" y="4960775"/>
            <a:ext cx="2069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Neraca</a:t>
            </a:r>
            <a:endParaRPr lang="en-US" dirty="0"/>
          </a:p>
          <a:p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Laba</a:t>
            </a:r>
            <a:r>
              <a:rPr lang="en-US" dirty="0"/>
              <a:t> </a:t>
            </a:r>
            <a:r>
              <a:rPr lang="en-US" dirty="0" err="1"/>
              <a:t>Rugi</a:t>
            </a:r>
            <a:endParaRPr lang="en-US" dirty="0"/>
          </a:p>
          <a:p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Kas</a:t>
            </a:r>
            <a:endParaRPr lang="en-ID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66454009-82FD-4040-8A6B-71F4F07AF33C}"/>
              </a:ext>
            </a:extLst>
          </p:cNvPr>
          <p:cNvSpPr/>
          <p:nvPr/>
        </p:nvSpPr>
        <p:spPr>
          <a:xfrm>
            <a:off x="2419597" y="3040083"/>
            <a:ext cx="350322" cy="368136"/>
          </a:xfrm>
          <a:prstGeom prst="downArrow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82E27198-5A65-4ACF-B6E8-A4076894CF3B}"/>
              </a:ext>
            </a:extLst>
          </p:cNvPr>
          <p:cNvSpPr/>
          <p:nvPr/>
        </p:nvSpPr>
        <p:spPr>
          <a:xfrm>
            <a:off x="5763491" y="3040083"/>
            <a:ext cx="350322" cy="368136"/>
          </a:xfrm>
          <a:prstGeom prst="downArrow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1AC5B0AC-C7C3-4437-96EF-1FDF539F3DBF}"/>
              </a:ext>
            </a:extLst>
          </p:cNvPr>
          <p:cNvSpPr/>
          <p:nvPr/>
        </p:nvSpPr>
        <p:spPr>
          <a:xfrm>
            <a:off x="9113322" y="3040083"/>
            <a:ext cx="350322" cy="368136"/>
          </a:xfrm>
          <a:prstGeom prst="downArrow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93135E-4F0C-4C49-926A-E0BB21A800A0}"/>
              </a:ext>
            </a:extLst>
          </p:cNvPr>
          <p:cNvSpPr/>
          <p:nvPr/>
        </p:nvSpPr>
        <p:spPr>
          <a:xfrm>
            <a:off x="1169720" y="1550793"/>
            <a:ext cx="4593771" cy="44340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Design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A6BB86-0A0F-4BBC-8467-ECDE3FF7C59F}"/>
              </a:ext>
            </a:extLst>
          </p:cNvPr>
          <p:cNvSpPr/>
          <p:nvPr/>
        </p:nvSpPr>
        <p:spPr>
          <a:xfrm>
            <a:off x="6096000" y="1550793"/>
            <a:ext cx="4593771" cy="44340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Effectiveness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399AE048-4B03-4395-A7D8-BD375574EB0D}"/>
              </a:ext>
            </a:extLst>
          </p:cNvPr>
          <p:cNvSpPr/>
          <p:nvPr/>
        </p:nvSpPr>
        <p:spPr>
          <a:xfrm>
            <a:off x="8217724" y="2066837"/>
            <a:ext cx="350322" cy="368136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54603FCE-D870-4B80-B6CD-512E3C70A763}"/>
              </a:ext>
            </a:extLst>
          </p:cNvPr>
          <p:cNvSpPr/>
          <p:nvPr/>
        </p:nvSpPr>
        <p:spPr>
          <a:xfrm>
            <a:off x="3236071" y="2066837"/>
            <a:ext cx="350322" cy="368136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3052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7E339-84AE-47F6-80C1-919BE37C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9E61DB-95F4-4F48-9455-A4205D8A0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"/>
            <a:ext cx="12192000" cy="67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406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BD23-2C1A-4C50-AC1C-D3B3F17C5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/>
          <a:lstStyle/>
          <a:p>
            <a:r>
              <a:rPr lang="en-US" dirty="0"/>
              <a:t>Uji </a:t>
            </a:r>
            <a:r>
              <a:rPr lang="en-US" dirty="0" err="1"/>
              <a:t>Pengendalian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4F3EA-7E82-49FB-9305-0129B20B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4557CE61-C3AA-4A6F-90CE-4FE67F822DF0}"/>
              </a:ext>
            </a:extLst>
          </p:cNvPr>
          <p:cNvSpPr/>
          <p:nvPr/>
        </p:nvSpPr>
        <p:spPr>
          <a:xfrm>
            <a:off x="789049" y="2441866"/>
            <a:ext cx="2552007" cy="1787236"/>
          </a:xfrm>
          <a:prstGeom prst="flowChartDecision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Desain </a:t>
            </a:r>
            <a:r>
              <a:rPr lang="en-US" sz="1400" dirty="0" err="1"/>
              <a:t>Pengendalian</a:t>
            </a:r>
            <a:r>
              <a:rPr lang="en-US" sz="1400" dirty="0"/>
              <a:t> </a:t>
            </a:r>
            <a:r>
              <a:rPr lang="en-US" sz="1400" dirty="0" err="1"/>
              <a:t>Memadai</a:t>
            </a:r>
            <a:r>
              <a:rPr lang="en-US" sz="1400" dirty="0"/>
              <a:t>?</a:t>
            </a:r>
            <a:endParaRPr lang="en-ID" sz="1400" dirty="0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1A190D0-C210-495D-A1BB-1696DA774E37}"/>
              </a:ext>
            </a:extLst>
          </p:cNvPr>
          <p:cNvSpPr/>
          <p:nvPr/>
        </p:nvSpPr>
        <p:spPr>
          <a:xfrm>
            <a:off x="8419806" y="4673841"/>
            <a:ext cx="2443942" cy="1188720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Uji </a:t>
            </a:r>
            <a:r>
              <a:rPr lang="en-US" dirty="0" err="1"/>
              <a:t>Substantif</a:t>
            </a:r>
            <a:r>
              <a:rPr lang="en-US" dirty="0"/>
              <a:t> </a:t>
            </a:r>
            <a:r>
              <a:rPr lang="en-US" dirty="0" err="1"/>
              <a:t>Mendalam</a:t>
            </a:r>
            <a:endParaRPr lang="en-ID" dirty="0"/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3BEDD7CD-1A93-4A01-96F6-E71DF32FE3D7}"/>
              </a:ext>
            </a:extLst>
          </p:cNvPr>
          <p:cNvSpPr/>
          <p:nvPr/>
        </p:nvSpPr>
        <p:spPr>
          <a:xfrm>
            <a:off x="4546402" y="2441866"/>
            <a:ext cx="2552007" cy="1787236"/>
          </a:xfrm>
          <a:prstGeom prst="flowChartDecisi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Pengendalian</a:t>
            </a:r>
            <a:r>
              <a:rPr lang="en-US" sz="1400" dirty="0"/>
              <a:t> </a:t>
            </a:r>
            <a:r>
              <a:rPr lang="en-US" sz="1400" dirty="0" err="1"/>
              <a:t>Berfungsi</a:t>
            </a:r>
            <a:r>
              <a:rPr lang="en-US" sz="1400" dirty="0"/>
              <a:t>?</a:t>
            </a:r>
            <a:endParaRPr lang="en-ID" sz="1400" dirty="0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D07E98B5-C3F4-4099-9053-AB546E0A62D7}"/>
              </a:ext>
            </a:extLst>
          </p:cNvPr>
          <p:cNvSpPr/>
          <p:nvPr/>
        </p:nvSpPr>
        <p:spPr>
          <a:xfrm>
            <a:off x="8468623" y="2747013"/>
            <a:ext cx="2443942" cy="1188720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/ Uji </a:t>
            </a:r>
            <a:r>
              <a:rPr lang="en-US" dirty="0" err="1"/>
              <a:t>Petik</a:t>
            </a:r>
            <a:endParaRPr lang="en-ID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9634E0-9F64-4065-9A57-CD7F013C7229}"/>
              </a:ext>
            </a:extLst>
          </p:cNvPr>
          <p:cNvCxnSpPr>
            <a:stCxn id="3" idx="3"/>
            <a:endCxn id="12" idx="1"/>
          </p:cNvCxnSpPr>
          <p:nvPr/>
        </p:nvCxnSpPr>
        <p:spPr>
          <a:xfrm>
            <a:off x="3341056" y="3335484"/>
            <a:ext cx="12053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7C8176-ECA3-48F0-9B88-CAD0D0242900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7098409" y="3335484"/>
            <a:ext cx="1370214" cy="58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FC113ED-0B65-43D8-914A-0EF74268BFAC}"/>
              </a:ext>
            </a:extLst>
          </p:cNvPr>
          <p:cNvCxnSpPr>
            <a:stCxn id="3" idx="2"/>
            <a:endCxn id="9" idx="1"/>
          </p:cNvCxnSpPr>
          <p:nvPr/>
        </p:nvCxnSpPr>
        <p:spPr>
          <a:xfrm rot="16200000" flipH="1">
            <a:off x="4722880" y="1571274"/>
            <a:ext cx="1039099" cy="635475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5C8C1A5-5256-470D-98E3-C1FAB84BCB84}"/>
              </a:ext>
            </a:extLst>
          </p:cNvPr>
          <p:cNvCxnSpPr>
            <a:stCxn id="12" idx="2"/>
            <a:endCxn id="9" idx="1"/>
          </p:cNvCxnSpPr>
          <p:nvPr/>
        </p:nvCxnSpPr>
        <p:spPr>
          <a:xfrm rot="16200000" flipH="1">
            <a:off x="6601557" y="3449951"/>
            <a:ext cx="1039099" cy="25974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B5B1830-AC67-4F6E-80EA-7BF98E1F3FEE}"/>
              </a:ext>
            </a:extLst>
          </p:cNvPr>
          <p:cNvSpPr txBox="1"/>
          <p:nvPr/>
        </p:nvSpPr>
        <p:spPr>
          <a:xfrm>
            <a:off x="3414937" y="285623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Ya</a:t>
            </a:r>
            <a:endParaRPr lang="en-ID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6AB03B-CF8F-4C97-8028-B86837EB5B35}"/>
              </a:ext>
            </a:extLst>
          </p:cNvPr>
          <p:cNvSpPr txBox="1"/>
          <p:nvPr/>
        </p:nvSpPr>
        <p:spPr>
          <a:xfrm>
            <a:off x="2160569" y="434816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Tidak</a:t>
            </a:r>
            <a:endParaRPr lang="en-ID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0CD8B5-F0A8-4109-8557-27DBBEA540D2}"/>
              </a:ext>
            </a:extLst>
          </p:cNvPr>
          <p:cNvSpPr txBox="1"/>
          <p:nvPr/>
        </p:nvSpPr>
        <p:spPr>
          <a:xfrm>
            <a:off x="7069237" y="285623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Ya</a:t>
            </a:r>
            <a:endParaRPr lang="en-ID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6598AA-1F36-49F6-9602-E7F4D678908F}"/>
              </a:ext>
            </a:extLst>
          </p:cNvPr>
          <p:cNvSpPr txBox="1"/>
          <p:nvPr/>
        </p:nvSpPr>
        <p:spPr>
          <a:xfrm>
            <a:off x="5895755" y="434816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Tidak</a:t>
            </a:r>
            <a:endParaRPr lang="en-ID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20CA6A9-3EC6-4C8C-AC9C-EA32FDFC0A82}"/>
              </a:ext>
            </a:extLst>
          </p:cNvPr>
          <p:cNvSpPr/>
          <p:nvPr/>
        </p:nvSpPr>
        <p:spPr>
          <a:xfrm>
            <a:off x="7272979" y="1117928"/>
            <a:ext cx="3644406" cy="107405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Substantive Test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F34D9742-41C3-4B3B-860D-A7C9AE61E9DE}"/>
              </a:ext>
            </a:extLst>
          </p:cNvPr>
          <p:cNvSpPr/>
          <p:nvPr/>
        </p:nvSpPr>
        <p:spPr>
          <a:xfrm>
            <a:off x="4031014" y="1117928"/>
            <a:ext cx="3644406" cy="107405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Control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FBF926F4-40E6-4C99-B111-7AA3262CC493}"/>
              </a:ext>
            </a:extLst>
          </p:cNvPr>
          <p:cNvSpPr/>
          <p:nvPr/>
        </p:nvSpPr>
        <p:spPr>
          <a:xfrm>
            <a:off x="789049" y="1117927"/>
            <a:ext cx="3644406" cy="1074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Design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756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682BE1E-D2BE-495A-A13C-4DEAA602A67F}"/>
              </a:ext>
            </a:extLst>
          </p:cNvPr>
          <p:cNvSpPr/>
          <p:nvPr/>
        </p:nvSpPr>
        <p:spPr>
          <a:xfrm>
            <a:off x="962891" y="2411024"/>
            <a:ext cx="10093039" cy="14611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F74BD56-767C-4E56-AFC1-849DDAE76601}"/>
              </a:ext>
            </a:extLst>
          </p:cNvPr>
          <p:cNvSpPr/>
          <p:nvPr/>
        </p:nvSpPr>
        <p:spPr>
          <a:xfrm>
            <a:off x="962891" y="3871604"/>
            <a:ext cx="10093039" cy="14611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6BD23-2C1A-4C50-AC1C-D3B3F17C5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/>
          <a:lstStyle/>
          <a:p>
            <a:r>
              <a:rPr lang="en-US" dirty="0"/>
              <a:t>Uji </a:t>
            </a:r>
            <a:r>
              <a:rPr lang="en-US" dirty="0" err="1"/>
              <a:t>Pengendalian</a:t>
            </a:r>
            <a:r>
              <a:rPr lang="en-US" dirty="0"/>
              <a:t> (</a:t>
            </a:r>
            <a:r>
              <a:rPr lang="en-US" dirty="0" err="1"/>
              <a:t>ilustrasi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4F3EA-7E82-49FB-9305-0129B20B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E8D6E64-E871-4C9F-9E06-8DD51291E47A}"/>
              </a:ext>
            </a:extLst>
          </p:cNvPr>
          <p:cNvSpPr/>
          <p:nvPr/>
        </p:nvSpPr>
        <p:spPr>
          <a:xfrm>
            <a:off x="7272979" y="1117928"/>
            <a:ext cx="3644406" cy="1074057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Substantive Test</a:t>
            </a:r>
            <a:endParaRPr lang="en-ID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06A3B80-5CB8-4C27-8780-0B3708D50C50}"/>
              </a:ext>
            </a:extLst>
          </p:cNvPr>
          <p:cNvSpPr/>
          <p:nvPr/>
        </p:nvSpPr>
        <p:spPr>
          <a:xfrm>
            <a:off x="4031014" y="1117928"/>
            <a:ext cx="3644406" cy="1074057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Test of Control</a:t>
            </a:r>
            <a:endParaRPr lang="en-ID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F1BC45D-088C-4B69-9960-35F00E043F33}"/>
              </a:ext>
            </a:extLst>
          </p:cNvPr>
          <p:cNvSpPr/>
          <p:nvPr/>
        </p:nvSpPr>
        <p:spPr>
          <a:xfrm>
            <a:off x="789049" y="1117927"/>
            <a:ext cx="3644406" cy="1074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Design</a:t>
            </a:r>
            <a:endParaRPr lang="en-ID" dirty="0">
              <a:solidFill>
                <a:schemeClr val="tx1"/>
              </a:solidFill>
            </a:endParaRPr>
          </a:p>
        </p:txBody>
      </p:sp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058E960F-A204-405A-9C97-D59B71DC8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0127" y="4246265"/>
            <a:ext cx="914400" cy="914400"/>
          </a:xfrm>
          <a:prstGeom prst="rect">
            <a:avLst/>
          </a:prstGeom>
        </p:spPr>
      </p:pic>
      <p:pic>
        <p:nvPicPr>
          <p:cNvPr id="33" name="Graphic 32" descr="Confused person with solid fill">
            <a:extLst>
              <a:ext uri="{FF2B5EF4-FFF2-40B4-BE49-F238E27FC236}">
                <a16:creationId xmlns:a16="http://schemas.microsoft.com/office/drawing/2014/main" id="{2DC6DD22-5021-4815-BF89-C5B4C07F5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0127" y="2696996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73E2D3C-F166-42F1-AE14-004D9239C91A}"/>
              </a:ext>
            </a:extLst>
          </p:cNvPr>
          <p:cNvSpPr txBox="1"/>
          <p:nvPr/>
        </p:nvSpPr>
        <p:spPr>
          <a:xfrm>
            <a:off x="1074291" y="2805424"/>
            <a:ext cx="945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/>
              <a:t>Staf</a:t>
            </a:r>
            <a:endParaRPr lang="en-US" sz="1400" dirty="0"/>
          </a:p>
          <a:p>
            <a:pPr algn="ctr"/>
            <a:r>
              <a:rPr lang="en-US" sz="1400" dirty="0" err="1"/>
              <a:t>Penjualan</a:t>
            </a:r>
            <a:endParaRPr lang="en-ID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9AA047-6E16-436D-BFA6-580DB7ACBD44}"/>
              </a:ext>
            </a:extLst>
          </p:cNvPr>
          <p:cNvSpPr txBox="1"/>
          <p:nvPr/>
        </p:nvSpPr>
        <p:spPr>
          <a:xfrm>
            <a:off x="1060922" y="4441855"/>
            <a:ext cx="972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/>
              <a:t>Staf</a:t>
            </a:r>
            <a:endParaRPr lang="en-US" sz="1400" dirty="0"/>
          </a:p>
          <a:p>
            <a:pPr algn="ctr"/>
            <a:r>
              <a:rPr lang="en-US" sz="1400" dirty="0" err="1"/>
              <a:t>Keuangan</a:t>
            </a:r>
            <a:endParaRPr lang="en-ID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02AC16-D2FE-4C7C-BEDB-B317FC66E25A}"/>
              </a:ext>
            </a:extLst>
          </p:cNvPr>
          <p:cNvSpPr/>
          <p:nvPr/>
        </p:nvSpPr>
        <p:spPr>
          <a:xfrm>
            <a:off x="3327733" y="278783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Menerima</a:t>
            </a:r>
            <a:r>
              <a:rPr lang="en-US" sz="1400" dirty="0"/>
              <a:t> Sales Order</a:t>
            </a:r>
            <a:endParaRPr lang="en-ID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AD2135-D683-4410-A21E-B9231E457551}"/>
              </a:ext>
            </a:extLst>
          </p:cNvPr>
          <p:cNvSpPr/>
          <p:nvPr/>
        </p:nvSpPr>
        <p:spPr>
          <a:xfrm>
            <a:off x="4832602" y="278783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Memeriksa</a:t>
            </a:r>
            <a:r>
              <a:rPr lang="en-US" sz="1400" dirty="0"/>
              <a:t> </a:t>
            </a:r>
            <a:r>
              <a:rPr lang="en-US" sz="1400" dirty="0" err="1"/>
              <a:t>Ketersediaan</a:t>
            </a:r>
            <a:r>
              <a:rPr lang="en-US" sz="1400" dirty="0"/>
              <a:t> </a:t>
            </a:r>
            <a:r>
              <a:rPr lang="en-US" sz="1400" dirty="0" err="1"/>
              <a:t>Barang</a:t>
            </a:r>
            <a:endParaRPr lang="en-ID" sz="14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7AA546-9C02-4207-B258-DECE50C96C05}"/>
              </a:ext>
            </a:extLst>
          </p:cNvPr>
          <p:cNvSpPr/>
          <p:nvPr/>
        </p:nvSpPr>
        <p:spPr>
          <a:xfrm>
            <a:off x="6333581" y="278783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Menerbitkan</a:t>
            </a:r>
            <a:r>
              <a:rPr lang="en-US" sz="1400" dirty="0"/>
              <a:t> Invoice</a:t>
            </a:r>
            <a:endParaRPr lang="en-ID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B59D04-DAD9-4302-A191-42DDC5838D60}"/>
              </a:ext>
            </a:extLst>
          </p:cNvPr>
          <p:cNvSpPr/>
          <p:nvPr/>
        </p:nvSpPr>
        <p:spPr>
          <a:xfrm>
            <a:off x="7834560" y="278783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Menerima</a:t>
            </a:r>
            <a:r>
              <a:rPr lang="en-US" sz="1400" dirty="0"/>
              <a:t> </a:t>
            </a:r>
            <a:r>
              <a:rPr lang="en-US" sz="1400" dirty="0" err="1"/>
              <a:t>Pembayaran</a:t>
            </a:r>
            <a:endParaRPr lang="en-ID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AC4437-4A40-4FCC-BA0A-60AFE4DF00B7}"/>
              </a:ext>
            </a:extLst>
          </p:cNvPr>
          <p:cNvSpPr/>
          <p:nvPr/>
        </p:nvSpPr>
        <p:spPr>
          <a:xfrm>
            <a:off x="9335539" y="278783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Menyetor</a:t>
            </a:r>
            <a:r>
              <a:rPr lang="en-US" sz="1400" dirty="0"/>
              <a:t> Kas </a:t>
            </a:r>
            <a:r>
              <a:rPr lang="en-US" sz="1400" dirty="0" err="1"/>
              <a:t>ke</a:t>
            </a:r>
            <a:r>
              <a:rPr lang="en-US" sz="1400" dirty="0"/>
              <a:t> Bank</a:t>
            </a:r>
            <a:endParaRPr lang="en-ID" sz="14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F0E9EDA-8783-42DC-BA16-47BFEDC52DFF}"/>
              </a:ext>
            </a:extLst>
          </p:cNvPr>
          <p:cNvSpPr/>
          <p:nvPr/>
        </p:nvSpPr>
        <p:spPr>
          <a:xfrm>
            <a:off x="9335539" y="4207217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Rekonsiliasi</a:t>
            </a:r>
            <a:endParaRPr lang="en-ID" sz="14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DE81519-B66E-4269-860C-3EDF4482BC3F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4590476" y="3161912"/>
            <a:ext cx="242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19390FC-E335-4374-BFB2-34BA27271995}"/>
              </a:ext>
            </a:extLst>
          </p:cNvPr>
          <p:cNvCxnSpPr/>
          <p:nvPr/>
        </p:nvCxnSpPr>
        <p:spPr>
          <a:xfrm>
            <a:off x="6093167" y="3161912"/>
            <a:ext cx="242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283A3AE-E198-49AA-8FF0-515E22090EA9}"/>
              </a:ext>
            </a:extLst>
          </p:cNvPr>
          <p:cNvCxnSpPr/>
          <p:nvPr/>
        </p:nvCxnSpPr>
        <p:spPr>
          <a:xfrm>
            <a:off x="7594612" y="3161912"/>
            <a:ext cx="242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1875099-2E93-4C80-9D59-DDC0A97E026B}"/>
              </a:ext>
            </a:extLst>
          </p:cNvPr>
          <p:cNvCxnSpPr/>
          <p:nvPr/>
        </p:nvCxnSpPr>
        <p:spPr>
          <a:xfrm>
            <a:off x="9097303" y="3161912"/>
            <a:ext cx="242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FE46FEC-7BC9-4805-8266-E2545AC203F0}"/>
              </a:ext>
            </a:extLst>
          </p:cNvPr>
          <p:cNvCxnSpPr>
            <a:stCxn id="40" idx="2"/>
            <a:endCxn id="41" idx="0"/>
          </p:cNvCxnSpPr>
          <p:nvPr/>
        </p:nvCxnSpPr>
        <p:spPr>
          <a:xfrm>
            <a:off x="9966911" y="3535992"/>
            <a:ext cx="0" cy="6712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3E383D7-768D-49C3-BB87-C6FC3EFE487E}"/>
              </a:ext>
            </a:extLst>
          </p:cNvPr>
          <p:cNvCxnSpPr>
            <a:cxnSpLocks/>
          </p:cNvCxnSpPr>
          <p:nvPr/>
        </p:nvCxnSpPr>
        <p:spPr>
          <a:xfrm>
            <a:off x="6963011" y="3535992"/>
            <a:ext cx="2372530" cy="1045307"/>
          </a:xfrm>
          <a:prstGeom prst="bentConnector3">
            <a:avLst>
              <a:gd name="adj1" fmla="val -103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850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682BE1E-D2BE-495A-A13C-4DEAA602A67F}"/>
              </a:ext>
            </a:extLst>
          </p:cNvPr>
          <p:cNvSpPr/>
          <p:nvPr/>
        </p:nvSpPr>
        <p:spPr>
          <a:xfrm>
            <a:off x="962891" y="1792814"/>
            <a:ext cx="10093039" cy="14611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F74BD56-767C-4E56-AFC1-849DDAE76601}"/>
              </a:ext>
            </a:extLst>
          </p:cNvPr>
          <p:cNvSpPr/>
          <p:nvPr/>
        </p:nvSpPr>
        <p:spPr>
          <a:xfrm>
            <a:off x="962891" y="3253394"/>
            <a:ext cx="10093039" cy="14611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6BD23-2C1A-4C50-AC1C-D3B3F17C5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971"/>
            <a:ext cx="10515600" cy="803275"/>
          </a:xfrm>
        </p:spPr>
        <p:txBody>
          <a:bodyPr/>
          <a:lstStyle/>
          <a:p>
            <a:r>
              <a:rPr lang="en-US" dirty="0"/>
              <a:t>Uji </a:t>
            </a:r>
            <a:r>
              <a:rPr lang="en-US" dirty="0" err="1"/>
              <a:t>Pengendalian</a:t>
            </a:r>
            <a:r>
              <a:rPr lang="en-US" dirty="0"/>
              <a:t> (</a:t>
            </a:r>
            <a:r>
              <a:rPr lang="en-US" dirty="0" err="1"/>
              <a:t>ilustrasi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4F3EA-7E82-49FB-9305-0129B20B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E8D6E64-E871-4C9F-9E06-8DD51291E47A}"/>
              </a:ext>
            </a:extLst>
          </p:cNvPr>
          <p:cNvSpPr/>
          <p:nvPr/>
        </p:nvSpPr>
        <p:spPr>
          <a:xfrm>
            <a:off x="7272979" y="765184"/>
            <a:ext cx="3644406" cy="846999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Substantive Test</a:t>
            </a:r>
            <a:endParaRPr lang="en-ID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06A3B80-5CB8-4C27-8780-0B3708D50C50}"/>
              </a:ext>
            </a:extLst>
          </p:cNvPr>
          <p:cNvSpPr/>
          <p:nvPr/>
        </p:nvSpPr>
        <p:spPr>
          <a:xfrm>
            <a:off x="4031014" y="765184"/>
            <a:ext cx="3644406" cy="846999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Test of Control</a:t>
            </a:r>
            <a:endParaRPr lang="en-ID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F1BC45D-088C-4B69-9960-35F00E043F33}"/>
              </a:ext>
            </a:extLst>
          </p:cNvPr>
          <p:cNvSpPr/>
          <p:nvPr/>
        </p:nvSpPr>
        <p:spPr>
          <a:xfrm>
            <a:off x="789049" y="765183"/>
            <a:ext cx="3644406" cy="84699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Design</a:t>
            </a:r>
            <a:endParaRPr lang="en-ID" dirty="0">
              <a:solidFill>
                <a:schemeClr val="tx1"/>
              </a:solidFill>
            </a:endParaRPr>
          </a:p>
        </p:txBody>
      </p:sp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058E960F-A204-405A-9C97-D59B71DC8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0127" y="3628055"/>
            <a:ext cx="914400" cy="914400"/>
          </a:xfrm>
          <a:prstGeom prst="rect">
            <a:avLst/>
          </a:prstGeom>
        </p:spPr>
      </p:pic>
      <p:pic>
        <p:nvPicPr>
          <p:cNvPr id="33" name="Graphic 32" descr="Confused person with solid fill">
            <a:extLst>
              <a:ext uri="{FF2B5EF4-FFF2-40B4-BE49-F238E27FC236}">
                <a16:creationId xmlns:a16="http://schemas.microsoft.com/office/drawing/2014/main" id="{2DC6DD22-5021-4815-BF89-C5B4C07F5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0127" y="2078786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73E2D3C-F166-42F1-AE14-004D9239C91A}"/>
              </a:ext>
            </a:extLst>
          </p:cNvPr>
          <p:cNvSpPr txBox="1"/>
          <p:nvPr/>
        </p:nvSpPr>
        <p:spPr>
          <a:xfrm>
            <a:off x="1074291" y="2187214"/>
            <a:ext cx="945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Staf</a:t>
            </a:r>
            <a:endParaRPr lang="en-US" sz="1400" dirty="0"/>
          </a:p>
          <a:p>
            <a:pPr algn="ctr"/>
            <a:r>
              <a:rPr lang="en-US" sz="1400" dirty="0" err="1"/>
              <a:t>Penjualan</a:t>
            </a:r>
            <a:endParaRPr lang="en-ID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9AA047-6E16-436D-BFA6-580DB7ACBD44}"/>
              </a:ext>
            </a:extLst>
          </p:cNvPr>
          <p:cNvSpPr txBox="1"/>
          <p:nvPr/>
        </p:nvSpPr>
        <p:spPr>
          <a:xfrm>
            <a:off x="1060922" y="3823645"/>
            <a:ext cx="972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Staf</a:t>
            </a:r>
            <a:endParaRPr lang="en-US" sz="1400" dirty="0"/>
          </a:p>
          <a:p>
            <a:pPr algn="ctr"/>
            <a:r>
              <a:rPr lang="en-US" sz="1400" dirty="0" err="1"/>
              <a:t>Keuangan</a:t>
            </a:r>
            <a:endParaRPr lang="en-ID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02AC16-D2FE-4C7C-BEDB-B317FC66E25A}"/>
              </a:ext>
            </a:extLst>
          </p:cNvPr>
          <p:cNvSpPr/>
          <p:nvPr/>
        </p:nvSpPr>
        <p:spPr>
          <a:xfrm>
            <a:off x="3327733" y="216962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Menerima</a:t>
            </a:r>
            <a:r>
              <a:rPr lang="en-US" sz="1400" dirty="0"/>
              <a:t> Sales Order</a:t>
            </a:r>
            <a:endParaRPr lang="en-ID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AD2135-D683-4410-A21E-B9231E457551}"/>
              </a:ext>
            </a:extLst>
          </p:cNvPr>
          <p:cNvSpPr/>
          <p:nvPr/>
        </p:nvSpPr>
        <p:spPr>
          <a:xfrm>
            <a:off x="4832602" y="216962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Memeriksa</a:t>
            </a:r>
            <a:r>
              <a:rPr lang="en-US" sz="1400" dirty="0"/>
              <a:t> </a:t>
            </a:r>
            <a:r>
              <a:rPr lang="en-US" sz="1400" dirty="0" err="1"/>
              <a:t>Ketersediaan</a:t>
            </a:r>
            <a:r>
              <a:rPr lang="en-US" sz="1400" dirty="0"/>
              <a:t> </a:t>
            </a:r>
            <a:r>
              <a:rPr lang="en-US" sz="1400" dirty="0" err="1"/>
              <a:t>Barang</a:t>
            </a:r>
            <a:endParaRPr lang="en-ID" sz="14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7AA546-9C02-4207-B258-DECE50C96C05}"/>
              </a:ext>
            </a:extLst>
          </p:cNvPr>
          <p:cNvSpPr/>
          <p:nvPr/>
        </p:nvSpPr>
        <p:spPr>
          <a:xfrm>
            <a:off x="6333581" y="216962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Menerbitkan</a:t>
            </a:r>
            <a:r>
              <a:rPr lang="en-US" sz="1400" dirty="0"/>
              <a:t> Invoice</a:t>
            </a:r>
            <a:endParaRPr lang="en-ID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B59D04-DAD9-4302-A191-42DDC5838D60}"/>
              </a:ext>
            </a:extLst>
          </p:cNvPr>
          <p:cNvSpPr/>
          <p:nvPr/>
        </p:nvSpPr>
        <p:spPr>
          <a:xfrm>
            <a:off x="6333581" y="3630203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Menerima</a:t>
            </a:r>
            <a:r>
              <a:rPr lang="en-US" sz="1400" dirty="0"/>
              <a:t> </a:t>
            </a:r>
            <a:r>
              <a:rPr lang="en-US" sz="1400" dirty="0" err="1"/>
              <a:t>Pembayaran</a:t>
            </a:r>
            <a:endParaRPr lang="en-ID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AC4437-4A40-4FCC-BA0A-60AFE4DF00B7}"/>
              </a:ext>
            </a:extLst>
          </p:cNvPr>
          <p:cNvSpPr/>
          <p:nvPr/>
        </p:nvSpPr>
        <p:spPr>
          <a:xfrm>
            <a:off x="7834560" y="3633158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Menyetor</a:t>
            </a:r>
            <a:r>
              <a:rPr lang="en-US" sz="1400" dirty="0"/>
              <a:t> Kas </a:t>
            </a:r>
            <a:r>
              <a:rPr lang="en-US" sz="1400" dirty="0" err="1"/>
              <a:t>ke</a:t>
            </a:r>
            <a:r>
              <a:rPr lang="en-US" sz="1400" dirty="0"/>
              <a:t> Bank</a:t>
            </a:r>
            <a:endParaRPr lang="en-ID" sz="14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F0E9EDA-8783-42DC-BA16-47BFEDC52DFF}"/>
              </a:ext>
            </a:extLst>
          </p:cNvPr>
          <p:cNvSpPr/>
          <p:nvPr/>
        </p:nvSpPr>
        <p:spPr>
          <a:xfrm>
            <a:off x="9335539" y="3589007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Rekonsiliasi</a:t>
            </a:r>
            <a:endParaRPr lang="en-ID" sz="14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DE81519-B66E-4269-860C-3EDF4482BC3F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4590476" y="2543702"/>
            <a:ext cx="242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19390FC-E335-4374-BFB2-34BA27271995}"/>
              </a:ext>
            </a:extLst>
          </p:cNvPr>
          <p:cNvCxnSpPr>
            <a:cxnSpLocks/>
          </p:cNvCxnSpPr>
          <p:nvPr/>
        </p:nvCxnSpPr>
        <p:spPr>
          <a:xfrm>
            <a:off x="6093167" y="2543702"/>
            <a:ext cx="242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283A3AE-E198-49AA-8FF0-515E22090EA9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6964953" y="2917782"/>
            <a:ext cx="0" cy="7124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1875099-2E93-4C80-9D59-DDC0A97E026B}"/>
              </a:ext>
            </a:extLst>
          </p:cNvPr>
          <p:cNvCxnSpPr>
            <a:cxnSpLocks/>
          </p:cNvCxnSpPr>
          <p:nvPr/>
        </p:nvCxnSpPr>
        <p:spPr>
          <a:xfrm>
            <a:off x="7596324" y="3987050"/>
            <a:ext cx="242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FB7D23-A6BC-4862-875A-5A795E9F9EEA}"/>
              </a:ext>
            </a:extLst>
          </p:cNvPr>
          <p:cNvCxnSpPr>
            <a:cxnSpLocks/>
          </p:cNvCxnSpPr>
          <p:nvPr/>
        </p:nvCxnSpPr>
        <p:spPr>
          <a:xfrm>
            <a:off x="9093413" y="3987050"/>
            <a:ext cx="242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F67403D-0E16-45B1-A0A5-5B91991FB461}"/>
              </a:ext>
            </a:extLst>
          </p:cNvPr>
          <p:cNvCxnSpPr>
            <a:cxnSpLocks/>
            <a:stCxn id="38" idx="3"/>
            <a:endCxn id="41" idx="0"/>
          </p:cNvCxnSpPr>
          <p:nvPr/>
        </p:nvCxnSpPr>
        <p:spPr>
          <a:xfrm>
            <a:off x="7596324" y="2543702"/>
            <a:ext cx="2370587" cy="1045305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927CC43-178C-40E8-8350-6E126BABD85A}"/>
              </a:ext>
            </a:extLst>
          </p:cNvPr>
          <p:cNvSpPr txBox="1"/>
          <p:nvPr/>
        </p:nvSpPr>
        <p:spPr>
          <a:xfrm>
            <a:off x="962891" y="4826628"/>
            <a:ext cx="721030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Rancangan</a:t>
            </a:r>
            <a:r>
              <a:rPr lang="en-US" sz="1600" dirty="0"/>
              <a:t> </a:t>
            </a:r>
            <a:r>
              <a:rPr lang="en-US" sz="1600" dirty="0" err="1"/>
              <a:t>Pengendalian</a:t>
            </a:r>
            <a:r>
              <a:rPr lang="en-US" sz="1600" dirty="0"/>
              <a:t>:</a:t>
            </a:r>
          </a:p>
          <a:p>
            <a:pPr marL="342900" indent="-342900">
              <a:buAutoNum type="arabicPeriod"/>
            </a:pPr>
            <a:r>
              <a:rPr lang="en-US" sz="1600" dirty="0" err="1"/>
              <a:t>Pemisahan</a:t>
            </a:r>
            <a:r>
              <a:rPr lang="en-US" sz="1600" dirty="0"/>
              <a:t> </a:t>
            </a:r>
            <a:r>
              <a:rPr lang="en-US" sz="1600" dirty="0" err="1"/>
              <a:t>tugas</a:t>
            </a:r>
            <a:r>
              <a:rPr lang="en-US" sz="1600" dirty="0"/>
              <a:t> </a:t>
            </a:r>
            <a:r>
              <a:rPr lang="en-US" sz="1600" dirty="0" err="1"/>
              <a:t>penerima</a:t>
            </a:r>
            <a:r>
              <a:rPr lang="en-US" sz="1600" dirty="0"/>
              <a:t> </a:t>
            </a:r>
            <a:r>
              <a:rPr lang="en-US" sz="1600" dirty="0" err="1"/>
              <a:t>penerbitan</a:t>
            </a:r>
            <a:r>
              <a:rPr lang="en-US" sz="1600" dirty="0"/>
              <a:t> invoice &amp; </a:t>
            </a:r>
            <a:r>
              <a:rPr lang="en-US" sz="1600" dirty="0" err="1"/>
              <a:t>penerimaan</a:t>
            </a:r>
            <a:r>
              <a:rPr lang="en-US" sz="1600" dirty="0"/>
              <a:t> </a:t>
            </a:r>
            <a:r>
              <a:rPr lang="en-US" sz="1600" dirty="0" err="1"/>
              <a:t>pembayaran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 err="1"/>
              <a:t>Rekonsiliasi</a:t>
            </a:r>
            <a:endParaRPr lang="en-ID" sz="1600" dirty="0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D367D72D-FF8A-4245-AE61-EF39591C6A63}"/>
              </a:ext>
            </a:extLst>
          </p:cNvPr>
          <p:cNvSpPr/>
          <p:nvPr/>
        </p:nvSpPr>
        <p:spPr>
          <a:xfrm>
            <a:off x="6190343" y="1915591"/>
            <a:ext cx="1589314" cy="2696336"/>
          </a:xfrm>
          <a:prstGeom prst="flowChartProcess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Flowchart: Process 47">
            <a:extLst>
              <a:ext uri="{FF2B5EF4-FFF2-40B4-BE49-F238E27FC236}">
                <a16:creationId xmlns:a16="http://schemas.microsoft.com/office/drawing/2014/main" id="{E1933E11-0950-4FA7-8B28-60FB89EDFD10}"/>
              </a:ext>
            </a:extLst>
          </p:cNvPr>
          <p:cNvSpPr/>
          <p:nvPr/>
        </p:nvSpPr>
        <p:spPr>
          <a:xfrm>
            <a:off x="9154404" y="3323477"/>
            <a:ext cx="1589314" cy="1288450"/>
          </a:xfrm>
          <a:prstGeom prst="flowChartProcess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214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4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682BE1E-D2BE-495A-A13C-4DEAA602A67F}"/>
              </a:ext>
            </a:extLst>
          </p:cNvPr>
          <p:cNvSpPr/>
          <p:nvPr/>
        </p:nvSpPr>
        <p:spPr>
          <a:xfrm>
            <a:off x="962891" y="1792814"/>
            <a:ext cx="10093039" cy="14611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F74BD56-767C-4E56-AFC1-849DDAE76601}"/>
              </a:ext>
            </a:extLst>
          </p:cNvPr>
          <p:cNvSpPr/>
          <p:nvPr/>
        </p:nvSpPr>
        <p:spPr>
          <a:xfrm>
            <a:off x="962891" y="3253394"/>
            <a:ext cx="10093039" cy="14611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6BD23-2C1A-4C50-AC1C-D3B3F17C5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971"/>
            <a:ext cx="10515600" cy="803275"/>
          </a:xfrm>
        </p:spPr>
        <p:txBody>
          <a:bodyPr/>
          <a:lstStyle/>
          <a:p>
            <a:r>
              <a:rPr lang="en-US" dirty="0"/>
              <a:t>Uji </a:t>
            </a:r>
            <a:r>
              <a:rPr lang="en-US" dirty="0" err="1"/>
              <a:t>Pengendalian</a:t>
            </a:r>
            <a:r>
              <a:rPr lang="en-US" dirty="0"/>
              <a:t> (</a:t>
            </a:r>
            <a:r>
              <a:rPr lang="en-US" dirty="0" err="1"/>
              <a:t>ilustrasi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4F3EA-7E82-49FB-9305-0129B20B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E8D6E64-E871-4C9F-9E06-8DD51291E47A}"/>
              </a:ext>
            </a:extLst>
          </p:cNvPr>
          <p:cNvSpPr/>
          <p:nvPr/>
        </p:nvSpPr>
        <p:spPr>
          <a:xfrm>
            <a:off x="7272979" y="765184"/>
            <a:ext cx="3644406" cy="846999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Substantive Test</a:t>
            </a:r>
            <a:endParaRPr lang="en-ID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06A3B80-5CB8-4C27-8780-0B3708D50C50}"/>
              </a:ext>
            </a:extLst>
          </p:cNvPr>
          <p:cNvSpPr/>
          <p:nvPr/>
        </p:nvSpPr>
        <p:spPr>
          <a:xfrm>
            <a:off x="4031014" y="765184"/>
            <a:ext cx="3644406" cy="846999"/>
          </a:xfrm>
          <a:prstGeom prst="rightArrow">
            <a:avLst/>
          </a:prstGeom>
          <a:solidFill>
            <a:srgbClr val="A9D18E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Control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F1BC45D-088C-4B69-9960-35F00E043F33}"/>
              </a:ext>
            </a:extLst>
          </p:cNvPr>
          <p:cNvSpPr/>
          <p:nvPr/>
        </p:nvSpPr>
        <p:spPr>
          <a:xfrm>
            <a:off x="789049" y="765183"/>
            <a:ext cx="3644406" cy="846999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Test of Design</a:t>
            </a:r>
            <a:endParaRPr lang="en-ID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058E960F-A204-405A-9C97-D59B71DC8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0127" y="3628055"/>
            <a:ext cx="914400" cy="914400"/>
          </a:xfrm>
          <a:prstGeom prst="rect">
            <a:avLst/>
          </a:prstGeom>
        </p:spPr>
      </p:pic>
      <p:pic>
        <p:nvPicPr>
          <p:cNvPr id="33" name="Graphic 32" descr="Confused person with solid fill">
            <a:extLst>
              <a:ext uri="{FF2B5EF4-FFF2-40B4-BE49-F238E27FC236}">
                <a16:creationId xmlns:a16="http://schemas.microsoft.com/office/drawing/2014/main" id="{2DC6DD22-5021-4815-BF89-C5B4C07F5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0127" y="2078786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73E2D3C-F166-42F1-AE14-004D9239C91A}"/>
              </a:ext>
            </a:extLst>
          </p:cNvPr>
          <p:cNvSpPr txBox="1"/>
          <p:nvPr/>
        </p:nvSpPr>
        <p:spPr>
          <a:xfrm>
            <a:off x="1074291" y="2187214"/>
            <a:ext cx="945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Staf</a:t>
            </a:r>
            <a:endParaRPr lang="en-US" sz="1400" dirty="0"/>
          </a:p>
          <a:p>
            <a:pPr algn="ctr"/>
            <a:r>
              <a:rPr lang="en-US" sz="1400" dirty="0" err="1"/>
              <a:t>Penjualan</a:t>
            </a:r>
            <a:endParaRPr lang="en-ID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9AA047-6E16-436D-BFA6-580DB7ACBD44}"/>
              </a:ext>
            </a:extLst>
          </p:cNvPr>
          <p:cNvSpPr txBox="1"/>
          <p:nvPr/>
        </p:nvSpPr>
        <p:spPr>
          <a:xfrm>
            <a:off x="1060922" y="3823645"/>
            <a:ext cx="972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Staf</a:t>
            </a:r>
            <a:endParaRPr lang="en-US" sz="1400" dirty="0"/>
          </a:p>
          <a:p>
            <a:pPr algn="ctr"/>
            <a:r>
              <a:rPr lang="en-US" sz="1400" dirty="0" err="1"/>
              <a:t>Keuangan</a:t>
            </a:r>
            <a:endParaRPr lang="en-ID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02AC16-D2FE-4C7C-BEDB-B317FC66E25A}"/>
              </a:ext>
            </a:extLst>
          </p:cNvPr>
          <p:cNvSpPr/>
          <p:nvPr/>
        </p:nvSpPr>
        <p:spPr>
          <a:xfrm>
            <a:off x="3327733" y="216962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Menerima</a:t>
            </a:r>
            <a:r>
              <a:rPr lang="en-US" sz="1400" dirty="0"/>
              <a:t> Sales Order</a:t>
            </a:r>
            <a:endParaRPr lang="en-ID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AD2135-D683-4410-A21E-B9231E457551}"/>
              </a:ext>
            </a:extLst>
          </p:cNvPr>
          <p:cNvSpPr/>
          <p:nvPr/>
        </p:nvSpPr>
        <p:spPr>
          <a:xfrm>
            <a:off x="4832602" y="216962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Memeriksa</a:t>
            </a:r>
            <a:r>
              <a:rPr lang="en-US" sz="1400" dirty="0"/>
              <a:t> </a:t>
            </a:r>
            <a:r>
              <a:rPr lang="en-US" sz="1400" dirty="0" err="1"/>
              <a:t>Ketersediaan</a:t>
            </a:r>
            <a:r>
              <a:rPr lang="en-US" sz="1400" dirty="0"/>
              <a:t> </a:t>
            </a:r>
            <a:r>
              <a:rPr lang="en-US" sz="1400" dirty="0" err="1"/>
              <a:t>Barang</a:t>
            </a:r>
            <a:endParaRPr lang="en-ID" sz="14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7AA546-9C02-4207-B258-DECE50C96C05}"/>
              </a:ext>
            </a:extLst>
          </p:cNvPr>
          <p:cNvSpPr/>
          <p:nvPr/>
        </p:nvSpPr>
        <p:spPr>
          <a:xfrm>
            <a:off x="6333581" y="216962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Menerbitkan</a:t>
            </a:r>
            <a:r>
              <a:rPr lang="en-US" sz="1400" dirty="0"/>
              <a:t> Invoice</a:t>
            </a:r>
            <a:endParaRPr lang="en-ID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B59D04-DAD9-4302-A191-42DDC5838D60}"/>
              </a:ext>
            </a:extLst>
          </p:cNvPr>
          <p:cNvSpPr/>
          <p:nvPr/>
        </p:nvSpPr>
        <p:spPr>
          <a:xfrm>
            <a:off x="6333581" y="3630203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Menerima</a:t>
            </a:r>
            <a:r>
              <a:rPr lang="en-US" sz="1400" dirty="0"/>
              <a:t> </a:t>
            </a:r>
            <a:r>
              <a:rPr lang="en-US" sz="1400" dirty="0" err="1"/>
              <a:t>Pembayaran</a:t>
            </a:r>
            <a:endParaRPr lang="en-ID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AC4437-4A40-4FCC-BA0A-60AFE4DF00B7}"/>
              </a:ext>
            </a:extLst>
          </p:cNvPr>
          <p:cNvSpPr/>
          <p:nvPr/>
        </p:nvSpPr>
        <p:spPr>
          <a:xfrm>
            <a:off x="7834560" y="3633158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Menyetor</a:t>
            </a:r>
            <a:r>
              <a:rPr lang="en-US" sz="1400" dirty="0"/>
              <a:t> Kas </a:t>
            </a:r>
            <a:r>
              <a:rPr lang="en-US" sz="1400" dirty="0" err="1"/>
              <a:t>ke</a:t>
            </a:r>
            <a:r>
              <a:rPr lang="en-US" sz="1400" dirty="0"/>
              <a:t> Bank</a:t>
            </a:r>
            <a:endParaRPr lang="en-ID" sz="14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F0E9EDA-8783-42DC-BA16-47BFEDC52DFF}"/>
              </a:ext>
            </a:extLst>
          </p:cNvPr>
          <p:cNvSpPr/>
          <p:nvPr/>
        </p:nvSpPr>
        <p:spPr>
          <a:xfrm>
            <a:off x="9335539" y="3589007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Rekonsiliasi</a:t>
            </a:r>
            <a:endParaRPr lang="en-ID" sz="14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DE81519-B66E-4269-860C-3EDF4482BC3F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4590476" y="2543702"/>
            <a:ext cx="242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19390FC-E335-4374-BFB2-34BA27271995}"/>
              </a:ext>
            </a:extLst>
          </p:cNvPr>
          <p:cNvCxnSpPr>
            <a:cxnSpLocks/>
          </p:cNvCxnSpPr>
          <p:nvPr/>
        </p:nvCxnSpPr>
        <p:spPr>
          <a:xfrm>
            <a:off x="6093167" y="2543702"/>
            <a:ext cx="242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283A3AE-E198-49AA-8FF0-515E22090EA9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6964953" y="2917782"/>
            <a:ext cx="0" cy="7124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1875099-2E93-4C80-9D59-DDC0A97E026B}"/>
              </a:ext>
            </a:extLst>
          </p:cNvPr>
          <p:cNvCxnSpPr>
            <a:cxnSpLocks/>
          </p:cNvCxnSpPr>
          <p:nvPr/>
        </p:nvCxnSpPr>
        <p:spPr>
          <a:xfrm>
            <a:off x="7596324" y="3987050"/>
            <a:ext cx="242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FB7D23-A6BC-4862-875A-5A795E9F9EEA}"/>
              </a:ext>
            </a:extLst>
          </p:cNvPr>
          <p:cNvCxnSpPr>
            <a:cxnSpLocks/>
          </p:cNvCxnSpPr>
          <p:nvPr/>
        </p:nvCxnSpPr>
        <p:spPr>
          <a:xfrm>
            <a:off x="9093413" y="3987050"/>
            <a:ext cx="242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F67403D-0E16-45B1-A0A5-5B91991FB461}"/>
              </a:ext>
            </a:extLst>
          </p:cNvPr>
          <p:cNvCxnSpPr>
            <a:cxnSpLocks/>
            <a:stCxn id="38" idx="3"/>
            <a:endCxn id="41" idx="0"/>
          </p:cNvCxnSpPr>
          <p:nvPr/>
        </p:nvCxnSpPr>
        <p:spPr>
          <a:xfrm>
            <a:off x="7596324" y="2543702"/>
            <a:ext cx="2370587" cy="1045305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D367D72D-FF8A-4245-AE61-EF39591C6A63}"/>
              </a:ext>
            </a:extLst>
          </p:cNvPr>
          <p:cNvSpPr/>
          <p:nvPr/>
        </p:nvSpPr>
        <p:spPr>
          <a:xfrm>
            <a:off x="6190343" y="1915591"/>
            <a:ext cx="1589314" cy="2696336"/>
          </a:xfrm>
          <a:prstGeom prst="flowChartProcess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Flowchart: Process 47">
            <a:extLst>
              <a:ext uri="{FF2B5EF4-FFF2-40B4-BE49-F238E27FC236}">
                <a16:creationId xmlns:a16="http://schemas.microsoft.com/office/drawing/2014/main" id="{E1933E11-0950-4FA7-8B28-60FB89EDFD10}"/>
              </a:ext>
            </a:extLst>
          </p:cNvPr>
          <p:cNvSpPr/>
          <p:nvPr/>
        </p:nvSpPr>
        <p:spPr>
          <a:xfrm>
            <a:off x="9154404" y="3323477"/>
            <a:ext cx="1589314" cy="1288450"/>
          </a:xfrm>
          <a:prstGeom prst="flowChartProcess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F0B990-8C1D-41D4-830F-51CD6B6045A1}"/>
              </a:ext>
            </a:extLst>
          </p:cNvPr>
          <p:cNvSpPr txBox="1"/>
          <p:nvPr/>
        </p:nvSpPr>
        <p:spPr>
          <a:xfrm>
            <a:off x="962891" y="4795850"/>
            <a:ext cx="773923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 err="1"/>
              <a:t>Menguji</a:t>
            </a:r>
            <a:r>
              <a:rPr lang="en-US" sz="1600" dirty="0"/>
              <a:t> </a:t>
            </a:r>
            <a:r>
              <a:rPr lang="en-US" sz="1600" dirty="0" err="1"/>
              <a:t>apakah</a:t>
            </a:r>
            <a:r>
              <a:rPr lang="en-US" sz="1600" dirty="0"/>
              <a:t> </a:t>
            </a:r>
            <a:r>
              <a:rPr lang="en-US" sz="1600" dirty="0" err="1"/>
              <a:t>setiap</a:t>
            </a:r>
            <a:r>
              <a:rPr lang="en-US" sz="1600" dirty="0"/>
              <a:t> invoice </a:t>
            </a:r>
            <a:r>
              <a:rPr lang="en-US" sz="1600" dirty="0" err="1"/>
              <a:t>hanya</a:t>
            </a:r>
            <a:r>
              <a:rPr lang="en-US" sz="1600" dirty="0"/>
              <a:t> </a:t>
            </a:r>
            <a:r>
              <a:rPr lang="en-US" sz="1600" dirty="0" err="1"/>
              <a:t>diterbitkan</a:t>
            </a:r>
            <a:r>
              <a:rPr lang="en-US" sz="1600" dirty="0"/>
              <a:t> oleh </a:t>
            </a:r>
            <a:r>
              <a:rPr lang="en-US" sz="1600" dirty="0" err="1"/>
              <a:t>staf</a:t>
            </a:r>
            <a:r>
              <a:rPr lang="en-US" sz="1600" dirty="0"/>
              <a:t> </a:t>
            </a:r>
            <a:r>
              <a:rPr lang="en-US" sz="1600" dirty="0" err="1"/>
              <a:t>penjualan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 err="1"/>
              <a:t>Menguji</a:t>
            </a:r>
            <a:r>
              <a:rPr lang="en-US" sz="1600" dirty="0"/>
              <a:t> </a:t>
            </a:r>
            <a:r>
              <a:rPr lang="en-US" sz="1600" dirty="0" err="1"/>
              <a:t>apakah</a:t>
            </a:r>
            <a:r>
              <a:rPr lang="en-US" sz="1600" dirty="0"/>
              <a:t> </a:t>
            </a:r>
            <a:r>
              <a:rPr lang="en-US" sz="1600" dirty="0" err="1"/>
              <a:t>penerimaan</a:t>
            </a:r>
            <a:r>
              <a:rPr lang="en-US" sz="1600" dirty="0"/>
              <a:t> </a:t>
            </a:r>
            <a:r>
              <a:rPr lang="en-US" sz="1600" dirty="0" err="1"/>
              <a:t>pembayaran</a:t>
            </a:r>
            <a:r>
              <a:rPr lang="en-US" sz="1600" dirty="0"/>
              <a:t> </a:t>
            </a:r>
            <a:r>
              <a:rPr lang="en-US" sz="1600" dirty="0" err="1"/>
              <a:t>hanya</a:t>
            </a:r>
            <a:r>
              <a:rPr lang="en-US" sz="1600" dirty="0"/>
              <a:t> </a:t>
            </a:r>
            <a:r>
              <a:rPr lang="en-US" sz="1600" dirty="0" err="1"/>
              <a:t>dilakukan</a:t>
            </a:r>
            <a:r>
              <a:rPr lang="en-US" sz="1600" dirty="0"/>
              <a:t> oleh </a:t>
            </a:r>
            <a:r>
              <a:rPr lang="en-US" sz="1600" dirty="0" err="1"/>
              <a:t>staf</a:t>
            </a:r>
            <a:r>
              <a:rPr lang="en-US" sz="1600" dirty="0"/>
              <a:t> </a:t>
            </a:r>
            <a:r>
              <a:rPr lang="en-US" sz="1600" dirty="0" err="1"/>
              <a:t>keuangan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 err="1"/>
              <a:t>Menguji</a:t>
            </a:r>
            <a:r>
              <a:rPr lang="en-US" sz="1600" dirty="0"/>
              <a:t> </a:t>
            </a:r>
            <a:r>
              <a:rPr lang="en-US" sz="1600" dirty="0" err="1"/>
              <a:t>apakah</a:t>
            </a:r>
            <a:r>
              <a:rPr lang="en-US" sz="1600" dirty="0"/>
              <a:t> </a:t>
            </a:r>
            <a:r>
              <a:rPr lang="en-US" sz="1600" dirty="0" err="1"/>
              <a:t>staf</a:t>
            </a:r>
            <a:r>
              <a:rPr lang="en-US" sz="1600" dirty="0"/>
              <a:t> </a:t>
            </a:r>
            <a:r>
              <a:rPr lang="en-US" sz="1600" dirty="0" err="1"/>
              <a:t>penjualan</a:t>
            </a:r>
            <a:r>
              <a:rPr lang="en-US" sz="1600" dirty="0"/>
              <a:t> dan </a:t>
            </a:r>
            <a:r>
              <a:rPr lang="en-US" sz="1600" dirty="0" err="1"/>
              <a:t>staf</a:t>
            </a:r>
            <a:r>
              <a:rPr lang="en-US" sz="1600" dirty="0"/>
              <a:t> </a:t>
            </a:r>
            <a:r>
              <a:rPr lang="en-US" sz="1600" dirty="0" err="1"/>
              <a:t>keuangan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individu</a:t>
            </a:r>
            <a:r>
              <a:rPr lang="en-US" sz="1600" dirty="0"/>
              <a:t> yang </a:t>
            </a:r>
            <a:r>
              <a:rPr lang="en-US" sz="1600" dirty="0" err="1"/>
              <a:t>berbeda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 err="1"/>
              <a:t>Menguji</a:t>
            </a:r>
            <a:r>
              <a:rPr lang="en-US" sz="1600" dirty="0"/>
              <a:t> </a:t>
            </a:r>
            <a:r>
              <a:rPr lang="en-US" sz="1600" dirty="0" err="1"/>
              <a:t>apakah</a:t>
            </a:r>
            <a:r>
              <a:rPr lang="en-US" sz="1600" dirty="0"/>
              <a:t> </a:t>
            </a:r>
            <a:r>
              <a:rPr lang="en-US" sz="1600" dirty="0" err="1"/>
              <a:t>rekonsiliasi</a:t>
            </a:r>
            <a:r>
              <a:rPr lang="en-US" sz="1600" dirty="0"/>
              <a:t> </a:t>
            </a:r>
            <a:r>
              <a:rPr lang="en-US" sz="1600" dirty="0" err="1"/>
              <a:t>dilakukan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prosedur</a:t>
            </a: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3348461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682BE1E-D2BE-495A-A13C-4DEAA602A67F}"/>
              </a:ext>
            </a:extLst>
          </p:cNvPr>
          <p:cNvSpPr/>
          <p:nvPr/>
        </p:nvSpPr>
        <p:spPr>
          <a:xfrm>
            <a:off x="962891" y="1792814"/>
            <a:ext cx="10093039" cy="14611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F74BD56-767C-4E56-AFC1-849DDAE76601}"/>
              </a:ext>
            </a:extLst>
          </p:cNvPr>
          <p:cNvSpPr/>
          <p:nvPr/>
        </p:nvSpPr>
        <p:spPr>
          <a:xfrm>
            <a:off x="962891" y="3253394"/>
            <a:ext cx="10093039" cy="14611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6BD23-2C1A-4C50-AC1C-D3B3F17C5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971"/>
            <a:ext cx="10515600" cy="803275"/>
          </a:xfrm>
        </p:spPr>
        <p:txBody>
          <a:bodyPr/>
          <a:lstStyle/>
          <a:p>
            <a:r>
              <a:rPr lang="en-US" dirty="0"/>
              <a:t>Uji </a:t>
            </a:r>
            <a:r>
              <a:rPr lang="en-US" dirty="0" err="1"/>
              <a:t>Pengendalian</a:t>
            </a:r>
            <a:r>
              <a:rPr lang="en-US" dirty="0"/>
              <a:t> (</a:t>
            </a:r>
            <a:r>
              <a:rPr lang="en-US" dirty="0" err="1"/>
              <a:t>ilustrasi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4F3EA-7E82-49FB-9305-0129B20B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E8D6E64-E871-4C9F-9E06-8DD51291E47A}"/>
              </a:ext>
            </a:extLst>
          </p:cNvPr>
          <p:cNvSpPr/>
          <p:nvPr/>
        </p:nvSpPr>
        <p:spPr>
          <a:xfrm>
            <a:off x="7272979" y="765184"/>
            <a:ext cx="3644406" cy="846999"/>
          </a:xfrm>
          <a:prstGeom prst="rightArrow">
            <a:avLst/>
          </a:prstGeom>
          <a:solidFill>
            <a:srgbClr val="F8CBAD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Substantive Test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06A3B80-5CB8-4C27-8780-0B3708D50C50}"/>
              </a:ext>
            </a:extLst>
          </p:cNvPr>
          <p:cNvSpPr/>
          <p:nvPr/>
        </p:nvSpPr>
        <p:spPr>
          <a:xfrm>
            <a:off x="4031014" y="765184"/>
            <a:ext cx="3644406" cy="846999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Test of Control</a:t>
            </a:r>
            <a:endParaRPr lang="en-ID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F1BC45D-088C-4B69-9960-35F00E043F33}"/>
              </a:ext>
            </a:extLst>
          </p:cNvPr>
          <p:cNvSpPr/>
          <p:nvPr/>
        </p:nvSpPr>
        <p:spPr>
          <a:xfrm>
            <a:off x="789049" y="765183"/>
            <a:ext cx="3644406" cy="846999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Test of Design</a:t>
            </a:r>
            <a:endParaRPr lang="en-ID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058E960F-A204-405A-9C97-D59B71DC8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0127" y="3628055"/>
            <a:ext cx="914400" cy="914400"/>
          </a:xfrm>
          <a:prstGeom prst="rect">
            <a:avLst/>
          </a:prstGeom>
        </p:spPr>
      </p:pic>
      <p:pic>
        <p:nvPicPr>
          <p:cNvPr id="33" name="Graphic 32" descr="Confused person with solid fill">
            <a:extLst>
              <a:ext uri="{FF2B5EF4-FFF2-40B4-BE49-F238E27FC236}">
                <a16:creationId xmlns:a16="http://schemas.microsoft.com/office/drawing/2014/main" id="{2DC6DD22-5021-4815-BF89-C5B4C07F5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0127" y="2078786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73E2D3C-F166-42F1-AE14-004D9239C91A}"/>
              </a:ext>
            </a:extLst>
          </p:cNvPr>
          <p:cNvSpPr txBox="1"/>
          <p:nvPr/>
        </p:nvSpPr>
        <p:spPr>
          <a:xfrm>
            <a:off x="1074291" y="2187214"/>
            <a:ext cx="945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Staf</a:t>
            </a:r>
            <a:endParaRPr lang="en-US" sz="1400" dirty="0"/>
          </a:p>
          <a:p>
            <a:pPr algn="ctr"/>
            <a:r>
              <a:rPr lang="en-US" sz="1400" dirty="0" err="1"/>
              <a:t>Penjualan</a:t>
            </a:r>
            <a:endParaRPr lang="en-ID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9AA047-6E16-436D-BFA6-580DB7ACBD44}"/>
              </a:ext>
            </a:extLst>
          </p:cNvPr>
          <p:cNvSpPr txBox="1"/>
          <p:nvPr/>
        </p:nvSpPr>
        <p:spPr>
          <a:xfrm>
            <a:off x="1060922" y="3823645"/>
            <a:ext cx="972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Staf</a:t>
            </a:r>
            <a:endParaRPr lang="en-US" sz="1400" dirty="0"/>
          </a:p>
          <a:p>
            <a:pPr algn="ctr"/>
            <a:r>
              <a:rPr lang="en-US" sz="1400" dirty="0" err="1"/>
              <a:t>Keuangan</a:t>
            </a:r>
            <a:endParaRPr lang="en-ID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02AC16-D2FE-4C7C-BEDB-B317FC66E25A}"/>
              </a:ext>
            </a:extLst>
          </p:cNvPr>
          <p:cNvSpPr/>
          <p:nvPr/>
        </p:nvSpPr>
        <p:spPr>
          <a:xfrm>
            <a:off x="3327733" y="216962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Menerima</a:t>
            </a:r>
            <a:r>
              <a:rPr lang="en-US" sz="1400" dirty="0"/>
              <a:t> Sales Order</a:t>
            </a:r>
            <a:endParaRPr lang="en-ID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AD2135-D683-4410-A21E-B9231E457551}"/>
              </a:ext>
            </a:extLst>
          </p:cNvPr>
          <p:cNvSpPr/>
          <p:nvPr/>
        </p:nvSpPr>
        <p:spPr>
          <a:xfrm>
            <a:off x="4832602" y="216962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Memeriksa</a:t>
            </a:r>
            <a:r>
              <a:rPr lang="en-US" sz="1400" dirty="0"/>
              <a:t> </a:t>
            </a:r>
            <a:r>
              <a:rPr lang="en-US" sz="1400" dirty="0" err="1"/>
              <a:t>Ketersediaan</a:t>
            </a:r>
            <a:r>
              <a:rPr lang="en-US" sz="1400" dirty="0"/>
              <a:t> </a:t>
            </a:r>
            <a:r>
              <a:rPr lang="en-US" sz="1400" dirty="0" err="1"/>
              <a:t>Barang</a:t>
            </a:r>
            <a:endParaRPr lang="en-ID" sz="14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7AA546-9C02-4207-B258-DECE50C96C05}"/>
              </a:ext>
            </a:extLst>
          </p:cNvPr>
          <p:cNvSpPr/>
          <p:nvPr/>
        </p:nvSpPr>
        <p:spPr>
          <a:xfrm>
            <a:off x="6333581" y="2169622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Menerbitkan</a:t>
            </a:r>
            <a:r>
              <a:rPr lang="en-US" sz="1400" dirty="0"/>
              <a:t> Invoice</a:t>
            </a:r>
            <a:endParaRPr lang="en-ID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B59D04-DAD9-4302-A191-42DDC5838D60}"/>
              </a:ext>
            </a:extLst>
          </p:cNvPr>
          <p:cNvSpPr/>
          <p:nvPr/>
        </p:nvSpPr>
        <p:spPr>
          <a:xfrm>
            <a:off x="6333581" y="3630203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Menerima</a:t>
            </a:r>
            <a:r>
              <a:rPr lang="en-US" sz="1400" dirty="0"/>
              <a:t> </a:t>
            </a:r>
            <a:r>
              <a:rPr lang="en-US" sz="1400" dirty="0" err="1"/>
              <a:t>Pembayaran</a:t>
            </a:r>
            <a:endParaRPr lang="en-ID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AC4437-4A40-4FCC-BA0A-60AFE4DF00B7}"/>
              </a:ext>
            </a:extLst>
          </p:cNvPr>
          <p:cNvSpPr/>
          <p:nvPr/>
        </p:nvSpPr>
        <p:spPr>
          <a:xfrm>
            <a:off x="7834560" y="3633158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Menyetor</a:t>
            </a:r>
            <a:r>
              <a:rPr lang="en-US" sz="1400" dirty="0"/>
              <a:t> Kas </a:t>
            </a:r>
            <a:r>
              <a:rPr lang="en-US" sz="1400" dirty="0" err="1"/>
              <a:t>ke</a:t>
            </a:r>
            <a:r>
              <a:rPr lang="en-US" sz="1400" dirty="0"/>
              <a:t> Bank</a:t>
            </a:r>
            <a:endParaRPr lang="en-ID" sz="14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F0E9EDA-8783-42DC-BA16-47BFEDC52DFF}"/>
              </a:ext>
            </a:extLst>
          </p:cNvPr>
          <p:cNvSpPr/>
          <p:nvPr/>
        </p:nvSpPr>
        <p:spPr>
          <a:xfrm>
            <a:off x="9335539" y="3589007"/>
            <a:ext cx="1262743" cy="74816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Melakukan</a:t>
            </a:r>
            <a:r>
              <a:rPr lang="en-US" sz="1400" dirty="0"/>
              <a:t> </a:t>
            </a:r>
            <a:r>
              <a:rPr lang="en-US" sz="1400" dirty="0" err="1"/>
              <a:t>Rekonsiliasi</a:t>
            </a:r>
            <a:endParaRPr lang="en-ID" sz="1400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87385BA-D6AC-4473-89C8-C7D4E6AD936B}"/>
              </a:ext>
            </a:extLst>
          </p:cNvPr>
          <p:cNvCxnSpPr>
            <a:cxnSpLocks/>
            <a:stCxn id="36" idx="0"/>
            <a:endCxn id="38" idx="0"/>
          </p:cNvCxnSpPr>
          <p:nvPr/>
        </p:nvCxnSpPr>
        <p:spPr>
          <a:xfrm rot="5400000" flipH="1" flipV="1">
            <a:off x="5462029" y="666698"/>
            <a:ext cx="12700" cy="3005848"/>
          </a:xfrm>
          <a:prstGeom prst="bentConnector3">
            <a:avLst>
              <a:gd name="adj1" fmla="val 1800000"/>
            </a:avLst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212D861-E44B-47FA-8834-47A24CBD0121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 rot="16200000" flipH="1">
            <a:off x="7357754" y="2524980"/>
            <a:ext cx="715376" cy="1500979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3509F0EB-55A6-4BAD-8248-38C8A784045B}"/>
              </a:ext>
            </a:extLst>
          </p:cNvPr>
          <p:cNvSpPr/>
          <p:nvPr/>
        </p:nvSpPr>
        <p:spPr>
          <a:xfrm>
            <a:off x="9406270" y="4976037"/>
            <a:ext cx="1192012" cy="772633"/>
          </a:xfrm>
          <a:prstGeom prst="flowChartDocumen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Laporan</a:t>
            </a:r>
            <a:r>
              <a:rPr lang="en-US" sz="1600" dirty="0"/>
              <a:t> </a:t>
            </a:r>
            <a:r>
              <a:rPr lang="en-US" sz="1600" dirty="0" err="1"/>
              <a:t>Keuangan</a:t>
            </a:r>
            <a:endParaRPr lang="en-ID" sz="1600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9062E6A-E13D-48BD-9B34-02F5570ED1D4}"/>
              </a:ext>
            </a:extLst>
          </p:cNvPr>
          <p:cNvCxnSpPr>
            <a:stCxn id="40" idx="2"/>
            <a:endCxn id="11" idx="0"/>
          </p:cNvCxnSpPr>
          <p:nvPr/>
        </p:nvCxnSpPr>
        <p:spPr>
          <a:xfrm rot="16200000" flipH="1">
            <a:off x="8936745" y="3910505"/>
            <a:ext cx="594719" cy="1536344"/>
          </a:xfrm>
          <a:prstGeom prst="bentConnector3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0C0F7A0-6078-47EC-8908-31F17FDA5C13}"/>
              </a:ext>
            </a:extLst>
          </p:cNvPr>
          <p:cNvSpPr txBox="1"/>
          <p:nvPr/>
        </p:nvSpPr>
        <p:spPr>
          <a:xfrm>
            <a:off x="838200" y="4973934"/>
            <a:ext cx="78265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Pengujian</a:t>
            </a:r>
            <a:r>
              <a:rPr lang="en-US" sz="1600" dirty="0"/>
              <a:t> yang </a:t>
            </a:r>
            <a:r>
              <a:rPr lang="en-US" sz="1600" dirty="0" err="1"/>
              <a:t>membandingkan</a:t>
            </a:r>
            <a:r>
              <a:rPr lang="en-US" sz="1600" dirty="0"/>
              <a:t> </a:t>
            </a:r>
            <a:r>
              <a:rPr lang="en-US" sz="1600" dirty="0" err="1"/>
              <a:t>tahapan-tahapan</a:t>
            </a:r>
            <a:r>
              <a:rPr lang="en-US" sz="1600" dirty="0"/>
              <a:t> </a:t>
            </a:r>
            <a:r>
              <a:rPr lang="en-US" sz="1600" dirty="0" err="1"/>
              <a:t>kritis</a:t>
            </a:r>
            <a:r>
              <a:rPr lang="en-US" sz="1600" dirty="0"/>
              <a:t> (</a:t>
            </a:r>
            <a:r>
              <a:rPr lang="en-US" sz="1600" dirty="0" err="1"/>
              <a:t>dokumen</a:t>
            </a:r>
            <a:r>
              <a:rPr lang="en-US" sz="1600" dirty="0"/>
              <a:t> per </a:t>
            </a:r>
            <a:r>
              <a:rPr lang="en-US" sz="1600" dirty="0" err="1"/>
              <a:t>dokumen</a:t>
            </a:r>
            <a:r>
              <a:rPr lang="en-U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Menguji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dirty="0" err="1"/>
              <a:t>atas</a:t>
            </a:r>
            <a:r>
              <a:rPr lang="en-US" sz="1600" dirty="0"/>
              <a:t> masing-masing </a:t>
            </a:r>
            <a:r>
              <a:rPr lang="en-US" sz="1600" dirty="0" err="1"/>
              <a:t>transaksi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Melihat</a:t>
            </a:r>
            <a:r>
              <a:rPr lang="en-US" sz="1600" dirty="0"/>
              <a:t> </a:t>
            </a:r>
            <a:r>
              <a:rPr lang="en-US" sz="1600" dirty="0" err="1"/>
              <a:t>dampaknya</a:t>
            </a:r>
            <a:r>
              <a:rPr lang="en-US" sz="1600" dirty="0"/>
              <a:t> pada pos </a:t>
            </a:r>
            <a:r>
              <a:rPr lang="en-US" sz="1600" dirty="0" err="1"/>
              <a:t>laporan</a:t>
            </a:r>
            <a:r>
              <a:rPr lang="en-US" sz="1600" dirty="0"/>
              <a:t> </a:t>
            </a:r>
            <a:r>
              <a:rPr lang="en-US" sz="1600" dirty="0" err="1"/>
              <a:t>keuangan</a:t>
            </a:r>
            <a:r>
              <a:rPr lang="en-US" sz="1600" dirty="0"/>
              <a:t> </a:t>
            </a:r>
            <a:r>
              <a:rPr lang="en-US" sz="1600" dirty="0" err="1"/>
              <a:t>terkait</a:t>
            </a:r>
            <a:endParaRPr lang="en-ID" sz="16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FC6866-1151-4579-8A2C-C25250DC4705}"/>
              </a:ext>
            </a:extLst>
          </p:cNvPr>
          <p:cNvCxnSpPr/>
          <p:nvPr/>
        </p:nvCxnSpPr>
        <p:spPr>
          <a:xfrm>
            <a:off x="9136835" y="2373578"/>
            <a:ext cx="53886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58CFBF9-0031-40FA-B0D5-9052A0E94C70}"/>
              </a:ext>
            </a:extLst>
          </p:cNvPr>
          <p:cNvCxnSpPr>
            <a:cxnSpLocks/>
          </p:cNvCxnSpPr>
          <p:nvPr/>
        </p:nvCxnSpPr>
        <p:spPr>
          <a:xfrm>
            <a:off x="9137636" y="2743616"/>
            <a:ext cx="538869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8D4B599-3B11-4CDC-98AE-A2E1194A24ED}"/>
              </a:ext>
            </a:extLst>
          </p:cNvPr>
          <p:cNvSpPr txBox="1"/>
          <p:nvPr/>
        </p:nvSpPr>
        <p:spPr>
          <a:xfrm>
            <a:off x="9746435" y="2182019"/>
            <a:ext cx="750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Tracing</a:t>
            </a:r>
            <a:endParaRPr lang="en-ID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31E605-F488-45B6-B3C1-6A47C18951EF}"/>
              </a:ext>
            </a:extLst>
          </p:cNvPr>
          <p:cNvSpPr txBox="1"/>
          <p:nvPr/>
        </p:nvSpPr>
        <p:spPr>
          <a:xfrm>
            <a:off x="9746435" y="2564723"/>
            <a:ext cx="9267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Vouching</a:t>
            </a:r>
            <a:endParaRPr lang="en-ID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4BB9FF-9CAC-4137-82F6-0A28E903F080}"/>
              </a:ext>
            </a:extLst>
          </p:cNvPr>
          <p:cNvSpPr txBox="1"/>
          <p:nvPr/>
        </p:nvSpPr>
        <p:spPr>
          <a:xfrm>
            <a:off x="9045218" y="1905792"/>
            <a:ext cx="1126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Keterangan</a:t>
            </a:r>
            <a:r>
              <a:rPr lang="en-US" sz="1400" dirty="0"/>
              <a:t>: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2211590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965D4-64B2-4817-9978-0580088B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9A9491-0934-4AF0-A830-71E4C1CD9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000" y="530733"/>
            <a:ext cx="77976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Peralihan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Akuntansi</a:t>
            </a:r>
            <a:r>
              <a:rPr lang="en-US" dirty="0"/>
              <a:t> </a:t>
            </a:r>
            <a:r>
              <a:rPr lang="en-US" dirty="0" err="1"/>
              <a:t>Tekomputerisasi</a:t>
            </a:r>
            <a:r>
              <a:rPr lang="en-US" dirty="0"/>
              <a:t>/Modern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7742326-BB72-4C5E-B11E-70A10C460A48}"/>
              </a:ext>
            </a:extLst>
          </p:cNvPr>
          <p:cNvSpPr/>
          <p:nvPr/>
        </p:nvSpPr>
        <p:spPr>
          <a:xfrm>
            <a:off x="7786255" y="1292082"/>
            <a:ext cx="2078178" cy="207817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Sistem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Persediaan</a:t>
            </a:r>
            <a:endParaRPr lang="en-ID" sz="16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948CF7-9C74-45F0-8A50-A726AF04549A}"/>
              </a:ext>
            </a:extLst>
          </p:cNvPr>
          <p:cNvSpPr/>
          <p:nvPr/>
        </p:nvSpPr>
        <p:spPr>
          <a:xfrm>
            <a:off x="4391888" y="4118140"/>
            <a:ext cx="1773382" cy="17733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Sistem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Keuangan</a:t>
            </a:r>
            <a:endParaRPr lang="en-ID" sz="1600" b="1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317D57-C2F1-4515-BF44-DC6F9FE15591}"/>
              </a:ext>
            </a:extLst>
          </p:cNvPr>
          <p:cNvSpPr/>
          <p:nvPr/>
        </p:nvSpPr>
        <p:spPr>
          <a:xfrm>
            <a:off x="4391888" y="1490379"/>
            <a:ext cx="1773382" cy="177338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Sistem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Penjualan</a:t>
            </a:r>
            <a:endParaRPr lang="en-ID" sz="1600" b="1" dirty="0">
              <a:solidFill>
                <a:schemeClr val="tx1"/>
              </a:solidFill>
            </a:endParaRPr>
          </a:p>
        </p:txBody>
      </p:sp>
      <p:pic>
        <p:nvPicPr>
          <p:cNvPr id="9" name="Graphic 8" descr="Man">
            <a:extLst>
              <a:ext uri="{FF2B5EF4-FFF2-40B4-BE49-F238E27FC236}">
                <a16:creationId xmlns:a16="http://schemas.microsoft.com/office/drawing/2014/main" id="{313F6296-55B4-4D07-B48F-8FAAEFB2C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4105" y="191987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E7E2EA-9F82-4CFA-A2A3-B856B9A910F1}"/>
              </a:ext>
            </a:extLst>
          </p:cNvPr>
          <p:cNvSpPr txBox="1"/>
          <p:nvPr/>
        </p:nvSpPr>
        <p:spPr>
          <a:xfrm>
            <a:off x="1458228" y="2901601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Pelanggan</a:t>
            </a:r>
            <a:endParaRPr lang="en-ID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29F52D-E509-4B89-B6AF-6E9C45EA67C4}"/>
              </a:ext>
            </a:extLst>
          </p:cNvPr>
          <p:cNvCxnSpPr>
            <a:stCxn id="9" idx="3"/>
          </p:cNvCxnSpPr>
          <p:nvPr/>
        </p:nvCxnSpPr>
        <p:spPr>
          <a:xfrm>
            <a:off x="2618505" y="2377070"/>
            <a:ext cx="16486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Bank">
            <a:extLst>
              <a:ext uri="{FF2B5EF4-FFF2-40B4-BE49-F238E27FC236}">
                <a16:creationId xmlns:a16="http://schemas.microsoft.com/office/drawing/2014/main" id="{A70B637C-765E-4CD6-8F58-4888525DE1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04105" y="443286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DD2550E-72E2-4E9E-A203-7724C0DFDC5D}"/>
              </a:ext>
            </a:extLst>
          </p:cNvPr>
          <p:cNvSpPr txBox="1"/>
          <p:nvPr/>
        </p:nvSpPr>
        <p:spPr>
          <a:xfrm>
            <a:off x="1394532" y="5290950"/>
            <a:ext cx="1548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Rekening</a:t>
            </a:r>
            <a:endParaRPr lang="en-US" b="1" dirty="0"/>
          </a:p>
          <a:p>
            <a:pPr algn="ctr"/>
            <a:r>
              <a:rPr lang="en-US" b="1" dirty="0"/>
              <a:t>Perusahaan</a:t>
            </a:r>
            <a:endParaRPr lang="en-ID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545863-94A9-4BAC-B9FD-D8F6077AD8B6}"/>
              </a:ext>
            </a:extLst>
          </p:cNvPr>
          <p:cNvSpPr txBox="1"/>
          <p:nvPr/>
        </p:nvSpPr>
        <p:spPr>
          <a:xfrm>
            <a:off x="2818813" y="1962081"/>
            <a:ext cx="1215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Pemesanan</a:t>
            </a:r>
            <a:endParaRPr lang="en-ID" sz="16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F39242-7CFA-4957-97F9-0A9C05D6F553}"/>
              </a:ext>
            </a:extLst>
          </p:cNvPr>
          <p:cNvCxnSpPr>
            <a:cxnSpLocks/>
          </p:cNvCxnSpPr>
          <p:nvPr/>
        </p:nvCxnSpPr>
        <p:spPr>
          <a:xfrm flipH="1">
            <a:off x="6289962" y="2377070"/>
            <a:ext cx="152399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841FDB9-8536-4A00-ABA8-486C411BC7B4}"/>
              </a:ext>
            </a:extLst>
          </p:cNvPr>
          <p:cNvSpPr txBox="1"/>
          <p:nvPr/>
        </p:nvSpPr>
        <p:spPr>
          <a:xfrm>
            <a:off x="6368246" y="1739788"/>
            <a:ext cx="1324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/>
              <a:t>Pemeriksaan</a:t>
            </a:r>
            <a:endParaRPr lang="en-US" sz="1600" dirty="0"/>
          </a:p>
          <a:p>
            <a:pPr algn="ctr"/>
            <a:r>
              <a:rPr lang="en-US" sz="1600" dirty="0"/>
              <a:t>Stok </a:t>
            </a:r>
            <a:r>
              <a:rPr lang="en-US" sz="1600" dirty="0" err="1"/>
              <a:t>Barang</a:t>
            </a:r>
            <a:endParaRPr lang="en-ID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C4201FC-EF89-4DB0-A2D2-93201755139A}"/>
              </a:ext>
            </a:extLst>
          </p:cNvPr>
          <p:cNvCxnSpPr>
            <a:cxnSpLocks/>
            <a:stCxn id="8" idx="4"/>
            <a:endCxn id="7" idx="0"/>
          </p:cNvCxnSpPr>
          <p:nvPr/>
        </p:nvCxnSpPr>
        <p:spPr>
          <a:xfrm>
            <a:off x="5278579" y="3263761"/>
            <a:ext cx="0" cy="85437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C645AA8-7281-49BE-B06D-A9D7E27EEBD0}"/>
              </a:ext>
            </a:extLst>
          </p:cNvPr>
          <p:cNvSpPr txBox="1"/>
          <p:nvPr/>
        </p:nvSpPr>
        <p:spPr>
          <a:xfrm>
            <a:off x="5525522" y="3235275"/>
            <a:ext cx="18842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Pencatatan</a:t>
            </a:r>
            <a:r>
              <a:rPr lang="en-US" sz="1600" dirty="0"/>
              <a:t> Sales Order dan </a:t>
            </a:r>
            <a:r>
              <a:rPr lang="en-US" sz="1600" dirty="0" err="1"/>
              <a:t>Penerbitan</a:t>
            </a:r>
            <a:r>
              <a:rPr lang="en-US" sz="1600" dirty="0"/>
              <a:t> Invoice </a:t>
            </a:r>
            <a:endParaRPr lang="en-ID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3256EC-C5E5-49D7-A635-E853319A764A}"/>
              </a:ext>
            </a:extLst>
          </p:cNvPr>
          <p:cNvCxnSpPr/>
          <p:nvPr/>
        </p:nvCxnSpPr>
        <p:spPr>
          <a:xfrm>
            <a:off x="2161305" y="3446584"/>
            <a:ext cx="0" cy="8243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E1419D-42ED-42D4-8D0F-BF9649D500ED}"/>
              </a:ext>
            </a:extLst>
          </p:cNvPr>
          <p:cNvCxnSpPr/>
          <p:nvPr/>
        </p:nvCxnSpPr>
        <p:spPr>
          <a:xfrm>
            <a:off x="2850924" y="5004831"/>
            <a:ext cx="14162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1D3483F-662B-40CC-A737-01A3DD729464}"/>
              </a:ext>
            </a:extLst>
          </p:cNvPr>
          <p:cNvSpPr txBox="1"/>
          <p:nvPr/>
        </p:nvSpPr>
        <p:spPr>
          <a:xfrm>
            <a:off x="2284413" y="3554106"/>
            <a:ext cx="1766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Pembayaran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Bank</a:t>
            </a:r>
            <a:endParaRPr lang="en-ID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44DAE3-68DE-44C2-BC8B-1995E424359B}"/>
              </a:ext>
            </a:extLst>
          </p:cNvPr>
          <p:cNvSpPr txBox="1"/>
          <p:nvPr/>
        </p:nvSpPr>
        <p:spPr>
          <a:xfrm>
            <a:off x="2757051" y="4368188"/>
            <a:ext cx="1591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Konfirmasi</a:t>
            </a:r>
            <a:r>
              <a:rPr lang="en-US" sz="1600" dirty="0"/>
              <a:t> </a:t>
            </a:r>
            <a:r>
              <a:rPr lang="en-US" sz="1600" dirty="0" err="1"/>
              <a:t>Pembayaran</a:t>
            </a:r>
            <a:endParaRPr lang="en-ID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BCAEE3-58DB-4312-ABF9-FD5F9C375DF0}"/>
              </a:ext>
            </a:extLst>
          </p:cNvPr>
          <p:cNvSpPr txBox="1"/>
          <p:nvPr/>
        </p:nvSpPr>
        <p:spPr>
          <a:xfrm>
            <a:off x="2757051" y="5022416"/>
            <a:ext cx="1591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Pencatatan</a:t>
            </a:r>
            <a:r>
              <a:rPr lang="en-US" sz="1600" dirty="0"/>
              <a:t> Sales</a:t>
            </a:r>
            <a:endParaRPr lang="en-ID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890BCF-7D55-470E-94D2-CC7406AEDC1C}"/>
              </a:ext>
            </a:extLst>
          </p:cNvPr>
          <p:cNvSpPr txBox="1"/>
          <p:nvPr/>
        </p:nvSpPr>
        <p:spPr>
          <a:xfrm>
            <a:off x="8261131" y="4151396"/>
            <a:ext cx="2833545" cy="147732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r"/>
            <a:r>
              <a:rPr lang="en-US" b="1" dirty="0" err="1"/>
              <a:t>Catatan</a:t>
            </a:r>
            <a:r>
              <a:rPr lang="en-US" b="1" dirty="0"/>
              <a:t>:</a:t>
            </a:r>
          </a:p>
          <a:p>
            <a:pPr algn="r"/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modern </a:t>
            </a:r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dirty="0" err="1"/>
              <a:t>prosedur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teknologi</a:t>
            </a:r>
            <a:endParaRPr lang="en-ID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78C37E-E909-4C58-8216-66C557C8DA27}"/>
              </a:ext>
            </a:extLst>
          </p:cNvPr>
          <p:cNvSpPr txBox="1"/>
          <p:nvPr/>
        </p:nvSpPr>
        <p:spPr>
          <a:xfrm>
            <a:off x="7751378" y="5737633"/>
            <a:ext cx="40091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We’re </a:t>
            </a:r>
            <a:r>
              <a:rPr lang="en-US" sz="1400" i="1" dirty="0" err="1"/>
              <a:t>gonna</a:t>
            </a:r>
            <a:r>
              <a:rPr lang="en-US" sz="1400" i="1" dirty="0"/>
              <a:t> learn more about control next class!</a:t>
            </a:r>
            <a:endParaRPr lang="en-ID" sz="1400" i="1" dirty="0"/>
          </a:p>
        </p:txBody>
      </p:sp>
    </p:spTree>
    <p:extLst>
      <p:ext uri="{BB962C8B-B14F-4D97-AF65-F5344CB8AC3E}">
        <p14:creationId xmlns:p14="http://schemas.microsoft.com/office/powerpoint/2010/main" val="61430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965D4-64B2-4817-9978-0580088B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9A9491-0934-4AF0-A830-71E4C1CD9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000" y="530733"/>
            <a:ext cx="77976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in The System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7742326-BB72-4C5E-B11E-70A10C460A48}"/>
              </a:ext>
            </a:extLst>
          </p:cNvPr>
          <p:cNvSpPr/>
          <p:nvPr/>
        </p:nvSpPr>
        <p:spPr>
          <a:xfrm>
            <a:off x="7786255" y="1292082"/>
            <a:ext cx="2078178" cy="207817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Sistem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Persediaan</a:t>
            </a:r>
            <a:endParaRPr lang="en-ID" sz="16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948CF7-9C74-45F0-8A50-A726AF04549A}"/>
              </a:ext>
            </a:extLst>
          </p:cNvPr>
          <p:cNvSpPr/>
          <p:nvPr/>
        </p:nvSpPr>
        <p:spPr>
          <a:xfrm>
            <a:off x="4391888" y="4118140"/>
            <a:ext cx="1773382" cy="17733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Sistem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Keuangan</a:t>
            </a:r>
            <a:endParaRPr lang="en-ID" sz="1600" b="1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317D57-C2F1-4515-BF44-DC6F9FE15591}"/>
              </a:ext>
            </a:extLst>
          </p:cNvPr>
          <p:cNvSpPr/>
          <p:nvPr/>
        </p:nvSpPr>
        <p:spPr>
          <a:xfrm>
            <a:off x="4391888" y="1490379"/>
            <a:ext cx="1773382" cy="177338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Sistem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Penjualan</a:t>
            </a:r>
            <a:endParaRPr lang="en-ID" sz="1600" b="1" dirty="0">
              <a:solidFill>
                <a:schemeClr val="tx1"/>
              </a:solidFill>
            </a:endParaRPr>
          </a:p>
        </p:txBody>
      </p:sp>
      <p:pic>
        <p:nvPicPr>
          <p:cNvPr id="9" name="Graphic 8" descr="Man">
            <a:extLst>
              <a:ext uri="{FF2B5EF4-FFF2-40B4-BE49-F238E27FC236}">
                <a16:creationId xmlns:a16="http://schemas.microsoft.com/office/drawing/2014/main" id="{313F6296-55B4-4D07-B48F-8FAAEFB2C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4105" y="191987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E7E2EA-9F82-4CFA-A2A3-B856B9A910F1}"/>
              </a:ext>
            </a:extLst>
          </p:cNvPr>
          <p:cNvSpPr txBox="1"/>
          <p:nvPr/>
        </p:nvSpPr>
        <p:spPr>
          <a:xfrm>
            <a:off x="1458228" y="2901601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Pelanggan</a:t>
            </a:r>
            <a:endParaRPr lang="en-ID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29F52D-E509-4B89-B6AF-6E9C45EA67C4}"/>
              </a:ext>
            </a:extLst>
          </p:cNvPr>
          <p:cNvCxnSpPr>
            <a:stCxn id="9" idx="3"/>
          </p:cNvCxnSpPr>
          <p:nvPr/>
        </p:nvCxnSpPr>
        <p:spPr>
          <a:xfrm>
            <a:off x="2618505" y="2377070"/>
            <a:ext cx="16486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Bank">
            <a:extLst>
              <a:ext uri="{FF2B5EF4-FFF2-40B4-BE49-F238E27FC236}">
                <a16:creationId xmlns:a16="http://schemas.microsoft.com/office/drawing/2014/main" id="{A70B637C-765E-4CD6-8F58-4888525DE1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04105" y="443286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DD2550E-72E2-4E9E-A203-7724C0DFDC5D}"/>
              </a:ext>
            </a:extLst>
          </p:cNvPr>
          <p:cNvSpPr txBox="1"/>
          <p:nvPr/>
        </p:nvSpPr>
        <p:spPr>
          <a:xfrm>
            <a:off x="1394532" y="5290950"/>
            <a:ext cx="1548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Rekening</a:t>
            </a:r>
            <a:endParaRPr lang="en-US" b="1" dirty="0"/>
          </a:p>
          <a:p>
            <a:pPr algn="ctr"/>
            <a:r>
              <a:rPr lang="en-US" b="1" dirty="0"/>
              <a:t>Perusahaan</a:t>
            </a:r>
            <a:endParaRPr lang="en-ID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545863-94A9-4BAC-B9FD-D8F6077AD8B6}"/>
              </a:ext>
            </a:extLst>
          </p:cNvPr>
          <p:cNvSpPr txBox="1"/>
          <p:nvPr/>
        </p:nvSpPr>
        <p:spPr>
          <a:xfrm>
            <a:off x="2818813" y="1962081"/>
            <a:ext cx="1215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Pemesanan</a:t>
            </a:r>
            <a:endParaRPr lang="en-ID" sz="16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F39242-7CFA-4957-97F9-0A9C05D6F553}"/>
              </a:ext>
            </a:extLst>
          </p:cNvPr>
          <p:cNvCxnSpPr>
            <a:cxnSpLocks/>
          </p:cNvCxnSpPr>
          <p:nvPr/>
        </p:nvCxnSpPr>
        <p:spPr>
          <a:xfrm flipH="1">
            <a:off x="6289962" y="2377070"/>
            <a:ext cx="152399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841FDB9-8536-4A00-ABA8-486C411BC7B4}"/>
              </a:ext>
            </a:extLst>
          </p:cNvPr>
          <p:cNvSpPr txBox="1"/>
          <p:nvPr/>
        </p:nvSpPr>
        <p:spPr>
          <a:xfrm>
            <a:off x="6368246" y="1739788"/>
            <a:ext cx="1324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/>
              <a:t>Pemeriksaan</a:t>
            </a:r>
            <a:endParaRPr lang="en-US" sz="1600" dirty="0"/>
          </a:p>
          <a:p>
            <a:pPr algn="ctr"/>
            <a:r>
              <a:rPr lang="en-US" sz="1600" dirty="0"/>
              <a:t>Stok </a:t>
            </a:r>
            <a:r>
              <a:rPr lang="en-US" sz="1600" dirty="0" err="1"/>
              <a:t>Barang</a:t>
            </a:r>
            <a:endParaRPr lang="en-ID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C4201FC-EF89-4DB0-A2D2-93201755139A}"/>
              </a:ext>
            </a:extLst>
          </p:cNvPr>
          <p:cNvCxnSpPr>
            <a:cxnSpLocks/>
            <a:stCxn id="8" idx="4"/>
            <a:endCxn id="7" idx="0"/>
          </p:cNvCxnSpPr>
          <p:nvPr/>
        </p:nvCxnSpPr>
        <p:spPr>
          <a:xfrm>
            <a:off x="5278579" y="3263761"/>
            <a:ext cx="0" cy="85437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C645AA8-7281-49BE-B06D-A9D7E27EEBD0}"/>
              </a:ext>
            </a:extLst>
          </p:cNvPr>
          <p:cNvSpPr txBox="1"/>
          <p:nvPr/>
        </p:nvSpPr>
        <p:spPr>
          <a:xfrm>
            <a:off x="5525522" y="3235275"/>
            <a:ext cx="18842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Pencatatan</a:t>
            </a:r>
            <a:r>
              <a:rPr lang="en-US" sz="1600" dirty="0"/>
              <a:t> Sales Order dan </a:t>
            </a:r>
            <a:r>
              <a:rPr lang="en-US" sz="1600" dirty="0" err="1"/>
              <a:t>Penerbitan</a:t>
            </a:r>
            <a:r>
              <a:rPr lang="en-US" sz="1600" dirty="0"/>
              <a:t> Invoice </a:t>
            </a:r>
            <a:endParaRPr lang="en-ID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3256EC-C5E5-49D7-A635-E853319A764A}"/>
              </a:ext>
            </a:extLst>
          </p:cNvPr>
          <p:cNvCxnSpPr/>
          <p:nvPr/>
        </p:nvCxnSpPr>
        <p:spPr>
          <a:xfrm>
            <a:off x="2161305" y="3446584"/>
            <a:ext cx="0" cy="8243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E1419D-42ED-42D4-8D0F-BF9649D500ED}"/>
              </a:ext>
            </a:extLst>
          </p:cNvPr>
          <p:cNvCxnSpPr/>
          <p:nvPr/>
        </p:nvCxnSpPr>
        <p:spPr>
          <a:xfrm>
            <a:off x="2850924" y="5004831"/>
            <a:ext cx="14162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1D3483F-662B-40CC-A737-01A3DD729464}"/>
              </a:ext>
            </a:extLst>
          </p:cNvPr>
          <p:cNvSpPr txBox="1"/>
          <p:nvPr/>
        </p:nvSpPr>
        <p:spPr>
          <a:xfrm>
            <a:off x="2284413" y="3554106"/>
            <a:ext cx="1766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Pembayaran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Bank</a:t>
            </a:r>
            <a:endParaRPr lang="en-ID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44DAE3-68DE-44C2-BC8B-1995E424359B}"/>
              </a:ext>
            </a:extLst>
          </p:cNvPr>
          <p:cNvSpPr txBox="1"/>
          <p:nvPr/>
        </p:nvSpPr>
        <p:spPr>
          <a:xfrm>
            <a:off x="2757051" y="4368188"/>
            <a:ext cx="1591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Konfirmasi</a:t>
            </a:r>
            <a:r>
              <a:rPr lang="en-US" sz="1600" dirty="0"/>
              <a:t> </a:t>
            </a:r>
            <a:r>
              <a:rPr lang="en-US" sz="1600" dirty="0" err="1"/>
              <a:t>Pembayaran</a:t>
            </a:r>
            <a:endParaRPr lang="en-ID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BCAEE3-58DB-4312-ABF9-FD5F9C375DF0}"/>
              </a:ext>
            </a:extLst>
          </p:cNvPr>
          <p:cNvSpPr txBox="1"/>
          <p:nvPr/>
        </p:nvSpPr>
        <p:spPr>
          <a:xfrm>
            <a:off x="2757051" y="5022416"/>
            <a:ext cx="1591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Pencatatan</a:t>
            </a:r>
            <a:r>
              <a:rPr lang="en-US" sz="1600" dirty="0"/>
              <a:t> Sales</a:t>
            </a:r>
            <a:endParaRPr lang="en-ID" sz="1600" dirty="0"/>
          </a:p>
        </p:txBody>
      </p:sp>
      <p:sp>
        <p:nvSpPr>
          <p:cNvPr id="3" name="Flowchart: Magnetic Disk 2">
            <a:extLst>
              <a:ext uri="{FF2B5EF4-FFF2-40B4-BE49-F238E27FC236}">
                <a16:creationId xmlns:a16="http://schemas.microsoft.com/office/drawing/2014/main" id="{9C018FBC-06A5-4710-AC48-B2468E9D0E91}"/>
              </a:ext>
            </a:extLst>
          </p:cNvPr>
          <p:cNvSpPr/>
          <p:nvPr/>
        </p:nvSpPr>
        <p:spPr>
          <a:xfrm>
            <a:off x="5796946" y="5290950"/>
            <a:ext cx="852361" cy="83099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Flowchart: Magnetic Disk 24">
            <a:extLst>
              <a:ext uri="{FF2B5EF4-FFF2-40B4-BE49-F238E27FC236}">
                <a16:creationId xmlns:a16="http://schemas.microsoft.com/office/drawing/2014/main" id="{9E18854D-71CE-4C10-B34E-F2C78BDB088E}"/>
              </a:ext>
            </a:extLst>
          </p:cNvPr>
          <p:cNvSpPr/>
          <p:nvPr/>
        </p:nvSpPr>
        <p:spPr>
          <a:xfrm>
            <a:off x="5469145" y="1152392"/>
            <a:ext cx="852361" cy="83099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Flowchart: Magnetic Disk 25">
            <a:extLst>
              <a:ext uri="{FF2B5EF4-FFF2-40B4-BE49-F238E27FC236}">
                <a16:creationId xmlns:a16="http://schemas.microsoft.com/office/drawing/2014/main" id="{7989409F-0439-439B-905E-035D111C2EDE}"/>
              </a:ext>
            </a:extLst>
          </p:cNvPr>
          <p:cNvSpPr/>
          <p:nvPr/>
        </p:nvSpPr>
        <p:spPr>
          <a:xfrm>
            <a:off x="9373187" y="1152392"/>
            <a:ext cx="852361" cy="83099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26" name="Picture 2" descr="Table ">
            <a:extLst>
              <a:ext uri="{FF2B5EF4-FFF2-40B4-BE49-F238E27FC236}">
                <a16:creationId xmlns:a16="http://schemas.microsoft.com/office/drawing/2014/main" id="{B4153FF3-434D-4E9C-B858-8EC9CFCDE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953" y="930548"/>
            <a:ext cx="592016" cy="59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Table ">
            <a:extLst>
              <a:ext uri="{FF2B5EF4-FFF2-40B4-BE49-F238E27FC236}">
                <a16:creationId xmlns:a16="http://schemas.microsoft.com/office/drawing/2014/main" id="{9870B39D-E6C7-43B5-A0EE-F3495577E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5409" y="930548"/>
            <a:ext cx="592016" cy="59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Table ">
            <a:extLst>
              <a:ext uri="{FF2B5EF4-FFF2-40B4-BE49-F238E27FC236}">
                <a16:creationId xmlns:a16="http://schemas.microsoft.com/office/drawing/2014/main" id="{4A847982-FA9F-4F73-B709-DF392C25A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177" y="5114432"/>
            <a:ext cx="592016" cy="59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8DAA3DB-CF34-476E-992E-965FD4F2B31F}"/>
              </a:ext>
            </a:extLst>
          </p:cNvPr>
          <p:cNvSpPr txBox="1"/>
          <p:nvPr/>
        </p:nvSpPr>
        <p:spPr>
          <a:xfrm>
            <a:off x="7692776" y="4266167"/>
            <a:ext cx="3544950" cy="147732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r"/>
            <a:r>
              <a:rPr lang="en-US" b="1" dirty="0" err="1"/>
              <a:t>Catatan</a:t>
            </a:r>
            <a:r>
              <a:rPr lang="en-US" b="1" dirty="0"/>
              <a:t>:</a:t>
            </a:r>
          </a:p>
          <a:p>
            <a:pPr algn="r"/>
            <a:r>
              <a:rPr lang="en-US" dirty="0"/>
              <a:t>Karena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melekat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data,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pengujiannya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melibatkan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data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63786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6263"/>
            <a:ext cx="6202680" cy="2852737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</a:t>
            </a:r>
            <a:r>
              <a:rPr lang="en-US" dirty="0" err="1"/>
              <a:t>Pengolahan</a:t>
            </a:r>
            <a:r>
              <a:rPr lang="en-US" dirty="0"/>
              <a:t> Data </a:t>
            </a:r>
            <a:r>
              <a:rPr lang="en-US" dirty="0" err="1"/>
              <a:t>dengan</a:t>
            </a:r>
            <a:r>
              <a:rPr lang="en-US" dirty="0"/>
              <a:t> Spreadsheet</a:t>
            </a:r>
          </a:p>
        </p:txBody>
      </p:sp>
    </p:spTree>
    <p:extLst>
      <p:ext uri="{BB962C8B-B14F-4D97-AF65-F5344CB8AC3E}">
        <p14:creationId xmlns:p14="http://schemas.microsoft.com/office/powerpoint/2010/main" val="2321598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391B4-117B-4977-A2D9-57A2582D1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&amp; Importing Data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08764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A4768-24D3-CF3F-BAB1-22C530E5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0D8E6B0B-E9CD-CF0C-FB7A-71DFBFD995B0}"/>
              </a:ext>
            </a:extLst>
          </p:cNvPr>
          <p:cNvGraphicFramePr>
            <a:graphicFrameLocks noGrp="1"/>
          </p:cNvGraphicFramePr>
          <p:nvPr/>
        </p:nvGraphicFramePr>
        <p:xfrm>
          <a:off x="1054557" y="1203960"/>
          <a:ext cx="9982197" cy="2225040"/>
        </p:xfrm>
        <a:graphic>
          <a:graphicData uri="http://schemas.openxmlformats.org/drawingml/2006/table">
            <a:tbl>
              <a:tblPr firstRow="1" bandRow="1"/>
              <a:tblGrid>
                <a:gridCol w="1413827">
                  <a:extLst>
                    <a:ext uri="{9D8B030D-6E8A-4147-A177-3AD203B41FA5}">
                      <a16:colId xmlns:a16="http://schemas.microsoft.com/office/drawing/2014/main" val="300703362"/>
                    </a:ext>
                  </a:extLst>
                </a:gridCol>
                <a:gridCol w="1670025">
                  <a:extLst>
                    <a:ext uri="{9D8B030D-6E8A-4147-A177-3AD203B41FA5}">
                      <a16:colId xmlns:a16="http://schemas.microsoft.com/office/drawing/2014/main" val="3385905239"/>
                    </a:ext>
                  </a:extLst>
                </a:gridCol>
                <a:gridCol w="1366384">
                  <a:extLst>
                    <a:ext uri="{9D8B030D-6E8A-4147-A177-3AD203B41FA5}">
                      <a16:colId xmlns:a16="http://schemas.microsoft.com/office/drawing/2014/main" val="145484744"/>
                    </a:ext>
                  </a:extLst>
                </a:gridCol>
                <a:gridCol w="759103">
                  <a:extLst>
                    <a:ext uri="{9D8B030D-6E8A-4147-A177-3AD203B41FA5}">
                      <a16:colId xmlns:a16="http://schemas.microsoft.com/office/drawing/2014/main" val="233486436"/>
                    </a:ext>
                  </a:extLst>
                </a:gridCol>
                <a:gridCol w="1556160">
                  <a:extLst>
                    <a:ext uri="{9D8B030D-6E8A-4147-A177-3AD203B41FA5}">
                      <a16:colId xmlns:a16="http://schemas.microsoft.com/office/drawing/2014/main" val="3948938012"/>
                    </a:ext>
                  </a:extLst>
                </a:gridCol>
                <a:gridCol w="1375873">
                  <a:extLst>
                    <a:ext uri="{9D8B030D-6E8A-4147-A177-3AD203B41FA5}">
                      <a16:colId xmlns:a16="http://schemas.microsoft.com/office/drawing/2014/main" val="2776004834"/>
                    </a:ext>
                  </a:extLst>
                </a:gridCol>
                <a:gridCol w="1840825">
                  <a:extLst>
                    <a:ext uri="{9D8B030D-6E8A-4147-A177-3AD203B41FA5}">
                      <a16:colId xmlns:a16="http://schemas.microsoft.com/office/drawing/2014/main" val="23754261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b="1" i="0" dirty="0"/>
                        <a:t>KD_BRG</a:t>
                      </a:r>
                      <a:endParaRPr lang="en-ID" b="1" i="0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b="1" i="0" dirty="0"/>
                        <a:t>NM_BRG</a:t>
                      </a:r>
                      <a:endParaRPr lang="en-ID" b="1" i="0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b="1" i="0" dirty="0"/>
                        <a:t>TGL</a:t>
                      </a:r>
                      <a:endParaRPr lang="en-ID" b="1" i="0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E28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b="1" i="0" dirty="0"/>
                        <a:t>QTY</a:t>
                      </a:r>
                      <a:endParaRPr lang="en-ID" b="1" i="0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5D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b="1" i="0" dirty="0"/>
                        <a:t>NILAI</a:t>
                      </a:r>
                      <a:endParaRPr lang="en-ID" b="1" i="0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5D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b="1" i="0" dirty="0"/>
                        <a:t>ID_KASIR</a:t>
                      </a:r>
                      <a:endParaRPr lang="en-ID" b="1" i="0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ap="flat" cmpd="sng" algn="ctr">
                      <a:solidFill>
                        <a:srgbClr val="3A3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b="1" i="0" dirty="0"/>
                        <a:t>FLAG_TUNAI</a:t>
                      </a:r>
                      <a:endParaRPr lang="en-ID" b="1" i="0" dirty="0"/>
                    </a:p>
                  </a:txBody>
                  <a:tcPr>
                    <a:lnL w="12700" cap="flat" cmpd="sng" algn="ctr">
                      <a:solidFill>
                        <a:srgbClr val="3A3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87554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dirty="0"/>
                        <a:t>100111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 err="1"/>
                        <a:t>Sarden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05/01/2020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E28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en-US" dirty="0"/>
                        <a:t>120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5D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en-US" dirty="0"/>
                        <a:t>840000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5D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20181011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ap="flat" cmpd="sng" algn="ctr">
                      <a:solidFill>
                        <a:srgbClr val="3A3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Y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rgbClr val="3A3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6528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dirty="0"/>
                        <a:t>011001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Air Mineral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05/14/2020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E28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en-US" dirty="0"/>
                        <a:t>750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5D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en-US" dirty="0"/>
                        <a:t>3750000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5D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20190001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ap="flat" cmpd="sng" algn="ctr">
                      <a:solidFill>
                        <a:srgbClr val="3A3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Y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rgbClr val="3A3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78851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dirty="0"/>
                        <a:t>250200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 err="1"/>
                        <a:t>Telur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06/05/2020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E28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en-US" dirty="0"/>
                        <a:t>50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5D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en-US" dirty="0"/>
                        <a:t>1250000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5D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20181011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ap="flat" cmpd="sng" algn="ctr">
                      <a:solidFill>
                        <a:srgbClr val="3A3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rgbClr val="3A3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5281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dirty="0"/>
                        <a:t>700001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Roti </a:t>
                      </a:r>
                      <a:r>
                        <a:rPr lang="en-US" dirty="0" err="1"/>
                        <a:t>Tawar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06/06/2020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E28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en-US" dirty="0"/>
                        <a:t>400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5D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en-US" dirty="0"/>
                        <a:t>1200000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5D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20181011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ap="flat" cmpd="sng" algn="ctr">
                      <a:solidFill>
                        <a:srgbClr val="3A3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rgbClr val="3A3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24872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dirty="0"/>
                        <a:t>401100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 err="1"/>
                        <a:t>Kaos</a:t>
                      </a:r>
                      <a:r>
                        <a:rPr lang="en-US" dirty="0"/>
                        <a:t> Kaki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07/25/2020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E28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en-US" dirty="0"/>
                        <a:t>35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5D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/>
                      <a:r>
                        <a:rPr lang="en-US" dirty="0"/>
                        <a:t>350000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5D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20200111</a:t>
                      </a:r>
                      <a:endParaRPr lang="en-ID" dirty="0"/>
                    </a:p>
                  </a:txBody>
                  <a:tcPr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ap="flat" cmpd="sng" algn="ctr">
                      <a:solidFill>
                        <a:srgbClr val="3A3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rgbClr val="3A3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CB07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00520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4429C3E-84F1-BE06-1F49-6DEC0FAF4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557" y="3768960"/>
            <a:ext cx="8204091" cy="188508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dirty="0" err="1"/>
              <a:t>umum</a:t>
            </a:r>
            <a:r>
              <a:rPr lang="en-US" sz="2800" dirty="0"/>
              <a:t> </a:t>
            </a:r>
            <a:r>
              <a:rPr lang="en-US" sz="2800" dirty="0" err="1"/>
              <a:t>terdapat</a:t>
            </a:r>
            <a:r>
              <a:rPr lang="en-US" sz="2800" dirty="0"/>
              <a:t> </a:t>
            </a:r>
            <a:r>
              <a:rPr lang="en-US" sz="2800" dirty="0" err="1"/>
              <a:t>tiga</a:t>
            </a:r>
            <a:r>
              <a:rPr lang="en-US" sz="2800" dirty="0"/>
              <a:t> </a:t>
            </a:r>
            <a:r>
              <a:rPr lang="en-US" sz="2800" dirty="0" err="1"/>
              <a:t>jenis</a:t>
            </a:r>
            <a:r>
              <a:rPr lang="en-US" sz="2800" dirty="0"/>
              <a:t> format data: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Text/Character/String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Number/Numerical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D22AC89-9931-D897-CCE6-5F9702C83AEB}"/>
              </a:ext>
            </a:extLst>
          </p:cNvPr>
          <p:cNvSpPr txBox="1">
            <a:spLocks/>
          </p:cNvSpPr>
          <p:nvPr/>
        </p:nvSpPr>
        <p:spPr>
          <a:xfrm>
            <a:off x="838200" y="-1216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Format/</a:t>
            </a:r>
            <a:r>
              <a:rPr lang="en-US" dirty="0" err="1"/>
              <a:t>Tipe</a:t>
            </a:r>
            <a:r>
              <a:rPr lang="en-US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589979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497EA5-E537-3B63-C8EF-0509E03F768B}"/>
              </a:ext>
            </a:extLst>
          </p:cNvPr>
          <p:cNvSpPr/>
          <p:nvPr/>
        </p:nvSpPr>
        <p:spPr>
          <a:xfrm>
            <a:off x="6703045" y="1951386"/>
            <a:ext cx="4650755" cy="13255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Format dan </a:t>
            </a:r>
            <a:r>
              <a:rPr lang="en-US" dirty="0" err="1">
                <a:solidFill>
                  <a:schemeClr val="tx1"/>
                </a:solidFill>
              </a:rPr>
              <a:t>definisi</a:t>
            </a:r>
            <a:r>
              <a:rPr lang="en-US" dirty="0">
                <a:solidFill>
                  <a:schemeClr val="tx1"/>
                </a:solidFill>
              </a:rPr>
              <a:t> lain (metadata) mengenai data TIDAK </a:t>
            </a:r>
            <a:r>
              <a:rPr lang="en-US" dirty="0" err="1">
                <a:solidFill>
                  <a:schemeClr val="tx1"/>
                </a:solidFill>
              </a:rPr>
              <a:t>tersimpan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dalam</a:t>
            </a:r>
            <a:r>
              <a:rPr lang="en-US" dirty="0">
                <a:solidFill>
                  <a:schemeClr val="tx1"/>
                </a:solidFill>
              </a:rPr>
              <a:t> file data. </a:t>
            </a:r>
            <a:r>
              <a:rPr lang="en-US" dirty="0" err="1">
                <a:solidFill>
                  <a:schemeClr val="tx1"/>
                </a:solidFill>
              </a:rPr>
              <a:t>Contoh</a:t>
            </a:r>
            <a:r>
              <a:rPr lang="en-US" dirty="0">
                <a:solidFill>
                  <a:schemeClr val="tx1"/>
                </a:solidFill>
              </a:rPr>
              <a:t>: csv, del, txt, </a:t>
            </a:r>
            <a:r>
              <a:rPr lang="en-US" dirty="0" err="1">
                <a:solidFill>
                  <a:schemeClr val="tx1"/>
                </a:solidFill>
              </a:rPr>
              <a:t>dll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99E890-31F5-1419-A12B-0F18C73517C4}"/>
              </a:ext>
            </a:extLst>
          </p:cNvPr>
          <p:cNvSpPr/>
          <p:nvPr/>
        </p:nvSpPr>
        <p:spPr>
          <a:xfrm>
            <a:off x="838200" y="1951386"/>
            <a:ext cx="4650755" cy="13255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Format dan </a:t>
            </a:r>
            <a:r>
              <a:rPr lang="en-US" dirty="0" err="1"/>
              <a:t>definisi</a:t>
            </a:r>
            <a:r>
              <a:rPr lang="en-US" dirty="0"/>
              <a:t> lain (metadata) mengenai data </a:t>
            </a:r>
            <a:r>
              <a:rPr lang="en-US" dirty="0" err="1"/>
              <a:t>tersimpan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file data. </a:t>
            </a: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dbf</a:t>
            </a:r>
            <a:r>
              <a:rPr lang="en-US" dirty="0"/>
              <a:t>, xml, </a:t>
            </a:r>
            <a:r>
              <a:rPr lang="en-US" dirty="0" err="1"/>
              <a:t>json</a:t>
            </a:r>
            <a:r>
              <a:rPr lang="en-US" dirty="0"/>
              <a:t>, </a:t>
            </a:r>
            <a:r>
              <a:rPr lang="en-US" dirty="0" err="1"/>
              <a:t>dll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6D8A6-60C7-8EB0-F83E-28CE228A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1DCC240-77C9-592A-7B48-2D2488B01020}"/>
              </a:ext>
            </a:extLst>
          </p:cNvPr>
          <p:cNvSpPr txBox="1">
            <a:spLocks/>
          </p:cNvSpPr>
          <p:nvPr/>
        </p:nvSpPr>
        <p:spPr>
          <a:xfrm>
            <a:off x="838200" y="-1216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Format/</a:t>
            </a:r>
            <a:r>
              <a:rPr lang="en-US" dirty="0" err="1"/>
              <a:t>Tipe</a:t>
            </a:r>
            <a:r>
              <a:rPr lang="en-US" dirty="0"/>
              <a:t>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7106C8-A13B-545E-C1A3-969ED4AAD4A2}"/>
              </a:ext>
            </a:extLst>
          </p:cNvPr>
          <p:cNvSpPr/>
          <p:nvPr/>
        </p:nvSpPr>
        <p:spPr>
          <a:xfrm>
            <a:off x="838200" y="1408241"/>
            <a:ext cx="4650757" cy="646331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Internal Definition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9AEE83-64A5-BC6F-16FE-FEF2C542EADF}"/>
              </a:ext>
            </a:extLst>
          </p:cNvPr>
          <p:cNvSpPr txBox="1"/>
          <p:nvPr/>
        </p:nvSpPr>
        <p:spPr>
          <a:xfrm>
            <a:off x="4440738" y="854243"/>
            <a:ext cx="3310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Bentuk</a:t>
            </a:r>
            <a:r>
              <a:rPr lang="en-US" sz="2400" dirty="0"/>
              <a:t> Data </a:t>
            </a:r>
            <a:r>
              <a:rPr lang="en-US" sz="2400" dirty="0" err="1"/>
              <a:t>Tersimpan</a:t>
            </a:r>
            <a:endParaRPr lang="en-ID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0EA953-30A1-AD9E-D647-9E663B0ABE8A}"/>
              </a:ext>
            </a:extLst>
          </p:cNvPr>
          <p:cNvSpPr/>
          <p:nvPr/>
        </p:nvSpPr>
        <p:spPr>
          <a:xfrm>
            <a:off x="6703043" y="1408241"/>
            <a:ext cx="4650757" cy="646331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Flat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052678-80B9-3766-2F67-BDAA10F7BD4F}"/>
              </a:ext>
            </a:extLst>
          </p:cNvPr>
          <p:cNvSpPr txBox="1"/>
          <p:nvPr/>
        </p:nvSpPr>
        <p:spPr>
          <a:xfrm>
            <a:off x="5899471" y="2054572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2B264D-978B-6C27-8076-739E3C047F75}"/>
              </a:ext>
            </a:extLst>
          </p:cNvPr>
          <p:cNvSpPr/>
          <p:nvPr/>
        </p:nvSpPr>
        <p:spPr>
          <a:xfrm>
            <a:off x="6703045" y="4558758"/>
            <a:ext cx="4650755" cy="13255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</a:t>
            </a:r>
            <a:r>
              <a:rPr lang="en-US" dirty="0" err="1">
                <a:solidFill>
                  <a:schemeClr val="tx1"/>
                </a:solidFill>
              </a:rPr>
              <a:t>merupakan</a:t>
            </a:r>
            <a:r>
              <a:rPr lang="en-US" dirty="0">
                <a:solidFill>
                  <a:schemeClr val="tx1"/>
                </a:solidFill>
              </a:rPr>
              <a:t> data </a:t>
            </a:r>
            <a:r>
              <a:rPr lang="en-US" dirty="0" err="1">
                <a:solidFill>
                  <a:schemeClr val="tx1"/>
                </a:solidFill>
              </a:rPr>
              <a:t>olahan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rekapitulasi</a:t>
            </a:r>
            <a:r>
              <a:rPr lang="en-US" dirty="0">
                <a:solidFill>
                  <a:schemeClr val="tx1"/>
                </a:solidFill>
              </a:rPr>
              <a:t>) yang tidak </a:t>
            </a:r>
            <a:r>
              <a:rPr lang="en-US" dirty="0" err="1">
                <a:solidFill>
                  <a:schemeClr val="tx1"/>
                </a:solidFill>
              </a:rPr>
              <a:t>merinci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transaksi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Contoh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neraca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saldo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laporan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keuangan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A7B6B6-7A92-1E88-88EF-024B36B724D8}"/>
              </a:ext>
            </a:extLst>
          </p:cNvPr>
          <p:cNvSpPr/>
          <p:nvPr/>
        </p:nvSpPr>
        <p:spPr>
          <a:xfrm>
            <a:off x="838200" y="4558758"/>
            <a:ext cx="4650755" cy="13255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</a:t>
            </a:r>
            <a:r>
              <a:rPr lang="en-US" dirty="0" err="1"/>
              <a:t>merupakan</a:t>
            </a:r>
            <a:r>
              <a:rPr lang="en-US" dirty="0"/>
              <a:t> data </a:t>
            </a:r>
            <a:r>
              <a:rPr lang="en-US" dirty="0" err="1"/>
              <a:t>mentah</a:t>
            </a:r>
            <a:r>
              <a:rPr lang="en-US" dirty="0"/>
              <a:t> yang biasanya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transaksional</a:t>
            </a:r>
            <a:r>
              <a:rPr lang="en-US" dirty="0"/>
              <a:t>.</a:t>
            </a:r>
          </a:p>
          <a:p>
            <a:pPr algn="ctr"/>
            <a:r>
              <a:rPr lang="en-US" dirty="0" err="1"/>
              <a:t>Contoh</a:t>
            </a:r>
            <a:r>
              <a:rPr lang="en-US" dirty="0"/>
              <a:t>: Data </a:t>
            </a:r>
            <a:r>
              <a:rPr lang="en-US" dirty="0" err="1"/>
              <a:t>jurnal</a:t>
            </a:r>
            <a:r>
              <a:rPr lang="en-US" dirty="0"/>
              <a:t>, ledger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8848E4-30EE-4475-048A-1B36501AD411}"/>
              </a:ext>
            </a:extLst>
          </p:cNvPr>
          <p:cNvSpPr/>
          <p:nvPr/>
        </p:nvSpPr>
        <p:spPr>
          <a:xfrm>
            <a:off x="838200" y="4015613"/>
            <a:ext cx="4650757" cy="646331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Raw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C94E4-0E7B-4F27-8D73-35D0E2501436}"/>
              </a:ext>
            </a:extLst>
          </p:cNvPr>
          <p:cNvSpPr txBox="1"/>
          <p:nvPr/>
        </p:nvSpPr>
        <p:spPr>
          <a:xfrm>
            <a:off x="4792629" y="3481865"/>
            <a:ext cx="2606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Jenis</a:t>
            </a:r>
            <a:r>
              <a:rPr lang="en-US" sz="2400" dirty="0"/>
              <a:t> </a:t>
            </a:r>
            <a:r>
              <a:rPr lang="en-US" sz="2400" dirty="0" err="1"/>
              <a:t>Konten</a:t>
            </a:r>
            <a:r>
              <a:rPr lang="en-US" sz="2400" dirty="0"/>
              <a:t> Data</a:t>
            </a:r>
            <a:endParaRPr lang="en-ID" sz="2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A7767-EB53-32B2-915D-26512B0F0532}"/>
              </a:ext>
            </a:extLst>
          </p:cNvPr>
          <p:cNvSpPr/>
          <p:nvPr/>
        </p:nvSpPr>
        <p:spPr>
          <a:xfrm>
            <a:off x="6703043" y="4015613"/>
            <a:ext cx="4650757" cy="646331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Report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1C2C42-0C97-933D-3C7A-C4A486565261}"/>
              </a:ext>
            </a:extLst>
          </p:cNvPr>
          <p:cNvSpPr txBox="1"/>
          <p:nvPr/>
        </p:nvSpPr>
        <p:spPr>
          <a:xfrm>
            <a:off x="5899471" y="4661944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3143284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ECFC697-58E9-406D-2573-980D5E96BCD1}"/>
              </a:ext>
            </a:extLst>
          </p:cNvPr>
          <p:cNvSpPr/>
          <p:nvPr/>
        </p:nvSpPr>
        <p:spPr>
          <a:xfrm>
            <a:off x="2388788" y="1201028"/>
            <a:ext cx="2929743" cy="203308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28B4F-A7AA-1A2B-9E71-6E643F6F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Arsitektur Umum Sistem </a:t>
            </a:r>
            <a:r>
              <a:rPr lang="en-US" dirty="0" err="1"/>
              <a:t>Informasi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1BF0F-2B41-AE97-01A3-4525E04A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DEB96-C9C3-5D9B-6EE8-04B24BDFDADF}"/>
              </a:ext>
            </a:extLst>
          </p:cNvPr>
          <p:cNvSpPr/>
          <p:nvPr/>
        </p:nvSpPr>
        <p:spPr>
          <a:xfrm>
            <a:off x="2669267" y="1677750"/>
            <a:ext cx="1111623" cy="1111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Aplikasi Prod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33D556-F185-8B0F-FA57-8644C9F0CC49}"/>
              </a:ext>
            </a:extLst>
          </p:cNvPr>
          <p:cNvCxnSpPr>
            <a:cxnSpLocks/>
          </p:cNvCxnSpPr>
          <p:nvPr/>
        </p:nvCxnSpPr>
        <p:spPr>
          <a:xfrm flipV="1">
            <a:off x="2142259" y="2233561"/>
            <a:ext cx="493058" cy="44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Users with solid fill">
            <a:extLst>
              <a:ext uri="{FF2B5EF4-FFF2-40B4-BE49-F238E27FC236}">
                <a16:creationId xmlns:a16="http://schemas.microsoft.com/office/drawing/2014/main" id="{F1405364-0933-DB17-8039-D100BE002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1809" y="1677750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BB627E-2E82-B5FE-CF16-F6E88A2D31A6}"/>
              </a:ext>
            </a:extLst>
          </p:cNvPr>
          <p:cNvSpPr txBox="1"/>
          <p:nvPr/>
        </p:nvSpPr>
        <p:spPr>
          <a:xfrm>
            <a:off x="1398248" y="2407484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</a:t>
            </a:r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D3B5FB56-3AFC-4DE1-DD30-EDB2A121D6FD}"/>
              </a:ext>
            </a:extLst>
          </p:cNvPr>
          <p:cNvSpPr/>
          <p:nvPr/>
        </p:nvSpPr>
        <p:spPr>
          <a:xfrm>
            <a:off x="4268022" y="1677750"/>
            <a:ext cx="824753" cy="109692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DB Prod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508124-3E99-77F4-9C62-80B2B1B6C7A6}"/>
              </a:ext>
            </a:extLst>
          </p:cNvPr>
          <p:cNvCxnSpPr>
            <a:cxnSpLocks/>
          </p:cNvCxnSpPr>
          <p:nvPr/>
        </p:nvCxnSpPr>
        <p:spPr>
          <a:xfrm flipV="1">
            <a:off x="3774964" y="2233561"/>
            <a:ext cx="493058" cy="44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09C1256-6A0A-278D-F34D-593FA5D654E8}"/>
              </a:ext>
            </a:extLst>
          </p:cNvPr>
          <p:cNvSpPr txBox="1"/>
          <p:nvPr/>
        </p:nvSpPr>
        <p:spPr>
          <a:xfrm>
            <a:off x="2531630" y="1234938"/>
            <a:ext cx="2644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Production Environment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586D6B-708A-04C7-187D-1D9FC1BB2F2F}"/>
              </a:ext>
            </a:extLst>
          </p:cNvPr>
          <p:cNvSpPr/>
          <p:nvPr/>
        </p:nvSpPr>
        <p:spPr>
          <a:xfrm>
            <a:off x="2388788" y="3663668"/>
            <a:ext cx="2929743" cy="203308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9CD42A-BD2B-7F48-7F2B-9749B13CDE6B}"/>
              </a:ext>
            </a:extLst>
          </p:cNvPr>
          <p:cNvSpPr/>
          <p:nvPr/>
        </p:nvSpPr>
        <p:spPr>
          <a:xfrm>
            <a:off x="2669267" y="4142107"/>
            <a:ext cx="1111623" cy="1111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Aplikasi Dev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46AD431-DF26-462B-250B-9ED9E79860AF}"/>
              </a:ext>
            </a:extLst>
          </p:cNvPr>
          <p:cNvCxnSpPr>
            <a:cxnSpLocks/>
          </p:cNvCxnSpPr>
          <p:nvPr/>
        </p:nvCxnSpPr>
        <p:spPr>
          <a:xfrm flipV="1">
            <a:off x="2142259" y="4697918"/>
            <a:ext cx="493058" cy="44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Users with solid fill">
            <a:extLst>
              <a:ext uri="{FF2B5EF4-FFF2-40B4-BE49-F238E27FC236}">
                <a16:creationId xmlns:a16="http://schemas.microsoft.com/office/drawing/2014/main" id="{C2AC3E8B-0A8C-0E59-673B-846D25F52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1809" y="4142107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7A936E7-152C-A1B5-4D5D-F349453AA1FD}"/>
              </a:ext>
            </a:extLst>
          </p:cNvPr>
          <p:cNvSpPr txBox="1"/>
          <p:nvPr/>
        </p:nvSpPr>
        <p:spPr>
          <a:xfrm>
            <a:off x="965095" y="4871841"/>
            <a:ext cx="1457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Programmer</a:t>
            </a:r>
          </a:p>
        </p:txBody>
      </p:sp>
      <p:sp>
        <p:nvSpPr>
          <p:cNvPr id="25" name="Can 12">
            <a:extLst>
              <a:ext uri="{FF2B5EF4-FFF2-40B4-BE49-F238E27FC236}">
                <a16:creationId xmlns:a16="http://schemas.microsoft.com/office/drawing/2014/main" id="{250D2CAC-5349-058F-9575-F652C755B195}"/>
              </a:ext>
            </a:extLst>
          </p:cNvPr>
          <p:cNvSpPr/>
          <p:nvPr/>
        </p:nvSpPr>
        <p:spPr>
          <a:xfrm>
            <a:off x="4268022" y="4142107"/>
            <a:ext cx="824753" cy="109692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DB Dev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CCFACC-0CD3-AEF6-0D03-08073DA2E4F1}"/>
              </a:ext>
            </a:extLst>
          </p:cNvPr>
          <p:cNvCxnSpPr>
            <a:cxnSpLocks/>
          </p:cNvCxnSpPr>
          <p:nvPr/>
        </p:nvCxnSpPr>
        <p:spPr>
          <a:xfrm flipV="1">
            <a:off x="3774964" y="4697918"/>
            <a:ext cx="493058" cy="44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86A15AB-A3CC-DCBD-D19E-DFE03B4EEA9B}"/>
              </a:ext>
            </a:extLst>
          </p:cNvPr>
          <p:cNvSpPr txBox="1"/>
          <p:nvPr/>
        </p:nvSpPr>
        <p:spPr>
          <a:xfrm>
            <a:off x="2422738" y="3692845"/>
            <a:ext cx="289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Development Environment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119A23-22B8-7579-72E5-2A3D8A1633FB}"/>
              </a:ext>
            </a:extLst>
          </p:cNvPr>
          <p:cNvCxnSpPr>
            <a:cxnSpLocks/>
            <a:stCxn id="19" idx="0"/>
            <a:endCxn id="17" idx="2"/>
          </p:cNvCxnSpPr>
          <p:nvPr/>
        </p:nvCxnSpPr>
        <p:spPr>
          <a:xfrm flipV="1">
            <a:off x="3853660" y="3234109"/>
            <a:ext cx="0" cy="429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A611D40-C131-88FB-0004-E666C6BE804D}"/>
              </a:ext>
            </a:extLst>
          </p:cNvPr>
          <p:cNvSpPr txBox="1"/>
          <p:nvPr/>
        </p:nvSpPr>
        <p:spPr>
          <a:xfrm>
            <a:off x="3853659" y="3313034"/>
            <a:ext cx="1157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Deployment</a:t>
            </a:r>
          </a:p>
        </p:txBody>
      </p:sp>
      <p:pic>
        <p:nvPicPr>
          <p:cNvPr id="38" name="Graphic 37" descr="User with solid fill">
            <a:extLst>
              <a:ext uri="{FF2B5EF4-FFF2-40B4-BE49-F238E27FC236}">
                <a16:creationId xmlns:a16="http://schemas.microsoft.com/office/drawing/2014/main" id="{EDA73722-C402-8986-AFAA-265876300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1804" y="2776909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827C839-7FA2-B510-4F21-438E5019D647}"/>
              </a:ext>
            </a:extLst>
          </p:cNvPr>
          <p:cNvSpPr txBox="1"/>
          <p:nvPr/>
        </p:nvSpPr>
        <p:spPr>
          <a:xfrm>
            <a:off x="8015252" y="3644097"/>
            <a:ext cx="947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Auditor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3285809-5A5D-CE77-FFCA-9444363F403E}"/>
              </a:ext>
            </a:extLst>
          </p:cNvPr>
          <p:cNvCxnSpPr/>
          <p:nvPr/>
        </p:nvCxnSpPr>
        <p:spPr>
          <a:xfrm flipH="1">
            <a:off x="7169285" y="3313034"/>
            <a:ext cx="8459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10202DB-099F-8CE0-061A-C6D2DDEB63C1}"/>
              </a:ext>
            </a:extLst>
          </p:cNvPr>
          <p:cNvSpPr txBox="1"/>
          <p:nvPr/>
        </p:nvSpPr>
        <p:spPr>
          <a:xfrm>
            <a:off x="6487339" y="2825293"/>
            <a:ext cx="5293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660A6A-3FCD-0C56-11DB-103E00C164BB}"/>
              </a:ext>
            </a:extLst>
          </p:cNvPr>
          <p:cNvSpPr txBox="1"/>
          <p:nvPr/>
        </p:nvSpPr>
        <p:spPr>
          <a:xfrm>
            <a:off x="5872288" y="2335641"/>
            <a:ext cx="1725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Akses</a:t>
            </a:r>
            <a:r>
              <a:rPr lang="en-US" dirty="0"/>
              <a:t> yang mana</a:t>
            </a:r>
          </a:p>
        </p:txBody>
      </p:sp>
    </p:spTree>
    <p:extLst>
      <p:ext uri="{BB962C8B-B14F-4D97-AF65-F5344CB8AC3E}">
        <p14:creationId xmlns:p14="http://schemas.microsoft.com/office/powerpoint/2010/main" val="1698670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A962931-2D9D-C09D-5383-97B05E125112}"/>
              </a:ext>
            </a:extLst>
          </p:cNvPr>
          <p:cNvSpPr/>
          <p:nvPr/>
        </p:nvSpPr>
        <p:spPr>
          <a:xfrm>
            <a:off x="5843553" y="1630683"/>
            <a:ext cx="1530013" cy="1009076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Clone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28B4F-A7AA-1A2B-9E71-6E643F6F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/>
              <a:t>Akses</a:t>
            </a:r>
            <a:r>
              <a:rPr lang="en-US" dirty="0"/>
              <a:t> Auditor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1BF0F-2B41-AE97-01A3-4525E04A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38" name="Graphic 37" descr="User with solid fill">
            <a:extLst>
              <a:ext uri="{FF2B5EF4-FFF2-40B4-BE49-F238E27FC236}">
                <a16:creationId xmlns:a16="http://schemas.microsoft.com/office/drawing/2014/main" id="{EDA73722-C402-8986-AFAA-265876300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776909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827C839-7FA2-B510-4F21-438E5019D647}"/>
              </a:ext>
            </a:extLst>
          </p:cNvPr>
          <p:cNvSpPr txBox="1"/>
          <p:nvPr/>
        </p:nvSpPr>
        <p:spPr>
          <a:xfrm>
            <a:off x="821648" y="3644097"/>
            <a:ext cx="947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Auditor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7DCC3E-836E-CEE3-7A9C-EEDB32747CD1}"/>
              </a:ext>
            </a:extLst>
          </p:cNvPr>
          <p:cNvSpPr/>
          <p:nvPr/>
        </p:nvSpPr>
        <p:spPr>
          <a:xfrm>
            <a:off x="2363821" y="1731523"/>
            <a:ext cx="1322962" cy="807396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ToD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77BCB0-2B71-F8FA-FA6F-3E3FE3064F25}"/>
              </a:ext>
            </a:extLst>
          </p:cNvPr>
          <p:cNvSpPr/>
          <p:nvPr/>
        </p:nvSpPr>
        <p:spPr>
          <a:xfrm>
            <a:off x="2363821" y="4319082"/>
            <a:ext cx="1322962" cy="807396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ToE</a:t>
            </a:r>
            <a:endParaRPr lang="en-US" sz="2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C33788-5853-6455-086F-4CE3B775720F}"/>
              </a:ext>
            </a:extLst>
          </p:cNvPr>
          <p:cNvCxnSpPr>
            <a:cxnSpLocks/>
          </p:cNvCxnSpPr>
          <p:nvPr/>
        </p:nvCxnSpPr>
        <p:spPr>
          <a:xfrm flipV="1">
            <a:off x="1769151" y="2250374"/>
            <a:ext cx="493098" cy="9837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F8DEF0-5379-42A4-F300-D0DCB1BF051B}"/>
              </a:ext>
            </a:extLst>
          </p:cNvPr>
          <p:cNvCxnSpPr>
            <a:cxnSpLocks/>
          </p:cNvCxnSpPr>
          <p:nvPr/>
        </p:nvCxnSpPr>
        <p:spPr>
          <a:xfrm>
            <a:off x="1769151" y="3234109"/>
            <a:ext cx="493098" cy="1343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AF20DDE-F4BB-4791-B05E-13852DAA8470}"/>
              </a:ext>
            </a:extLst>
          </p:cNvPr>
          <p:cNvSpPr/>
          <p:nvPr/>
        </p:nvSpPr>
        <p:spPr>
          <a:xfrm>
            <a:off x="4281453" y="1731523"/>
            <a:ext cx="1322962" cy="807396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aplikasi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941288-5A96-0413-32AA-975850B6C78A}"/>
              </a:ext>
            </a:extLst>
          </p:cNvPr>
          <p:cNvSpPr/>
          <p:nvPr/>
        </p:nvSpPr>
        <p:spPr>
          <a:xfrm>
            <a:off x="4281453" y="4319082"/>
            <a:ext cx="1322962" cy="807396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8E3081-5405-CDEE-90E0-448C48679D7F}"/>
              </a:ext>
            </a:extLst>
          </p:cNvPr>
          <p:cNvSpPr/>
          <p:nvPr/>
        </p:nvSpPr>
        <p:spPr>
          <a:xfrm>
            <a:off x="7600206" y="1630683"/>
            <a:ext cx="1530013" cy="1009076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Development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20A3F2-AE25-2573-C13C-407528F2A834}"/>
              </a:ext>
            </a:extLst>
          </p:cNvPr>
          <p:cNvSpPr/>
          <p:nvPr/>
        </p:nvSpPr>
        <p:spPr>
          <a:xfrm>
            <a:off x="9356859" y="1630683"/>
            <a:ext cx="1530013" cy="1009076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Production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477491-3581-F8DD-2A51-BA60CE4B4C0E}"/>
              </a:ext>
            </a:extLst>
          </p:cNvPr>
          <p:cNvSpPr/>
          <p:nvPr/>
        </p:nvSpPr>
        <p:spPr>
          <a:xfrm>
            <a:off x="5843553" y="4218241"/>
            <a:ext cx="1530013" cy="1009076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DB Access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BC9DDE5-0224-A4E4-5E6C-26F86907AEF0}"/>
              </a:ext>
            </a:extLst>
          </p:cNvPr>
          <p:cNvSpPr/>
          <p:nvPr/>
        </p:nvSpPr>
        <p:spPr>
          <a:xfrm>
            <a:off x="7600206" y="4218241"/>
            <a:ext cx="1530013" cy="1009076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1624300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6C0CBB0-9520-B05B-6D88-38E7F82272D1}"/>
              </a:ext>
            </a:extLst>
          </p:cNvPr>
          <p:cNvSpPr/>
          <p:nvPr/>
        </p:nvSpPr>
        <p:spPr>
          <a:xfrm>
            <a:off x="6138153" y="1926430"/>
            <a:ext cx="4292948" cy="1821471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28B4F-A7AA-1A2B-9E71-6E643F6F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/>
              <a:t>Akses</a:t>
            </a:r>
            <a:r>
              <a:rPr lang="en-US" dirty="0"/>
              <a:t> Data (DB Access)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1BF0F-2B41-AE97-01A3-4525E04A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5DDE0F-C1E3-9C35-4BC9-D9C564B8FAB9}"/>
              </a:ext>
            </a:extLst>
          </p:cNvPr>
          <p:cNvSpPr/>
          <p:nvPr/>
        </p:nvSpPr>
        <p:spPr>
          <a:xfrm>
            <a:off x="1352336" y="1881920"/>
            <a:ext cx="2929743" cy="203308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4F5D5E-5D6D-B0AB-2053-355DC35B1D59}"/>
              </a:ext>
            </a:extLst>
          </p:cNvPr>
          <p:cNvSpPr/>
          <p:nvPr/>
        </p:nvSpPr>
        <p:spPr>
          <a:xfrm>
            <a:off x="1632815" y="2358642"/>
            <a:ext cx="1111623" cy="1111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Aplikasi Prod</a:t>
            </a:r>
          </a:p>
        </p:txBody>
      </p:sp>
      <p:sp>
        <p:nvSpPr>
          <p:cNvPr id="12" name="Can 12">
            <a:extLst>
              <a:ext uri="{FF2B5EF4-FFF2-40B4-BE49-F238E27FC236}">
                <a16:creationId xmlns:a16="http://schemas.microsoft.com/office/drawing/2014/main" id="{395F68BC-1624-B5CD-4631-5D62C7635A94}"/>
              </a:ext>
            </a:extLst>
          </p:cNvPr>
          <p:cNvSpPr/>
          <p:nvPr/>
        </p:nvSpPr>
        <p:spPr>
          <a:xfrm>
            <a:off x="3231570" y="2358642"/>
            <a:ext cx="824753" cy="109692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DB Prod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05032C-5962-29E2-6B55-4E84C750D995}"/>
              </a:ext>
            </a:extLst>
          </p:cNvPr>
          <p:cNvCxnSpPr>
            <a:cxnSpLocks/>
          </p:cNvCxnSpPr>
          <p:nvPr/>
        </p:nvCxnSpPr>
        <p:spPr>
          <a:xfrm flipV="1">
            <a:off x="2738512" y="2914453"/>
            <a:ext cx="493058" cy="44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00DC2A-A112-6629-2C98-B84A6EFC2184}"/>
              </a:ext>
            </a:extLst>
          </p:cNvPr>
          <p:cNvSpPr txBox="1"/>
          <p:nvPr/>
        </p:nvSpPr>
        <p:spPr>
          <a:xfrm>
            <a:off x="1495178" y="1913906"/>
            <a:ext cx="2644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Production Environment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8CE42E-D94A-B05F-ACC1-7B094A77E88F}"/>
              </a:ext>
            </a:extLst>
          </p:cNvPr>
          <p:cNvCxnSpPr>
            <a:cxnSpLocks/>
          </p:cNvCxnSpPr>
          <p:nvPr/>
        </p:nvCxnSpPr>
        <p:spPr>
          <a:xfrm>
            <a:off x="4282079" y="2914453"/>
            <a:ext cx="1856074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014700B-B951-2530-6886-0C429C1918AF}"/>
              </a:ext>
            </a:extLst>
          </p:cNvPr>
          <p:cNvSpPr txBox="1"/>
          <p:nvPr/>
        </p:nvSpPr>
        <p:spPr>
          <a:xfrm>
            <a:off x="4432716" y="3039795"/>
            <a:ext cx="15749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clone / back up</a:t>
            </a:r>
            <a:endParaRPr lang="en-ID" sz="16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DF31EE1-B3EB-D7EC-59A1-85845CCAEB68}"/>
              </a:ext>
            </a:extLst>
          </p:cNvPr>
          <p:cNvCxnSpPr>
            <a:cxnSpLocks/>
          </p:cNvCxnSpPr>
          <p:nvPr/>
        </p:nvCxnSpPr>
        <p:spPr>
          <a:xfrm>
            <a:off x="7353680" y="2899428"/>
            <a:ext cx="1887597" cy="15025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n 12">
            <a:extLst>
              <a:ext uri="{FF2B5EF4-FFF2-40B4-BE49-F238E27FC236}">
                <a16:creationId xmlns:a16="http://schemas.microsoft.com/office/drawing/2014/main" id="{8ACB3522-0F83-660D-3169-E307357A1571}"/>
              </a:ext>
            </a:extLst>
          </p:cNvPr>
          <p:cNvSpPr/>
          <p:nvPr/>
        </p:nvSpPr>
        <p:spPr>
          <a:xfrm>
            <a:off x="6352186" y="2358642"/>
            <a:ext cx="824753" cy="109692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DB Staging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100327-2F51-8DA3-674C-63AF8BC99311}"/>
              </a:ext>
            </a:extLst>
          </p:cNvPr>
          <p:cNvSpPr txBox="1"/>
          <p:nvPr/>
        </p:nvSpPr>
        <p:spPr>
          <a:xfrm>
            <a:off x="7452120" y="3039795"/>
            <a:ext cx="1646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DB Access (SQL)</a:t>
            </a:r>
            <a:endParaRPr lang="en-ID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6C6D8B-A782-3098-2A91-9D62E7152C9A}"/>
              </a:ext>
            </a:extLst>
          </p:cNvPr>
          <p:cNvSpPr txBox="1"/>
          <p:nvPr/>
        </p:nvSpPr>
        <p:spPr>
          <a:xfrm>
            <a:off x="7103671" y="2173976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949E2D-46BB-C2E9-9750-F3DABB0EC971}"/>
              </a:ext>
            </a:extLst>
          </p:cNvPr>
          <p:cNvSpPr txBox="1"/>
          <p:nvPr/>
        </p:nvSpPr>
        <p:spPr>
          <a:xfrm>
            <a:off x="849836" y="5848662"/>
            <a:ext cx="10503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 Staging Database </a:t>
            </a:r>
            <a:r>
              <a:rPr lang="en-US" sz="1400" i="1" dirty="0" err="1"/>
              <a:t>beragam</a:t>
            </a:r>
            <a:r>
              <a:rPr lang="en-US" sz="1400" i="1" dirty="0"/>
              <a:t> </a:t>
            </a:r>
            <a:r>
              <a:rPr lang="en-US" sz="1400" i="1" dirty="0" err="1"/>
              <a:t>praktiknya</a:t>
            </a:r>
            <a:r>
              <a:rPr lang="en-US" sz="1400" i="1" dirty="0"/>
              <a:t>, </a:t>
            </a:r>
            <a:r>
              <a:rPr lang="en-US" sz="1400" i="1" dirty="0" err="1"/>
              <a:t>ada</a:t>
            </a:r>
            <a:r>
              <a:rPr lang="en-US" sz="1400" i="1" dirty="0"/>
              <a:t> yang di-staging di </a:t>
            </a:r>
            <a:r>
              <a:rPr lang="en-US" sz="1400" i="1" dirty="0" err="1"/>
              <a:t>infrastruktur</a:t>
            </a:r>
            <a:r>
              <a:rPr lang="en-US" sz="1400" i="1" dirty="0"/>
              <a:t> </a:t>
            </a:r>
            <a:r>
              <a:rPr lang="en-US" sz="1400" i="1" dirty="0" err="1"/>
              <a:t>auditan</a:t>
            </a:r>
            <a:r>
              <a:rPr lang="en-US" sz="1400" i="1" dirty="0"/>
              <a:t>, </a:t>
            </a:r>
            <a:r>
              <a:rPr lang="en-US" sz="1400" i="1" dirty="0" err="1"/>
              <a:t>ada</a:t>
            </a:r>
            <a:r>
              <a:rPr lang="en-US" sz="1400" i="1" dirty="0"/>
              <a:t> juga yang di </a:t>
            </a:r>
            <a:r>
              <a:rPr lang="en-US" sz="1400" i="1" dirty="0" err="1"/>
              <a:t>infrastruktur</a:t>
            </a:r>
            <a:r>
              <a:rPr lang="en-US" sz="1400" i="1" dirty="0"/>
              <a:t> auditor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14FDC9-E76F-D5CA-5C1F-A896156D0394}"/>
              </a:ext>
            </a:extLst>
          </p:cNvPr>
          <p:cNvSpPr txBox="1"/>
          <p:nvPr/>
        </p:nvSpPr>
        <p:spPr>
          <a:xfrm>
            <a:off x="5455786" y="4245508"/>
            <a:ext cx="4068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Memerlukan</a:t>
            </a:r>
            <a:r>
              <a:rPr lang="en-US" dirty="0"/>
              <a:t> </a:t>
            </a:r>
            <a:r>
              <a:rPr lang="en-US" dirty="0" err="1"/>
              <a:t>pengaturan</a:t>
            </a:r>
            <a:r>
              <a:rPr lang="en-US" dirty="0"/>
              <a:t> tambahan</a:t>
            </a:r>
          </a:p>
          <a:p>
            <a:pPr marL="285750" indent="-285750">
              <a:buFontTx/>
              <a:buChar char="-"/>
            </a:pPr>
            <a:r>
              <a:rPr lang="en-US" dirty="0"/>
              <a:t>Secara </a:t>
            </a:r>
            <a:r>
              <a:rPr lang="en-US" dirty="0" err="1"/>
              <a:t>teknis</a:t>
            </a:r>
            <a:r>
              <a:rPr lang="en-US" dirty="0"/>
              <a:t> lebih </a:t>
            </a:r>
            <a:r>
              <a:rPr lang="en-US" dirty="0" err="1"/>
              <a:t>kompleks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F16DEC-D0D2-BAB5-D325-AFBD685C2FCF}"/>
              </a:ext>
            </a:extLst>
          </p:cNvPr>
          <p:cNvSpPr txBox="1"/>
          <p:nvPr/>
        </p:nvSpPr>
        <p:spPr>
          <a:xfrm>
            <a:off x="1710635" y="4251264"/>
            <a:ext cx="33477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integritas data lebih </a:t>
            </a:r>
            <a:r>
              <a:rPr lang="en-US" dirty="0" err="1"/>
              <a:t>terjamin</a:t>
            </a:r>
            <a:endParaRPr lang="en-US" dirty="0"/>
          </a:p>
          <a:p>
            <a:pPr marL="174625" indent="-174625"/>
            <a:r>
              <a:rPr lang="en-US" dirty="0"/>
              <a:t>+ </a:t>
            </a:r>
            <a:r>
              <a:rPr lang="en-US" dirty="0" err="1"/>
              <a:t>pengolahan</a:t>
            </a:r>
            <a:r>
              <a:rPr lang="en-US" dirty="0"/>
              <a:t> lebih </a:t>
            </a:r>
            <a:r>
              <a:rPr lang="en-US" dirty="0" err="1"/>
              <a:t>cepat</a:t>
            </a:r>
            <a:r>
              <a:rPr lang="en-US" dirty="0"/>
              <a:t> pada data dengan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besar</a:t>
            </a:r>
            <a:endParaRPr lang="en-US" dirty="0"/>
          </a:p>
          <a:p>
            <a:pPr marL="174625" indent="-174625"/>
            <a:r>
              <a:rPr lang="en-US" dirty="0"/>
              <a:t>+ </a:t>
            </a:r>
            <a:r>
              <a:rPr lang="en-US" dirty="0" err="1"/>
              <a:t>cocok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pengawasan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(auditor </a:t>
            </a:r>
            <a:r>
              <a:rPr lang="en-US" dirty="0" err="1"/>
              <a:t>eksternal</a:t>
            </a:r>
            <a:r>
              <a:rPr lang="en-US" dirty="0"/>
              <a:t>)</a:t>
            </a:r>
          </a:p>
        </p:txBody>
      </p:sp>
      <p:pic>
        <p:nvPicPr>
          <p:cNvPr id="20" name="Graphic 19" descr="User with solid fill">
            <a:extLst>
              <a:ext uri="{FF2B5EF4-FFF2-40B4-BE49-F238E27FC236}">
                <a16:creationId xmlns:a16="http://schemas.microsoft.com/office/drawing/2014/main" id="{52815B69-5107-4755-8DF6-5C7B7080B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2453" y="2279269"/>
            <a:ext cx="914400" cy="914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0704E46-3BE1-43B2-9B62-4D914EA76ED4}"/>
              </a:ext>
            </a:extLst>
          </p:cNvPr>
          <p:cNvSpPr txBox="1"/>
          <p:nvPr/>
        </p:nvSpPr>
        <p:spPr>
          <a:xfrm>
            <a:off x="9315901" y="3146457"/>
            <a:ext cx="947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Auditor</a:t>
            </a:r>
          </a:p>
        </p:txBody>
      </p:sp>
    </p:spTree>
    <p:extLst>
      <p:ext uri="{BB962C8B-B14F-4D97-AF65-F5344CB8AC3E}">
        <p14:creationId xmlns:p14="http://schemas.microsoft.com/office/powerpoint/2010/main" val="2860335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28B4F-A7AA-1A2B-9E71-6E643F6F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/>
              <a:t>Akses</a:t>
            </a:r>
            <a:r>
              <a:rPr lang="en-US" dirty="0"/>
              <a:t> Data (Export)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1BF0F-2B41-AE97-01A3-4525E04A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5DDE0F-C1E3-9C35-4BC9-D9C564B8FAB9}"/>
              </a:ext>
            </a:extLst>
          </p:cNvPr>
          <p:cNvSpPr/>
          <p:nvPr/>
        </p:nvSpPr>
        <p:spPr>
          <a:xfrm>
            <a:off x="1556617" y="1726321"/>
            <a:ext cx="2929743" cy="203308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4F5D5E-5D6D-B0AB-2053-355DC35B1D59}"/>
              </a:ext>
            </a:extLst>
          </p:cNvPr>
          <p:cNvSpPr/>
          <p:nvPr/>
        </p:nvSpPr>
        <p:spPr>
          <a:xfrm>
            <a:off x="1837096" y="2203043"/>
            <a:ext cx="1111623" cy="1111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Aplikasi Prod</a:t>
            </a:r>
          </a:p>
        </p:txBody>
      </p:sp>
      <p:sp>
        <p:nvSpPr>
          <p:cNvPr id="12" name="Can 12">
            <a:extLst>
              <a:ext uri="{FF2B5EF4-FFF2-40B4-BE49-F238E27FC236}">
                <a16:creationId xmlns:a16="http://schemas.microsoft.com/office/drawing/2014/main" id="{395F68BC-1624-B5CD-4631-5D62C7635A94}"/>
              </a:ext>
            </a:extLst>
          </p:cNvPr>
          <p:cNvSpPr/>
          <p:nvPr/>
        </p:nvSpPr>
        <p:spPr>
          <a:xfrm>
            <a:off x="3435851" y="2203043"/>
            <a:ext cx="824753" cy="109692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DB Prod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05032C-5962-29E2-6B55-4E84C750D995}"/>
              </a:ext>
            </a:extLst>
          </p:cNvPr>
          <p:cNvCxnSpPr>
            <a:cxnSpLocks/>
          </p:cNvCxnSpPr>
          <p:nvPr/>
        </p:nvCxnSpPr>
        <p:spPr>
          <a:xfrm flipV="1">
            <a:off x="2942793" y="2758854"/>
            <a:ext cx="493058" cy="44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00DC2A-A112-6629-2C98-B84A6EFC2184}"/>
              </a:ext>
            </a:extLst>
          </p:cNvPr>
          <p:cNvSpPr txBox="1"/>
          <p:nvPr/>
        </p:nvSpPr>
        <p:spPr>
          <a:xfrm>
            <a:off x="1699459" y="1758307"/>
            <a:ext cx="2644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Production Environment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8CE42E-D94A-B05F-ACC1-7B094A77E88F}"/>
              </a:ext>
            </a:extLst>
          </p:cNvPr>
          <p:cNvCxnSpPr>
            <a:cxnSpLocks/>
          </p:cNvCxnSpPr>
          <p:nvPr/>
        </p:nvCxnSpPr>
        <p:spPr>
          <a:xfrm>
            <a:off x="4486360" y="2758854"/>
            <a:ext cx="2288499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014700B-B951-2530-6886-0C429C1918AF}"/>
              </a:ext>
            </a:extLst>
          </p:cNvPr>
          <p:cNvSpPr txBox="1"/>
          <p:nvPr/>
        </p:nvSpPr>
        <p:spPr>
          <a:xfrm>
            <a:off x="4483819" y="2884196"/>
            <a:ext cx="22039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copy / extract / export</a:t>
            </a:r>
            <a:endParaRPr lang="en-ID" sz="1600" dirty="0"/>
          </a:p>
        </p:txBody>
      </p:sp>
      <p:pic>
        <p:nvPicPr>
          <p:cNvPr id="24" name="Graphic 23" descr="Disk">
            <a:extLst>
              <a:ext uri="{FF2B5EF4-FFF2-40B4-BE49-F238E27FC236}">
                <a16:creationId xmlns:a16="http://schemas.microsoft.com/office/drawing/2014/main" id="{9C2579A9-4528-3C1B-91EB-77934BCD5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6042" y="2221150"/>
            <a:ext cx="914400" cy="9144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DF31EE1-B3EB-D7EC-59A1-85845CCAEB68}"/>
              </a:ext>
            </a:extLst>
          </p:cNvPr>
          <p:cNvCxnSpPr>
            <a:cxnSpLocks/>
          </p:cNvCxnSpPr>
          <p:nvPr/>
        </p:nvCxnSpPr>
        <p:spPr>
          <a:xfrm>
            <a:off x="7923169" y="2743829"/>
            <a:ext cx="1748264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1C4EF74-1879-E299-53AA-341B164E8FE5}"/>
              </a:ext>
            </a:extLst>
          </p:cNvPr>
          <p:cNvSpPr txBox="1"/>
          <p:nvPr/>
        </p:nvSpPr>
        <p:spPr>
          <a:xfrm>
            <a:off x="7981124" y="2869171"/>
            <a:ext cx="1424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copy / import</a:t>
            </a:r>
            <a:endParaRPr lang="en-ID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920422-A60A-D3F6-021D-5A620CFFAC3B}"/>
              </a:ext>
            </a:extLst>
          </p:cNvPr>
          <p:cNvSpPr txBox="1"/>
          <p:nvPr/>
        </p:nvSpPr>
        <p:spPr>
          <a:xfrm>
            <a:off x="6586771" y="1859346"/>
            <a:ext cx="16129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Removeable Storage / </a:t>
            </a:r>
          </a:p>
          <a:p>
            <a:pPr algn="ctr"/>
            <a:r>
              <a:rPr lang="en-US" sz="1100" dirty="0"/>
              <a:t>Cloud storage</a:t>
            </a:r>
            <a:endParaRPr lang="en-ID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C8E478-3B8A-8B77-72AC-DFFA320891C4}"/>
              </a:ext>
            </a:extLst>
          </p:cNvPr>
          <p:cNvSpPr txBox="1"/>
          <p:nvPr/>
        </p:nvSpPr>
        <p:spPr>
          <a:xfrm>
            <a:off x="1837095" y="4406630"/>
            <a:ext cx="33477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dilakukan</a:t>
            </a:r>
            <a:endParaRPr lang="en-US" dirty="0"/>
          </a:p>
          <a:p>
            <a:r>
              <a:rPr lang="en-US" dirty="0"/>
              <a:t>+ </a:t>
            </a:r>
            <a:r>
              <a:rPr lang="en-US" dirty="0" err="1"/>
              <a:t>relatif</a:t>
            </a:r>
            <a:r>
              <a:rPr lang="en-US" dirty="0"/>
              <a:t> lebih </a:t>
            </a:r>
            <a:r>
              <a:rPr lang="en-US" dirty="0" err="1"/>
              <a:t>cepat</a:t>
            </a:r>
            <a:endParaRPr lang="en-US" dirty="0"/>
          </a:p>
          <a:p>
            <a:pPr marL="174625" indent="-174625"/>
            <a:r>
              <a:rPr lang="en-US" dirty="0"/>
              <a:t>+ </a:t>
            </a:r>
            <a:r>
              <a:rPr lang="en-US" dirty="0" err="1"/>
              <a:t>cocok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pengawasan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(auditor </a:t>
            </a:r>
            <a:r>
              <a:rPr lang="en-US" dirty="0" err="1"/>
              <a:t>eksternal</a:t>
            </a:r>
            <a:r>
              <a:rPr lang="en-US" dirty="0"/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A413B4-9AD5-F293-9F88-20BFFFA26AD7}"/>
              </a:ext>
            </a:extLst>
          </p:cNvPr>
          <p:cNvSpPr txBox="1"/>
          <p:nvPr/>
        </p:nvSpPr>
        <p:spPr>
          <a:xfrm>
            <a:off x="5309871" y="4406630"/>
            <a:ext cx="4649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Integritas data </a:t>
            </a:r>
            <a:r>
              <a:rPr lang="en-US" dirty="0" err="1"/>
              <a:t>rentan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Data </a:t>
            </a:r>
            <a:r>
              <a:rPr lang="en-US" dirty="0" err="1"/>
              <a:t>bersifat</a:t>
            </a:r>
            <a:r>
              <a:rPr lang="en-US" dirty="0"/>
              <a:t> snapshot (tidak continuous)</a:t>
            </a:r>
          </a:p>
        </p:txBody>
      </p:sp>
      <p:pic>
        <p:nvPicPr>
          <p:cNvPr id="20" name="Graphic 19" descr="User with solid fill">
            <a:extLst>
              <a:ext uri="{FF2B5EF4-FFF2-40B4-BE49-F238E27FC236}">
                <a16:creationId xmlns:a16="http://schemas.microsoft.com/office/drawing/2014/main" id="{3F3F6990-EB87-4C43-ABBB-933BE1376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4994" y="2171752"/>
            <a:ext cx="914400" cy="914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FE5DD77-6EEF-4504-893F-B6D0FAD27105}"/>
              </a:ext>
            </a:extLst>
          </p:cNvPr>
          <p:cNvSpPr txBox="1"/>
          <p:nvPr/>
        </p:nvSpPr>
        <p:spPr>
          <a:xfrm>
            <a:off x="9718442" y="3038940"/>
            <a:ext cx="947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Auditor</a:t>
            </a:r>
          </a:p>
        </p:txBody>
      </p:sp>
    </p:spTree>
    <p:extLst>
      <p:ext uri="{BB962C8B-B14F-4D97-AF65-F5344CB8AC3E}">
        <p14:creationId xmlns:p14="http://schemas.microsoft.com/office/powerpoint/2010/main" val="1993495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A7BCB-BA1D-9825-7360-BEE8C12A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998B8F-765B-6455-0E88-2A6BE6FB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Lingkup</a:t>
            </a:r>
            <a:r>
              <a:rPr lang="en-US" dirty="0"/>
              <a:t> Latihan </a:t>
            </a:r>
            <a:r>
              <a:rPr lang="en-US" dirty="0" err="1"/>
              <a:t>Impor</a:t>
            </a:r>
            <a:r>
              <a:rPr lang="en-US" dirty="0"/>
              <a:t>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E8835-DACE-8790-3F8E-CDEF96279E9B}"/>
              </a:ext>
            </a:extLst>
          </p:cNvPr>
          <p:cNvSpPr/>
          <p:nvPr/>
        </p:nvSpPr>
        <p:spPr>
          <a:xfrm>
            <a:off x="8442408" y="1721055"/>
            <a:ext cx="2844310" cy="128340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72000"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Delimited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Fixed Width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3CCD90-C72F-DAE9-3D95-5A0559C2737E}"/>
              </a:ext>
            </a:extLst>
          </p:cNvPr>
          <p:cNvSpPr/>
          <p:nvPr/>
        </p:nvSpPr>
        <p:spPr>
          <a:xfrm>
            <a:off x="8442407" y="3902291"/>
            <a:ext cx="2844310" cy="2160621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72000"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1"/>
                </a:solidFill>
              </a:rPr>
              <a:t>Mdb</a:t>
            </a:r>
            <a:r>
              <a:rPr lang="en-US" sz="2800" dirty="0">
                <a:solidFill>
                  <a:schemeClr val="tx1"/>
                </a:solidFill>
              </a:rPr>
              <a:t> (Access)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1"/>
                </a:solidFill>
              </a:rPr>
              <a:t>Dbf</a:t>
            </a:r>
            <a:endParaRPr lang="en-US" sz="2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XBRL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json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3E158-D420-3060-6306-A72D970E07A4}"/>
              </a:ext>
            </a:extLst>
          </p:cNvPr>
          <p:cNvSpPr txBox="1"/>
          <p:nvPr/>
        </p:nvSpPr>
        <p:spPr>
          <a:xfrm>
            <a:off x="8609955" y="1072648"/>
            <a:ext cx="2509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Flat File/Text</a:t>
            </a:r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86005-F7EE-9882-4D0B-04417B1D6973}"/>
              </a:ext>
            </a:extLst>
          </p:cNvPr>
          <p:cNvSpPr txBox="1"/>
          <p:nvPr/>
        </p:nvSpPr>
        <p:spPr>
          <a:xfrm>
            <a:off x="8966816" y="3268769"/>
            <a:ext cx="1844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Non-Text</a:t>
            </a:r>
            <a:endParaRPr lang="en-ID" sz="3200" dirty="0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69EDB661-ABB1-97A3-B886-CE40B3F85246}"/>
              </a:ext>
            </a:extLst>
          </p:cNvPr>
          <p:cNvSpPr/>
          <p:nvPr/>
        </p:nvSpPr>
        <p:spPr>
          <a:xfrm>
            <a:off x="6957146" y="759496"/>
            <a:ext cx="1378857" cy="949343"/>
          </a:xfrm>
          <a:prstGeom prst="wedgeRoundRectCallout">
            <a:avLst>
              <a:gd name="adj1" fmla="val 68641"/>
              <a:gd name="adj2" fmla="val 18163"/>
              <a:gd name="adj3" fmla="val 16667"/>
            </a:avLst>
          </a:prstGeom>
          <a:solidFill>
            <a:schemeClr val="bg1"/>
          </a:solidFill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ysClr val="windowText" lastClr="000000"/>
                </a:solidFill>
              </a:rPr>
              <a:t>Butuh</a:t>
            </a:r>
            <a:r>
              <a:rPr 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sz="1200" dirty="0" err="1">
                <a:solidFill>
                  <a:sysClr val="windowText" lastClr="000000"/>
                </a:solidFill>
              </a:rPr>
              <a:t>pendefinisian</a:t>
            </a:r>
            <a:r>
              <a:rPr 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sz="1200" dirty="0" err="1">
                <a:solidFill>
                  <a:sysClr val="windowText" lastClr="000000"/>
                </a:solidFill>
              </a:rPr>
              <a:t>saat</a:t>
            </a:r>
            <a:r>
              <a:rPr 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sz="1200" dirty="0" err="1">
                <a:solidFill>
                  <a:sysClr val="windowText" lastClr="000000"/>
                </a:solidFill>
              </a:rPr>
              <a:t>impor</a:t>
            </a:r>
            <a:endParaRPr lang="en-ID" sz="1200" dirty="0">
              <a:solidFill>
                <a:sysClr val="windowText" lastClr="00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8158542-D498-259D-879C-25B4A8FDA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76" y="1871129"/>
            <a:ext cx="7683575" cy="2266655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7CB761CF-28B0-9F1D-6332-1DFAC199651F}"/>
              </a:ext>
            </a:extLst>
          </p:cNvPr>
          <p:cNvSpPr/>
          <p:nvPr/>
        </p:nvSpPr>
        <p:spPr>
          <a:xfrm>
            <a:off x="6314829" y="1871129"/>
            <a:ext cx="942005" cy="69038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698FD8-41E9-1B77-CA51-F1C7A8A8FC82}"/>
              </a:ext>
            </a:extLst>
          </p:cNvPr>
          <p:cNvSpPr/>
          <p:nvPr/>
        </p:nvSpPr>
        <p:spPr>
          <a:xfrm>
            <a:off x="77189" y="1967884"/>
            <a:ext cx="6120907" cy="232291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26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A7BCB-BA1D-9825-7360-BEE8C12A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998B8F-765B-6455-0E88-2A6BE6FB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Lingkup</a:t>
            </a:r>
            <a:r>
              <a:rPr lang="en-US" dirty="0"/>
              <a:t> Latihan </a:t>
            </a:r>
            <a:r>
              <a:rPr lang="en-US" dirty="0" err="1"/>
              <a:t>Impor</a:t>
            </a:r>
            <a:r>
              <a:rPr lang="en-US" dirty="0"/>
              <a:t>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E8835-DACE-8790-3F8E-CDEF96279E9B}"/>
              </a:ext>
            </a:extLst>
          </p:cNvPr>
          <p:cNvSpPr/>
          <p:nvPr/>
        </p:nvSpPr>
        <p:spPr>
          <a:xfrm>
            <a:off x="1544479" y="3084590"/>
            <a:ext cx="2844310" cy="128340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72000"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Delimited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Fixed Width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3CCD90-C72F-DAE9-3D95-5A0559C2737E}"/>
              </a:ext>
            </a:extLst>
          </p:cNvPr>
          <p:cNvSpPr/>
          <p:nvPr/>
        </p:nvSpPr>
        <p:spPr>
          <a:xfrm>
            <a:off x="7446353" y="3069705"/>
            <a:ext cx="2844310" cy="2160621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72000"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1"/>
                </a:solidFill>
              </a:rPr>
              <a:t>Mdb</a:t>
            </a:r>
            <a:r>
              <a:rPr lang="en-US" sz="2800" dirty="0">
                <a:solidFill>
                  <a:schemeClr val="tx1"/>
                </a:solidFill>
              </a:rPr>
              <a:t> (Access)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1"/>
                </a:solidFill>
              </a:rPr>
              <a:t>Dbf</a:t>
            </a:r>
            <a:endParaRPr lang="en-US" sz="2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XBRL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json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3E158-D420-3060-6306-A72D970E07A4}"/>
              </a:ext>
            </a:extLst>
          </p:cNvPr>
          <p:cNvSpPr txBox="1"/>
          <p:nvPr/>
        </p:nvSpPr>
        <p:spPr>
          <a:xfrm>
            <a:off x="1712026" y="2436183"/>
            <a:ext cx="2509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Flat File/Text</a:t>
            </a:r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86005-F7EE-9882-4D0B-04417B1D6973}"/>
              </a:ext>
            </a:extLst>
          </p:cNvPr>
          <p:cNvSpPr txBox="1"/>
          <p:nvPr/>
        </p:nvSpPr>
        <p:spPr>
          <a:xfrm>
            <a:off x="7970762" y="2436183"/>
            <a:ext cx="1844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Non-Text</a:t>
            </a:r>
            <a:endParaRPr lang="en-ID" sz="3200" dirty="0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69EDB661-ABB1-97A3-B886-CE40B3F85246}"/>
              </a:ext>
            </a:extLst>
          </p:cNvPr>
          <p:cNvSpPr/>
          <p:nvPr/>
        </p:nvSpPr>
        <p:spPr>
          <a:xfrm>
            <a:off x="4205637" y="1455024"/>
            <a:ext cx="1378857" cy="949343"/>
          </a:xfrm>
          <a:prstGeom prst="wedgeRoundRectCallout">
            <a:avLst>
              <a:gd name="adj1" fmla="val -49303"/>
              <a:gd name="adj2" fmla="val 79575"/>
              <a:gd name="adj3" fmla="val 16667"/>
            </a:avLst>
          </a:prstGeom>
          <a:solidFill>
            <a:schemeClr val="bg1"/>
          </a:solidFill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ysClr val="windowText" lastClr="000000"/>
                </a:solidFill>
              </a:rPr>
              <a:t>Butuh</a:t>
            </a:r>
            <a:r>
              <a:rPr 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sz="1200" dirty="0" err="1">
                <a:solidFill>
                  <a:sysClr val="windowText" lastClr="000000"/>
                </a:solidFill>
              </a:rPr>
              <a:t>pendefinisian</a:t>
            </a:r>
            <a:r>
              <a:rPr 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sz="1200" dirty="0" err="1">
                <a:solidFill>
                  <a:sysClr val="windowText" lastClr="000000"/>
                </a:solidFill>
              </a:rPr>
              <a:t>saat</a:t>
            </a:r>
            <a:r>
              <a:rPr 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sz="1200" dirty="0" err="1">
                <a:solidFill>
                  <a:sysClr val="windowText" lastClr="000000"/>
                </a:solidFill>
              </a:rPr>
              <a:t>impor</a:t>
            </a:r>
            <a:endParaRPr lang="en-ID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298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Right 7">
            <a:extLst>
              <a:ext uri="{FF2B5EF4-FFF2-40B4-BE49-F238E27FC236}">
                <a16:creationId xmlns:a16="http://schemas.microsoft.com/office/drawing/2014/main" id="{F678FE65-FA19-4F07-B902-1C0D7F723A6C}"/>
              </a:ext>
            </a:extLst>
          </p:cNvPr>
          <p:cNvSpPr/>
          <p:nvPr/>
        </p:nvSpPr>
        <p:spPr>
          <a:xfrm>
            <a:off x="1123208" y="1873865"/>
            <a:ext cx="6038602" cy="480950"/>
          </a:xfrm>
          <a:prstGeom prst="rightArrow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BCBB3-42AE-49BC-A210-D33EF9FF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Alur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Impor</a:t>
            </a:r>
            <a:r>
              <a:rPr lang="en-US" dirty="0"/>
              <a:t> Data I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E9378-37DE-42EF-8337-EDFBEAD1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FF946-3FFB-41E8-BC78-10C2A46693DF}"/>
              </a:ext>
            </a:extLst>
          </p:cNvPr>
          <p:cNvSpPr/>
          <p:nvPr/>
        </p:nvSpPr>
        <p:spPr>
          <a:xfrm>
            <a:off x="879764" y="1621514"/>
            <a:ext cx="1834738" cy="985652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8CB7D-47C9-433C-8A4C-8CCFC3899C38}"/>
              </a:ext>
            </a:extLst>
          </p:cNvPr>
          <p:cNvSpPr/>
          <p:nvPr/>
        </p:nvSpPr>
        <p:spPr>
          <a:xfrm>
            <a:off x="4020787" y="1621514"/>
            <a:ext cx="1834738" cy="985652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</a:t>
            </a:r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5C4E8-E6D7-4980-902B-645981140572}"/>
              </a:ext>
            </a:extLst>
          </p:cNvPr>
          <p:cNvSpPr/>
          <p:nvPr/>
        </p:nvSpPr>
        <p:spPr>
          <a:xfrm>
            <a:off x="7161810" y="1621514"/>
            <a:ext cx="1834738" cy="985652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E74A4-1869-4504-B8EF-7036D4436545}"/>
              </a:ext>
            </a:extLst>
          </p:cNvPr>
          <p:cNvSpPr txBox="1"/>
          <p:nvPr/>
        </p:nvSpPr>
        <p:spPr>
          <a:xfrm>
            <a:off x="838200" y="2863468"/>
            <a:ext cx="22147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Apa</a:t>
            </a:r>
            <a:r>
              <a:rPr lang="en-US" sz="1400" dirty="0"/>
              <a:t> </a:t>
            </a:r>
            <a:r>
              <a:rPr lang="en-US" sz="1400" dirty="0" err="1"/>
              <a:t>jenis</a:t>
            </a:r>
            <a:r>
              <a:rPr lang="en-US" sz="1400" dirty="0"/>
              <a:t> file-</a:t>
            </a:r>
            <a:r>
              <a:rPr lang="en-US" sz="1400" dirty="0" err="1"/>
              <a:t>nya</a:t>
            </a:r>
            <a:r>
              <a:rPr lang="en-US" sz="14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400" dirty="0" err="1"/>
              <a:t>Bagaimana</a:t>
            </a:r>
            <a:r>
              <a:rPr lang="en-ID" sz="1400" dirty="0"/>
              <a:t> data </a:t>
            </a:r>
            <a:r>
              <a:rPr lang="en-ID" sz="1400" dirty="0" err="1"/>
              <a:t>tersimpan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file?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5C9771-E768-4C56-BDED-507E24DC3A27}"/>
              </a:ext>
            </a:extLst>
          </p:cNvPr>
          <p:cNvSpPr txBox="1"/>
          <p:nvPr/>
        </p:nvSpPr>
        <p:spPr>
          <a:xfrm>
            <a:off x="3925784" y="2859517"/>
            <a:ext cx="3000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Apakah</a:t>
            </a:r>
            <a:r>
              <a:rPr lang="en-US" sz="1400" dirty="0"/>
              <a:t> preview </a:t>
            </a:r>
            <a:r>
              <a:rPr lang="en-US" sz="1400" dirty="0" err="1"/>
              <a:t>hasil</a:t>
            </a:r>
            <a:r>
              <a:rPr lang="en-US" sz="1400" dirty="0"/>
              <a:t> </a:t>
            </a:r>
            <a:r>
              <a:rPr lang="en-US" sz="1400" dirty="0" err="1"/>
              <a:t>impor</a:t>
            </a:r>
            <a:r>
              <a:rPr lang="en-US" sz="1400" dirty="0"/>
              <a:t>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sesuai</a:t>
            </a:r>
            <a:r>
              <a:rPr lang="en-US" sz="14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Apakah</a:t>
            </a:r>
            <a:r>
              <a:rPr lang="en-US" sz="1400" dirty="0"/>
              <a:t> format/</a:t>
            </a:r>
            <a:r>
              <a:rPr lang="en-US" sz="1400" dirty="0" err="1"/>
              <a:t>tipe</a:t>
            </a:r>
            <a:r>
              <a:rPr lang="en-US" sz="1400" dirty="0"/>
              <a:t> data (masing-masing </a:t>
            </a:r>
            <a:r>
              <a:rPr lang="en-US" sz="1400" dirty="0" err="1"/>
              <a:t>kolom</a:t>
            </a:r>
            <a:r>
              <a:rPr lang="en-US" sz="1400" dirty="0"/>
              <a:t>)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sesuai</a:t>
            </a:r>
            <a:r>
              <a:rPr lang="en-US" sz="14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Apakah</a:t>
            </a:r>
            <a:r>
              <a:rPr lang="en-US" sz="1400" dirty="0"/>
              <a:t> data yang </a:t>
            </a:r>
            <a:r>
              <a:rPr lang="en-US" sz="1400" dirty="0" err="1"/>
              <a:t>diimpor</a:t>
            </a:r>
            <a:r>
              <a:rPr lang="en-US" sz="1400" dirty="0"/>
              <a:t> </a:t>
            </a:r>
            <a:r>
              <a:rPr lang="en-US" sz="1400" dirty="0" err="1"/>
              <a:t>memerlukan</a:t>
            </a:r>
            <a:r>
              <a:rPr lang="en-US" sz="1400" dirty="0"/>
              <a:t> </a:t>
            </a:r>
            <a:r>
              <a:rPr lang="en-US" sz="1400" dirty="0" err="1"/>
              <a:t>penyesuaian</a:t>
            </a:r>
            <a:r>
              <a:rPr lang="en-US" sz="1400" dirty="0"/>
              <a:t> </a:t>
            </a:r>
            <a:r>
              <a:rPr lang="en-US" sz="1400" dirty="0" err="1"/>
              <a:t>tambahan</a:t>
            </a:r>
            <a:r>
              <a:rPr lang="en-US" sz="1400" dirty="0"/>
              <a:t> di </a:t>
            </a:r>
            <a:r>
              <a:rPr lang="en-US" sz="1400" dirty="0" err="1"/>
              <a:t>awal</a:t>
            </a:r>
            <a:r>
              <a:rPr lang="en-US" sz="1400" dirty="0"/>
              <a:t>?</a:t>
            </a:r>
            <a:endParaRPr lang="en-ID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E4F72F-61B9-4AD7-91FD-D290D4AEE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778" y="4265572"/>
            <a:ext cx="4035345" cy="119042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E1B3A8D-86E7-489C-BE5B-3D611B0EDF33}"/>
              </a:ext>
            </a:extLst>
          </p:cNvPr>
          <p:cNvSpPr/>
          <p:nvPr/>
        </p:nvSpPr>
        <p:spPr>
          <a:xfrm>
            <a:off x="10217923" y="4299235"/>
            <a:ext cx="602056" cy="32090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275097-5A4D-4CA7-9BC6-45CD7019D400}"/>
              </a:ext>
            </a:extLst>
          </p:cNvPr>
          <p:cNvSpPr/>
          <p:nvPr/>
        </p:nvSpPr>
        <p:spPr>
          <a:xfrm>
            <a:off x="7003277" y="4498986"/>
            <a:ext cx="3214646" cy="91771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13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6321E-F231-418A-BAA7-0789AC82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Alur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Impor</a:t>
            </a:r>
            <a:r>
              <a:rPr lang="en-US" dirty="0"/>
              <a:t> Data II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A6D9B-84DF-4590-9088-62F4EFB9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B47AE7-32F6-4A93-AD0D-EFB63B2914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056" b="44606"/>
          <a:stretch/>
        </p:blipFill>
        <p:spPr>
          <a:xfrm>
            <a:off x="5189915" y="1853738"/>
            <a:ext cx="5596000" cy="37297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428798-A62F-4D5D-BC4F-BD588EBA300C}"/>
              </a:ext>
            </a:extLst>
          </p:cNvPr>
          <p:cNvSpPr/>
          <p:nvPr/>
        </p:nvSpPr>
        <p:spPr>
          <a:xfrm>
            <a:off x="1036320" y="1621514"/>
            <a:ext cx="1834738" cy="985652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Open File</a:t>
            </a:r>
            <a:endParaRPr lang="en-ID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33AA83-46A3-4E7D-B5AF-C71A454B312F}"/>
              </a:ext>
            </a:extLst>
          </p:cNvPr>
          <p:cNvSpPr/>
          <p:nvPr/>
        </p:nvSpPr>
        <p:spPr>
          <a:xfrm>
            <a:off x="8993279" y="4953000"/>
            <a:ext cx="1707377" cy="38015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36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0CBB6-C38A-4D31-A47D-17A8899C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214C8-780E-461D-AF34-54E655285F80}"/>
              </a:ext>
            </a:extLst>
          </p:cNvPr>
          <p:cNvSpPr txBox="1"/>
          <p:nvPr/>
        </p:nvSpPr>
        <p:spPr>
          <a:xfrm>
            <a:off x="1474124" y="1728411"/>
            <a:ext cx="924375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Secara</a:t>
            </a:r>
            <a:r>
              <a:rPr lang="en-US" sz="3200" dirty="0"/>
              <a:t> </a:t>
            </a:r>
            <a:r>
              <a:rPr lang="en-US" sz="3200" dirty="0" err="1"/>
              <a:t>umum</a:t>
            </a:r>
            <a:r>
              <a:rPr lang="en-US" sz="3200" dirty="0"/>
              <a:t>, Ms. Excel </a:t>
            </a:r>
            <a:r>
              <a:rPr lang="en-US" sz="3200" dirty="0" err="1"/>
              <a:t>versi</a:t>
            </a:r>
            <a:r>
              <a:rPr lang="en-US" sz="3200" dirty="0"/>
              <a:t> </a:t>
            </a:r>
            <a:r>
              <a:rPr lang="en-US" sz="3200" dirty="0" err="1"/>
              <a:t>terkini</a:t>
            </a:r>
            <a:r>
              <a:rPr lang="en-US" sz="3200" dirty="0"/>
              <a:t> </a:t>
            </a:r>
            <a:r>
              <a:rPr lang="en-US" sz="3200" dirty="0" err="1"/>
              <a:t>sudah</a:t>
            </a:r>
            <a:r>
              <a:rPr lang="en-US" sz="3200" dirty="0"/>
              <a:t> </a:t>
            </a:r>
            <a:r>
              <a:rPr lang="en-US" sz="3200" dirty="0" err="1"/>
              <a:t>banyak</a:t>
            </a:r>
            <a:r>
              <a:rPr lang="en-US" sz="3200" dirty="0"/>
              <a:t> </a:t>
            </a:r>
            <a:r>
              <a:rPr lang="en-US" sz="3200" dirty="0" err="1"/>
              <a:t>membantu</a:t>
            </a:r>
            <a:r>
              <a:rPr lang="en-US" sz="3200" dirty="0"/>
              <a:t> </a:t>
            </a:r>
            <a:r>
              <a:rPr lang="en-US" sz="3200" dirty="0" err="1"/>
              <a:t>mengenali</a:t>
            </a:r>
            <a:r>
              <a:rPr lang="en-US" sz="3200" dirty="0"/>
              <a:t> file yang </a:t>
            </a:r>
            <a:r>
              <a:rPr lang="en-US" sz="3200" dirty="0" err="1"/>
              <a:t>akan</a:t>
            </a:r>
            <a:r>
              <a:rPr lang="en-US" sz="3200" dirty="0"/>
              <a:t> </a:t>
            </a:r>
            <a:r>
              <a:rPr lang="en-US" sz="3200" dirty="0" err="1"/>
              <a:t>diimpor</a:t>
            </a:r>
            <a:r>
              <a:rPr lang="en-US" sz="3200" dirty="0"/>
              <a:t> </a:t>
            </a:r>
            <a:r>
              <a:rPr lang="en-US" sz="3200" dirty="0" err="1"/>
              <a:t>sehingga</a:t>
            </a:r>
            <a:r>
              <a:rPr lang="en-US" sz="3200" dirty="0"/>
              <a:t> </a:t>
            </a:r>
            <a:r>
              <a:rPr lang="en-US" sz="3200" dirty="0" err="1"/>
              <a:t>diperlukan</a:t>
            </a:r>
            <a:r>
              <a:rPr lang="en-US" sz="3200" dirty="0"/>
              <a:t> </a:t>
            </a:r>
            <a:r>
              <a:rPr lang="en-US" sz="3200" dirty="0" err="1"/>
              <a:t>penyesuaian</a:t>
            </a:r>
            <a:r>
              <a:rPr lang="en-US" sz="3200" dirty="0"/>
              <a:t> yang minimal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membuka</a:t>
            </a:r>
            <a:r>
              <a:rPr lang="en-US" sz="3200" dirty="0"/>
              <a:t> file di Ms. Excel</a:t>
            </a: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3897835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34772-BBEE-290E-69B7-EB0758B3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B54B80-259B-F5B2-D924-BCA09C14B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000" y="655736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Delimited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815A62-31D2-AD0E-1FC3-507C78D78F64}"/>
              </a:ext>
            </a:extLst>
          </p:cNvPr>
          <p:cNvSpPr txBox="1"/>
          <p:nvPr/>
        </p:nvSpPr>
        <p:spPr>
          <a:xfrm>
            <a:off x="852000" y="1087736"/>
            <a:ext cx="8436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yang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pembatas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pemisah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/field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C53D05-135A-C123-1065-501F705E1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94" y="2154210"/>
            <a:ext cx="6573175" cy="17565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55407B-C2CD-FEC3-34C0-562ED9306548}"/>
              </a:ext>
            </a:extLst>
          </p:cNvPr>
          <p:cNvSpPr txBox="1"/>
          <p:nvPr/>
        </p:nvSpPr>
        <p:spPr>
          <a:xfrm>
            <a:off x="921794" y="1704402"/>
            <a:ext cx="414863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data </a:t>
            </a:r>
            <a:r>
              <a:rPr lang="en-US" dirty="0" err="1"/>
              <a:t>dengan</a:t>
            </a:r>
            <a:r>
              <a:rPr lang="en-US" dirty="0"/>
              <a:t> delimiter </a:t>
            </a:r>
            <a:r>
              <a:rPr lang="en-US" dirty="0" err="1"/>
              <a:t>koma</a:t>
            </a:r>
            <a:r>
              <a:rPr lang="en-US" dirty="0"/>
              <a:t> (,)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019316-A2C0-74B2-3508-4AFA7F609FD1}"/>
              </a:ext>
            </a:extLst>
          </p:cNvPr>
          <p:cNvSpPr txBox="1"/>
          <p:nvPr/>
        </p:nvSpPr>
        <p:spPr>
          <a:xfrm>
            <a:off x="921794" y="4536053"/>
            <a:ext cx="10079120" cy="923330"/>
          </a:xfrm>
          <a:prstGeom prst="rect">
            <a:avLst/>
          </a:prstGeom>
          <a:noFill/>
          <a:ln w="38100">
            <a:solidFill>
              <a:srgbClr val="020294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pembatas</a:t>
            </a:r>
            <a:r>
              <a:rPr lang="en-US" dirty="0"/>
              <a:t> (delimiter)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apapun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karakter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karakter</a:t>
            </a:r>
            <a:r>
              <a:rPr lang="en-US" dirty="0"/>
              <a:t> yang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/</a:t>
            </a:r>
            <a:r>
              <a:rPr lang="en-US" dirty="0" err="1"/>
              <a:t>digunakan</a:t>
            </a:r>
            <a:r>
              <a:rPr lang="en-US" dirty="0"/>
              <a:t> pada data </a:t>
            </a:r>
            <a:r>
              <a:rPr lang="en-US" dirty="0" err="1"/>
              <a:t>seperti</a:t>
            </a:r>
            <a:r>
              <a:rPr lang="en-US" dirty="0"/>
              <a:t>:</a:t>
            </a:r>
          </a:p>
          <a:p>
            <a:r>
              <a:rPr lang="en-US" dirty="0"/>
              <a:t> “&lt;Tab&gt;”  “;”  “|” </a:t>
            </a:r>
            <a:r>
              <a:rPr lang="en-US" dirty="0" err="1"/>
              <a:t>dll</a:t>
            </a:r>
            <a:endParaRPr lang="en-ID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0937BE9B-C4D0-EC5C-8E6E-1A1CD88BB836}"/>
              </a:ext>
            </a:extLst>
          </p:cNvPr>
          <p:cNvSpPr/>
          <p:nvPr/>
        </p:nvSpPr>
        <p:spPr>
          <a:xfrm>
            <a:off x="8459216" y="2245942"/>
            <a:ext cx="2641600" cy="1131905"/>
          </a:xfrm>
          <a:prstGeom prst="wedgeRoundRectCallout">
            <a:avLst>
              <a:gd name="adj1" fmla="val -84570"/>
              <a:gd name="adj2" fmla="val 8644"/>
              <a:gd name="adj3" fmla="val 16667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Data </a:t>
            </a:r>
            <a:r>
              <a:rPr lang="en-US" sz="1400" dirty="0" err="1">
                <a:solidFill>
                  <a:sysClr val="windowText" lastClr="000000"/>
                </a:solidFill>
              </a:rPr>
              <a:t>dengan</a:t>
            </a:r>
            <a:r>
              <a:rPr lang="en-US" sz="1400" dirty="0">
                <a:solidFill>
                  <a:sysClr val="windowText" lastClr="000000"/>
                </a:solidFill>
              </a:rPr>
              <a:t> delimiter </a:t>
            </a:r>
            <a:r>
              <a:rPr lang="en-US" sz="1400" dirty="0" err="1">
                <a:solidFill>
                  <a:sysClr val="windowText" lastClr="000000"/>
                </a:solidFill>
              </a:rPr>
              <a:t>koma</a:t>
            </a:r>
            <a:r>
              <a:rPr lang="en-US" sz="1400" dirty="0">
                <a:solidFill>
                  <a:sysClr val="windowText" lastClr="000000"/>
                </a:solidFill>
              </a:rPr>
              <a:t> </a:t>
            </a:r>
            <a:r>
              <a:rPr lang="en-US" sz="1400" dirty="0" err="1">
                <a:solidFill>
                  <a:sysClr val="windowText" lastClr="000000"/>
                </a:solidFill>
              </a:rPr>
              <a:t>kerap</a:t>
            </a:r>
            <a:r>
              <a:rPr lang="en-US" sz="1400" dirty="0">
                <a:solidFill>
                  <a:sysClr val="windowText" lastClr="000000"/>
                </a:solidFill>
              </a:rPr>
              <a:t> </a:t>
            </a:r>
            <a:r>
              <a:rPr lang="en-US" sz="1400" dirty="0" err="1">
                <a:solidFill>
                  <a:sysClr val="windowText" lastClr="000000"/>
                </a:solidFill>
              </a:rPr>
              <a:t>disebut</a:t>
            </a:r>
            <a:r>
              <a:rPr lang="en-US" sz="1400" dirty="0">
                <a:solidFill>
                  <a:sysClr val="windowText" lastClr="000000"/>
                </a:solidFill>
              </a:rPr>
              <a:t> </a:t>
            </a:r>
            <a:r>
              <a:rPr lang="en-US" sz="1400" dirty="0" err="1">
                <a:solidFill>
                  <a:sysClr val="windowText" lastClr="000000"/>
                </a:solidFill>
              </a:rPr>
              <a:t>sebagai</a:t>
            </a:r>
            <a:r>
              <a:rPr lang="en-US" sz="1400" dirty="0">
                <a:solidFill>
                  <a:sysClr val="windowText" lastClr="000000"/>
                </a:solidFill>
              </a:rPr>
              <a:t> comma separator values (csv)</a:t>
            </a:r>
            <a:endParaRPr lang="en-ID"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158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4AE38-2E78-25ED-EA26-3062A4D45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D07014-24B4-8578-3058-1F57F3AE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000" y="673902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Fixed Width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3DD37-2A3E-995C-6899-2BB9C6E087B3}"/>
              </a:ext>
            </a:extLst>
          </p:cNvPr>
          <p:cNvSpPr txBox="1"/>
          <p:nvPr/>
        </p:nvSpPr>
        <p:spPr>
          <a:xfrm>
            <a:off x="852000" y="1376980"/>
            <a:ext cx="7376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</a:t>
            </a:r>
            <a:r>
              <a:rPr lang="en-US" dirty="0" err="1"/>
              <a:t>teks</a:t>
            </a:r>
            <a:r>
              <a:rPr lang="en-US" dirty="0"/>
              <a:t> yang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kolomnya</a:t>
            </a:r>
            <a:r>
              <a:rPr lang="en-US" dirty="0"/>
              <a:t> </a:t>
            </a:r>
            <a:r>
              <a:rPr lang="en-US" dirty="0" err="1"/>
              <a:t>dipisahkan</a:t>
            </a:r>
            <a:r>
              <a:rPr lang="en-US" dirty="0"/>
              <a:t> oleh </a:t>
            </a:r>
            <a:r>
              <a:rPr lang="en-US" dirty="0" err="1"/>
              <a:t>panjang</a:t>
            </a:r>
            <a:r>
              <a:rPr lang="en-US" dirty="0"/>
              <a:t> digit </a:t>
            </a:r>
            <a:r>
              <a:rPr lang="en-US" dirty="0" err="1"/>
              <a:t>tertentu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6AC20-3E3B-9182-5779-DC9EDA6BB684}"/>
              </a:ext>
            </a:extLst>
          </p:cNvPr>
          <p:cNvSpPr txBox="1"/>
          <p:nvPr/>
        </p:nvSpPr>
        <p:spPr>
          <a:xfrm>
            <a:off x="921794" y="1993646"/>
            <a:ext cx="344555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data </a:t>
            </a:r>
            <a:r>
              <a:rPr lang="en-US" dirty="0" err="1"/>
              <a:t>dengan</a:t>
            </a:r>
            <a:r>
              <a:rPr lang="en-US" dirty="0"/>
              <a:t> fixed width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20A34D-9B09-96ED-99D8-D8FCE8896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94" y="2709139"/>
            <a:ext cx="9851574" cy="143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7326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E7B1-6BBA-4B88-AE08-4CDEF0AAC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 </a:t>
            </a:r>
            <a:r>
              <a:rPr lang="en-US" dirty="0" err="1"/>
              <a:t>Impor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91F5F3-F119-4335-AA0D-634F2D49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E2BD9-47FE-43F1-A33D-A492E476EFDA}"/>
              </a:ext>
            </a:extLst>
          </p:cNvPr>
          <p:cNvSpPr txBox="1"/>
          <p:nvPr/>
        </p:nvSpPr>
        <p:spPr>
          <a:xfrm>
            <a:off x="838200" y="2310938"/>
            <a:ext cx="912192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23888" indent="-623888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Delimited File: Penjualan-CommaDelimited.txt</a:t>
            </a:r>
          </a:p>
          <a:p>
            <a:pPr marL="623888" indent="-623888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Fixed Width: Penjualan-FixedWidth.txt</a:t>
            </a:r>
          </a:p>
          <a:p>
            <a:pPr marL="623888" indent="-623888">
              <a:buFont typeface="+mj-lt"/>
              <a:buAutoNum type="arabicPeriod"/>
            </a:pPr>
            <a:r>
              <a:rPr lang="en-US" sz="3200" dirty="0" err="1">
                <a:solidFill>
                  <a:schemeClr val="bg1"/>
                </a:solidFill>
              </a:rPr>
              <a:t>Mdb</a:t>
            </a:r>
            <a:r>
              <a:rPr lang="en-US" sz="3200" dirty="0">
                <a:solidFill>
                  <a:schemeClr val="bg1"/>
                </a:solidFill>
              </a:rPr>
              <a:t>: Bab8_Kasus3.mdb (</a:t>
            </a:r>
            <a:r>
              <a:rPr lang="en-US" sz="3200" dirty="0" err="1">
                <a:solidFill>
                  <a:schemeClr val="bg1"/>
                </a:solidFill>
              </a:rPr>
              <a:t>Transaksi</a:t>
            </a:r>
            <a:r>
              <a:rPr lang="en-US" sz="3200" dirty="0">
                <a:solidFill>
                  <a:schemeClr val="bg1"/>
                </a:solidFill>
              </a:rPr>
              <a:t> April)</a:t>
            </a:r>
          </a:p>
          <a:p>
            <a:pPr marL="623888" indent="-623888">
              <a:buFont typeface="+mj-lt"/>
              <a:buAutoNum type="arabicPeriod"/>
            </a:pPr>
            <a:r>
              <a:rPr lang="en-US" sz="3200" dirty="0" err="1">
                <a:solidFill>
                  <a:schemeClr val="bg1"/>
                </a:solidFill>
              </a:rPr>
              <a:t>Dbf</a:t>
            </a:r>
            <a:r>
              <a:rPr lang="en-US" sz="3200" dirty="0">
                <a:solidFill>
                  <a:schemeClr val="bg1"/>
                </a:solidFill>
              </a:rPr>
              <a:t>: Bab8_Kasus4.dbf</a:t>
            </a:r>
          </a:p>
          <a:p>
            <a:pPr marL="623888" indent="-623888">
              <a:buFont typeface="+mj-lt"/>
              <a:buAutoNum type="arabicPeriod"/>
            </a:pPr>
            <a:r>
              <a:rPr lang="en-US" sz="3200" dirty="0" err="1">
                <a:solidFill>
                  <a:schemeClr val="bg1"/>
                </a:solidFill>
              </a:rPr>
              <a:t>Xbrl</a:t>
            </a:r>
            <a:r>
              <a:rPr lang="en-US" sz="3200" dirty="0">
                <a:solidFill>
                  <a:schemeClr val="bg1"/>
                </a:solidFill>
              </a:rPr>
              <a:t>: 3410000_1_CurrentYear.html</a:t>
            </a:r>
          </a:p>
          <a:p>
            <a:pPr marL="623888" indent="-623888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JSON: </a:t>
            </a:r>
            <a:r>
              <a:rPr lang="en-US" sz="3200" dirty="0" err="1">
                <a:solidFill>
                  <a:schemeClr val="bg1"/>
                </a:solidFill>
              </a:rPr>
              <a:t>TLK.json</a:t>
            </a:r>
            <a:endParaRPr lang="en-ID" sz="3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768FE-BC0F-4722-9326-7B710A0647BE}"/>
              </a:ext>
            </a:extLst>
          </p:cNvPr>
          <p:cNvSpPr txBox="1"/>
          <p:nvPr/>
        </p:nvSpPr>
        <p:spPr>
          <a:xfrm>
            <a:off x="838200" y="1625034"/>
            <a:ext cx="100864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Impor</a:t>
            </a:r>
            <a:r>
              <a:rPr lang="en-US" sz="3200" dirty="0">
                <a:solidFill>
                  <a:schemeClr val="bg1"/>
                </a:solidFill>
              </a:rPr>
              <a:t> file </a:t>
            </a:r>
            <a:r>
              <a:rPr lang="en-US" sz="3200" dirty="0" err="1">
                <a:solidFill>
                  <a:schemeClr val="bg1"/>
                </a:solidFill>
              </a:rPr>
              <a:t>berikut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dengan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cara</a:t>
            </a:r>
            <a:r>
              <a:rPr lang="en-US" sz="3200" dirty="0">
                <a:solidFill>
                  <a:schemeClr val="bg1"/>
                </a:solidFill>
              </a:rPr>
              <a:t> Get Data dan Open File:</a:t>
            </a:r>
            <a:endParaRPr lang="en-ID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2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3A4E-5327-4AA5-A66C-32F130EBB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Summarization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6E919-BE3E-4F21-88E7-35F474F15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#pivot #sumif #consolidation</a:t>
            </a:r>
          </a:p>
        </p:txBody>
      </p:sp>
    </p:spTree>
    <p:extLst>
      <p:ext uri="{BB962C8B-B14F-4D97-AF65-F5344CB8AC3E}">
        <p14:creationId xmlns:p14="http://schemas.microsoft.com/office/powerpoint/2010/main" val="240012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DD23F-D57D-4CB9-A084-088D16DBC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Summarization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48F7C-D1E0-4D01-A04B-F45D42C9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B04A4B-DEF4-4C96-AD7D-AD32A5378278}"/>
              </a:ext>
            </a:extLst>
          </p:cNvPr>
          <p:cNvSpPr/>
          <p:nvPr/>
        </p:nvSpPr>
        <p:spPr>
          <a:xfrm>
            <a:off x="1225056" y="2312193"/>
            <a:ext cx="1619744" cy="369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Apel</a:t>
            </a:r>
            <a:endParaRPr lang="en-ID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0DBC0C-CB64-4706-BD86-2B3DA4B0BDC3}"/>
              </a:ext>
            </a:extLst>
          </p:cNvPr>
          <p:cNvSpPr/>
          <p:nvPr/>
        </p:nvSpPr>
        <p:spPr>
          <a:xfrm>
            <a:off x="1225056" y="2733384"/>
            <a:ext cx="1619744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Pir</a:t>
            </a:r>
            <a:endParaRPr lang="en-ID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5C5100-76A5-46B7-BAFE-D7B4623C4EBB}"/>
              </a:ext>
            </a:extLst>
          </p:cNvPr>
          <p:cNvSpPr/>
          <p:nvPr/>
        </p:nvSpPr>
        <p:spPr>
          <a:xfrm>
            <a:off x="1225056" y="3154575"/>
            <a:ext cx="1619744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Jeruk</a:t>
            </a:r>
            <a:endParaRPr lang="en-ID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4E1592-DE7D-4440-AB59-3DE0343BECAC}"/>
              </a:ext>
            </a:extLst>
          </p:cNvPr>
          <p:cNvSpPr/>
          <p:nvPr/>
        </p:nvSpPr>
        <p:spPr>
          <a:xfrm>
            <a:off x="1225056" y="3578558"/>
            <a:ext cx="1619744" cy="369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Apel</a:t>
            </a:r>
            <a:endParaRPr lang="en-ID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622F867-C64D-4BE4-A885-AD11EE909E06}"/>
              </a:ext>
            </a:extLst>
          </p:cNvPr>
          <p:cNvSpPr/>
          <p:nvPr/>
        </p:nvSpPr>
        <p:spPr>
          <a:xfrm>
            <a:off x="1225056" y="4002541"/>
            <a:ext cx="1619744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Jeruk</a:t>
            </a:r>
            <a:endParaRPr lang="en-ID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0787AD4-462A-4F90-BCC9-9CDDFD0F3A0A}"/>
              </a:ext>
            </a:extLst>
          </p:cNvPr>
          <p:cNvSpPr/>
          <p:nvPr/>
        </p:nvSpPr>
        <p:spPr>
          <a:xfrm>
            <a:off x="1225056" y="4418975"/>
            <a:ext cx="1619744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Pir</a:t>
            </a:r>
            <a:endParaRPr lang="en-ID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58101B-AE55-4E0D-8BD6-A21F438ED917}"/>
              </a:ext>
            </a:extLst>
          </p:cNvPr>
          <p:cNvSpPr/>
          <p:nvPr/>
        </p:nvSpPr>
        <p:spPr>
          <a:xfrm>
            <a:off x="1225056" y="4842958"/>
            <a:ext cx="1619744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Pir</a:t>
            </a:r>
            <a:endParaRPr lang="en-ID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DFBA5F9-7454-4D74-84C3-000C838E3CA2}"/>
              </a:ext>
            </a:extLst>
          </p:cNvPr>
          <p:cNvCxnSpPr>
            <a:cxnSpLocks/>
          </p:cNvCxnSpPr>
          <p:nvPr/>
        </p:nvCxnSpPr>
        <p:spPr>
          <a:xfrm flipV="1">
            <a:off x="5501565" y="3751149"/>
            <a:ext cx="1049945" cy="8485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E99A8DA-5D42-40AD-B0F6-5487B2442AFA}"/>
              </a:ext>
            </a:extLst>
          </p:cNvPr>
          <p:cNvCxnSpPr>
            <a:cxnSpLocks/>
          </p:cNvCxnSpPr>
          <p:nvPr/>
        </p:nvCxnSpPr>
        <p:spPr>
          <a:xfrm>
            <a:off x="5505991" y="2807852"/>
            <a:ext cx="1045519" cy="6265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2092C98-3129-4768-A561-D17D9060DAEB}"/>
              </a:ext>
            </a:extLst>
          </p:cNvPr>
          <p:cNvSpPr/>
          <p:nvPr/>
        </p:nvSpPr>
        <p:spPr>
          <a:xfrm>
            <a:off x="7450368" y="3000786"/>
            <a:ext cx="1619744" cy="369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Apel</a:t>
            </a:r>
            <a:endParaRPr lang="en-ID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8B1C31C-4E1B-4345-AF33-1CD47C611187}"/>
              </a:ext>
            </a:extLst>
          </p:cNvPr>
          <p:cNvSpPr/>
          <p:nvPr/>
        </p:nvSpPr>
        <p:spPr>
          <a:xfrm>
            <a:off x="7450368" y="3421977"/>
            <a:ext cx="1619744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Pir</a:t>
            </a:r>
            <a:endParaRPr lang="en-ID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29F311-D2EF-4095-BC58-D62D64ACA939}"/>
              </a:ext>
            </a:extLst>
          </p:cNvPr>
          <p:cNvSpPr/>
          <p:nvPr/>
        </p:nvSpPr>
        <p:spPr>
          <a:xfrm>
            <a:off x="7450368" y="3843168"/>
            <a:ext cx="1619744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Jeruk</a:t>
            </a:r>
            <a:endParaRPr lang="en-ID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6CFD9B-8FC0-4730-975B-6A96DDEF0E4D}"/>
              </a:ext>
            </a:extLst>
          </p:cNvPr>
          <p:cNvSpPr/>
          <p:nvPr/>
        </p:nvSpPr>
        <p:spPr>
          <a:xfrm>
            <a:off x="9223750" y="3000786"/>
            <a:ext cx="1619744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300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A70B590-8D53-499A-856F-48AEB52DC1E2}"/>
              </a:ext>
            </a:extLst>
          </p:cNvPr>
          <p:cNvSpPr/>
          <p:nvPr/>
        </p:nvSpPr>
        <p:spPr>
          <a:xfrm>
            <a:off x="9223750" y="3421977"/>
            <a:ext cx="1619744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250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9B17A62-7F05-4237-89CC-416620BF5329}"/>
              </a:ext>
            </a:extLst>
          </p:cNvPr>
          <p:cNvSpPr/>
          <p:nvPr/>
        </p:nvSpPr>
        <p:spPr>
          <a:xfrm>
            <a:off x="9223750" y="3843168"/>
            <a:ext cx="1619744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75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9E5C743-BD27-4762-B0F9-DC91AA9C010E}"/>
              </a:ext>
            </a:extLst>
          </p:cNvPr>
          <p:cNvSpPr/>
          <p:nvPr/>
        </p:nvSpPr>
        <p:spPr>
          <a:xfrm>
            <a:off x="3013603" y="2321429"/>
            <a:ext cx="1619744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200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B1142F-BC59-4006-BF2D-A7E42E503176}"/>
              </a:ext>
            </a:extLst>
          </p:cNvPr>
          <p:cNvSpPr/>
          <p:nvPr/>
        </p:nvSpPr>
        <p:spPr>
          <a:xfrm>
            <a:off x="3013603" y="2733384"/>
            <a:ext cx="1619744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50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8EDBB6B-A8A1-4946-8619-22B9DC145746}"/>
              </a:ext>
            </a:extLst>
          </p:cNvPr>
          <p:cNvSpPr/>
          <p:nvPr/>
        </p:nvSpPr>
        <p:spPr>
          <a:xfrm>
            <a:off x="3013603" y="3154575"/>
            <a:ext cx="1619744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EAA7D6-386C-4341-8C60-A77C5774B94E}"/>
              </a:ext>
            </a:extLst>
          </p:cNvPr>
          <p:cNvSpPr/>
          <p:nvPr/>
        </p:nvSpPr>
        <p:spPr>
          <a:xfrm>
            <a:off x="3013603" y="3578558"/>
            <a:ext cx="1619744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100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F3C255-353A-4831-9697-A7CDF80A94F3}"/>
              </a:ext>
            </a:extLst>
          </p:cNvPr>
          <p:cNvSpPr/>
          <p:nvPr/>
        </p:nvSpPr>
        <p:spPr>
          <a:xfrm>
            <a:off x="3013603" y="4002541"/>
            <a:ext cx="1619744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6AF18A9-2522-4806-9B53-78EBC64C0ED8}"/>
              </a:ext>
            </a:extLst>
          </p:cNvPr>
          <p:cNvSpPr/>
          <p:nvPr/>
        </p:nvSpPr>
        <p:spPr>
          <a:xfrm>
            <a:off x="3013603" y="4418975"/>
            <a:ext cx="1619744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120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9B5F13D-8339-4B77-A364-017084A2E278}"/>
              </a:ext>
            </a:extLst>
          </p:cNvPr>
          <p:cNvSpPr/>
          <p:nvPr/>
        </p:nvSpPr>
        <p:spPr>
          <a:xfrm>
            <a:off x="3013603" y="4842958"/>
            <a:ext cx="1619744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80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35EFF7-F249-4146-B520-714E831AD443}"/>
              </a:ext>
            </a:extLst>
          </p:cNvPr>
          <p:cNvSpPr txBox="1"/>
          <p:nvPr/>
        </p:nvSpPr>
        <p:spPr>
          <a:xfrm>
            <a:off x="1469004" y="1817513"/>
            <a:ext cx="1131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Identitias</a:t>
            </a:r>
            <a:endParaRPr lang="en-ID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AE1690-8B0D-4FC8-B1B1-D56A8CCF601A}"/>
              </a:ext>
            </a:extLst>
          </p:cNvPr>
          <p:cNvSpPr txBox="1"/>
          <p:nvPr/>
        </p:nvSpPr>
        <p:spPr>
          <a:xfrm>
            <a:off x="3326383" y="1817513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</a:t>
            </a:r>
            <a:endParaRPr lang="en-ID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07036D-72A2-4245-A4E7-47A1CCF7F883}"/>
              </a:ext>
            </a:extLst>
          </p:cNvPr>
          <p:cNvSpPr txBox="1"/>
          <p:nvPr/>
        </p:nvSpPr>
        <p:spPr>
          <a:xfrm>
            <a:off x="7792958" y="2548718"/>
            <a:ext cx="916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Criteria</a:t>
            </a:r>
            <a:endParaRPr lang="en-ID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385B87-6E07-4C83-BD24-6B55E9177D66}"/>
              </a:ext>
            </a:extLst>
          </p:cNvPr>
          <p:cNvSpPr txBox="1"/>
          <p:nvPr/>
        </p:nvSpPr>
        <p:spPr>
          <a:xfrm>
            <a:off x="9417107" y="2242055"/>
            <a:ext cx="1233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Calculated</a:t>
            </a:r>
          </a:p>
          <a:p>
            <a:pPr algn="ctr"/>
            <a:r>
              <a:rPr lang="en-US" dirty="0"/>
              <a:t>Number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57162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0C53B-9671-4025-9255-8F6CC2B15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9B73E5-4154-434C-87E2-F941B1AF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CONSOLIDATE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DD2CF0-AF62-4F82-A92C-D312FECDA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35" y="1564367"/>
            <a:ext cx="4298827" cy="3726009"/>
          </a:xfr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44000" tIns="144000" rIns="144000" bIns="72000">
            <a:normAutofit/>
          </a:bodyPr>
          <a:lstStyle/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</a:rPr>
              <a:t>Letakkan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kursor</a:t>
            </a:r>
            <a:r>
              <a:rPr lang="en-US" sz="1800" dirty="0">
                <a:solidFill>
                  <a:schemeClr val="tx1"/>
                </a:solidFill>
              </a:rPr>
              <a:t> pada salah </a:t>
            </a:r>
            <a:r>
              <a:rPr lang="en-US" sz="1800" dirty="0" err="1">
                <a:solidFill>
                  <a:schemeClr val="tx1"/>
                </a:solidFill>
              </a:rPr>
              <a:t>satu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sel</a:t>
            </a:r>
            <a:r>
              <a:rPr lang="en-US" sz="1800" dirty="0">
                <a:solidFill>
                  <a:schemeClr val="tx1"/>
                </a:solidFill>
              </a:rPr>
              <a:t> di sheet yang </a:t>
            </a:r>
            <a:r>
              <a:rPr lang="en-US" sz="1800" dirty="0" err="1">
                <a:solidFill>
                  <a:schemeClr val="tx1"/>
                </a:solidFill>
              </a:rPr>
              <a:t>kosong</a:t>
            </a:r>
            <a:endParaRPr lang="en-US" sz="1800" dirty="0">
              <a:solidFill>
                <a:schemeClr val="tx1"/>
              </a:solidFill>
            </a:endParaRP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</a:rPr>
              <a:t>Klik</a:t>
            </a:r>
            <a:r>
              <a:rPr lang="en-US" sz="1800" dirty="0">
                <a:solidFill>
                  <a:schemeClr val="tx1"/>
                </a:solidFill>
              </a:rPr>
              <a:t> menu Data 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 Consolidate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Pada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saat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kursor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berada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di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kotak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Reference,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Klik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 Sheet Data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Penjualan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kemudian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sorot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area C1:D17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Klik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tombol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Add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Aktifkan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kotak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Top Row dan Left Column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Klik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OK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CBFC90-D703-43BA-975E-3510E97D4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741" y="1564367"/>
            <a:ext cx="7063365" cy="129676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CC1BC0-CA77-4109-A0D5-84E58B8CD946}"/>
              </a:ext>
            </a:extLst>
          </p:cNvPr>
          <p:cNvCxnSpPr>
            <a:cxnSpLocks/>
          </p:cNvCxnSpPr>
          <p:nvPr/>
        </p:nvCxnSpPr>
        <p:spPr>
          <a:xfrm flipV="1">
            <a:off x="4143829" y="1907459"/>
            <a:ext cx="909952" cy="530317"/>
          </a:xfrm>
          <a:prstGeom prst="straightConnector1">
            <a:avLst/>
          </a:prstGeom>
          <a:ln w="19050">
            <a:solidFill>
              <a:srgbClr val="0202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A92F2C-B4F3-45B2-9371-0130E9F17BCC}"/>
              </a:ext>
            </a:extLst>
          </p:cNvPr>
          <p:cNvCxnSpPr>
            <a:cxnSpLocks/>
          </p:cNvCxnSpPr>
          <p:nvPr/>
        </p:nvCxnSpPr>
        <p:spPr>
          <a:xfrm flipV="1">
            <a:off x="4143829" y="2064775"/>
            <a:ext cx="6288197" cy="373001"/>
          </a:xfrm>
          <a:prstGeom prst="straightConnector1">
            <a:avLst/>
          </a:prstGeom>
          <a:ln w="19050">
            <a:solidFill>
              <a:srgbClr val="0202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EE0C7B5-AE08-471C-B13E-70059E009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859" y="3018444"/>
            <a:ext cx="5236524" cy="315502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F713C9-3498-4D9C-921B-8E843DA54046}"/>
              </a:ext>
            </a:extLst>
          </p:cNvPr>
          <p:cNvCxnSpPr>
            <a:cxnSpLocks/>
          </p:cNvCxnSpPr>
          <p:nvPr/>
        </p:nvCxnSpPr>
        <p:spPr>
          <a:xfrm>
            <a:off x="4245429" y="3069771"/>
            <a:ext cx="1435524" cy="1025574"/>
          </a:xfrm>
          <a:prstGeom prst="straightConnector1">
            <a:avLst/>
          </a:prstGeom>
          <a:ln w="19050">
            <a:solidFill>
              <a:srgbClr val="0202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CA9200-3BFD-4DB3-BA4C-A7E84C883543}"/>
              </a:ext>
            </a:extLst>
          </p:cNvPr>
          <p:cNvCxnSpPr>
            <a:cxnSpLocks/>
          </p:cNvCxnSpPr>
          <p:nvPr/>
        </p:nvCxnSpPr>
        <p:spPr>
          <a:xfrm>
            <a:off x="2750457" y="3924142"/>
            <a:ext cx="7132845" cy="671815"/>
          </a:xfrm>
          <a:prstGeom prst="straightConnector1">
            <a:avLst/>
          </a:prstGeom>
          <a:ln w="19050">
            <a:solidFill>
              <a:srgbClr val="0202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6DDFF5-04DB-4B7D-826B-A554D046E8A0}"/>
              </a:ext>
            </a:extLst>
          </p:cNvPr>
          <p:cNvCxnSpPr>
            <a:cxnSpLocks/>
          </p:cNvCxnSpPr>
          <p:nvPr/>
        </p:nvCxnSpPr>
        <p:spPr>
          <a:xfrm>
            <a:off x="4296229" y="4347494"/>
            <a:ext cx="1384724" cy="988933"/>
          </a:xfrm>
          <a:prstGeom prst="straightConnector1">
            <a:avLst/>
          </a:prstGeom>
          <a:ln w="19050">
            <a:solidFill>
              <a:srgbClr val="0202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AACA3F-B77C-475F-A86E-DD3551561989}"/>
              </a:ext>
            </a:extLst>
          </p:cNvPr>
          <p:cNvCxnSpPr>
            <a:cxnSpLocks/>
          </p:cNvCxnSpPr>
          <p:nvPr/>
        </p:nvCxnSpPr>
        <p:spPr>
          <a:xfrm>
            <a:off x="1886857" y="4949716"/>
            <a:ext cx="6809671" cy="1015664"/>
          </a:xfrm>
          <a:prstGeom prst="straightConnector1">
            <a:avLst/>
          </a:prstGeom>
          <a:ln w="19050">
            <a:solidFill>
              <a:srgbClr val="0202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8888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33A66-9408-4B1C-A6AA-4BD828AF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60E1B1-3D6B-4AE8-A1F8-62E5E6DFB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SUMIF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59AB4A-DF14-45DD-AC5C-E5D555DD9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317705"/>
            <a:ext cx="4298827" cy="4132409"/>
          </a:xfr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44000" tIns="144000" rIns="144000" bIns="72000">
            <a:normAutofit/>
          </a:bodyPr>
          <a:lstStyle/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</a:rPr>
              <a:t>Letakkan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kursor</a:t>
            </a:r>
            <a:r>
              <a:rPr lang="en-US" sz="1800" dirty="0">
                <a:solidFill>
                  <a:schemeClr val="tx1"/>
                </a:solidFill>
              </a:rPr>
              <a:t> pada salah </a:t>
            </a:r>
            <a:r>
              <a:rPr lang="en-US" sz="1800" dirty="0" err="1">
                <a:solidFill>
                  <a:schemeClr val="tx1"/>
                </a:solidFill>
              </a:rPr>
              <a:t>satu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sel</a:t>
            </a:r>
            <a:r>
              <a:rPr lang="en-US" sz="1800" dirty="0">
                <a:solidFill>
                  <a:schemeClr val="tx1"/>
                </a:solidFill>
              </a:rPr>
              <a:t> yang </a:t>
            </a:r>
            <a:r>
              <a:rPr lang="en-US" sz="1800" dirty="0" err="1">
                <a:solidFill>
                  <a:schemeClr val="tx1"/>
                </a:solidFill>
              </a:rPr>
              <a:t>akan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menjadi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kolom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hasil</a:t>
            </a:r>
            <a:r>
              <a:rPr lang="en-US" sz="1800" dirty="0">
                <a:solidFill>
                  <a:schemeClr val="tx1"/>
                </a:solidFill>
              </a:rPr>
              <a:t> summarize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</a:rPr>
              <a:t>Ketik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rumus</a:t>
            </a:r>
            <a:r>
              <a:rPr lang="en-US" sz="1800" dirty="0">
                <a:solidFill>
                  <a:schemeClr val="tx1"/>
                </a:solidFill>
              </a:rPr>
              <a:t> =SUMIF(</a:t>
            </a:r>
            <a:endParaRPr lang="en-US" sz="18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Tentukan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range ($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kolom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identitas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$)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Tentukan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criteria (Nama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Akun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yang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akan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jadi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kriteria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Tentukan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sum_range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($</a:t>
            </a: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kolom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number$)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sym typeface="Wingdings" panose="05000000000000000000" pitchFamily="2" charset="2"/>
              </a:rPr>
              <a:t>Tekan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 Enter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644C2E-0C61-4144-A9B6-B4BE56E14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241" y="961836"/>
            <a:ext cx="3695700" cy="152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1EA352-84D2-4817-9A93-4ACD6138A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241" y="2583672"/>
            <a:ext cx="2314575" cy="1866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8212BC-162E-405D-97E8-AF3D1C951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586" y="4637610"/>
            <a:ext cx="5067300" cy="11811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B75E70-7ACD-4B13-9723-0A3A1C0865CB}"/>
              </a:ext>
            </a:extLst>
          </p:cNvPr>
          <p:cNvCxnSpPr>
            <a:cxnSpLocks/>
          </p:cNvCxnSpPr>
          <p:nvPr/>
        </p:nvCxnSpPr>
        <p:spPr>
          <a:xfrm>
            <a:off x="4730827" y="1723838"/>
            <a:ext cx="1365173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2EF5CD-0967-46FA-8969-9CF8321EF312}"/>
              </a:ext>
            </a:extLst>
          </p:cNvPr>
          <p:cNvCxnSpPr>
            <a:cxnSpLocks/>
          </p:cNvCxnSpPr>
          <p:nvPr/>
        </p:nvCxnSpPr>
        <p:spPr>
          <a:xfrm flipV="1">
            <a:off x="4730827" y="1828800"/>
            <a:ext cx="1314829" cy="544286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8AFCAA3-92D6-4823-8574-965C20DF1BE3}"/>
              </a:ext>
            </a:extLst>
          </p:cNvPr>
          <p:cNvCxnSpPr>
            <a:cxnSpLocks/>
          </p:cNvCxnSpPr>
          <p:nvPr/>
        </p:nvCxnSpPr>
        <p:spPr>
          <a:xfrm>
            <a:off x="4730827" y="2854036"/>
            <a:ext cx="653973" cy="296669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744F49-3301-4C7F-84E1-FC12DDDED4BC}"/>
              </a:ext>
            </a:extLst>
          </p:cNvPr>
          <p:cNvCxnSpPr>
            <a:cxnSpLocks/>
          </p:cNvCxnSpPr>
          <p:nvPr/>
        </p:nvCxnSpPr>
        <p:spPr>
          <a:xfrm flipV="1">
            <a:off x="4730827" y="1634838"/>
            <a:ext cx="386118" cy="1630876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C19670-D8E3-4DFC-A81C-18F3514ED474}"/>
              </a:ext>
            </a:extLst>
          </p:cNvPr>
          <p:cNvCxnSpPr>
            <a:cxnSpLocks/>
          </p:cNvCxnSpPr>
          <p:nvPr/>
        </p:nvCxnSpPr>
        <p:spPr>
          <a:xfrm>
            <a:off x="4730827" y="3824514"/>
            <a:ext cx="1806892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18F9B02-8CF3-47AF-94DB-360DEB2CFD8A}"/>
              </a:ext>
            </a:extLst>
          </p:cNvPr>
          <p:cNvSpPr/>
          <p:nvPr/>
        </p:nvSpPr>
        <p:spPr>
          <a:xfrm>
            <a:off x="5532582" y="2854036"/>
            <a:ext cx="1005137" cy="1546588"/>
          </a:xfrm>
          <a:prstGeom prst="rect">
            <a:avLst/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22AA96-3E05-4CB1-9E7A-EF6F774F3C2F}"/>
              </a:ext>
            </a:extLst>
          </p:cNvPr>
          <p:cNvSpPr/>
          <p:nvPr/>
        </p:nvSpPr>
        <p:spPr>
          <a:xfrm>
            <a:off x="6558039" y="2854036"/>
            <a:ext cx="594601" cy="1546588"/>
          </a:xfrm>
          <a:prstGeom prst="rect">
            <a:avLst/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9992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789AB-696E-4F3D-9906-476D1ED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77EE948-7534-46E1-A709-1942FCA3D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PIVOT TABLE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10C015-7DEA-4096-A4A1-9FEEBB50B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317705"/>
            <a:ext cx="4298827" cy="4593953"/>
          </a:xfr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44000" tIns="144000" rIns="144000" bIns="72000">
            <a:normAutofit fontScale="77500" lnSpcReduction="20000"/>
          </a:bodyPr>
          <a:lstStyle/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Blok range data </a:t>
            </a:r>
            <a:r>
              <a:rPr lang="en-US" dirty="0" err="1">
                <a:solidFill>
                  <a:schemeClr val="tx1"/>
                </a:solidFill>
              </a:rPr>
              <a:t>atau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letakkan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kursor</a:t>
            </a:r>
            <a:r>
              <a:rPr lang="en-US" dirty="0">
                <a:solidFill>
                  <a:schemeClr val="tx1"/>
                </a:solidFill>
              </a:rPr>
              <a:t> pada salah </a:t>
            </a:r>
            <a:r>
              <a:rPr lang="en-US" dirty="0" err="1">
                <a:solidFill>
                  <a:schemeClr val="tx1"/>
                </a:solidFill>
              </a:rPr>
              <a:t>satu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sel</a:t>
            </a:r>
            <a:r>
              <a:rPr lang="en-US" dirty="0">
                <a:solidFill>
                  <a:schemeClr val="tx1"/>
                </a:solidFill>
              </a:rPr>
              <a:t> data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Klik</a:t>
            </a:r>
            <a:r>
              <a:rPr lang="en-US" dirty="0">
                <a:solidFill>
                  <a:schemeClr val="tx1"/>
                </a:solidFill>
              </a:rPr>
              <a:t> menu Insert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 PivotTable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Pastikan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Table/Range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mencakup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seluruh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range data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Tentukan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lokasi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pivot table yang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akan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dibuat</a:t>
            </a:r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Seret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kolom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Nama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Akun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ke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area Rows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Seret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kolom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Nilai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ke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area Values (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pastikan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value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settingnya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adalah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Sum)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0D83D3-7533-472B-B8ED-AFA4776AB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777" y="713160"/>
            <a:ext cx="2295525" cy="1571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CB068B-D978-4849-B4BD-34931824A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905" y="2689799"/>
            <a:ext cx="3989313" cy="3221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B2E267-D09E-435C-8D60-36731FF5E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669" y="1011782"/>
            <a:ext cx="2803693" cy="401009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515EF6-F565-417F-BC92-BA0FC9E3D7FF}"/>
              </a:ext>
            </a:extLst>
          </p:cNvPr>
          <p:cNvCxnSpPr>
            <a:cxnSpLocks/>
          </p:cNvCxnSpPr>
          <p:nvPr/>
        </p:nvCxnSpPr>
        <p:spPr>
          <a:xfrm flipV="1">
            <a:off x="4165600" y="1011782"/>
            <a:ext cx="2295525" cy="127300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136337-ADF9-489F-A2AD-3D9125D78A67}"/>
              </a:ext>
            </a:extLst>
          </p:cNvPr>
          <p:cNvCxnSpPr/>
          <p:nvPr/>
        </p:nvCxnSpPr>
        <p:spPr>
          <a:xfrm flipV="1">
            <a:off x="4165600" y="1597891"/>
            <a:ext cx="988291" cy="68689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F81A8C-EE9D-47A3-A6E5-30A77E3126FB}"/>
              </a:ext>
            </a:extLst>
          </p:cNvPr>
          <p:cNvCxnSpPr/>
          <p:nvPr/>
        </p:nvCxnSpPr>
        <p:spPr>
          <a:xfrm>
            <a:off x="4405745" y="2909455"/>
            <a:ext cx="1408259" cy="519545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8B63A6-6297-48B6-980A-59AA7072ED6E}"/>
              </a:ext>
            </a:extLst>
          </p:cNvPr>
          <p:cNvCxnSpPr/>
          <p:nvPr/>
        </p:nvCxnSpPr>
        <p:spPr>
          <a:xfrm>
            <a:off x="4294909" y="3628276"/>
            <a:ext cx="1357746" cy="1322415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9E3129-1980-4450-B814-0B853BB08214}"/>
              </a:ext>
            </a:extLst>
          </p:cNvPr>
          <p:cNvCxnSpPr/>
          <p:nvPr/>
        </p:nvCxnSpPr>
        <p:spPr>
          <a:xfrm>
            <a:off x="4294909" y="4313382"/>
            <a:ext cx="4611387" cy="18472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767727-623C-49D1-B4C9-8D218CF3916D}"/>
              </a:ext>
            </a:extLst>
          </p:cNvPr>
          <p:cNvCxnSpPr/>
          <p:nvPr/>
        </p:nvCxnSpPr>
        <p:spPr>
          <a:xfrm flipV="1">
            <a:off x="4405745" y="4608945"/>
            <a:ext cx="6077528" cy="746759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4912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A6FD-5B03-4214-9656-5D97B424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Hands-on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626C3-DEB2-4909-8F22-0ED848CCD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</a:t>
            </a:r>
          </a:p>
          <a:p>
            <a:r>
              <a:rPr lang="en-US" dirty="0"/>
              <a:t>Lookup</a:t>
            </a:r>
          </a:p>
          <a:p>
            <a:r>
              <a:rPr lang="en-US" dirty="0"/>
              <a:t>IF</a:t>
            </a:r>
          </a:p>
          <a:p>
            <a:r>
              <a:rPr lang="en-US" dirty="0"/>
              <a:t>MAX, MIN</a:t>
            </a:r>
            <a:endParaRPr lang="en-ID" dirty="0"/>
          </a:p>
          <a:p>
            <a:r>
              <a:rPr lang="en-ID" dirty="0" err="1"/>
              <a:t>dll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B965A-AF9A-4A36-B7D8-40915F19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754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4A951-360E-4826-975F-7CD42E000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1321"/>
          </a:xfrm>
        </p:spPr>
        <p:txBody>
          <a:bodyPr/>
          <a:lstStyle/>
          <a:p>
            <a:r>
              <a:rPr lang="en-US" dirty="0"/>
              <a:t>Lookup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CD46B-FF6D-425A-AC54-A948FB9B8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4796896"/>
          </a:xfrm>
        </p:spPr>
        <p:txBody>
          <a:bodyPr/>
          <a:lstStyle/>
          <a:p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mencari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di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data lain yang </a:t>
            </a:r>
            <a:r>
              <a:rPr lang="en-ID" dirty="0" err="1"/>
              <a:t>berhubungan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tersebut</a:t>
            </a:r>
            <a:endParaRPr lang="en-ID" dirty="0"/>
          </a:p>
          <a:p>
            <a:r>
              <a:rPr lang="en-US" dirty="0"/>
              <a:t>VLOOKUP / HLOOKUP 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961BA-C02B-4F91-B4AE-B334CFA6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D1BA46-A24F-42F6-9023-A72AC346CFA8}"/>
              </a:ext>
            </a:extLst>
          </p:cNvPr>
          <p:cNvSpPr/>
          <p:nvPr/>
        </p:nvSpPr>
        <p:spPr>
          <a:xfrm>
            <a:off x="1016000" y="3094566"/>
            <a:ext cx="2548467" cy="397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lookup_value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851890-3BDA-44D8-ADC8-A6C1485C41DF}"/>
              </a:ext>
            </a:extLst>
          </p:cNvPr>
          <p:cNvSpPr/>
          <p:nvPr/>
        </p:nvSpPr>
        <p:spPr>
          <a:xfrm>
            <a:off x="1016000" y="3738033"/>
            <a:ext cx="2548467" cy="397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table_array</a:t>
            </a:r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8B5F78-AAD6-4000-8E51-E125E24C074C}"/>
              </a:ext>
            </a:extLst>
          </p:cNvPr>
          <p:cNvSpPr/>
          <p:nvPr/>
        </p:nvSpPr>
        <p:spPr>
          <a:xfrm>
            <a:off x="1016000" y="4376208"/>
            <a:ext cx="2548467" cy="397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index_num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979CA3-3C33-4A1B-B253-D881940E5115}"/>
              </a:ext>
            </a:extLst>
          </p:cNvPr>
          <p:cNvSpPr/>
          <p:nvPr/>
        </p:nvSpPr>
        <p:spPr>
          <a:xfrm>
            <a:off x="1016000" y="5014383"/>
            <a:ext cx="2548467" cy="397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range_lookup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0FF68D-04D9-45CC-A155-83E1EA5D4038}"/>
              </a:ext>
            </a:extLst>
          </p:cNvPr>
          <p:cNvSpPr txBox="1"/>
          <p:nvPr/>
        </p:nvSpPr>
        <p:spPr>
          <a:xfrm>
            <a:off x="3742267" y="31088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/>
              <a:t>Nilai yang ingin dicari.</a:t>
            </a:r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2155F3-E74C-4464-AC47-EA8F0949166A}"/>
              </a:ext>
            </a:extLst>
          </p:cNvPr>
          <p:cNvSpPr txBox="1"/>
          <p:nvPr/>
        </p:nvSpPr>
        <p:spPr>
          <a:xfrm>
            <a:off x="3742267" y="3752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range data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mencari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9CDD13-EC12-4416-8D2A-3D5147717459}"/>
              </a:ext>
            </a:extLst>
          </p:cNvPr>
          <p:cNvSpPr txBox="1"/>
          <p:nvPr/>
        </p:nvSpPr>
        <p:spPr>
          <a:xfrm>
            <a:off x="3742266" y="4396654"/>
            <a:ext cx="7078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/>
              <a:t>Nomor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/baris pada </a:t>
            </a:r>
            <a:r>
              <a:rPr lang="en-ID" dirty="0" err="1"/>
              <a:t>tabel</a:t>
            </a:r>
            <a:r>
              <a:rPr lang="en-ID" dirty="0"/>
              <a:t> yang </a:t>
            </a:r>
            <a:r>
              <a:rPr lang="en-ID" dirty="0" err="1"/>
              <a:t>berisi</a:t>
            </a:r>
            <a:r>
              <a:rPr lang="en-ID" dirty="0"/>
              <a:t> data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diambil</a:t>
            </a:r>
            <a:r>
              <a:rPr lang="en-ID" dirty="0"/>
              <a:t>.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77449E07-0D90-4AED-9450-C96E22023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266" y="5009809"/>
            <a:ext cx="457330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Menentukan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jenis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pencarian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TRUE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mendekati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(approximate match)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FALSE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harus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sama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(exact match)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B45699-1D30-4CB8-9A6E-D4AE69E845C8}"/>
              </a:ext>
            </a:extLst>
          </p:cNvPr>
          <p:cNvSpPr/>
          <p:nvPr/>
        </p:nvSpPr>
        <p:spPr>
          <a:xfrm>
            <a:off x="10001644" y="5654479"/>
            <a:ext cx="1740513" cy="4397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/>
              <a:t>XLOOKUP</a:t>
            </a:r>
            <a:endParaRPr lang="en-ID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ED81EF-470A-4DCD-9E79-A513118A9340}"/>
              </a:ext>
            </a:extLst>
          </p:cNvPr>
          <p:cNvSpPr txBox="1"/>
          <p:nvPr/>
        </p:nvSpPr>
        <p:spPr>
          <a:xfrm>
            <a:off x="9982200" y="5689663"/>
            <a:ext cx="48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513033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DCBB-BCAD-4EB4-9E82-EFE63A31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3574"/>
          </a:xfrm>
        </p:spPr>
        <p:txBody>
          <a:bodyPr/>
          <a:lstStyle/>
          <a:p>
            <a:r>
              <a:rPr lang="en-US" dirty="0"/>
              <a:t>IF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2231C-BCA5-498E-BAE1-479B56F17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1812731"/>
          </a:xfrm>
        </p:spPr>
        <p:txBody>
          <a:bodyPr/>
          <a:lstStyle/>
          <a:p>
            <a:r>
              <a:rPr lang="en-ID" dirty="0" err="1"/>
              <a:t>Menguji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yang </a:t>
            </a:r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tergantung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salah</a:t>
            </a:r>
          </a:p>
          <a:p>
            <a:r>
              <a:rPr lang="en-ID" u="sng" dirty="0" err="1"/>
              <a:t>kalau</a:t>
            </a:r>
            <a:r>
              <a:rPr lang="en-ID" u="sng" dirty="0"/>
              <a:t> </a:t>
            </a:r>
            <a:r>
              <a:rPr lang="en-ID" u="sng" dirty="0" err="1"/>
              <a:t>syarat</a:t>
            </a:r>
            <a:r>
              <a:rPr lang="en-ID" u="sng" dirty="0"/>
              <a:t> </a:t>
            </a:r>
            <a:r>
              <a:rPr lang="en-ID" u="sng" dirty="0" err="1"/>
              <a:t>terpenuhi</a:t>
            </a:r>
            <a:r>
              <a:rPr lang="en-ID" u="sng" dirty="0"/>
              <a:t>, </a:t>
            </a:r>
            <a:r>
              <a:rPr lang="en-ID" u="sng" dirty="0" err="1"/>
              <a:t>lakukan</a:t>
            </a:r>
            <a:r>
              <a:rPr lang="en-ID" u="sng" dirty="0"/>
              <a:t> A; </a:t>
            </a:r>
            <a:r>
              <a:rPr lang="en-ID" u="sng" dirty="0" err="1"/>
              <a:t>kalau</a:t>
            </a:r>
            <a:r>
              <a:rPr lang="en-ID" u="sng" dirty="0"/>
              <a:t> </a:t>
            </a:r>
            <a:r>
              <a:rPr lang="en-ID" u="sng" dirty="0" err="1"/>
              <a:t>tidak</a:t>
            </a:r>
            <a:r>
              <a:rPr lang="en-ID" u="sng" dirty="0"/>
              <a:t>, </a:t>
            </a:r>
            <a:r>
              <a:rPr lang="en-ID" u="sng" dirty="0" err="1"/>
              <a:t>lakukan</a:t>
            </a:r>
            <a:r>
              <a:rPr lang="en-ID" u="sng" dirty="0"/>
              <a:t> 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15ED5-0716-4C93-9A76-44847CC5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DA0C7-D596-418A-9A2F-3D42C4836527}"/>
              </a:ext>
            </a:extLst>
          </p:cNvPr>
          <p:cNvSpPr/>
          <p:nvPr/>
        </p:nvSpPr>
        <p:spPr>
          <a:xfrm>
            <a:off x="711352" y="4271505"/>
            <a:ext cx="1659467" cy="516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Kondisi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57C2AA-6935-4958-ACD5-511215E15475}"/>
              </a:ext>
            </a:extLst>
          </p:cNvPr>
          <p:cNvSpPr/>
          <p:nvPr/>
        </p:nvSpPr>
        <p:spPr>
          <a:xfrm>
            <a:off x="2938085" y="3516387"/>
            <a:ext cx="1659467" cy="516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Nilai A</a:t>
            </a:r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E32B92-BEA4-4627-A16E-F5B858189464}"/>
              </a:ext>
            </a:extLst>
          </p:cNvPr>
          <p:cNvSpPr/>
          <p:nvPr/>
        </p:nvSpPr>
        <p:spPr>
          <a:xfrm>
            <a:off x="2938085" y="5022661"/>
            <a:ext cx="1659467" cy="516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Nilai B</a:t>
            </a:r>
            <a:endParaRPr lang="en-ID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A1E289-3841-4422-A63C-BEDDB709AF70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2370819" y="3774621"/>
            <a:ext cx="567266" cy="7551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7984094-F049-47F0-AF4B-44B9975ADD71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370819" y="4529739"/>
            <a:ext cx="567266" cy="7511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949192-41A6-4E72-B5B0-AF5DE01B7EF6}"/>
              </a:ext>
            </a:extLst>
          </p:cNvPr>
          <p:cNvSpPr txBox="1"/>
          <p:nvPr/>
        </p:nvSpPr>
        <p:spPr>
          <a:xfrm>
            <a:off x="2011586" y="3709557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  <a:endParaRPr lang="en-ID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25644D-A658-4DC6-B526-0C48008A7AB7}"/>
              </a:ext>
            </a:extLst>
          </p:cNvPr>
          <p:cNvSpPr txBox="1"/>
          <p:nvPr/>
        </p:nvSpPr>
        <p:spPr>
          <a:xfrm>
            <a:off x="2011586" y="4894900"/>
            <a:ext cx="780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  <a:endParaRPr lang="en-ID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5078F2-5D8A-4A70-A883-BC92689ABA94}"/>
              </a:ext>
            </a:extLst>
          </p:cNvPr>
          <p:cNvSpPr/>
          <p:nvPr/>
        </p:nvSpPr>
        <p:spPr>
          <a:xfrm>
            <a:off x="5505006" y="4078335"/>
            <a:ext cx="1659467" cy="516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Kondisi</a:t>
            </a:r>
            <a:r>
              <a:rPr lang="en-US" dirty="0"/>
              <a:t> 1</a:t>
            </a:r>
            <a:endParaRPr lang="en-ID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C8706-B904-4850-BB74-785EE891664F}"/>
              </a:ext>
            </a:extLst>
          </p:cNvPr>
          <p:cNvSpPr/>
          <p:nvPr/>
        </p:nvSpPr>
        <p:spPr>
          <a:xfrm>
            <a:off x="7731739" y="3323217"/>
            <a:ext cx="1659467" cy="516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Nilai A</a:t>
            </a:r>
            <a:endParaRPr lang="en-ID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401E80-098F-47E4-AB4E-BFC99FB95F74}"/>
              </a:ext>
            </a:extLst>
          </p:cNvPr>
          <p:cNvSpPr/>
          <p:nvPr/>
        </p:nvSpPr>
        <p:spPr>
          <a:xfrm>
            <a:off x="7731739" y="4829491"/>
            <a:ext cx="1659467" cy="516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Kondisi</a:t>
            </a:r>
            <a:r>
              <a:rPr lang="en-US" dirty="0"/>
              <a:t> 2</a:t>
            </a:r>
            <a:endParaRPr lang="en-ID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1AB17C-BD35-4157-B17B-3EA06D5734BF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7164473" y="3581451"/>
            <a:ext cx="567266" cy="7551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CE7046-7940-43B9-B89F-DE38D18F77DF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7164473" y="4336569"/>
            <a:ext cx="567266" cy="7511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D387650-ECD5-479D-AA6A-CF3F2F8ACF0D}"/>
              </a:ext>
            </a:extLst>
          </p:cNvPr>
          <p:cNvSpPr txBox="1"/>
          <p:nvPr/>
        </p:nvSpPr>
        <p:spPr>
          <a:xfrm>
            <a:off x="6805240" y="3516387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  <a:endParaRPr lang="en-ID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1D3F9C-7944-4CA6-8557-D68E24B91591}"/>
              </a:ext>
            </a:extLst>
          </p:cNvPr>
          <p:cNvSpPr txBox="1"/>
          <p:nvPr/>
        </p:nvSpPr>
        <p:spPr>
          <a:xfrm>
            <a:off x="6805240" y="4701730"/>
            <a:ext cx="780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  <a:endParaRPr lang="en-ID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8B4E2A-29FC-4275-BD91-F8020B4A4A85}"/>
              </a:ext>
            </a:extLst>
          </p:cNvPr>
          <p:cNvSpPr/>
          <p:nvPr/>
        </p:nvSpPr>
        <p:spPr>
          <a:xfrm>
            <a:off x="9967274" y="4078335"/>
            <a:ext cx="1659467" cy="516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Nilai B</a:t>
            </a:r>
            <a:endParaRPr lang="en-ID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D67C1F8-43A8-46A1-8EB1-B339AC90BB9F}"/>
              </a:ext>
            </a:extLst>
          </p:cNvPr>
          <p:cNvCxnSpPr>
            <a:endCxn id="24" idx="1"/>
          </p:cNvCxnSpPr>
          <p:nvPr/>
        </p:nvCxnSpPr>
        <p:spPr>
          <a:xfrm flipV="1">
            <a:off x="9400008" y="4336569"/>
            <a:ext cx="567266" cy="7551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87E0363-8566-4675-871C-4834B2CE6B10}"/>
              </a:ext>
            </a:extLst>
          </p:cNvPr>
          <p:cNvCxnSpPr>
            <a:cxnSpLocks/>
          </p:cNvCxnSpPr>
          <p:nvPr/>
        </p:nvCxnSpPr>
        <p:spPr>
          <a:xfrm>
            <a:off x="9400008" y="5091687"/>
            <a:ext cx="567266" cy="7511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099CEB-7378-4A29-B154-5802CBC4B5C2}"/>
              </a:ext>
            </a:extLst>
          </p:cNvPr>
          <p:cNvSpPr txBox="1"/>
          <p:nvPr/>
        </p:nvSpPr>
        <p:spPr>
          <a:xfrm>
            <a:off x="9040775" y="4271505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5E01AF-0563-48DC-8FF6-4E0DC86CF412}"/>
              </a:ext>
            </a:extLst>
          </p:cNvPr>
          <p:cNvSpPr txBox="1"/>
          <p:nvPr/>
        </p:nvSpPr>
        <p:spPr>
          <a:xfrm>
            <a:off x="9040775" y="5456848"/>
            <a:ext cx="780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  <a:endParaRPr lang="en-ID" dirty="0"/>
          </a:p>
        </p:txBody>
      </p:sp>
      <p:pic>
        <p:nvPicPr>
          <p:cNvPr id="3074" name="Picture 2" descr="Infinity ">
            <a:extLst>
              <a:ext uri="{FF2B5EF4-FFF2-40B4-BE49-F238E27FC236}">
                <a16:creationId xmlns:a16="http://schemas.microsoft.com/office/drawing/2014/main" id="{9230ED81-B33B-45CC-8307-623468814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5686" y="5514879"/>
            <a:ext cx="661321" cy="66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5200FFA-6CA8-455D-9CA7-9EE2CB195CD9}"/>
              </a:ext>
            </a:extLst>
          </p:cNvPr>
          <p:cNvSpPr txBox="1"/>
          <p:nvPr/>
        </p:nvSpPr>
        <p:spPr>
          <a:xfrm>
            <a:off x="2370819" y="2731089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Simple IF</a:t>
            </a:r>
            <a:endParaRPr lang="en-ID" sz="2400" b="1" u="sng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3968D3-BFDF-434E-BCF5-F53879104E44}"/>
              </a:ext>
            </a:extLst>
          </p:cNvPr>
          <p:cNvSpPr txBox="1"/>
          <p:nvPr/>
        </p:nvSpPr>
        <p:spPr>
          <a:xfrm>
            <a:off x="8134434" y="2731089"/>
            <a:ext cx="1549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Nested IF</a:t>
            </a:r>
            <a:endParaRPr lang="en-ID" sz="2400" b="1" u="sng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5BADAB-798E-41D9-A317-3F0935BBAC3A}"/>
              </a:ext>
            </a:extLst>
          </p:cNvPr>
          <p:cNvSpPr/>
          <p:nvPr/>
        </p:nvSpPr>
        <p:spPr>
          <a:xfrm>
            <a:off x="9759241" y="6343431"/>
            <a:ext cx="870257" cy="4397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/>
              <a:t>IFS</a:t>
            </a:r>
            <a:endParaRPr lang="en-ID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36A0DD-948A-4568-8281-830D5131C7BD}"/>
              </a:ext>
            </a:extLst>
          </p:cNvPr>
          <p:cNvSpPr txBox="1"/>
          <p:nvPr/>
        </p:nvSpPr>
        <p:spPr>
          <a:xfrm>
            <a:off x="9739797" y="6378615"/>
            <a:ext cx="48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752811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F6A99-5372-4393-BB98-4B47AEF0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Compete!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B00CE7-080E-4080-8A55-C0D73D78D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77D85-1114-4FAE-B718-01BBA4C4D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Spotify Data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079433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9BE2-5683-4031-A11B-C8E6B7A2D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Lampiran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EAC5B-2AFE-448F-97B2-9FF018538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Petunjuk</a:t>
            </a:r>
            <a:r>
              <a:rPr lang="en-US" dirty="0"/>
              <a:t> dan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tambahan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543918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5CF860-9E9B-9FE9-AD2A-52C89D29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43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76960-E0BF-9432-BC2E-4A3B55CA320D}"/>
              </a:ext>
            </a:extLst>
          </p:cNvPr>
          <p:cNvSpPr txBox="1"/>
          <p:nvPr/>
        </p:nvSpPr>
        <p:spPr>
          <a:xfrm>
            <a:off x="5416317" y="1174536"/>
            <a:ext cx="125867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00" dirty="0">
                <a:solidFill>
                  <a:srgbClr val="F8CBAD">
                    <a:alpha val="50000"/>
                  </a:srgbClr>
                </a:solidFill>
                <a:latin typeface="Bernard MT Condensed" panose="02050806060905020404" pitchFamily="18" charset="0"/>
              </a:rPr>
              <a:t>I</a:t>
            </a:r>
            <a:endParaRPr lang="en-ID" sz="28700" dirty="0">
              <a:solidFill>
                <a:srgbClr val="F8CBAD">
                  <a:alpha val="50000"/>
                </a:srgbClr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E593CB-E4F7-3DE5-DB28-9E849EFAF06E}"/>
              </a:ext>
            </a:extLst>
          </p:cNvPr>
          <p:cNvSpPr txBox="1">
            <a:spLocks/>
          </p:cNvSpPr>
          <p:nvPr/>
        </p:nvSpPr>
        <p:spPr>
          <a:xfrm>
            <a:off x="432000" y="2678826"/>
            <a:ext cx="11340000" cy="432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/>
              <a:t>Delimited</a:t>
            </a:r>
            <a:endParaRPr lang="en-ID" sz="8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3D5C23D-FCD9-16F9-44B1-88C87C1D81EA}"/>
              </a:ext>
            </a:extLst>
          </p:cNvPr>
          <p:cNvSpPr txBox="1">
            <a:spLocks/>
          </p:cNvSpPr>
          <p:nvPr/>
        </p:nvSpPr>
        <p:spPr>
          <a:xfrm>
            <a:off x="432000" y="3747168"/>
            <a:ext cx="11340000" cy="36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Data dengan </a:t>
            </a:r>
            <a:r>
              <a:rPr lang="en-US" dirty="0" err="1"/>
              <a:t>pembatas</a:t>
            </a:r>
            <a:r>
              <a:rPr lang="en-US" dirty="0"/>
              <a:t> khusus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025547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34772-BBEE-290E-69B7-EB0758B3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FECADBF-0AC0-492E-A96B-9810DBF24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Delimited File</a:t>
            </a:r>
          </a:p>
        </p:txBody>
      </p:sp>
      <p:pic>
        <p:nvPicPr>
          <p:cNvPr id="9" name="Google Shape;288;p22">
            <a:extLst>
              <a:ext uri="{FF2B5EF4-FFF2-40B4-BE49-F238E27FC236}">
                <a16:creationId xmlns:a16="http://schemas.microsoft.com/office/drawing/2014/main" id="{2768E60E-DB4D-4AA7-829E-43BF92AB41B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99428" y="864000"/>
            <a:ext cx="6832600" cy="52046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4DDAB5-7342-4F09-AFD7-0CCF5ED035F3}"/>
              </a:ext>
            </a:extLst>
          </p:cNvPr>
          <p:cNvSpPr txBox="1"/>
          <p:nvPr/>
        </p:nvSpPr>
        <p:spPr>
          <a:xfrm>
            <a:off x="326150" y="1518486"/>
            <a:ext cx="3748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apakah</a:t>
            </a:r>
            <a:r>
              <a:rPr lang="en-US" dirty="0"/>
              <a:t> data yang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data delimited </a:t>
            </a:r>
            <a:r>
              <a:rPr lang="en-US" dirty="0" err="1"/>
              <a:t>atau</a:t>
            </a:r>
            <a:r>
              <a:rPr lang="en-US" dirty="0"/>
              <a:t> fixed width?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Data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diimpor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baris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berapa</a:t>
            </a:r>
            <a:r>
              <a:rPr lang="en-ID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Apakah</a:t>
            </a:r>
            <a:r>
              <a:rPr lang="en-ID" dirty="0"/>
              <a:t> data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diimpor</a:t>
            </a:r>
            <a:r>
              <a:rPr lang="en-ID" dirty="0"/>
              <a:t> </a:t>
            </a:r>
            <a:r>
              <a:rPr lang="en-ID" dirty="0" err="1"/>
              <a:t>mempunyai</a:t>
            </a:r>
            <a:r>
              <a:rPr lang="en-ID" dirty="0"/>
              <a:t> header/</a:t>
            </a:r>
            <a:r>
              <a:rPr lang="en-ID" dirty="0" err="1"/>
              <a:t>judul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994672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D9729-6ACA-40E2-8405-EA348F286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FAC3B69-B56E-4F8B-8D72-79A82377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Delimited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B640E-5C46-44E3-98B6-F69C54FDD042}"/>
              </a:ext>
            </a:extLst>
          </p:cNvPr>
          <p:cNvSpPr txBox="1"/>
          <p:nvPr/>
        </p:nvSpPr>
        <p:spPr>
          <a:xfrm>
            <a:off x="326150" y="1518486"/>
            <a:ext cx="3748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menjadi</a:t>
            </a:r>
            <a:r>
              <a:rPr lang="en-US" dirty="0"/>
              <a:t> delimiter/separator?</a:t>
            </a:r>
            <a:endParaRPr lang="en-ID" dirty="0"/>
          </a:p>
        </p:txBody>
      </p:sp>
      <p:pic>
        <p:nvPicPr>
          <p:cNvPr id="7" name="Google Shape;296;p23">
            <a:extLst>
              <a:ext uri="{FF2B5EF4-FFF2-40B4-BE49-F238E27FC236}">
                <a16:creationId xmlns:a16="http://schemas.microsoft.com/office/drawing/2014/main" id="{8CEEF58C-561C-421B-A0D1-227C334346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2366" y="743867"/>
            <a:ext cx="6850743" cy="53173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3059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DCF3D-ADD6-47FC-961A-5DE41206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6EF8CC3-21BF-42E9-9FE3-1943A7B5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Delimited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4BB6E-E3B1-4626-A48E-AC1C37626C42}"/>
              </a:ext>
            </a:extLst>
          </p:cNvPr>
          <p:cNvSpPr txBox="1"/>
          <p:nvPr/>
        </p:nvSpPr>
        <p:spPr>
          <a:xfrm>
            <a:off x="326150" y="1518486"/>
            <a:ext cx="3748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Definisikan</a:t>
            </a:r>
            <a:r>
              <a:rPr lang="en-US" dirty="0"/>
              <a:t> format masing-masing </a:t>
            </a:r>
            <a:r>
              <a:rPr lang="en-US" dirty="0" err="1"/>
              <a:t>kolom</a:t>
            </a:r>
            <a:endParaRPr lang="en-ID" dirty="0"/>
          </a:p>
        </p:txBody>
      </p:sp>
      <p:pic>
        <p:nvPicPr>
          <p:cNvPr id="7" name="Google Shape;304;p24">
            <a:extLst>
              <a:ext uri="{FF2B5EF4-FFF2-40B4-BE49-F238E27FC236}">
                <a16:creationId xmlns:a16="http://schemas.microsoft.com/office/drawing/2014/main" id="{C7927CB3-ECFE-402F-A7EB-5E60CFC2219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75200" y="864000"/>
            <a:ext cx="6996799" cy="52208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22330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7D19F-F7E1-4A0C-B91B-D862DE8EE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A300F63-A9C7-46C3-93F2-9708C3173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Delimited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B6D3DD-5F60-4776-A918-6C015D59CD5C}"/>
              </a:ext>
            </a:extLst>
          </p:cNvPr>
          <p:cNvSpPr txBox="1"/>
          <p:nvPr/>
        </p:nvSpPr>
        <p:spPr>
          <a:xfrm>
            <a:off x="319314" y="1315917"/>
            <a:ext cx="37481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koma</a:t>
            </a:r>
            <a:r>
              <a:rPr lang="en-US" dirty="0"/>
              <a:t> dan </a:t>
            </a:r>
            <a:r>
              <a:rPr lang="en-US" dirty="0" err="1"/>
              <a:t>titik</a:t>
            </a:r>
            <a:r>
              <a:rPr lang="en-US" dirty="0"/>
              <a:t> yang </a:t>
            </a:r>
            <a:r>
              <a:rPr lang="en-US" dirty="0" err="1"/>
              <a:t>menjadi</a:t>
            </a:r>
            <a:r>
              <a:rPr lang="en-US" dirty="0"/>
              <a:t> separator </a:t>
            </a:r>
            <a:r>
              <a:rPr lang="en-US" dirty="0" err="1"/>
              <a:t>koma</a:t>
            </a:r>
            <a:r>
              <a:rPr lang="en-US" dirty="0"/>
              <a:t> dan separator </a:t>
            </a:r>
            <a:r>
              <a:rPr lang="en-US" dirty="0" err="1"/>
              <a:t>ribuan</a:t>
            </a:r>
            <a:r>
              <a:rPr lang="en-US" dirty="0"/>
              <a:t> pada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Finish, </a:t>
            </a:r>
            <a:r>
              <a:rPr lang="en-ID" dirty="0" err="1"/>
              <a:t>tentukan</a:t>
            </a:r>
            <a:r>
              <a:rPr lang="en-ID" dirty="0"/>
              <a:t> </a:t>
            </a:r>
            <a:r>
              <a:rPr lang="en-ID" dirty="0" err="1"/>
              <a:t>lokasi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impor</a:t>
            </a:r>
            <a:r>
              <a:rPr lang="en-ID" dirty="0"/>
              <a:t> data</a:t>
            </a:r>
          </a:p>
        </p:txBody>
      </p:sp>
      <p:pic>
        <p:nvPicPr>
          <p:cNvPr id="7" name="Google Shape;312;p25">
            <a:extLst>
              <a:ext uri="{FF2B5EF4-FFF2-40B4-BE49-F238E27FC236}">
                <a16:creationId xmlns:a16="http://schemas.microsoft.com/office/drawing/2014/main" id="{0B0149B0-397D-4FE3-B4B5-75B84E0DA4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52043" y="647999"/>
            <a:ext cx="6901906" cy="4910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13;p25">
            <a:extLst>
              <a:ext uri="{FF2B5EF4-FFF2-40B4-BE49-F238E27FC236}">
                <a16:creationId xmlns:a16="http://schemas.microsoft.com/office/drawing/2014/main" id="{C2D8FC7A-205E-459E-96F7-64494A337A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0089" y="3511097"/>
            <a:ext cx="2924175" cy="257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24ADD5-D711-4E1F-A243-68A54D0B547E}"/>
              </a:ext>
            </a:extLst>
          </p:cNvPr>
          <p:cNvCxnSpPr/>
          <p:nvPr/>
        </p:nvCxnSpPr>
        <p:spPr>
          <a:xfrm>
            <a:off x="4074264" y="1785257"/>
            <a:ext cx="4082765" cy="2757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1448B8-B370-4307-88D9-180D51330B7B}"/>
              </a:ext>
            </a:extLst>
          </p:cNvPr>
          <p:cNvCxnSpPr/>
          <p:nvPr/>
        </p:nvCxnSpPr>
        <p:spPr>
          <a:xfrm>
            <a:off x="4074264" y="1783564"/>
            <a:ext cx="3647336" cy="14063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8331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818A6B-3FD5-C015-BA7B-A0DBC951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48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54EFBE-B29C-BDAC-DAC0-527067525EBD}"/>
              </a:ext>
            </a:extLst>
          </p:cNvPr>
          <p:cNvSpPr txBox="1"/>
          <p:nvPr/>
        </p:nvSpPr>
        <p:spPr>
          <a:xfrm>
            <a:off x="3063426" y="1174536"/>
            <a:ext cx="596446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700" dirty="0">
                <a:solidFill>
                  <a:srgbClr val="F8CBAD">
                    <a:alpha val="50000"/>
                  </a:srgbClr>
                </a:solidFill>
                <a:latin typeface="Bernard MT Condensed" panose="02050806060905020404" pitchFamily="18" charset="0"/>
              </a:rPr>
              <a:t>II</a:t>
            </a:r>
            <a:endParaRPr lang="en-ID" sz="28700" dirty="0">
              <a:solidFill>
                <a:srgbClr val="F8CBAD">
                  <a:alpha val="50000"/>
                </a:srgbClr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31FC6FE-0457-F612-2ED1-B478F86097F5}"/>
              </a:ext>
            </a:extLst>
          </p:cNvPr>
          <p:cNvSpPr txBox="1">
            <a:spLocks/>
          </p:cNvSpPr>
          <p:nvPr/>
        </p:nvSpPr>
        <p:spPr>
          <a:xfrm>
            <a:off x="432000" y="2678826"/>
            <a:ext cx="11340000" cy="432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/>
              <a:t>Fixed Width</a:t>
            </a:r>
            <a:endParaRPr lang="en-ID" sz="8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9B5A595-829A-49F6-00AE-CBA1E805D6F7}"/>
              </a:ext>
            </a:extLst>
          </p:cNvPr>
          <p:cNvSpPr txBox="1">
            <a:spLocks/>
          </p:cNvSpPr>
          <p:nvPr/>
        </p:nvSpPr>
        <p:spPr>
          <a:xfrm>
            <a:off x="432000" y="3747168"/>
            <a:ext cx="11340000" cy="36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Data dengan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tetap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221934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4AE38-2E78-25ED-EA26-3062A4D45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D07014-24B4-8578-3058-1F57F3AE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000" y="69656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Fixed Width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CB5B5A-A761-4C17-923C-33D810C11BFC}"/>
              </a:ext>
            </a:extLst>
          </p:cNvPr>
          <p:cNvSpPr txBox="1"/>
          <p:nvPr/>
        </p:nvSpPr>
        <p:spPr>
          <a:xfrm>
            <a:off x="326150" y="1518486"/>
            <a:ext cx="3748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apakah</a:t>
            </a:r>
            <a:r>
              <a:rPr lang="en-US" dirty="0"/>
              <a:t> data yang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data delimited </a:t>
            </a:r>
            <a:r>
              <a:rPr lang="en-US" dirty="0" err="1"/>
              <a:t>atau</a:t>
            </a:r>
            <a:r>
              <a:rPr lang="en-US" dirty="0"/>
              <a:t> fixed width?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Data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diimpor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baris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berapa</a:t>
            </a:r>
            <a:r>
              <a:rPr lang="en-ID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Apakah</a:t>
            </a:r>
            <a:r>
              <a:rPr lang="en-ID" dirty="0"/>
              <a:t> data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diimpor</a:t>
            </a:r>
            <a:r>
              <a:rPr lang="en-ID" dirty="0"/>
              <a:t> </a:t>
            </a:r>
            <a:r>
              <a:rPr lang="en-ID" dirty="0" err="1"/>
              <a:t>mempunyai</a:t>
            </a:r>
            <a:r>
              <a:rPr lang="en-ID" dirty="0"/>
              <a:t> header/</a:t>
            </a:r>
            <a:r>
              <a:rPr lang="en-ID" dirty="0" err="1"/>
              <a:t>judul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?</a:t>
            </a:r>
          </a:p>
        </p:txBody>
      </p:sp>
      <p:pic>
        <p:nvPicPr>
          <p:cNvPr id="7" name="Google Shape;349;p30">
            <a:extLst>
              <a:ext uri="{FF2B5EF4-FFF2-40B4-BE49-F238E27FC236}">
                <a16:creationId xmlns:a16="http://schemas.microsoft.com/office/drawing/2014/main" id="{8D1344B7-5FC4-4B7D-B67A-FF0B5A39CA24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98250" y="432000"/>
            <a:ext cx="7467600" cy="56784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59366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824C7-C1E8-4D69-8D8B-460F3A7C7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E8B980C-C885-46CE-9CC0-EAF9E244A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Fixed Width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F28E48-3464-4130-848F-7BD10187AD6A}"/>
              </a:ext>
            </a:extLst>
          </p:cNvPr>
          <p:cNvSpPr txBox="1"/>
          <p:nvPr/>
        </p:nvSpPr>
        <p:spPr>
          <a:xfrm>
            <a:off x="326150" y="1518486"/>
            <a:ext cx="3748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batas-batas</a:t>
            </a:r>
            <a:r>
              <a:rPr lang="en-US" dirty="0"/>
              <a:t> </a:t>
            </a:r>
            <a:r>
              <a:rPr lang="en-US" dirty="0" err="1"/>
              <a:t>awal</a:t>
            </a:r>
            <a:r>
              <a:rPr lang="en-US" dirty="0"/>
              <a:t> masing-masing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mengklik</a:t>
            </a:r>
            <a:r>
              <a:rPr lang="en-US" dirty="0"/>
              <a:t> </a:t>
            </a:r>
            <a:r>
              <a:rPr lang="en-US" dirty="0" err="1"/>
              <a:t>kiri</a:t>
            </a:r>
            <a:r>
              <a:rPr lang="en-US" dirty="0"/>
              <a:t> pada data </a:t>
            </a:r>
            <a:r>
              <a:rPr lang="en-US" dirty="0" err="1"/>
              <a:t>sampel</a:t>
            </a:r>
            <a:r>
              <a:rPr lang="en-ID" dirty="0"/>
              <a:t> (double click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menghilangkan</a:t>
            </a:r>
            <a:r>
              <a:rPr lang="en-ID" dirty="0"/>
              <a:t> garis)</a:t>
            </a:r>
            <a:endParaRPr lang="en-US" dirty="0"/>
          </a:p>
        </p:txBody>
      </p:sp>
      <p:pic>
        <p:nvPicPr>
          <p:cNvPr id="7" name="Google Shape;355;p31">
            <a:extLst>
              <a:ext uri="{FF2B5EF4-FFF2-40B4-BE49-F238E27FC236}">
                <a16:creationId xmlns:a16="http://schemas.microsoft.com/office/drawing/2014/main" id="{ECC4A703-003F-4DD2-9275-A3AAFE5187D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82452" y="493686"/>
            <a:ext cx="7177548" cy="54579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25002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C7C7B-6669-45EA-9BBE-DB2720AD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D2D8B9-5A23-4C82-9E91-76E1B8308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Fixed Width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FFE3CA-5535-42EE-B87A-26992CFFAF71}"/>
              </a:ext>
            </a:extLst>
          </p:cNvPr>
          <p:cNvSpPr txBox="1"/>
          <p:nvPr/>
        </p:nvSpPr>
        <p:spPr>
          <a:xfrm>
            <a:off x="326150" y="1518486"/>
            <a:ext cx="37481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Definisikan</a:t>
            </a:r>
            <a:r>
              <a:rPr lang="en-US" dirty="0"/>
              <a:t> format masing-masing </a:t>
            </a:r>
            <a:r>
              <a:rPr lang="en-US" dirty="0" err="1"/>
              <a:t>kolom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Tentukan</a:t>
            </a:r>
            <a:r>
              <a:rPr lang="en-ID" dirty="0"/>
              <a:t> separator </a:t>
            </a:r>
            <a:r>
              <a:rPr lang="en-ID" dirty="0" err="1"/>
              <a:t>koma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ribuan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Hilangkan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(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Finish</a:t>
            </a:r>
          </a:p>
        </p:txBody>
      </p:sp>
      <p:pic>
        <p:nvPicPr>
          <p:cNvPr id="7" name="Google Shape;378;p33">
            <a:extLst>
              <a:ext uri="{FF2B5EF4-FFF2-40B4-BE49-F238E27FC236}">
                <a16:creationId xmlns:a16="http://schemas.microsoft.com/office/drawing/2014/main" id="{E1C27EE7-7C50-486D-A338-5B31979527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10242" y="685800"/>
            <a:ext cx="7214992" cy="5486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71785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7BE3E-92AD-4D27-9EE6-F5EEA98F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04F22-429E-4524-BB65-82E31F15D78C}"/>
              </a:ext>
            </a:extLst>
          </p:cNvPr>
          <p:cNvSpPr txBox="1"/>
          <p:nvPr/>
        </p:nvSpPr>
        <p:spPr>
          <a:xfrm>
            <a:off x="3063426" y="1174536"/>
            <a:ext cx="596446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700" dirty="0">
                <a:solidFill>
                  <a:srgbClr val="A9D18E"/>
                </a:solidFill>
                <a:latin typeface="Bernard MT Condensed" panose="02050806060905020404" pitchFamily="18" charset="0"/>
              </a:rPr>
              <a:t>III</a:t>
            </a:r>
            <a:endParaRPr lang="en-ID" sz="28700" dirty="0">
              <a:solidFill>
                <a:srgbClr val="A9D18E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45262C-A602-4222-A44B-FC13F2E5E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894832"/>
            <a:ext cx="11340000" cy="432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dirty="0"/>
              <a:t>.</a:t>
            </a:r>
            <a:r>
              <a:rPr lang="en-US" sz="8800" dirty="0" err="1"/>
              <a:t>mdb</a:t>
            </a:r>
            <a:endParaRPr lang="en-ID" sz="8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0C5604-F7B8-4653-8E35-85CBB0493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3639719"/>
            <a:ext cx="11340000" cy="36000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/>
              <a:t>Data yang 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Ms. Access</a:t>
            </a:r>
            <a:endParaRPr lang="en-ID" dirty="0"/>
          </a:p>
        </p:txBody>
      </p:sp>
      <p:pic>
        <p:nvPicPr>
          <p:cNvPr id="8" name="Google Shape;232;p14">
            <a:extLst>
              <a:ext uri="{FF2B5EF4-FFF2-40B4-BE49-F238E27FC236}">
                <a16:creationId xmlns:a16="http://schemas.microsoft.com/office/drawing/2014/main" id="{D5522ACC-56D1-4A62-9DA4-C177C789658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08871" y="266977"/>
            <a:ext cx="983175" cy="905304"/>
          </a:xfrm>
          <a:prstGeom prst="flowChartDocumen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16178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EB307-B6D8-448F-8B58-AF2123E3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706D15-6ED1-45B7-A94F-6C0EB20A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764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mdb</a:t>
            </a:r>
            <a:endParaRPr lang="en-US" dirty="0"/>
          </a:p>
        </p:txBody>
      </p:sp>
      <p:pic>
        <p:nvPicPr>
          <p:cNvPr id="7" name="Google Shape;232;p14">
            <a:extLst>
              <a:ext uri="{FF2B5EF4-FFF2-40B4-BE49-F238E27FC236}">
                <a16:creationId xmlns:a16="http://schemas.microsoft.com/office/drawing/2014/main" id="{B6BF93EE-E811-4232-917D-A78DF6EA65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71615" y="266977"/>
            <a:ext cx="983175" cy="905304"/>
          </a:xfrm>
          <a:prstGeom prst="flowChartDocumen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9E6133-BFD9-4C5B-B37F-FFCF92AA509D}"/>
              </a:ext>
            </a:extLst>
          </p:cNvPr>
          <p:cNvSpPr txBox="1"/>
          <p:nvPr/>
        </p:nvSpPr>
        <p:spPr>
          <a:xfrm>
            <a:off x="4800058" y="1033626"/>
            <a:ext cx="2491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DISCLAIMER</a:t>
            </a:r>
            <a:endParaRPr lang="en-ID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DFB793-5C57-43B7-9FAB-06965EA16E95}"/>
              </a:ext>
            </a:extLst>
          </p:cNvPr>
          <p:cNvSpPr txBox="1"/>
          <p:nvPr/>
        </p:nvSpPr>
        <p:spPr>
          <a:xfrm>
            <a:off x="1054555" y="1941618"/>
            <a:ext cx="9982200" cy="365330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File Access </a:t>
            </a:r>
            <a:r>
              <a:rPr lang="en-US" sz="2400" dirty="0" err="1"/>
              <a:t>versi</a:t>
            </a:r>
            <a:r>
              <a:rPr lang="en-US" sz="2400" dirty="0"/>
              <a:t> lama yang </a:t>
            </a:r>
            <a:r>
              <a:rPr lang="en-US" sz="2400" dirty="0" err="1"/>
              <a:t>dihasilkan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Microsoft Access 2003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dibuka</a:t>
            </a:r>
            <a:r>
              <a:rPr lang="en-US" sz="2400" dirty="0"/>
              <a:t> di </a:t>
            </a:r>
            <a:r>
              <a:rPr lang="en-US" sz="2400" dirty="0" err="1"/>
              <a:t>versi</a:t>
            </a:r>
            <a:r>
              <a:rPr lang="en-US" sz="2400" dirty="0"/>
              <a:t> Access </a:t>
            </a:r>
            <a:r>
              <a:rPr lang="en-US" sz="2400" dirty="0" err="1"/>
              <a:t>terbaru</a:t>
            </a:r>
            <a:r>
              <a:rPr lang="en-US" sz="2400" dirty="0"/>
              <a:t> </a:t>
            </a:r>
            <a:r>
              <a:rPr lang="en-US" sz="2400" dirty="0" err="1"/>
              <a:t>kecuali</a:t>
            </a:r>
            <a:r>
              <a:rPr lang="en-US" sz="2400" dirty="0"/>
              <a:t>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telah</a:t>
            </a:r>
            <a:r>
              <a:rPr lang="en-US" sz="2400" dirty="0"/>
              <a:t> </a:t>
            </a:r>
            <a:r>
              <a:rPr lang="en-US" sz="2400" dirty="0" err="1"/>
              <a:t>diinstall</a:t>
            </a:r>
            <a:r>
              <a:rPr lang="en-US" sz="2400" dirty="0"/>
              <a:t> </a:t>
            </a:r>
            <a:r>
              <a:rPr lang="en-US" sz="2400" dirty="0" err="1"/>
              <a:t>mesin</a:t>
            </a:r>
            <a:r>
              <a:rPr lang="en-US" sz="2400" dirty="0"/>
              <a:t> database yang </a:t>
            </a:r>
            <a:r>
              <a:rPr lang="en-US" sz="2400" dirty="0" err="1"/>
              <a:t>sama</a:t>
            </a:r>
            <a:r>
              <a:rPr lang="en-US" sz="2400" dirty="0"/>
              <a:t> (Microsoft Jet 4 OLE DB Provider).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FFFF00"/>
              </a:buClr>
              <a:buSzPts val="2800"/>
            </a:pPr>
            <a:r>
              <a:rPr lang="id-ID" sz="2400" b="1" dirty="0"/>
              <a:t>Solusi:</a:t>
            </a:r>
            <a:endParaRPr lang="id-ID" sz="2400" dirty="0"/>
          </a:p>
          <a:p>
            <a:pPr marL="457200" lvl="0" indent="-457200">
              <a:lnSpc>
                <a:spcPct val="90000"/>
              </a:lnSpc>
              <a:spcBef>
                <a:spcPts val="1000"/>
              </a:spcBef>
              <a:buSzPts val="2800"/>
              <a:buFont typeface="Arial" panose="020B0604020202020204" pitchFamily="34" charset="0"/>
              <a:buChar char="•"/>
            </a:pPr>
            <a:r>
              <a:rPr lang="id-ID" sz="2400" dirty="0"/>
              <a:t>dibuka dengan Access 2003 atau Excel 2003</a:t>
            </a:r>
          </a:p>
          <a:p>
            <a:pPr marL="457200" lvl="0" indent="-457200">
              <a:lnSpc>
                <a:spcPct val="90000"/>
              </a:lnSpc>
              <a:spcBef>
                <a:spcPts val="1000"/>
              </a:spcBef>
              <a:buSzPts val="2800"/>
              <a:buFont typeface="Arial" panose="020B0604020202020204" pitchFamily="34" charset="0"/>
              <a:buChar char="•"/>
            </a:pPr>
            <a:r>
              <a:rPr lang="id-ID" sz="2400" dirty="0"/>
              <a:t>Menggunakan aplikasi </a:t>
            </a:r>
            <a:r>
              <a:rPr lang="id-ID" sz="2400" b="1" dirty="0"/>
              <a:t>MDB Viewer Plus www.alexnolan.net/software/mdb_viewer_plus.htm</a:t>
            </a:r>
            <a:endParaRPr lang="id-ID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 err="1"/>
          </a:p>
        </p:txBody>
      </p:sp>
    </p:spTree>
    <p:extLst>
      <p:ext uri="{BB962C8B-B14F-4D97-AF65-F5344CB8AC3E}">
        <p14:creationId xmlns:p14="http://schemas.microsoft.com/office/powerpoint/2010/main" val="23645360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6E2AF-65B3-4F61-A59B-9523C687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EBF2D-21E3-4720-9105-921D4223962C}"/>
              </a:ext>
            </a:extLst>
          </p:cNvPr>
          <p:cNvSpPr txBox="1"/>
          <p:nvPr/>
        </p:nvSpPr>
        <p:spPr>
          <a:xfrm>
            <a:off x="3063426" y="1174536"/>
            <a:ext cx="596446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700" dirty="0">
                <a:solidFill>
                  <a:srgbClr val="A9D18E"/>
                </a:solidFill>
                <a:latin typeface="Bernard MT Condensed" panose="02050806060905020404" pitchFamily="18" charset="0"/>
              </a:rPr>
              <a:t>IV</a:t>
            </a:r>
            <a:endParaRPr lang="en-ID" sz="28700" dirty="0">
              <a:solidFill>
                <a:srgbClr val="A9D18E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59F4B51-78A1-46B4-B405-3FE3550CD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678826"/>
            <a:ext cx="11340000" cy="432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dirty="0"/>
              <a:t>.</a:t>
            </a:r>
            <a:r>
              <a:rPr lang="en-US" sz="8800" dirty="0" err="1"/>
              <a:t>dbf</a:t>
            </a:r>
            <a:endParaRPr lang="en-ID" sz="8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35D6D-78A0-4847-85BC-1F7BB5E02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3747168"/>
            <a:ext cx="11340000" cy="587326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dirty="0"/>
              <a:t>Data yang </a:t>
            </a:r>
            <a:r>
              <a:rPr lang="en-US" dirty="0" err="1"/>
              <a:t>berasal</a:t>
            </a:r>
            <a:r>
              <a:rPr lang="en-US" dirty="0"/>
              <a:t> (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ekspor</a:t>
            </a:r>
            <a:r>
              <a:rPr lang="en-US" dirty="0"/>
              <a:t>)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database</a:t>
            </a:r>
          </a:p>
        </p:txBody>
      </p:sp>
      <p:pic>
        <p:nvPicPr>
          <p:cNvPr id="8" name="Google Shape;223;p14">
            <a:extLst>
              <a:ext uri="{FF2B5EF4-FFF2-40B4-BE49-F238E27FC236}">
                <a16:creationId xmlns:a16="http://schemas.microsoft.com/office/drawing/2014/main" id="{4310E577-9660-4749-B873-67F0EAD648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40760" y="354409"/>
            <a:ext cx="1092678" cy="966381"/>
          </a:xfrm>
          <a:prstGeom prst="rect">
            <a:avLst/>
          </a:prstGeom>
          <a:solidFill>
            <a:srgbClr val="BBD6EE"/>
          </a:solidFill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372267-E397-43BF-9FDB-C10FD4D06B9B}"/>
              </a:ext>
            </a:extLst>
          </p:cNvPr>
          <p:cNvSpPr txBox="1"/>
          <p:nvPr/>
        </p:nvSpPr>
        <p:spPr>
          <a:xfrm>
            <a:off x="1799112" y="579515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8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119901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D0D6B-C94A-4A72-BBF8-B92FD77E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9885A41-036F-4B7C-96A2-0A9A53722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dbf</a:t>
            </a:r>
            <a:endParaRPr lang="en-US" dirty="0"/>
          </a:p>
        </p:txBody>
      </p:sp>
      <p:pic>
        <p:nvPicPr>
          <p:cNvPr id="6" name="Google Shape;223;p14">
            <a:extLst>
              <a:ext uri="{FF2B5EF4-FFF2-40B4-BE49-F238E27FC236}">
                <a16:creationId xmlns:a16="http://schemas.microsoft.com/office/drawing/2014/main" id="{ABB84D01-63B7-431D-8B16-2A4DAE29E7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40760" y="354409"/>
            <a:ext cx="1092678" cy="966381"/>
          </a:xfrm>
          <a:prstGeom prst="rect">
            <a:avLst/>
          </a:prstGeom>
          <a:solidFill>
            <a:srgbClr val="BBD6EE"/>
          </a:solidFill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627D27-C483-43E7-BA12-06D4AB612D52}"/>
              </a:ext>
            </a:extLst>
          </p:cNvPr>
          <p:cNvSpPr txBox="1"/>
          <p:nvPr/>
        </p:nvSpPr>
        <p:spPr>
          <a:xfrm>
            <a:off x="1104899" y="1501102"/>
            <a:ext cx="9982200" cy="310854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DBF: dBase database file (</a:t>
            </a:r>
            <a:r>
              <a:rPr lang="en-US" sz="2800" dirty="0" err="1"/>
              <a:t>dari</a:t>
            </a:r>
            <a:r>
              <a:rPr lang="en-US" sz="2800" dirty="0"/>
              <a:t> database management system </a:t>
            </a:r>
            <a:r>
              <a:rPr lang="en-US" sz="2800" dirty="0" err="1"/>
              <a:t>dBASE</a:t>
            </a:r>
            <a:r>
              <a:rPr lang="en-US" sz="2800" dirty="0"/>
              <a:t>)</a:t>
            </a:r>
          </a:p>
          <a:p>
            <a:endParaRPr lang="en-US" sz="2800" dirty="0"/>
          </a:p>
          <a:p>
            <a:r>
              <a:rPr lang="en-US" sz="2800" dirty="0"/>
              <a:t>Cara </a:t>
            </a:r>
            <a:r>
              <a:rPr lang="en-US" sz="2800" dirty="0" err="1"/>
              <a:t>Membuka</a:t>
            </a:r>
            <a:r>
              <a:rPr lang="en-US" sz="2800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Drag &amp; Drop </a:t>
            </a:r>
            <a:r>
              <a:rPr lang="en-US" sz="2800" dirty="0" err="1"/>
              <a:t>ke</a:t>
            </a:r>
            <a:r>
              <a:rPr lang="en-US" sz="2800" dirty="0"/>
              <a:t> salah </a:t>
            </a:r>
            <a:r>
              <a:rPr lang="en-US" sz="2800" dirty="0" err="1"/>
              <a:t>satu</a:t>
            </a:r>
            <a:r>
              <a:rPr lang="en-US" sz="2800" dirty="0"/>
              <a:t> sheet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atau</a:t>
            </a:r>
            <a:r>
              <a:rPr lang="en-US" sz="2800" dirty="0"/>
              <a:t> DBF Viewer Plus (www.alexnolan.net/software/dbf.htm)</a:t>
            </a:r>
          </a:p>
        </p:txBody>
      </p:sp>
    </p:spTree>
    <p:extLst>
      <p:ext uri="{BB962C8B-B14F-4D97-AF65-F5344CB8AC3E}">
        <p14:creationId xmlns:p14="http://schemas.microsoft.com/office/powerpoint/2010/main" val="11257746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30AF3-9C39-490D-9CA1-D10BF8531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EA7F3-80C6-4F45-83A2-BCE4EAC6059C}"/>
              </a:ext>
            </a:extLst>
          </p:cNvPr>
          <p:cNvSpPr txBox="1"/>
          <p:nvPr/>
        </p:nvSpPr>
        <p:spPr>
          <a:xfrm>
            <a:off x="3063426" y="1174536"/>
            <a:ext cx="596446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700" dirty="0">
                <a:solidFill>
                  <a:srgbClr val="A9D18E"/>
                </a:solidFill>
                <a:latin typeface="Bernard MT Condensed" panose="02050806060905020404" pitchFamily="18" charset="0"/>
              </a:rPr>
              <a:t>V</a:t>
            </a:r>
            <a:endParaRPr lang="en-ID" sz="28700" dirty="0">
              <a:solidFill>
                <a:srgbClr val="A9D18E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B79C05-09F5-4358-8D84-0C413FFE5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678826"/>
            <a:ext cx="11340000" cy="432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dirty="0" err="1"/>
              <a:t>xBRL</a:t>
            </a:r>
            <a:endParaRPr lang="en-ID" sz="8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562E93-CFF2-482A-957A-4729A5C9D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3747168"/>
            <a:ext cx="11340000" cy="360000"/>
          </a:xfrm>
        </p:spPr>
        <p:txBody>
          <a:bodyPr>
            <a:normAutofit fontScale="85000" lnSpcReduction="20000"/>
          </a:bodyPr>
          <a:lstStyle/>
          <a:p>
            <a:pPr algn="ctr">
              <a:spcBef>
                <a:spcPts val="0"/>
              </a:spcBef>
            </a:pPr>
            <a:r>
              <a:rPr lang="en-US" dirty="0"/>
              <a:t>Data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xml</a:t>
            </a:r>
          </a:p>
        </p:txBody>
      </p:sp>
      <p:pic>
        <p:nvPicPr>
          <p:cNvPr id="8" name="Google Shape;227;p14">
            <a:extLst>
              <a:ext uri="{FF2B5EF4-FFF2-40B4-BE49-F238E27FC236}">
                <a16:creationId xmlns:a16="http://schemas.microsoft.com/office/drawing/2014/main" id="{6E508672-E7C3-4838-81B9-3C55CC22825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7500" t="8750" r="25625" b="2629"/>
          <a:stretch/>
        </p:blipFill>
        <p:spPr>
          <a:xfrm>
            <a:off x="10342640" y="368451"/>
            <a:ext cx="1488918" cy="938298"/>
          </a:xfrm>
          <a:custGeom>
            <a:avLst/>
            <a:gdLst/>
            <a:ahLst/>
            <a:cxnLst/>
            <a:rect l="l" t="t" r="r" b="b"/>
            <a:pathLst>
              <a:path w="5715000" h="3601526" extrusionOk="0">
                <a:moveTo>
                  <a:pt x="2857500" y="0"/>
                </a:moveTo>
                <a:cubicBezTo>
                  <a:pt x="4435654" y="0"/>
                  <a:pt x="5715000" y="806229"/>
                  <a:pt x="5715000" y="1800763"/>
                </a:cubicBezTo>
                <a:cubicBezTo>
                  <a:pt x="5715000" y="2795297"/>
                  <a:pt x="4435654" y="3601526"/>
                  <a:pt x="2857500" y="3601526"/>
                </a:cubicBezTo>
                <a:cubicBezTo>
                  <a:pt x="1279346" y="3601526"/>
                  <a:pt x="0" y="2795297"/>
                  <a:pt x="0" y="1800763"/>
                </a:cubicBezTo>
                <a:cubicBezTo>
                  <a:pt x="0" y="806229"/>
                  <a:pt x="1279346" y="0"/>
                  <a:pt x="2857500" y="0"/>
                </a:cubicBezTo>
                <a:close/>
              </a:path>
            </a:pathLst>
          </a:cu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2236792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30AF3-9C39-490D-9CA1-D10BF8531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8" name="Google Shape;227;p14">
            <a:extLst>
              <a:ext uri="{FF2B5EF4-FFF2-40B4-BE49-F238E27FC236}">
                <a16:creationId xmlns:a16="http://schemas.microsoft.com/office/drawing/2014/main" id="{6E508672-E7C3-4838-81B9-3C55CC22825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7500" t="8750" r="25625" b="2629"/>
          <a:stretch/>
        </p:blipFill>
        <p:spPr>
          <a:xfrm>
            <a:off x="10342640" y="368451"/>
            <a:ext cx="1488918" cy="938298"/>
          </a:xfrm>
          <a:custGeom>
            <a:avLst/>
            <a:gdLst/>
            <a:ahLst/>
            <a:cxnLst/>
            <a:rect l="l" t="t" r="r" b="b"/>
            <a:pathLst>
              <a:path w="5715000" h="3601526" extrusionOk="0">
                <a:moveTo>
                  <a:pt x="2857500" y="0"/>
                </a:moveTo>
                <a:cubicBezTo>
                  <a:pt x="4435654" y="0"/>
                  <a:pt x="5715000" y="806229"/>
                  <a:pt x="5715000" y="1800763"/>
                </a:cubicBezTo>
                <a:cubicBezTo>
                  <a:pt x="5715000" y="2795297"/>
                  <a:pt x="4435654" y="3601526"/>
                  <a:pt x="2857500" y="3601526"/>
                </a:cubicBezTo>
                <a:cubicBezTo>
                  <a:pt x="1279346" y="3601526"/>
                  <a:pt x="0" y="2795297"/>
                  <a:pt x="0" y="1800763"/>
                </a:cubicBezTo>
                <a:cubicBezTo>
                  <a:pt x="0" y="806229"/>
                  <a:pt x="1279346" y="0"/>
                  <a:pt x="2857500" y="0"/>
                </a:cubicBezTo>
                <a:close/>
              </a:path>
            </a:pathLst>
          </a:cu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3341E8A-F504-474D-99BF-A11BB0058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xBRL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DCC0DF-0AB3-41DA-BC07-2920A39E4265}"/>
              </a:ext>
            </a:extLst>
          </p:cNvPr>
          <p:cNvSpPr/>
          <p:nvPr/>
        </p:nvSpPr>
        <p:spPr>
          <a:xfrm>
            <a:off x="934065" y="1494503"/>
            <a:ext cx="9979741" cy="12388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Pada </a:t>
            </a:r>
            <a:r>
              <a:rPr lang="en-US" dirty="0" err="1">
                <a:solidFill>
                  <a:sysClr val="windowText" lastClr="000000"/>
                </a:solidFill>
              </a:rPr>
              <a:t>tahun</a:t>
            </a:r>
            <a:r>
              <a:rPr lang="en-US" dirty="0">
                <a:solidFill>
                  <a:sysClr val="windowText" lastClr="000000"/>
                </a:solidFill>
              </a:rPr>
              <a:t> 1998, Charles Hoffman, </a:t>
            </a:r>
            <a:r>
              <a:rPr lang="en-US" dirty="0" err="1">
                <a:solidFill>
                  <a:sysClr val="windowText" lastClr="000000"/>
                </a:solidFill>
              </a:rPr>
              <a:t>seorang</a:t>
            </a:r>
            <a:r>
              <a:rPr lang="en-US" dirty="0">
                <a:solidFill>
                  <a:sysClr val="windowText" lastClr="000000"/>
                </a:solidFill>
              </a:rPr>
              <a:t> CPA di Washington</a:t>
            </a:r>
          </a:p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menginvestigasi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pemanfaatan</a:t>
            </a:r>
            <a:r>
              <a:rPr lang="en-US" dirty="0">
                <a:solidFill>
                  <a:sysClr val="windowText" lastClr="000000"/>
                </a:solidFill>
              </a:rPr>
              <a:t> XML (</a:t>
            </a:r>
            <a:r>
              <a:rPr lang="en-US" dirty="0" err="1">
                <a:solidFill>
                  <a:sysClr val="windowText" lastClr="000000"/>
                </a:solidFill>
              </a:rPr>
              <a:t>eXtensible</a:t>
            </a:r>
            <a:r>
              <a:rPr lang="en-US" dirty="0">
                <a:solidFill>
                  <a:sysClr val="windowText" lastClr="000000"/>
                </a:solidFill>
              </a:rPr>
              <a:t> Markup Language)</a:t>
            </a:r>
          </a:p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sebagai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laporan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keuangan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elektronik</a:t>
            </a:r>
            <a:r>
              <a:rPr lang="en-US" dirty="0">
                <a:solidFill>
                  <a:sysClr val="windowText" lastClr="000000"/>
                </a:solidFill>
              </a:rPr>
              <a:t>.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82468E-0FE0-4913-86EB-5DD0E32C6AC9}"/>
              </a:ext>
            </a:extLst>
          </p:cNvPr>
          <p:cNvSpPr/>
          <p:nvPr/>
        </p:nvSpPr>
        <p:spPr>
          <a:xfrm>
            <a:off x="934065" y="2870398"/>
            <a:ext cx="9979741" cy="12388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 err="1">
                <a:solidFill>
                  <a:sysClr val="windowText" lastClr="000000"/>
                </a:solidFill>
              </a:rPr>
              <a:t>Juli</a:t>
            </a:r>
            <a:r>
              <a:rPr lang="en-ID" dirty="0">
                <a:solidFill>
                  <a:sysClr val="windowText" lastClr="000000"/>
                </a:solidFill>
              </a:rPr>
              <a:t> 1999, AICPA </a:t>
            </a:r>
            <a:r>
              <a:rPr lang="en-ID" dirty="0" err="1">
                <a:solidFill>
                  <a:sysClr val="windowText" lastClr="000000"/>
                </a:solidFill>
              </a:rPr>
              <a:t>menyetujui</a:t>
            </a:r>
            <a:r>
              <a:rPr lang="en-ID" dirty="0">
                <a:solidFill>
                  <a:sysClr val="windowText" lastClr="000000"/>
                </a:solidFill>
              </a:rPr>
              <a:t> </a:t>
            </a:r>
            <a:r>
              <a:rPr lang="en-ID" dirty="0" err="1">
                <a:solidFill>
                  <a:sysClr val="windowText" lastClr="000000"/>
                </a:solidFill>
              </a:rPr>
              <a:t>pendanaan</a:t>
            </a:r>
            <a:r>
              <a:rPr lang="en-ID" dirty="0">
                <a:solidFill>
                  <a:sysClr val="windowText" lastClr="000000"/>
                </a:solidFill>
              </a:rPr>
              <a:t> </a:t>
            </a:r>
            <a:r>
              <a:rPr lang="en-ID" dirty="0" err="1">
                <a:solidFill>
                  <a:sysClr val="windowText" lastClr="000000"/>
                </a:solidFill>
              </a:rPr>
              <a:t>pengembangan</a:t>
            </a:r>
            <a:r>
              <a:rPr lang="en-ID" dirty="0">
                <a:solidFill>
                  <a:sysClr val="windowText" lastClr="000000"/>
                </a:solidFill>
              </a:rPr>
              <a:t> XML </a:t>
            </a:r>
            <a:r>
              <a:rPr lang="en-ID" dirty="0" err="1">
                <a:solidFill>
                  <a:sysClr val="windowText" lastClr="000000"/>
                </a:solidFill>
              </a:rPr>
              <a:t>tersebut</a:t>
            </a:r>
            <a:r>
              <a:rPr lang="en-ID" dirty="0">
                <a:solidFill>
                  <a:sysClr val="windowText" lastClr="000000"/>
                </a:solidFill>
              </a:rPr>
              <a:t>. </a:t>
            </a:r>
            <a:r>
              <a:rPr lang="en-ID" dirty="0" err="1">
                <a:solidFill>
                  <a:sysClr val="windowText" lastClr="000000"/>
                </a:solidFill>
              </a:rPr>
              <a:t>Proyek</a:t>
            </a:r>
            <a:r>
              <a:rPr lang="en-ID" dirty="0">
                <a:solidFill>
                  <a:sysClr val="windowText" lastClr="000000"/>
                </a:solidFill>
              </a:rPr>
              <a:t> </a:t>
            </a:r>
            <a:r>
              <a:rPr lang="en-ID" dirty="0" err="1">
                <a:solidFill>
                  <a:sysClr val="windowText" lastClr="000000"/>
                </a:solidFill>
              </a:rPr>
              <a:t>pengembangan</a:t>
            </a:r>
            <a:r>
              <a:rPr lang="en-ID" dirty="0">
                <a:solidFill>
                  <a:sysClr val="windowText" lastClr="000000"/>
                </a:solidFill>
              </a:rPr>
              <a:t> </a:t>
            </a:r>
            <a:r>
              <a:rPr lang="en-ID" dirty="0" err="1">
                <a:solidFill>
                  <a:sysClr val="windowText" lastClr="000000"/>
                </a:solidFill>
              </a:rPr>
              <a:t>tersebut</a:t>
            </a:r>
            <a:r>
              <a:rPr lang="en-ID" dirty="0">
                <a:solidFill>
                  <a:sysClr val="windowText" lastClr="000000"/>
                </a:solidFill>
              </a:rPr>
              <a:t> </a:t>
            </a:r>
            <a:r>
              <a:rPr lang="en-ID" dirty="0" err="1">
                <a:solidFill>
                  <a:sysClr val="windowText" lastClr="000000"/>
                </a:solidFill>
              </a:rPr>
              <a:t>dinamai</a:t>
            </a:r>
            <a:r>
              <a:rPr lang="en-ID" dirty="0">
                <a:solidFill>
                  <a:sysClr val="windowText" lastClr="000000"/>
                </a:solidFill>
              </a:rPr>
              <a:t> XFRML (</a:t>
            </a:r>
            <a:r>
              <a:rPr lang="en-ID" dirty="0" err="1">
                <a:solidFill>
                  <a:sysClr val="windowText" lastClr="000000"/>
                </a:solidFill>
              </a:rPr>
              <a:t>eXtensible</a:t>
            </a:r>
            <a:r>
              <a:rPr lang="en-ID" dirty="0">
                <a:solidFill>
                  <a:sysClr val="windowText" lastClr="000000"/>
                </a:solidFill>
              </a:rPr>
              <a:t> Financial Report Markup Language)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55571-E8C8-4D54-BCFF-8932A3CF714B}"/>
              </a:ext>
            </a:extLst>
          </p:cNvPr>
          <p:cNvSpPr/>
          <p:nvPr/>
        </p:nvSpPr>
        <p:spPr>
          <a:xfrm>
            <a:off x="934065" y="4246293"/>
            <a:ext cx="9979741" cy="12388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dirty="0">
                <a:solidFill>
                  <a:sysClr val="windowText" lastClr="000000"/>
                </a:solidFill>
              </a:rPr>
              <a:t>Juli 2000, spesifikasi laporan keuangan elektronik pertama dari proyek tersebut di-release dengan nama XBRL (eXtensible Business Reporting Language) </a:t>
            </a:r>
            <a:endParaRPr lang="en-ID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1310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1272A-EDC4-4251-BB17-A126A76F3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463644-F7A2-4D3E-9573-8732D3574CD8}"/>
              </a:ext>
            </a:extLst>
          </p:cNvPr>
          <p:cNvSpPr txBox="1"/>
          <p:nvPr/>
        </p:nvSpPr>
        <p:spPr>
          <a:xfrm>
            <a:off x="1104899" y="1785372"/>
            <a:ext cx="9982200" cy="317009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xBRL</a:t>
            </a:r>
            <a:r>
              <a:rPr lang="en-US" sz="2000" b="1" dirty="0"/>
              <a:t> : </a:t>
            </a:r>
            <a:r>
              <a:rPr lang="en-US" sz="2000" dirty="0" err="1"/>
              <a:t>e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lang="en-US" sz="2000" dirty="0" err="1"/>
              <a:t>tensible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B</a:t>
            </a:r>
            <a:r>
              <a:rPr lang="en-US" sz="2000" dirty="0"/>
              <a:t>usiness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R</a:t>
            </a:r>
            <a:r>
              <a:rPr lang="en-US" sz="2000" dirty="0"/>
              <a:t>eporting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L</a:t>
            </a:r>
            <a:r>
              <a:rPr lang="en-US" sz="2000" dirty="0"/>
              <a:t>anguage </a:t>
            </a: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bahasa</a:t>
            </a:r>
            <a:r>
              <a:rPr lang="en-US" sz="2000" dirty="0"/>
              <a:t> </a:t>
            </a:r>
            <a:r>
              <a:rPr lang="en-US" sz="2000" dirty="0" err="1"/>
              <a:t>berbasis</a:t>
            </a:r>
            <a:r>
              <a:rPr lang="en-US" sz="2000" dirty="0"/>
              <a:t> XML yang </a:t>
            </a:r>
            <a:r>
              <a:rPr lang="en-US" sz="2000" dirty="0" err="1"/>
              <a:t>menyediakan</a:t>
            </a:r>
            <a:r>
              <a:rPr lang="en-US" sz="2000" dirty="0"/>
              <a:t> </a:t>
            </a:r>
            <a:r>
              <a:rPr lang="en-US" sz="2000" dirty="0" err="1"/>
              <a:t>solusi</a:t>
            </a:r>
            <a:r>
              <a:rPr lang="en-US" sz="2000" dirty="0"/>
              <a:t> yang </a:t>
            </a:r>
            <a:r>
              <a:rPr lang="en-US" sz="2000" dirty="0" err="1"/>
              <a:t>efektif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persiapan</a:t>
            </a:r>
            <a:r>
              <a:rPr lang="en-US" sz="2000" dirty="0"/>
              <a:t>, </a:t>
            </a:r>
            <a:r>
              <a:rPr lang="en-US" sz="2000" dirty="0" err="1"/>
              <a:t>presentasi</a:t>
            </a:r>
            <a:r>
              <a:rPr lang="en-US" sz="2000" dirty="0"/>
              <a:t> dan </a:t>
            </a:r>
            <a:r>
              <a:rPr lang="en-US" sz="2000" dirty="0" err="1"/>
              <a:t>pertukaran</a:t>
            </a:r>
            <a:r>
              <a:rPr lang="en-US" sz="2000" dirty="0"/>
              <a:t> </a:t>
            </a:r>
            <a:r>
              <a:rPr lang="en-US" sz="2000" dirty="0" err="1"/>
              <a:t>Standar</a:t>
            </a:r>
            <a:r>
              <a:rPr lang="en-US" sz="2000" dirty="0"/>
              <a:t> </a:t>
            </a:r>
            <a:r>
              <a:rPr lang="en-US" sz="2000" dirty="0" err="1"/>
              <a:t>Pelaporan</a:t>
            </a:r>
            <a:r>
              <a:rPr lang="en-US" sz="2000" dirty="0"/>
              <a:t> </a:t>
            </a:r>
            <a:r>
              <a:rPr lang="en-US" sz="2000" dirty="0" err="1"/>
              <a:t>Keuangan</a:t>
            </a:r>
            <a:r>
              <a:rPr lang="en-US" sz="2000" dirty="0"/>
              <a:t> </a:t>
            </a:r>
            <a:r>
              <a:rPr lang="en-US" sz="2000" dirty="0" err="1"/>
              <a:t>Internasional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Cara </a:t>
            </a:r>
            <a:r>
              <a:rPr lang="en-US" sz="2000" b="1" dirty="0" err="1"/>
              <a:t>Membuka</a:t>
            </a:r>
            <a:r>
              <a:rPr lang="en-US" sz="2000" b="1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Drag &amp; Drop </a:t>
            </a:r>
            <a:r>
              <a:rPr lang="en-US" sz="2000" dirty="0" err="1"/>
              <a:t>ke</a:t>
            </a:r>
            <a:r>
              <a:rPr lang="en-US" sz="2000" dirty="0"/>
              <a:t> salah </a:t>
            </a:r>
            <a:r>
              <a:rPr lang="en-US" sz="2000" dirty="0" err="1"/>
              <a:t>satu</a:t>
            </a:r>
            <a:r>
              <a:rPr lang="en-US" sz="2000" dirty="0"/>
              <a:t> sheet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Data -&gt; Get Data -&gt; From File -&gt; XML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r>
              <a:rPr lang="en-US" sz="2000" b="1" dirty="0" err="1"/>
              <a:t>Contoh</a:t>
            </a:r>
            <a:r>
              <a:rPr lang="en-US" sz="2000" b="1" dirty="0"/>
              <a:t> data:</a:t>
            </a:r>
          </a:p>
          <a:p>
            <a:r>
              <a:rPr lang="en-US" sz="2000" dirty="0"/>
              <a:t>https://www.idx.co.id/perusahaan-tercatat/laporan-keuangan-dan-tahunan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F110B4-64F7-422A-BD68-DF8E2F0B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xBRL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7681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C81EA-6367-43E0-85BC-1C09C95A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8EC0B-ED6A-4D59-BE5E-4CAFB925F407}"/>
              </a:ext>
            </a:extLst>
          </p:cNvPr>
          <p:cNvSpPr txBox="1"/>
          <p:nvPr/>
        </p:nvSpPr>
        <p:spPr>
          <a:xfrm>
            <a:off x="3063426" y="1174536"/>
            <a:ext cx="596446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700" dirty="0">
                <a:solidFill>
                  <a:srgbClr val="A9D18E"/>
                </a:solidFill>
                <a:latin typeface="Bernard MT Condensed" panose="02050806060905020404" pitchFamily="18" charset="0"/>
              </a:rPr>
              <a:t>VI</a:t>
            </a:r>
            <a:endParaRPr lang="en-ID" sz="28700" dirty="0">
              <a:solidFill>
                <a:srgbClr val="A9D18E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A10750-6D70-4917-A716-1067B5AC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678826"/>
            <a:ext cx="11340000" cy="432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dirty="0"/>
              <a:t>JSON</a:t>
            </a:r>
            <a:endParaRPr lang="en-ID" sz="8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F93405-E324-4428-A3FF-C4EFA78642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3747168"/>
            <a:ext cx="11340000" cy="360000"/>
          </a:xfrm>
        </p:spPr>
        <p:txBody>
          <a:bodyPr>
            <a:normAutofit fontScale="85000" lnSpcReduction="20000"/>
          </a:bodyPr>
          <a:lstStyle/>
          <a:p>
            <a:pPr algn="ctr">
              <a:spcBef>
                <a:spcPts val="0"/>
              </a:spcBef>
            </a:pPr>
            <a:r>
              <a:rPr lang="en-US" dirty="0"/>
              <a:t>Data yang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notasi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javascript</a:t>
            </a:r>
            <a:endParaRPr lang="en-US" dirty="0"/>
          </a:p>
        </p:txBody>
      </p:sp>
      <p:pic>
        <p:nvPicPr>
          <p:cNvPr id="8" name="Google Shape;234;p14">
            <a:extLst>
              <a:ext uri="{FF2B5EF4-FFF2-40B4-BE49-F238E27FC236}">
                <a16:creationId xmlns:a16="http://schemas.microsoft.com/office/drawing/2014/main" id="{913457F9-CE87-4EA9-BC8E-A6D4AED7509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5853" y="397504"/>
            <a:ext cx="976170" cy="995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16907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7AF39-2491-4253-BC59-48518AA9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DD0C73-6AD1-4BE2-B3F8-50CB1983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JSON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D9C426-C44D-4DE6-979F-7F914654D9C0}"/>
              </a:ext>
            </a:extLst>
          </p:cNvPr>
          <p:cNvSpPr txBox="1"/>
          <p:nvPr/>
        </p:nvSpPr>
        <p:spPr>
          <a:xfrm>
            <a:off x="901699" y="1471127"/>
            <a:ext cx="9982200" cy="409342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Contoh</a:t>
            </a:r>
            <a:r>
              <a:rPr lang="en-US" sz="2000" b="1" dirty="0"/>
              <a:t> format data:</a:t>
            </a:r>
          </a:p>
          <a:p>
            <a:r>
              <a:rPr lang="en-US" sz="2000" dirty="0"/>
              <a:t>{name: "John", age: 31, city: "New York"}</a:t>
            </a:r>
          </a:p>
          <a:p>
            <a:endParaRPr lang="en-US" sz="2000" dirty="0"/>
          </a:p>
          <a:p>
            <a:r>
              <a:rPr lang="en-US" sz="2000" b="1" dirty="0"/>
              <a:t>Disclaimer: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dibuka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Ms. Excel </a:t>
            </a:r>
            <a:r>
              <a:rPr lang="en-US" sz="2000" dirty="0" err="1"/>
              <a:t>versi</a:t>
            </a:r>
            <a:r>
              <a:rPr lang="en-US" sz="2000" dirty="0"/>
              <a:t> 2016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atas</a:t>
            </a:r>
            <a:endParaRPr lang="en-US" sz="20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000" dirty="0" err="1"/>
              <a:t>Untuk</a:t>
            </a:r>
            <a:r>
              <a:rPr lang="en-US" sz="2000" dirty="0"/>
              <a:t> Ms. Excel 2010 dab 2013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mengunduh</a:t>
            </a:r>
            <a:r>
              <a:rPr lang="en-US" sz="2000" dirty="0"/>
              <a:t> Power Query </a:t>
            </a:r>
            <a:r>
              <a:rPr lang="en-US" sz="2000" dirty="0" err="1"/>
              <a:t>melalui</a:t>
            </a:r>
            <a:r>
              <a:rPr lang="en-US" sz="2000" dirty="0"/>
              <a:t> web Microsoft (bit.ly/PQUERY2010)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000" dirty="0"/>
              <a:t>Cara lain </a:t>
            </a:r>
            <a:r>
              <a:rPr lang="en-US" sz="2000" dirty="0" err="1"/>
              <a:t>bagi</a:t>
            </a:r>
            <a:r>
              <a:rPr lang="en-US" sz="2000" dirty="0"/>
              <a:t> </a:t>
            </a:r>
            <a:r>
              <a:rPr lang="en-US" sz="2000" dirty="0" err="1"/>
              <a:t>selain</a:t>
            </a:r>
            <a:r>
              <a:rPr lang="en-US" sz="2000" dirty="0"/>
              <a:t> </a:t>
            </a:r>
            <a:r>
              <a:rPr lang="en-US" sz="2000" dirty="0" err="1"/>
              <a:t>mengunduh</a:t>
            </a:r>
            <a:r>
              <a:rPr lang="en-US" sz="2000" dirty="0"/>
              <a:t> Power Query,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bagi</a:t>
            </a:r>
            <a:r>
              <a:rPr lang="en-US" sz="2000" dirty="0"/>
              <a:t> yang </a:t>
            </a:r>
            <a:r>
              <a:rPr lang="en-US" sz="2000" dirty="0" err="1"/>
              <a:t>menggunakan</a:t>
            </a:r>
            <a:r>
              <a:rPr lang="en-US" sz="2000" dirty="0"/>
              <a:t> Ms. Excel </a:t>
            </a:r>
            <a:r>
              <a:rPr lang="en-US" sz="2000" dirty="0" err="1"/>
              <a:t>selain</a:t>
            </a:r>
            <a:r>
              <a:rPr lang="en-US" sz="2000" dirty="0"/>
              <a:t> </a:t>
            </a:r>
            <a:r>
              <a:rPr lang="en-US" sz="2000" dirty="0" err="1"/>
              <a:t>yg</a:t>
            </a:r>
            <a:r>
              <a:rPr lang="en-US" sz="2000" dirty="0"/>
              <a:t> </a:t>
            </a:r>
            <a:r>
              <a:rPr lang="en-US" sz="2000" dirty="0" err="1"/>
              <a:t>disebutkan</a:t>
            </a:r>
            <a:r>
              <a:rPr lang="en-US" sz="2000" dirty="0"/>
              <a:t> di </a:t>
            </a:r>
            <a:r>
              <a:rPr lang="en-US" sz="2000" dirty="0" err="1"/>
              <a:t>atas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converter:</a:t>
            </a:r>
          </a:p>
          <a:p>
            <a:pPr marL="971494" lvl="1" indent="-514350">
              <a:buFont typeface="Arial" panose="020B0604020202020204" pitchFamily="34" charset="0"/>
              <a:buChar char="•"/>
            </a:pPr>
            <a:r>
              <a:rPr lang="en-US" sz="2000" dirty="0"/>
              <a:t>Offline. </a:t>
            </a:r>
            <a:r>
              <a:rPr lang="en-US" sz="2000" dirty="0" err="1"/>
              <a:t>Misalnya</a:t>
            </a:r>
            <a:r>
              <a:rPr lang="en-US" sz="2000" dirty="0"/>
              <a:t> SaveJson2CSV https://www.gunamoi.com.au/soft/savejson2csv/index.html</a:t>
            </a:r>
          </a:p>
          <a:p>
            <a:pPr marL="971494" lvl="1" indent="-514350">
              <a:buFont typeface="Arial" panose="020B0604020202020204" pitchFamily="34" charset="0"/>
              <a:buChar char="•"/>
            </a:pPr>
            <a:r>
              <a:rPr lang="en-US" sz="2000" dirty="0"/>
              <a:t>Online. </a:t>
            </a:r>
            <a:r>
              <a:rPr lang="en-US" sz="2000" dirty="0" err="1"/>
              <a:t>Misalnya</a:t>
            </a:r>
            <a:r>
              <a:rPr lang="en-US" sz="2000" dirty="0"/>
              <a:t> https://www.convertcsv.com/json-to-csv.htm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7" name="Google Shape;234;p14">
            <a:extLst>
              <a:ext uri="{FF2B5EF4-FFF2-40B4-BE49-F238E27FC236}">
                <a16:creationId xmlns:a16="http://schemas.microsoft.com/office/drawing/2014/main" id="{D4020E5D-9CCD-483B-B6AF-4551A94EEF9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5853" y="397504"/>
            <a:ext cx="976170" cy="995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8950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DB6F5-5808-4CE4-8FBB-C854D1C31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61</a:t>
            </a:fld>
            <a:endParaRPr lang="en-US"/>
          </a:p>
        </p:txBody>
      </p:sp>
      <p:pic>
        <p:nvPicPr>
          <p:cNvPr id="5" name="Google Shape;234;p14">
            <a:extLst>
              <a:ext uri="{FF2B5EF4-FFF2-40B4-BE49-F238E27FC236}">
                <a16:creationId xmlns:a16="http://schemas.microsoft.com/office/drawing/2014/main" id="{93C85C57-F4F1-46FB-A6C5-07EFAFBF2B5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5853" y="397504"/>
            <a:ext cx="976170" cy="995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50;p62">
            <a:extLst>
              <a:ext uri="{FF2B5EF4-FFF2-40B4-BE49-F238E27FC236}">
                <a16:creationId xmlns:a16="http://schemas.microsoft.com/office/drawing/2014/main" id="{7741B849-1149-44ED-A407-53163AA34E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314" y="1312893"/>
            <a:ext cx="645795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654;p62">
            <a:extLst>
              <a:ext uri="{FF2B5EF4-FFF2-40B4-BE49-F238E27FC236}">
                <a16:creationId xmlns:a16="http://schemas.microsoft.com/office/drawing/2014/main" id="{791669D5-9C61-4767-AEBF-EEA1C6CEFE98}"/>
              </a:ext>
            </a:extLst>
          </p:cNvPr>
          <p:cNvSpPr/>
          <p:nvPr/>
        </p:nvSpPr>
        <p:spPr>
          <a:xfrm>
            <a:off x="7391400" y="1177771"/>
            <a:ext cx="1447800" cy="1076048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dirty="0">
                <a:latin typeface="Calibri"/>
                <a:ea typeface="Calibri"/>
                <a:cs typeface="Calibri"/>
                <a:sym typeface="Calibri"/>
              </a:rPr>
              <a:t>Klik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b="1" dirty="0">
                <a:latin typeface="Calibri"/>
                <a:ea typeface="Calibri"/>
                <a:cs typeface="Calibri"/>
                <a:sym typeface="Calibri"/>
              </a:rPr>
              <a:t>List</a:t>
            </a:r>
            <a:endParaRPr sz="28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655;p62">
            <a:extLst>
              <a:ext uri="{FF2B5EF4-FFF2-40B4-BE49-F238E27FC236}">
                <a16:creationId xmlns:a16="http://schemas.microsoft.com/office/drawing/2014/main" id="{08914CF9-70BE-46CE-8437-A24A7FE1AFCF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1901371" y="1715795"/>
            <a:ext cx="5490029" cy="1504935"/>
          </a:xfrm>
          <a:prstGeom prst="straightConnector1">
            <a:avLst/>
          </a:prstGeom>
          <a:noFill/>
          <a:ln w="76200" cap="rnd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9" name="Google Shape;656;p62">
            <a:extLst>
              <a:ext uri="{FF2B5EF4-FFF2-40B4-BE49-F238E27FC236}">
                <a16:creationId xmlns:a16="http://schemas.microsoft.com/office/drawing/2014/main" id="{22365543-4156-48A6-AAE2-998141ECBC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3977565"/>
            <a:ext cx="59626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657;p62">
            <a:extLst>
              <a:ext uri="{FF2B5EF4-FFF2-40B4-BE49-F238E27FC236}">
                <a16:creationId xmlns:a16="http://schemas.microsoft.com/office/drawing/2014/main" id="{11959E3D-410C-4FDF-A281-5893D7C5557F}"/>
              </a:ext>
            </a:extLst>
          </p:cNvPr>
          <p:cNvSpPr/>
          <p:nvPr/>
        </p:nvSpPr>
        <p:spPr>
          <a:xfrm>
            <a:off x="7391400" y="2797052"/>
            <a:ext cx="3581400" cy="1076048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dirty="0">
                <a:latin typeface="Calibri"/>
                <a:ea typeface="Calibri"/>
                <a:cs typeface="Calibri"/>
                <a:sym typeface="Calibri"/>
              </a:rPr>
              <a:t>Hasil setelah klik list</a:t>
            </a:r>
            <a:endParaRPr sz="28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8CC7F3A-D505-4E54-86F8-C5B188791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JSON</a:t>
            </a:r>
          </a:p>
        </p:txBody>
      </p:sp>
    </p:spTree>
    <p:extLst>
      <p:ext uri="{BB962C8B-B14F-4D97-AF65-F5344CB8AC3E}">
        <p14:creationId xmlns:p14="http://schemas.microsoft.com/office/powerpoint/2010/main" val="25496141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DA24B-67B7-4F24-9AA8-6EE81EB9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095436-83DB-4A12-8CF7-719641CE3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JSON</a:t>
            </a:r>
          </a:p>
        </p:txBody>
      </p:sp>
      <p:pic>
        <p:nvPicPr>
          <p:cNvPr id="6" name="Google Shape;234;p14">
            <a:extLst>
              <a:ext uri="{FF2B5EF4-FFF2-40B4-BE49-F238E27FC236}">
                <a16:creationId xmlns:a16="http://schemas.microsoft.com/office/drawing/2014/main" id="{992B15C8-4675-4BE7-95B5-991ED59A91F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5853" y="397504"/>
            <a:ext cx="976170" cy="995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62;p63">
            <a:extLst>
              <a:ext uri="{FF2B5EF4-FFF2-40B4-BE49-F238E27FC236}">
                <a16:creationId xmlns:a16="http://schemas.microsoft.com/office/drawing/2014/main" id="{4897DF54-F3AE-43D1-8FE7-559210DD69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41404" y="1279427"/>
            <a:ext cx="6815745" cy="47810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666;p63">
            <a:extLst>
              <a:ext uri="{FF2B5EF4-FFF2-40B4-BE49-F238E27FC236}">
                <a16:creationId xmlns:a16="http://schemas.microsoft.com/office/drawing/2014/main" id="{B5BB8DE9-09A5-4C79-9590-02BF229F52E2}"/>
              </a:ext>
            </a:extLst>
          </p:cNvPr>
          <p:cNvSpPr/>
          <p:nvPr/>
        </p:nvSpPr>
        <p:spPr>
          <a:xfrm>
            <a:off x="432000" y="1592637"/>
            <a:ext cx="2971800" cy="1203323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dirty="0">
                <a:latin typeface="Calibri"/>
                <a:ea typeface="Calibri"/>
                <a:cs typeface="Calibri"/>
                <a:sym typeface="Calibri"/>
              </a:rPr>
              <a:t>Klik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dirty="0">
                <a:latin typeface="Calibri"/>
                <a:ea typeface="Calibri"/>
                <a:cs typeface="Calibri"/>
                <a:sym typeface="Calibri"/>
              </a:rPr>
              <a:t>To Table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68468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30A26-4E10-477C-A3EE-EBF178EC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A50534F-9DA3-4DE6-B1CA-FAAE7671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JSON</a:t>
            </a:r>
          </a:p>
        </p:txBody>
      </p:sp>
      <p:pic>
        <p:nvPicPr>
          <p:cNvPr id="6" name="Google Shape;234;p14">
            <a:extLst>
              <a:ext uri="{FF2B5EF4-FFF2-40B4-BE49-F238E27FC236}">
                <a16:creationId xmlns:a16="http://schemas.microsoft.com/office/drawing/2014/main" id="{1F7602AC-BDDA-4E9B-84CE-CBADC490F7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5853" y="397504"/>
            <a:ext cx="976170" cy="995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73;p64">
            <a:extLst>
              <a:ext uri="{FF2B5EF4-FFF2-40B4-BE49-F238E27FC236}">
                <a16:creationId xmlns:a16="http://schemas.microsoft.com/office/drawing/2014/main" id="{91D3B69F-7850-4002-AE3E-8DF0CFC762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000" y="1495369"/>
            <a:ext cx="462607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679;p64">
            <a:extLst>
              <a:ext uri="{FF2B5EF4-FFF2-40B4-BE49-F238E27FC236}">
                <a16:creationId xmlns:a16="http://schemas.microsoft.com/office/drawing/2014/main" id="{12CF80A5-0527-4298-AFD1-DD2B2675A6B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86677" y="1495369"/>
            <a:ext cx="6229350" cy="4238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74030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5E70D-7D8A-4D8E-A1FE-DF651F7E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BE2C49-B12D-4C11-9DD1-758CBC1B2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JSON</a:t>
            </a:r>
          </a:p>
        </p:txBody>
      </p:sp>
      <p:pic>
        <p:nvPicPr>
          <p:cNvPr id="6" name="Google Shape;234;p14">
            <a:extLst>
              <a:ext uri="{FF2B5EF4-FFF2-40B4-BE49-F238E27FC236}">
                <a16:creationId xmlns:a16="http://schemas.microsoft.com/office/drawing/2014/main" id="{C9046F8F-49DB-4044-A429-FBE4E8D4C0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5853" y="397504"/>
            <a:ext cx="976170" cy="995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86;p65">
            <a:extLst>
              <a:ext uri="{FF2B5EF4-FFF2-40B4-BE49-F238E27FC236}">
                <a16:creationId xmlns:a16="http://schemas.microsoft.com/office/drawing/2014/main" id="{9997738E-C42C-4D90-83E6-625BAE560B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898496"/>
            <a:ext cx="7543800" cy="5296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2681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A13CE-07CC-4C7D-A676-015E9986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40786D1-C659-4870-8288-220DEBF72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JSON</a:t>
            </a:r>
          </a:p>
        </p:txBody>
      </p:sp>
      <p:pic>
        <p:nvPicPr>
          <p:cNvPr id="6" name="Google Shape;234;p14">
            <a:extLst>
              <a:ext uri="{FF2B5EF4-FFF2-40B4-BE49-F238E27FC236}">
                <a16:creationId xmlns:a16="http://schemas.microsoft.com/office/drawing/2014/main" id="{F39EDC1D-306B-45A3-877F-48DE5636CF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5853" y="397504"/>
            <a:ext cx="976170" cy="995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96;p66">
            <a:extLst>
              <a:ext uri="{FF2B5EF4-FFF2-40B4-BE49-F238E27FC236}">
                <a16:creationId xmlns:a16="http://schemas.microsoft.com/office/drawing/2014/main" id="{959DFF8C-1DBF-4DE2-BF4E-1A66B33FB1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2800" y="1226794"/>
            <a:ext cx="7261796" cy="42845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700;p66">
            <a:extLst>
              <a:ext uri="{FF2B5EF4-FFF2-40B4-BE49-F238E27FC236}">
                <a16:creationId xmlns:a16="http://schemas.microsoft.com/office/drawing/2014/main" id="{29CEA95A-4A51-48F0-9DAF-094F70528F59}"/>
              </a:ext>
            </a:extLst>
          </p:cNvPr>
          <p:cNvSpPr/>
          <p:nvPr/>
        </p:nvSpPr>
        <p:spPr>
          <a:xfrm>
            <a:off x="381000" y="1226794"/>
            <a:ext cx="2514600" cy="1668806"/>
          </a:xfrm>
          <a:prstGeom prst="ellipse">
            <a:avLst/>
          </a:prstGeom>
          <a:solidFill>
            <a:schemeClr val="bg1"/>
          </a:solidFill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dirty="0">
                <a:latin typeface="Calibri"/>
                <a:ea typeface="Calibri"/>
                <a:cs typeface="Calibri"/>
                <a:sym typeface="Calibri"/>
              </a:rPr>
              <a:t>Klik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dirty="0">
                <a:latin typeface="Calibri"/>
                <a:ea typeface="Calibri"/>
                <a:cs typeface="Calibri"/>
                <a:sym typeface="Calibri"/>
              </a:rPr>
              <a:t>Close &amp; Load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70291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84A83-07ED-45E5-9B17-1DF62B18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530672-E257-4BEB-A706-6E083081D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JSON</a:t>
            </a:r>
          </a:p>
        </p:txBody>
      </p:sp>
      <p:pic>
        <p:nvPicPr>
          <p:cNvPr id="6" name="Google Shape;234;p14">
            <a:extLst>
              <a:ext uri="{FF2B5EF4-FFF2-40B4-BE49-F238E27FC236}">
                <a16:creationId xmlns:a16="http://schemas.microsoft.com/office/drawing/2014/main" id="{D24FC25C-82F8-46BC-A932-1629A8C526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5853" y="397504"/>
            <a:ext cx="976170" cy="995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06;p67">
            <a:extLst>
              <a:ext uri="{FF2B5EF4-FFF2-40B4-BE49-F238E27FC236}">
                <a16:creationId xmlns:a16="http://schemas.microsoft.com/office/drawing/2014/main" id="{F39E20EF-D716-404E-9F5A-7B81D6C175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8902" y="1022597"/>
            <a:ext cx="8300050" cy="480438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710;p67">
            <a:extLst>
              <a:ext uri="{FF2B5EF4-FFF2-40B4-BE49-F238E27FC236}">
                <a16:creationId xmlns:a16="http://schemas.microsoft.com/office/drawing/2014/main" id="{C9C2107F-D4FE-4586-B194-8696F3B61597}"/>
              </a:ext>
            </a:extLst>
          </p:cNvPr>
          <p:cNvSpPr/>
          <p:nvPr/>
        </p:nvSpPr>
        <p:spPr>
          <a:xfrm>
            <a:off x="665018" y="4474382"/>
            <a:ext cx="4062276" cy="171668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590" dirty="0">
                <a:latin typeface="Calibri"/>
                <a:ea typeface="Calibri"/>
                <a:cs typeface="Calibri"/>
                <a:sym typeface="Calibri"/>
              </a:rPr>
              <a:t>Jika ingin mengolah seperti file tabel Excel, klik Convert to Range</a:t>
            </a:r>
            <a:endParaRPr sz="259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711;p67">
            <a:extLst>
              <a:ext uri="{FF2B5EF4-FFF2-40B4-BE49-F238E27FC236}">
                <a16:creationId xmlns:a16="http://schemas.microsoft.com/office/drawing/2014/main" id="{FF59E215-3419-48AE-B293-B78DFEB02346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2463979" y="1847274"/>
            <a:ext cx="232177" cy="2627108"/>
          </a:xfrm>
          <a:prstGeom prst="straightConnector1">
            <a:avLst/>
          </a:prstGeom>
          <a:noFill/>
          <a:ln w="76200" cap="rnd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9541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56eed5-f0c9-4482-bcee-424a7f38c90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A5E78ECA1434D83AD500C97BBDA54" ma:contentTypeVersion="15" ma:contentTypeDescription="Create a new document." ma:contentTypeScope="" ma:versionID="7b6c68a6301f47c12555a24b30b278c4">
  <xsd:schema xmlns:xsd="http://www.w3.org/2001/XMLSchema" xmlns:xs="http://www.w3.org/2001/XMLSchema" xmlns:p="http://schemas.microsoft.com/office/2006/metadata/properties" xmlns:ns3="a956eed5-f0c9-4482-bcee-424a7f38c900" xmlns:ns4="ebe67ea8-4cd2-4da9-88bb-3e710b5f47b3" targetNamespace="http://schemas.microsoft.com/office/2006/metadata/properties" ma:root="true" ma:fieldsID="0d1995cf4d1019b8d8cf2178f347ea57" ns3:_="" ns4:_="">
    <xsd:import namespace="a956eed5-f0c9-4482-bcee-424a7f38c900"/>
    <xsd:import namespace="ebe67ea8-4cd2-4da9-88bb-3e710b5f47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6eed5-f0c9-4482-bcee-424a7f38c9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7ea8-4cd2-4da9-88bb-3e710b5f47b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389D60-60E5-4A46-BEB4-51E42BB6383E}">
  <ds:schemaRefs>
    <ds:schemaRef ds:uri="http://schemas.microsoft.com/office/2006/metadata/properties"/>
    <ds:schemaRef ds:uri="http://schemas.microsoft.com/office/infopath/2007/PartnerControls"/>
    <ds:schemaRef ds:uri="a956eed5-f0c9-4482-bcee-424a7f38c900"/>
  </ds:schemaRefs>
</ds:datastoreItem>
</file>

<file path=customXml/itemProps2.xml><?xml version="1.0" encoding="utf-8"?>
<ds:datastoreItem xmlns:ds="http://schemas.openxmlformats.org/officeDocument/2006/customXml" ds:itemID="{9012845A-2F7F-4196-B6AE-3CB8BC287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6eed5-f0c9-4482-bcee-424a7f38c900"/>
    <ds:schemaRef ds:uri="ebe67ea8-4cd2-4da9-88bb-3e710b5f4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EBB399-21A5-499D-A647-2FCF5118F8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3653</TotalTime>
  <Words>2084</Words>
  <Application>Microsoft Office PowerPoint</Application>
  <PresentationFormat>Widescreen</PresentationFormat>
  <Paragraphs>581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Arial</vt:lpstr>
      <vt:lpstr>Bernard MT Condensed</vt:lpstr>
      <vt:lpstr>Britannic Bold</vt:lpstr>
      <vt:lpstr>Calibri</vt:lpstr>
      <vt:lpstr>Monotype Corsiva</vt:lpstr>
      <vt:lpstr>Segoe UI</vt:lpstr>
      <vt:lpstr>Source Serif Pro Black</vt:lpstr>
      <vt:lpstr>Office Theme</vt:lpstr>
      <vt:lpstr>Basic Data Analysis</vt:lpstr>
      <vt:lpstr>Class Recap</vt:lpstr>
      <vt:lpstr>Class Roadmap</vt:lpstr>
      <vt:lpstr>Covered So Far</vt:lpstr>
      <vt:lpstr>PowerPoint Presentation</vt:lpstr>
      <vt:lpstr>Konsep Pengolahan Data dalam Audit</vt:lpstr>
      <vt:lpstr>Komponen Utama Sistem</vt:lpstr>
      <vt:lpstr>Komponen Utama Sistem</vt:lpstr>
      <vt:lpstr>PowerPoint Presentation</vt:lpstr>
      <vt:lpstr>Uji Pengendalian</vt:lpstr>
      <vt:lpstr>Uji Pengendalian (ilustrasi)</vt:lpstr>
      <vt:lpstr>Uji Pengendalian (ilustrasi)</vt:lpstr>
      <vt:lpstr>Uji Pengendalian (ilustrasi)</vt:lpstr>
      <vt:lpstr>Uji Pengendalian (ilustrasi)</vt:lpstr>
      <vt:lpstr>Peralihan Menjadi Sistem Akuntansi Tekomputerisasi/Modern</vt:lpstr>
      <vt:lpstr>Data in The System</vt:lpstr>
      <vt:lpstr>Basic Pengolahan Data dengan Spreadsheet</vt:lpstr>
      <vt:lpstr>Accessing &amp; Importing Data</vt:lpstr>
      <vt:lpstr>PowerPoint Presentation</vt:lpstr>
      <vt:lpstr>PowerPoint Presentation</vt:lpstr>
      <vt:lpstr>Arsitektur Umum Sistem Informasi</vt:lpstr>
      <vt:lpstr>Akses Auditor</vt:lpstr>
      <vt:lpstr>Akses Data (DB Access)</vt:lpstr>
      <vt:lpstr>Akses Data (Export)</vt:lpstr>
      <vt:lpstr>Lingkup Latihan Impor Data</vt:lpstr>
      <vt:lpstr>Lingkup Latihan Impor Data</vt:lpstr>
      <vt:lpstr>Alur Umum Impor Data I</vt:lpstr>
      <vt:lpstr>Alur Umum Impor Data II</vt:lpstr>
      <vt:lpstr>PowerPoint Presentation</vt:lpstr>
      <vt:lpstr>Delimited File</vt:lpstr>
      <vt:lpstr>Fixed Width</vt:lpstr>
      <vt:lpstr>Latihan Impor</vt:lpstr>
      <vt:lpstr>Summarization</vt:lpstr>
      <vt:lpstr>Konsep Summarization</vt:lpstr>
      <vt:lpstr>CONSOLIDATE</vt:lpstr>
      <vt:lpstr>SUMIF</vt:lpstr>
      <vt:lpstr>PIVOT TABLE</vt:lpstr>
      <vt:lpstr>Additional Hands-on</vt:lpstr>
      <vt:lpstr>Lookup</vt:lpstr>
      <vt:lpstr>IF</vt:lpstr>
      <vt:lpstr>Let’s Compete!</vt:lpstr>
      <vt:lpstr>Lampiran</vt:lpstr>
      <vt:lpstr>PowerPoint Presentation</vt:lpstr>
      <vt:lpstr>Delimited File</vt:lpstr>
      <vt:lpstr>Delimited File</vt:lpstr>
      <vt:lpstr>Delimited File</vt:lpstr>
      <vt:lpstr>Delimited File</vt:lpstr>
      <vt:lpstr>PowerPoint Presentation</vt:lpstr>
      <vt:lpstr>Fixed Width</vt:lpstr>
      <vt:lpstr>Fixed Width</vt:lpstr>
      <vt:lpstr>Fixed Width</vt:lpstr>
      <vt:lpstr>.mdb</vt:lpstr>
      <vt:lpstr>mdb</vt:lpstr>
      <vt:lpstr>.dbf</vt:lpstr>
      <vt:lpstr>dbf</vt:lpstr>
      <vt:lpstr>xBRL</vt:lpstr>
      <vt:lpstr>xBRL</vt:lpstr>
      <vt:lpstr>xBRL</vt:lpstr>
      <vt:lpstr>JSON</vt:lpstr>
      <vt:lpstr>JSON</vt:lpstr>
      <vt:lpstr>JSON</vt:lpstr>
      <vt:lpstr>JSON</vt:lpstr>
      <vt:lpstr>JSON</vt:lpstr>
      <vt:lpstr>JSON</vt:lpstr>
      <vt:lpstr>JSON</vt:lpstr>
      <vt:lpstr>JSON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54</cp:revision>
  <dcterms:created xsi:type="dcterms:W3CDTF">2023-09-18T04:21:25Z</dcterms:created>
  <dcterms:modified xsi:type="dcterms:W3CDTF">2026-02-08T12:51:27Z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0x010100583A5E78ECA1434D83AD500C97BBDA54</vt:lpwstr>
  </property>
</Properties>
</file>