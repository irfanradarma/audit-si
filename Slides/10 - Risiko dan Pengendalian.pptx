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5"/>
  </p:notesMasterIdLst>
  <p:sldIdLst>
    <p:sldId id="262" r:id="rId5"/>
    <p:sldId id="260" r:id="rId6"/>
    <p:sldId id="257" r:id="rId7"/>
    <p:sldId id="304" r:id="rId8"/>
    <p:sldId id="263" r:id="rId9"/>
    <p:sldId id="264" r:id="rId10"/>
    <p:sldId id="360" r:id="rId11"/>
    <p:sldId id="361" r:id="rId12"/>
    <p:sldId id="362" r:id="rId13"/>
    <p:sldId id="644" r:id="rId14"/>
    <p:sldId id="645" r:id="rId15"/>
    <p:sldId id="646" r:id="rId16"/>
    <p:sldId id="647" r:id="rId17"/>
    <p:sldId id="648" r:id="rId18"/>
    <p:sldId id="649" r:id="rId19"/>
    <p:sldId id="650" r:id="rId20"/>
    <p:sldId id="651" r:id="rId21"/>
    <p:sldId id="652" r:id="rId22"/>
    <p:sldId id="321" r:id="rId23"/>
    <p:sldId id="323" r:id="rId24"/>
    <p:sldId id="324" r:id="rId25"/>
    <p:sldId id="325" r:id="rId26"/>
    <p:sldId id="326" r:id="rId27"/>
    <p:sldId id="351" r:id="rId28"/>
    <p:sldId id="352" r:id="rId29"/>
    <p:sldId id="353" r:id="rId30"/>
    <p:sldId id="354" r:id="rId31"/>
    <p:sldId id="356" r:id="rId32"/>
    <p:sldId id="357" r:id="rId33"/>
    <p:sldId id="654" r:id="rId34"/>
    <p:sldId id="655" r:id="rId35"/>
    <p:sldId id="659" r:id="rId36"/>
    <p:sldId id="660" r:id="rId37"/>
    <p:sldId id="653" r:id="rId38"/>
    <p:sldId id="368" r:id="rId39"/>
    <p:sldId id="367" r:id="rId40"/>
    <p:sldId id="369" r:id="rId41"/>
    <p:sldId id="370" r:id="rId42"/>
    <p:sldId id="371" r:id="rId43"/>
    <p:sldId id="372" r:id="rId44"/>
    <p:sldId id="373" r:id="rId45"/>
    <p:sldId id="374" r:id="rId46"/>
    <p:sldId id="375" r:id="rId47"/>
    <p:sldId id="376" r:id="rId48"/>
    <p:sldId id="377" r:id="rId49"/>
    <p:sldId id="378" r:id="rId50"/>
    <p:sldId id="379" r:id="rId51"/>
    <p:sldId id="658" r:id="rId52"/>
    <p:sldId id="656" r:id="rId53"/>
    <p:sldId id="657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0294"/>
    <a:srgbClr val="E4D304"/>
    <a:srgbClr val="FFC000"/>
    <a:srgbClr val="172C51"/>
    <a:srgbClr val="4472C4"/>
    <a:srgbClr val="3F396D"/>
    <a:srgbClr val="20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9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uku Raja Irfan Radarma" userId="cf428174-95ba-4576-8554-3a3b8ffa52b7" providerId="ADAL" clId="{5F76268C-0FDD-4573-81E8-E132646E1AD5}"/>
    <pc:docChg chg="undo custSel addSld delSld modSld sldOrd modMainMaster">
      <pc:chgData name="Teuku Raja Irfan Radarma" userId="cf428174-95ba-4576-8554-3a3b8ffa52b7" providerId="ADAL" clId="{5F76268C-0FDD-4573-81E8-E132646E1AD5}" dt="2026-02-07T01:25:31.365" v="872"/>
      <pc:docMkLst>
        <pc:docMk/>
      </pc:docMkLst>
      <pc:sldChg chg="modSp mod">
        <pc:chgData name="Teuku Raja Irfan Radarma" userId="cf428174-95ba-4576-8554-3a3b8ffa52b7" providerId="ADAL" clId="{5F76268C-0FDD-4573-81E8-E132646E1AD5}" dt="2026-01-29T14:43:00.516" v="41" actId="113"/>
        <pc:sldMkLst>
          <pc:docMk/>
          <pc:sldMk cId="4030995347" sldId="257"/>
        </pc:sldMkLst>
        <pc:spChg chg="mod">
          <ac:chgData name="Teuku Raja Irfan Radarma" userId="cf428174-95ba-4576-8554-3a3b8ffa52b7" providerId="ADAL" clId="{5F76268C-0FDD-4573-81E8-E132646E1AD5}" dt="2026-01-29T14:42:58.260" v="40" actId="400"/>
          <ac:spMkLst>
            <pc:docMk/>
            <pc:sldMk cId="4030995347" sldId="257"/>
            <ac:spMk id="3" creationId="{940F5DB3-7A6F-EDD4-9F33-B3FF6161C717}"/>
          </ac:spMkLst>
        </pc:spChg>
        <pc:spChg chg="mod">
          <ac:chgData name="Teuku Raja Irfan Radarma" userId="cf428174-95ba-4576-8554-3a3b8ffa52b7" providerId="ADAL" clId="{5F76268C-0FDD-4573-81E8-E132646E1AD5}" dt="2026-01-29T14:43:00.516" v="41" actId="113"/>
          <ac:spMkLst>
            <pc:docMk/>
            <pc:sldMk cId="4030995347" sldId="257"/>
            <ac:spMk id="4" creationId="{6C09DF7A-9B78-AB11-FA80-26BA72C3D29B}"/>
          </ac:spMkLst>
        </pc:spChg>
      </pc:sldChg>
      <pc:sldChg chg="addSp delSp modSp mod">
        <pc:chgData name="Teuku Raja Irfan Radarma" userId="cf428174-95ba-4576-8554-3a3b8ffa52b7" providerId="ADAL" clId="{5F76268C-0FDD-4573-81E8-E132646E1AD5}" dt="2026-01-29T14:42:49.949" v="38" actId="20577"/>
        <pc:sldMkLst>
          <pc:docMk/>
          <pc:sldMk cId="911610319" sldId="262"/>
        </pc:sldMkLst>
        <pc:spChg chg="mod">
          <ac:chgData name="Teuku Raja Irfan Radarma" userId="cf428174-95ba-4576-8554-3a3b8ffa52b7" providerId="ADAL" clId="{5F76268C-0FDD-4573-81E8-E132646E1AD5}" dt="2026-01-29T14:42:46.045" v="36" actId="20577"/>
          <ac:spMkLst>
            <pc:docMk/>
            <pc:sldMk cId="911610319" sldId="262"/>
            <ac:spMk id="3" creationId="{B17BBDE0-3A4E-3EA2-60B0-F9756E347209}"/>
          </ac:spMkLst>
        </pc:spChg>
        <pc:spChg chg="mod">
          <ac:chgData name="Teuku Raja Irfan Radarma" userId="cf428174-95ba-4576-8554-3a3b8ffa52b7" providerId="ADAL" clId="{5F76268C-0FDD-4573-81E8-E132646E1AD5}" dt="2026-01-29T14:42:49.949" v="38" actId="20577"/>
          <ac:spMkLst>
            <pc:docMk/>
            <pc:sldMk cId="911610319" sldId="262"/>
            <ac:spMk id="4" creationId="{FFCC89D4-8169-77D5-D53F-1E998B469C40}"/>
          </ac:spMkLst>
        </pc:spChg>
        <pc:spChg chg="add del mod">
          <ac:chgData name="Teuku Raja Irfan Radarma" userId="cf428174-95ba-4576-8554-3a3b8ffa52b7" providerId="ADAL" clId="{5F76268C-0FDD-4573-81E8-E132646E1AD5}" dt="2026-01-29T14:42:33.594" v="1"/>
          <ac:spMkLst>
            <pc:docMk/>
            <pc:sldMk cId="911610319" sldId="262"/>
            <ac:spMk id="5" creationId="{13EEA3A7-13C1-4856-A225-9D0EDEE3F3E4}"/>
          </ac:spMkLst>
        </pc:spChg>
        <pc:picChg chg="add mod">
          <ac:chgData name="Teuku Raja Irfan Radarma" userId="cf428174-95ba-4576-8554-3a3b8ffa52b7" providerId="ADAL" clId="{5F76268C-0FDD-4573-81E8-E132646E1AD5}" dt="2026-01-29T14:42:33.594" v="1"/>
          <ac:picMkLst>
            <pc:docMk/>
            <pc:sldMk cId="911610319" sldId="262"/>
            <ac:picMk id="7" creationId="{80A5FA20-F084-433B-84D2-ED962813CD1B}"/>
          </ac:picMkLst>
        </pc:picChg>
        <pc:picChg chg="del">
          <ac:chgData name="Teuku Raja Irfan Radarma" userId="cf428174-95ba-4576-8554-3a3b8ffa52b7" providerId="ADAL" clId="{5F76268C-0FDD-4573-81E8-E132646E1AD5}" dt="2026-01-29T14:40:48.615" v="0" actId="478"/>
          <ac:picMkLst>
            <pc:docMk/>
            <pc:sldMk cId="911610319" sldId="262"/>
            <ac:picMk id="9" creationId="{54AE87D0-7797-4862-92AB-F7908B657C78}"/>
          </ac:picMkLst>
        </pc:picChg>
      </pc:sldChg>
      <pc:sldChg chg="modSp mod">
        <pc:chgData name="Teuku Raja Irfan Radarma" userId="cf428174-95ba-4576-8554-3a3b8ffa52b7" providerId="ADAL" clId="{5F76268C-0FDD-4573-81E8-E132646E1AD5}" dt="2026-01-29T14:54:38.263" v="323" actId="20577"/>
        <pc:sldMkLst>
          <pc:docMk/>
          <pc:sldMk cId="3835074240" sldId="263"/>
        </pc:sldMkLst>
        <pc:spChg chg="mod">
          <ac:chgData name="Teuku Raja Irfan Radarma" userId="cf428174-95ba-4576-8554-3a3b8ffa52b7" providerId="ADAL" clId="{5F76268C-0FDD-4573-81E8-E132646E1AD5}" dt="2026-01-29T14:54:38.263" v="323" actId="20577"/>
          <ac:spMkLst>
            <pc:docMk/>
            <pc:sldMk cId="3835074240" sldId="263"/>
            <ac:spMk id="2" creationId="{2079CBE2-7ADF-23F1-83BE-26DF183A5B12}"/>
          </ac:spMkLst>
        </pc:spChg>
      </pc:sldChg>
      <pc:sldChg chg="modSp mod">
        <pc:chgData name="Teuku Raja Irfan Radarma" userId="cf428174-95ba-4576-8554-3a3b8ffa52b7" providerId="ADAL" clId="{5F76268C-0FDD-4573-81E8-E132646E1AD5}" dt="2026-01-29T14:59:14.213" v="355" actId="27636"/>
        <pc:sldMkLst>
          <pc:docMk/>
          <pc:sldMk cId="1457204914" sldId="264"/>
        </pc:sldMkLst>
        <pc:spChg chg="mod">
          <ac:chgData name="Teuku Raja Irfan Radarma" userId="cf428174-95ba-4576-8554-3a3b8ffa52b7" providerId="ADAL" clId="{5F76268C-0FDD-4573-81E8-E132646E1AD5}" dt="2026-01-29T14:59:14.213" v="355" actId="27636"/>
          <ac:spMkLst>
            <pc:docMk/>
            <pc:sldMk cId="1457204914" sldId="264"/>
            <ac:spMk id="2" creationId="{7E958052-05B2-9F29-B874-84F80A24B16B}"/>
          </ac:spMkLst>
        </pc:spChg>
        <pc:spChg chg="mod">
          <ac:chgData name="Teuku Raja Irfan Radarma" userId="cf428174-95ba-4576-8554-3a3b8ffa52b7" providerId="ADAL" clId="{5F76268C-0FDD-4573-81E8-E132646E1AD5}" dt="2026-01-29T14:47:29.311" v="203" actId="20577"/>
          <ac:spMkLst>
            <pc:docMk/>
            <pc:sldMk cId="1457204914" sldId="264"/>
            <ac:spMk id="4" creationId="{EE064B16-72CC-4606-A23D-7291843EEFBB}"/>
          </ac:spMkLst>
        </pc:spChg>
      </pc:sldChg>
      <pc:sldChg chg="add del">
        <pc:chgData name="Teuku Raja Irfan Radarma" userId="cf428174-95ba-4576-8554-3a3b8ffa52b7" providerId="ADAL" clId="{5F76268C-0FDD-4573-81E8-E132646E1AD5}" dt="2026-02-07T01:24:33.227" v="866" actId="47"/>
        <pc:sldMkLst>
          <pc:docMk/>
          <pc:sldMk cId="57847258" sldId="270"/>
        </pc:sldMkLst>
      </pc:sldChg>
      <pc:sldChg chg="add">
        <pc:chgData name="Teuku Raja Irfan Radarma" userId="cf428174-95ba-4576-8554-3a3b8ffa52b7" providerId="ADAL" clId="{5F76268C-0FDD-4573-81E8-E132646E1AD5}" dt="2026-01-29T14:47:02.976" v="181"/>
        <pc:sldMkLst>
          <pc:docMk/>
          <pc:sldMk cId="4165028976" sldId="279"/>
        </pc:sldMkLst>
      </pc:sldChg>
      <pc:sldChg chg="add ord">
        <pc:chgData name="Teuku Raja Irfan Radarma" userId="cf428174-95ba-4576-8554-3a3b8ffa52b7" providerId="ADAL" clId="{5F76268C-0FDD-4573-81E8-E132646E1AD5}" dt="2026-02-07T01:25:31.365" v="872"/>
        <pc:sldMkLst>
          <pc:docMk/>
          <pc:sldMk cId="3143284284" sldId="281"/>
        </pc:sldMkLst>
      </pc:sldChg>
      <pc:sldChg chg="add ord">
        <pc:chgData name="Teuku Raja Irfan Radarma" userId="cf428174-95ba-4576-8554-3a3b8ffa52b7" providerId="ADAL" clId="{5F76268C-0FDD-4573-81E8-E132646E1AD5}" dt="2026-02-07T01:25:31.365" v="872"/>
        <pc:sldMkLst>
          <pc:docMk/>
          <pc:sldMk cId="1698670812" sldId="283"/>
        </pc:sldMkLst>
      </pc:sldChg>
      <pc:sldChg chg="add ord">
        <pc:chgData name="Teuku Raja Irfan Radarma" userId="cf428174-95ba-4576-8554-3a3b8ffa52b7" providerId="ADAL" clId="{5F76268C-0FDD-4573-81E8-E132646E1AD5}" dt="2026-02-07T01:25:31.365" v="872"/>
        <pc:sldMkLst>
          <pc:docMk/>
          <pc:sldMk cId="1624300305" sldId="284"/>
        </pc:sldMkLst>
      </pc:sldChg>
      <pc:sldChg chg="add ord">
        <pc:chgData name="Teuku Raja Irfan Radarma" userId="cf428174-95ba-4576-8554-3a3b8ffa52b7" providerId="ADAL" clId="{5F76268C-0FDD-4573-81E8-E132646E1AD5}" dt="2026-02-07T01:25:31.365" v="872"/>
        <pc:sldMkLst>
          <pc:docMk/>
          <pc:sldMk cId="1993495921" sldId="285"/>
        </pc:sldMkLst>
      </pc:sldChg>
      <pc:sldChg chg="add ord">
        <pc:chgData name="Teuku Raja Irfan Radarma" userId="cf428174-95ba-4576-8554-3a3b8ffa52b7" providerId="ADAL" clId="{5F76268C-0FDD-4573-81E8-E132646E1AD5}" dt="2026-02-07T01:25:31.365" v="872"/>
        <pc:sldMkLst>
          <pc:docMk/>
          <pc:sldMk cId="2860335793" sldId="286"/>
        </pc:sldMkLst>
      </pc:sldChg>
      <pc:sldChg chg="add ord">
        <pc:chgData name="Teuku Raja Irfan Radarma" userId="cf428174-95ba-4576-8554-3a3b8ffa52b7" providerId="ADAL" clId="{5F76268C-0FDD-4573-81E8-E132646E1AD5}" dt="2026-02-07T01:25:31.365" v="872"/>
        <pc:sldMkLst>
          <pc:docMk/>
          <pc:sldMk cId="3886326963" sldId="288"/>
        </pc:sldMkLst>
      </pc:sldChg>
      <pc:sldChg chg="add ord">
        <pc:chgData name="Teuku Raja Irfan Radarma" userId="cf428174-95ba-4576-8554-3a3b8ffa52b7" providerId="ADAL" clId="{5F76268C-0FDD-4573-81E8-E132646E1AD5}" dt="2026-02-07T01:25:31.365" v="872"/>
        <pc:sldMkLst>
          <pc:docMk/>
          <pc:sldMk cId="2677158393" sldId="289"/>
        </pc:sldMkLst>
      </pc:sldChg>
      <pc:sldChg chg="add">
        <pc:chgData name="Teuku Raja Irfan Radarma" userId="cf428174-95ba-4576-8554-3a3b8ffa52b7" providerId="ADAL" clId="{5F76268C-0FDD-4573-81E8-E132646E1AD5}" dt="2026-01-29T14:53:11.620" v="311"/>
        <pc:sldMkLst>
          <pc:docMk/>
          <pc:sldMk cId="499467247" sldId="290"/>
        </pc:sldMkLst>
      </pc:sldChg>
      <pc:sldChg chg="add ord">
        <pc:chgData name="Teuku Raja Irfan Radarma" userId="cf428174-95ba-4576-8554-3a3b8ffa52b7" providerId="ADAL" clId="{5F76268C-0FDD-4573-81E8-E132646E1AD5}" dt="2026-02-07T01:25:31.365" v="872"/>
        <pc:sldMkLst>
          <pc:docMk/>
          <pc:sldMk cId="4222732644" sldId="291"/>
        </pc:sldMkLst>
      </pc:sldChg>
      <pc:sldChg chg="add">
        <pc:chgData name="Teuku Raja Irfan Radarma" userId="cf428174-95ba-4576-8554-3a3b8ffa52b7" providerId="ADAL" clId="{5F76268C-0FDD-4573-81E8-E132646E1AD5}" dt="2026-01-29T14:53:11.620" v="311"/>
        <pc:sldMkLst>
          <pc:docMk/>
          <pc:sldMk cId="3485936668" sldId="292"/>
        </pc:sldMkLst>
      </pc:sldChg>
      <pc:sldChg chg="add">
        <pc:chgData name="Teuku Raja Irfan Radarma" userId="cf428174-95ba-4576-8554-3a3b8ffa52b7" providerId="ADAL" clId="{5F76268C-0FDD-4573-81E8-E132646E1AD5}" dt="2026-01-29T14:53:11.620" v="311"/>
        <pc:sldMkLst>
          <pc:docMk/>
          <pc:sldMk cId="4202554783" sldId="294"/>
        </pc:sldMkLst>
      </pc:sldChg>
      <pc:sldChg chg="add">
        <pc:chgData name="Teuku Raja Irfan Radarma" userId="cf428174-95ba-4576-8554-3a3b8ffa52b7" providerId="ADAL" clId="{5F76268C-0FDD-4573-81E8-E132646E1AD5}" dt="2026-01-29T14:53:11.620" v="311"/>
        <pc:sldMkLst>
          <pc:docMk/>
          <pc:sldMk cId="1522193423" sldId="295"/>
        </pc:sldMkLst>
      </pc:sldChg>
      <pc:sldChg chg="add ord">
        <pc:chgData name="Teuku Raja Irfan Radarma" userId="cf428174-95ba-4576-8554-3a3b8ffa52b7" providerId="ADAL" clId="{5F76268C-0FDD-4573-81E8-E132646E1AD5}" dt="2026-02-07T01:25:31.365" v="872"/>
        <pc:sldMkLst>
          <pc:docMk/>
          <pc:sldMk cId="3126913978" sldId="296"/>
        </pc:sldMkLst>
      </pc:sldChg>
      <pc:sldChg chg="add">
        <pc:chgData name="Teuku Raja Irfan Radarma" userId="cf428174-95ba-4576-8554-3a3b8ffa52b7" providerId="ADAL" clId="{5F76268C-0FDD-4573-81E8-E132646E1AD5}" dt="2026-01-29T14:53:11.620" v="311"/>
        <pc:sldMkLst>
          <pc:docMk/>
          <pc:sldMk cId="1131617830" sldId="297"/>
        </pc:sldMkLst>
      </pc:sldChg>
      <pc:sldChg chg="add">
        <pc:chgData name="Teuku Raja Irfan Radarma" userId="cf428174-95ba-4576-8554-3a3b8ffa52b7" providerId="ADAL" clId="{5F76268C-0FDD-4573-81E8-E132646E1AD5}" dt="2026-01-29T14:53:11.620" v="311"/>
        <pc:sldMkLst>
          <pc:docMk/>
          <pc:sldMk cId="2364536054" sldId="298"/>
        </pc:sldMkLst>
      </pc:sldChg>
      <pc:sldChg chg="add">
        <pc:chgData name="Teuku Raja Irfan Radarma" userId="cf428174-95ba-4576-8554-3a3b8ffa52b7" providerId="ADAL" clId="{5F76268C-0FDD-4573-81E8-E132646E1AD5}" dt="2026-01-29T14:53:11.620" v="311"/>
        <pc:sldMkLst>
          <pc:docMk/>
          <pc:sldMk cId="11990108" sldId="299"/>
        </pc:sldMkLst>
      </pc:sldChg>
      <pc:sldChg chg="add ord">
        <pc:chgData name="Teuku Raja Irfan Radarma" userId="cf428174-95ba-4576-8554-3a3b8ffa52b7" providerId="ADAL" clId="{5F76268C-0FDD-4573-81E8-E132646E1AD5}" dt="2026-02-07T01:25:31.365" v="872"/>
        <pc:sldMkLst>
          <pc:docMk/>
          <pc:sldMk cId="680298683" sldId="301"/>
        </pc:sldMkLst>
      </pc:sldChg>
      <pc:sldChg chg="add ord">
        <pc:chgData name="Teuku Raja Irfan Radarma" userId="cf428174-95ba-4576-8554-3a3b8ffa52b7" providerId="ADAL" clId="{5F76268C-0FDD-4573-81E8-E132646E1AD5}" dt="2026-02-07T01:25:31.365" v="872"/>
        <pc:sldMkLst>
          <pc:docMk/>
          <pc:sldMk cId="4291336953" sldId="303"/>
        </pc:sldMkLst>
      </pc:sldChg>
      <pc:sldChg chg="delSp modSp mod">
        <pc:chgData name="Teuku Raja Irfan Radarma" userId="cf428174-95ba-4576-8554-3a3b8ffa52b7" providerId="ADAL" clId="{5F76268C-0FDD-4573-81E8-E132646E1AD5}" dt="2026-01-29T14:45:59.002" v="117" actId="20577"/>
        <pc:sldMkLst>
          <pc:docMk/>
          <pc:sldMk cId="2891726164" sldId="304"/>
        </pc:sldMkLst>
        <pc:spChg chg="mod">
          <ac:chgData name="Teuku Raja Irfan Radarma" userId="cf428174-95ba-4576-8554-3a3b8ffa52b7" providerId="ADAL" clId="{5F76268C-0FDD-4573-81E8-E132646E1AD5}" dt="2026-01-29T14:45:59.002" v="117" actId="20577"/>
          <ac:spMkLst>
            <pc:docMk/>
            <pc:sldMk cId="2891726164" sldId="304"/>
            <ac:spMk id="3" creationId="{0EEF17E5-AD4D-CEBE-F9C3-691B024490D7}"/>
          </ac:spMkLst>
        </pc:spChg>
        <pc:spChg chg="del">
          <ac:chgData name="Teuku Raja Irfan Radarma" userId="cf428174-95ba-4576-8554-3a3b8ffa52b7" providerId="ADAL" clId="{5F76268C-0FDD-4573-81E8-E132646E1AD5}" dt="2026-01-29T14:45:43.113" v="101" actId="478"/>
          <ac:spMkLst>
            <pc:docMk/>
            <pc:sldMk cId="2891726164" sldId="304"/>
            <ac:spMk id="5" creationId="{7D1C4826-0D9F-82A9-71DC-D0E6749679B2}"/>
          </ac:spMkLst>
        </pc:spChg>
      </pc:sldChg>
      <pc:sldChg chg="add ord">
        <pc:chgData name="Teuku Raja Irfan Radarma" userId="cf428174-95ba-4576-8554-3a3b8ffa52b7" providerId="ADAL" clId="{5F76268C-0FDD-4573-81E8-E132646E1AD5}" dt="2026-02-07T01:25:31.365" v="872"/>
        <pc:sldMkLst>
          <pc:docMk/>
          <pc:sldMk cId="39322339" sldId="305"/>
        </pc:sldMkLst>
      </pc:sldChg>
      <pc:sldChg chg="add">
        <pc:chgData name="Teuku Raja Irfan Radarma" userId="cf428174-95ba-4576-8554-3a3b8ffa52b7" providerId="ADAL" clId="{5F76268C-0FDD-4573-81E8-E132646E1AD5}" dt="2026-01-29T14:53:11.620" v="311"/>
        <pc:sldMkLst>
          <pc:docMk/>
          <pc:sldMk cId="554391840" sldId="306"/>
        </pc:sldMkLst>
      </pc:sldChg>
      <pc:sldChg chg="add">
        <pc:chgData name="Teuku Raja Irfan Radarma" userId="cf428174-95ba-4576-8554-3a3b8ffa52b7" providerId="ADAL" clId="{5F76268C-0FDD-4573-81E8-E132646E1AD5}" dt="2026-01-29T14:53:11.620" v="311"/>
        <pc:sldMkLst>
          <pc:docMk/>
          <pc:sldMk cId="4259305945" sldId="307"/>
        </pc:sldMkLst>
      </pc:sldChg>
      <pc:sldChg chg="add">
        <pc:chgData name="Teuku Raja Irfan Radarma" userId="cf428174-95ba-4576-8554-3a3b8ffa52b7" providerId="ADAL" clId="{5F76268C-0FDD-4573-81E8-E132646E1AD5}" dt="2026-01-29T14:53:11.620" v="311"/>
        <pc:sldMkLst>
          <pc:docMk/>
          <pc:sldMk cId="1632233013" sldId="308"/>
        </pc:sldMkLst>
      </pc:sldChg>
      <pc:sldChg chg="add">
        <pc:chgData name="Teuku Raja Irfan Radarma" userId="cf428174-95ba-4576-8554-3a3b8ffa52b7" providerId="ADAL" clId="{5F76268C-0FDD-4573-81E8-E132646E1AD5}" dt="2026-01-29T14:53:11.620" v="311"/>
        <pc:sldMkLst>
          <pc:docMk/>
          <pc:sldMk cId="1633833110" sldId="309"/>
        </pc:sldMkLst>
      </pc:sldChg>
      <pc:sldChg chg="add">
        <pc:chgData name="Teuku Raja Irfan Radarma" userId="cf428174-95ba-4576-8554-3a3b8ffa52b7" providerId="ADAL" clId="{5F76268C-0FDD-4573-81E8-E132646E1AD5}" dt="2026-01-29T14:53:11.620" v="311"/>
        <pc:sldMkLst>
          <pc:docMk/>
          <pc:sldMk cId="1692500299" sldId="310"/>
        </pc:sldMkLst>
      </pc:sldChg>
      <pc:sldChg chg="add">
        <pc:chgData name="Teuku Raja Irfan Radarma" userId="cf428174-95ba-4576-8554-3a3b8ffa52b7" providerId="ADAL" clId="{5F76268C-0FDD-4573-81E8-E132646E1AD5}" dt="2026-01-29T14:53:11.620" v="311"/>
        <pc:sldMkLst>
          <pc:docMk/>
          <pc:sldMk cId="867178575" sldId="311"/>
        </pc:sldMkLst>
      </pc:sldChg>
      <pc:sldChg chg="add">
        <pc:chgData name="Teuku Raja Irfan Radarma" userId="cf428174-95ba-4576-8554-3a3b8ffa52b7" providerId="ADAL" clId="{5F76268C-0FDD-4573-81E8-E132646E1AD5}" dt="2026-01-29T14:53:11.620" v="311"/>
        <pc:sldMkLst>
          <pc:docMk/>
          <pc:sldMk cId="1125774654" sldId="312"/>
        </pc:sldMkLst>
      </pc:sldChg>
      <pc:sldChg chg="add">
        <pc:chgData name="Teuku Raja Irfan Radarma" userId="cf428174-95ba-4576-8554-3a3b8ffa52b7" providerId="ADAL" clId="{5F76268C-0FDD-4573-81E8-E132646E1AD5}" dt="2026-01-29T14:53:11.620" v="311"/>
        <pc:sldMkLst>
          <pc:docMk/>
          <pc:sldMk cId="2223679272" sldId="313"/>
        </pc:sldMkLst>
      </pc:sldChg>
      <pc:sldChg chg="add">
        <pc:chgData name="Teuku Raja Irfan Radarma" userId="cf428174-95ba-4576-8554-3a3b8ffa52b7" providerId="ADAL" clId="{5F76268C-0FDD-4573-81E8-E132646E1AD5}" dt="2026-01-29T14:53:11.620" v="311"/>
        <pc:sldMkLst>
          <pc:docMk/>
          <pc:sldMk cId="4139131069" sldId="314"/>
        </pc:sldMkLst>
      </pc:sldChg>
      <pc:sldChg chg="add">
        <pc:chgData name="Teuku Raja Irfan Radarma" userId="cf428174-95ba-4576-8554-3a3b8ffa52b7" providerId="ADAL" clId="{5F76268C-0FDD-4573-81E8-E132646E1AD5}" dt="2026-01-29T14:53:11.620" v="311"/>
        <pc:sldMkLst>
          <pc:docMk/>
          <pc:sldMk cId="948768158" sldId="315"/>
        </pc:sldMkLst>
      </pc:sldChg>
      <pc:sldChg chg="add">
        <pc:chgData name="Teuku Raja Irfan Radarma" userId="cf428174-95ba-4576-8554-3a3b8ffa52b7" providerId="ADAL" clId="{5F76268C-0FDD-4573-81E8-E132646E1AD5}" dt="2026-01-29T14:53:11.620" v="311"/>
        <pc:sldMkLst>
          <pc:docMk/>
          <pc:sldMk cId="4161690754" sldId="316"/>
        </pc:sldMkLst>
      </pc:sldChg>
      <pc:sldChg chg="add">
        <pc:chgData name="Teuku Raja Irfan Radarma" userId="cf428174-95ba-4576-8554-3a3b8ffa52b7" providerId="ADAL" clId="{5F76268C-0FDD-4573-81E8-E132646E1AD5}" dt="2026-01-29T14:53:11.620" v="311"/>
        <pc:sldMkLst>
          <pc:docMk/>
          <pc:sldMk cId="2322895000" sldId="317"/>
        </pc:sldMkLst>
      </pc:sldChg>
      <pc:sldChg chg="add">
        <pc:chgData name="Teuku Raja Irfan Radarma" userId="cf428174-95ba-4576-8554-3a3b8ffa52b7" providerId="ADAL" clId="{5F76268C-0FDD-4573-81E8-E132646E1AD5}" dt="2026-01-29T14:53:11.620" v="311"/>
        <pc:sldMkLst>
          <pc:docMk/>
          <pc:sldMk cId="2549614118" sldId="318"/>
        </pc:sldMkLst>
      </pc:sldChg>
      <pc:sldChg chg="add">
        <pc:chgData name="Teuku Raja Irfan Radarma" userId="cf428174-95ba-4576-8554-3a3b8ffa52b7" providerId="ADAL" clId="{5F76268C-0FDD-4573-81E8-E132646E1AD5}" dt="2026-01-29T14:53:11.620" v="311"/>
        <pc:sldMkLst>
          <pc:docMk/>
          <pc:sldMk cId="1126846806" sldId="319"/>
        </pc:sldMkLst>
      </pc:sldChg>
      <pc:sldChg chg="add">
        <pc:chgData name="Teuku Raja Irfan Radarma" userId="cf428174-95ba-4576-8554-3a3b8ffa52b7" providerId="ADAL" clId="{5F76268C-0FDD-4573-81E8-E132646E1AD5}" dt="2026-01-29T14:53:11.620" v="311"/>
        <pc:sldMkLst>
          <pc:docMk/>
          <pc:sldMk cId="2147403072" sldId="320"/>
        </pc:sldMkLst>
      </pc:sldChg>
      <pc:sldChg chg="add">
        <pc:chgData name="Teuku Raja Irfan Radarma" userId="cf428174-95ba-4576-8554-3a3b8ffa52b7" providerId="ADAL" clId="{5F76268C-0FDD-4573-81E8-E132646E1AD5}" dt="2026-01-29T14:53:11.620" v="311"/>
        <pc:sldMkLst>
          <pc:docMk/>
          <pc:sldMk cId="64268180" sldId="321"/>
        </pc:sldMkLst>
      </pc:sldChg>
      <pc:sldChg chg="add">
        <pc:chgData name="Teuku Raja Irfan Radarma" userId="cf428174-95ba-4576-8554-3a3b8ffa52b7" providerId="ADAL" clId="{5F76268C-0FDD-4573-81E8-E132646E1AD5}" dt="2026-01-29T14:53:11.620" v="311"/>
        <pc:sldMkLst>
          <pc:docMk/>
          <pc:sldMk cId="1107029121" sldId="322"/>
        </pc:sldMkLst>
      </pc:sldChg>
      <pc:sldChg chg="add">
        <pc:chgData name="Teuku Raja Irfan Radarma" userId="cf428174-95ba-4576-8554-3a3b8ffa52b7" providerId="ADAL" clId="{5F76268C-0FDD-4573-81E8-E132646E1AD5}" dt="2026-01-29T14:53:11.620" v="311"/>
        <pc:sldMkLst>
          <pc:docMk/>
          <pc:sldMk cId="3095417993" sldId="323"/>
        </pc:sldMkLst>
      </pc:sldChg>
      <pc:sldChg chg="add">
        <pc:chgData name="Teuku Raja Irfan Radarma" userId="cf428174-95ba-4576-8554-3a3b8ffa52b7" providerId="ADAL" clId="{5F76268C-0FDD-4573-81E8-E132646E1AD5}" dt="2026-01-29T14:47:34.979" v="204"/>
        <pc:sldMkLst>
          <pc:docMk/>
          <pc:sldMk cId="3873052231" sldId="338"/>
        </pc:sldMkLst>
      </pc:sldChg>
      <pc:sldChg chg="add">
        <pc:chgData name="Teuku Raja Irfan Radarma" userId="cf428174-95ba-4576-8554-3a3b8ffa52b7" providerId="ADAL" clId="{5F76268C-0FDD-4573-81E8-E132646E1AD5}" dt="2026-01-29T14:47:50.324" v="205"/>
        <pc:sldMkLst>
          <pc:docMk/>
          <pc:sldMk cId="1659406012" sldId="339"/>
        </pc:sldMkLst>
      </pc:sldChg>
      <pc:sldChg chg="add">
        <pc:chgData name="Teuku Raja Irfan Radarma" userId="cf428174-95ba-4576-8554-3a3b8ffa52b7" providerId="ADAL" clId="{5F76268C-0FDD-4573-81E8-E132646E1AD5}" dt="2026-01-29T14:48:08.182" v="207"/>
        <pc:sldMkLst>
          <pc:docMk/>
          <pc:sldMk cId="857162080" sldId="341"/>
        </pc:sldMkLst>
      </pc:sldChg>
      <pc:sldChg chg="add">
        <pc:chgData name="Teuku Raja Irfan Radarma" userId="cf428174-95ba-4576-8554-3a3b8ffa52b7" providerId="ADAL" clId="{5F76268C-0FDD-4573-81E8-E132646E1AD5}" dt="2026-01-29T14:48:17.431" v="208"/>
        <pc:sldMkLst>
          <pc:docMk/>
          <pc:sldMk cId="605888824" sldId="342"/>
        </pc:sldMkLst>
      </pc:sldChg>
      <pc:sldChg chg="add">
        <pc:chgData name="Teuku Raja Irfan Radarma" userId="cf428174-95ba-4576-8554-3a3b8ffa52b7" providerId="ADAL" clId="{5F76268C-0FDD-4573-81E8-E132646E1AD5}" dt="2026-01-29T14:48:17.431" v="208"/>
        <pc:sldMkLst>
          <pc:docMk/>
          <pc:sldMk cId="69992873" sldId="343"/>
        </pc:sldMkLst>
      </pc:sldChg>
      <pc:sldChg chg="add">
        <pc:chgData name="Teuku Raja Irfan Radarma" userId="cf428174-95ba-4576-8554-3a3b8ffa52b7" providerId="ADAL" clId="{5F76268C-0FDD-4573-81E8-E132646E1AD5}" dt="2026-01-29T14:48:17.431" v="208"/>
        <pc:sldMkLst>
          <pc:docMk/>
          <pc:sldMk cId="1857491252" sldId="344"/>
        </pc:sldMkLst>
      </pc:sldChg>
      <pc:sldChg chg="modSp add del mod">
        <pc:chgData name="Teuku Raja Irfan Radarma" userId="cf428174-95ba-4576-8554-3a3b8ffa52b7" providerId="ADAL" clId="{5F76268C-0FDD-4573-81E8-E132646E1AD5}" dt="2026-02-07T01:25:15.143" v="870" actId="47"/>
        <pc:sldMkLst>
          <pc:docMk/>
          <pc:sldMk cId="3804349840" sldId="345"/>
        </pc:sldMkLst>
        <pc:spChg chg="mod">
          <ac:chgData name="Teuku Raja Irfan Radarma" userId="cf428174-95ba-4576-8554-3a3b8ffa52b7" providerId="ADAL" clId="{5F76268C-0FDD-4573-81E8-E132646E1AD5}" dt="2026-01-29T14:54:49.457" v="326" actId="20577"/>
          <ac:spMkLst>
            <pc:docMk/>
            <pc:sldMk cId="3804349840" sldId="345"/>
            <ac:spMk id="2" creationId="{2B7C75FA-CBC9-469A-B621-9C4B23C3BE05}"/>
          </ac:spMkLst>
        </pc:spChg>
      </pc:sldChg>
      <pc:sldChg chg="add ord">
        <pc:chgData name="Teuku Raja Irfan Radarma" userId="cf428174-95ba-4576-8554-3a3b8ffa52b7" providerId="ADAL" clId="{5F76268C-0FDD-4573-81E8-E132646E1AD5}" dt="2026-02-07T01:25:31.365" v="872"/>
        <pc:sldMkLst>
          <pc:docMk/>
          <pc:sldMk cId="2589979087" sldId="346"/>
        </pc:sldMkLst>
      </pc:sldChg>
      <pc:sldChg chg="add del">
        <pc:chgData name="Teuku Raja Irfan Radarma" userId="cf428174-95ba-4576-8554-3a3b8ffa52b7" providerId="ADAL" clId="{5F76268C-0FDD-4573-81E8-E132646E1AD5}" dt="2026-01-29T14:51:43.857" v="296" actId="47"/>
        <pc:sldMkLst>
          <pc:docMk/>
          <pc:sldMk cId="286525469" sldId="347"/>
        </pc:sldMkLst>
      </pc:sldChg>
      <pc:sldChg chg="add ord">
        <pc:chgData name="Teuku Raja Irfan Radarma" userId="cf428174-95ba-4576-8554-3a3b8ffa52b7" providerId="ADAL" clId="{5F76268C-0FDD-4573-81E8-E132646E1AD5}" dt="2026-02-07T01:25:31.365" v="872"/>
        <pc:sldMkLst>
          <pc:docMk/>
          <pc:sldMk cId="3897835478" sldId="347"/>
        </pc:sldMkLst>
      </pc:sldChg>
      <pc:sldChg chg="add del">
        <pc:chgData name="Teuku Raja Irfan Radarma" userId="cf428174-95ba-4576-8554-3a3b8ffa52b7" providerId="ADAL" clId="{5F76268C-0FDD-4573-81E8-E132646E1AD5}" dt="2026-01-29T14:57:33.872" v="328" actId="47"/>
        <pc:sldMkLst>
          <pc:docMk/>
          <pc:sldMk cId="160828096" sldId="348"/>
        </pc:sldMkLst>
      </pc:sldChg>
      <pc:sldChg chg="add">
        <pc:chgData name="Teuku Raja Irfan Radarma" userId="cf428174-95ba-4576-8554-3a3b8ffa52b7" providerId="ADAL" clId="{5F76268C-0FDD-4573-81E8-E132646E1AD5}" dt="2026-01-29T14:59:05.942" v="329"/>
        <pc:sldMkLst>
          <pc:docMk/>
          <pc:sldMk cId="943756682" sldId="348"/>
        </pc:sldMkLst>
      </pc:sldChg>
      <pc:sldChg chg="add">
        <pc:chgData name="Teuku Raja Irfan Radarma" userId="cf428174-95ba-4576-8554-3a3b8ffa52b7" providerId="ADAL" clId="{5F76268C-0FDD-4573-81E8-E132646E1AD5}" dt="2026-01-29T14:59:05.942" v="329"/>
        <pc:sldMkLst>
          <pc:docMk/>
          <pc:sldMk cId="670850013" sldId="349"/>
        </pc:sldMkLst>
      </pc:sldChg>
      <pc:sldChg chg="add">
        <pc:chgData name="Teuku Raja Irfan Radarma" userId="cf428174-95ba-4576-8554-3a3b8ffa52b7" providerId="ADAL" clId="{5F76268C-0FDD-4573-81E8-E132646E1AD5}" dt="2026-01-29T14:59:05.942" v="329"/>
        <pc:sldMkLst>
          <pc:docMk/>
          <pc:sldMk cId="1922143263" sldId="350"/>
        </pc:sldMkLst>
      </pc:sldChg>
      <pc:sldChg chg="add">
        <pc:chgData name="Teuku Raja Irfan Radarma" userId="cf428174-95ba-4576-8554-3a3b8ffa52b7" providerId="ADAL" clId="{5F76268C-0FDD-4573-81E8-E132646E1AD5}" dt="2026-01-29T14:59:05.942" v="329"/>
        <pc:sldMkLst>
          <pc:docMk/>
          <pc:sldMk cId="3348461657" sldId="351"/>
        </pc:sldMkLst>
      </pc:sldChg>
      <pc:sldChg chg="add">
        <pc:chgData name="Teuku Raja Irfan Radarma" userId="cf428174-95ba-4576-8554-3a3b8ffa52b7" providerId="ADAL" clId="{5F76268C-0FDD-4573-81E8-E132646E1AD5}" dt="2026-01-29T14:59:05.942" v="329"/>
        <pc:sldMkLst>
          <pc:docMk/>
          <pc:sldMk cId="2211590721" sldId="352"/>
        </pc:sldMkLst>
      </pc:sldChg>
      <pc:sldChg chg="addSp modSp add mod">
        <pc:chgData name="Teuku Raja Irfan Radarma" userId="cf428174-95ba-4576-8554-3a3b8ffa52b7" providerId="ADAL" clId="{5F76268C-0FDD-4573-81E8-E132646E1AD5}" dt="2026-02-07T01:14:06.737" v="504" actId="20577"/>
        <pc:sldMkLst>
          <pc:docMk/>
          <pc:sldMk cId="61430686" sldId="353"/>
        </pc:sldMkLst>
        <pc:spChg chg="add mod">
          <ac:chgData name="Teuku Raja Irfan Radarma" userId="cf428174-95ba-4576-8554-3a3b8ffa52b7" providerId="ADAL" clId="{5F76268C-0FDD-4573-81E8-E132646E1AD5}" dt="2026-02-07T01:14:06.737" v="504" actId="20577"/>
          <ac:spMkLst>
            <pc:docMk/>
            <pc:sldMk cId="61430686" sldId="353"/>
            <ac:spMk id="2" creationId="{8178C37E-E909-4C58-8216-66C557C8DA27}"/>
          </ac:spMkLst>
        </pc:spChg>
        <pc:spChg chg="mod">
          <ac:chgData name="Teuku Raja Irfan Radarma" userId="cf428174-95ba-4576-8554-3a3b8ffa52b7" providerId="ADAL" clId="{5F76268C-0FDD-4573-81E8-E132646E1AD5}" dt="2026-01-29T15:00:10.987" v="369" actId="1076"/>
          <ac:spMkLst>
            <pc:docMk/>
            <pc:sldMk cId="61430686" sldId="353"/>
            <ac:spMk id="24" creationId="{19890BCF-7D55-470E-94D2-CC7406AEDC1C}"/>
          </ac:spMkLst>
        </pc:spChg>
      </pc:sldChg>
      <pc:sldChg chg="modSp new mod">
        <pc:chgData name="Teuku Raja Irfan Radarma" userId="cf428174-95ba-4576-8554-3a3b8ffa52b7" providerId="ADAL" clId="{5F76268C-0FDD-4573-81E8-E132646E1AD5}" dt="2026-01-29T15:01:25.542" v="481" actId="20577"/>
        <pc:sldMkLst>
          <pc:docMk/>
          <pc:sldMk cId="4133675403" sldId="354"/>
        </pc:sldMkLst>
        <pc:spChg chg="mod">
          <ac:chgData name="Teuku Raja Irfan Radarma" userId="cf428174-95ba-4576-8554-3a3b8ffa52b7" providerId="ADAL" clId="{5F76268C-0FDD-4573-81E8-E132646E1AD5}" dt="2026-01-29T15:01:12.130" v="461" actId="20577"/>
          <ac:spMkLst>
            <pc:docMk/>
            <pc:sldMk cId="4133675403" sldId="354"/>
            <ac:spMk id="2" creationId="{77D7A6FD-5B03-4214-9656-5D97B424CB4A}"/>
          </ac:spMkLst>
        </pc:spChg>
        <pc:spChg chg="mod">
          <ac:chgData name="Teuku Raja Irfan Radarma" userId="cf428174-95ba-4576-8554-3a3b8ffa52b7" providerId="ADAL" clId="{5F76268C-0FDD-4573-81E8-E132646E1AD5}" dt="2026-01-29T15:01:25.542" v="481" actId="20577"/>
          <ac:spMkLst>
            <pc:docMk/>
            <pc:sldMk cId="4133675403" sldId="354"/>
            <ac:spMk id="3" creationId="{831626C3-DEB2-4909-8F22-0ED848CCD867}"/>
          </ac:spMkLst>
        </pc:spChg>
      </pc:sldChg>
      <pc:sldChg chg="modSp new mod">
        <pc:chgData name="Teuku Raja Irfan Radarma" userId="cf428174-95ba-4576-8554-3a3b8ffa52b7" providerId="ADAL" clId="{5F76268C-0FDD-4573-81E8-E132646E1AD5}" dt="2026-01-29T15:01:57.258" v="499" actId="20577"/>
        <pc:sldMkLst>
          <pc:docMk/>
          <pc:sldMk cId="4007943352" sldId="355"/>
        </pc:sldMkLst>
        <pc:spChg chg="mod">
          <ac:chgData name="Teuku Raja Irfan Radarma" userId="cf428174-95ba-4576-8554-3a3b8ffa52b7" providerId="ADAL" clId="{5F76268C-0FDD-4573-81E8-E132646E1AD5}" dt="2026-01-29T15:01:57.258" v="499" actId="20577"/>
          <ac:spMkLst>
            <pc:docMk/>
            <pc:sldMk cId="4007943352" sldId="355"/>
            <ac:spMk id="2" creationId="{53FF6A99-5372-4393-BB98-4B47AEF0E3D0}"/>
          </ac:spMkLst>
        </pc:spChg>
      </pc:sldChg>
      <pc:sldChg chg="addSp delSp modSp add mod">
        <pc:chgData name="Teuku Raja Irfan Radarma" userId="cf428174-95ba-4576-8554-3a3b8ffa52b7" providerId="ADAL" clId="{5F76268C-0FDD-4573-81E8-E132646E1AD5}" dt="2026-02-07T01:17:30.566" v="720" actId="1076"/>
        <pc:sldMkLst>
          <pc:docMk/>
          <pc:sldMk cId="3563786799" sldId="356"/>
        </pc:sldMkLst>
        <pc:spChg chg="del">
          <ac:chgData name="Teuku Raja Irfan Radarma" userId="cf428174-95ba-4576-8554-3a3b8ffa52b7" providerId="ADAL" clId="{5F76268C-0FDD-4573-81E8-E132646E1AD5}" dt="2026-02-07T01:15:20.449" v="554" actId="478"/>
          <ac:spMkLst>
            <pc:docMk/>
            <pc:sldMk cId="3563786799" sldId="356"/>
            <ac:spMk id="2" creationId="{8178C37E-E909-4C58-8216-66C557C8DA27}"/>
          </ac:spMkLst>
        </pc:spChg>
        <pc:spChg chg="add mod">
          <ac:chgData name="Teuku Raja Irfan Radarma" userId="cf428174-95ba-4576-8554-3a3b8ffa52b7" providerId="ADAL" clId="{5F76268C-0FDD-4573-81E8-E132646E1AD5}" dt="2026-02-07T01:15:31.779" v="556" actId="1076"/>
          <ac:spMkLst>
            <pc:docMk/>
            <pc:sldMk cId="3563786799" sldId="356"/>
            <ac:spMk id="3" creationId="{9C018FBC-06A5-4710-AC48-B2468E9D0E91}"/>
          </ac:spMkLst>
        </pc:spChg>
        <pc:spChg chg="mod">
          <ac:chgData name="Teuku Raja Irfan Radarma" userId="cf428174-95ba-4576-8554-3a3b8ffa52b7" providerId="ADAL" clId="{5F76268C-0FDD-4573-81E8-E132646E1AD5}" dt="2026-02-07T01:15:13.763" v="553" actId="20577"/>
          <ac:spMkLst>
            <pc:docMk/>
            <pc:sldMk cId="3563786799" sldId="356"/>
            <ac:spMk id="5" creationId="{D09A9491-0934-4AF0-A830-71E4C1CD9089}"/>
          </ac:spMkLst>
        </pc:spChg>
        <pc:spChg chg="del">
          <ac:chgData name="Teuku Raja Irfan Radarma" userId="cf428174-95ba-4576-8554-3a3b8ffa52b7" providerId="ADAL" clId="{5F76268C-0FDD-4573-81E8-E132646E1AD5}" dt="2026-02-07T01:15:20.449" v="554" actId="478"/>
          <ac:spMkLst>
            <pc:docMk/>
            <pc:sldMk cId="3563786799" sldId="356"/>
            <ac:spMk id="24" creationId="{19890BCF-7D55-470E-94D2-CC7406AEDC1C}"/>
          </ac:spMkLst>
        </pc:spChg>
        <pc:spChg chg="add mod">
          <ac:chgData name="Teuku Raja Irfan Radarma" userId="cf428174-95ba-4576-8554-3a3b8ffa52b7" providerId="ADAL" clId="{5F76268C-0FDD-4573-81E8-E132646E1AD5}" dt="2026-02-07T01:16:26.748" v="561" actId="14100"/>
          <ac:spMkLst>
            <pc:docMk/>
            <pc:sldMk cId="3563786799" sldId="356"/>
            <ac:spMk id="25" creationId="{9E18854D-71CE-4C10-B34E-F2C78BDB088E}"/>
          </ac:spMkLst>
        </pc:spChg>
        <pc:spChg chg="add mod">
          <ac:chgData name="Teuku Raja Irfan Radarma" userId="cf428174-95ba-4576-8554-3a3b8ffa52b7" providerId="ADAL" clId="{5F76268C-0FDD-4573-81E8-E132646E1AD5}" dt="2026-02-07T01:15:35.912" v="558" actId="571"/>
          <ac:spMkLst>
            <pc:docMk/>
            <pc:sldMk cId="3563786799" sldId="356"/>
            <ac:spMk id="26" creationId="{7989409F-0439-439B-905E-035D111C2EDE}"/>
          </ac:spMkLst>
        </pc:spChg>
        <pc:spChg chg="add mod">
          <ac:chgData name="Teuku Raja Irfan Radarma" userId="cf428174-95ba-4576-8554-3a3b8ffa52b7" providerId="ADAL" clId="{5F76268C-0FDD-4573-81E8-E132646E1AD5}" dt="2026-02-07T01:17:30.566" v="720" actId="1076"/>
          <ac:spMkLst>
            <pc:docMk/>
            <pc:sldMk cId="3563786799" sldId="356"/>
            <ac:spMk id="30" creationId="{78DAA3DB-CF34-476E-992E-965FD4F2B31F}"/>
          </ac:spMkLst>
        </pc:spChg>
        <pc:picChg chg="add mod">
          <ac:chgData name="Teuku Raja Irfan Radarma" userId="cf428174-95ba-4576-8554-3a3b8ffa52b7" providerId="ADAL" clId="{5F76268C-0FDD-4573-81E8-E132646E1AD5}" dt="2026-02-07T01:16:32.477" v="564" actId="571"/>
          <ac:picMkLst>
            <pc:docMk/>
            <pc:sldMk cId="3563786799" sldId="356"/>
            <ac:picMk id="28" creationId="{9870B39D-E6C7-43B5-A0EE-F3495577ED86}"/>
          </ac:picMkLst>
        </pc:picChg>
        <pc:picChg chg="add mod">
          <ac:chgData name="Teuku Raja Irfan Radarma" userId="cf428174-95ba-4576-8554-3a3b8ffa52b7" providerId="ADAL" clId="{5F76268C-0FDD-4573-81E8-E132646E1AD5}" dt="2026-02-07T01:16:34.456" v="565" actId="571"/>
          <ac:picMkLst>
            <pc:docMk/>
            <pc:sldMk cId="3563786799" sldId="356"/>
            <ac:picMk id="29" creationId="{4A847982-FA9F-4F73-B709-DF392C25A4FA}"/>
          </ac:picMkLst>
        </pc:picChg>
        <pc:picChg chg="add mod">
          <ac:chgData name="Teuku Raja Irfan Radarma" userId="cf428174-95ba-4576-8554-3a3b8ffa52b7" providerId="ADAL" clId="{5F76268C-0FDD-4573-81E8-E132646E1AD5}" dt="2026-02-07T01:16:30.529" v="563" actId="1076"/>
          <ac:picMkLst>
            <pc:docMk/>
            <pc:sldMk cId="3563786799" sldId="356"/>
            <ac:picMk id="1026" creationId="{B4153FF3-434D-4E9C-B858-8EC9CFCDE597}"/>
          </ac:picMkLst>
        </pc:picChg>
      </pc:sldChg>
      <pc:sldChg chg="addSp delSp modSp add mod">
        <pc:chgData name="Teuku Raja Irfan Radarma" userId="cf428174-95ba-4576-8554-3a3b8ffa52b7" providerId="ADAL" clId="{5F76268C-0FDD-4573-81E8-E132646E1AD5}" dt="2026-02-07T01:18:22.298" v="790" actId="478"/>
        <pc:sldMkLst>
          <pc:docMk/>
          <pc:sldMk cId="2321598613" sldId="357"/>
        </pc:sldMkLst>
        <pc:spChg chg="mod">
          <ac:chgData name="Teuku Raja Irfan Radarma" userId="cf428174-95ba-4576-8554-3a3b8ffa52b7" providerId="ADAL" clId="{5F76268C-0FDD-4573-81E8-E132646E1AD5}" dt="2026-02-07T01:18:08.164" v="788" actId="20577"/>
          <ac:spMkLst>
            <pc:docMk/>
            <pc:sldMk cId="2321598613" sldId="357"/>
            <ac:spMk id="2" creationId="{7E958052-05B2-9F29-B874-84F80A24B16B}"/>
          </ac:spMkLst>
        </pc:spChg>
        <pc:spChg chg="del">
          <ac:chgData name="Teuku Raja Irfan Radarma" userId="cf428174-95ba-4576-8554-3a3b8ffa52b7" providerId="ADAL" clId="{5F76268C-0FDD-4573-81E8-E132646E1AD5}" dt="2026-02-07T01:18:20.040" v="789" actId="478"/>
          <ac:spMkLst>
            <pc:docMk/>
            <pc:sldMk cId="2321598613" sldId="357"/>
            <ac:spMk id="4" creationId="{EE064B16-72CC-4606-A23D-7291843EEFBB}"/>
          </ac:spMkLst>
        </pc:spChg>
        <pc:spChg chg="add del mod">
          <ac:chgData name="Teuku Raja Irfan Radarma" userId="cf428174-95ba-4576-8554-3a3b8ffa52b7" providerId="ADAL" clId="{5F76268C-0FDD-4573-81E8-E132646E1AD5}" dt="2026-02-07T01:18:22.298" v="790" actId="478"/>
          <ac:spMkLst>
            <pc:docMk/>
            <pc:sldMk cId="2321598613" sldId="357"/>
            <ac:spMk id="5" creationId="{6A9BCBC5-3158-4BC2-BE83-EF17DE0921F6}"/>
          </ac:spMkLst>
        </pc:spChg>
      </pc:sldChg>
      <pc:sldChg chg="modSp new mod">
        <pc:chgData name="Teuku Raja Irfan Radarma" userId="cf428174-95ba-4576-8554-3a3b8ffa52b7" providerId="ADAL" clId="{5F76268C-0FDD-4573-81E8-E132646E1AD5}" dt="2026-02-07T01:24:31.212" v="865" actId="20577"/>
        <pc:sldMkLst>
          <pc:docMk/>
          <pc:sldMk cId="240012858" sldId="358"/>
        </pc:sldMkLst>
        <pc:spChg chg="mod">
          <ac:chgData name="Teuku Raja Irfan Radarma" userId="cf428174-95ba-4576-8554-3a3b8ffa52b7" providerId="ADAL" clId="{5F76268C-0FDD-4573-81E8-E132646E1AD5}" dt="2026-02-07T01:24:25.610" v="863" actId="20577"/>
          <ac:spMkLst>
            <pc:docMk/>
            <pc:sldMk cId="240012858" sldId="358"/>
            <ac:spMk id="2" creationId="{3FA93A4E-5327-4AA5-A66C-32F130EBBC04}"/>
          </ac:spMkLst>
        </pc:spChg>
        <pc:spChg chg="mod">
          <ac:chgData name="Teuku Raja Irfan Radarma" userId="cf428174-95ba-4576-8554-3a3b8ffa52b7" providerId="ADAL" clId="{5F76268C-0FDD-4573-81E8-E132646E1AD5}" dt="2026-02-07T01:24:31.212" v="865" actId="20577"/>
          <ac:spMkLst>
            <pc:docMk/>
            <pc:sldMk cId="240012858" sldId="358"/>
            <ac:spMk id="3" creationId="{EAB6E919-BE3E-4F21-88E7-35F474F15E80}"/>
          </ac:spMkLst>
        </pc:spChg>
      </pc:sldChg>
      <pc:sldChg chg="delSp modSp new mod ord">
        <pc:chgData name="Teuku Raja Irfan Radarma" userId="cf428174-95ba-4576-8554-3a3b8ffa52b7" providerId="ADAL" clId="{5F76268C-0FDD-4573-81E8-E132646E1AD5}" dt="2026-02-07T01:25:31.365" v="872"/>
        <pc:sldMkLst>
          <pc:docMk/>
          <pc:sldMk cId="1008764849" sldId="359"/>
        </pc:sldMkLst>
        <pc:spChg chg="mod">
          <ac:chgData name="Teuku Raja Irfan Radarma" userId="cf428174-95ba-4576-8554-3a3b8ffa52b7" providerId="ADAL" clId="{5F76268C-0FDD-4573-81E8-E132646E1AD5}" dt="2026-02-07T01:25:09.285" v="868"/>
          <ac:spMkLst>
            <pc:docMk/>
            <pc:sldMk cId="1008764849" sldId="359"/>
            <ac:spMk id="2" creationId="{1A1391B4-117B-4977-A2D9-57A2582D1BDF}"/>
          </ac:spMkLst>
        </pc:spChg>
        <pc:spChg chg="del">
          <ac:chgData name="Teuku Raja Irfan Radarma" userId="cf428174-95ba-4576-8554-3a3b8ffa52b7" providerId="ADAL" clId="{5F76268C-0FDD-4573-81E8-E132646E1AD5}" dt="2026-02-07T01:25:13.051" v="869" actId="478"/>
          <ac:spMkLst>
            <pc:docMk/>
            <pc:sldMk cId="1008764849" sldId="359"/>
            <ac:spMk id="3" creationId="{AB0633D7-8FB7-4DA4-B47B-850B74D070F4}"/>
          </ac:spMkLst>
        </pc:spChg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212132516" sldId="463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349334146" sldId="467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3933856039" sldId="503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2622249724" sldId="508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855949748" sldId="509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2571980247" sldId="510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4123732572" sldId="511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3257704597" sldId="512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228243149" sldId="513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1329398207" sldId="514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438973189" sldId="515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2942938510" sldId="516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2686900877" sldId="517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1935258800" sldId="518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1023774770" sldId="519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1045896006" sldId="520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146161136" sldId="521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4258412239" sldId="522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2122227981" sldId="523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3059073382" sldId="524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1628511281" sldId="525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846841689" sldId="526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2296058815" sldId="527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356603638" sldId="528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346024683" sldId="529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3602152876" sldId="530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1309344734" sldId="531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253016244" sldId="532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3458464840" sldId="533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1998972146" sldId="534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1322330529" sldId="535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3671780888" sldId="536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1415328886" sldId="537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1090626872" sldId="538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305687751" sldId="539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1444465115" sldId="540"/>
        </pc:sldMkLst>
      </pc:sldChg>
      <pc:sldChg chg="del">
        <pc:chgData name="Teuku Raja Irfan Radarma" userId="cf428174-95ba-4576-8554-3a3b8ffa52b7" providerId="ADAL" clId="{5F76268C-0FDD-4573-81E8-E132646E1AD5}" dt="2026-01-29T14:47:18.430" v="182" actId="47"/>
        <pc:sldMkLst>
          <pc:docMk/>
          <pc:sldMk cId="4281984631" sldId="541"/>
        </pc:sldMkLst>
      </pc:sldChg>
      <pc:sldMasterChg chg="addSldLayout modSldLayout">
        <pc:chgData name="Teuku Raja Irfan Radarma" userId="cf428174-95ba-4576-8554-3a3b8ffa52b7" providerId="ADAL" clId="{5F76268C-0FDD-4573-81E8-E132646E1AD5}" dt="2026-02-07T01:24:15.889" v="849" actId="14100"/>
        <pc:sldMasterMkLst>
          <pc:docMk/>
          <pc:sldMasterMk cId="856379123" sldId="2147483648"/>
        </pc:sldMasterMkLst>
        <pc:sldLayoutChg chg="addSp delSp modSp add mod modTransition">
          <pc:chgData name="Teuku Raja Irfan Radarma" userId="cf428174-95ba-4576-8554-3a3b8ffa52b7" providerId="ADAL" clId="{5F76268C-0FDD-4573-81E8-E132646E1AD5}" dt="2026-02-07T01:24:15.889" v="849" actId="14100"/>
          <pc:sldLayoutMkLst>
            <pc:docMk/>
            <pc:sldMasterMk cId="856379123" sldId="2147483648"/>
            <pc:sldLayoutMk cId="1704379807" sldId="2147483663"/>
          </pc:sldLayoutMkLst>
          <pc:spChg chg="mod">
            <ac:chgData name="Teuku Raja Irfan Radarma" userId="cf428174-95ba-4576-8554-3a3b8ffa52b7" providerId="ADAL" clId="{5F76268C-0FDD-4573-81E8-E132646E1AD5}" dt="2026-02-07T01:23:26.639" v="842" actId="404"/>
            <ac:spMkLst>
              <pc:docMk/>
              <pc:sldMasterMk cId="856379123" sldId="2147483648"/>
              <pc:sldLayoutMk cId="1704379807" sldId="2147483663"/>
              <ac:spMk id="2" creationId="{CDA4424C-1456-7F97-A7D5-3DFD9B8CDC8B}"/>
            </ac:spMkLst>
          </pc:spChg>
          <pc:spChg chg="mod">
            <ac:chgData name="Teuku Raja Irfan Radarma" userId="cf428174-95ba-4576-8554-3a3b8ffa52b7" providerId="ADAL" clId="{5F76268C-0FDD-4573-81E8-E132646E1AD5}" dt="2026-02-07T01:22:17.778" v="835" actId="207"/>
            <ac:spMkLst>
              <pc:docMk/>
              <pc:sldMasterMk cId="856379123" sldId="2147483648"/>
              <pc:sldLayoutMk cId="1704379807" sldId="2147483663"/>
              <ac:spMk id="3" creationId="{8A8E1FD0-24D3-2D6F-5433-75B6F1C968B0}"/>
            </ac:spMkLst>
          </pc:spChg>
          <pc:spChg chg="add mod ord">
            <ac:chgData name="Teuku Raja Irfan Radarma" userId="cf428174-95ba-4576-8554-3a3b8ffa52b7" providerId="ADAL" clId="{5F76268C-0FDD-4573-81E8-E132646E1AD5}" dt="2026-02-07T01:24:07.322" v="848" actId="207"/>
            <ac:spMkLst>
              <pc:docMk/>
              <pc:sldMasterMk cId="856379123" sldId="2147483648"/>
              <pc:sldLayoutMk cId="1704379807" sldId="2147483663"/>
              <ac:spMk id="8" creationId="{13D26EEB-0515-47E0-BDF2-6403F753F256}"/>
            </ac:spMkLst>
          </pc:spChg>
          <pc:spChg chg="add del mod">
            <ac:chgData name="Teuku Raja Irfan Radarma" userId="cf428174-95ba-4576-8554-3a3b8ffa52b7" providerId="ADAL" clId="{5F76268C-0FDD-4573-81E8-E132646E1AD5}" dt="2026-02-07T01:20:06.662" v="807" actId="478"/>
            <ac:spMkLst>
              <pc:docMk/>
              <pc:sldMasterMk cId="856379123" sldId="2147483648"/>
              <pc:sldLayoutMk cId="1704379807" sldId="2147483663"/>
              <ac:spMk id="9" creationId="{FC9CD173-9628-4C1C-B2C0-F3C9483E2467}"/>
            </ac:spMkLst>
          </pc:spChg>
          <pc:picChg chg="del">
            <ac:chgData name="Teuku Raja Irfan Radarma" userId="cf428174-95ba-4576-8554-3a3b8ffa52b7" providerId="ADAL" clId="{5F76268C-0FDD-4573-81E8-E132646E1AD5}" dt="2026-02-07T01:18:54.909" v="792" actId="478"/>
            <ac:picMkLst>
              <pc:docMk/>
              <pc:sldMasterMk cId="856379123" sldId="2147483648"/>
              <pc:sldLayoutMk cId="1704379807" sldId="2147483663"/>
              <ac:picMk id="10" creationId="{8B63C4CD-A611-EAA3-45C7-78686547DDB8}"/>
            </ac:picMkLst>
          </pc:picChg>
          <pc:picChg chg="mod ord modCrop">
            <ac:chgData name="Teuku Raja Irfan Radarma" userId="cf428174-95ba-4576-8554-3a3b8ffa52b7" providerId="ADAL" clId="{5F76268C-0FDD-4573-81E8-E132646E1AD5}" dt="2026-02-07T01:22:58.522" v="840" actId="732"/>
            <ac:picMkLst>
              <pc:docMk/>
              <pc:sldMasterMk cId="856379123" sldId="2147483648"/>
              <pc:sldLayoutMk cId="1704379807" sldId="2147483663"/>
              <ac:picMk id="12" creationId="{2E3B5FA6-2D9D-F25E-D8E6-3606BD33D99D}"/>
            </ac:picMkLst>
          </pc:picChg>
          <pc:cxnChg chg="mod">
            <ac:chgData name="Teuku Raja Irfan Radarma" userId="cf428174-95ba-4576-8554-3a3b8ffa52b7" providerId="ADAL" clId="{5F76268C-0FDD-4573-81E8-E132646E1AD5}" dt="2026-02-07T01:24:15.889" v="849" actId="14100"/>
            <ac:cxnSpMkLst>
              <pc:docMk/>
              <pc:sldMasterMk cId="856379123" sldId="2147483648"/>
              <pc:sldLayoutMk cId="1704379807" sldId="2147483663"/>
              <ac:cxnSpMk id="14" creationId="{1E527D52-8D29-D3D2-5F30-3F229C472DEE}"/>
            </ac:cxnSpMkLst>
          </pc:cxnChg>
          <pc:cxnChg chg="del mod">
            <ac:chgData name="Teuku Raja Irfan Radarma" userId="cf428174-95ba-4576-8554-3a3b8ffa52b7" providerId="ADAL" clId="{5F76268C-0FDD-4573-81E8-E132646E1AD5}" dt="2026-02-07T01:20:57.842" v="824" actId="478"/>
            <ac:cxnSpMkLst>
              <pc:docMk/>
              <pc:sldMasterMk cId="856379123" sldId="2147483648"/>
              <pc:sldLayoutMk cId="1704379807" sldId="2147483663"/>
              <ac:cxnSpMk id="16" creationId="{E0B7E5C7-ECC4-BCC4-E23E-CB22CCFC232D}"/>
            </ac:cxnSpMkLst>
          </pc:cxnChg>
        </pc:sldLayoutChg>
      </pc:sldMasterChg>
    </pc:docChg>
  </pc:docChgLst>
  <pc:docChgLst>
    <pc:chgData name="Teuku Raja Irfan Radarma" userId="cf428174-95ba-4576-8554-3a3b8ffa52b7" providerId="ADAL" clId="{0D23DAE7-6BF6-465B-A01F-2BDD01E2DC8F}"/>
    <pc:docChg chg="undo custSel addSld delSld modSld sldOrd modMainMaster">
      <pc:chgData name="Teuku Raja Irfan Radarma" userId="cf428174-95ba-4576-8554-3a3b8ffa52b7" providerId="ADAL" clId="{0D23DAE7-6BF6-465B-A01F-2BDD01E2DC8F}" dt="2026-02-09T23:32:27.106" v="3138" actId="27636"/>
      <pc:docMkLst>
        <pc:docMk/>
      </pc:docMkLst>
      <pc:sldChg chg="modSp mod">
        <pc:chgData name="Teuku Raja Irfan Radarma" userId="cf428174-95ba-4576-8554-3a3b8ffa52b7" providerId="ADAL" clId="{0D23DAE7-6BF6-465B-A01F-2BDD01E2DC8F}" dt="2026-02-07T03:13:45.313" v="46" actId="113"/>
        <pc:sldMkLst>
          <pc:docMk/>
          <pc:sldMk cId="4030995347" sldId="257"/>
        </pc:sldMkLst>
        <pc:spChg chg="mod">
          <ac:chgData name="Teuku Raja Irfan Radarma" userId="cf428174-95ba-4576-8554-3a3b8ffa52b7" providerId="ADAL" clId="{0D23DAE7-6BF6-465B-A01F-2BDD01E2DC8F}" dt="2026-02-07T03:13:45.313" v="46" actId="113"/>
          <ac:spMkLst>
            <pc:docMk/>
            <pc:sldMk cId="4030995347" sldId="257"/>
            <ac:spMk id="4" creationId="{6C09DF7A-9B78-AB11-FA80-26BA72C3D29B}"/>
          </ac:spMkLst>
        </pc:spChg>
      </pc:sldChg>
      <pc:sldChg chg="modSp mod">
        <pc:chgData name="Teuku Raja Irfan Radarma" userId="cf428174-95ba-4576-8554-3a3b8ffa52b7" providerId="ADAL" clId="{0D23DAE7-6BF6-465B-A01F-2BDD01E2DC8F}" dt="2026-02-07T03:13:38.576" v="43" actId="20577"/>
        <pc:sldMkLst>
          <pc:docMk/>
          <pc:sldMk cId="911610319" sldId="262"/>
        </pc:sldMkLst>
        <pc:spChg chg="mod">
          <ac:chgData name="Teuku Raja Irfan Radarma" userId="cf428174-95ba-4576-8554-3a3b8ffa52b7" providerId="ADAL" clId="{0D23DAE7-6BF6-465B-A01F-2BDD01E2DC8F}" dt="2026-02-07T03:13:38.576" v="43" actId="20577"/>
          <ac:spMkLst>
            <pc:docMk/>
            <pc:sldMk cId="911610319" sldId="262"/>
            <ac:spMk id="3" creationId="{B17BBDE0-3A4E-3EA2-60B0-F9756E347209}"/>
          </ac:spMkLst>
        </pc:spChg>
        <pc:spChg chg="mod">
          <ac:chgData name="Teuku Raja Irfan Radarma" userId="cf428174-95ba-4576-8554-3a3b8ffa52b7" providerId="ADAL" clId="{0D23DAE7-6BF6-465B-A01F-2BDD01E2DC8F}" dt="2026-02-07T03:13:20.403" v="0" actId="20577"/>
          <ac:spMkLst>
            <pc:docMk/>
            <pc:sldMk cId="911610319" sldId="262"/>
            <ac:spMk id="4" creationId="{FFCC89D4-8169-77D5-D53F-1E998B469C40}"/>
          </ac:spMkLst>
        </pc:spChg>
      </pc:sldChg>
      <pc:sldChg chg="modSp mod">
        <pc:chgData name="Teuku Raja Irfan Radarma" userId="cf428174-95ba-4576-8554-3a3b8ffa52b7" providerId="ADAL" clId="{0D23DAE7-6BF6-465B-A01F-2BDD01E2DC8F}" dt="2026-02-07T03:37:59.095" v="573" actId="20577"/>
        <pc:sldMkLst>
          <pc:docMk/>
          <pc:sldMk cId="3835074240" sldId="263"/>
        </pc:sldMkLst>
        <pc:spChg chg="mod">
          <ac:chgData name="Teuku Raja Irfan Radarma" userId="cf428174-95ba-4576-8554-3a3b8ffa52b7" providerId="ADAL" clId="{0D23DAE7-6BF6-465B-A01F-2BDD01E2DC8F}" dt="2026-02-07T03:37:59.095" v="573" actId="20577"/>
          <ac:spMkLst>
            <pc:docMk/>
            <pc:sldMk cId="3835074240" sldId="263"/>
            <ac:spMk id="2" creationId="{2079CBE2-7ADF-23F1-83BE-26DF183A5B12}"/>
          </ac:spMkLst>
        </pc:spChg>
      </pc:sldChg>
      <pc:sldChg chg="modSp mod">
        <pc:chgData name="Teuku Raja Irfan Radarma" userId="cf428174-95ba-4576-8554-3a3b8ffa52b7" providerId="ADAL" clId="{0D23DAE7-6BF6-465B-A01F-2BDD01E2DC8F}" dt="2026-02-07T03:35:26.419" v="495" actId="20577"/>
        <pc:sldMkLst>
          <pc:docMk/>
          <pc:sldMk cId="1457204914" sldId="264"/>
        </pc:sldMkLst>
        <pc:spChg chg="mod">
          <ac:chgData name="Teuku Raja Irfan Radarma" userId="cf428174-95ba-4576-8554-3a3b8ffa52b7" providerId="ADAL" clId="{0D23DAE7-6BF6-465B-A01F-2BDD01E2DC8F}" dt="2026-02-07T03:35:26.419" v="495" actId="20577"/>
          <ac:spMkLst>
            <pc:docMk/>
            <pc:sldMk cId="1457204914" sldId="264"/>
            <ac:spMk id="2" creationId="{7E958052-05B2-9F29-B874-84F80A24B16B}"/>
          </ac:spMkLst>
        </pc:spChg>
      </pc:sldChg>
      <pc:sldChg chg="del">
        <pc:chgData name="Teuku Raja Irfan Radarma" userId="cf428174-95ba-4576-8554-3a3b8ffa52b7" providerId="ADAL" clId="{0D23DAE7-6BF6-465B-A01F-2BDD01E2DC8F}" dt="2026-02-07T03:18:48.538" v="251" actId="47"/>
        <pc:sldMkLst>
          <pc:docMk/>
          <pc:sldMk cId="4165028976" sldId="279"/>
        </pc:sldMkLst>
      </pc:sldChg>
      <pc:sldChg chg="del">
        <pc:chgData name="Teuku Raja Irfan Radarma" userId="cf428174-95ba-4576-8554-3a3b8ffa52b7" providerId="ADAL" clId="{0D23DAE7-6BF6-465B-A01F-2BDD01E2DC8F}" dt="2026-02-07T03:18:48.538" v="251" actId="47"/>
        <pc:sldMkLst>
          <pc:docMk/>
          <pc:sldMk cId="3143284284" sldId="281"/>
        </pc:sldMkLst>
      </pc:sldChg>
      <pc:sldChg chg="del">
        <pc:chgData name="Teuku Raja Irfan Radarma" userId="cf428174-95ba-4576-8554-3a3b8ffa52b7" providerId="ADAL" clId="{0D23DAE7-6BF6-465B-A01F-2BDD01E2DC8F}" dt="2026-02-07T03:18:48.538" v="251" actId="47"/>
        <pc:sldMkLst>
          <pc:docMk/>
          <pc:sldMk cId="1698670812" sldId="283"/>
        </pc:sldMkLst>
      </pc:sldChg>
      <pc:sldChg chg="del">
        <pc:chgData name="Teuku Raja Irfan Radarma" userId="cf428174-95ba-4576-8554-3a3b8ffa52b7" providerId="ADAL" clId="{0D23DAE7-6BF6-465B-A01F-2BDD01E2DC8F}" dt="2026-02-07T03:18:48.538" v="251" actId="47"/>
        <pc:sldMkLst>
          <pc:docMk/>
          <pc:sldMk cId="1624300305" sldId="284"/>
        </pc:sldMkLst>
      </pc:sldChg>
      <pc:sldChg chg="del">
        <pc:chgData name="Teuku Raja Irfan Radarma" userId="cf428174-95ba-4576-8554-3a3b8ffa52b7" providerId="ADAL" clId="{0D23DAE7-6BF6-465B-A01F-2BDD01E2DC8F}" dt="2026-02-07T03:18:48.538" v="251" actId="47"/>
        <pc:sldMkLst>
          <pc:docMk/>
          <pc:sldMk cId="1993495921" sldId="285"/>
        </pc:sldMkLst>
      </pc:sldChg>
      <pc:sldChg chg="del">
        <pc:chgData name="Teuku Raja Irfan Radarma" userId="cf428174-95ba-4576-8554-3a3b8ffa52b7" providerId="ADAL" clId="{0D23DAE7-6BF6-465B-A01F-2BDD01E2DC8F}" dt="2026-02-07T03:18:48.538" v="251" actId="47"/>
        <pc:sldMkLst>
          <pc:docMk/>
          <pc:sldMk cId="2860335793" sldId="286"/>
        </pc:sldMkLst>
      </pc:sldChg>
      <pc:sldChg chg="del">
        <pc:chgData name="Teuku Raja Irfan Radarma" userId="cf428174-95ba-4576-8554-3a3b8ffa52b7" providerId="ADAL" clId="{0D23DAE7-6BF6-465B-A01F-2BDD01E2DC8F}" dt="2026-02-07T03:18:48.538" v="251" actId="47"/>
        <pc:sldMkLst>
          <pc:docMk/>
          <pc:sldMk cId="3886326963" sldId="288"/>
        </pc:sldMkLst>
      </pc:sldChg>
      <pc:sldChg chg="del">
        <pc:chgData name="Teuku Raja Irfan Radarma" userId="cf428174-95ba-4576-8554-3a3b8ffa52b7" providerId="ADAL" clId="{0D23DAE7-6BF6-465B-A01F-2BDD01E2DC8F}" dt="2026-02-07T03:18:48.538" v="251" actId="47"/>
        <pc:sldMkLst>
          <pc:docMk/>
          <pc:sldMk cId="2677158393" sldId="289"/>
        </pc:sldMkLst>
      </pc:sldChg>
      <pc:sldChg chg="del">
        <pc:chgData name="Teuku Raja Irfan Radarma" userId="cf428174-95ba-4576-8554-3a3b8ffa52b7" providerId="ADAL" clId="{0D23DAE7-6BF6-465B-A01F-2BDD01E2DC8F}" dt="2026-02-07T03:18:48.538" v="251" actId="47"/>
        <pc:sldMkLst>
          <pc:docMk/>
          <pc:sldMk cId="499467247" sldId="290"/>
        </pc:sldMkLst>
      </pc:sldChg>
      <pc:sldChg chg="del">
        <pc:chgData name="Teuku Raja Irfan Radarma" userId="cf428174-95ba-4576-8554-3a3b8ffa52b7" providerId="ADAL" clId="{0D23DAE7-6BF6-465B-A01F-2BDD01E2DC8F}" dt="2026-02-07T03:18:48.538" v="251" actId="47"/>
        <pc:sldMkLst>
          <pc:docMk/>
          <pc:sldMk cId="4222732644" sldId="291"/>
        </pc:sldMkLst>
      </pc:sldChg>
      <pc:sldChg chg="del">
        <pc:chgData name="Teuku Raja Irfan Radarma" userId="cf428174-95ba-4576-8554-3a3b8ffa52b7" providerId="ADAL" clId="{0D23DAE7-6BF6-465B-A01F-2BDD01E2DC8F}" dt="2026-02-07T03:18:48.538" v="251" actId="47"/>
        <pc:sldMkLst>
          <pc:docMk/>
          <pc:sldMk cId="3485936668" sldId="292"/>
        </pc:sldMkLst>
      </pc:sldChg>
      <pc:sldChg chg="del">
        <pc:chgData name="Teuku Raja Irfan Radarma" userId="cf428174-95ba-4576-8554-3a3b8ffa52b7" providerId="ADAL" clId="{0D23DAE7-6BF6-465B-A01F-2BDD01E2DC8F}" dt="2026-02-07T03:18:48.538" v="251" actId="47"/>
        <pc:sldMkLst>
          <pc:docMk/>
          <pc:sldMk cId="4202554783" sldId="294"/>
        </pc:sldMkLst>
      </pc:sldChg>
      <pc:sldChg chg="del">
        <pc:chgData name="Teuku Raja Irfan Radarma" userId="cf428174-95ba-4576-8554-3a3b8ffa52b7" providerId="ADAL" clId="{0D23DAE7-6BF6-465B-A01F-2BDD01E2DC8F}" dt="2026-02-07T03:18:48.538" v="251" actId="47"/>
        <pc:sldMkLst>
          <pc:docMk/>
          <pc:sldMk cId="1522193423" sldId="295"/>
        </pc:sldMkLst>
      </pc:sldChg>
      <pc:sldChg chg="del">
        <pc:chgData name="Teuku Raja Irfan Radarma" userId="cf428174-95ba-4576-8554-3a3b8ffa52b7" providerId="ADAL" clId="{0D23DAE7-6BF6-465B-A01F-2BDD01E2DC8F}" dt="2026-02-07T03:18:48.538" v="251" actId="47"/>
        <pc:sldMkLst>
          <pc:docMk/>
          <pc:sldMk cId="3126913978" sldId="296"/>
        </pc:sldMkLst>
      </pc:sldChg>
      <pc:sldChg chg="del">
        <pc:chgData name="Teuku Raja Irfan Radarma" userId="cf428174-95ba-4576-8554-3a3b8ffa52b7" providerId="ADAL" clId="{0D23DAE7-6BF6-465B-A01F-2BDD01E2DC8F}" dt="2026-02-07T03:18:48.538" v="251" actId="47"/>
        <pc:sldMkLst>
          <pc:docMk/>
          <pc:sldMk cId="1131617830" sldId="297"/>
        </pc:sldMkLst>
      </pc:sldChg>
      <pc:sldChg chg="del">
        <pc:chgData name="Teuku Raja Irfan Radarma" userId="cf428174-95ba-4576-8554-3a3b8ffa52b7" providerId="ADAL" clId="{0D23DAE7-6BF6-465B-A01F-2BDD01E2DC8F}" dt="2026-02-07T03:18:48.538" v="251" actId="47"/>
        <pc:sldMkLst>
          <pc:docMk/>
          <pc:sldMk cId="2364536054" sldId="298"/>
        </pc:sldMkLst>
      </pc:sldChg>
      <pc:sldChg chg="del">
        <pc:chgData name="Teuku Raja Irfan Radarma" userId="cf428174-95ba-4576-8554-3a3b8ffa52b7" providerId="ADAL" clId="{0D23DAE7-6BF6-465B-A01F-2BDD01E2DC8F}" dt="2026-02-07T03:18:48.538" v="251" actId="47"/>
        <pc:sldMkLst>
          <pc:docMk/>
          <pc:sldMk cId="11990108" sldId="299"/>
        </pc:sldMkLst>
      </pc:sldChg>
      <pc:sldChg chg="del">
        <pc:chgData name="Teuku Raja Irfan Radarma" userId="cf428174-95ba-4576-8554-3a3b8ffa52b7" providerId="ADAL" clId="{0D23DAE7-6BF6-465B-A01F-2BDD01E2DC8F}" dt="2026-02-07T03:18:48.538" v="251" actId="47"/>
        <pc:sldMkLst>
          <pc:docMk/>
          <pc:sldMk cId="680298683" sldId="301"/>
        </pc:sldMkLst>
      </pc:sldChg>
      <pc:sldChg chg="del">
        <pc:chgData name="Teuku Raja Irfan Radarma" userId="cf428174-95ba-4576-8554-3a3b8ffa52b7" providerId="ADAL" clId="{0D23DAE7-6BF6-465B-A01F-2BDD01E2DC8F}" dt="2026-02-07T03:18:48.538" v="251" actId="47"/>
        <pc:sldMkLst>
          <pc:docMk/>
          <pc:sldMk cId="4291336953" sldId="303"/>
        </pc:sldMkLst>
      </pc:sldChg>
      <pc:sldChg chg="modSp mod">
        <pc:chgData name="Teuku Raja Irfan Radarma" userId="cf428174-95ba-4576-8554-3a3b8ffa52b7" providerId="ADAL" clId="{0D23DAE7-6BF6-465B-A01F-2BDD01E2DC8F}" dt="2026-02-07T03:14:39.484" v="129" actId="20577"/>
        <pc:sldMkLst>
          <pc:docMk/>
          <pc:sldMk cId="2891726164" sldId="304"/>
        </pc:sldMkLst>
        <pc:spChg chg="mod">
          <ac:chgData name="Teuku Raja Irfan Radarma" userId="cf428174-95ba-4576-8554-3a3b8ffa52b7" providerId="ADAL" clId="{0D23DAE7-6BF6-465B-A01F-2BDD01E2DC8F}" dt="2026-02-07T03:14:39.484" v="129" actId="20577"/>
          <ac:spMkLst>
            <pc:docMk/>
            <pc:sldMk cId="2891726164" sldId="304"/>
            <ac:spMk id="3" creationId="{0EEF17E5-AD4D-CEBE-F9C3-691B024490D7}"/>
          </ac:spMkLst>
        </pc:spChg>
      </pc:sldChg>
      <pc:sldChg chg="del">
        <pc:chgData name="Teuku Raja Irfan Radarma" userId="cf428174-95ba-4576-8554-3a3b8ffa52b7" providerId="ADAL" clId="{0D23DAE7-6BF6-465B-A01F-2BDD01E2DC8F}" dt="2026-02-07T03:18:48.538" v="251" actId="47"/>
        <pc:sldMkLst>
          <pc:docMk/>
          <pc:sldMk cId="39322339" sldId="305"/>
        </pc:sldMkLst>
      </pc:sldChg>
      <pc:sldChg chg="del">
        <pc:chgData name="Teuku Raja Irfan Radarma" userId="cf428174-95ba-4576-8554-3a3b8ffa52b7" providerId="ADAL" clId="{0D23DAE7-6BF6-465B-A01F-2BDD01E2DC8F}" dt="2026-02-07T03:18:48.538" v="251" actId="47"/>
        <pc:sldMkLst>
          <pc:docMk/>
          <pc:sldMk cId="554391840" sldId="306"/>
        </pc:sldMkLst>
      </pc:sldChg>
      <pc:sldChg chg="del">
        <pc:chgData name="Teuku Raja Irfan Radarma" userId="cf428174-95ba-4576-8554-3a3b8ffa52b7" providerId="ADAL" clId="{0D23DAE7-6BF6-465B-A01F-2BDD01E2DC8F}" dt="2026-02-07T03:18:48.538" v="251" actId="47"/>
        <pc:sldMkLst>
          <pc:docMk/>
          <pc:sldMk cId="4259305945" sldId="307"/>
        </pc:sldMkLst>
      </pc:sldChg>
      <pc:sldChg chg="del">
        <pc:chgData name="Teuku Raja Irfan Radarma" userId="cf428174-95ba-4576-8554-3a3b8ffa52b7" providerId="ADAL" clId="{0D23DAE7-6BF6-465B-A01F-2BDD01E2DC8F}" dt="2026-02-07T03:18:48.538" v="251" actId="47"/>
        <pc:sldMkLst>
          <pc:docMk/>
          <pc:sldMk cId="1632233013" sldId="308"/>
        </pc:sldMkLst>
      </pc:sldChg>
      <pc:sldChg chg="del">
        <pc:chgData name="Teuku Raja Irfan Radarma" userId="cf428174-95ba-4576-8554-3a3b8ffa52b7" providerId="ADAL" clId="{0D23DAE7-6BF6-465B-A01F-2BDD01E2DC8F}" dt="2026-02-07T03:18:48.538" v="251" actId="47"/>
        <pc:sldMkLst>
          <pc:docMk/>
          <pc:sldMk cId="1633833110" sldId="309"/>
        </pc:sldMkLst>
      </pc:sldChg>
      <pc:sldChg chg="del">
        <pc:chgData name="Teuku Raja Irfan Radarma" userId="cf428174-95ba-4576-8554-3a3b8ffa52b7" providerId="ADAL" clId="{0D23DAE7-6BF6-465B-A01F-2BDD01E2DC8F}" dt="2026-02-07T03:18:48.538" v="251" actId="47"/>
        <pc:sldMkLst>
          <pc:docMk/>
          <pc:sldMk cId="1692500299" sldId="310"/>
        </pc:sldMkLst>
      </pc:sldChg>
      <pc:sldChg chg="del">
        <pc:chgData name="Teuku Raja Irfan Radarma" userId="cf428174-95ba-4576-8554-3a3b8ffa52b7" providerId="ADAL" clId="{0D23DAE7-6BF6-465B-A01F-2BDD01E2DC8F}" dt="2026-02-07T03:18:48.538" v="251" actId="47"/>
        <pc:sldMkLst>
          <pc:docMk/>
          <pc:sldMk cId="867178575" sldId="311"/>
        </pc:sldMkLst>
      </pc:sldChg>
      <pc:sldChg chg="del">
        <pc:chgData name="Teuku Raja Irfan Radarma" userId="cf428174-95ba-4576-8554-3a3b8ffa52b7" providerId="ADAL" clId="{0D23DAE7-6BF6-465B-A01F-2BDD01E2DC8F}" dt="2026-02-07T03:18:48.538" v="251" actId="47"/>
        <pc:sldMkLst>
          <pc:docMk/>
          <pc:sldMk cId="1125774654" sldId="312"/>
        </pc:sldMkLst>
      </pc:sldChg>
      <pc:sldChg chg="del">
        <pc:chgData name="Teuku Raja Irfan Radarma" userId="cf428174-95ba-4576-8554-3a3b8ffa52b7" providerId="ADAL" clId="{0D23DAE7-6BF6-465B-A01F-2BDD01E2DC8F}" dt="2026-02-07T03:18:48.538" v="251" actId="47"/>
        <pc:sldMkLst>
          <pc:docMk/>
          <pc:sldMk cId="2223679272" sldId="313"/>
        </pc:sldMkLst>
      </pc:sldChg>
      <pc:sldChg chg="del">
        <pc:chgData name="Teuku Raja Irfan Radarma" userId="cf428174-95ba-4576-8554-3a3b8ffa52b7" providerId="ADAL" clId="{0D23DAE7-6BF6-465B-A01F-2BDD01E2DC8F}" dt="2026-02-07T03:18:48.538" v="251" actId="47"/>
        <pc:sldMkLst>
          <pc:docMk/>
          <pc:sldMk cId="4139131069" sldId="314"/>
        </pc:sldMkLst>
      </pc:sldChg>
      <pc:sldChg chg="del">
        <pc:chgData name="Teuku Raja Irfan Radarma" userId="cf428174-95ba-4576-8554-3a3b8ffa52b7" providerId="ADAL" clId="{0D23DAE7-6BF6-465B-A01F-2BDD01E2DC8F}" dt="2026-02-07T03:18:48.538" v="251" actId="47"/>
        <pc:sldMkLst>
          <pc:docMk/>
          <pc:sldMk cId="948768158" sldId="315"/>
        </pc:sldMkLst>
      </pc:sldChg>
      <pc:sldChg chg="del">
        <pc:chgData name="Teuku Raja Irfan Radarma" userId="cf428174-95ba-4576-8554-3a3b8ffa52b7" providerId="ADAL" clId="{0D23DAE7-6BF6-465B-A01F-2BDD01E2DC8F}" dt="2026-02-07T03:18:48.538" v="251" actId="47"/>
        <pc:sldMkLst>
          <pc:docMk/>
          <pc:sldMk cId="4161690754" sldId="316"/>
        </pc:sldMkLst>
      </pc:sldChg>
      <pc:sldChg chg="del">
        <pc:chgData name="Teuku Raja Irfan Radarma" userId="cf428174-95ba-4576-8554-3a3b8ffa52b7" providerId="ADAL" clId="{0D23DAE7-6BF6-465B-A01F-2BDD01E2DC8F}" dt="2026-02-07T03:18:48.538" v="251" actId="47"/>
        <pc:sldMkLst>
          <pc:docMk/>
          <pc:sldMk cId="2322895000" sldId="317"/>
        </pc:sldMkLst>
      </pc:sldChg>
      <pc:sldChg chg="del">
        <pc:chgData name="Teuku Raja Irfan Radarma" userId="cf428174-95ba-4576-8554-3a3b8ffa52b7" providerId="ADAL" clId="{0D23DAE7-6BF6-465B-A01F-2BDD01E2DC8F}" dt="2026-02-07T03:18:48.538" v="251" actId="47"/>
        <pc:sldMkLst>
          <pc:docMk/>
          <pc:sldMk cId="2549614118" sldId="318"/>
        </pc:sldMkLst>
      </pc:sldChg>
      <pc:sldChg chg="del">
        <pc:chgData name="Teuku Raja Irfan Radarma" userId="cf428174-95ba-4576-8554-3a3b8ffa52b7" providerId="ADAL" clId="{0D23DAE7-6BF6-465B-A01F-2BDD01E2DC8F}" dt="2026-02-07T03:18:48.538" v="251" actId="47"/>
        <pc:sldMkLst>
          <pc:docMk/>
          <pc:sldMk cId="1126846806" sldId="319"/>
        </pc:sldMkLst>
      </pc:sldChg>
      <pc:sldChg chg="del">
        <pc:chgData name="Teuku Raja Irfan Radarma" userId="cf428174-95ba-4576-8554-3a3b8ffa52b7" providerId="ADAL" clId="{0D23DAE7-6BF6-465B-A01F-2BDD01E2DC8F}" dt="2026-02-07T03:18:48.538" v="251" actId="47"/>
        <pc:sldMkLst>
          <pc:docMk/>
          <pc:sldMk cId="2147403072" sldId="320"/>
        </pc:sldMkLst>
      </pc:sldChg>
      <pc:sldChg chg="del">
        <pc:chgData name="Teuku Raja Irfan Radarma" userId="cf428174-95ba-4576-8554-3a3b8ffa52b7" providerId="ADAL" clId="{0D23DAE7-6BF6-465B-A01F-2BDD01E2DC8F}" dt="2026-02-07T03:18:48.538" v="251" actId="47"/>
        <pc:sldMkLst>
          <pc:docMk/>
          <pc:sldMk cId="64268180" sldId="321"/>
        </pc:sldMkLst>
      </pc:sldChg>
      <pc:sldChg chg="add ord">
        <pc:chgData name="Teuku Raja Irfan Radarma" userId="cf428174-95ba-4576-8554-3a3b8ffa52b7" providerId="ADAL" clId="{0D23DAE7-6BF6-465B-A01F-2BDD01E2DC8F}" dt="2026-02-07T03:34:51.888" v="442"/>
        <pc:sldMkLst>
          <pc:docMk/>
          <pc:sldMk cId="160828096" sldId="321"/>
        </pc:sldMkLst>
      </pc:sldChg>
      <pc:sldChg chg="del">
        <pc:chgData name="Teuku Raja Irfan Radarma" userId="cf428174-95ba-4576-8554-3a3b8ffa52b7" providerId="ADAL" clId="{0D23DAE7-6BF6-465B-A01F-2BDD01E2DC8F}" dt="2026-02-07T03:18:48.538" v="251" actId="47"/>
        <pc:sldMkLst>
          <pc:docMk/>
          <pc:sldMk cId="1107029121" sldId="322"/>
        </pc:sldMkLst>
      </pc:sldChg>
      <pc:sldChg chg="add ord">
        <pc:chgData name="Teuku Raja Irfan Radarma" userId="cf428174-95ba-4576-8554-3a3b8ffa52b7" providerId="ADAL" clId="{0D23DAE7-6BF6-465B-A01F-2BDD01E2DC8F}" dt="2026-02-07T03:34:51.888" v="442"/>
        <pc:sldMkLst>
          <pc:docMk/>
          <pc:sldMk cId="2697196124" sldId="323"/>
        </pc:sldMkLst>
      </pc:sldChg>
      <pc:sldChg chg="del">
        <pc:chgData name="Teuku Raja Irfan Radarma" userId="cf428174-95ba-4576-8554-3a3b8ffa52b7" providerId="ADAL" clId="{0D23DAE7-6BF6-465B-A01F-2BDD01E2DC8F}" dt="2026-02-07T03:18:48.538" v="251" actId="47"/>
        <pc:sldMkLst>
          <pc:docMk/>
          <pc:sldMk cId="3095417993" sldId="323"/>
        </pc:sldMkLst>
      </pc:sldChg>
      <pc:sldChg chg="add ord">
        <pc:chgData name="Teuku Raja Irfan Radarma" userId="cf428174-95ba-4576-8554-3a3b8ffa52b7" providerId="ADAL" clId="{0D23DAE7-6BF6-465B-A01F-2BDD01E2DC8F}" dt="2026-02-07T03:34:51.888" v="442"/>
        <pc:sldMkLst>
          <pc:docMk/>
          <pc:sldMk cId="3977528824" sldId="324"/>
        </pc:sldMkLst>
      </pc:sldChg>
      <pc:sldChg chg="modSp add mod ord">
        <pc:chgData name="Teuku Raja Irfan Radarma" userId="cf428174-95ba-4576-8554-3a3b8ffa52b7" providerId="ADAL" clId="{0D23DAE7-6BF6-465B-A01F-2BDD01E2DC8F}" dt="2026-02-08T13:09:16.914" v="713" actId="20577"/>
        <pc:sldMkLst>
          <pc:docMk/>
          <pc:sldMk cId="4019111258" sldId="325"/>
        </pc:sldMkLst>
        <pc:graphicFrameChg chg="mod modGraphic">
          <ac:chgData name="Teuku Raja Irfan Radarma" userId="cf428174-95ba-4576-8554-3a3b8ffa52b7" providerId="ADAL" clId="{0D23DAE7-6BF6-465B-A01F-2BDD01E2DC8F}" dt="2026-02-08T13:09:16.914" v="713" actId="20577"/>
          <ac:graphicFrameMkLst>
            <pc:docMk/>
            <pc:sldMk cId="4019111258" sldId="325"/>
            <ac:graphicFrameMk id="5" creationId="{B98E2BF1-F8E2-4406-B058-DF63DD4B80FC}"/>
          </ac:graphicFrameMkLst>
        </pc:graphicFrameChg>
      </pc:sldChg>
      <pc:sldChg chg="add ord">
        <pc:chgData name="Teuku Raja Irfan Radarma" userId="cf428174-95ba-4576-8554-3a3b8ffa52b7" providerId="ADAL" clId="{0D23DAE7-6BF6-465B-A01F-2BDD01E2DC8F}" dt="2026-02-07T03:34:51.888" v="442"/>
        <pc:sldMkLst>
          <pc:docMk/>
          <pc:sldMk cId="4009964293" sldId="326"/>
        </pc:sldMkLst>
      </pc:sldChg>
      <pc:sldChg chg="del">
        <pc:chgData name="Teuku Raja Irfan Radarma" userId="cf428174-95ba-4576-8554-3a3b8ffa52b7" providerId="ADAL" clId="{0D23DAE7-6BF6-465B-A01F-2BDD01E2DC8F}" dt="2026-02-07T03:18:48.538" v="251" actId="47"/>
        <pc:sldMkLst>
          <pc:docMk/>
          <pc:sldMk cId="3873052231" sldId="338"/>
        </pc:sldMkLst>
      </pc:sldChg>
      <pc:sldChg chg="del">
        <pc:chgData name="Teuku Raja Irfan Radarma" userId="cf428174-95ba-4576-8554-3a3b8ffa52b7" providerId="ADAL" clId="{0D23DAE7-6BF6-465B-A01F-2BDD01E2DC8F}" dt="2026-02-07T03:18:48.538" v="251" actId="47"/>
        <pc:sldMkLst>
          <pc:docMk/>
          <pc:sldMk cId="1659406012" sldId="339"/>
        </pc:sldMkLst>
      </pc:sldChg>
      <pc:sldChg chg="del">
        <pc:chgData name="Teuku Raja Irfan Radarma" userId="cf428174-95ba-4576-8554-3a3b8ffa52b7" providerId="ADAL" clId="{0D23DAE7-6BF6-465B-A01F-2BDD01E2DC8F}" dt="2026-02-07T03:18:48.538" v="251" actId="47"/>
        <pc:sldMkLst>
          <pc:docMk/>
          <pc:sldMk cId="857162080" sldId="341"/>
        </pc:sldMkLst>
      </pc:sldChg>
      <pc:sldChg chg="del">
        <pc:chgData name="Teuku Raja Irfan Radarma" userId="cf428174-95ba-4576-8554-3a3b8ffa52b7" providerId="ADAL" clId="{0D23DAE7-6BF6-465B-A01F-2BDD01E2DC8F}" dt="2026-02-07T03:18:48.538" v="251" actId="47"/>
        <pc:sldMkLst>
          <pc:docMk/>
          <pc:sldMk cId="605888824" sldId="342"/>
        </pc:sldMkLst>
      </pc:sldChg>
      <pc:sldChg chg="del">
        <pc:chgData name="Teuku Raja Irfan Radarma" userId="cf428174-95ba-4576-8554-3a3b8ffa52b7" providerId="ADAL" clId="{0D23DAE7-6BF6-465B-A01F-2BDD01E2DC8F}" dt="2026-02-07T03:18:48.538" v="251" actId="47"/>
        <pc:sldMkLst>
          <pc:docMk/>
          <pc:sldMk cId="69992873" sldId="343"/>
        </pc:sldMkLst>
      </pc:sldChg>
      <pc:sldChg chg="del">
        <pc:chgData name="Teuku Raja Irfan Radarma" userId="cf428174-95ba-4576-8554-3a3b8ffa52b7" providerId="ADAL" clId="{0D23DAE7-6BF6-465B-A01F-2BDD01E2DC8F}" dt="2026-02-07T03:18:48.538" v="251" actId="47"/>
        <pc:sldMkLst>
          <pc:docMk/>
          <pc:sldMk cId="1857491252" sldId="344"/>
        </pc:sldMkLst>
      </pc:sldChg>
      <pc:sldChg chg="del">
        <pc:chgData name="Teuku Raja Irfan Radarma" userId="cf428174-95ba-4576-8554-3a3b8ffa52b7" providerId="ADAL" clId="{0D23DAE7-6BF6-465B-A01F-2BDD01E2DC8F}" dt="2026-02-07T03:18:48.538" v="251" actId="47"/>
        <pc:sldMkLst>
          <pc:docMk/>
          <pc:sldMk cId="2589979087" sldId="346"/>
        </pc:sldMkLst>
      </pc:sldChg>
      <pc:sldChg chg="del">
        <pc:chgData name="Teuku Raja Irfan Radarma" userId="cf428174-95ba-4576-8554-3a3b8ffa52b7" providerId="ADAL" clId="{0D23DAE7-6BF6-465B-A01F-2BDD01E2DC8F}" dt="2026-02-07T03:18:48.538" v="251" actId="47"/>
        <pc:sldMkLst>
          <pc:docMk/>
          <pc:sldMk cId="3897835478" sldId="347"/>
        </pc:sldMkLst>
      </pc:sldChg>
      <pc:sldChg chg="del">
        <pc:chgData name="Teuku Raja Irfan Radarma" userId="cf428174-95ba-4576-8554-3a3b8ffa52b7" providerId="ADAL" clId="{0D23DAE7-6BF6-465B-A01F-2BDD01E2DC8F}" dt="2026-02-07T03:18:48.538" v="251" actId="47"/>
        <pc:sldMkLst>
          <pc:docMk/>
          <pc:sldMk cId="943756682" sldId="348"/>
        </pc:sldMkLst>
      </pc:sldChg>
      <pc:sldChg chg="del">
        <pc:chgData name="Teuku Raja Irfan Radarma" userId="cf428174-95ba-4576-8554-3a3b8ffa52b7" providerId="ADAL" clId="{0D23DAE7-6BF6-465B-A01F-2BDD01E2DC8F}" dt="2026-02-07T03:18:48.538" v="251" actId="47"/>
        <pc:sldMkLst>
          <pc:docMk/>
          <pc:sldMk cId="670850013" sldId="349"/>
        </pc:sldMkLst>
      </pc:sldChg>
      <pc:sldChg chg="del">
        <pc:chgData name="Teuku Raja Irfan Radarma" userId="cf428174-95ba-4576-8554-3a3b8ffa52b7" providerId="ADAL" clId="{0D23DAE7-6BF6-465B-A01F-2BDD01E2DC8F}" dt="2026-02-07T03:18:48.538" v="251" actId="47"/>
        <pc:sldMkLst>
          <pc:docMk/>
          <pc:sldMk cId="1922143263" sldId="350"/>
        </pc:sldMkLst>
      </pc:sldChg>
      <pc:sldChg chg="add">
        <pc:chgData name="Teuku Raja Irfan Radarma" userId="cf428174-95ba-4576-8554-3a3b8ffa52b7" providerId="ADAL" clId="{0D23DAE7-6BF6-465B-A01F-2BDD01E2DC8F}" dt="2026-02-07T03:33:40.949" v="392"/>
        <pc:sldMkLst>
          <pc:docMk/>
          <pc:sldMk cId="902416801" sldId="351"/>
        </pc:sldMkLst>
      </pc:sldChg>
      <pc:sldChg chg="del">
        <pc:chgData name="Teuku Raja Irfan Radarma" userId="cf428174-95ba-4576-8554-3a3b8ffa52b7" providerId="ADAL" clId="{0D23DAE7-6BF6-465B-A01F-2BDD01E2DC8F}" dt="2026-02-07T03:18:48.538" v="251" actId="47"/>
        <pc:sldMkLst>
          <pc:docMk/>
          <pc:sldMk cId="3348461657" sldId="351"/>
        </pc:sldMkLst>
      </pc:sldChg>
      <pc:sldChg chg="add">
        <pc:chgData name="Teuku Raja Irfan Radarma" userId="cf428174-95ba-4576-8554-3a3b8ffa52b7" providerId="ADAL" clId="{0D23DAE7-6BF6-465B-A01F-2BDD01E2DC8F}" dt="2026-02-07T03:33:40.949" v="392"/>
        <pc:sldMkLst>
          <pc:docMk/>
          <pc:sldMk cId="1943788893" sldId="352"/>
        </pc:sldMkLst>
      </pc:sldChg>
      <pc:sldChg chg="del">
        <pc:chgData name="Teuku Raja Irfan Radarma" userId="cf428174-95ba-4576-8554-3a3b8ffa52b7" providerId="ADAL" clId="{0D23DAE7-6BF6-465B-A01F-2BDD01E2DC8F}" dt="2026-02-07T03:18:48.538" v="251" actId="47"/>
        <pc:sldMkLst>
          <pc:docMk/>
          <pc:sldMk cId="2211590721" sldId="352"/>
        </pc:sldMkLst>
      </pc:sldChg>
      <pc:sldChg chg="del">
        <pc:chgData name="Teuku Raja Irfan Radarma" userId="cf428174-95ba-4576-8554-3a3b8ffa52b7" providerId="ADAL" clId="{0D23DAE7-6BF6-465B-A01F-2BDD01E2DC8F}" dt="2026-02-07T03:18:48.538" v="251" actId="47"/>
        <pc:sldMkLst>
          <pc:docMk/>
          <pc:sldMk cId="61430686" sldId="353"/>
        </pc:sldMkLst>
      </pc:sldChg>
      <pc:sldChg chg="add">
        <pc:chgData name="Teuku Raja Irfan Radarma" userId="cf428174-95ba-4576-8554-3a3b8ffa52b7" providerId="ADAL" clId="{0D23DAE7-6BF6-465B-A01F-2BDD01E2DC8F}" dt="2026-02-07T03:33:40.949" v="392"/>
        <pc:sldMkLst>
          <pc:docMk/>
          <pc:sldMk cId="73170325" sldId="353"/>
        </pc:sldMkLst>
      </pc:sldChg>
      <pc:sldChg chg="add">
        <pc:chgData name="Teuku Raja Irfan Radarma" userId="cf428174-95ba-4576-8554-3a3b8ffa52b7" providerId="ADAL" clId="{0D23DAE7-6BF6-465B-A01F-2BDD01E2DC8F}" dt="2026-02-07T03:33:40.949" v="392"/>
        <pc:sldMkLst>
          <pc:docMk/>
          <pc:sldMk cId="3626562259" sldId="354"/>
        </pc:sldMkLst>
      </pc:sldChg>
      <pc:sldChg chg="del">
        <pc:chgData name="Teuku Raja Irfan Radarma" userId="cf428174-95ba-4576-8554-3a3b8ffa52b7" providerId="ADAL" clId="{0D23DAE7-6BF6-465B-A01F-2BDD01E2DC8F}" dt="2026-02-07T03:18:48.538" v="251" actId="47"/>
        <pc:sldMkLst>
          <pc:docMk/>
          <pc:sldMk cId="4133675403" sldId="354"/>
        </pc:sldMkLst>
      </pc:sldChg>
      <pc:sldChg chg="del">
        <pc:chgData name="Teuku Raja Irfan Radarma" userId="cf428174-95ba-4576-8554-3a3b8ffa52b7" providerId="ADAL" clId="{0D23DAE7-6BF6-465B-A01F-2BDD01E2DC8F}" dt="2026-02-07T03:18:48.538" v="251" actId="47"/>
        <pc:sldMkLst>
          <pc:docMk/>
          <pc:sldMk cId="4007943352" sldId="355"/>
        </pc:sldMkLst>
      </pc:sldChg>
      <pc:sldChg chg="modSp add mod">
        <pc:chgData name="Teuku Raja Irfan Radarma" userId="cf428174-95ba-4576-8554-3a3b8ffa52b7" providerId="ADAL" clId="{0D23DAE7-6BF6-465B-A01F-2BDD01E2DC8F}" dt="2026-02-07T03:52:33.997" v="631" actId="20577"/>
        <pc:sldMkLst>
          <pc:docMk/>
          <pc:sldMk cId="644787979" sldId="356"/>
        </pc:sldMkLst>
        <pc:spChg chg="mod">
          <ac:chgData name="Teuku Raja Irfan Radarma" userId="cf428174-95ba-4576-8554-3a3b8ffa52b7" providerId="ADAL" clId="{0D23DAE7-6BF6-465B-A01F-2BDD01E2DC8F}" dt="2026-02-07T03:52:33.997" v="631" actId="20577"/>
          <ac:spMkLst>
            <pc:docMk/>
            <pc:sldMk cId="644787979" sldId="356"/>
            <ac:spMk id="2" creationId="{1B5296E0-3715-9E62-299F-CC256B3BEC49}"/>
          </ac:spMkLst>
        </pc:spChg>
        <pc:spChg chg="mod">
          <ac:chgData name="Teuku Raja Irfan Radarma" userId="cf428174-95ba-4576-8554-3a3b8ffa52b7" providerId="ADAL" clId="{0D23DAE7-6BF6-465B-A01F-2BDD01E2DC8F}" dt="2026-02-07T03:38:42.542" v="598" actId="1076"/>
          <ac:spMkLst>
            <pc:docMk/>
            <pc:sldMk cId="644787979" sldId="356"/>
            <ac:spMk id="3" creationId="{A096F501-400E-88A5-F85E-3E2FB217BFA0}"/>
          </ac:spMkLst>
        </pc:spChg>
      </pc:sldChg>
      <pc:sldChg chg="del">
        <pc:chgData name="Teuku Raja Irfan Radarma" userId="cf428174-95ba-4576-8554-3a3b8ffa52b7" providerId="ADAL" clId="{0D23DAE7-6BF6-465B-A01F-2BDD01E2DC8F}" dt="2026-02-07T03:18:48.538" v="251" actId="47"/>
        <pc:sldMkLst>
          <pc:docMk/>
          <pc:sldMk cId="3563786799" sldId="356"/>
        </pc:sldMkLst>
      </pc:sldChg>
      <pc:sldChg chg="modSp add mod">
        <pc:chgData name="Teuku Raja Irfan Radarma" userId="cf428174-95ba-4576-8554-3a3b8ffa52b7" providerId="ADAL" clId="{0D23DAE7-6BF6-465B-A01F-2BDD01E2DC8F}" dt="2026-02-07T04:10:58.683" v="645" actId="20577"/>
        <pc:sldMkLst>
          <pc:docMk/>
          <pc:sldMk cId="54813923" sldId="357"/>
        </pc:sldMkLst>
        <pc:spChg chg="mod">
          <ac:chgData name="Teuku Raja Irfan Radarma" userId="cf428174-95ba-4576-8554-3a3b8ffa52b7" providerId="ADAL" clId="{0D23DAE7-6BF6-465B-A01F-2BDD01E2DC8F}" dt="2026-02-07T04:10:58.683" v="645" actId="20577"/>
          <ac:spMkLst>
            <pc:docMk/>
            <pc:sldMk cId="54813923" sldId="357"/>
            <ac:spMk id="5" creationId="{7BBC77D1-8E43-8C33-4794-A47E6FAE2571}"/>
          </ac:spMkLst>
        </pc:spChg>
      </pc:sldChg>
      <pc:sldChg chg="del">
        <pc:chgData name="Teuku Raja Irfan Radarma" userId="cf428174-95ba-4576-8554-3a3b8ffa52b7" providerId="ADAL" clId="{0D23DAE7-6BF6-465B-A01F-2BDD01E2DC8F}" dt="2026-02-07T03:18:48.538" v="251" actId="47"/>
        <pc:sldMkLst>
          <pc:docMk/>
          <pc:sldMk cId="2321598613" sldId="357"/>
        </pc:sldMkLst>
      </pc:sldChg>
      <pc:sldChg chg="del">
        <pc:chgData name="Teuku Raja Irfan Radarma" userId="cf428174-95ba-4576-8554-3a3b8ffa52b7" providerId="ADAL" clId="{0D23DAE7-6BF6-465B-A01F-2BDD01E2DC8F}" dt="2026-02-07T03:18:48.538" v="251" actId="47"/>
        <pc:sldMkLst>
          <pc:docMk/>
          <pc:sldMk cId="240012858" sldId="358"/>
        </pc:sldMkLst>
      </pc:sldChg>
      <pc:sldChg chg="del">
        <pc:chgData name="Teuku Raja Irfan Radarma" userId="cf428174-95ba-4576-8554-3a3b8ffa52b7" providerId="ADAL" clId="{0D23DAE7-6BF6-465B-A01F-2BDD01E2DC8F}" dt="2026-02-07T03:18:48.538" v="251" actId="47"/>
        <pc:sldMkLst>
          <pc:docMk/>
          <pc:sldMk cId="1008764849" sldId="359"/>
        </pc:sldMkLst>
      </pc:sldChg>
      <pc:sldChg chg="addSp modSp new mod">
        <pc:chgData name="Teuku Raja Irfan Radarma" userId="cf428174-95ba-4576-8554-3a3b8ffa52b7" providerId="ADAL" clId="{0D23DAE7-6BF6-465B-A01F-2BDD01E2DC8F}" dt="2026-02-07T03:21:29.596" v="289" actId="113"/>
        <pc:sldMkLst>
          <pc:docMk/>
          <pc:sldMk cId="3345025196" sldId="360"/>
        </pc:sldMkLst>
        <pc:spChg chg="mod">
          <ac:chgData name="Teuku Raja Irfan Radarma" userId="cf428174-95ba-4576-8554-3a3b8ffa52b7" providerId="ADAL" clId="{0D23DAE7-6BF6-465B-A01F-2BDD01E2DC8F}" dt="2026-02-07T03:17:25.819" v="237" actId="14100"/>
          <ac:spMkLst>
            <pc:docMk/>
            <pc:sldMk cId="3345025196" sldId="360"/>
            <ac:spMk id="2" creationId="{C1ADC081-C76E-48A9-94A7-EBD5F8C0109A}"/>
          </ac:spMkLst>
        </pc:spChg>
        <pc:spChg chg="mod">
          <ac:chgData name="Teuku Raja Irfan Radarma" userId="cf428174-95ba-4576-8554-3a3b8ffa52b7" providerId="ADAL" clId="{0D23DAE7-6BF6-465B-A01F-2BDD01E2DC8F}" dt="2026-02-07T03:18:19.314" v="244" actId="27636"/>
          <ac:spMkLst>
            <pc:docMk/>
            <pc:sldMk cId="3345025196" sldId="360"/>
            <ac:spMk id="3" creationId="{895D34AF-E406-4DCC-B2A0-2D1CA8E6200A}"/>
          </ac:spMkLst>
        </pc:spChg>
        <pc:spChg chg="add mod">
          <ac:chgData name="Teuku Raja Irfan Radarma" userId="cf428174-95ba-4576-8554-3a3b8ffa52b7" providerId="ADAL" clId="{0D23DAE7-6BF6-465B-A01F-2BDD01E2DC8F}" dt="2026-02-07T03:21:29.596" v="289" actId="113"/>
          <ac:spMkLst>
            <pc:docMk/>
            <pc:sldMk cId="3345025196" sldId="360"/>
            <ac:spMk id="5" creationId="{5D144B5E-7EA3-42C3-8226-987281C6E92A}"/>
          </ac:spMkLst>
        </pc:spChg>
      </pc:sldChg>
      <pc:sldChg chg="addSp modSp add mod">
        <pc:chgData name="Teuku Raja Irfan Radarma" userId="cf428174-95ba-4576-8554-3a3b8ffa52b7" providerId="ADAL" clId="{0D23DAE7-6BF6-465B-A01F-2BDD01E2DC8F}" dt="2026-02-07T03:21:44.854" v="294" actId="1076"/>
        <pc:sldMkLst>
          <pc:docMk/>
          <pc:sldMk cId="2081291506" sldId="361"/>
        </pc:sldMkLst>
        <pc:spChg chg="mod">
          <ac:chgData name="Teuku Raja Irfan Radarma" userId="cf428174-95ba-4576-8554-3a3b8ffa52b7" providerId="ADAL" clId="{0D23DAE7-6BF6-465B-A01F-2BDD01E2DC8F}" dt="2026-02-07T03:18:50.988" v="252"/>
          <ac:spMkLst>
            <pc:docMk/>
            <pc:sldMk cId="2081291506" sldId="361"/>
            <ac:spMk id="2" creationId="{C1ADC081-C76E-48A9-94A7-EBD5F8C0109A}"/>
          </ac:spMkLst>
        </pc:spChg>
        <pc:spChg chg="mod">
          <ac:chgData name="Teuku Raja Irfan Radarma" userId="cf428174-95ba-4576-8554-3a3b8ffa52b7" providerId="ADAL" clId="{0D23DAE7-6BF6-465B-A01F-2BDD01E2DC8F}" dt="2026-02-07T03:19:28.070" v="268" actId="27636"/>
          <ac:spMkLst>
            <pc:docMk/>
            <pc:sldMk cId="2081291506" sldId="361"/>
            <ac:spMk id="3" creationId="{895D34AF-E406-4DCC-B2A0-2D1CA8E6200A}"/>
          </ac:spMkLst>
        </pc:spChg>
        <pc:spChg chg="mod">
          <ac:chgData name="Teuku Raja Irfan Radarma" userId="cf428174-95ba-4576-8554-3a3b8ffa52b7" providerId="ADAL" clId="{0D23DAE7-6BF6-465B-A01F-2BDD01E2DC8F}" dt="2026-02-07T03:21:44.854" v="294" actId="1076"/>
          <ac:spMkLst>
            <pc:docMk/>
            <pc:sldMk cId="2081291506" sldId="361"/>
            <ac:spMk id="5" creationId="{5D144B5E-7EA3-42C3-8226-987281C6E92A}"/>
          </ac:spMkLst>
        </pc:spChg>
        <pc:spChg chg="add mod">
          <ac:chgData name="Teuku Raja Irfan Radarma" userId="cf428174-95ba-4576-8554-3a3b8ffa52b7" providerId="ADAL" clId="{0D23DAE7-6BF6-465B-A01F-2BDD01E2DC8F}" dt="2026-02-07T03:21:44.854" v="294" actId="1076"/>
          <ac:spMkLst>
            <pc:docMk/>
            <pc:sldMk cId="2081291506" sldId="361"/>
            <ac:spMk id="6" creationId="{A75FE99E-8EF4-4EB3-86AB-6C62DEEBB383}"/>
          </ac:spMkLst>
        </pc:spChg>
      </pc:sldChg>
      <pc:sldChg chg="new del">
        <pc:chgData name="Teuku Raja Irfan Radarma" userId="cf428174-95ba-4576-8554-3a3b8ffa52b7" providerId="ADAL" clId="{0D23DAE7-6BF6-465B-A01F-2BDD01E2DC8F}" dt="2026-02-07T03:18:43.014" v="249" actId="680"/>
        <pc:sldMkLst>
          <pc:docMk/>
          <pc:sldMk cId="2693640301" sldId="361"/>
        </pc:sldMkLst>
      </pc:sldChg>
      <pc:sldChg chg="delSp modSp add mod">
        <pc:chgData name="Teuku Raja Irfan Radarma" userId="cf428174-95ba-4576-8554-3a3b8ffa52b7" providerId="ADAL" clId="{0D23DAE7-6BF6-465B-A01F-2BDD01E2DC8F}" dt="2026-02-07T03:20:29.640" v="280"/>
        <pc:sldMkLst>
          <pc:docMk/>
          <pc:sldMk cId="3760450724" sldId="362"/>
        </pc:sldMkLst>
        <pc:spChg chg="mod">
          <ac:chgData name="Teuku Raja Irfan Radarma" userId="cf428174-95ba-4576-8554-3a3b8ffa52b7" providerId="ADAL" clId="{0D23DAE7-6BF6-465B-A01F-2BDD01E2DC8F}" dt="2026-02-07T03:20:22.699" v="278"/>
          <ac:spMkLst>
            <pc:docMk/>
            <pc:sldMk cId="3760450724" sldId="362"/>
            <ac:spMk id="2" creationId="{C1ADC081-C76E-48A9-94A7-EBD5F8C0109A}"/>
          </ac:spMkLst>
        </pc:spChg>
        <pc:spChg chg="mod">
          <ac:chgData name="Teuku Raja Irfan Radarma" userId="cf428174-95ba-4576-8554-3a3b8ffa52b7" providerId="ADAL" clId="{0D23DAE7-6BF6-465B-A01F-2BDD01E2DC8F}" dt="2026-02-07T03:20:29.640" v="280"/>
          <ac:spMkLst>
            <pc:docMk/>
            <pc:sldMk cId="3760450724" sldId="362"/>
            <ac:spMk id="3" creationId="{895D34AF-E406-4DCC-B2A0-2D1CA8E6200A}"/>
          </ac:spMkLst>
        </pc:spChg>
        <pc:spChg chg="del">
          <ac:chgData name="Teuku Raja Irfan Radarma" userId="cf428174-95ba-4576-8554-3a3b8ffa52b7" providerId="ADAL" clId="{0D23DAE7-6BF6-465B-A01F-2BDD01E2DC8F}" dt="2026-02-07T03:20:28.237" v="279" actId="478"/>
          <ac:spMkLst>
            <pc:docMk/>
            <pc:sldMk cId="3760450724" sldId="362"/>
            <ac:spMk id="5" creationId="{5D144B5E-7EA3-42C3-8226-987281C6E92A}"/>
          </ac:spMkLst>
        </pc:spChg>
        <pc:spChg chg="del">
          <ac:chgData name="Teuku Raja Irfan Radarma" userId="cf428174-95ba-4576-8554-3a3b8ffa52b7" providerId="ADAL" clId="{0D23DAE7-6BF6-465B-A01F-2BDD01E2DC8F}" dt="2026-02-07T03:20:28.237" v="279" actId="478"/>
          <ac:spMkLst>
            <pc:docMk/>
            <pc:sldMk cId="3760450724" sldId="362"/>
            <ac:spMk id="6" creationId="{A75FE99E-8EF4-4EB3-86AB-6C62DEEBB383}"/>
          </ac:spMkLst>
        </pc:spChg>
      </pc:sldChg>
      <pc:sldChg chg="modSp new del mod">
        <pc:chgData name="Teuku Raja Irfan Radarma" userId="cf428174-95ba-4576-8554-3a3b8ffa52b7" providerId="ADAL" clId="{0D23DAE7-6BF6-465B-A01F-2BDD01E2DC8F}" dt="2026-02-07T03:21:12.898" v="287" actId="47"/>
        <pc:sldMkLst>
          <pc:docMk/>
          <pc:sldMk cId="654926133" sldId="363"/>
        </pc:sldMkLst>
        <pc:spChg chg="mod">
          <ac:chgData name="Teuku Raja Irfan Radarma" userId="cf428174-95ba-4576-8554-3a3b8ffa52b7" providerId="ADAL" clId="{0D23DAE7-6BF6-465B-A01F-2BDD01E2DC8F}" dt="2026-02-07T03:20:51.106" v="282"/>
          <ac:spMkLst>
            <pc:docMk/>
            <pc:sldMk cId="654926133" sldId="363"/>
            <ac:spMk id="2" creationId="{A050D2B5-32B1-4EF6-AFCB-BAE42DCF3CFF}"/>
          </ac:spMkLst>
        </pc:spChg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2118906463" sldId="367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1883404955" sldId="368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1818265850" sldId="369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3428653320" sldId="370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2476058826" sldId="371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2827338380" sldId="372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1351922162" sldId="373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1428924961" sldId="374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85147760" sldId="375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376553088" sldId="376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2943294443" sldId="377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3202183906" sldId="378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1969276613" sldId="379"/>
        </pc:sldMkLst>
      </pc:sldChg>
      <pc:sldChg chg="modSp add mod">
        <pc:chgData name="Teuku Raja Irfan Radarma" userId="cf428174-95ba-4576-8554-3a3b8ffa52b7" providerId="ADAL" clId="{0D23DAE7-6BF6-465B-A01F-2BDD01E2DC8F}" dt="2026-02-07T03:24:01.504" v="295" actId="113"/>
        <pc:sldMkLst>
          <pc:docMk/>
          <pc:sldMk cId="1656693492" sldId="644"/>
        </pc:sldMkLst>
        <pc:spChg chg="mod">
          <ac:chgData name="Teuku Raja Irfan Radarma" userId="cf428174-95ba-4576-8554-3a3b8ffa52b7" providerId="ADAL" clId="{0D23DAE7-6BF6-465B-A01F-2BDD01E2DC8F}" dt="2026-02-07T03:21:04.277" v="284" actId="27636"/>
          <ac:spMkLst>
            <pc:docMk/>
            <pc:sldMk cId="1656693492" sldId="644"/>
            <ac:spMk id="2" creationId="{3CF2F193-E3D5-CA30-5948-CAF6549DFF73}"/>
          </ac:spMkLst>
        </pc:spChg>
        <pc:spChg chg="mod">
          <ac:chgData name="Teuku Raja Irfan Radarma" userId="cf428174-95ba-4576-8554-3a3b8ffa52b7" providerId="ADAL" clId="{0D23DAE7-6BF6-465B-A01F-2BDD01E2DC8F}" dt="2026-02-07T03:24:01.504" v="295" actId="113"/>
          <ac:spMkLst>
            <pc:docMk/>
            <pc:sldMk cId="1656693492" sldId="644"/>
            <ac:spMk id="5" creationId="{2EB720E2-7FC8-A399-4A72-0000F547D864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7T03:24:24.595" v="305" actId="1076"/>
        <pc:sldMkLst>
          <pc:docMk/>
          <pc:sldMk cId="47162546" sldId="645"/>
        </pc:sldMkLst>
        <pc:spChg chg="mod">
          <ac:chgData name="Teuku Raja Irfan Radarma" userId="cf428174-95ba-4576-8554-3a3b8ffa52b7" providerId="ADAL" clId="{0D23DAE7-6BF6-465B-A01F-2BDD01E2DC8F}" dt="2026-02-07T03:24:21.433" v="304" actId="14100"/>
          <ac:spMkLst>
            <pc:docMk/>
            <pc:sldMk cId="47162546" sldId="645"/>
            <ac:spMk id="2" creationId="{9E20621D-B0F8-3374-C276-6B2F348B6914}"/>
          </ac:spMkLst>
        </pc:spChg>
        <pc:spChg chg="mod">
          <ac:chgData name="Teuku Raja Irfan Radarma" userId="cf428174-95ba-4576-8554-3a3b8ffa52b7" providerId="ADAL" clId="{0D23DAE7-6BF6-465B-A01F-2BDD01E2DC8F}" dt="2026-02-07T03:24:18.580" v="303" actId="27636"/>
          <ac:spMkLst>
            <pc:docMk/>
            <pc:sldMk cId="47162546" sldId="645"/>
            <ac:spMk id="3" creationId="{311DC483-BC0B-7937-5F6A-A14140FE44D4}"/>
          </ac:spMkLst>
        </pc:spChg>
        <pc:spChg chg="mod">
          <ac:chgData name="Teuku Raja Irfan Radarma" userId="cf428174-95ba-4576-8554-3a3b8ffa52b7" providerId="ADAL" clId="{0D23DAE7-6BF6-465B-A01F-2BDD01E2DC8F}" dt="2026-02-07T03:24:24.595" v="305" actId="1076"/>
          <ac:spMkLst>
            <pc:docMk/>
            <pc:sldMk cId="47162546" sldId="645"/>
            <ac:spMk id="5" creationId="{D523D5D2-F493-AD75-DF03-563C1FC7E6CE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7T03:26:15.495" v="309" actId="14100"/>
        <pc:sldMkLst>
          <pc:docMk/>
          <pc:sldMk cId="348817754" sldId="646"/>
        </pc:sldMkLst>
        <pc:spChg chg="mod">
          <ac:chgData name="Teuku Raja Irfan Radarma" userId="cf428174-95ba-4576-8554-3a3b8ffa52b7" providerId="ADAL" clId="{0D23DAE7-6BF6-465B-A01F-2BDD01E2DC8F}" dt="2026-02-07T03:26:15.495" v="309" actId="14100"/>
          <ac:spMkLst>
            <pc:docMk/>
            <pc:sldMk cId="348817754" sldId="646"/>
            <ac:spMk id="2" creationId="{06FF7DE9-E86B-6DAA-D989-BADA471F4A4A}"/>
          </ac:spMkLst>
        </pc:spChg>
        <pc:spChg chg="mod">
          <ac:chgData name="Teuku Raja Irfan Radarma" userId="cf428174-95ba-4576-8554-3a3b8ffa52b7" providerId="ADAL" clId="{0D23DAE7-6BF6-465B-A01F-2BDD01E2DC8F}" dt="2026-02-07T03:26:13.482" v="308" actId="14100"/>
          <ac:spMkLst>
            <pc:docMk/>
            <pc:sldMk cId="348817754" sldId="646"/>
            <ac:spMk id="3" creationId="{99DD44BB-F332-D1E3-B9B1-DA96029656E3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7T03:26:42.608" v="313" actId="27636"/>
        <pc:sldMkLst>
          <pc:docMk/>
          <pc:sldMk cId="3159381329" sldId="647"/>
        </pc:sldMkLst>
        <pc:spChg chg="mod">
          <ac:chgData name="Teuku Raja Irfan Radarma" userId="cf428174-95ba-4576-8554-3a3b8ffa52b7" providerId="ADAL" clId="{0D23DAE7-6BF6-465B-A01F-2BDD01E2DC8F}" dt="2026-02-07T03:26:42.608" v="313" actId="27636"/>
          <ac:spMkLst>
            <pc:docMk/>
            <pc:sldMk cId="3159381329" sldId="647"/>
            <ac:spMk id="2" creationId="{BEA9CEAE-5057-CC60-3818-B4A619B0B8B8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7T03:26:51.153" v="315" actId="27636"/>
        <pc:sldMkLst>
          <pc:docMk/>
          <pc:sldMk cId="3191860541" sldId="648"/>
        </pc:sldMkLst>
        <pc:spChg chg="mod">
          <ac:chgData name="Teuku Raja Irfan Radarma" userId="cf428174-95ba-4576-8554-3a3b8ffa52b7" providerId="ADAL" clId="{0D23DAE7-6BF6-465B-A01F-2BDD01E2DC8F}" dt="2026-02-07T03:26:51.153" v="315" actId="27636"/>
          <ac:spMkLst>
            <pc:docMk/>
            <pc:sldMk cId="3191860541" sldId="648"/>
            <ac:spMk id="2" creationId="{EBA79CE3-1172-39F8-51EC-6ED047459149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7T03:26:56.969" v="317" actId="27636"/>
        <pc:sldMkLst>
          <pc:docMk/>
          <pc:sldMk cId="3912879535" sldId="649"/>
        </pc:sldMkLst>
        <pc:spChg chg="mod">
          <ac:chgData name="Teuku Raja Irfan Radarma" userId="cf428174-95ba-4576-8554-3a3b8ffa52b7" providerId="ADAL" clId="{0D23DAE7-6BF6-465B-A01F-2BDD01E2DC8F}" dt="2026-02-07T03:26:56.969" v="317" actId="27636"/>
          <ac:spMkLst>
            <pc:docMk/>
            <pc:sldMk cId="3912879535" sldId="649"/>
            <ac:spMk id="2" creationId="{673C415F-601F-DB6E-CFF8-744440D5F564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7T03:27:01.285" v="319" actId="27636"/>
        <pc:sldMkLst>
          <pc:docMk/>
          <pc:sldMk cId="1423058930" sldId="650"/>
        </pc:sldMkLst>
        <pc:spChg chg="mod">
          <ac:chgData name="Teuku Raja Irfan Radarma" userId="cf428174-95ba-4576-8554-3a3b8ffa52b7" providerId="ADAL" clId="{0D23DAE7-6BF6-465B-A01F-2BDD01E2DC8F}" dt="2026-02-07T03:27:01.285" v="319" actId="27636"/>
          <ac:spMkLst>
            <pc:docMk/>
            <pc:sldMk cId="1423058930" sldId="650"/>
            <ac:spMk id="2" creationId="{B52D6943-E19B-21A8-5750-E0E63D1B1E3C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7T03:27:04.481" v="321" actId="27636"/>
        <pc:sldMkLst>
          <pc:docMk/>
          <pc:sldMk cId="1609841259" sldId="651"/>
        </pc:sldMkLst>
        <pc:spChg chg="mod">
          <ac:chgData name="Teuku Raja Irfan Radarma" userId="cf428174-95ba-4576-8554-3a3b8ffa52b7" providerId="ADAL" clId="{0D23DAE7-6BF6-465B-A01F-2BDD01E2DC8F}" dt="2026-02-07T03:27:04.481" v="321" actId="27636"/>
          <ac:spMkLst>
            <pc:docMk/>
            <pc:sldMk cId="1609841259" sldId="651"/>
            <ac:spMk id="2" creationId="{8954A517-6415-BC9E-EEA8-538C180F2A36}"/>
          </ac:spMkLst>
        </pc:spChg>
      </pc:sldChg>
      <pc:sldChg chg="modSp new mod">
        <pc:chgData name="Teuku Raja Irfan Radarma" userId="cf428174-95ba-4576-8554-3a3b8ffa52b7" providerId="ADAL" clId="{0D23DAE7-6BF6-465B-A01F-2BDD01E2DC8F}" dt="2026-02-08T13:05:39.582" v="699" actId="20577"/>
        <pc:sldMkLst>
          <pc:docMk/>
          <pc:sldMk cId="3512377796" sldId="652"/>
        </pc:sldMkLst>
        <pc:spChg chg="mod">
          <ac:chgData name="Teuku Raja Irfan Radarma" userId="cf428174-95ba-4576-8554-3a3b8ffa52b7" providerId="ADAL" clId="{0D23DAE7-6BF6-465B-A01F-2BDD01E2DC8F}" dt="2026-02-07T03:35:13.022" v="459" actId="27636"/>
          <ac:spMkLst>
            <pc:docMk/>
            <pc:sldMk cId="3512377796" sldId="652"/>
            <ac:spMk id="2" creationId="{6F386E08-B0B8-46AA-9F84-C6ECF74081DB}"/>
          </ac:spMkLst>
        </pc:spChg>
        <pc:spChg chg="mod">
          <ac:chgData name="Teuku Raja Irfan Radarma" userId="cf428174-95ba-4576-8554-3a3b8ffa52b7" providerId="ADAL" clId="{0D23DAE7-6BF6-465B-A01F-2BDD01E2DC8F}" dt="2026-02-08T13:05:39.582" v="699" actId="20577"/>
          <ac:spMkLst>
            <pc:docMk/>
            <pc:sldMk cId="3512377796" sldId="652"/>
            <ac:spMk id="3" creationId="{87B6FF91-047A-4585-A5F3-7E576D72E89E}"/>
          </ac:spMkLst>
        </pc:spChg>
      </pc:sldChg>
      <pc:sldChg chg="new del">
        <pc:chgData name="Teuku Raja Irfan Radarma" userId="cf428174-95ba-4576-8554-3a3b8ffa52b7" providerId="ADAL" clId="{0D23DAE7-6BF6-465B-A01F-2BDD01E2DC8F}" dt="2026-02-07T03:33:42.720" v="393" actId="47"/>
        <pc:sldMkLst>
          <pc:docMk/>
          <pc:sldMk cId="503624500" sldId="653"/>
        </pc:sldMkLst>
      </pc:sldChg>
      <pc:sldChg chg="modSp add mod ord">
        <pc:chgData name="Teuku Raja Irfan Radarma" userId="cf428174-95ba-4576-8554-3a3b8ffa52b7" providerId="ADAL" clId="{0D23DAE7-6BF6-465B-A01F-2BDD01E2DC8F}" dt="2026-02-07T03:39:17.054" v="613" actId="1076"/>
        <pc:sldMkLst>
          <pc:docMk/>
          <pc:sldMk cId="2442765501" sldId="653"/>
        </pc:sldMkLst>
        <pc:spChg chg="mod">
          <ac:chgData name="Teuku Raja Irfan Radarma" userId="cf428174-95ba-4576-8554-3a3b8ffa52b7" providerId="ADAL" clId="{0D23DAE7-6BF6-465B-A01F-2BDD01E2DC8F}" dt="2026-02-07T03:39:13.081" v="612" actId="6549"/>
          <ac:spMkLst>
            <pc:docMk/>
            <pc:sldMk cId="2442765501" sldId="653"/>
            <ac:spMk id="2" creationId="{1B5296E0-3715-9E62-299F-CC256B3BEC49}"/>
          </ac:spMkLst>
        </pc:spChg>
        <pc:spChg chg="mod">
          <ac:chgData name="Teuku Raja Irfan Radarma" userId="cf428174-95ba-4576-8554-3a3b8ffa52b7" providerId="ADAL" clId="{0D23DAE7-6BF6-465B-A01F-2BDD01E2DC8F}" dt="2026-02-07T03:39:17.054" v="613" actId="1076"/>
          <ac:spMkLst>
            <pc:docMk/>
            <pc:sldMk cId="2442765501" sldId="653"/>
            <ac:spMk id="3" creationId="{A096F501-400E-88A5-F85E-3E2FB217BFA0}"/>
          </ac:spMkLst>
        </pc:spChg>
      </pc:sldChg>
      <pc:sldChg chg="addSp delSp modSp new mod">
        <pc:chgData name="Teuku Raja Irfan Radarma" userId="cf428174-95ba-4576-8554-3a3b8ffa52b7" providerId="ADAL" clId="{0D23DAE7-6BF6-465B-A01F-2BDD01E2DC8F}" dt="2026-02-07T04:11:06.963" v="657" actId="20577"/>
        <pc:sldMkLst>
          <pc:docMk/>
          <pc:sldMk cId="3560834044" sldId="654"/>
        </pc:sldMkLst>
        <pc:spChg chg="mod">
          <ac:chgData name="Teuku Raja Irfan Radarma" userId="cf428174-95ba-4576-8554-3a3b8ffa52b7" providerId="ADAL" clId="{0D23DAE7-6BF6-465B-A01F-2BDD01E2DC8F}" dt="2026-02-07T04:11:06.963" v="657" actId="20577"/>
          <ac:spMkLst>
            <pc:docMk/>
            <pc:sldMk cId="3560834044" sldId="654"/>
            <ac:spMk id="2" creationId="{9816E9C4-C1AF-48E0-A095-8A0C45EC7BA6}"/>
          </ac:spMkLst>
        </pc:spChg>
        <pc:spChg chg="del">
          <ac:chgData name="Teuku Raja Irfan Radarma" userId="cf428174-95ba-4576-8554-3a3b8ffa52b7" providerId="ADAL" clId="{0D23DAE7-6BF6-465B-A01F-2BDD01E2DC8F}" dt="2026-02-07T04:05:01.613" v="633" actId="22"/>
          <ac:spMkLst>
            <pc:docMk/>
            <pc:sldMk cId="3560834044" sldId="654"/>
            <ac:spMk id="3" creationId="{DBF19132-CB9A-41BE-92C3-0B91E350D047}"/>
          </ac:spMkLst>
        </pc:spChg>
        <pc:picChg chg="add mod ord">
          <ac:chgData name="Teuku Raja Irfan Radarma" userId="cf428174-95ba-4576-8554-3a3b8ffa52b7" providerId="ADAL" clId="{0D23DAE7-6BF6-465B-A01F-2BDD01E2DC8F}" dt="2026-02-07T04:05:01.613" v="633" actId="22"/>
          <ac:picMkLst>
            <pc:docMk/>
            <pc:sldMk cId="3560834044" sldId="654"/>
            <ac:picMk id="6" creationId="{134E4944-8B2A-4F67-8DD9-FA69C190653F}"/>
          </ac:picMkLst>
        </pc:picChg>
      </pc:sldChg>
      <pc:sldChg chg="modSp new mod">
        <pc:chgData name="Teuku Raja Irfan Radarma" userId="cf428174-95ba-4576-8554-3a3b8ffa52b7" providerId="ADAL" clId="{0D23DAE7-6BF6-465B-A01F-2BDD01E2DC8F}" dt="2026-02-09T23:20:45.032" v="2776" actId="20577"/>
        <pc:sldMkLst>
          <pc:docMk/>
          <pc:sldMk cId="2072892249" sldId="655"/>
        </pc:sldMkLst>
        <pc:spChg chg="mod">
          <ac:chgData name="Teuku Raja Irfan Radarma" userId="cf428174-95ba-4576-8554-3a3b8ffa52b7" providerId="ADAL" clId="{0D23DAE7-6BF6-465B-A01F-2BDD01E2DC8F}" dt="2026-02-09T23:20:45.032" v="2776" actId="20577"/>
          <ac:spMkLst>
            <pc:docMk/>
            <pc:sldMk cId="2072892249" sldId="655"/>
            <ac:spMk id="2" creationId="{3BD41354-D190-4002-8539-9418917A4F96}"/>
          </ac:spMkLst>
        </pc:spChg>
        <pc:spChg chg="mod">
          <ac:chgData name="Teuku Raja Irfan Radarma" userId="cf428174-95ba-4576-8554-3a3b8ffa52b7" providerId="ADAL" clId="{0D23DAE7-6BF6-465B-A01F-2BDD01E2DC8F}" dt="2026-02-09T14:45:35.445" v="2724" actId="20577"/>
          <ac:spMkLst>
            <pc:docMk/>
            <pc:sldMk cId="2072892249" sldId="655"/>
            <ac:spMk id="4" creationId="{3A4700CE-3193-4AC8-BB14-1CB09296A469}"/>
          </ac:spMkLst>
        </pc:spChg>
      </pc:sldChg>
      <pc:sldChg chg="addSp modSp new mod ord">
        <pc:chgData name="Teuku Raja Irfan Radarma" userId="cf428174-95ba-4576-8554-3a3b8ffa52b7" providerId="ADAL" clId="{0D23DAE7-6BF6-465B-A01F-2BDD01E2DC8F}" dt="2026-02-09T23:32:27.106" v="3138" actId="27636"/>
        <pc:sldMkLst>
          <pc:docMk/>
          <pc:sldMk cId="3364433924" sldId="656"/>
        </pc:sldMkLst>
        <pc:spChg chg="mod">
          <ac:chgData name="Teuku Raja Irfan Radarma" userId="cf428174-95ba-4576-8554-3a3b8ffa52b7" providerId="ADAL" clId="{0D23DAE7-6BF6-465B-A01F-2BDD01E2DC8F}" dt="2026-02-09T13:50:35.530" v="2547" actId="20577"/>
          <ac:spMkLst>
            <pc:docMk/>
            <pc:sldMk cId="3364433924" sldId="656"/>
            <ac:spMk id="2" creationId="{CCD655A6-8D58-43CF-8659-B238BB2E8F40}"/>
          </ac:spMkLst>
        </pc:spChg>
        <pc:spChg chg="mod">
          <ac:chgData name="Teuku Raja Irfan Radarma" userId="cf428174-95ba-4576-8554-3a3b8ffa52b7" providerId="ADAL" clId="{0D23DAE7-6BF6-465B-A01F-2BDD01E2DC8F}" dt="2026-02-09T23:32:27.106" v="3138" actId="27636"/>
          <ac:spMkLst>
            <pc:docMk/>
            <pc:sldMk cId="3364433924" sldId="656"/>
            <ac:spMk id="4" creationId="{EFF2E1A6-8621-4A2B-BF5A-C72317807BFE}"/>
          </ac:spMkLst>
        </pc:spChg>
        <pc:spChg chg="add mod">
          <ac:chgData name="Teuku Raja Irfan Radarma" userId="cf428174-95ba-4576-8554-3a3b8ffa52b7" providerId="ADAL" clId="{0D23DAE7-6BF6-465B-A01F-2BDD01E2DC8F}" dt="2026-02-09T23:32:13.690" v="3134" actId="27636"/>
          <ac:spMkLst>
            <pc:docMk/>
            <pc:sldMk cId="3364433924" sldId="656"/>
            <ac:spMk id="5" creationId="{542945EF-843B-493A-B833-5ACA8D7B7466}"/>
          </ac:spMkLst>
        </pc:spChg>
      </pc:sldChg>
      <pc:sldChg chg="modSp new mod ord">
        <pc:chgData name="Teuku Raja Irfan Radarma" userId="cf428174-95ba-4576-8554-3a3b8ffa52b7" providerId="ADAL" clId="{0D23DAE7-6BF6-465B-A01F-2BDD01E2DC8F}" dt="2026-02-09T13:52:05.346" v="2557" actId="207"/>
        <pc:sldMkLst>
          <pc:docMk/>
          <pc:sldMk cId="666818229" sldId="657"/>
        </pc:sldMkLst>
        <pc:spChg chg="mod">
          <ac:chgData name="Teuku Raja Irfan Radarma" userId="cf428174-95ba-4576-8554-3a3b8ffa52b7" providerId="ADAL" clId="{0D23DAE7-6BF6-465B-A01F-2BDD01E2DC8F}" dt="2026-02-09T13:50:41.610" v="2552" actId="20577"/>
          <ac:spMkLst>
            <pc:docMk/>
            <pc:sldMk cId="666818229" sldId="657"/>
            <ac:spMk id="2" creationId="{FA10CEB5-574B-4F10-9B3E-07ADA403C05D}"/>
          </ac:spMkLst>
        </pc:spChg>
        <pc:spChg chg="mod">
          <ac:chgData name="Teuku Raja Irfan Radarma" userId="cf428174-95ba-4576-8554-3a3b8ffa52b7" providerId="ADAL" clId="{0D23DAE7-6BF6-465B-A01F-2BDD01E2DC8F}" dt="2026-02-09T13:52:05.346" v="2557" actId="207"/>
          <ac:spMkLst>
            <pc:docMk/>
            <pc:sldMk cId="666818229" sldId="657"/>
            <ac:spMk id="4" creationId="{573659A7-1F32-4036-8015-0DB21147AE1F}"/>
          </ac:spMkLst>
        </pc:spChg>
      </pc:sldChg>
      <pc:sldChg chg="modSp new mod ord">
        <pc:chgData name="Teuku Raja Irfan Radarma" userId="cf428174-95ba-4576-8554-3a3b8ffa52b7" providerId="ADAL" clId="{0D23DAE7-6BF6-465B-A01F-2BDD01E2DC8F}" dt="2026-02-09T13:50:10.973" v="2525" actId="5793"/>
        <pc:sldMkLst>
          <pc:docMk/>
          <pc:sldMk cId="576909078" sldId="658"/>
        </pc:sldMkLst>
        <pc:spChg chg="mod">
          <ac:chgData name="Teuku Raja Irfan Radarma" userId="cf428174-95ba-4576-8554-3a3b8ffa52b7" providerId="ADAL" clId="{0D23DAE7-6BF6-465B-A01F-2BDD01E2DC8F}" dt="2026-02-09T13:49:59.483" v="2491" actId="20577"/>
          <ac:spMkLst>
            <pc:docMk/>
            <pc:sldMk cId="576909078" sldId="658"/>
            <ac:spMk id="2" creationId="{54259628-297D-4004-9C38-1A3150EF7E99}"/>
          </ac:spMkLst>
        </pc:spChg>
        <pc:spChg chg="mod">
          <ac:chgData name="Teuku Raja Irfan Radarma" userId="cf428174-95ba-4576-8554-3a3b8ffa52b7" providerId="ADAL" clId="{0D23DAE7-6BF6-465B-A01F-2BDD01E2DC8F}" dt="2026-02-09T13:50:10.973" v="2525" actId="5793"/>
          <ac:spMkLst>
            <pc:docMk/>
            <pc:sldMk cId="576909078" sldId="658"/>
            <ac:spMk id="4" creationId="{E23EAED5-6F98-4417-AA23-994822C201F8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9T23:21:44.686" v="2826" actId="27636"/>
        <pc:sldMkLst>
          <pc:docMk/>
          <pc:sldMk cId="3823053110" sldId="659"/>
        </pc:sldMkLst>
        <pc:spChg chg="mod">
          <ac:chgData name="Teuku Raja Irfan Radarma" userId="cf428174-95ba-4576-8554-3a3b8ffa52b7" providerId="ADAL" clId="{0D23DAE7-6BF6-465B-A01F-2BDD01E2DC8F}" dt="2026-02-09T23:21:08.153" v="2806" actId="14100"/>
          <ac:spMkLst>
            <pc:docMk/>
            <pc:sldMk cId="3823053110" sldId="659"/>
            <ac:spMk id="2" creationId="{3BD41354-D190-4002-8539-9418917A4F96}"/>
          </ac:spMkLst>
        </pc:spChg>
        <pc:spChg chg="mod">
          <ac:chgData name="Teuku Raja Irfan Radarma" userId="cf428174-95ba-4576-8554-3a3b8ffa52b7" providerId="ADAL" clId="{0D23DAE7-6BF6-465B-A01F-2BDD01E2DC8F}" dt="2026-02-09T23:21:44.686" v="2826" actId="27636"/>
          <ac:spMkLst>
            <pc:docMk/>
            <pc:sldMk cId="3823053110" sldId="659"/>
            <ac:spMk id="4" creationId="{3A4700CE-3193-4AC8-BB14-1CB09296A469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9T23:23:12.735" v="2954" actId="20577"/>
        <pc:sldMkLst>
          <pc:docMk/>
          <pc:sldMk cId="1746743047" sldId="660"/>
        </pc:sldMkLst>
        <pc:spChg chg="mod">
          <ac:chgData name="Teuku Raja Irfan Radarma" userId="cf428174-95ba-4576-8554-3a3b8ffa52b7" providerId="ADAL" clId="{0D23DAE7-6BF6-465B-A01F-2BDD01E2DC8F}" dt="2026-02-09T23:22:36.932" v="2845" actId="20577"/>
          <ac:spMkLst>
            <pc:docMk/>
            <pc:sldMk cId="1746743047" sldId="660"/>
            <ac:spMk id="2" creationId="{3BD41354-D190-4002-8539-9418917A4F96}"/>
          </ac:spMkLst>
        </pc:spChg>
        <pc:spChg chg="mod">
          <ac:chgData name="Teuku Raja Irfan Radarma" userId="cf428174-95ba-4576-8554-3a3b8ffa52b7" providerId="ADAL" clId="{0D23DAE7-6BF6-465B-A01F-2BDD01E2DC8F}" dt="2026-02-09T23:23:12.735" v="2954" actId="20577"/>
          <ac:spMkLst>
            <pc:docMk/>
            <pc:sldMk cId="1746743047" sldId="660"/>
            <ac:spMk id="4" creationId="{3A4700CE-3193-4AC8-BB14-1CB09296A469}"/>
          </ac:spMkLst>
        </pc:spChg>
      </pc:sldChg>
      <pc:sldMasterChg chg="modSldLayout">
        <pc:chgData name="Teuku Raja Irfan Radarma" userId="cf428174-95ba-4576-8554-3a3b8ffa52b7" providerId="ADAL" clId="{0D23DAE7-6BF6-465B-A01F-2BDD01E2DC8F}" dt="2026-02-07T03:26:28.071" v="311" actId="14100"/>
        <pc:sldMasterMkLst>
          <pc:docMk/>
          <pc:sldMasterMk cId="856379123" sldId="2147483648"/>
        </pc:sldMasterMkLst>
        <pc:sldLayoutChg chg="modSp mod">
          <pc:chgData name="Teuku Raja Irfan Radarma" userId="cf428174-95ba-4576-8554-3a3b8ffa52b7" providerId="ADAL" clId="{0D23DAE7-6BF6-465B-A01F-2BDD01E2DC8F}" dt="2026-02-07T03:26:28.071" v="311" actId="14100"/>
          <pc:sldLayoutMkLst>
            <pc:docMk/>
            <pc:sldMasterMk cId="856379123" sldId="2147483648"/>
            <pc:sldLayoutMk cId="4051033477" sldId="2147483650"/>
          </pc:sldLayoutMkLst>
          <pc:spChg chg="mod">
            <ac:chgData name="Teuku Raja Irfan Radarma" userId="cf428174-95ba-4576-8554-3a3b8ffa52b7" providerId="ADAL" clId="{0D23DAE7-6BF6-465B-A01F-2BDD01E2DC8F}" dt="2026-02-07T03:26:26.083" v="310" actId="14100"/>
            <ac:spMkLst>
              <pc:docMk/>
              <pc:sldMasterMk cId="856379123" sldId="2147483648"/>
              <pc:sldLayoutMk cId="4051033477" sldId="2147483650"/>
              <ac:spMk id="2" creationId="{34BC7E75-7FE4-6D39-F18B-B1386AA76CC2}"/>
            </ac:spMkLst>
          </pc:spChg>
          <pc:spChg chg="mod">
            <ac:chgData name="Teuku Raja Irfan Radarma" userId="cf428174-95ba-4576-8554-3a3b8ffa52b7" providerId="ADAL" clId="{0D23DAE7-6BF6-465B-A01F-2BDD01E2DC8F}" dt="2026-02-07T03:26:28.071" v="311" actId="14100"/>
            <ac:spMkLst>
              <pc:docMk/>
              <pc:sldMasterMk cId="856379123" sldId="2147483648"/>
              <pc:sldLayoutMk cId="4051033477" sldId="2147483650"/>
              <ac:spMk id="3" creationId="{16CA9344-337A-6909-2D92-1C9349DCCECD}"/>
            </ac:spMkLst>
          </pc:spChg>
        </pc:sldLayoutChg>
      </pc:sldMasterChg>
    </pc:docChg>
  </pc:docChgLst>
  <pc:docChgLst>
    <pc:chgData name="Teuku Raja Irfan Radarma" userId="cf428174-95ba-4576-8554-3a3b8ffa52b7" providerId="ADAL" clId="{7C3EAD8C-44D0-4789-8FD3-415EC52390DA}"/>
    <pc:docChg chg="undo custSel addSld delSld modSld sldOrd">
      <pc:chgData name="Teuku Raja Irfan Radarma" userId="cf428174-95ba-4576-8554-3a3b8ffa52b7" providerId="ADAL" clId="{7C3EAD8C-44D0-4789-8FD3-415EC52390DA}" dt="2025-12-14T12:19:13.779" v="2153"/>
      <pc:docMkLst>
        <pc:docMk/>
      </pc:docMkLst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051451500" sldId="306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4133513380" sldId="310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62413706" sldId="359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044276249" sldId="363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887449466" sldId="374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666297478" sldId="416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2498478276" sldId="417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155149982" sldId="418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181482048" sldId="419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936069305" sldId="420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22647776" sldId="421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2667379901" sldId="422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61204890" sldId="423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2412359814" sldId="424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4010584771" sldId="425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737175484" sldId="426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540797187" sldId="428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800454067" sldId="429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779064407" sldId="430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523778491" sldId="431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2120853139" sldId="432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288851674" sldId="433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255152706" sldId="434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679536135" sldId="435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167096350" sldId="436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617202866" sldId="437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455706965" sldId="438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2555631206" sldId="439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237315907" sldId="440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625465924" sldId="441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132782106" sldId="442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189816952" sldId="447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2326228366" sldId="448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070700227" sldId="449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434165728" sldId="451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4250959893" sldId="453"/>
        </pc:sldMkLst>
      </pc:sldChg>
      <pc:sldChg chg="modSp mod">
        <pc:chgData name="Teuku Raja Irfan Radarma" userId="cf428174-95ba-4576-8554-3a3b8ffa52b7" providerId="ADAL" clId="{7C3EAD8C-44D0-4789-8FD3-415EC52390DA}" dt="2025-12-13T11:48:12.948" v="64" actId="20577"/>
        <pc:sldMkLst>
          <pc:docMk/>
          <pc:sldMk cId="349334146" sldId="467"/>
        </pc:sldMkLst>
        <pc:spChg chg="mod">
          <ac:chgData name="Teuku Raja Irfan Radarma" userId="cf428174-95ba-4576-8554-3a3b8ffa52b7" providerId="ADAL" clId="{7C3EAD8C-44D0-4789-8FD3-415EC52390DA}" dt="2025-12-13T11:48:12.948" v="64" actId="20577"/>
          <ac:spMkLst>
            <pc:docMk/>
            <pc:sldMk cId="349334146" sldId="467"/>
            <ac:spMk id="2" creationId="{7E958052-05B2-9F29-B874-84F80A24B16B}"/>
          </ac:spMkLst>
        </pc:spChg>
      </pc:sldChg>
      <pc:sldChg chg="modSp mod">
        <pc:chgData name="Teuku Raja Irfan Radarma" userId="cf428174-95ba-4576-8554-3a3b8ffa52b7" providerId="ADAL" clId="{7C3EAD8C-44D0-4789-8FD3-415EC52390DA}" dt="2025-12-13T11:44:40.817" v="0" actId="20577"/>
        <pc:sldMkLst>
          <pc:docMk/>
          <pc:sldMk cId="1512773790" sldId="468"/>
        </pc:sldMkLst>
        <pc:spChg chg="mod">
          <ac:chgData name="Teuku Raja Irfan Radarma" userId="cf428174-95ba-4576-8554-3a3b8ffa52b7" providerId="ADAL" clId="{7C3EAD8C-44D0-4789-8FD3-415EC52390DA}" dt="2025-12-13T11:44:40.817" v="0" actId="20577"/>
          <ac:spMkLst>
            <pc:docMk/>
            <pc:sldMk cId="1512773790" sldId="468"/>
            <ac:spMk id="4" creationId="{EE064B16-72CC-4606-A23D-7291843EEFBB}"/>
          </ac:spMkLst>
        </pc:spChg>
      </pc:sldChg>
      <pc:sldChg chg="modSp mod">
        <pc:chgData name="Teuku Raja Irfan Radarma" userId="cf428174-95ba-4576-8554-3a3b8ffa52b7" providerId="ADAL" clId="{7C3EAD8C-44D0-4789-8FD3-415EC52390DA}" dt="2025-12-13T23:16:23.645" v="1809" actId="20577"/>
        <pc:sldMkLst>
          <pc:docMk/>
          <pc:sldMk cId="3919236139" sldId="469"/>
        </pc:sldMkLst>
        <pc:spChg chg="mod">
          <ac:chgData name="Teuku Raja Irfan Radarma" userId="cf428174-95ba-4576-8554-3a3b8ffa52b7" providerId="ADAL" clId="{7C3EAD8C-44D0-4789-8FD3-415EC52390DA}" dt="2025-12-13T23:16:23.645" v="1809" actId="20577"/>
          <ac:spMkLst>
            <pc:docMk/>
            <pc:sldMk cId="3919236139" sldId="469"/>
            <ac:spMk id="4" creationId="{EE064B16-72CC-4606-A23D-7291843EEFBB}"/>
          </ac:spMkLst>
        </pc:spChg>
      </pc:sldChg>
      <pc:sldChg chg="modSp mod">
        <pc:chgData name="Teuku Raja Irfan Radarma" userId="cf428174-95ba-4576-8554-3a3b8ffa52b7" providerId="ADAL" clId="{7C3EAD8C-44D0-4789-8FD3-415EC52390DA}" dt="2025-12-13T23:16:12.947" v="1808" actId="20577"/>
        <pc:sldMkLst>
          <pc:docMk/>
          <pc:sldMk cId="454483339" sldId="470"/>
        </pc:sldMkLst>
        <pc:spChg chg="mod">
          <ac:chgData name="Teuku Raja Irfan Radarma" userId="cf428174-95ba-4576-8554-3a3b8ffa52b7" providerId="ADAL" clId="{7C3EAD8C-44D0-4789-8FD3-415EC52390DA}" dt="2025-12-13T23:16:12.947" v="1808" actId="20577"/>
          <ac:spMkLst>
            <pc:docMk/>
            <pc:sldMk cId="454483339" sldId="470"/>
            <ac:spMk id="4" creationId="{EE064B16-72CC-4606-A23D-7291843EEFBB}"/>
          </ac:spMkLst>
        </pc:spChg>
      </pc:sldChg>
      <pc:sldChg chg="modSp mod">
        <pc:chgData name="Teuku Raja Irfan Radarma" userId="cf428174-95ba-4576-8554-3a3b8ffa52b7" providerId="ADAL" clId="{7C3EAD8C-44D0-4789-8FD3-415EC52390DA}" dt="2025-12-13T16:18:37.635" v="1569" actId="20577"/>
        <pc:sldMkLst>
          <pc:docMk/>
          <pc:sldMk cId="2937451312" sldId="471"/>
        </pc:sldMkLst>
        <pc:spChg chg="mod">
          <ac:chgData name="Teuku Raja Irfan Radarma" userId="cf428174-95ba-4576-8554-3a3b8ffa52b7" providerId="ADAL" clId="{7C3EAD8C-44D0-4789-8FD3-415EC52390DA}" dt="2025-12-13T16:18:37.635" v="1569" actId="20577"/>
          <ac:spMkLst>
            <pc:docMk/>
            <pc:sldMk cId="2937451312" sldId="471"/>
            <ac:spMk id="4" creationId="{EE064B16-72CC-4606-A23D-7291843EEFBB}"/>
          </ac:spMkLst>
        </pc:spChg>
      </pc:sldChg>
      <pc:sldChg chg="ord">
        <pc:chgData name="Teuku Raja Irfan Radarma" userId="cf428174-95ba-4576-8554-3a3b8ffa52b7" providerId="ADAL" clId="{7C3EAD8C-44D0-4789-8FD3-415EC52390DA}" dt="2025-12-13T23:18:13.754" v="1813"/>
        <pc:sldMkLst>
          <pc:docMk/>
          <pc:sldMk cId="387560748" sldId="479"/>
        </pc:sldMkLst>
      </pc:sldChg>
      <pc:sldChg chg="addSp delSp modSp mod">
        <pc:chgData name="Teuku Raja Irfan Radarma" userId="cf428174-95ba-4576-8554-3a3b8ffa52b7" providerId="ADAL" clId="{7C3EAD8C-44D0-4789-8FD3-415EC52390DA}" dt="2025-12-13T12:18:12.261" v="706"/>
        <pc:sldMkLst>
          <pc:docMk/>
          <pc:sldMk cId="4022335933" sldId="487"/>
        </pc:sldMkLst>
        <pc:spChg chg="mod">
          <ac:chgData name="Teuku Raja Irfan Radarma" userId="cf428174-95ba-4576-8554-3a3b8ffa52b7" providerId="ADAL" clId="{7C3EAD8C-44D0-4789-8FD3-415EC52390DA}" dt="2025-12-13T12:17:19.044" v="694" actId="14100"/>
          <ac:spMkLst>
            <pc:docMk/>
            <pc:sldMk cId="4022335933" sldId="487"/>
            <ac:spMk id="2" creationId="{DCF32DFD-C949-4BDC-96E3-27F747B280BA}"/>
          </ac:spMkLst>
        </pc:spChg>
        <pc:spChg chg="add del mod">
          <ac:chgData name="Teuku Raja Irfan Radarma" userId="cf428174-95ba-4576-8554-3a3b8ffa52b7" providerId="ADAL" clId="{7C3EAD8C-44D0-4789-8FD3-415EC52390DA}" dt="2025-12-13T12:17:21.130" v="695" actId="14100"/>
          <ac:spMkLst>
            <pc:docMk/>
            <pc:sldMk cId="4022335933" sldId="487"/>
            <ac:spMk id="3" creationId="{48A4AEB8-0CD5-4DCE-83AC-01473DF1CD77}"/>
          </ac:spMkLst>
        </pc:spChg>
        <pc:spChg chg="add del mod">
          <ac:chgData name="Teuku Raja Irfan Radarma" userId="cf428174-95ba-4576-8554-3a3b8ffa52b7" providerId="ADAL" clId="{7C3EAD8C-44D0-4789-8FD3-415EC52390DA}" dt="2025-12-13T11:50:31.729" v="97"/>
          <ac:spMkLst>
            <pc:docMk/>
            <pc:sldMk cId="4022335933" sldId="487"/>
            <ac:spMk id="5" creationId="{1DBE7475-1639-4ADD-8FD6-926F0219923E}"/>
          </ac:spMkLst>
        </pc:spChg>
        <pc:spChg chg="add del mod">
          <ac:chgData name="Teuku Raja Irfan Radarma" userId="cf428174-95ba-4576-8554-3a3b8ffa52b7" providerId="ADAL" clId="{7C3EAD8C-44D0-4789-8FD3-415EC52390DA}" dt="2025-12-13T11:50:37.384" v="99"/>
          <ac:spMkLst>
            <pc:docMk/>
            <pc:sldMk cId="4022335933" sldId="487"/>
            <ac:spMk id="6" creationId="{2B5B214F-6F4B-4568-BCE3-4DCEA1B8CDBF}"/>
          </ac:spMkLst>
        </pc:spChg>
        <pc:spChg chg="add del">
          <ac:chgData name="Teuku Raja Irfan Radarma" userId="cf428174-95ba-4576-8554-3a3b8ffa52b7" providerId="ADAL" clId="{7C3EAD8C-44D0-4789-8FD3-415EC52390DA}" dt="2025-12-13T11:51:26.829" v="229"/>
          <ac:spMkLst>
            <pc:docMk/>
            <pc:sldMk cId="4022335933" sldId="487"/>
            <ac:spMk id="7" creationId="{190F8C76-F50F-48E7-BDE6-80CC2357579D}"/>
          </ac:spMkLst>
        </pc:spChg>
        <pc:spChg chg="add del">
          <ac:chgData name="Teuku Raja Irfan Radarma" userId="cf428174-95ba-4576-8554-3a3b8ffa52b7" providerId="ADAL" clId="{7C3EAD8C-44D0-4789-8FD3-415EC52390DA}" dt="2025-12-13T11:53:21.268" v="241"/>
          <ac:spMkLst>
            <pc:docMk/>
            <pc:sldMk cId="4022335933" sldId="487"/>
            <ac:spMk id="8" creationId="{EF8224E4-19BA-48A5-BEA0-3AA2C8899960}"/>
          </ac:spMkLst>
        </pc:spChg>
        <pc:spChg chg="add mod">
          <ac:chgData name="Teuku Raja Irfan Radarma" userId="cf428174-95ba-4576-8554-3a3b8ffa52b7" providerId="ADAL" clId="{7C3EAD8C-44D0-4789-8FD3-415EC52390DA}" dt="2025-12-13T11:54:46.026" v="265" actId="1076"/>
          <ac:spMkLst>
            <pc:docMk/>
            <pc:sldMk cId="4022335933" sldId="487"/>
            <ac:spMk id="12" creationId="{ABA893AA-3F43-42C5-AF70-83074E6C4AFF}"/>
          </ac:spMkLst>
        </pc:spChg>
        <pc:spChg chg="add mod ord">
          <ac:chgData name="Teuku Raja Irfan Radarma" userId="cf428174-95ba-4576-8554-3a3b8ffa52b7" providerId="ADAL" clId="{7C3EAD8C-44D0-4789-8FD3-415EC52390DA}" dt="2025-12-13T12:18:12.261" v="706"/>
          <ac:spMkLst>
            <pc:docMk/>
            <pc:sldMk cId="4022335933" sldId="487"/>
            <ac:spMk id="13" creationId="{07880959-D833-47D2-B2F8-4742593DC3EF}"/>
          </ac:spMkLst>
        </pc:spChg>
        <pc:picChg chg="add mod modCrop">
          <ac:chgData name="Teuku Raja Irfan Radarma" userId="cf428174-95ba-4576-8554-3a3b8ffa52b7" providerId="ADAL" clId="{7C3EAD8C-44D0-4789-8FD3-415EC52390DA}" dt="2025-12-13T11:53:50.098" v="253" actId="1076"/>
          <ac:picMkLst>
            <pc:docMk/>
            <pc:sldMk cId="4022335933" sldId="487"/>
            <ac:picMk id="10" creationId="{CD9032FA-D057-40DB-A5B5-747DA903161D}"/>
          </ac:picMkLst>
        </pc:picChg>
      </pc:sldChg>
      <pc:sldChg chg="addSp delSp modSp add mod">
        <pc:chgData name="Teuku Raja Irfan Radarma" userId="cf428174-95ba-4576-8554-3a3b8ffa52b7" providerId="ADAL" clId="{7C3EAD8C-44D0-4789-8FD3-415EC52390DA}" dt="2025-12-13T11:46:25.210" v="47" actId="5793"/>
        <pc:sldMkLst>
          <pc:docMk/>
          <pc:sldMk cId="3267413274" sldId="488"/>
        </pc:sldMkLst>
        <pc:spChg chg="mod">
          <ac:chgData name="Teuku Raja Irfan Radarma" userId="cf428174-95ba-4576-8554-3a3b8ffa52b7" providerId="ADAL" clId="{7C3EAD8C-44D0-4789-8FD3-415EC52390DA}" dt="2025-12-13T11:45:59.700" v="34" actId="20577"/>
          <ac:spMkLst>
            <pc:docMk/>
            <pc:sldMk cId="3267413274" sldId="488"/>
            <ac:spMk id="2" creationId="{B0E79BCB-C421-4576-A087-FCD6FF31BF9B}"/>
          </ac:spMkLst>
        </pc:spChg>
        <pc:spChg chg="mod">
          <ac:chgData name="Teuku Raja Irfan Radarma" userId="cf428174-95ba-4576-8554-3a3b8ffa52b7" providerId="ADAL" clId="{7C3EAD8C-44D0-4789-8FD3-415EC52390DA}" dt="2025-12-13T11:46:25.210" v="47" actId="5793"/>
          <ac:spMkLst>
            <pc:docMk/>
            <pc:sldMk cId="3267413274" sldId="488"/>
            <ac:spMk id="3" creationId="{ABCF3ABE-58B5-4A28-BAC6-5477AAC08F7C}"/>
          </ac:spMkLst>
        </pc:spChg>
        <pc:spChg chg="add del">
          <ac:chgData name="Teuku Raja Irfan Radarma" userId="cf428174-95ba-4576-8554-3a3b8ffa52b7" providerId="ADAL" clId="{7C3EAD8C-44D0-4789-8FD3-415EC52390DA}" dt="2025-12-13T11:45:44.773" v="4"/>
          <ac:spMkLst>
            <pc:docMk/>
            <pc:sldMk cId="3267413274" sldId="488"/>
            <ac:spMk id="5" creationId="{AC1E229C-9774-4E3C-88AF-44412C8A3D69}"/>
          </ac:spMkLst>
        </pc:spChg>
        <pc:picChg chg="del">
          <ac:chgData name="Teuku Raja Irfan Radarma" userId="cf428174-95ba-4576-8554-3a3b8ffa52b7" providerId="ADAL" clId="{7C3EAD8C-44D0-4789-8FD3-415EC52390DA}" dt="2025-12-13T11:45:41.957" v="2" actId="478"/>
          <ac:picMkLst>
            <pc:docMk/>
            <pc:sldMk cId="3267413274" sldId="488"/>
            <ac:picMk id="6" creationId="{ED27FADF-1E39-4DEB-B77F-4228CD34F7AA}"/>
          </ac:picMkLst>
        </pc:picChg>
      </pc:sldChg>
      <pc:sldChg chg="addSp delSp modSp add mod ord">
        <pc:chgData name="Teuku Raja Irfan Radarma" userId="cf428174-95ba-4576-8554-3a3b8ffa52b7" providerId="ADAL" clId="{7C3EAD8C-44D0-4789-8FD3-415EC52390DA}" dt="2025-12-13T23:19:48.397" v="1817"/>
        <pc:sldMkLst>
          <pc:docMk/>
          <pc:sldMk cId="4265093686" sldId="489"/>
        </pc:sldMkLst>
        <pc:spChg chg="mod">
          <ac:chgData name="Teuku Raja Irfan Radarma" userId="cf428174-95ba-4576-8554-3a3b8ffa52b7" providerId="ADAL" clId="{7C3EAD8C-44D0-4789-8FD3-415EC52390DA}" dt="2025-12-13T12:16:33.751" v="684" actId="14100"/>
          <ac:spMkLst>
            <pc:docMk/>
            <pc:sldMk cId="4265093686" sldId="489"/>
            <ac:spMk id="2" creationId="{DCF32DFD-C949-4BDC-96E3-27F747B280BA}"/>
          </ac:spMkLst>
        </pc:spChg>
        <pc:spChg chg="mod">
          <ac:chgData name="Teuku Raja Irfan Radarma" userId="cf428174-95ba-4576-8554-3a3b8ffa52b7" providerId="ADAL" clId="{7C3EAD8C-44D0-4789-8FD3-415EC52390DA}" dt="2025-12-13T12:16:42.659" v="687" actId="14100"/>
          <ac:spMkLst>
            <pc:docMk/>
            <pc:sldMk cId="4265093686" sldId="489"/>
            <ac:spMk id="3" creationId="{48A4AEB8-0CD5-4DCE-83AC-01473DF1CD77}"/>
          </ac:spMkLst>
        </pc:spChg>
        <pc:spChg chg="add mod">
          <ac:chgData name="Teuku Raja Irfan Radarma" userId="cf428174-95ba-4576-8554-3a3b8ffa52b7" providerId="ADAL" clId="{7C3EAD8C-44D0-4789-8FD3-415EC52390DA}" dt="2025-12-13T12:04:14.808" v="438" actId="113"/>
          <ac:spMkLst>
            <pc:docMk/>
            <pc:sldMk cId="4265093686" sldId="489"/>
            <ac:spMk id="7" creationId="{81A56C8A-449E-489D-B488-521BCB909B81}"/>
          </ac:spMkLst>
        </pc:spChg>
        <pc:spChg chg="add mod">
          <ac:chgData name="Teuku Raja Irfan Radarma" userId="cf428174-95ba-4576-8554-3a3b8ffa52b7" providerId="ADAL" clId="{7C3EAD8C-44D0-4789-8FD3-415EC52390DA}" dt="2025-12-13T12:18:04.234" v="705"/>
          <ac:spMkLst>
            <pc:docMk/>
            <pc:sldMk cId="4265093686" sldId="489"/>
            <ac:spMk id="9" creationId="{487894F2-04E2-42D3-A1F3-F85C05A4B47D}"/>
          </ac:spMkLst>
        </pc:spChg>
        <pc:spChg chg="mod">
          <ac:chgData name="Teuku Raja Irfan Radarma" userId="cf428174-95ba-4576-8554-3a3b8ffa52b7" providerId="ADAL" clId="{7C3EAD8C-44D0-4789-8FD3-415EC52390DA}" dt="2025-12-13T12:03:41.790" v="414" actId="114"/>
          <ac:spMkLst>
            <pc:docMk/>
            <pc:sldMk cId="4265093686" sldId="489"/>
            <ac:spMk id="12" creationId="{ABA893AA-3F43-42C5-AF70-83074E6C4AFF}"/>
          </ac:spMkLst>
        </pc:spChg>
        <pc:picChg chg="add mod">
          <ac:chgData name="Teuku Raja Irfan Radarma" userId="cf428174-95ba-4576-8554-3a3b8ffa52b7" providerId="ADAL" clId="{7C3EAD8C-44D0-4789-8FD3-415EC52390DA}" dt="2025-12-13T12:04:04.960" v="416" actId="1076"/>
          <ac:picMkLst>
            <pc:docMk/>
            <pc:sldMk cId="4265093686" sldId="489"/>
            <ac:picMk id="8" creationId="{1EAA3EF4-9A0D-4FE3-8883-CE1DD83A2375}"/>
          </ac:picMkLst>
        </pc:picChg>
        <pc:picChg chg="del">
          <ac:chgData name="Teuku Raja Irfan Radarma" userId="cf428174-95ba-4576-8554-3a3b8ffa52b7" providerId="ADAL" clId="{7C3EAD8C-44D0-4789-8FD3-415EC52390DA}" dt="2025-12-13T12:02:31.278" v="397" actId="478"/>
          <ac:picMkLst>
            <pc:docMk/>
            <pc:sldMk cId="4265093686" sldId="489"/>
            <ac:picMk id="10" creationId="{CD9032FA-D057-40DB-A5B5-747DA903161D}"/>
          </ac:picMkLst>
        </pc:picChg>
      </pc:sldChg>
      <pc:sldChg chg="addSp modSp new mod">
        <pc:chgData name="Teuku Raja Irfan Radarma" userId="cf428174-95ba-4576-8554-3a3b8ffa52b7" providerId="ADAL" clId="{7C3EAD8C-44D0-4789-8FD3-415EC52390DA}" dt="2025-12-13T12:16:21.003" v="683" actId="207"/>
        <pc:sldMkLst>
          <pc:docMk/>
          <pc:sldMk cId="2147498015" sldId="490"/>
        </pc:sldMkLst>
        <pc:spChg chg="mod">
          <ac:chgData name="Teuku Raja Irfan Radarma" userId="cf428174-95ba-4576-8554-3a3b8ffa52b7" providerId="ADAL" clId="{7C3EAD8C-44D0-4789-8FD3-415EC52390DA}" dt="2025-12-13T12:15:57.829" v="678" actId="14100"/>
          <ac:spMkLst>
            <pc:docMk/>
            <pc:sldMk cId="2147498015" sldId="490"/>
            <ac:spMk id="2" creationId="{90373C84-1072-461D-8EE9-AB39B849551A}"/>
          </ac:spMkLst>
        </pc:spChg>
        <pc:spChg chg="mod">
          <ac:chgData name="Teuku Raja Irfan Radarma" userId="cf428174-95ba-4576-8554-3a3b8ffa52b7" providerId="ADAL" clId="{7C3EAD8C-44D0-4789-8FD3-415EC52390DA}" dt="2025-12-13T12:07:03.085" v="449" actId="113"/>
          <ac:spMkLst>
            <pc:docMk/>
            <pc:sldMk cId="2147498015" sldId="490"/>
            <ac:spMk id="3" creationId="{2C8FBD39-7ABC-4FAA-BD98-3C9CAF316E46}"/>
          </ac:spMkLst>
        </pc:spChg>
        <pc:spChg chg="add mod">
          <ac:chgData name="Teuku Raja Irfan Radarma" userId="cf428174-95ba-4576-8554-3a3b8ffa52b7" providerId="ADAL" clId="{7C3EAD8C-44D0-4789-8FD3-415EC52390DA}" dt="2025-12-13T12:07:45.705" v="456" actId="113"/>
          <ac:spMkLst>
            <pc:docMk/>
            <pc:sldMk cId="2147498015" sldId="490"/>
            <ac:spMk id="5" creationId="{D01ADF79-1FE1-45E3-B693-21E1E4B5CBD9}"/>
          </ac:spMkLst>
        </pc:spChg>
        <pc:spChg chg="add mod">
          <ac:chgData name="Teuku Raja Irfan Radarma" userId="cf428174-95ba-4576-8554-3a3b8ffa52b7" providerId="ADAL" clId="{7C3EAD8C-44D0-4789-8FD3-415EC52390DA}" dt="2025-12-13T12:16:21.003" v="683" actId="207"/>
          <ac:spMkLst>
            <pc:docMk/>
            <pc:sldMk cId="2147498015" sldId="490"/>
            <ac:spMk id="6" creationId="{E232DEDA-E9C2-4C1B-B1B7-02004D7DE050}"/>
          </ac:spMkLst>
        </pc:spChg>
      </pc:sldChg>
      <pc:sldChg chg="addSp delSp modSp new del mod">
        <pc:chgData name="Teuku Raja Irfan Radarma" userId="cf428174-95ba-4576-8554-3a3b8ffa52b7" providerId="ADAL" clId="{7C3EAD8C-44D0-4789-8FD3-415EC52390DA}" dt="2025-12-13T12:03:26.732" v="410" actId="47"/>
        <pc:sldMkLst>
          <pc:docMk/>
          <pc:sldMk cId="3403730890" sldId="490"/>
        </pc:sldMkLst>
        <pc:spChg chg="mod">
          <ac:chgData name="Teuku Raja Irfan Radarma" userId="cf428174-95ba-4576-8554-3a3b8ffa52b7" providerId="ADAL" clId="{7C3EAD8C-44D0-4789-8FD3-415EC52390DA}" dt="2025-12-13T12:00:02.459" v="325" actId="20577"/>
          <ac:spMkLst>
            <pc:docMk/>
            <pc:sldMk cId="3403730890" sldId="490"/>
            <ac:spMk id="2" creationId="{7B8E91EC-FAF0-43A6-9781-1FC5117EE71F}"/>
          </ac:spMkLst>
        </pc:spChg>
        <pc:spChg chg="mod">
          <ac:chgData name="Teuku Raja Irfan Radarma" userId="cf428174-95ba-4576-8554-3a3b8ffa52b7" providerId="ADAL" clId="{7C3EAD8C-44D0-4789-8FD3-415EC52390DA}" dt="2025-12-13T12:02:08.308" v="396" actId="14100"/>
          <ac:spMkLst>
            <pc:docMk/>
            <pc:sldMk cId="3403730890" sldId="490"/>
            <ac:spMk id="3" creationId="{E047DA7F-2FDE-4F25-832D-504A017541B6}"/>
          </ac:spMkLst>
        </pc:spChg>
        <pc:spChg chg="add del">
          <ac:chgData name="Teuku Raja Irfan Radarma" userId="cf428174-95ba-4576-8554-3a3b8ffa52b7" providerId="ADAL" clId="{7C3EAD8C-44D0-4789-8FD3-415EC52390DA}" dt="2025-12-13T12:01:09.068" v="370"/>
          <ac:spMkLst>
            <pc:docMk/>
            <pc:sldMk cId="3403730890" sldId="490"/>
            <ac:spMk id="5" creationId="{ECE52B66-CFF6-47A2-AE79-485F5FD8E6F0}"/>
          </ac:spMkLst>
        </pc:spChg>
      </pc:sldChg>
      <pc:sldChg chg="addSp delSp modSp new mod">
        <pc:chgData name="Teuku Raja Irfan Radarma" userId="cf428174-95ba-4576-8554-3a3b8ffa52b7" providerId="ADAL" clId="{7C3EAD8C-44D0-4789-8FD3-415EC52390DA}" dt="2025-12-13T12:12:49.877" v="673" actId="20577"/>
        <pc:sldMkLst>
          <pc:docMk/>
          <pc:sldMk cId="3345166437" sldId="491"/>
        </pc:sldMkLst>
        <pc:spChg chg="mod">
          <ac:chgData name="Teuku Raja Irfan Radarma" userId="cf428174-95ba-4576-8554-3a3b8ffa52b7" providerId="ADAL" clId="{7C3EAD8C-44D0-4789-8FD3-415EC52390DA}" dt="2025-12-13T12:10:43.446" v="613" actId="14100"/>
          <ac:spMkLst>
            <pc:docMk/>
            <pc:sldMk cId="3345166437" sldId="491"/>
            <ac:spMk id="2" creationId="{BB65C9FD-E654-4BEF-A21E-BEC193FB7EE4}"/>
          </ac:spMkLst>
        </pc:spChg>
        <pc:spChg chg="mod">
          <ac:chgData name="Teuku Raja Irfan Radarma" userId="cf428174-95ba-4576-8554-3a3b8ffa52b7" providerId="ADAL" clId="{7C3EAD8C-44D0-4789-8FD3-415EC52390DA}" dt="2025-12-13T12:12:49.877" v="673" actId="20577"/>
          <ac:spMkLst>
            <pc:docMk/>
            <pc:sldMk cId="3345166437" sldId="491"/>
            <ac:spMk id="3" creationId="{41750780-CCEE-4F03-A54B-C0EC9251F734}"/>
          </ac:spMkLst>
        </pc:spChg>
        <pc:spChg chg="add del">
          <ac:chgData name="Teuku Raja Irfan Radarma" userId="cf428174-95ba-4576-8554-3a3b8ffa52b7" providerId="ADAL" clId="{7C3EAD8C-44D0-4789-8FD3-415EC52390DA}" dt="2025-12-13T12:09:54.335" v="576"/>
          <ac:spMkLst>
            <pc:docMk/>
            <pc:sldMk cId="3345166437" sldId="491"/>
            <ac:spMk id="5" creationId="{AE2E4DC5-7913-4E83-A0F8-D896041C0E68}"/>
          </ac:spMkLst>
        </pc:spChg>
      </pc:sldChg>
      <pc:sldChg chg="addSp modSp add mod ord">
        <pc:chgData name="Teuku Raja Irfan Radarma" userId="cf428174-95ba-4576-8554-3a3b8ffa52b7" providerId="ADAL" clId="{7C3EAD8C-44D0-4789-8FD3-415EC52390DA}" dt="2025-12-13T13:04:08.087" v="990"/>
        <pc:sldMkLst>
          <pc:docMk/>
          <pc:sldMk cId="1895346072" sldId="492"/>
        </pc:sldMkLst>
        <pc:spChg chg="mod">
          <ac:chgData name="Teuku Raja Irfan Radarma" userId="cf428174-95ba-4576-8554-3a3b8ffa52b7" providerId="ADAL" clId="{7C3EAD8C-44D0-4789-8FD3-415EC52390DA}" dt="2025-12-13T12:15:26.993" v="675"/>
          <ac:spMkLst>
            <pc:docMk/>
            <pc:sldMk cId="1895346072" sldId="492"/>
            <ac:spMk id="2" creationId="{BB65C9FD-E654-4BEF-A21E-BEC193FB7EE4}"/>
          </ac:spMkLst>
        </pc:spChg>
        <pc:spChg chg="mod">
          <ac:chgData name="Teuku Raja Irfan Radarma" userId="cf428174-95ba-4576-8554-3a3b8ffa52b7" providerId="ADAL" clId="{7C3EAD8C-44D0-4789-8FD3-415EC52390DA}" dt="2025-12-13T12:50:01.309" v="732" actId="1076"/>
          <ac:spMkLst>
            <pc:docMk/>
            <pc:sldMk cId="1895346072" sldId="492"/>
            <ac:spMk id="3" creationId="{41750780-CCEE-4F03-A54B-C0EC9251F734}"/>
          </ac:spMkLst>
        </pc:spChg>
        <pc:spChg chg="add mod">
          <ac:chgData name="Teuku Raja Irfan Radarma" userId="cf428174-95ba-4576-8554-3a3b8ffa52b7" providerId="ADAL" clId="{7C3EAD8C-44D0-4789-8FD3-415EC52390DA}" dt="2025-12-13T12:50:03.818" v="733" actId="1076"/>
          <ac:spMkLst>
            <pc:docMk/>
            <pc:sldMk cId="1895346072" sldId="492"/>
            <ac:spMk id="5" creationId="{A35BFC94-3B3C-4C74-97AD-0ED7D5ACDB9B}"/>
          </ac:spMkLst>
        </pc:spChg>
      </pc:sldChg>
      <pc:sldChg chg="addSp delSp modSp add mod ord">
        <pc:chgData name="Teuku Raja Irfan Radarma" userId="cf428174-95ba-4576-8554-3a3b8ffa52b7" providerId="ADAL" clId="{7C3EAD8C-44D0-4789-8FD3-415EC52390DA}" dt="2025-12-13T13:04:08.087" v="990"/>
        <pc:sldMkLst>
          <pc:docMk/>
          <pc:sldMk cId="1905435217" sldId="493"/>
        </pc:sldMkLst>
        <pc:spChg chg="mod">
          <ac:chgData name="Teuku Raja Irfan Radarma" userId="cf428174-95ba-4576-8554-3a3b8ffa52b7" providerId="ADAL" clId="{7C3EAD8C-44D0-4789-8FD3-415EC52390DA}" dt="2025-12-13T12:53:09.909" v="831" actId="20577"/>
          <ac:spMkLst>
            <pc:docMk/>
            <pc:sldMk cId="1905435217" sldId="493"/>
            <ac:spMk id="2" creationId="{BB65C9FD-E654-4BEF-A21E-BEC193FB7EE4}"/>
          </ac:spMkLst>
        </pc:spChg>
        <pc:spChg chg="del">
          <ac:chgData name="Teuku Raja Irfan Radarma" userId="cf428174-95ba-4576-8554-3a3b8ffa52b7" providerId="ADAL" clId="{7C3EAD8C-44D0-4789-8FD3-415EC52390DA}" dt="2025-12-13T12:50:31.411" v="747" actId="478"/>
          <ac:spMkLst>
            <pc:docMk/>
            <pc:sldMk cId="1905435217" sldId="493"/>
            <ac:spMk id="3" creationId="{41750780-CCEE-4F03-A54B-C0EC9251F734}"/>
          </ac:spMkLst>
        </pc:spChg>
        <pc:spChg chg="del">
          <ac:chgData name="Teuku Raja Irfan Radarma" userId="cf428174-95ba-4576-8554-3a3b8ffa52b7" providerId="ADAL" clId="{7C3EAD8C-44D0-4789-8FD3-415EC52390DA}" dt="2025-12-13T12:50:13.744" v="737" actId="478"/>
          <ac:spMkLst>
            <pc:docMk/>
            <pc:sldMk cId="1905435217" sldId="493"/>
            <ac:spMk id="5" creationId="{A35BFC94-3B3C-4C74-97AD-0ED7D5ACDB9B}"/>
          </ac:spMkLst>
        </pc:spChg>
        <pc:spChg chg="add del mod">
          <ac:chgData name="Teuku Raja Irfan Radarma" userId="cf428174-95ba-4576-8554-3a3b8ffa52b7" providerId="ADAL" clId="{7C3EAD8C-44D0-4789-8FD3-415EC52390DA}" dt="2025-12-13T12:50:34.272" v="748" actId="478"/>
          <ac:spMkLst>
            <pc:docMk/>
            <pc:sldMk cId="1905435217" sldId="493"/>
            <ac:spMk id="7" creationId="{C46E8D59-9567-4F95-A5D0-5B4CB4B24CB0}"/>
          </ac:spMkLst>
        </pc:spChg>
        <pc:graphicFrameChg chg="add del">
          <ac:chgData name="Teuku Raja Irfan Radarma" userId="cf428174-95ba-4576-8554-3a3b8ffa52b7" providerId="ADAL" clId="{7C3EAD8C-44D0-4789-8FD3-415EC52390DA}" dt="2025-12-13T12:50:40.070" v="750" actId="3680"/>
          <ac:graphicFrameMkLst>
            <pc:docMk/>
            <pc:sldMk cId="1905435217" sldId="493"/>
            <ac:graphicFrameMk id="8" creationId="{CDED9E3D-AD35-4963-B027-B618BB1DDA64}"/>
          </ac:graphicFrameMkLst>
        </pc:graphicFrameChg>
        <pc:graphicFrameChg chg="add mod modGraphic">
          <ac:chgData name="Teuku Raja Irfan Radarma" userId="cf428174-95ba-4576-8554-3a3b8ffa52b7" providerId="ADAL" clId="{7C3EAD8C-44D0-4789-8FD3-415EC52390DA}" dt="2025-12-13T12:54:24.566" v="844" actId="2165"/>
          <ac:graphicFrameMkLst>
            <pc:docMk/>
            <pc:sldMk cId="1905435217" sldId="493"/>
            <ac:graphicFrameMk id="9" creationId="{7678855A-E3B0-4D6A-AD61-289CE3595AB4}"/>
          </ac:graphicFrameMkLst>
        </pc:graphicFrameChg>
      </pc:sldChg>
      <pc:sldChg chg="new del">
        <pc:chgData name="Teuku Raja Irfan Radarma" userId="cf428174-95ba-4576-8554-3a3b8ffa52b7" providerId="ADAL" clId="{7C3EAD8C-44D0-4789-8FD3-415EC52390DA}" dt="2025-12-13T12:50:09.475" v="735" actId="680"/>
        <pc:sldMkLst>
          <pc:docMk/>
          <pc:sldMk cId="2277854174" sldId="493"/>
        </pc:sldMkLst>
      </pc:sldChg>
      <pc:sldChg chg="modSp add mod ord">
        <pc:chgData name="Teuku Raja Irfan Radarma" userId="cf428174-95ba-4576-8554-3a3b8ffa52b7" providerId="ADAL" clId="{7C3EAD8C-44D0-4789-8FD3-415EC52390DA}" dt="2025-12-13T13:04:19.298" v="992"/>
        <pc:sldMkLst>
          <pc:docMk/>
          <pc:sldMk cId="2447765306" sldId="494"/>
        </pc:sldMkLst>
        <pc:spChg chg="mod">
          <ac:chgData name="Teuku Raja Irfan Radarma" userId="cf428174-95ba-4576-8554-3a3b8ffa52b7" providerId="ADAL" clId="{7C3EAD8C-44D0-4789-8FD3-415EC52390DA}" dt="2025-12-13T12:55:12.487" v="864" actId="20577"/>
          <ac:spMkLst>
            <pc:docMk/>
            <pc:sldMk cId="2447765306" sldId="494"/>
            <ac:spMk id="2" creationId="{BB65C9FD-E654-4BEF-A21E-BEC193FB7EE4}"/>
          </ac:spMkLst>
        </pc:spChg>
        <pc:spChg chg="mod">
          <ac:chgData name="Teuku Raja Irfan Radarma" userId="cf428174-95ba-4576-8554-3a3b8ffa52b7" providerId="ADAL" clId="{7C3EAD8C-44D0-4789-8FD3-415EC52390DA}" dt="2025-12-13T12:58:08.630" v="915" actId="14100"/>
          <ac:spMkLst>
            <pc:docMk/>
            <pc:sldMk cId="2447765306" sldId="494"/>
            <ac:spMk id="3" creationId="{41750780-CCEE-4F03-A54B-C0EC9251F734}"/>
          </ac:spMkLst>
        </pc:spChg>
        <pc:spChg chg="mod">
          <ac:chgData name="Teuku Raja Irfan Radarma" userId="cf428174-95ba-4576-8554-3a3b8ffa52b7" providerId="ADAL" clId="{7C3EAD8C-44D0-4789-8FD3-415EC52390DA}" dt="2025-12-13T12:55:21.208" v="867"/>
          <ac:spMkLst>
            <pc:docMk/>
            <pc:sldMk cId="2447765306" sldId="494"/>
            <ac:spMk id="5" creationId="{A35BFC94-3B3C-4C74-97AD-0ED7D5ACDB9B}"/>
          </ac:spMkLst>
        </pc:spChg>
      </pc:sldChg>
      <pc:sldChg chg="addSp delSp modSp add mod ord">
        <pc:chgData name="Teuku Raja Irfan Radarma" userId="cf428174-95ba-4576-8554-3a3b8ffa52b7" providerId="ADAL" clId="{7C3EAD8C-44D0-4789-8FD3-415EC52390DA}" dt="2025-12-13T13:04:19.298" v="992"/>
        <pc:sldMkLst>
          <pc:docMk/>
          <pc:sldMk cId="1621463854" sldId="495"/>
        </pc:sldMkLst>
        <pc:spChg chg="mod">
          <ac:chgData name="Teuku Raja Irfan Radarma" userId="cf428174-95ba-4576-8554-3a3b8ffa52b7" providerId="ADAL" clId="{7C3EAD8C-44D0-4789-8FD3-415EC52390DA}" dt="2025-12-13T12:58:21.056" v="918"/>
          <ac:spMkLst>
            <pc:docMk/>
            <pc:sldMk cId="1621463854" sldId="495"/>
            <ac:spMk id="2" creationId="{BB65C9FD-E654-4BEF-A21E-BEC193FB7EE4}"/>
          </ac:spMkLst>
        </pc:spChg>
        <pc:spChg chg="del mod">
          <ac:chgData name="Teuku Raja Irfan Radarma" userId="cf428174-95ba-4576-8554-3a3b8ffa52b7" providerId="ADAL" clId="{7C3EAD8C-44D0-4789-8FD3-415EC52390DA}" dt="2025-12-13T12:58:24.789" v="919" actId="478"/>
          <ac:spMkLst>
            <pc:docMk/>
            <pc:sldMk cId="1621463854" sldId="495"/>
            <ac:spMk id="3" creationId="{41750780-CCEE-4F03-A54B-C0EC9251F734}"/>
          </ac:spMkLst>
        </pc:spChg>
        <pc:spChg chg="del">
          <ac:chgData name="Teuku Raja Irfan Radarma" userId="cf428174-95ba-4576-8554-3a3b8ffa52b7" providerId="ADAL" clId="{7C3EAD8C-44D0-4789-8FD3-415EC52390DA}" dt="2025-12-13T12:58:05.169" v="914" actId="478"/>
          <ac:spMkLst>
            <pc:docMk/>
            <pc:sldMk cId="1621463854" sldId="495"/>
            <ac:spMk id="5" creationId="{A35BFC94-3B3C-4C74-97AD-0ED7D5ACDB9B}"/>
          </ac:spMkLst>
        </pc:spChg>
        <pc:spChg chg="add del mod">
          <ac:chgData name="Teuku Raja Irfan Radarma" userId="cf428174-95ba-4576-8554-3a3b8ffa52b7" providerId="ADAL" clId="{7C3EAD8C-44D0-4789-8FD3-415EC52390DA}" dt="2025-12-13T12:58:26.651" v="920" actId="478"/>
          <ac:spMkLst>
            <pc:docMk/>
            <pc:sldMk cId="1621463854" sldId="495"/>
            <ac:spMk id="7" creationId="{07B26053-6EB7-4BFA-8963-45A20EB05129}"/>
          </ac:spMkLst>
        </pc:spChg>
        <pc:spChg chg="add mod">
          <ac:chgData name="Teuku Raja Irfan Radarma" userId="cf428174-95ba-4576-8554-3a3b8ffa52b7" providerId="ADAL" clId="{7C3EAD8C-44D0-4789-8FD3-415EC52390DA}" dt="2025-12-13T13:00:32.174" v="985" actId="1076"/>
          <ac:spMkLst>
            <pc:docMk/>
            <pc:sldMk cId="1621463854" sldId="495"/>
            <ac:spMk id="10" creationId="{A158E580-737A-45BA-A886-E36E3097E2EB}"/>
          </ac:spMkLst>
        </pc:spChg>
        <pc:graphicFrameChg chg="add mod modGraphic">
          <ac:chgData name="Teuku Raja Irfan Radarma" userId="cf428174-95ba-4576-8554-3a3b8ffa52b7" providerId="ADAL" clId="{7C3EAD8C-44D0-4789-8FD3-415EC52390DA}" dt="2025-12-13T13:00:12.810" v="976" actId="404"/>
          <ac:graphicFrameMkLst>
            <pc:docMk/>
            <pc:sldMk cId="1621463854" sldId="495"/>
            <ac:graphicFrameMk id="8" creationId="{2B871463-CD01-4D05-B038-9B223931EA40}"/>
          </ac:graphicFrameMkLst>
        </pc:graphicFrameChg>
      </pc:sldChg>
      <pc:sldChg chg="addSp modSp new mod">
        <pc:chgData name="Teuku Raja Irfan Radarma" userId="cf428174-95ba-4576-8554-3a3b8ffa52b7" providerId="ADAL" clId="{7C3EAD8C-44D0-4789-8FD3-415EC52390DA}" dt="2025-12-13T13:08:57.783" v="1156" actId="113"/>
        <pc:sldMkLst>
          <pc:docMk/>
          <pc:sldMk cId="1806752585" sldId="496"/>
        </pc:sldMkLst>
        <pc:spChg chg="mod">
          <ac:chgData name="Teuku Raja Irfan Radarma" userId="cf428174-95ba-4576-8554-3a3b8ffa52b7" providerId="ADAL" clId="{7C3EAD8C-44D0-4789-8FD3-415EC52390DA}" dt="2025-12-13T13:05:15.731" v="1005" actId="404"/>
          <ac:spMkLst>
            <pc:docMk/>
            <pc:sldMk cId="1806752585" sldId="496"/>
            <ac:spMk id="2" creationId="{53BFCFBC-1627-482C-BEC4-DA65E0CB564C}"/>
          </ac:spMkLst>
        </pc:spChg>
        <pc:spChg chg="mod">
          <ac:chgData name="Teuku Raja Irfan Radarma" userId="cf428174-95ba-4576-8554-3a3b8ffa52b7" providerId="ADAL" clId="{7C3EAD8C-44D0-4789-8FD3-415EC52390DA}" dt="2025-12-13T13:06:04.506" v="1014" actId="404"/>
          <ac:spMkLst>
            <pc:docMk/>
            <pc:sldMk cId="1806752585" sldId="496"/>
            <ac:spMk id="3" creationId="{DD912BE5-519F-4C2C-AF17-D22DEA75CB71}"/>
          </ac:spMkLst>
        </pc:spChg>
        <pc:spChg chg="add mod">
          <ac:chgData name="Teuku Raja Irfan Radarma" userId="cf428174-95ba-4576-8554-3a3b8ffa52b7" providerId="ADAL" clId="{7C3EAD8C-44D0-4789-8FD3-415EC52390DA}" dt="2025-12-13T13:08:39.187" v="1134" actId="1076"/>
          <ac:spMkLst>
            <pc:docMk/>
            <pc:sldMk cId="1806752585" sldId="496"/>
            <ac:spMk id="5" creationId="{3144FA5A-D3D9-4726-8418-C4524E7BC73B}"/>
          </ac:spMkLst>
        </pc:spChg>
        <pc:spChg chg="add mod">
          <ac:chgData name="Teuku Raja Irfan Radarma" userId="cf428174-95ba-4576-8554-3a3b8ffa52b7" providerId="ADAL" clId="{7C3EAD8C-44D0-4789-8FD3-415EC52390DA}" dt="2025-12-13T13:08:41.485" v="1135" actId="1076"/>
          <ac:spMkLst>
            <pc:docMk/>
            <pc:sldMk cId="1806752585" sldId="496"/>
            <ac:spMk id="6" creationId="{E0D9B17A-0A9C-4B75-B5DB-59D4233E2559}"/>
          </ac:spMkLst>
        </pc:spChg>
        <pc:spChg chg="add mod">
          <ac:chgData name="Teuku Raja Irfan Radarma" userId="cf428174-95ba-4576-8554-3a3b8ffa52b7" providerId="ADAL" clId="{7C3EAD8C-44D0-4789-8FD3-415EC52390DA}" dt="2025-12-13T13:08:57.783" v="1156" actId="113"/>
          <ac:spMkLst>
            <pc:docMk/>
            <pc:sldMk cId="1806752585" sldId="496"/>
            <ac:spMk id="7" creationId="{58D7C47B-E9BD-4DF5-904C-9AEAB65E1193}"/>
          </ac:spMkLst>
        </pc:spChg>
        <pc:spChg chg="add mod">
          <ac:chgData name="Teuku Raja Irfan Radarma" userId="cf428174-95ba-4576-8554-3a3b8ffa52b7" providerId="ADAL" clId="{7C3EAD8C-44D0-4789-8FD3-415EC52390DA}" dt="2025-12-13T13:08:56.686" v="1155" actId="113"/>
          <ac:spMkLst>
            <pc:docMk/>
            <pc:sldMk cId="1806752585" sldId="496"/>
            <ac:spMk id="8" creationId="{0A1633D7-F624-4422-8B0F-9724A906964D}"/>
          </ac:spMkLst>
        </pc:spChg>
      </pc:sldChg>
      <pc:sldChg chg="addSp delSp modSp new mod">
        <pc:chgData name="Teuku Raja Irfan Radarma" userId="cf428174-95ba-4576-8554-3a3b8ffa52b7" providerId="ADAL" clId="{7C3EAD8C-44D0-4789-8FD3-415EC52390DA}" dt="2025-12-13T15:12:57.823" v="1230" actId="1076"/>
        <pc:sldMkLst>
          <pc:docMk/>
          <pc:sldMk cId="1412685268" sldId="497"/>
        </pc:sldMkLst>
        <pc:spChg chg="mod">
          <ac:chgData name="Teuku Raja Irfan Radarma" userId="cf428174-95ba-4576-8554-3a3b8ffa52b7" providerId="ADAL" clId="{7C3EAD8C-44D0-4789-8FD3-415EC52390DA}" dt="2025-12-13T15:06:09.677" v="1227" actId="1076"/>
          <ac:spMkLst>
            <pc:docMk/>
            <pc:sldMk cId="1412685268" sldId="497"/>
            <ac:spMk id="2" creationId="{6833BC66-22F8-46D5-B2FD-441ABB53BCF1}"/>
          </ac:spMkLst>
        </pc:spChg>
        <pc:spChg chg="del">
          <ac:chgData name="Teuku Raja Irfan Radarma" userId="cf428174-95ba-4576-8554-3a3b8ffa52b7" providerId="ADAL" clId="{7C3EAD8C-44D0-4789-8FD3-415EC52390DA}" dt="2025-12-13T15:06:02.865" v="1224"/>
          <ac:spMkLst>
            <pc:docMk/>
            <pc:sldMk cId="1412685268" sldId="497"/>
            <ac:spMk id="3" creationId="{A2730477-C2CD-4C10-BC1E-93CCE0412E58}"/>
          </ac:spMkLst>
        </pc:spChg>
        <pc:picChg chg="add mod">
          <ac:chgData name="Teuku Raja Irfan Radarma" userId="cf428174-95ba-4576-8554-3a3b8ffa52b7" providerId="ADAL" clId="{7C3EAD8C-44D0-4789-8FD3-415EC52390DA}" dt="2025-12-13T15:12:57.823" v="1230" actId="1076"/>
          <ac:picMkLst>
            <pc:docMk/>
            <pc:sldMk cId="1412685268" sldId="497"/>
            <ac:picMk id="5122" creationId="{FBED01AD-1714-4865-BC6E-8B7FC3ADDFFA}"/>
          </ac:picMkLst>
        </pc:picChg>
      </pc:sldChg>
      <pc:sldChg chg="addSp delSp modSp new mod">
        <pc:chgData name="Teuku Raja Irfan Radarma" userId="cf428174-95ba-4576-8554-3a3b8ffa52b7" providerId="ADAL" clId="{7C3EAD8C-44D0-4789-8FD3-415EC52390DA}" dt="2025-12-13T15:47:38.183" v="1269" actId="27636"/>
        <pc:sldMkLst>
          <pc:docMk/>
          <pc:sldMk cId="900747831" sldId="498"/>
        </pc:sldMkLst>
        <pc:spChg chg="mod">
          <ac:chgData name="Teuku Raja Irfan Radarma" userId="cf428174-95ba-4576-8554-3a3b8ffa52b7" providerId="ADAL" clId="{7C3EAD8C-44D0-4789-8FD3-415EC52390DA}" dt="2025-12-13T15:47:35.091" v="1267" actId="14100"/>
          <ac:spMkLst>
            <pc:docMk/>
            <pc:sldMk cId="900747831" sldId="498"/>
            <ac:spMk id="2" creationId="{F65656B2-C67A-4187-92FF-4A6923F81269}"/>
          </ac:spMkLst>
        </pc:spChg>
        <pc:spChg chg="mod">
          <ac:chgData name="Teuku Raja Irfan Radarma" userId="cf428174-95ba-4576-8554-3a3b8ffa52b7" providerId="ADAL" clId="{7C3EAD8C-44D0-4789-8FD3-415EC52390DA}" dt="2025-12-13T15:47:38.183" v="1269" actId="27636"/>
          <ac:spMkLst>
            <pc:docMk/>
            <pc:sldMk cId="900747831" sldId="498"/>
            <ac:spMk id="3" creationId="{1B8A7863-E51A-457F-A642-259B983990B2}"/>
          </ac:spMkLst>
        </pc:spChg>
        <pc:spChg chg="add mod">
          <ac:chgData name="Teuku Raja Irfan Radarma" userId="cf428174-95ba-4576-8554-3a3b8ffa52b7" providerId="ADAL" clId="{7C3EAD8C-44D0-4789-8FD3-415EC52390DA}" dt="2025-12-13T15:15:39.500" v="1239" actId="207"/>
          <ac:spMkLst>
            <pc:docMk/>
            <pc:sldMk cId="900747831" sldId="498"/>
            <ac:spMk id="5" creationId="{AE10B0AA-1F17-47B2-8C76-C38657349CB7}"/>
          </ac:spMkLst>
        </pc:spChg>
        <pc:spChg chg="add del">
          <ac:chgData name="Teuku Raja Irfan Radarma" userId="cf428174-95ba-4576-8554-3a3b8ffa52b7" providerId="ADAL" clId="{7C3EAD8C-44D0-4789-8FD3-415EC52390DA}" dt="2025-12-13T15:47:09.041" v="1253"/>
          <ac:spMkLst>
            <pc:docMk/>
            <pc:sldMk cId="900747831" sldId="498"/>
            <ac:spMk id="6" creationId="{60CEA3A4-4BDC-4415-A737-9C14D2EC1AD4}"/>
          </ac:spMkLst>
        </pc:spChg>
        <pc:spChg chg="add del">
          <ac:chgData name="Teuku Raja Irfan Radarma" userId="cf428174-95ba-4576-8554-3a3b8ffa52b7" providerId="ADAL" clId="{7C3EAD8C-44D0-4789-8FD3-415EC52390DA}" dt="2025-12-13T15:47:12.784" v="1256"/>
          <ac:spMkLst>
            <pc:docMk/>
            <pc:sldMk cId="900747831" sldId="498"/>
            <ac:spMk id="7" creationId="{09B89852-32D8-4D90-BEA3-299AD55A9E35}"/>
          </ac:spMkLst>
        </pc:spChg>
      </pc:sldChg>
      <pc:sldChg chg="addSp delSp modSp new mod">
        <pc:chgData name="Teuku Raja Irfan Radarma" userId="cf428174-95ba-4576-8554-3a3b8ffa52b7" providerId="ADAL" clId="{7C3EAD8C-44D0-4789-8FD3-415EC52390DA}" dt="2025-12-13T16:13:21.214" v="1568" actId="20577"/>
        <pc:sldMkLst>
          <pc:docMk/>
          <pc:sldMk cId="950209993" sldId="499"/>
        </pc:sldMkLst>
        <pc:spChg chg="mod">
          <ac:chgData name="Teuku Raja Irfan Radarma" userId="cf428174-95ba-4576-8554-3a3b8ffa52b7" providerId="ADAL" clId="{7C3EAD8C-44D0-4789-8FD3-415EC52390DA}" dt="2025-12-13T16:11:14.715" v="1434" actId="14100"/>
          <ac:spMkLst>
            <pc:docMk/>
            <pc:sldMk cId="950209993" sldId="499"/>
            <ac:spMk id="2" creationId="{FB2E7A65-EFF8-4D5E-BCC3-7871BAEE772E}"/>
          </ac:spMkLst>
        </pc:spChg>
        <pc:spChg chg="mod">
          <ac:chgData name="Teuku Raja Irfan Radarma" userId="cf428174-95ba-4576-8554-3a3b8ffa52b7" providerId="ADAL" clId="{7C3EAD8C-44D0-4789-8FD3-415EC52390DA}" dt="2025-12-13T16:13:21.214" v="1568" actId="20577"/>
          <ac:spMkLst>
            <pc:docMk/>
            <pc:sldMk cId="950209993" sldId="499"/>
            <ac:spMk id="3" creationId="{F8023EFB-51A1-4DEF-86C3-47DF2F39AB1B}"/>
          </ac:spMkLst>
        </pc:spChg>
        <pc:spChg chg="add del">
          <ac:chgData name="Teuku Raja Irfan Radarma" userId="cf428174-95ba-4576-8554-3a3b8ffa52b7" providerId="ADAL" clId="{7C3EAD8C-44D0-4789-8FD3-415EC52390DA}" dt="2025-12-13T15:49:17.023" v="1307"/>
          <ac:spMkLst>
            <pc:docMk/>
            <pc:sldMk cId="950209993" sldId="499"/>
            <ac:spMk id="5" creationId="{4498F566-E92B-4E29-B8B2-F6A7A8BC3692}"/>
          </ac:spMkLst>
        </pc:spChg>
        <pc:spChg chg="add del">
          <ac:chgData name="Teuku Raja Irfan Radarma" userId="cf428174-95ba-4576-8554-3a3b8ffa52b7" providerId="ADAL" clId="{7C3EAD8C-44D0-4789-8FD3-415EC52390DA}" dt="2025-12-13T15:49:21.342" v="1309"/>
          <ac:spMkLst>
            <pc:docMk/>
            <pc:sldMk cId="950209993" sldId="499"/>
            <ac:spMk id="6" creationId="{99E903F9-71DB-4CAA-B4C7-9F8FCFDE233C}"/>
          </ac:spMkLst>
        </pc:spChg>
        <pc:spChg chg="add del">
          <ac:chgData name="Teuku Raja Irfan Radarma" userId="cf428174-95ba-4576-8554-3a3b8ffa52b7" providerId="ADAL" clId="{7C3EAD8C-44D0-4789-8FD3-415EC52390DA}" dt="2025-12-13T15:49:24.519" v="1311"/>
          <ac:spMkLst>
            <pc:docMk/>
            <pc:sldMk cId="950209993" sldId="499"/>
            <ac:spMk id="7" creationId="{1AEE9E37-A8AA-4363-83B0-312B888C8F9F}"/>
          </ac:spMkLst>
        </pc:spChg>
        <pc:spChg chg="add del">
          <ac:chgData name="Teuku Raja Irfan Radarma" userId="cf428174-95ba-4576-8554-3a3b8ffa52b7" providerId="ADAL" clId="{7C3EAD8C-44D0-4789-8FD3-415EC52390DA}" dt="2025-12-13T15:50:24.484" v="1371"/>
          <ac:spMkLst>
            <pc:docMk/>
            <pc:sldMk cId="950209993" sldId="499"/>
            <ac:spMk id="8" creationId="{636E4B2B-CC9C-48C8-95DA-21D521602BFB}"/>
          </ac:spMkLst>
        </pc:spChg>
        <pc:spChg chg="add del">
          <ac:chgData name="Teuku Raja Irfan Radarma" userId="cf428174-95ba-4576-8554-3a3b8ffa52b7" providerId="ADAL" clId="{7C3EAD8C-44D0-4789-8FD3-415EC52390DA}" dt="2025-12-13T16:12:43.102" v="1518"/>
          <ac:spMkLst>
            <pc:docMk/>
            <pc:sldMk cId="950209993" sldId="499"/>
            <ac:spMk id="9" creationId="{35738E6A-1C17-4F5B-9858-69626C6C8922}"/>
          </ac:spMkLst>
        </pc:spChg>
        <pc:picChg chg="add mod">
          <ac:chgData name="Teuku Raja Irfan Radarma" userId="cf428174-95ba-4576-8554-3a3b8ffa52b7" providerId="ADAL" clId="{7C3EAD8C-44D0-4789-8FD3-415EC52390DA}" dt="2025-12-13T16:11:12.935" v="1433" actId="1076"/>
          <ac:picMkLst>
            <pc:docMk/>
            <pc:sldMk cId="950209993" sldId="499"/>
            <ac:picMk id="7174" creationId="{D436FC3D-4DF1-44EB-8C6C-C65D4AEF4189}"/>
          </ac:picMkLst>
        </pc:picChg>
      </pc:sldChg>
      <pc:sldChg chg="addSp modSp new mod">
        <pc:chgData name="Teuku Raja Irfan Radarma" userId="cf428174-95ba-4576-8554-3a3b8ffa52b7" providerId="ADAL" clId="{7C3EAD8C-44D0-4789-8FD3-415EC52390DA}" dt="2025-12-13T16:25:52.397" v="1643" actId="20577"/>
        <pc:sldMkLst>
          <pc:docMk/>
          <pc:sldMk cId="614611906" sldId="500"/>
        </pc:sldMkLst>
        <pc:spChg chg="mod">
          <ac:chgData name="Teuku Raja Irfan Radarma" userId="cf428174-95ba-4576-8554-3a3b8ffa52b7" providerId="ADAL" clId="{7C3EAD8C-44D0-4789-8FD3-415EC52390DA}" dt="2025-12-13T16:20:07.616" v="1573" actId="14100"/>
          <ac:spMkLst>
            <pc:docMk/>
            <pc:sldMk cId="614611906" sldId="500"/>
            <ac:spMk id="2" creationId="{B20FFF3F-DE43-4340-84F0-15CEECC74F8A}"/>
          </ac:spMkLst>
        </pc:spChg>
        <pc:spChg chg="mod">
          <ac:chgData name="Teuku Raja Irfan Radarma" userId="cf428174-95ba-4576-8554-3a3b8ffa52b7" providerId="ADAL" clId="{7C3EAD8C-44D0-4789-8FD3-415EC52390DA}" dt="2025-12-13T16:25:52.397" v="1643" actId="20577"/>
          <ac:spMkLst>
            <pc:docMk/>
            <pc:sldMk cId="614611906" sldId="500"/>
            <ac:spMk id="3" creationId="{20F5841F-15FB-4A8B-A0BA-774008450490}"/>
          </ac:spMkLst>
        </pc:spChg>
        <pc:spChg chg="add mod">
          <ac:chgData name="Teuku Raja Irfan Radarma" userId="cf428174-95ba-4576-8554-3a3b8ffa52b7" providerId="ADAL" clId="{7C3EAD8C-44D0-4789-8FD3-415EC52390DA}" dt="2025-12-13T16:20:17.417" v="1576"/>
          <ac:spMkLst>
            <pc:docMk/>
            <pc:sldMk cId="614611906" sldId="500"/>
            <ac:spMk id="5" creationId="{23627F44-A4FC-49FB-A597-2D17A8BCCDF4}"/>
          </ac:spMkLst>
        </pc:spChg>
      </pc:sldChg>
      <pc:sldChg chg="addSp delSp modSp add mod">
        <pc:chgData name="Teuku Raja Irfan Radarma" userId="cf428174-95ba-4576-8554-3a3b8ffa52b7" providerId="ADAL" clId="{7C3EAD8C-44D0-4789-8FD3-415EC52390DA}" dt="2025-12-13T16:28:07.629" v="1723" actId="20577"/>
        <pc:sldMkLst>
          <pc:docMk/>
          <pc:sldMk cId="3491002283" sldId="501"/>
        </pc:sldMkLst>
        <pc:spChg chg="mod">
          <ac:chgData name="Teuku Raja Irfan Radarma" userId="cf428174-95ba-4576-8554-3a3b8ffa52b7" providerId="ADAL" clId="{7C3EAD8C-44D0-4789-8FD3-415EC52390DA}" dt="2025-12-13T16:26:23.250" v="1645"/>
          <ac:spMkLst>
            <pc:docMk/>
            <pc:sldMk cId="3491002283" sldId="501"/>
            <ac:spMk id="2" creationId="{B20FFF3F-DE43-4340-84F0-15CEECC74F8A}"/>
          </ac:spMkLst>
        </pc:spChg>
        <pc:spChg chg="mod">
          <ac:chgData name="Teuku Raja Irfan Radarma" userId="cf428174-95ba-4576-8554-3a3b8ffa52b7" providerId="ADAL" clId="{7C3EAD8C-44D0-4789-8FD3-415EC52390DA}" dt="2025-12-13T16:28:07.629" v="1723" actId="20577"/>
          <ac:spMkLst>
            <pc:docMk/>
            <pc:sldMk cId="3491002283" sldId="501"/>
            <ac:spMk id="3" creationId="{20F5841F-15FB-4A8B-A0BA-774008450490}"/>
          </ac:spMkLst>
        </pc:spChg>
        <pc:spChg chg="mod">
          <ac:chgData name="Teuku Raja Irfan Radarma" userId="cf428174-95ba-4576-8554-3a3b8ffa52b7" providerId="ADAL" clId="{7C3EAD8C-44D0-4789-8FD3-415EC52390DA}" dt="2025-12-13T16:26:30.333" v="1648"/>
          <ac:spMkLst>
            <pc:docMk/>
            <pc:sldMk cId="3491002283" sldId="501"/>
            <ac:spMk id="5" creationId="{23627F44-A4FC-49FB-A597-2D17A8BCCDF4}"/>
          </ac:spMkLst>
        </pc:spChg>
        <pc:spChg chg="add del">
          <ac:chgData name="Teuku Raja Irfan Radarma" userId="cf428174-95ba-4576-8554-3a3b8ffa52b7" providerId="ADAL" clId="{7C3EAD8C-44D0-4789-8FD3-415EC52390DA}" dt="2025-12-13T16:27:56.513" v="1667"/>
          <ac:spMkLst>
            <pc:docMk/>
            <pc:sldMk cId="3491002283" sldId="501"/>
            <ac:spMk id="6" creationId="{F33A8B46-920A-444F-9CF1-9E9A3F07DE6B}"/>
          </ac:spMkLst>
        </pc:spChg>
      </pc:sldChg>
      <pc:sldChg chg="addSp delSp modSp add mod">
        <pc:chgData name="Teuku Raja Irfan Radarma" userId="cf428174-95ba-4576-8554-3a3b8ffa52b7" providerId="ADAL" clId="{7C3EAD8C-44D0-4789-8FD3-415EC52390DA}" dt="2025-12-13T16:31:47.906" v="1807" actId="114"/>
        <pc:sldMkLst>
          <pc:docMk/>
          <pc:sldMk cId="2328737408" sldId="502"/>
        </pc:sldMkLst>
        <pc:spChg chg="mod">
          <ac:chgData name="Teuku Raja Irfan Radarma" userId="cf428174-95ba-4576-8554-3a3b8ffa52b7" providerId="ADAL" clId="{7C3EAD8C-44D0-4789-8FD3-415EC52390DA}" dt="2025-12-13T16:28:58.661" v="1725"/>
          <ac:spMkLst>
            <pc:docMk/>
            <pc:sldMk cId="2328737408" sldId="502"/>
            <ac:spMk id="2" creationId="{B20FFF3F-DE43-4340-84F0-15CEECC74F8A}"/>
          </ac:spMkLst>
        </pc:spChg>
        <pc:spChg chg="mod">
          <ac:chgData name="Teuku Raja Irfan Radarma" userId="cf428174-95ba-4576-8554-3a3b8ffa52b7" providerId="ADAL" clId="{7C3EAD8C-44D0-4789-8FD3-415EC52390DA}" dt="2025-12-13T16:31:33.828" v="1803" actId="113"/>
          <ac:spMkLst>
            <pc:docMk/>
            <pc:sldMk cId="2328737408" sldId="502"/>
            <ac:spMk id="3" creationId="{20F5841F-15FB-4A8B-A0BA-774008450490}"/>
          </ac:spMkLst>
        </pc:spChg>
        <pc:spChg chg="del">
          <ac:chgData name="Teuku Raja Irfan Radarma" userId="cf428174-95ba-4576-8554-3a3b8ffa52b7" providerId="ADAL" clId="{7C3EAD8C-44D0-4789-8FD3-415EC52390DA}" dt="2025-12-13T16:29:05.827" v="1726" actId="478"/>
          <ac:spMkLst>
            <pc:docMk/>
            <pc:sldMk cId="2328737408" sldId="502"/>
            <ac:spMk id="5" creationId="{23627F44-A4FC-49FB-A597-2D17A8BCCDF4}"/>
          </ac:spMkLst>
        </pc:spChg>
        <pc:spChg chg="add del">
          <ac:chgData name="Teuku Raja Irfan Radarma" userId="cf428174-95ba-4576-8554-3a3b8ffa52b7" providerId="ADAL" clId="{7C3EAD8C-44D0-4789-8FD3-415EC52390DA}" dt="2025-12-13T16:29:14.646" v="1728"/>
          <ac:spMkLst>
            <pc:docMk/>
            <pc:sldMk cId="2328737408" sldId="502"/>
            <ac:spMk id="6" creationId="{F36EC76C-B36E-4454-BC94-1870586C19B1}"/>
          </ac:spMkLst>
        </pc:spChg>
        <pc:spChg chg="add del">
          <ac:chgData name="Teuku Raja Irfan Radarma" userId="cf428174-95ba-4576-8554-3a3b8ffa52b7" providerId="ADAL" clId="{7C3EAD8C-44D0-4789-8FD3-415EC52390DA}" dt="2025-12-13T16:30:22.612" v="1767"/>
          <ac:spMkLst>
            <pc:docMk/>
            <pc:sldMk cId="2328737408" sldId="502"/>
            <ac:spMk id="7" creationId="{B8573ED3-6FC6-4778-96C0-37BE163B2847}"/>
          </ac:spMkLst>
        </pc:spChg>
        <pc:spChg chg="add mod">
          <ac:chgData name="Teuku Raja Irfan Radarma" userId="cf428174-95ba-4576-8554-3a3b8ffa52b7" providerId="ADAL" clId="{7C3EAD8C-44D0-4789-8FD3-415EC52390DA}" dt="2025-12-13T16:31:47.906" v="1807" actId="114"/>
          <ac:spMkLst>
            <pc:docMk/>
            <pc:sldMk cId="2328737408" sldId="502"/>
            <ac:spMk id="9" creationId="{07EADD05-E84C-403F-8A2F-EC1D52A0C517}"/>
          </ac:spMkLst>
        </pc:spChg>
      </pc:sldChg>
      <pc:sldChg chg="modSp new mod">
        <pc:chgData name="Teuku Raja Irfan Radarma" userId="cf428174-95ba-4576-8554-3a3b8ffa52b7" providerId="ADAL" clId="{7C3EAD8C-44D0-4789-8FD3-415EC52390DA}" dt="2025-12-13T23:22:59.939" v="2103" actId="20577"/>
        <pc:sldMkLst>
          <pc:docMk/>
          <pc:sldMk cId="3933856039" sldId="503"/>
        </pc:sldMkLst>
        <pc:spChg chg="mod">
          <ac:chgData name="Teuku Raja Irfan Radarma" userId="cf428174-95ba-4576-8554-3a3b8ffa52b7" providerId="ADAL" clId="{7C3EAD8C-44D0-4789-8FD3-415EC52390DA}" dt="2025-12-13T23:21:03.060" v="1851" actId="20577"/>
          <ac:spMkLst>
            <pc:docMk/>
            <pc:sldMk cId="3933856039" sldId="503"/>
            <ac:spMk id="2" creationId="{5474A816-7CAB-4E88-83D8-BB1EC8CAD123}"/>
          </ac:spMkLst>
        </pc:spChg>
        <pc:spChg chg="mod">
          <ac:chgData name="Teuku Raja Irfan Radarma" userId="cf428174-95ba-4576-8554-3a3b8ffa52b7" providerId="ADAL" clId="{7C3EAD8C-44D0-4789-8FD3-415EC52390DA}" dt="2025-12-13T23:22:59.939" v="2103" actId="20577"/>
          <ac:spMkLst>
            <pc:docMk/>
            <pc:sldMk cId="3933856039" sldId="503"/>
            <ac:spMk id="4" creationId="{825C7E4A-597D-4324-BC93-3257388D6094}"/>
          </ac:spMkLst>
        </pc:spChg>
      </pc:sldChg>
      <pc:sldChg chg="modSp new mod">
        <pc:chgData name="Teuku Raja Irfan Radarma" userId="cf428174-95ba-4576-8554-3a3b8ffa52b7" providerId="ADAL" clId="{7C3EAD8C-44D0-4789-8FD3-415EC52390DA}" dt="2025-12-14T05:55:08.191" v="2152" actId="20577"/>
        <pc:sldMkLst>
          <pc:docMk/>
          <pc:sldMk cId="118148788" sldId="504"/>
        </pc:sldMkLst>
        <pc:spChg chg="mod">
          <ac:chgData name="Teuku Raja Irfan Radarma" userId="cf428174-95ba-4576-8554-3a3b8ffa52b7" providerId="ADAL" clId="{7C3EAD8C-44D0-4789-8FD3-415EC52390DA}" dt="2025-12-14T05:54:27.936" v="2117" actId="20577"/>
          <ac:spMkLst>
            <pc:docMk/>
            <pc:sldMk cId="118148788" sldId="504"/>
            <ac:spMk id="2" creationId="{C02CA0AC-1C25-4D2B-AC20-7728E182A613}"/>
          </ac:spMkLst>
        </pc:spChg>
        <pc:spChg chg="mod">
          <ac:chgData name="Teuku Raja Irfan Radarma" userId="cf428174-95ba-4576-8554-3a3b8ffa52b7" providerId="ADAL" clId="{7C3EAD8C-44D0-4789-8FD3-415EC52390DA}" dt="2025-12-14T05:55:08.191" v="2152" actId="20577"/>
          <ac:spMkLst>
            <pc:docMk/>
            <pc:sldMk cId="118148788" sldId="504"/>
            <ac:spMk id="4" creationId="{73CF8F04-41AA-4C11-9FCD-363622CB1E7C}"/>
          </ac:spMkLst>
        </pc:spChg>
      </pc:sldChg>
      <pc:sldChg chg="add">
        <pc:chgData name="Teuku Raja Irfan Radarma" userId="cf428174-95ba-4576-8554-3a3b8ffa52b7" providerId="ADAL" clId="{7C3EAD8C-44D0-4789-8FD3-415EC52390DA}" dt="2025-12-14T12:19:13.779" v="2153"/>
        <pc:sldMkLst>
          <pc:docMk/>
          <pc:sldMk cId="3838142424" sldId="507"/>
        </pc:sldMkLst>
      </pc:sldChg>
    </pc:docChg>
  </pc:docChgLst>
  <pc:docChgLst>
    <pc:chgData name="Teuku Raja Irfan Radarma" userId="cf428174-95ba-4576-8554-3a3b8ffa52b7" providerId="ADAL" clId="{9D6983BC-2B41-4A2C-9BDB-BF4B506A1F53}"/>
    <pc:docChg chg="undo custSel addSld delSld modSld sldOrd">
      <pc:chgData name="Teuku Raja Irfan Radarma" userId="cf428174-95ba-4576-8554-3a3b8ffa52b7" providerId="ADAL" clId="{9D6983BC-2B41-4A2C-9BDB-BF4B506A1F53}" dt="2026-01-05T01:36:15.913" v="2674" actId="20577"/>
      <pc:docMkLst>
        <pc:docMk/>
      </pc:docMkLst>
      <pc:sldChg chg="modSp mod">
        <pc:chgData name="Teuku Raja Irfan Radarma" userId="cf428174-95ba-4576-8554-3a3b8ffa52b7" providerId="ADAL" clId="{9D6983BC-2B41-4A2C-9BDB-BF4B506A1F53}" dt="2026-01-01T01:48:51.608" v="28" actId="113"/>
        <pc:sldMkLst>
          <pc:docMk/>
          <pc:sldMk cId="4030995347" sldId="257"/>
        </pc:sldMkLst>
        <pc:spChg chg="mod">
          <ac:chgData name="Teuku Raja Irfan Radarma" userId="cf428174-95ba-4576-8554-3a3b8ffa52b7" providerId="ADAL" clId="{9D6983BC-2B41-4A2C-9BDB-BF4B506A1F53}" dt="2026-01-01T01:48:51.608" v="28" actId="113"/>
          <ac:spMkLst>
            <pc:docMk/>
            <pc:sldMk cId="4030995347" sldId="257"/>
            <ac:spMk id="3" creationId="{940F5DB3-7A6F-EDD4-9F33-B3FF6161C717}"/>
          </ac:spMkLst>
        </pc:spChg>
      </pc:sldChg>
      <pc:sldChg chg="addSp delSp modSp mod">
        <pc:chgData name="Teuku Raja Irfan Radarma" userId="cf428174-95ba-4576-8554-3a3b8ffa52b7" providerId="ADAL" clId="{9D6983BC-2B41-4A2C-9BDB-BF4B506A1F53}" dt="2026-01-01T04:19:18.122" v="1796" actId="18131"/>
        <pc:sldMkLst>
          <pc:docMk/>
          <pc:sldMk cId="911610319" sldId="262"/>
        </pc:sldMkLst>
        <pc:spChg chg="mod">
          <ac:chgData name="Teuku Raja Irfan Radarma" userId="cf428174-95ba-4576-8554-3a3b8ffa52b7" providerId="ADAL" clId="{9D6983BC-2B41-4A2C-9BDB-BF4B506A1F53}" dt="2026-01-01T01:48:41.053" v="24" actId="20577"/>
          <ac:spMkLst>
            <pc:docMk/>
            <pc:sldMk cId="911610319" sldId="262"/>
            <ac:spMk id="3" creationId="{B17BBDE0-3A4E-3EA2-60B0-F9756E347209}"/>
          </ac:spMkLst>
        </pc:spChg>
        <pc:spChg chg="mod">
          <ac:chgData name="Teuku Raja Irfan Radarma" userId="cf428174-95ba-4576-8554-3a3b8ffa52b7" providerId="ADAL" clId="{9D6983BC-2B41-4A2C-9BDB-BF4B506A1F53}" dt="2026-01-01T01:48:43.008" v="25" actId="20577"/>
          <ac:spMkLst>
            <pc:docMk/>
            <pc:sldMk cId="911610319" sldId="262"/>
            <ac:spMk id="4" creationId="{FFCC89D4-8169-77D5-D53F-1E998B469C40}"/>
          </ac:spMkLst>
        </pc:spChg>
        <pc:spChg chg="add del mod">
          <ac:chgData name="Teuku Raja Irfan Radarma" userId="cf428174-95ba-4576-8554-3a3b8ffa52b7" providerId="ADAL" clId="{9D6983BC-2B41-4A2C-9BDB-BF4B506A1F53}" dt="2026-01-01T04:19:06.501" v="1792" actId="931"/>
          <ac:spMkLst>
            <pc:docMk/>
            <pc:sldMk cId="911610319" sldId="262"/>
            <ac:spMk id="6" creationId="{581CED72-7F93-4C4D-9B82-D3A7A2BC1B7C}"/>
          </ac:spMkLst>
        </pc:spChg>
        <pc:picChg chg="add del mod">
          <ac:chgData name="Teuku Raja Irfan Radarma" userId="cf428174-95ba-4576-8554-3a3b8ffa52b7" providerId="ADAL" clId="{9D6983BC-2B41-4A2C-9BDB-BF4B506A1F53}" dt="2026-01-01T04:18:56.146" v="1791" actId="478"/>
          <ac:picMkLst>
            <pc:docMk/>
            <pc:sldMk cId="911610319" sldId="262"/>
            <ac:picMk id="5" creationId="{5D0AF515-BA1E-496B-BCC4-2261F19A1DD5}"/>
          </ac:picMkLst>
        </pc:picChg>
        <pc:picChg chg="del mod">
          <ac:chgData name="Teuku Raja Irfan Radarma" userId="cf428174-95ba-4576-8554-3a3b8ffa52b7" providerId="ADAL" clId="{9D6983BC-2B41-4A2C-9BDB-BF4B506A1F53}" dt="2026-01-01T04:18:51.408" v="1787" actId="478"/>
          <ac:picMkLst>
            <pc:docMk/>
            <pc:sldMk cId="911610319" sldId="262"/>
            <ac:picMk id="8" creationId="{62050987-8CC6-442F-88E1-8386779A2F31}"/>
          </ac:picMkLst>
        </pc:picChg>
        <pc:picChg chg="add mod modCrop">
          <ac:chgData name="Teuku Raja Irfan Radarma" userId="cf428174-95ba-4576-8554-3a3b8ffa52b7" providerId="ADAL" clId="{9D6983BC-2B41-4A2C-9BDB-BF4B506A1F53}" dt="2026-01-01T04:19:18.122" v="1796" actId="18131"/>
          <ac:picMkLst>
            <pc:docMk/>
            <pc:sldMk cId="911610319" sldId="262"/>
            <ac:picMk id="9" creationId="{54AE87D0-7797-4862-92AB-F7908B657C78}"/>
          </ac:picMkLst>
        </pc:picChg>
      </pc:sldChg>
      <pc:sldChg chg="modSp mod">
        <pc:chgData name="Teuku Raja Irfan Radarma" userId="cf428174-95ba-4576-8554-3a3b8ffa52b7" providerId="ADAL" clId="{9D6983BC-2B41-4A2C-9BDB-BF4B506A1F53}" dt="2026-01-01T01:50:26.458" v="250" actId="20577"/>
        <pc:sldMkLst>
          <pc:docMk/>
          <pc:sldMk cId="3835074240" sldId="263"/>
        </pc:sldMkLst>
        <pc:spChg chg="mod">
          <ac:chgData name="Teuku Raja Irfan Radarma" userId="cf428174-95ba-4576-8554-3a3b8ffa52b7" providerId="ADAL" clId="{9D6983BC-2B41-4A2C-9BDB-BF4B506A1F53}" dt="2026-01-01T01:50:26.458" v="250" actId="20577"/>
          <ac:spMkLst>
            <pc:docMk/>
            <pc:sldMk cId="3835074240" sldId="263"/>
            <ac:spMk id="2" creationId="{2079CBE2-7ADF-23F1-83BE-26DF183A5B12}"/>
          </ac:spMkLst>
        </pc:spChg>
      </pc:sldChg>
      <pc:sldChg chg="addSp delSp modSp mod">
        <pc:chgData name="Teuku Raja Irfan Radarma" userId="cf428174-95ba-4576-8554-3a3b8ffa52b7" providerId="ADAL" clId="{9D6983BC-2B41-4A2C-9BDB-BF4B506A1F53}" dt="2026-01-01T01:55:45.271" v="713" actId="20577"/>
        <pc:sldMkLst>
          <pc:docMk/>
          <pc:sldMk cId="1457204914" sldId="264"/>
        </pc:sldMkLst>
        <pc:spChg chg="add del mod">
          <ac:chgData name="Teuku Raja Irfan Radarma" userId="cf428174-95ba-4576-8554-3a3b8ffa52b7" providerId="ADAL" clId="{9D6983BC-2B41-4A2C-9BDB-BF4B506A1F53}" dt="2026-01-01T01:55:45.271" v="713" actId="20577"/>
          <ac:spMkLst>
            <pc:docMk/>
            <pc:sldMk cId="1457204914" sldId="264"/>
            <ac:spMk id="4" creationId="{EE064B16-72CC-4606-A23D-7291843EEFBB}"/>
          </ac:spMkLst>
        </pc:spChg>
        <pc:spChg chg="add del mod">
          <ac:chgData name="Teuku Raja Irfan Radarma" userId="cf428174-95ba-4576-8554-3a3b8ffa52b7" providerId="ADAL" clId="{9D6983BC-2B41-4A2C-9BDB-BF4B506A1F53}" dt="2026-01-01T01:51:00.839" v="253" actId="478"/>
          <ac:spMkLst>
            <pc:docMk/>
            <pc:sldMk cId="1457204914" sldId="264"/>
            <ac:spMk id="5" creationId="{E1A219FC-DA4B-4793-937A-16E86D77DAE5}"/>
          </ac:spMkLst>
        </pc:spChg>
      </pc:sldChg>
      <pc:sldChg chg="modSp mod">
        <pc:chgData name="Teuku Raja Irfan Radarma" userId="cf428174-95ba-4576-8554-3a3b8ffa52b7" providerId="ADAL" clId="{9D6983BC-2B41-4A2C-9BDB-BF4B506A1F53}" dt="2026-01-01T01:49:14.435" v="102" actId="20577"/>
        <pc:sldMkLst>
          <pc:docMk/>
          <pc:sldMk cId="2891726164" sldId="304"/>
        </pc:sldMkLst>
        <pc:spChg chg="mod">
          <ac:chgData name="Teuku Raja Irfan Radarma" userId="cf428174-95ba-4576-8554-3a3b8ffa52b7" providerId="ADAL" clId="{9D6983BC-2B41-4A2C-9BDB-BF4B506A1F53}" dt="2026-01-01T01:49:14.435" v="102" actId="20577"/>
          <ac:spMkLst>
            <pc:docMk/>
            <pc:sldMk cId="2891726164" sldId="304"/>
            <ac:spMk id="3" creationId="{0EEF17E5-AD4D-CEBE-F9C3-691B024490D7}"/>
          </ac:spMkLst>
        </pc:spChg>
      </pc:sldChg>
      <pc:sldChg chg="del">
        <pc:chgData name="Teuku Raja Irfan Radarma" userId="cf428174-95ba-4576-8554-3a3b8ffa52b7" providerId="ADAL" clId="{9D6983BC-2B41-4A2C-9BDB-BF4B506A1F53}" dt="2026-01-01T01:50:41.577" v="251" actId="47"/>
        <pc:sldMkLst>
          <pc:docMk/>
          <pc:sldMk cId="3404562138" sldId="305"/>
        </pc:sldMkLst>
      </pc:sldChg>
      <pc:sldChg chg="delSp modSp mod">
        <pc:chgData name="Teuku Raja Irfan Radarma" userId="cf428174-95ba-4576-8554-3a3b8ffa52b7" providerId="ADAL" clId="{9D6983BC-2B41-4A2C-9BDB-BF4B506A1F53}" dt="2026-01-01T01:51:59.622" v="270" actId="113"/>
        <pc:sldMkLst>
          <pc:docMk/>
          <pc:sldMk cId="212132516" sldId="463"/>
        </pc:sldMkLst>
        <pc:spChg chg="mod">
          <ac:chgData name="Teuku Raja Irfan Radarma" userId="cf428174-95ba-4576-8554-3a3b8ffa52b7" providerId="ADAL" clId="{9D6983BC-2B41-4A2C-9BDB-BF4B506A1F53}" dt="2026-01-01T01:51:59.622" v="270" actId="113"/>
          <ac:spMkLst>
            <pc:docMk/>
            <pc:sldMk cId="212132516" sldId="463"/>
            <ac:spMk id="3" creationId="{FB5BE946-FF5F-4410-A12D-F0EE584B25FB}"/>
          </ac:spMkLst>
        </pc:spChg>
        <pc:spChg chg="del">
          <ac:chgData name="Teuku Raja Irfan Radarma" userId="cf428174-95ba-4576-8554-3a3b8ffa52b7" providerId="ADAL" clId="{9D6983BC-2B41-4A2C-9BDB-BF4B506A1F53}" dt="2026-01-01T01:51:27.915" v="256" actId="478"/>
          <ac:spMkLst>
            <pc:docMk/>
            <pc:sldMk cId="212132516" sldId="463"/>
            <ac:spMk id="7" creationId="{5CA763A6-BCD0-4198-855E-C521C67F6F40}"/>
          </ac:spMkLst>
        </pc:spChg>
      </pc:sldChg>
      <pc:sldChg chg="del">
        <pc:chgData name="Teuku Raja Irfan Radarma" userId="cf428174-95ba-4576-8554-3a3b8ffa52b7" providerId="ADAL" clId="{9D6983BC-2B41-4A2C-9BDB-BF4B506A1F53}" dt="2026-01-01T01:55:25.944" v="690" actId="47"/>
        <pc:sldMkLst>
          <pc:docMk/>
          <pc:sldMk cId="546366545" sldId="464"/>
        </pc:sldMkLst>
      </pc:sldChg>
      <pc:sldChg chg="del">
        <pc:chgData name="Teuku Raja Irfan Radarma" userId="cf428174-95ba-4576-8554-3a3b8ffa52b7" providerId="ADAL" clId="{9D6983BC-2B41-4A2C-9BDB-BF4B506A1F53}" dt="2026-01-01T01:55:25.944" v="690" actId="47"/>
        <pc:sldMkLst>
          <pc:docMk/>
          <pc:sldMk cId="3204734382" sldId="465"/>
        </pc:sldMkLst>
      </pc:sldChg>
      <pc:sldChg chg="del">
        <pc:chgData name="Teuku Raja Irfan Radarma" userId="cf428174-95ba-4576-8554-3a3b8ffa52b7" providerId="ADAL" clId="{9D6983BC-2B41-4A2C-9BDB-BF4B506A1F53}" dt="2026-01-01T01:55:25.944" v="690" actId="47"/>
        <pc:sldMkLst>
          <pc:docMk/>
          <pc:sldMk cId="840397248" sldId="466"/>
        </pc:sldMkLst>
      </pc:sldChg>
      <pc:sldChg chg="modSp mod">
        <pc:chgData name="Teuku Raja Irfan Radarma" userId="cf428174-95ba-4576-8554-3a3b8ffa52b7" providerId="ADAL" clId="{9D6983BC-2B41-4A2C-9BDB-BF4B506A1F53}" dt="2026-01-01T01:56:21.118" v="770" actId="20577"/>
        <pc:sldMkLst>
          <pc:docMk/>
          <pc:sldMk cId="349334146" sldId="467"/>
        </pc:sldMkLst>
        <pc:spChg chg="mod">
          <ac:chgData name="Teuku Raja Irfan Radarma" userId="cf428174-95ba-4576-8554-3a3b8ffa52b7" providerId="ADAL" clId="{9D6983BC-2B41-4A2C-9BDB-BF4B506A1F53}" dt="2026-01-01T01:55:58.653" v="735" actId="20577"/>
          <ac:spMkLst>
            <pc:docMk/>
            <pc:sldMk cId="349334146" sldId="467"/>
            <ac:spMk id="2" creationId="{7E958052-05B2-9F29-B874-84F80A24B16B}"/>
          </ac:spMkLst>
        </pc:spChg>
        <pc:spChg chg="mod">
          <ac:chgData name="Teuku Raja Irfan Radarma" userId="cf428174-95ba-4576-8554-3a3b8ffa52b7" providerId="ADAL" clId="{9D6983BC-2B41-4A2C-9BDB-BF4B506A1F53}" dt="2026-01-01T01:56:21.118" v="770" actId="20577"/>
          <ac:spMkLst>
            <pc:docMk/>
            <pc:sldMk cId="349334146" sldId="467"/>
            <ac:spMk id="4" creationId="{EE064B16-72CC-4606-A23D-7291843EEFBB}"/>
          </ac:spMkLst>
        </pc:spChg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1512773790" sldId="468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3919236139" sldId="469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454483339" sldId="470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2937451312" sldId="471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2390475230" sldId="472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986164718" sldId="473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3959864989" sldId="474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1943341466" sldId="476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3999253152" sldId="477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1223553154" sldId="478"/>
        </pc:sldMkLst>
      </pc:sldChg>
      <pc:sldChg chg="del">
        <pc:chgData name="Teuku Raja Irfan Radarma" userId="cf428174-95ba-4576-8554-3a3b8ffa52b7" providerId="ADAL" clId="{9D6983BC-2B41-4A2C-9BDB-BF4B506A1F53}" dt="2026-01-01T01:55:25.944" v="690" actId="47"/>
        <pc:sldMkLst>
          <pc:docMk/>
          <pc:sldMk cId="387560748" sldId="479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3994387607" sldId="480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2568129011" sldId="481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3342135666" sldId="482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1275955466" sldId="483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3595917168" sldId="484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2592875035" sldId="485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1425490190" sldId="486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4022335933" sldId="487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3267413274" sldId="488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4265093686" sldId="489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2147498015" sldId="490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3345166437" sldId="491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1895346072" sldId="492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1905435217" sldId="493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2447765306" sldId="494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1621463854" sldId="495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1806752585" sldId="496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1412685268" sldId="497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900747831" sldId="498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950209993" sldId="499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614611906" sldId="500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3491002283" sldId="501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2328737408" sldId="502"/>
        </pc:sldMkLst>
      </pc:sldChg>
      <pc:sldChg chg="modSp mod">
        <pc:chgData name="Teuku Raja Irfan Radarma" userId="cf428174-95ba-4576-8554-3a3b8ffa52b7" providerId="ADAL" clId="{9D6983BC-2B41-4A2C-9BDB-BF4B506A1F53}" dt="2026-01-01T04:50:30.914" v="2064" actId="12"/>
        <pc:sldMkLst>
          <pc:docMk/>
          <pc:sldMk cId="3933856039" sldId="503"/>
        </pc:sldMkLst>
        <pc:spChg chg="mod">
          <ac:chgData name="Teuku Raja Irfan Radarma" userId="cf428174-95ba-4576-8554-3a3b8ffa52b7" providerId="ADAL" clId="{9D6983BC-2B41-4A2C-9BDB-BF4B506A1F53}" dt="2026-01-01T04:50:26.327" v="2053" actId="20577"/>
          <ac:spMkLst>
            <pc:docMk/>
            <pc:sldMk cId="3933856039" sldId="503"/>
            <ac:spMk id="2" creationId="{5474A816-7CAB-4E88-83D8-BB1EC8CAD123}"/>
          </ac:spMkLst>
        </pc:spChg>
        <pc:spChg chg="mod">
          <ac:chgData name="Teuku Raja Irfan Radarma" userId="cf428174-95ba-4576-8554-3a3b8ffa52b7" providerId="ADAL" clId="{9D6983BC-2B41-4A2C-9BDB-BF4B506A1F53}" dt="2026-01-01T04:50:30.914" v="2064" actId="12"/>
          <ac:spMkLst>
            <pc:docMk/>
            <pc:sldMk cId="3933856039" sldId="503"/>
            <ac:spMk id="4" creationId="{825C7E4A-597D-4324-BC93-3257388D6094}"/>
          </ac:spMkLst>
        </pc:spChg>
      </pc:sldChg>
      <pc:sldChg chg="del">
        <pc:chgData name="Teuku Raja Irfan Radarma" userId="cf428174-95ba-4576-8554-3a3b8ffa52b7" providerId="ADAL" clId="{9D6983BC-2B41-4A2C-9BDB-BF4B506A1F53}" dt="2026-01-01T04:50:35.866" v="2065" actId="47"/>
        <pc:sldMkLst>
          <pc:docMk/>
          <pc:sldMk cId="118148788" sldId="504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3838142424" sldId="507"/>
        </pc:sldMkLst>
      </pc:sldChg>
      <pc:sldChg chg="modSp add mod">
        <pc:chgData name="Teuku Raja Irfan Radarma" userId="cf428174-95ba-4576-8554-3a3b8ffa52b7" providerId="ADAL" clId="{9D6983BC-2B41-4A2C-9BDB-BF4B506A1F53}" dt="2026-01-01T01:55:11.113" v="689" actId="113"/>
        <pc:sldMkLst>
          <pc:docMk/>
          <pc:sldMk cId="2622249724" sldId="508"/>
        </pc:sldMkLst>
        <pc:spChg chg="mod">
          <ac:chgData name="Teuku Raja Irfan Radarma" userId="cf428174-95ba-4576-8554-3a3b8ffa52b7" providerId="ADAL" clId="{9D6983BC-2B41-4A2C-9BDB-BF4B506A1F53}" dt="2026-01-01T01:55:11.113" v="689" actId="113"/>
          <ac:spMkLst>
            <pc:docMk/>
            <pc:sldMk cId="2622249724" sldId="508"/>
            <ac:spMk id="3" creationId="{FB5BE946-FF5F-4410-A12D-F0EE584B25FB}"/>
          </ac:spMkLst>
        </pc:spChg>
      </pc:sldChg>
      <pc:sldChg chg="addSp delSp modSp new mod">
        <pc:chgData name="Teuku Raja Irfan Radarma" userId="cf428174-95ba-4576-8554-3a3b8ffa52b7" providerId="ADAL" clId="{9D6983BC-2B41-4A2C-9BDB-BF4B506A1F53}" dt="2026-01-01T02:32:18.828" v="914" actId="1076"/>
        <pc:sldMkLst>
          <pc:docMk/>
          <pc:sldMk cId="855949748" sldId="509"/>
        </pc:sldMkLst>
        <pc:spChg chg="mod">
          <ac:chgData name="Teuku Raja Irfan Radarma" userId="cf428174-95ba-4576-8554-3a3b8ffa52b7" providerId="ADAL" clId="{9D6983BC-2B41-4A2C-9BDB-BF4B506A1F53}" dt="2026-01-01T02:31:36.718" v="887" actId="14100"/>
          <ac:spMkLst>
            <pc:docMk/>
            <pc:sldMk cId="855949748" sldId="509"/>
            <ac:spMk id="2" creationId="{88443EB8-4892-44AF-9B44-964D1F7B3B29}"/>
          </ac:spMkLst>
        </pc:spChg>
        <pc:spChg chg="mod">
          <ac:chgData name="Teuku Raja Irfan Radarma" userId="cf428174-95ba-4576-8554-3a3b8ffa52b7" providerId="ADAL" clId="{9D6983BC-2B41-4A2C-9BDB-BF4B506A1F53}" dt="2026-01-01T02:31:40.581" v="889" actId="1076"/>
          <ac:spMkLst>
            <pc:docMk/>
            <pc:sldMk cId="855949748" sldId="509"/>
            <ac:spMk id="3" creationId="{900EA912-00A5-406D-9EDF-75CE771BE41D}"/>
          </ac:spMkLst>
        </pc:spChg>
        <pc:spChg chg="add mod">
          <ac:chgData name="Teuku Raja Irfan Radarma" userId="cf428174-95ba-4576-8554-3a3b8ffa52b7" providerId="ADAL" clId="{9D6983BC-2B41-4A2C-9BDB-BF4B506A1F53}" dt="2026-01-01T02:31:50.267" v="895" actId="14100"/>
          <ac:spMkLst>
            <pc:docMk/>
            <pc:sldMk cId="855949748" sldId="509"/>
            <ac:spMk id="8" creationId="{7C077DD7-7249-4568-9D4E-F9032B2FF8FA}"/>
          </ac:spMkLst>
        </pc:spChg>
        <pc:spChg chg="add del">
          <ac:chgData name="Teuku Raja Irfan Radarma" userId="cf428174-95ba-4576-8554-3a3b8ffa52b7" providerId="ADAL" clId="{9D6983BC-2B41-4A2C-9BDB-BF4B506A1F53}" dt="2026-01-01T02:30:29.557" v="859"/>
          <ac:spMkLst>
            <pc:docMk/>
            <pc:sldMk cId="855949748" sldId="509"/>
            <ac:spMk id="9" creationId="{DE5C4D33-2834-4385-A10B-14F66F8F4A5B}"/>
          </ac:spMkLst>
        </pc:spChg>
        <pc:spChg chg="add del">
          <ac:chgData name="Teuku Raja Irfan Radarma" userId="cf428174-95ba-4576-8554-3a3b8ffa52b7" providerId="ADAL" clId="{9D6983BC-2B41-4A2C-9BDB-BF4B506A1F53}" dt="2026-01-01T02:30:35.279" v="861"/>
          <ac:spMkLst>
            <pc:docMk/>
            <pc:sldMk cId="855949748" sldId="509"/>
            <ac:spMk id="10" creationId="{70178013-661D-4794-926B-399015AB1C7C}"/>
          </ac:spMkLst>
        </pc:spChg>
        <pc:spChg chg="add del">
          <ac:chgData name="Teuku Raja Irfan Radarma" userId="cf428174-95ba-4576-8554-3a3b8ffa52b7" providerId="ADAL" clId="{9D6983BC-2B41-4A2C-9BDB-BF4B506A1F53}" dt="2026-01-01T02:30:39.324" v="863"/>
          <ac:spMkLst>
            <pc:docMk/>
            <pc:sldMk cId="855949748" sldId="509"/>
            <ac:spMk id="11" creationId="{3B42AC30-CDF7-4C62-BBA1-12BCCC55CBD9}"/>
          </ac:spMkLst>
        </pc:spChg>
        <pc:spChg chg="add mod">
          <ac:chgData name="Teuku Raja Irfan Radarma" userId="cf428174-95ba-4576-8554-3a3b8ffa52b7" providerId="ADAL" clId="{9D6983BC-2B41-4A2C-9BDB-BF4B506A1F53}" dt="2026-01-01T02:32:18.828" v="914" actId="1076"/>
          <ac:spMkLst>
            <pc:docMk/>
            <pc:sldMk cId="855949748" sldId="509"/>
            <ac:spMk id="12" creationId="{659AC6AE-624E-4D3C-94B3-B05423B6B2A5}"/>
          </ac:spMkLst>
        </pc:spChg>
        <pc:picChg chg="add mod">
          <ac:chgData name="Teuku Raja Irfan Radarma" userId="cf428174-95ba-4576-8554-3a3b8ffa52b7" providerId="ADAL" clId="{9D6983BC-2B41-4A2C-9BDB-BF4B506A1F53}" dt="2026-01-01T02:31:45.358" v="893" actId="1076"/>
          <ac:picMkLst>
            <pc:docMk/>
            <pc:sldMk cId="855949748" sldId="509"/>
            <ac:picMk id="6" creationId="{E5E67A07-B4A2-455D-8C44-95673F0D0F53}"/>
          </ac:picMkLst>
        </pc:picChg>
      </pc:sldChg>
      <pc:sldChg chg="addSp delSp modSp new mod">
        <pc:chgData name="Teuku Raja Irfan Radarma" userId="cf428174-95ba-4576-8554-3a3b8ffa52b7" providerId="ADAL" clId="{9D6983BC-2B41-4A2C-9BDB-BF4B506A1F53}" dt="2026-01-01T02:41:23.387" v="961" actId="2711"/>
        <pc:sldMkLst>
          <pc:docMk/>
          <pc:sldMk cId="2571980247" sldId="510"/>
        </pc:sldMkLst>
        <pc:spChg chg="mod">
          <ac:chgData name="Teuku Raja Irfan Radarma" userId="cf428174-95ba-4576-8554-3a3b8ffa52b7" providerId="ADAL" clId="{9D6983BC-2B41-4A2C-9BDB-BF4B506A1F53}" dt="2026-01-01T02:41:09.158" v="956" actId="14100"/>
          <ac:spMkLst>
            <pc:docMk/>
            <pc:sldMk cId="2571980247" sldId="510"/>
            <ac:spMk id="2" creationId="{32A98C14-FC7B-4B1E-AC0F-C08273A0D328}"/>
          </ac:spMkLst>
        </pc:spChg>
        <pc:spChg chg="del">
          <ac:chgData name="Teuku Raja Irfan Radarma" userId="cf428174-95ba-4576-8554-3a3b8ffa52b7" providerId="ADAL" clId="{9D6983BC-2B41-4A2C-9BDB-BF4B506A1F53}" dt="2026-01-01T02:40:38.002" v="941"/>
          <ac:spMkLst>
            <pc:docMk/>
            <pc:sldMk cId="2571980247" sldId="510"/>
            <ac:spMk id="3" creationId="{2797B037-735A-4640-8E46-C1CAA9A9B16D}"/>
          </ac:spMkLst>
        </pc:spChg>
        <pc:spChg chg="add mod">
          <ac:chgData name="Teuku Raja Irfan Radarma" userId="cf428174-95ba-4576-8554-3a3b8ffa52b7" providerId="ADAL" clId="{9D6983BC-2B41-4A2C-9BDB-BF4B506A1F53}" dt="2026-01-01T02:41:23.387" v="961" actId="2711"/>
          <ac:spMkLst>
            <pc:docMk/>
            <pc:sldMk cId="2571980247" sldId="510"/>
            <ac:spMk id="5" creationId="{44052953-DAEF-4455-BCA5-3CA7F9704E5D}"/>
          </ac:spMkLst>
        </pc:spChg>
      </pc:sldChg>
      <pc:sldChg chg="delSp modSp add del mod">
        <pc:chgData name="Teuku Raja Irfan Radarma" userId="cf428174-95ba-4576-8554-3a3b8ffa52b7" providerId="ADAL" clId="{9D6983BC-2B41-4A2C-9BDB-BF4B506A1F53}" dt="2026-01-01T02:35:47.828" v="921" actId="47"/>
        <pc:sldMkLst>
          <pc:docMk/>
          <pc:sldMk cId="1212142191" sldId="511"/>
        </pc:sldMkLst>
        <pc:spChg chg="mod">
          <ac:chgData name="Teuku Raja Irfan Radarma" userId="cf428174-95ba-4576-8554-3a3b8ffa52b7" providerId="ADAL" clId="{9D6983BC-2B41-4A2C-9BDB-BF4B506A1F53}" dt="2026-01-01T02:35:45.743" v="920" actId="1076"/>
          <ac:spMkLst>
            <pc:docMk/>
            <pc:sldMk cId="1212142191" sldId="511"/>
            <ac:spMk id="8" creationId="{7C077DD7-7249-4568-9D4E-F9032B2FF8FA}"/>
          </ac:spMkLst>
        </pc:spChg>
        <pc:picChg chg="del">
          <ac:chgData name="Teuku Raja Irfan Radarma" userId="cf428174-95ba-4576-8554-3a3b8ffa52b7" providerId="ADAL" clId="{9D6983BC-2B41-4A2C-9BDB-BF4B506A1F53}" dt="2026-01-01T02:35:41.738" v="918" actId="478"/>
          <ac:picMkLst>
            <pc:docMk/>
            <pc:sldMk cId="1212142191" sldId="511"/>
            <ac:picMk id="6" creationId="{E5E67A07-B4A2-455D-8C44-95673F0D0F53}"/>
          </ac:picMkLst>
        </pc:picChg>
      </pc:sldChg>
      <pc:sldChg chg="addSp delSp modSp new mod ord">
        <pc:chgData name="Teuku Raja Irfan Radarma" userId="cf428174-95ba-4576-8554-3a3b8ffa52b7" providerId="ADAL" clId="{9D6983BC-2B41-4A2C-9BDB-BF4B506A1F53}" dt="2026-01-01T02:43:18.671" v="988"/>
        <pc:sldMkLst>
          <pc:docMk/>
          <pc:sldMk cId="4123732572" sldId="511"/>
        </pc:sldMkLst>
        <pc:spChg chg="mod">
          <ac:chgData name="Teuku Raja Irfan Radarma" userId="cf428174-95ba-4576-8554-3a3b8ffa52b7" providerId="ADAL" clId="{9D6983BC-2B41-4A2C-9BDB-BF4B506A1F53}" dt="2026-01-01T02:42:37.212" v="976" actId="14100"/>
          <ac:spMkLst>
            <pc:docMk/>
            <pc:sldMk cId="4123732572" sldId="511"/>
            <ac:spMk id="2" creationId="{C3B4FDB2-D8ED-4930-8297-BDAE5A72FADB}"/>
          </ac:spMkLst>
        </pc:spChg>
        <pc:spChg chg="mod">
          <ac:chgData name="Teuku Raja Irfan Radarma" userId="cf428174-95ba-4576-8554-3a3b8ffa52b7" providerId="ADAL" clId="{9D6983BC-2B41-4A2C-9BDB-BF4B506A1F53}" dt="2026-01-01T02:42:55.908" v="986" actId="27636"/>
          <ac:spMkLst>
            <pc:docMk/>
            <pc:sldMk cId="4123732572" sldId="511"/>
            <ac:spMk id="3" creationId="{FF9961A2-D8D3-4384-88A9-332CD72FBA30}"/>
          </ac:spMkLst>
        </pc:spChg>
        <pc:spChg chg="add del">
          <ac:chgData name="Teuku Raja Irfan Radarma" userId="cf428174-95ba-4576-8554-3a3b8ffa52b7" providerId="ADAL" clId="{9D6983BC-2B41-4A2C-9BDB-BF4B506A1F53}" dt="2026-01-01T02:42:21.628" v="967"/>
          <ac:spMkLst>
            <pc:docMk/>
            <pc:sldMk cId="4123732572" sldId="511"/>
            <ac:spMk id="5" creationId="{F8A3663B-C457-416D-B1B0-F873A1A2F262}"/>
          </ac:spMkLst>
        </pc:spChg>
      </pc:sldChg>
      <pc:sldChg chg="addSp delSp modSp new mod">
        <pc:chgData name="Teuku Raja Irfan Radarma" userId="cf428174-95ba-4576-8554-3a3b8ffa52b7" providerId="ADAL" clId="{9D6983BC-2B41-4A2C-9BDB-BF4B506A1F53}" dt="2026-01-01T02:45:42.946" v="1042" actId="20577"/>
        <pc:sldMkLst>
          <pc:docMk/>
          <pc:sldMk cId="3257704597" sldId="512"/>
        </pc:sldMkLst>
        <pc:spChg chg="mod">
          <ac:chgData name="Teuku Raja Irfan Radarma" userId="cf428174-95ba-4576-8554-3a3b8ffa52b7" providerId="ADAL" clId="{9D6983BC-2B41-4A2C-9BDB-BF4B506A1F53}" dt="2026-01-01T02:45:42.946" v="1042" actId="20577"/>
          <ac:spMkLst>
            <pc:docMk/>
            <pc:sldMk cId="3257704597" sldId="512"/>
            <ac:spMk id="2" creationId="{CBAD7388-10BC-41E4-A032-8D6DBE76EB77}"/>
          </ac:spMkLst>
        </pc:spChg>
        <pc:spChg chg="del">
          <ac:chgData name="Teuku Raja Irfan Radarma" userId="cf428174-95ba-4576-8554-3a3b8ffa52b7" providerId="ADAL" clId="{9D6983BC-2B41-4A2C-9BDB-BF4B506A1F53}" dt="2026-01-01T02:44:13.688" v="1007"/>
          <ac:spMkLst>
            <pc:docMk/>
            <pc:sldMk cId="3257704597" sldId="512"/>
            <ac:spMk id="3" creationId="{1C31E962-1F58-49A7-8B28-E64CB9189F63}"/>
          </ac:spMkLst>
        </pc:spChg>
        <pc:spChg chg="add mod">
          <ac:chgData name="Teuku Raja Irfan Radarma" userId="cf428174-95ba-4576-8554-3a3b8ffa52b7" providerId="ADAL" clId="{9D6983BC-2B41-4A2C-9BDB-BF4B506A1F53}" dt="2026-01-01T02:45:10.524" v="1030" actId="1076"/>
          <ac:spMkLst>
            <pc:docMk/>
            <pc:sldMk cId="3257704597" sldId="512"/>
            <ac:spMk id="5" creationId="{6B3A5359-A09E-4A25-AE75-A4C8B34A96D9}"/>
          </ac:spMkLst>
        </pc:spChg>
      </pc:sldChg>
      <pc:sldChg chg="addSp delSp modSp add mod">
        <pc:chgData name="Teuku Raja Irfan Radarma" userId="cf428174-95ba-4576-8554-3a3b8ffa52b7" providerId="ADAL" clId="{9D6983BC-2B41-4A2C-9BDB-BF4B506A1F53}" dt="2026-01-01T02:46:36.925" v="1062" actId="2710"/>
        <pc:sldMkLst>
          <pc:docMk/>
          <pc:sldMk cId="228243149" sldId="513"/>
        </pc:sldMkLst>
        <pc:spChg chg="mod">
          <ac:chgData name="Teuku Raja Irfan Radarma" userId="cf428174-95ba-4576-8554-3a3b8ffa52b7" providerId="ADAL" clId="{9D6983BC-2B41-4A2C-9BDB-BF4B506A1F53}" dt="2026-01-01T02:46:03.469" v="1053" actId="20577"/>
          <ac:spMkLst>
            <pc:docMk/>
            <pc:sldMk cId="228243149" sldId="513"/>
            <ac:spMk id="2" creationId="{CBAD7388-10BC-41E4-A032-8D6DBE76EB77}"/>
          </ac:spMkLst>
        </pc:spChg>
        <pc:spChg chg="add del">
          <ac:chgData name="Teuku Raja Irfan Radarma" userId="cf428174-95ba-4576-8554-3a3b8ffa52b7" providerId="ADAL" clId="{9D6983BC-2B41-4A2C-9BDB-BF4B506A1F53}" dt="2026-01-01T02:46:11.916" v="1055"/>
          <ac:spMkLst>
            <pc:docMk/>
            <pc:sldMk cId="228243149" sldId="513"/>
            <ac:spMk id="3" creationId="{597339FE-BD69-4784-9472-E0DB39E9F6F9}"/>
          </ac:spMkLst>
        </pc:spChg>
        <pc:spChg chg="mod">
          <ac:chgData name="Teuku Raja Irfan Radarma" userId="cf428174-95ba-4576-8554-3a3b8ffa52b7" providerId="ADAL" clId="{9D6983BC-2B41-4A2C-9BDB-BF4B506A1F53}" dt="2026-01-01T02:46:36.925" v="1062" actId="2710"/>
          <ac:spMkLst>
            <pc:docMk/>
            <pc:sldMk cId="228243149" sldId="513"/>
            <ac:spMk id="5" creationId="{6B3A5359-A09E-4A25-AE75-A4C8B34A96D9}"/>
          </ac:spMkLst>
        </pc:spChg>
        <pc:spChg chg="add del">
          <ac:chgData name="Teuku Raja Irfan Radarma" userId="cf428174-95ba-4576-8554-3a3b8ffa52b7" providerId="ADAL" clId="{9D6983BC-2B41-4A2C-9BDB-BF4B506A1F53}" dt="2026-01-01T02:46:17.582" v="1057"/>
          <ac:spMkLst>
            <pc:docMk/>
            <pc:sldMk cId="228243149" sldId="513"/>
            <ac:spMk id="6" creationId="{52340B73-580A-4C7B-88BB-C5CC98B2F051}"/>
          </ac:spMkLst>
        </pc:spChg>
      </pc:sldChg>
      <pc:sldChg chg="addSp delSp modSp new mod">
        <pc:chgData name="Teuku Raja Irfan Radarma" userId="cf428174-95ba-4576-8554-3a3b8ffa52b7" providerId="ADAL" clId="{9D6983BC-2B41-4A2C-9BDB-BF4B506A1F53}" dt="2026-01-01T02:55:01.453" v="1131" actId="1076"/>
        <pc:sldMkLst>
          <pc:docMk/>
          <pc:sldMk cId="1329398207" sldId="514"/>
        </pc:sldMkLst>
        <pc:spChg chg="mod">
          <ac:chgData name="Teuku Raja Irfan Radarma" userId="cf428174-95ba-4576-8554-3a3b8ffa52b7" providerId="ADAL" clId="{9D6983BC-2B41-4A2C-9BDB-BF4B506A1F53}" dt="2026-01-01T02:52:34.987" v="1064"/>
          <ac:spMkLst>
            <pc:docMk/>
            <pc:sldMk cId="1329398207" sldId="514"/>
            <ac:spMk id="2" creationId="{C6D3FA79-67D5-4E97-8CB1-83780DFD1CA0}"/>
          </ac:spMkLst>
        </pc:spChg>
        <pc:spChg chg="del">
          <ac:chgData name="Teuku Raja Irfan Radarma" userId="cf428174-95ba-4576-8554-3a3b8ffa52b7" providerId="ADAL" clId="{9D6983BC-2B41-4A2C-9BDB-BF4B506A1F53}" dt="2026-01-01T02:53:09.422" v="1065"/>
          <ac:spMkLst>
            <pc:docMk/>
            <pc:sldMk cId="1329398207" sldId="514"/>
            <ac:spMk id="3" creationId="{33C0CED1-580E-4511-9E2B-2FC71AD2FAF1}"/>
          </ac:spMkLst>
        </pc:spChg>
        <pc:spChg chg="add mod">
          <ac:chgData name="Teuku Raja Irfan Radarma" userId="cf428174-95ba-4576-8554-3a3b8ffa52b7" providerId="ADAL" clId="{9D6983BC-2B41-4A2C-9BDB-BF4B506A1F53}" dt="2026-01-01T02:55:01.453" v="1131" actId="1076"/>
          <ac:spMkLst>
            <pc:docMk/>
            <pc:sldMk cId="1329398207" sldId="514"/>
            <ac:spMk id="5" creationId="{5203CBD5-1029-40A3-8727-14723341B1AA}"/>
          </ac:spMkLst>
        </pc:spChg>
      </pc:sldChg>
      <pc:sldChg chg="modSp new mod">
        <pc:chgData name="Teuku Raja Irfan Radarma" userId="cf428174-95ba-4576-8554-3a3b8ffa52b7" providerId="ADAL" clId="{9D6983BC-2B41-4A2C-9BDB-BF4B506A1F53}" dt="2026-01-01T02:56:45.239" v="1176" actId="27636"/>
        <pc:sldMkLst>
          <pc:docMk/>
          <pc:sldMk cId="438973189" sldId="515"/>
        </pc:sldMkLst>
        <pc:spChg chg="mod">
          <ac:chgData name="Teuku Raja Irfan Radarma" userId="cf428174-95ba-4576-8554-3a3b8ffa52b7" providerId="ADAL" clId="{9D6983BC-2B41-4A2C-9BDB-BF4B506A1F53}" dt="2026-01-01T02:56:30.206" v="1171" actId="14100"/>
          <ac:spMkLst>
            <pc:docMk/>
            <pc:sldMk cId="438973189" sldId="515"/>
            <ac:spMk id="2" creationId="{0950FD7A-9174-4688-9E56-D3CCB56106C7}"/>
          </ac:spMkLst>
        </pc:spChg>
        <pc:spChg chg="mod">
          <ac:chgData name="Teuku Raja Irfan Radarma" userId="cf428174-95ba-4576-8554-3a3b8ffa52b7" providerId="ADAL" clId="{9D6983BC-2B41-4A2C-9BDB-BF4B506A1F53}" dt="2026-01-01T02:56:45.239" v="1176" actId="27636"/>
          <ac:spMkLst>
            <pc:docMk/>
            <pc:sldMk cId="438973189" sldId="515"/>
            <ac:spMk id="3" creationId="{A91C2320-0F23-4391-8A21-82240D00C921}"/>
          </ac:spMkLst>
        </pc:spChg>
      </pc:sldChg>
      <pc:sldChg chg="add del">
        <pc:chgData name="Teuku Raja Irfan Radarma" userId="cf428174-95ba-4576-8554-3a3b8ffa52b7" providerId="ADAL" clId="{9D6983BC-2B41-4A2C-9BDB-BF4B506A1F53}" dt="2026-01-01T03:07:58.123" v="1178"/>
        <pc:sldMkLst>
          <pc:docMk/>
          <pc:sldMk cId="2851638666" sldId="516"/>
        </pc:sldMkLst>
      </pc:sldChg>
      <pc:sldChg chg="modSp add mod">
        <pc:chgData name="Teuku Raja Irfan Radarma" userId="cf428174-95ba-4576-8554-3a3b8ffa52b7" providerId="ADAL" clId="{9D6983BC-2B41-4A2C-9BDB-BF4B506A1F53}" dt="2026-01-01T03:08:31.108" v="1186" actId="113"/>
        <pc:sldMkLst>
          <pc:docMk/>
          <pc:sldMk cId="2942938510" sldId="516"/>
        </pc:sldMkLst>
        <pc:spChg chg="mod">
          <ac:chgData name="Teuku Raja Irfan Radarma" userId="cf428174-95ba-4576-8554-3a3b8ffa52b7" providerId="ADAL" clId="{9D6983BC-2B41-4A2C-9BDB-BF4B506A1F53}" dt="2026-01-01T03:08:07.150" v="1180"/>
          <ac:spMkLst>
            <pc:docMk/>
            <pc:sldMk cId="2942938510" sldId="516"/>
            <ac:spMk id="2" creationId="{7E958052-05B2-9F29-B874-84F80A24B16B}"/>
          </ac:spMkLst>
        </pc:spChg>
        <pc:spChg chg="mod">
          <ac:chgData name="Teuku Raja Irfan Radarma" userId="cf428174-95ba-4576-8554-3a3b8ffa52b7" providerId="ADAL" clId="{9D6983BC-2B41-4A2C-9BDB-BF4B506A1F53}" dt="2026-01-01T03:08:31.108" v="1186" actId="113"/>
          <ac:spMkLst>
            <pc:docMk/>
            <pc:sldMk cId="2942938510" sldId="516"/>
            <ac:spMk id="4" creationId="{EE064B16-72CC-4606-A23D-7291843EEFBB}"/>
          </ac:spMkLst>
        </pc:spChg>
      </pc:sldChg>
      <pc:sldChg chg="addSp modSp new mod">
        <pc:chgData name="Teuku Raja Irfan Radarma" userId="cf428174-95ba-4576-8554-3a3b8ffa52b7" providerId="ADAL" clId="{9D6983BC-2B41-4A2C-9BDB-BF4B506A1F53}" dt="2026-01-01T03:51:47.571" v="1315" actId="20577"/>
        <pc:sldMkLst>
          <pc:docMk/>
          <pc:sldMk cId="2686900877" sldId="517"/>
        </pc:sldMkLst>
        <pc:spChg chg="mod">
          <ac:chgData name="Teuku Raja Irfan Radarma" userId="cf428174-95ba-4576-8554-3a3b8ffa52b7" providerId="ADAL" clId="{9D6983BC-2B41-4A2C-9BDB-BF4B506A1F53}" dt="2026-01-01T03:49:04.257" v="1192" actId="14100"/>
          <ac:spMkLst>
            <pc:docMk/>
            <pc:sldMk cId="2686900877" sldId="517"/>
            <ac:spMk id="2" creationId="{91041F7A-83F2-4AE6-AE78-A6ECA76D3723}"/>
          </ac:spMkLst>
        </pc:spChg>
        <pc:spChg chg="mod">
          <ac:chgData name="Teuku Raja Irfan Radarma" userId="cf428174-95ba-4576-8554-3a3b8ffa52b7" providerId="ADAL" clId="{9D6983BC-2B41-4A2C-9BDB-BF4B506A1F53}" dt="2026-01-01T03:49:17.896" v="1196" actId="14100"/>
          <ac:spMkLst>
            <pc:docMk/>
            <pc:sldMk cId="2686900877" sldId="517"/>
            <ac:spMk id="3" creationId="{8614951C-89EF-4255-A049-2D4040441578}"/>
          </ac:spMkLst>
        </pc:spChg>
        <pc:graphicFrameChg chg="add mod modGraphic">
          <ac:chgData name="Teuku Raja Irfan Radarma" userId="cf428174-95ba-4576-8554-3a3b8ffa52b7" providerId="ADAL" clId="{9D6983BC-2B41-4A2C-9BDB-BF4B506A1F53}" dt="2026-01-01T03:51:47.571" v="1315" actId="20577"/>
          <ac:graphicFrameMkLst>
            <pc:docMk/>
            <pc:sldMk cId="2686900877" sldId="517"/>
            <ac:graphicFrameMk id="5" creationId="{21539299-D5D5-415D-A5F3-59C0728523AD}"/>
          </ac:graphicFrameMkLst>
        </pc:graphicFrameChg>
      </pc:sldChg>
      <pc:sldChg chg="addSp delSp modSp new mod">
        <pc:chgData name="Teuku Raja Irfan Radarma" userId="cf428174-95ba-4576-8554-3a3b8ffa52b7" providerId="ADAL" clId="{9D6983BC-2B41-4A2C-9BDB-BF4B506A1F53}" dt="2026-01-01T03:56:24.217" v="1482" actId="1076"/>
        <pc:sldMkLst>
          <pc:docMk/>
          <pc:sldMk cId="1935258800" sldId="518"/>
        </pc:sldMkLst>
        <pc:spChg chg="mod">
          <ac:chgData name="Teuku Raja Irfan Radarma" userId="cf428174-95ba-4576-8554-3a3b8ffa52b7" providerId="ADAL" clId="{9D6983BC-2B41-4A2C-9BDB-BF4B506A1F53}" dt="2026-01-01T03:56:22.382" v="1481" actId="14100"/>
          <ac:spMkLst>
            <pc:docMk/>
            <pc:sldMk cId="1935258800" sldId="518"/>
            <ac:spMk id="2" creationId="{02B0420E-64FD-4DDC-A051-D878CC46475C}"/>
          </ac:spMkLst>
        </pc:spChg>
        <pc:spChg chg="del">
          <ac:chgData name="Teuku Raja Irfan Radarma" userId="cf428174-95ba-4576-8554-3a3b8ffa52b7" providerId="ADAL" clId="{9D6983BC-2B41-4A2C-9BDB-BF4B506A1F53}" dt="2026-01-01T03:52:40.089" v="1318" actId="478"/>
          <ac:spMkLst>
            <pc:docMk/>
            <pc:sldMk cId="1935258800" sldId="518"/>
            <ac:spMk id="3" creationId="{09A65EDB-F205-4A5D-B29E-D3CA33DA376A}"/>
          </ac:spMkLst>
        </pc:spChg>
        <pc:graphicFrameChg chg="add mod modGraphic">
          <ac:chgData name="Teuku Raja Irfan Radarma" userId="cf428174-95ba-4576-8554-3a3b8ffa52b7" providerId="ADAL" clId="{9D6983BC-2B41-4A2C-9BDB-BF4B506A1F53}" dt="2026-01-01T03:56:24.217" v="1482" actId="1076"/>
          <ac:graphicFrameMkLst>
            <pc:docMk/>
            <pc:sldMk cId="1935258800" sldId="518"/>
            <ac:graphicFrameMk id="5" creationId="{2C3BACD3-5B41-4430-A85A-2910503BCC34}"/>
          </ac:graphicFrameMkLst>
        </pc:graphicFrameChg>
      </pc:sldChg>
      <pc:sldChg chg="addSp delSp modSp new mod">
        <pc:chgData name="Teuku Raja Irfan Radarma" userId="cf428174-95ba-4576-8554-3a3b8ffa52b7" providerId="ADAL" clId="{9D6983BC-2B41-4A2C-9BDB-BF4B506A1F53}" dt="2026-01-01T04:04:00.657" v="1607" actId="20577"/>
        <pc:sldMkLst>
          <pc:docMk/>
          <pc:sldMk cId="1023774770" sldId="519"/>
        </pc:sldMkLst>
        <pc:spChg chg="mod">
          <ac:chgData name="Teuku Raja Irfan Radarma" userId="cf428174-95ba-4576-8554-3a3b8ffa52b7" providerId="ADAL" clId="{9D6983BC-2B41-4A2C-9BDB-BF4B506A1F53}" dt="2026-01-01T03:56:45.624" v="1484"/>
          <ac:spMkLst>
            <pc:docMk/>
            <pc:sldMk cId="1023774770" sldId="519"/>
            <ac:spMk id="2" creationId="{B53364A0-F558-4131-B50F-F5F5EE0E2BA2}"/>
          </ac:spMkLst>
        </pc:spChg>
        <pc:spChg chg="del">
          <ac:chgData name="Teuku Raja Irfan Radarma" userId="cf428174-95ba-4576-8554-3a3b8ffa52b7" providerId="ADAL" clId="{9D6983BC-2B41-4A2C-9BDB-BF4B506A1F53}" dt="2026-01-01T03:56:55.868" v="1485"/>
          <ac:spMkLst>
            <pc:docMk/>
            <pc:sldMk cId="1023774770" sldId="519"/>
            <ac:spMk id="3" creationId="{9C41893C-1BED-4B79-BBC4-1A12F13F7CD1}"/>
          </ac:spMkLst>
        </pc:spChg>
        <pc:spChg chg="add mod">
          <ac:chgData name="Teuku Raja Irfan Radarma" userId="cf428174-95ba-4576-8554-3a3b8ffa52b7" providerId="ADAL" clId="{9D6983BC-2B41-4A2C-9BDB-BF4B506A1F53}" dt="2026-01-01T04:04:00.657" v="1607" actId="20577"/>
          <ac:spMkLst>
            <pc:docMk/>
            <pc:sldMk cId="1023774770" sldId="519"/>
            <ac:spMk id="5" creationId="{8D090CC9-EA6B-4A10-9ADB-C0C6B9A9C99B}"/>
          </ac:spMkLst>
        </pc:spChg>
      </pc:sldChg>
      <pc:sldChg chg="addSp delSp modSp new mod">
        <pc:chgData name="Teuku Raja Irfan Radarma" userId="cf428174-95ba-4576-8554-3a3b8ffa52b7" providerId="ADAL" clId="{9D6983BC-2B41-4A2C-9BDB-BF4B506A1F53}" dt="2026-01-01T04:03:53.816" v="1603" actId="2711"/>
        <pc:sldMkLst>
          <pc:docMk/>
          <pc:sldMk cId="1045896006" sldId="520"/>
        </pc:sldMkLst>
        <pc:spChg chg="mod">
          <ac:chgData name="Teuku Raja Irfan Radarma" userId="cf428174-95ba-4576-8554-3a3b8ffa52b7" providerId="ADAL" clId="{9D6983BC-2B41-4A2C-9BDB-BF4B506A1F53}" dt="2026-01-01T03:58:00.249" v="1509"/>
          <ac:spMkLst>
            <pc:docMk/>
            <pc:sldMk cId="1045896006" sldId="520"/>
            <ac:spMk id="2" creationId="{83603632-9784-48C6-87B6-C6799C2119A2}"/>
          </ac:spMkLst>
        </pc:spChg>
        <pc:spChg chg="del">
          <ac:chgData name="Teuku Raja Irfan Radarma" userId="cf428174-95ba-4576-8554-3a3b8ffa52b7" providerId="ADAL" clId="{9D6983BC-2B41-4A2C-9BDB-BF4B506A1F53}" dt="2026-01-01T03:58:08.518" v="1510"/>
          <ac:spMkLst>
            <pc:docMk/>
            <pc:sldMk cId="1045896006" sldId="520"/>
            <ac:spMk id="3" creationId="{0BD4B8F0-237E-45EF-B200-4165ED1C3B47}"/>
          </ac:spMkLst>
        </pc:spChg>
        <pc:spChg chg="add mod">
          <ac:chgData name="Teuku Raja Irfan Radarma" userId="cf428174-95ba-4576-8554-3a3b8ffa52b7" providerId="ADAL" clId="{9D6983BC-2B41-4A2C-9BDB-BF4B506A1F53}" dt="2026-01-01T04:03:53.816" v="1603" actId="2711"/>
          <ac:spMkLst>
            <pc:docMk/>
            <pc:sldMk cId="1045896006" sldId="520"/>
            <ac:spMk id="5" creationId="{C427B1FA-3B19-43C5-8644-43AB23EC532E}"/>
          </ac:spMkLst>
        </pc:spChg>
      </pc:sldChg>
      <pc:sldChg chg="addSp delSp modSp new mod">
        <pc:chgData name="Teuku Raja Irfan Radarma" userId="cf428174-95ba-4576-8554-3a3b8ffa52b7" providerId="ADAL" clId="{9D6983BC-2B41-4A2C-9BDB-BF4B506A1F53}" dt="2026-01-01T04:03:50.146" v="1602" actId="2711"/>
        <pc:sldMkLst>
          <pc:docMk/>
          <pc:sldMk cId="146161136" sldId="521"/>
        </pc:sldMkLst>
        <pc:spChg chg="mod">
          <ac:chgData name="Teuku Raja Irfan Radarma" userId="cf428174-95ba-4576-8554-3a3b8ffa52b7" providerId="ADAL" clId="{9D6983BC-2B41-4A2C-9BDB-BF4B506A1F53}" dt="2026-01-01T03:59:48.594" v="1542"/>
          <ac:spMkLst>
            <pc:docMk/>
            <pc:sldMk cId="146161136" sldId="521"/>
            <ac:spMk id="2" creationId="{0BA4FA29-D971-418F-9C80-2E7915ABE62E}"/>
          </ac:spMkLst>
        </pc:spChg>
        <pc:spChg chg="del">
          <ac:chgData name="Teuku Raja Irfan Radarma" userId="cf428174-95ba-4576-8554-3a3b8ffa52b7" providerId="ADAL" clId="{9D6983BC-2B41-4A2C-9BDB-BF4B506A1F53}" dt="2026-01-01T03:59:57.339" v="1543"/>
          <ac:spMkLst>
            <pc:docMk/>
            <pc:sldMk cId="146161136" sldId="521"/>
            <ac:spMk id="3" creationId="{7DA1F546-C32A-482D-87C7-FB556E8C6335}"/>
          </ac:spMkLst>
        </pc:spChg>
        <pc:spChg chg="add mod">
          <ac:chgData name="Teuku Raja Irfan Radarma" userId="cf428174-95ba-4576-8554-3a3b8ffa52b7" providerId="ADAL" clId="{9D6983BC-2B41-4A2C-9BDB-BF4B506A1F53}" dt="2026-01-01T04:03:50.146" v="1602" actId="2711"/>
          <ac:spMkLst>
            <pc:docMk/>
            <pc:sldMk cId="146161136" sldId="521"/>
            <ac:spMk id="5" creationId="{E1D368B0-CAD5-4158-8FA4-754E0FAF3327}"/>
          </ac:spMkLst>
        </pc:spChg>
      </pc:sldChg>
      <pc:sldChg chg="addSp delSp modSp new mod">
        <pc:chgData name="Teuku Raja Irfan Radarma" userId="cf428174-95ba-4576-8554-3a3b8ffa52b7" providerId="ADAL" clId="{9D6983BC-2B41-4A2C-9BDB-BF4B506A1F53}" dt="2026-01-01T04:03:46.731" v="1601" actId="2711"/>
        <pc:sldMkLst>
          <pc:docMk/>
          <pc:sldMk cId="4258412239" sldId="522"/>
        </pc:sldMkLst>
        <pc:spChg chg="mod">
          <ac:chgData name="Teuku Raja Irfan Radarma" userId="cf428174-95ba-4576-8554-3a3b8ffa52b7" providerId="ADAL" clId="{9D6983BC-2B41-4A2C-9BDB-BF4B506A1F53}" dt="2026-01-01T04:00:42.203" v="1561"/>
          <ac:spMkLst>
            <pc:docMk/>
            <pc:sldMk cId="4258412239" sldId="522"/>
            <ac:spMk id="2" creationId="{443052AC-8E2F-4D3A-BA08-9B7A787A1B14}"/>
          </ac:spMkLst>
        </pc:spChg>
        <pc:spChg chg="del">
          <ac:chgData name="Teuku Raja Irfan Radarma" userId="cf428174-95ba-4576-8554-3a3b8ffa52b7" providerId="ADAL" clId="{9D6983BC-2B41-4A2C-9BDB-BF4B506A1F53}" dt="2026-01-01T04:00:47.906" v="1562"/>
          <ac:spMkLst>
            <pc:docMk/>
            <pc:sldMk cId="4258412239" sldId="522"/>
            <ac:spMk id="3" creationId="{27662B15-AC35-4E31-8FE6-B37DCD49AAB2}"/>
          </ac:spMkLst>
        </pc:spChg>
        <pc:spChg chg="add mod">
          <ac:chgData name="Teuku Raja Irfan Radarma" userId="cf428174-95ba-4576-8554-3a3b8ffa52b7" providerId="ADAL" clId="{9D6983BC-2B41-4A2C-9BDB-BF4B506A1F53}" dt="2026-01-01T04:03:46.731" v="1601" actId="2711"/>
          <ac:spMkLst>
            <pc:docMk/>
            <pc:sldMk cId="4258412239" sldId="522"/>
            <ac:spMk id="5" creationId="{CF2868BE-B073-4D3E-BB0D-1D6AEF546C75}"/>
          </ac:spMkLst>
        </pc:spChg>
      </pc:sldChg>
      <pc:sldChg chg="modSp new mod">
        <pc:chgData name="Teuku Raja Irfan Radarma" userId="cf428174-95ba-4576-8554-3a3b8ffa52b7" providerId="ADAL" clId="{9D6983BC-2B41-4A2C-9BDB-BF4B506A1F53}" dt="2026-01-01T04:03:06.271" v="1591" actId="20577"/>
        <pc:sldMkLst>
          <pc:docMk/>
          <pc:sldMk cId="2122227981" sldId="523"/>
        </pc:sldMkLst>
        <pc:spChg chg="mod">
          <ac:chgData name="Teuku Raja Irfan Radarma" userId="cf428174-95ba-4576-8554-3a3b8ffa52b7" providerId="ADAL" clId="{9D6983BC-2B41-4A2C-9BDB-BF4B506A1F53}" dt="2026-01-01T04:02:48.310" v="1585"/>
          <ac:spMkLst>
            <pc:docMk/>
            <pc:sldMk cId="2122227981" sldId="523"/>
            <ac:spMk id="2" creationId="{88B67178-5555-495B-8378-A53C8D1968E9}"/>
          </ac:spMkLst>
        </pc:spChg>
        <pc:spChg chg="mod">
          <ac:chgData name="Teuku Raja Irfan Radarma" userId="cf428174-95ba-4576-8554-3a3b8ffa52b7" providerId="ADAL" clId="{9D6983BC-2B41-4A2C-9BDB-BF4B506A1F53}" dt="2026-01-01T04:03:06.271" v="1591" actId="20577"/>
          <ac:spMkLst>
            <pc:docMk/>
            <pc:sldMk cId="2122227981" sldId="523"/>
            <ac:spMk id="3" creationId="{3DAE491B-61F7-42A9-8E6E-574EE63949AA}"/>
          </ac:spMkLst>
        </pc:spChg>
      </pc:sldChg>
      <pc:sldChg chg="addSp delSp modSp new mod">
        <pc:chgData name="Teuku Raja Irfan Radarma" userId="cf428174-95ba-4576-8554-3a3b8ffa52b7" providerId="ADAL" clId="{9D6983BC-2B41-4A2C-9BDB-BF4B506A1F53}" dt="2026-01-01T04:06:05.675" v="1625" actId="14100"/>
        <pc:sldMkLst>
          <pc:docMk/>
          <pc:sldMk cId="3059073382" sldId="524"/>
        </pc:sldMkLst>
        <pc:spChg chg="mod">
          <ac:chgData name="Teuku Raja Irfan Radarma" userId="cf428174-95ba-4576-8554-3a3b8ffa52b7" providerId="ADAL" clId="{9D6983BC-2B41-4A2C-9BDB-BF4B506A1F53}" dt="2026-01-01T04:06:05.675" v="1625" actId="14100"/>
          <ac:spMkLst>
            <pc:docMk/>
            <pc:sldMk cId="3059073382" sldId="524"/>
            <ac:spMk id="2" creationId="{5D54487D-FA63-4AF2-8491-76DA5D8CB152}"/>
          </ac:spMkLst>
        </pc:spChg>
        <pc:spChg chg="del">
          <ac:chgData name="Teuku Raja Irfan Radarma" userId="cf428174-95ba-4576-8554-3a3b8ffa52b7" providerId="ADAL" clId="{9D6983BC-2B41-4A2C-9BDB-BF4B506A1F53}" dt="2026-01-01T04:03:33.391" v="1594"/>
          <ac:spMkLst>
            <pc:docMk/>
            <pc:sldMk cId="3059073382" sldId="524"/>
            <ac:spMk id="3" creationId="{DC1027AB-DB6E-4578-B127-655A71692193}"/>
          </ac:spMkLst>
        </pc:spChg>
        <pc:spChg chg="add mod">
          <ac:chgData name="Teuku Raja Irfan Radarma" userId="cf428174-95ba-4576-8554-3a3b8ffa52b7" providerId="ADAL" clId="{9D6983BC-2B41-4A2C-9BDB-BF4B506A1F53}" dt="2026-01-01T04:05:17.911" v="1624" actId="113"/>
          <ac:spMkLst>
            <pc:docMk/>
            <pc:sldMk cId="3059073382" sldId="524"/>
            <ac:spMk id="5" creationId="{B9130798-0DBC-4F86-BA23-B436D135A989}"/>
          </ac:spMkLst>
        </pc:spChg>
      </pc:sldChg>
      <pc:sldChg chg="addSp delSp modSp new mod">
        <pc:chgData name="Teuku Raja Irfan Radarma" userId="cf428174-95ba-4576-8554-3a3b8ffa52b7" providerId="ADAL" clId="{9D6983BC-2B41-4A2C-9BDB-BF4B506A1F53}" dt="2026-01-01T04:09:36.502" v="1677" actId="114"/>
        <pc:sldMkLst>
          <pc:docMk/>
          <pc:sldMk cId="1628511281" sldId="525"/>
        </pc:sldMkLst>
        <pc:spChg chg="mod">
          <ac:chgData name="Teuku Raja Irfan Radarma" userId="cf428174-95ba-4576-8554-3a3b8ffa52b7" providerId="ADAL" clId="{9D6983BC-2B41-4A2C-9BDB-BF4B506A1F53}" dt="2026-01-01T04:06:18.415" v="1627"/>
          <ac:spMkLst>
            <pc:docMk/>
            <pc:sldMk cId="1628511281" sldId="525"/>
            <ac:spMk id="2" creationId="{B6D136A5-B2D7-4692-9B41-B4D40CA760E1}"/>
          </ac:spMkLst>
        </pc:spChg>
        <pc:spChg chg="del">
          <ac:chgData name="Teuku Raja Irfan Radarma" userId="cf428174-95ba-4576-8554-3a3b8ffa52b7" providerId="ADAL" clId="{9D6983BC-2B41-4A2C-9BDB-BF4B506A1F53}" dt="2026-01-01T04:06:25.574" v="1628"/>
          <ac:spMkLst>
            <pc:docMk/>
            <pc:sldMk cId="1628511281" sldId="525"/>
            <ac:spMk id="3" creationId="{F5BA7F4A-EC76-4773-A7CD-C84ED6489353}"/>
          </ac:spMkLst>
        </pc:spChg>
        <pc:spChg chg="add del mod">
          <ac:chgData name="Teuku Raja Irfan Radarma" userId="cf428174-95ba-4576-8554-3a3b8ffa52b7" providerId="ADAL" clId="{9D6983BC-2B41-4A2C-9BDB-BF4B506A1F53}" dt="2026-01-01T04:08:00.183" v="1659" actId="478"/>
          <ac:spMkLst>
            <pc:docMk/>
            <pc:sldMk cId="1628511281" sldId="525"/>
            <ac:spMk id="5" creationId="{94034C62-1B56-4445-AE87-E1E1F224D7CA}"/>
          </ac:spMkLst>
        </pc:spChg>
        <pc:spChg chg="add del mod">
          <ac:chgData name="Teuku Raja Irfan Radarma" userId="cf428174-95ba-4576-8554-3a3b8ffa52b7" providerId="ADAL" clId="{9D6983BC-2B41-4A2C-9BDB-BF4B506A1F53}" dt="2026-01-01T04:08:02.479" v="1660" actId="478"/>
          <ac:spMkLst>
            <pc:docMk/>
            <pc:sldMk cId="1628511281" sldId="525"/>
            <ac:spMk id="7" creationId="{399922FE-C04F-4A20-AD9C-51E5BDFFC668}"/>
          </ac:spMkLst>
        </pc:spChg>
        <pc:spChg chg="add mod">
          <ac:chgData name="Teuku Raja Irfan Radarma" userId="cf428174-95ba-4576-8554-3a3b8ffa52b7" providerId="ADAL" clId="{9D6983BC-2B41-4A2C-9BDB-BF4B506A1F53}" dt="2026-01-01T04:09:36.502" v="1677" actId="114"/>
          <ac:spMkLst>
            <pc:docMk/>
            <pc:sldMk cId="1628511281" sldId="525"/>
            <ac:spMk id="9" creationId="{B1E928E2-3164-413E-9C1E-71285C672EBA}"/>
          </ac:spMkLst>
        </pc:spChg>
        <pc:graphicFrameChg chg="add mod modGraphic">
          <ac:chgData name="Teuku Raja Irfan Radarma" userId="cf428174-95ba-4576-8554-3a3b8ffa52b7" providerId="ADAL" clId="{9D6983BC-2B41-4A2C-9BDB-BF4B506A1F53}" dt="2026-01-01T04:08:40.024" v="1672" actId="1076"/>
          <ac:graphicFrameMkLst>
            <pc:docMk/>
            <pc:sldMk cId="1628511281" sldId="525"/>
            <ac:graphicFrameMk id="6" creationId="{FC8463CF-8605-4A8B-B7D9-DBE2D11C1E95}"/>
          </ac:graphicFrameMkLst>
        </pc:graphicFrameChg>
      </pc:sldChg>
      <pc:sldChg chg="addSp delSp modSp new mod">
        <pc:chgData name="Teuku Raja Irfan Radarma" userId="cf428174-95ba-4576-8554-3a3b8ffa52b7" providerId="ADAL" clId="{9D6983BC-2B41-4A2C-9BDB-BF4B506A1F53}" dt="2026-01-01T04:13:26.181" v="1720" actId="1076"/>
        <pc:sldMkLst>
          <pc:docMk/>
          <pc:sldMk cId="846841689" sldId="526"/>
        </pc:sldMkLst>
        <pc:spChg chg="mod">
          <ac:chgData name="Teuku Raja Irfan Radarma" userId="cf428174-95ba-4576-8554-3a3b8ffa52b7" providerId="ADAL" clId="{9D6983BC-2B41-4A2C-9BDB-BF4B506A1F53}" dt="2026-01-01T04:13:19.886" v="1718" actId="1076"/>
          <ac:spMkLst>
            <pc:docMk/>
            <pc:sldMk cId="846841689" sldId="526"/>
            <ac:spMk id="2" creationId="{59920C8E-5FF0-4840-8654-AEFEF9A54044}"/>
          </ac:spMkLst>
        </pc:spChg>
        <pc:spChg chg="del mod">
          <ac:chgData name="Teuku Raja Irfan Radarma" userId="cf428174-95ba-4576-8554-3a3b8ffa52b7" providerId="ADAL" clId="{9D6983BC-2B41-4A2C-9BDB-BF4B506A1F53}" dt="2026-01-01T04:10:05.904" v="1681" actId="478"/>
          <ac:spMkLst>
            <pc:docMk/>
            <pc:sldMk cId="846841689" sldId="526"/>
            <ac:spMk id="3" creationId="{E3D2757E-067A-4BEC-9DE5-B2BB3860D119}"/>
          </ac:spMkLst>
        </pc:spChg>
        <pc:spChg chg="add del mod">
          <ac:chgData name="Teuku Raja Irfan Radarma" userId="cf428174-95ba-4576-8554-3a3b8ffa52b7" providerId="ADAL" clId="{9D6983BC-2B41-4A2C-9BDB-BF4B506A1F53}" dt="2026-01-01T04:10:07.731" v="1682" actId="478"/>
          <ac:spMkLst>
            <pc:docMk/>
            <pc:sldMk cId="846841689" sldId="526"/>
            <ac:spMk id="6" creationId="{9BBAB106-BEF9-4722-ADD6-2E20F8130794}"/>
          </ac:spMkLst>
        </pc:spChg>
        <pc:spChg chg="add mod">
          <ac:chgData name="Teuku Raja Irfan Radarma" userId="cf428174-95ba-4576-8554-3a3b8ffa52b7" providerId="ADAL" clId="{9D6983BC-2B41-4A2C-9BDB-BF4B506A1F53}" dt="2026-01-01T04:13:26.181" v="1720" actId="1076"/>
          <ac:spMkLst>
            <pc:docMk/>
            <pc:sldMk cId="846841689" sldId="526"/>
            <ac:spMk id="9" creationId="{A5CCED2D-DF18-409A-A469-AFA8718D18C8}"/>
          </ac:spMkLst>
        </pc:spChg>
        <pc:graphicFrameChg chg="add mod modGraphic">
          <ac:chgData name="Teuku Raja Irfan Radarma" userId="cf428174-95ba-4576-8554-3a3b8ffa52b7" providerId="ADAL" clId="{9D6983BC-2B41-4A2C-9BDB-BF4B506A1F53}" dt="2026-01-01T04:13:21.447" v="1719" actId="1076"/>
          <ac:graphicFrameMkLst>
            <pc:docMk/>
            <pc:sldMk cId="846841689" sldId="526"/>
            <ac:graphicFrameMk id="7" creationId="{6080565F-3CF7-4551-9546-5395DA1A0313}"/>
          </ac:graphicFrameMkLst>
        </pc:graphicFrameChg>
      </pc:sldChg>
      <pc:sldChg chg="addSp delSp modSp new mod">
        <pc:chgData name="Teuku Raja Irfan Radarma" userId="cf428174-95ba-4576-8554-3a3b8ffa52b7" providerId="ADAL" clId="{9D6983BC-2B41-4A2C-9BDB-BF4B506A1F53}" dt="2026-01-01T04:15:00.253" v="1737" actId="1076"/>
        <pc:sldMkLst>
          <pc:docMk/>
          <pc:sldMk cId="2296058815" sldId="527"/>
        </pc:sldMkLst>
        <pc:spChg chg="mod">
          <ac:chgData name="Teuku Raja Irfan Radarma" userId="cf428174-95ba-4576-8554-3a3b8ffa52b7" providerId="ADAL" clId="{9D6983BC-2B41-4A2C-9BDB-BF4B506A1F53}" dt="2026-01-01T04:14:30.060" v="1724" actId="20577"/>
          <ac:spMkLst>
            <pc:docMk/>
            <pc:sldMk cId="2296058815" sldId="527"/>
            <ac:spMk id="2" creationId="{D159F4FB-D89D-4C25-AF78-39E9EC304ABD}"/>
          </ac:spMkLst>
        </pc:spChg>
        <pc:spChg chg="del">
          <ac:chgData name="Teuku Raja Irfan Radarma" userId="cf428174-95ba-4576-8554-3a3b8ffa52b7" providerId="ADAL" clId="{9D6983BC-2B41-4A2C-9BDB-BF4B506A1F53}" dt="2026-01-01T04:14:35.527" v="1725"/>
          <ac:spMkLst>
            <pc:docMk/>
            <pc:sldMk cId="2296058815" sldId="527"/>
            <ac:spMk id="3" creationId="{AB5063AA-6673-47F8-B79A-A7A5C36E17C3}"/>
          </ac:spMkLst>
        </pc:spChg>
        <pc:spChg chg="add mod">
          <ac:chgData name="Teuku Raja Irfan Radarma" userId="cf428174-95ba-4576-8554-3a3b8ffa52b7" providerId="ADAL" clId="{9D6983BC-2B41-4A2C-9BDB-BF4B506A1F53}" dt="2026-01-01T04:15:00.253" v="1737" actId="1076"/>
          <ac:spMkLst>
            <pc:docMk/>
            <pc:sldMk cId="2296058815" sldId="527"/>
            <ac:spMk id="5" creationId="{E78BAA63-93FD-401D-98B5-AAA206AF8AED}"/>
          </ac:spMkLst>
        </pc:spChg>
      </pc:sldChg>
      <pc:sldChg chg="addSp delSp modSp new mod">
        <pc:chgData name="Teuku Raja Irfan Radarma" userId="cf428174-95ba-4576-8554-3a3b8ffa52b7" providerId="ADAL" clId="{9D6983BC-2B41-4A2C-9BDB-BF4B506A1F53}" dt="2026-01-01T04:40:16.012" v="1980" actId="2711"/>
        <pc:sldMkLst>
          <pc:docMk/>
          <pc:sldMk cId="356603638" sldId="528"/>
        </pc:sldMkLst>
        <pc:spChg chg="mod">
          <ac:chgData name="Teuku Raja Irfan Radarma" userId="cf428174-95ba-4576-8554-3a3b8ffa52b7" providerId="ADAL" clId="{9D6983BC-2B41-4A2C-9BDB-BF4B506A1F53}" dt="2026-01-01T04:15:08.580" v="1739"/>
          <ac:spMkLst>
            <pc:docMk/>
            <pc:sldMk cId="356603638" sldId="528"/>
            <ac:spMk id="2" creationId="{30FF4BB6-89BE-44E8-995B-883C2EBDBF2F}"/>
          </ac:spMkLst>
        </pc:spChg>
        <pc:spChg chg="del">
          <ac:chgData name="Teuku Raja Irfan Radarma" userId="cf428174-95ba-4576-8554-3a3b8ffa52b7" providerId="ADAL" clId="{9D6983BC-2B41-4A2C-9BDB-BF4B506A1F53}" dt="2026-01-01T04:15:13.330" v="1740"/>
          <ac:spMkLst>
            <pc:docMk/>
            <pc:sldMk cId="356603638" sldId="528"/>
            <ac:spMk id="3" creationId="{D5F410D4-6737-4DEC-8592-AF7B7275E9C3}"/>
          </ac:spMkLst>
        </pc:spChg>
        <pc:spChg chg="add mod">
          <ac:chgData name="Teuku Raja Irfan Radarma" userId="cf428174-95ba-4576-8554-3a3b8ffa52b7" providerId="ADAL" clId="{9D6983BC-2B41-4A2C-9BDB-BF4B506A1F53}" dt="2026-01-01T04:40:16.012" v="1980" actId="2711"/>
          <ac:spMkLst>
            <pc:docMk/>
            <pc:sldMk cId="356603638" sldId="528"/>
            <ac:spMk id="5" creationId="{60CE3FF6-F490-423D-8478-12C27B1262C7}"/>
          </ac:spMkLst>
        </pc:spChg>
      </pc:sldChg>
      <pc:sldChg chg="addSp delSp modSp new mod">
        <pc:chgData name="Teuku Raja Irfan Radarma" userId="cf428174-95ba-4576-8554-3a3b8ffa52b7" providerId="ADAL" clId="{9D6983BC-2B41-4A2C-9BDB-BF4B506A1F53}" dt="2026-01-01T04:16:33.243" v="1782" actId="1076"/>
        <pc:sldMkLst>
          <pc:docMk/>
          <pc:sldMk cId="346024683" sldId="529"/>
        </pc:sldMkLst>
        <pc:spChg chg="mod">
          <ac:chgData name="Teuku Raja Irfan Radarma" userId="cf428174-95ba-4576-8554-3a3b8ffa52b7" providerId="ADAL" clId="{9D6983BC-2B41-4A2C-9BDB-BF4B506A1F53}" dt="2026-01-01T04:16:02.276" v="1764"/>
          <ac:spMkLst>
            <pc:docMk/>
            <pc:sldMk cId="346024683" sldId="529"/>
            <ac:spMk id="2" creationId="{F0A10434-1A8B-446A-AC95-36D9397AD539}"/>
          </ac:spMkLst>
        </pc:spChg>
        <pc:spChg chg="del">
          <ac:chgData name="Teuku Raja Irfan Radarma" userId="cf428174-95ba-4576-8554-3a3b8ffa52b7" providerId="ADAL" clId="{9D6983BC-2B41-4A2C-9BDB-BF4B506A1F53}" dt="2026-01-01T04:16:07.438" v="1765"/>
          <ac:spMkLst>
            <pc:docMk/>
            <pc:sldMk cId="346024683" sldId="529"/>
            <ac:spMk id="3" creationId="{DAE54495-5A3F-412B-8E4F-EAC473614971}"/>
          </ac:spMkLst>
        </pc:spChg>
        <pc:spChg chg="add mod">
          <ac:chgData name="Teuku Raja Irfan Radarma" userId="cf428174-95ba-4576-8554-3a3b8ffa52b7" providerId="ADAL" clId="{9D6983BC-2B41-4A2C-9BDB-BF4B506A1F53}" dt="2026-01-01T04:16:33.243" v="1782" actId="1076"/>
          <ac:spMkLst>
            <pc:docMk/>
            <pc:sldMk cId="346024683" sldId="529"/>
            <ac:spMk id="5" creationId="{4E9683E4-48C4-4983-99E5-0DAA03595633}"/>
          </ac:spMkLst>
        </pc:spChg>
      </pc:sldChg>
      <pc:sldChg chg="modSp new mod">
        <pc:chgData name="Teuku Raja Irfan Radarma" userId="cf428174-95ba-4576-8554-3a3b8ffa52b7" providerId="ADAL" clId="{9D6983BC-2B41-4A2C-9BDB-BF4B506A1F53}" dt="2026-01-01T04:21:49.440" v="1799"/>
        <pc:sldMkLst>
          <pc:docMk/>
          <pc:sldMk cId="3602152876" sldId="530"/>
        </pc:sldMkLst>
        <pc:spChg chg="mod">
          <ac:chgData name="Teuku Raja Irfan Radarma" userId="cf428174-95ba-4576-8554-3a3b8ffa52b7" providerId="ADAL" clId="{9D6983BC-2B41-4A2C-9BDB-BF4B506A1F53}" dt="2026-01-01T04:21:33.297" v="1798"/>
          <ac:spMkLst>
            <pc:docMk/>
            <pc:sldMk cId="3602152876" sldId="530"/>
            <ac:spMk id="2" creationId="{9C0138A4-2E30-4B9F-952C-8A7EF2E89DA1}"/>
          </ac:spMkLst>
        </pc:spChg>
        <pc:spChg chg="mod">
          <ac:chgData name="Teuku Raja Irfan Radarma" userId="cf428174-95ba-4576-8554-3a3b8ffa52b7" providerId="ADAL" clId="{9D6983BC-2B41-4A2C-9BDB-BF4B506A1F53}" dt="2026-01-01T04:21:49.440" v="1799"/>
          <ac:spMkLst>
            <pc:docMk/>
            <pc:sldMk cId="3602152876" sldId="530"/>
            <ac:spMk id="3" creationId="{358C6A81-1F69-4686-B13D-5C315DC4F1CE}"/>
          </ac:spMkLst>
        </pc:spChg>
      </pc:sldChg>
      <pc:sldChg chg="addSp delSp modSp new mod">
        <pc:chgData name="Teuku Raja Irfan Radarma" userId="cf428174-95ba-4576-8554-3a3b8ffa52b7" providerId="ADAL" clId="{9D6983BC-2B41-4A2C-9BDB-BF4B506A1F53}" dt="2026-01-01T04:40:07.348" v="1979" actId="2711"/>
        <pc:sldMkLst>
          <pc:docMk/>
          <pc:sldMk cId="1309344734" sldId="531"/>
        </pc:sldMkLst>
        <pc:spChg chg="mod">
          <ac:chgData name="Teuku Raja Irfan Radarma" userId="cf428174-95ba-4576-8554-3a3b8ffa52b7" providerId="ADAL" clId="{9D6983BC-2B41-4A2C-9BDB-BF4B506A1F53}" dt="2026-01-01T04:21:58.461" v="1814" actId="20577"/>
          <ac:spMkLst>
            <pc:docMk/>
            <pc:sldMk cId="1309344734" sldId="531"/>
            <ac:spMk id="2" creationId="{57149DBB-25F2-4EB9-9E53-572CEEF7DFBD}"/>
          </ac:spMkLst>
        </pc:spChg>
        <pc:spChg chg="del">
          <ac:chgData name="Teuku Raja Irfan Radarma" userId="cf428174-95ba-4576-8554-3a3b8ffa52b7" providerId="ADAL" clId="{9D6983BC-2B41-4A2C-9BDB-BF4B506A1F53}" dt="2026-01-01T04:22:04.654" v="1815"/>
          <ac:spMkLst>
            <pc:docMk/>
            <pc:sldMk cId="1309344734" sldId="531"/>
            <ac:spMk id="3" creationId="{C3A4A293-CDCD-4F01-B0B0-BA9D8A588476}"/>
          </ac:spMkLst>
        </pc:spChg>
        <pc:spChg chg="add mod">
          <ac:chgData name="Teuku Raja Irfan Radarma" userId="cf428174-95ba-4576-8554-3a3b8ffa52b7" providerId="ADAL" clId="{9D6983BC-2B41-4A2C-9BDB-BF4B506A1F53}" dt="2026-01-01T04:40:07.348" v="1979" actId="2711"/>
          <ac:spMkLst>
            <pc:docMk/>
            <pc:sldMk cId="1309344734" sldId="531"/>
            <ac:spMk id="5" creationId="{BA7080AF-43FF-439B-817C-C203DB08BC6B}"/>
          </ac:spMkLst>
        </pc:spChg>
      </pc:sldChg>
      <pc:sldChg chg="addSp delSp modSp new mod">
        <pc:chgData name="Teuku Raja Irfan Radarma" userId="cf428174-95ba-4576-8554-3a3b8ffa52b7" providerId="ADAL" clId="{9D6983BC-2B41-4A2C-9BDB-BF4B506A1F53}" dt="2026-01-01T04:24:13.032" v="1850" actId="1076"/>
        <pc:sldMkLst>
          <pc:docMk/>
          <pc:sldMk cId="253016244" sldId="532"/>
        </pc:sldMkLst>
        <pc:spChg chg="mod">
          <ac:chgData name="Teuku Raja Irfan Radarma" userId="cf428174-95ba-4576-8554-3a3b8ffa52b7" providerId="ADAL" clId="{9D6983BC-2B41-4A2C-9BDB-BF4B506A1F53}" dt="2026-01-01T04:22:55.704" v="1830"/>
          <ac:spMkLst>
            <pc:docMk/>
            <pc:sldMk cId="253016244" sldId="532"/>
            <ac:spMk id="2" creationId="{A8731A69-270D-4CAA-B589-E5B8365DF320}"/>
          </ac:spMkLst>
        </pc:spChg>
        <pc:spChg chg="del">
          <ac:chgData name="Teuku Raja Irfan Radarma" userId="cf428174-95ba-4576-8554-3a3b8ffa52b7" providerId="ADAL" clId="{9D6983BC-2B41-4A2C-9BDB-BF4B506A1F53}" dt="2026-01-01T04:23:15.144" v="1831" actId="3680"/>
          <ac:spMkLst>
            <pc:docMk/>
            <pc:sldMk cId="253016244" sldId="532"/>
            <ac:spMk id="3" creationId="{6B26364F-4798-4F52-861E-5060557350F9}"/>
          </ac:spMkLst>
        </pc:spChg>
        <pc:graphicFrameChg chg="add mod ord modGraphic">
          <ac:chgData name="Teuku Raja Irfan Radarma" userId="cf428174-95ba-4576-8554-3a3b8ffa52b7" providerId="ADAL" clId="{9D6983BC-2B41-4A2C-9BDB-BF4B506A1F53}" dt="2026-01-01T04:24:13.032" v="1850" actId="1076"/>
          <ac:graphicFrameMkLst>
            <pc:docMk/>
            <pc:sldMk cId="253016244" sldId="532"/>
            <ac:graphicFrameMk id="5" creationId="{A892EA9B-D6A3-4972-88C6-1DA8E6D7010A}"/>
          </ac:graphicFrameMkLst>
        </pc:graphicFrameChg>
      </pc:sldChg>
      <pc:sldChg chg="modSp add mod">
        <pc:chgData name="Teuku Raja Irfan Radarma" userId="cf428174-95ba-4576-8554-3a3b8ffa52b7" providerId="ADAL" clId="{9D6983BC-2B41-4A2C-9BDB-BF4B506A1F53}" dt="2026-01-01T04:25:21.901" v="1879" actId="948"/>
        <pc:sldMkLst>
          <pc:docMk/>
          <pc:sldMk cId="3458464840" sldId="533"/>
        </pc:sldMkLst>
        <pc:spChg chg="mod">
          <ac:chgData name="Teuku Raja Irfan Radarma" userId="cf428174-95ba-4576-8554-3a3b8ffa52b7" providerId="ADAL" clId="{9D6983BC-2B41-4A2C-9BDB-BF4B506A1F53}" dt="2026-01-01T04:24:21.083" v="1853"/>
          <ac:spMkLst>
            <pc:docMk/>
            <pc:sldMk cId="3458464840" sldId="533"/>
            <ac:spMk id="2" creationId="{A8731A69-270D-4CAA-B589-E5B8365DF320}"/>
          </ac:spMkLst>
        </pc:spChg>
        <pc:graphicFrameChg chg="mod modGraphic">
          <ac:chgData name="Teuku Raja Irfan Radarma" userId="cf428174-95ba-4576-8554-3a3b8ffa52b7" providerId="ADAL" clId="{9D6983BC-2B41-4A2C-9BDB-BF4B506A1F53}" dt="2026-01-01T04:25:21.901" v="1879" actId="948"/>
          <ac:graphicFrameMkLst>
            <pc:docMk/>
            <pc:sldMk cId="3458464840" sldId="533"/>
            <ac:graphicFrameMk id="5" creationId="{A892EA9B-D6A3-4972-88C6-1DA8E6D7010A}"/>
          </ac:graphicFrameMkLst>
        </pc:graphicFrameChg>
      </pc:sldChg>
      <pc:sldChg chg="modSp add mod">
        <pc:chgData name="Teuku Raja Irfan Radarma" userId="cf428174-95ba-4576-8554-3a3b8ffa52b7" providerId="ADAL" clId="{9D6983BC-2B41-4A2C-9BDB-BF4B506A1F53}" dt="2026-01-01T04:28:00.191" v="1892" actId="14734"/>
        <pc:sldMkLst>
          <pc:docMk/>
          <pc:sldMk cId="1998972146" sldId="534"/>
        </pc:sldMkLst>
        <pc:spChg chg="mod">
          <ac:chgData name="Teuku Raja Irfan Radarma" userId="cf428174-95ba-4576-8554-3a3b8ffa52b7" providerId="ADAL" clId="{9D6983BC-2B41-4A2C-9BDB-BF4B506A1F53}" dt="2026-01-01T04:25:34.910" v="1882" actId="404"/>
          <ac:spMkLst>
            <pc:docMk/>
            <pc:sldMk cId="1998972146" sldId="534"/>
            <ac:spMk id="2" creationId="{A8731A69-270D-4CAA-B589-E5B8365DF320}"/>
          </ac:spMkLst>
        </pc:spChg>
        <pc:graphicFrameChg chg="mod modGraphic">
          <ac:chgData name="Teuku Raja Irfan Radarma" userId="cf428174-95ba-4576-8554-3a3b8ffa52b7" providerId="ADAL" clId="{9D6983BC-2B41-4A2C-9BDB-BF4B506A1F53}" dt="2026-01-01T04:28:00.191" v="1892" actId="14734"/>
          <ac:graphicFrameMkLst>
            <pc:docMk/>
            <pc:sldMk cId="1998972146" sldId="534"/>
            <ac:graphicFrameMk id="5" creationId="{A892EA9B-D6A3-4972-88C6-1DA8E6D7010A}"/>
          </ac:graphicFrameMkLst>
        </pc:graphicFrameChg>
      </pc:sldChg>
      <pc:sldChg chg="modSp add mod">
        <pc:chgData name="Teuku Raja Irfan Radarma" userId="cf428174-95ba-4576-8554-3a3b8ffa52b7" providerId="ADAL" clId="{9D6983BC-2B41-4A2C-9BDB-BF4B506A1F53}" dt="2026-01-01T04:29:06.781" v="1918" actId="12"/>
        <pc:sldMkLst>
          <pc:docMk/>
          <pc:sldMk cId="1322330529" sldId="535"/>
        </pc:sldMkLst>
        <pc:spChg chg="mod">
          <ac:chgData name="Teuku Raja Irfan Radarma" userId="cf428174-95ba-4576-8554-3a3b8ffa52b7" providerId="ADAL" clId="{9D6983BC-2B41-4A2C-9BDB-BF4B506A1F53}" dt="2026-01-01T04:28:28.697" v="1908" actId="255"/>
          <ac:spMkLst>
            <pc:docMk/>
            <pc:sldMk cId="1322330529" sldId="535"/>
            <ac:spMk id="2" creationId="{A8731A69-270D-4CAA-B589-E5B8365DF320}"/>
          </ac:spMkLst>
        </pc:spChg>
        <pc:graphicFrameChg chg="mod modGraphic">
          <ac:chgData name="Teuku Raja Irfan Radarma" userId="cf428174-95ba-4576-8554-3a3b8ffa52b7" providerId="ADAL" clId="{9D6983BC-2B41-4A2C-9BDB-BF4B506A1F53}" dt="2026-01-01T04:29:06.781" v="1918" actId="12"/>
          <ac:graphicFrameMkLst>
            <pc:docMk/>
            <pc:sldMk cId="1322330529" sldId="535"/>
            <ac:graphicFrameMk id="5" creationId="{A892EA9B-D6A3-4972-88C6-1DA8E6D7010A}"/>
          </ac:graphicFrameMkLst>
        </pc:graphicFrameChg>
      </pc:sldChg>
      <pc:sldChg chg="modSp new mod">
        <pc:chgData name="Teuku Raja Irfan Radarma" userId="cf428174-95ba-4576-8554-3a3b8ffa52b7" providerId="ADAL" clId="{9D6983BC-2B41-4A2C-9BDB-BF4B506A1F53}" dt="2026-01-01T04:32:51.315" v="1937"/>
        <pc:sldMkLst>
          <pc:docMk/>
          <pc:sldMk cId="3671780888" sldId="536"/>
        </pc:sldMkLst>
        <pc:spChg chg="mod">
          <ac:chgData name="Teuku Raja Irfan Radarma" userId="cf428174-95ba-4576-8554-3a3b8ffa52b7" providerId="ADAL" clId="{9D6983BC-2B41-4A2C-9BDB-BF4B506A1F53}" dt="2026-01-01T04:32:39.444" v="1936" actId="20577"/>
          <ac:spMkLst>
            <pc:docMk/>
            <pc:sldMk cId="3671780888" sldId="536"/>
            <ac:spMk id="2" creationId="{54F10870-ED31-4007-81E0-7BA305CC6EC9}"/>
          </ac:spMkLst>
        </pc:spChg>
        <pc:spChg chg="mod">
          <ac:chgData name="Teuku Raja Irfan Radarma" userId="cf428174-95ba-4576-8554-3a3b8ffa52b7" providerId="ADAL" clId="{9D6983BC-2B41-4A2C-9BDB-BF4B506A1F53}" dt="2026-01-01T04:32:51.315" v="1937"/>
          <ac:spMkLst>
            <pc:docMk/>
            <pc:sldMk cId="3671780888" sldId="536"/>
            <ac:spMk id="3" creationId="{8A0D3A7F-A8D1-473B-9DB7-B02285896511}"/>
          </ac:spMkLst>
        </pc:spChg>
      </pc:sldChg>
      <pc:sldChg chg="addSp delSp modSp new mod">
        <pc:chgData name="Teuku Raja Irfan Radarma" userId="cf428174-95ba-4576-8554-3a3b8ffa52b7" providerId="ADAL" clId="{9D6983BC-2B41-4A2C-9BDB-BF4B506A1F53}" dt="2026-01-01T04:40:36.467" v="1981" actId="1076"/>
        <pc:sldMkLst>
          <pc:docMk/>
          <pc:sldMk cId="1415328886" sldId="537"/>
        </pc:sldMkLst>
        <pc:spChg chg="mod">
          <ac:chgData name="Teuku Raja Irfan Radarma" userId="cf428174-95ba-4576-8554-3a3b8ffa52b7" providerId="ADAL" clId="{9D6983BC-2B41-4A2C-9BDB-BF4B506A1F53}" dt="2026-01-01T04:33:10.202" v="1939"/>
          <ac:spMkLst>
            <pc:docMk/>
            <pc:sldMk cId="1415328886" sldId="537"/>
            <ac:spMk id="2" creationId="{C5D7B628-6111-41EE-921B-8F3F9BD09D9F}"/>
          </ac:spMkLst>
        </pc:spChg>
        <pc:spChg chg="del">
          <ac:chgData name="Teuku Raja Irfan Radarma" userId="cf428174-95ba-4576-8554-3a3b8ffa52b7" providerId="ADAL" clId="{9D6983BC-2B41-4A2C-9BDB-BF4B506A1F53}" dt="2026-01-01T04:33:18.192" v="1940"/>
          <ac:spMkLst>
            <pc:docMk/>
            <pc:sldMk cId="1415328886" sldId="537"/>
            <ac:spMk id="3" creationId="{ED7606B5-FBF3-472A-A51B-580601EC2ACD}"/>
          </ac:spMkLst>
        </pc:spChg>
        <pc:spChg chg="add mod">
          <ac:chgData name="Teuku Raja Irfan Radarma" userId="cf428174-95ba-4576-8554-3a3b8ffa52b7" providerId="ADAL" clId="{9D6983BC-2B41-4A2C-9BDB-BF4B506A1F53}" dt="2026-01-01T04:40:36.467" v="1981" actId="1076"/>
          <ac:spMkLst>
            <pc:docMk/>
            <pc:sldMk cId="1415328886" sldId="537"/>
            <ac:spMk id="5" creationId="{1482AE7B-83F4-4F6D-903C-58FFE773790F}"/>
          </ac:spMkLst>
        </pc:spChg>
        <pc:spChg chg="add del">
          <ac:chgData name="Teuku Raja Irfan Radarma" userId="cf428174-95ba-4576-8554-3a3b8ffa52b7" providerId="ADAL" clId="{9D6983BC-2B41-4A2C-9BDB-BF4B506A1F53}" dt="2026-01-01T04:36:55.615" v="1961"/>
          <ac:spMkLst>
            <pc:docMk/>
            <pc:sldMk cId="1415328886" sldId="537"/>
            <ac:spMk id="6" creationId="{328AE365-E6EA-4A09-9E5C-D3431A356FF6}"/>
          </ac:spMkLst>
        </pc:spChg>
      </pc:sldChg>
      <pc:sldChg chg="addSp delSp modSp new mod">
        <pc:chgData name="Teuku Raja Irfan Radarma" userId="cf428174-95ba-4576-8554-3a3b8ffa52b7" providerId="ADAL" clId="{9D6983BC-2B41-4A2C-9BDB-BF4B506A1F53}" dt="2026-01-01T04:48:25" v="2035" actId="1076"/>
        <pc:sldMkLst>
          <pc:docMk/>
          <pc:sldMk cId="1090626872" sldId="538"/>
        </pc:sldMkLst>
        <pc:spChg chg="mod">
          <ac:chgData name="Teuku Raja Irfan Radarma" userId="cf428174-95ba-4576-8554-3a3b8ffa52b7" providerId="ADAL" clId="{9D6983BC-2B41-4A2C-9BDB-BF4B506A1F53}" dt="2026-01-01T04:47:21.154" v="2021" actId="1076"/>
          <ac:spMkLst>
            <pc:docMk/>
            <pc:sldMk cId="1090626872" sldId="538"/>
            <ac:spMk id="2" creationId="{BB26A7EF-F74C-4E29-A857-8708ABEB5434}"/>
          </ac:spMkLst>
        </pc:spChg>
        <pc:spChg chg="del">
          <ac:chgData name="Teuku Raja Irfan Radarma" userId="cf428174-95ba-4576-8554-3a3b8ffa52b7" providerId="ADAL" clId="{9D6983BC-2B41-4A2C-9BDB-BF4B506A1F53}" dt="2026-01-01T04:44:59.322" v="1991"/>
          <ac:spMkLst>
            <pc:docMk/>
            <pc:sldMk cId="1090626872" sldId="538"/>
            <ac:spMk id="3" creationId="{E1784EA0-27A4-4615-9634-9678C2CDC185}"/>
          </ac:spMkLst>
        </pc:spChg>
        <pc:spChg chg="add del mod">
          <ac:chgData name="Teuku Raja Irfan Radarma" userId="cf428174-95ba-4576-8554-3a3b8ffa52b7" providerId="ADAL" clId="{9D6983BC-2B41-4A2C-9BDB-BF4B506A1F53}" dt="2026-01-01T04:45:58.194" v="1998"/>
          <ac:spMkLst>
            <pc:docMk/>
            <pc:sldMk cId="1090626872" sldId="538"/>
            <ac:spMk id="5" creationId="{DEB43B58-1E0D-415F-A5F2-DE76AAB067FA}"/>
          </ac:spMkLst>
        </pc:spChg>
        <pc:spChg chg="add mod">
          <ac:chgData name="Teuku Raja Irfan Radarma" userId="cf428174-95ba-4576-8554-3a3b8ffa52b7" providerId="ADAL" clId="{9D6983BC-2B41-4A2C-9BDB-BF4B506A1F53}" dt="2026-01-01T04:48:00.788" v="2030" actId="948"/>
          <ac:spMkLst>
            <pc:docMk/>
            <pc:sldMk cId="1090626872" sldId="538"/>
            <ac:spMk id="8" creationId="{16761780-84C6-47E2-B2BC-B4B81C142CD4}"/>
          </ac:spMkLst>
        </pc:spChg>
        <pc:spChg chg="add mod">
          <ac:chgData name="Teuku Raja Irfan Radarma" userId="cf428174-95ba-4576-8554-3a3b8ffa52b7" providerId="ADAL" clId="{9D6983BC-2B41-4A2C-9BDB-BF4B506A1F53}" dt="2026-01-01T04:48:25" v="2035" actId="1076"/>
          <ac:spMkLst>
            <pc:docMk/>
            <pc:sldMk cId="1090626872" sldId="538"/>
            <ac:spMk id="9" creationId="{1B5F8763-FC14-44B8-9DB7-6CD3D3F4E0D9}"/>
          </ac:spMkLst>
        </pc:spChg>
        <pc:picChg chg="add mod">
          <ac:chgData name="Teuku Raja Irfan Radarma" userId="cf428174-95ba-4576-8554-3a3b8ffa52b7" providerId="ADAL" clId="{9D6983BC-2B41-4A2C-9BDB-BF4B506A1F53}" dt="2026-01-01T04:47:22.114" v="2022" actId="1076"/>
          <ac:picMkLst>
            <pc:docMk/>
            <pc:sldMk cId="1090626872" sldId="538"/>
            <ac:picMk id="19458" creationId="{285611BF-E274-41F7-9120-51B97D1BF3ED}"/>
          </ac:picMkLst>
        </pc:picChg>
      </pc:sldChg>
      <pc:sldChg chg="addSp delSp modSp new mod">
        <pc:chgData name="Teuku Raja Irfan Radarma" userId="cf428174-95ba-4576-8554-3a3b8ffa52b7" providerId="ADAL" clId="{9D6983BC-2B41-4A2C-9BDB-BF4B506A1F53}" dt="2026-01-01T04:50:10.799" v="2052" actId="2711"/>
        <pc:sldMkLst>
          <pc:docMk/>
          <pc:sldMk cId="305687751" sldId="539"/>
        </pc:sldMkLst>
        <pc:spChg chg="mod">
          <ac:chgData name="Teuku Raja Irfan Radarma" userId="cf428174-95ba-4576-8554-3a3b8ffa52b7" providerId="ADAL" clId="{9D6983BC-2B41-4A2C-9BDB-BF4B506A1F53}" dt="2026-01-01T04:48:58.410" v="2038"/>
          <ac:spMkLst>
            <pc:docMk/>
            <pc:sldMk cId="305687751" sldId="539"/>
            <ac:spMk id="2" creationId="{69914C70-566F-4A31-8D5F-8DD4F75A9337}"/>
          </ac:spMkLst>
        </pc:spChg>
        <pc:spChg chg="del">
          <ac:chgData name="Teuku Raja Irfan Radarma" userId="cf428174-95ba-4576-8554-3a3b8ffa52b7" providerId="ADAL" clId="{9D6983BC-2B41-4A2C-9BDB-BF4B506A1F53}" dt="2026-01-01T04:49:08.923" v="2039"/>
          <ac:spMkLst>
            <pc:docMk/>
            <pc:sldMk cId="305687751" sldId="539"/>
            <ac:spMk id="3" creationId="{EDB905F0-0AEB-493E-9FAE-F665BAFF68DB}"/>
          </ac:spMkLst>
        </pc:spChg>
        <pc:spChg chg="add mod">
          <ac:chgData name="Teuku Raja Irfan Radarma" userId="cf428174-95ba-4576-8554-3a3b8ffa52b7" providerId="ADAL" clId="{9D6983BC-2B41-4A2C-9BDB-BF4B506A1F53}" dt="2026-01-01T04:50:10.799" v="2052" actId="2711"/>
          <ac:spMkLst>
            <pc:docMk/>
            <pc:sldMk cId="305687751" sldId="539"/>
            <ac:spMk id="5" creationId="{8EEDE2EF-266F-4CBA-B895-241FB5EFCE64}"/>
          </ac:spMkLst>
        </pc:spChg>
      </pc:sldChg>
      <pc:sldChg chg="modSp new mod">
        <pc:chgData name="Teuku Raja Irfan Radarma" userId="cf428174-95ba-4576-8554-3a3b8ffa52b7" providerId="ADAL" clId="{9D6983BC-2B41-4A2C-9BDB-BF4B506A1F53}" dt="2026-01-05T01:21:58.507" v="2435" actId="14100"/>
        <pc:sldMkLst>
          <pc:docMk/>
          <pc:sldMk cId="1444465115" sldId="540"/>
        </pc:sldMkLst>
        <pc:spChg chg="mod">
          <ac:chgData name="Teuku Raja Irfan Radarma" userId="cf428174-95ba-4576-8554-3a3b8ffa52b7" providerId="ADAL" clId="{9D6983BC-2B41-4A2C-9BDB-BF4B506A1F53}" dt="2026-01-05T01:19:05.725" v="2080" actId="20577"/>
          <ac:spMkLst>
            <pc:docMk/>
            <pc:sldMk cId="1444465115" sldId="540"/>
            <ac:spMk id="2" creationId="{0688E125-3194-47BF-B9AC-DB75DE2182F5}"/>
          </ac:spMkLst>
        </pc:spChg>
        <pc:spChg chg="mod">
          <ac:chgData name="Teuku Raja Irfan Radarma" userId="cf428174-95ba-4576-8554-3a3b8ffa52b7" providerId="ADAL" clId="{9D6983BC-2B41-4A2C-9BDB-BF4B506A1F53}" dt="2026-01-05T01:21:58.507" v="2435" actId="14100"/>
          <ac:spMkLst>
            <pc:docMk/>
            <pc:sldMk cId="1444465115" sldId="540"/>
            <ac:spMk id="4" creationId="{CF5332CB-F1AB-4685-8228-A7C0B9A12D2E}"/>
          </ac:spMkLst>
        </pc:spChg>
      </pc:sldChg>
      <pc:sldChg chg="modSp new mod">
        <pc:chgData name="Teuku Raja Irfan Radarma" userId="cf428174-95ba-4576-8554-3a3b8ffa52b7" providerId="ADAL" clId="{9D6983BC-2B41-4A2C-9BDB-BF4B506A1F53}" dt="2026-01-05T01:36:15.913" v="2674" actId="20577"/>
        <pc:sldMkLst>
          <pc:docMk/>
          <pc:sldMk cId="4281984631" sldId="541"/>
        </pc:sldMkLst>
        <pc:spChg chg="mod">
          <ac:chgData name="Teuku Raja Irfan Radarma" userId="cf428174-95ba-4576-8554-3a3b8ffa52b7" providerId="ADAL" clId="{9D6983BC-2B41-4A2C-9BDB-BF4B506A1F53}" dt="2026-01-05T01:35:05.857" v="2461" actId="20577"/>
          <ac:spMkLst>
            <pc:docMk/>
            <pc:sldMk cId="4281984631" sldId="541"/>
            <ac:spMk id="2" creationId="{C99D80A9-3EA1-4E65-9641-193AEBDC288A}"/>
          </ac:spMkLst>
        </pc:spChg>
        <pc:spChg chg="mod">
          <ac:chgData name="Teuku Raja Irfan Radarma" userId="cf428174-95ba-4576-8554-3a3b8ffa52b7" providerId="ADAL" clId="{9D6983BC-2B41-4A2C-9BDB-BF4B506A1F53}" dt="2026-01-05T01:36:15.913" v="2674" actId="20577"/>
          <ac:spMkLst>
            <pc:docMk/>
            <pc:sldMk cId="4281984631" sldId="541"/>
            <ac:spMk id="4" creationId="{911EE387-489D-4554-A4A5-DAD5FE51DBD8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CDEF51F-342A-480A-A1D2-517C211A2A1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B686FA3-6B58-4655-BE54-0FD265504955}">
      <dgm:prSet phldrT="[Text]" custT="1"/>
      <dgm:spPr/>
      <dgm:t>
        <a:bodyPr/>
        <a:lstStyle/>
        <a:p>
          <a:r>
            <a:rPr lang="en-US" sz="3200" dirty="0"/>
            <a:t>Field Interrogation</a:t>
          </a:r>
        </a:p>
      </dgm:t>
    </dgm:pt>
    <dgm:pt modelId="{49A71F27-92D6-496F-B230-8B7C838FCF5F}" type="parTrans" cxnId="{0D9BDC1D-1341-4817-A4D1-5A8128F260B7}">
      <dgm:prSet/>
      <dgm:spPr/>
      <dgm:t>
        <a:bodyPr/>
        <a:lstStyle/>
        <a:p>
          <a:endParaRPr lang="en-US" sz="1400"/>
        </a:p>
      </dgm:t>
    </dgm:pt>
    <dgm:pt modelId="{A8E83A29-A2EB-4BA2-85F1-01B550905960}" type="sibTrans" cxnId="{0D9BDC1D-1341-4817-A4D1-5A8128F260B7}">
      <dgm:prSet/>
      <dgm:spPr/>
      <dgm:t>
        <a:bodyPr/>
        <a:lstStyle/>
        <a:p>
          <a:endParaRPr lang="en-US" sz="1400"/>
        </a:p>
      </dgm:t>
    </dgm:pt>
    <dgm:pt modelId="{89FDDFEC-DFAB-4AAF-9ECA-CF81D8FEC5D6}">
      <dgm:prSet phldrT="[Text]" custT="1"/>
      <dgm:spPr/>
      <dgm:t>
        <a:bodyPr/>
        <a:lstStyle/>
        <a:p>
          <a:r>
            <a:rPr lang="en-US" sz="2400" dirty="0"/>
            <a:t>Check Digit</a:t>
          </a:r>
        </a:p>
      </dgm:t>
    </dgm:pt>
    <dgm:pt modelId="{B84B5E27-0900-4EA6-B2FA-5D6C5553EA8B}" type="parTrans" cxnId="{DF3033F0-8EDF-4ABE-8585-49508A5C2B6C}">
      <dgm:prSet/>
      <dgm:spPr/>
      <dgm:t>
        <a:bodyPr/>
        <a:lstStyle/>
        <a:p>
          <a:endParaRPr lang="en-US" sz="1400"/>
        </a:p>
      </dgm:t>
    </dgm:pt>
    <dgm:pt modelId="{1505A45F-2726-446E-B480-EFF00279A9C6}" type="sibTrans" cxnId="{DF3033F0-8EDF-4ABE-8585-49508A5C2B6C}">
      <dgm:prSet/>
      <dgm:spPr/>
      <dgm:t>
        <a:bodyPr/>
        <a:lstStyle/>
        <a:p>
          <a:endParaRPr lang="en-US" sz="1400"/>
        </a:p>
      </dgm:t>
    </dgm:pt>
    <dgm:pt modelId="{34171EF6-185D-4C63-B6FF-C5373272913E}">
      <dgm:prSet phldrT="[Text]" custT="1"/>
      <dgm:spPr/>
      <dgm:t>
        <a:bodyPr/>
        <a:lstStyle/>
        <a:p>
          <a:r>
            <a:rPr lang="en-US" sz="2400" dirty="0"/>
            <a:t>Missing Data Check</a:t>
          </a:r>
        </a:p>
      </dgm:t>
    </dgm:pt>
    <dgm:pt modelId="{D31EB313-BAB5-4229-A0BC-2610E1464BD5}" type="parTrans" cxnId="{5B857A70-6BCC-4272-AE3D-BC4247A09856}">
      <dgm:prSet/>
      <dgm:spPr/>
      <dgm:t>
        <a:bodyPr/>
        <a:lstStyle/>
        <a:p>
          <a:endParaRPr lang="en-US" sz="1400"/>
        </a:p>
      </dgm:t>
    </dgm:pt>
    <dgm:pt modelId="{B9ABBB8C-9CD2-41C2-B863-1B5663C7565A}" type="sibTrans" cxnId="{5B857A70-6BCC-4272-AE3D-BC4247A09856}">
      <dgm:prSet/>
      <dgm:spPr/>
      <dgm:t>
        <a:bodyPr/>
        <a:lstStyle/>
        <a:p>
          <a:endParaRPr lang="en-US" sz="1400"/>
        </a:p>
      </dgm:t>
    </dgm:pt>
    <dgm:pt modelId="{52675493-AEB0-43A3-9EFF-29862C48F86C}">
      <dgm:prSet phldrT="[Text]" custT="1"/>
      <dgm:spPr/>
      <dgm:t>
        <a:bodyPr/>
        <a:lstStyle/>
        <a:p>
          <a:r>
            <a:rPr lang="en-US" sz="2400" dirty="0"/>
            <a:t>Numeric-Alphabet Check</a:t>
          </a:r>
        </a:p>
      </dgm:t>
    </dgm:pt>
    <dgm:pt modelId="{A7156A43-3414-4307-916B-F966C0B55664}" type="parTrans" cxnId="{1AC62CF7-CC47-42DE-9BAD-E9CD7A354D6E}">
      <dgm:prSet/>
      <dgm:spPr/>
      <dgm:t>
        <a:bodyPr/>
        <a:lstStyle/>
        <a:p>
          <a:endParaRPr lang="en-US" sz="1400"/>
        </a:p>
      </dgm:t>
    </dgm:pt>
    <dgm:pt modelId="{760ED61E-5854-4C8F-9433-F8F0AE65D6EA}" type="sibTrans" cxnId="{1AC62CF7-CC47-42DE-9BAD-E9CD7A354D6E}">
      <dgm:prSet/>
      <dgm:spPr/>
      <dgm:t>
        <a:bodyPr/>
        <a:lstStyle/>
        <a:p>
          <a:endParaRPr lang="en-US" sz="1400"/>
        </a:p>
      </dgm:t>
    </dgm:pt>
    <dgm:pt modelId="{1017EDDB-0199-426B-B95D-16D82524515C}">
      <dgm:prSet phldrT="[Text]" custT="1"/>
      <dgm:spPr/>
      <dgm:t>
        <a:bodyPr/>
        <a:lstStyle/>
        <a:p>
          <a:r>
            <a:rPr lang="en-US" sz="2400" dirty="0"/>
            <a:t>Limit Check</a:t>
          </a:r>
        </a:p>
      </dgm:t>
    </dgm:pt>
    <dgm:pt modelId="{6054E18A-ED39-452E-BB5F-54762F863B2D}" type="parTrans" cxnId="{66F53990-02BA-4812-9DD4-94C2B3B12880}">
      <dgm:prSet/>
      <dgm:spPr/>
      <dgm:t>
        <a:bodyPr/>
        <a:lstStyle/>
        <a:p>
          <a:endParaRPr lang="en-US" sz="1400"/>
        </a:p>
      </dgm:t>
    </dgm:pt>
    <dgm:pt modelId="{2BB9F32B-FD62-4C08-86C5-F87BC726B3EB}" type="sibTrans" cxnId="{66F53990-02BA-4812-9DD4-94C2B3B12880}">
      <dgm:prSet/>
      <dgm:spPr/>
      <dgm:t>
        <a:bodyPr/>
        <a:lstStyle/>
        <a:p>
          <a:endParaRPr lang="en-US" sz="1400"/>
        </a:p>
      </dgm:t>
    </dgm:pt>
    <dgm:pt modelId="{376115A7-260C-4653-B8FE-80591134D22C}">
      <dgm:prSet phldrT="[Text]" custT="1"/>
      <dgm:spPr/>
      <dgm:t>
        <a:bodyPr/>
        <a:lstStyle/>
        <a:p>
          <a:r>
            <a:rPr lang="en-US" sz="2400" dirty="0"/>
            <a:t>Range Check</a:t>
          </a:r>
        </a:p>
      </dgm:t>
    </dgm:pt>
    <dgm:pt modelId="{CB32C159-052C-4BD2-AD4B-FC8ACEFF4F98}" type="parTrans" cxnId="{D1A98E78-9FE9-4312-B373-D436ECA90B09}">
      <dgm:prSet/>
      <dgm:spPr/>
      <dgm:t>
        <a:bodyPr/>
        <a:lstStyle/>
        <a:p>
          <a:endParaRPr lang="en-US" sz="1400"/>
        </a:p>
      </dgm:t>
    </dgm:pt>
    <dgm:pt modelId="{87E969D7-1D6D-4570-A487-44FFF905797F}" type="sibTrans" cxnId="{D1A98E78-9FE9-4312-B373-D436ECA90B09}">
      <dgm:prSet/>
      <dgm:spPr/>
      <dgm:t>
        <a:bodyPr/>
        <a:lstStyle/>
        <a:p>
          <a:endParaRPr lang="en-US" sz="1400"/>
        </a:p>
      </dgm:t>
    </dgm:pt>
    <dgm:pt modelId="{CD8BE722-5B04-4A0D-8956-2976004D46DE}">
      <dgm:prSet phldrT="[Text]" custT="1"/>
      <dgm:spPr/>
      <dgm:t>
        <a:bodyPr/>
        <a:lstStyle/>
        <a:p>
          <a:r>
            <a:rPr lang="en-US" sz="2400"/>
            <a:t>Validity Check</a:t>
          </a:r>
          <a:endParaRPr lang="en-US" sz="2400" dirty="0"/>
        </a:p>
      </dgm:t>
    </dgm:pt>
    <dgm:pt modelId="{C527C833-F980-4498-B57D-8FDD61976612}" type="parTrans" cxnId="{3D3402C2-C819-42C2-9492-DC9DAC4978CF}">
      <dgm:prSet/>
      <dgm:spPr/>
      <dgm:t>
        <a:bodyPr/>
        <a:lstStyle/>
        <a:p>
          <a:endParaRPr lang="en-US" sz="1400"/>
        </a:p>
      </dgm:t>
    </dgm:pt>
    <dgm:pt modelId="{04A5B8D5-B5EA-4718-B382-DEFBC435BA46}" type="sibTrans" cxnId="{3D3402C2-C819-42C2-9492-DC9DAC4978CF}">
      <dgm:prSet/>
      <dgm:spPr/>
      <dgm:t>
        <a:bodyPr/>
        <a:lstStyle/>
        <a:p>
          <a:endParaRPr lang="en-US" sz="1400"/>
        </a:p>
      </dgm:t>
    </dgm:pt>
    <dgm:pt modelId="{F5350B91-7652-46F7-872A-86C98CAF4A21}" type="pres">
      <dgm:prSet presAssocID="{FCDEF51F-342A-480A-A1D2-517C211A2A1C}" presName="linear" presStyleCnt="0">
        <dgm:presLayoutVars>
          <dgm:animLvl val="lvl"/>
          <dgm:resizeHandles val="exact"/>
        </dgm:presLayoutVars>
      </dgm:prSet>
      <dgm:spPr/>
    </dgm:pt>
    <dgm:pt modelId="{A7A10810-D18E-4D84-A907-CA6FF6AC85D9}" type="pres">
      <dgm:prSet presAssocID="{9B686FA3-6B58-4655-BE54-0FD265504955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7FA6E14C-4849-4750-9A83-4A5BF2F5FAA0}" type="pres">
      <dgm:prSet presAssocID="{9B686FA3-6B58-4655-BE54-0FD265504955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0D9BDC1D-1341-4817-A4D1-5A8128F260B7}" srcId="{FCDEF51F-342A-480A-A1D2-517C211A2A1C}" destId="{9B686FA3-6B58-4655-BE54-0FD265504955}" srcOrd="0" destOrd="0" parTransId="{49A71F27-92D6-496F-B230-8B7C838FCF5F}" sibTransId="{A8E83A29-A2EB-4BA2-85F1-01B550905960}"/>
    <dgm:cxn modelId="{5B857A70-6BCC-4272-AE3D-BC4247A09856}" srcId="{9B686FA3-6B58-4655-BE54-0FD265504955}" destId="{34171EF6-185D-4C63-B6FF-C5373272913E}" srcOrd="1" destOrd="0" parTransId="{D31EB313-BAB5-4229-A0BC-2610E1464BD5}" sibTransId="{B9ABBB8C-9CD2-41C2-B863-1B5663C7565A}"/>
    <dgm:cxn modelId="{D1A98E78-9FE9-4312-B373-D436ECA90B09}" srcId="{9B686FA3-6B58-4655-BE54-0FD265504955}" destId="{376115A7-260C-4653-B8FE-80591134D22C}" srcOrd="4" destOrd="0" parTransId="{CB32C159-052C-4BD2-AD4B-FC8ACEFF4F98}" sibTransId="{87E969D7-1D6D-4570-A487-44FFF905797F}"/>
    <dgm:cxn modelId="{085EA37C-4756-4B00-9278-BB57378998E1}" type="presOf" srcId="{52675493-AEB0-43A3-9EFF-29862C48F86C}" destId="{7FA6E14C-4849-4750-9A83-4A5BF2F5FAA0}" srcOrd="0" destOrd="2" presId="urn:microsoft.com/office/officeart/2005/8/layout/vList2"/>
    <dgm:cxn modelId="{3437B57C-2998-4CC4-B4FA-B0DFB339D842}" type="presOf" srcId="{34171EF6-185D-4C63-B6FF-C5373272913E}" destId="{7FA6E14C-4849-4750-9A83-4A5BF2F5FAA0}" srcOrd="0" destOrd="1" presId="urn:microsoft.com/office/officeart/2005/8/layout/vList2"/>
    <dgm:cxn modelId="{7FB4C582-CB10-4203-BEBE-4688D69C7D6D}" type="presOf" srcId="{376115A7-260C-4653-B8FE-80591134D22C}" destId="{7FA6E14C-4849-4750-9A83-4A5BF2F5FAA0}" srcOrd="0" destOrd="4" presId="urn:microsoft.com/office/officeart/2005/8/layout/vList2"/>
    <dgm:cxn modelId="{66F53990-02BA-4812-9DD4-94C2B3B12880}" srcId="{9B686FA3-6B58-4655-BE54-0FD265504955}" destId="{1017EDDB-0199-426B-B95D-16D82524515C}" srcOrd="3" destOrd="0" parTransId="{6054E18A-ED39-452E-BB5F-54762F863B2D}" sibTransId="{2BB9F32B-FD62-4C08-86C5-F87BC726B3EB}"/>
    <dgm:cxn modelId="{69D3BF9E-DE6F-4406-BF25-28A4BCD0D854}" type="presOf" srcId="{1017EDDB-0199-426B-B95D-16D82524515C}" destId="{7FA6E14C-4849-4750-9A83-4A5BF2F5FAA0}" srcOrd="0" destOrd="3" presId="urn:microsoft.com/office/officeart/2005/8/layout/vList2"/>
    <dgm:cxn modelId="{5EF166B1-1456-42D2-9F6C-A1339521598A}" type="presOf" srcId="{9B686FA3-6B58-4655-BE54-0FD265504955}" destId="{A7A10810-D18E-4D84-A907-CA6FF6AC85D9}" srcOrd="0" destOrd="0" presId="urn:microsoft.com/office/officeart/2005/8/layout/vList2"/>
    <dgm:cxn modelId="{C885EABF-BDF0-4558-8B99-E78202583D66}" type="presOf" srcId="{FCDEF51F-342A-480A-A1D2-517C211A2A1C}" destId="{F5350B91-7652-46F7-872A-86C98CAF4A21}" srcOrd="0" destOrd="0" presId="urn:microsoft.com/office/officeart/2005/8/layout/vList2"/>
    <dgm:cxn modelId="{3D3402C2-C819-42C2-9492-DC9DAC4978CF}" srcId="{9B686FA3-6B58-4655-BE54-0FD265504955}" destId="{CD8BE722-5B04-4A0D-8956-2976004D46DE}" srcOrd="5" destOrd="0" parTransId="{C527C833-F980-4498-B57D-8FDD61976612}" sibTransId="{04A5B8D5-B5EA-4718-B382-DEFBC435BA46}"/>
    <dgm:cxn modelId="{B91FB3DF-1793-4914-9486-212709EFEE22}" type="presOf" srcId="{CD8BE722-5B04-4A0D-8956-2976004D46DE}" destId="{7FA6E14C-4849-4750-9A83-4A5BF2F5FAA0}" srcOrd="0" destOrd="5" presId="urn:microsoft.com/office/officeart/2005/8/layout/vList2"/>
    <dgm:cxn modelId="{DF3033F0-8EDF-4ABE-8585-49508A5C2B6C}" srcId="{9B686FA3-6B58-4655-BE54-0FD265504955}" destId="{89FDDFEC-DFAB-4AAF-9ECA-CF81D8FEC5D6}" srcOrd="0" destOrd="0" parTransId="{B84B5E27-0900-4EA6-B2FA-5D6C5553EA8B}" sibTransId="{1505A45F-2726-446E-B480-EFF00279A9C6}"/>
    <dgm:cxn modelId="{1AC62CF7-CC47-42DE-9BAD-E9CD7A354D6E}" srcId="{9B686FA3-6B58-4655-BE54-0FD265504955}" destId="{52675493-AEB0-43A3-9EFF-29862C48F86C}" srcOrd="2" destOrd="0" parTransId="{A7156A43-3414-4307-916B-F966C0B55664}" sibTransId="{760ED61E-5854-4C8F-9433-F8F0AE65D6EA}"/>
    <dgm:cxn modelId="{FFEE64FA-6FFC-4D6C-83C7-FD36D0E2C6D4}" type="presOf" srcId="{89FDDFEC-DFAB-4AAF-9ECA-CF81D8FEC5D6}" destId="{7FA6E14C-4849-4750-9A83-4A5BF2F5FAA0}" srcOrd="0" destOrd="0" presId="urn:microsoft.com/office/officeart/2005/8/layout/vList2"/>
    <dgm:cxn modelId="{0928240E-7538-4122-9B5D-8FCBF2463326}" type="presParOf" srcId="{F5350B91-7652-46F7-872A-86C98CAF4A21}" destId="{A7A10810-D18E-4D84-A907-CA6FF6AC85D9}" srcOrd="0" destOrd="0" presId="urn:microsoft.com/office/officeart/2005/8/layout/vList2"/>
    <dgm:cxn modelId="{46C85039-20BD-4204-8B04-7773FE82409D}" type="presParOf" srcId="{F5350B91-7652-46F7-872A-86C98CAF4A21}" destId="{7FA6E14C-4849-4750-9A83-4A5BF2F5FAA0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CDEF51F-342A-480A-A1D2-517C211A2A1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69ABA8B-DBD2-4C18-A6ED-7A3C5E358397}">
      <dgm:prSet phldrT="[Text]" custT="1"/>
      <dgm:spPr/>
      <dgm:t>
        <a:bodyPr/>
        <a:lstStyle/>
        <a:p>
          <a:r>
            <a:rPr lang="en-US" sz="3200" dirty="0"/>
            <a:t>Record Interrogation</a:t>
          </a:r>
        </a:p>
      </dgm:t>
    </dgm:pt>
    <dgm:pt modelId="{C5F4755B-9148-4D35-B534-A088A01E808D}" type="sibTrans" cxnId="{2B671ABC-2C1E-4C28-BA61-FAD82414D908}">
      <dgm:prSet/>
      <dgm:spPr/>
      <dgm:t>
        <a:bodyPr/>
        <a:lstStyle/>
        <a:p>
          <a:endParaRPr lang="en-US" sz="1600"/>
        </a:p>
      </dgm:t>
    </dgm:pt>
    <dgm:pt modelId="{B61EC868-3A8F-425D-9E87-4DE374F626D6}" type="parTrans" cxnId="{2B671ABC-2C1E-4C28-BA61-FAD82414D908}">
      <dgm:prSet/>
      <dgm:spPr/>
      <dgm:t>
        <a:bodyPr/>
        <a:lstStyle/>
        <a:p>
          <a:endParaRPr lang="en-US" sz="1600"/>
        </a:p>
      </dgm:t>
    </dgm:pt>
    <dgm:pt modelId="{9CFA79CE-CB3F-4D5C-9FA9-1451ACE1B62B}">
      <dgm:prSet phldrT="[Text]" custT="1"/>
      <dgm:spPr/>
      <dgm:t>
        <a:bodyPr/>
        <a:lstStyle/>
        <a:p>
          <a:r>
            <a:rPr lang="en-US" sz="2400" dirty="0"/>
            <a:t>Reasonableness Check</a:t>
          </a:r>
        </a:p>
      </dgm:t>
    </dgm:pt>
    <dgm:pt modelId="{49B764CD-C301-4B50-AD96-07E1A49E2879}" type="sibTrans" cxnId="{36949BB4-A25D-4035-AA92-A5FD75F22192}">
      <dgm:prSet/>
      <dgm:spPr/>
      <dgm:t>
        <a:bodyPr/>
        <a:lstStyle/>
        <a:p>
          <a:endParaRPr lang="en-US" sz="1600"/>
        </a:p>
      </dgm:t>
    </dgm:pt>
    <dgm:pt modelId="{0F2DBFDB-7E9B-4EC3-95F3-5F90BFD0C3A4}" type="parTrans" cxnId="{36949BB4-A25D-4035-AA92-A5FD75F22192}">
      <dgm:prSet/>
      <dgm:spPr/>
      <dgm:t>
        <a:bodyPr/>
        <a:lstStyle/>
        <a:p>
          <a:endParaRPr lang="en-US" sz="1600"/>
        </a:p>
      </dgm:t>
    </dgm:pt>
    <dgm:pt modelId="{15FAE7EE-E475-4A65-8C2A-887F57CFF738}">
      <dgm:prSet phldrT="[Text]" custT="1"/>
      <dgm:spPr/>
      <dgm:t>
        <a:bodyPr/>
        <a:lstStyle/>
        <a:p>
          <a:r>
            <a:rPr lang="en-US" sz="2400" dirty="0"/>
            <a:t>Sign Check</a:t>
          </a:r>
        </a:p>
      </dgm:t>
    </dgm:pt>
    <dgm:pt modelId="{4099CAAD-7C7F-467E-A869-CBB2F0BEB369}" type="sibTrans" cxnId="{7577561F-1FAB-4A80-8882-B219F6452EBE}">
      <dgm:prSet/>
      <dgm:spPr/>
      <dgm:t>
        <a:bodyPr/>
        <a:lstStyle/>
        <a:p>
          <a:endParaRPr lang="en-US" sz="1600"/>
        </a:p>
      </dgm:t>
    </dgm:pt>
    <dgm:pt modelId="{5EBC2111-3EA4-46AA-B6E9-961AC1482B9F}" type="parTrans" cxnId="{7577561F-1FAB-4A80-8882-B219F6452EBE}">
      <dgm:prSet/>
      <dgm:spPr/>
      <dgm:t>
        <a:bodyPr/>
        <a:lstStyle/>
        <a:p>
          <a:endParaRPr lang="en-US" sz="1600"/>
        </a:p>
      </dgm:t>
    </dgm:pt>
    <dgm:pt modelId="{8DB2EFF0-5341-455F-B8C9-335C1F9C00D5}">
      <dgm:prSet phldrT="[Text]" custT="1"/>
      <dgm:spPr/>
      <dgm:t>
        <a:bodyPr/>
        <a:lstStyle/>
        <a:p>
          <a:r>
            <a:rPr lang="en-US" sz="2400" dirty="0"/>
            <a:t>Sequence Check</a:t>
          </a:r>
        </a:p>
      </dgm:t>
    </dgm:pt>
    <dgm:pt modelId="{CD09331E-2895-42E9-BC6B-237F658FD102}" type="sibTrans" cxnId="{82BB4DB3-53B2-4431-A66E-2AFF176A07D0}">
      <dgm:prSet/>
      <dgm:spPr/>
      <dgm:t>
        <a:bodyPr/>
        <a:lstStyle/>
        <a:p>
          <a:endParaRPr lang="en-US" sz="1600"/>
        </a:p>
      </dgm:t>
    </dgm:pt>
    <dgm:pt modelId="{D2F6922B-7E81-41C8-B950-FCEBFB161748}" type="parTrans" cxnId="{82BB4DB3-53B2-4431-A66E-2AFF176A07D0}">
      <dgm:prSet/>
      <dgm:spPr/>
      <dgm:t>
        <a:bodyPr/>
        <a:lstStyle/>
        <a:p>
          <a:endParaRPr lang="en-US" sz="1600"/>
        </a:p>
      </dgm:t>
    </dgm:pt>
    <dgm:pt modelId="{68C174CE-6270-49C0-B929-5CC55EC638BF}">
      <dgm:prSet phldrT="[Text]" custT="1"/>
      <dgm:spPr/>
      <dgm:t>
        <a:bodyPr/>
        <a:lstStyle/>
        <a:p>
          <a:r>
            <a:rPr lang="en-US" sz="3200" dirty="0"/>
            <a:t>File Interrogation</a:t>
          </a:r>
        </a:p>
      </dgm:t>
    </dgm:pt>
    <dgm:pt modelId="{FDD33BE5-D82A-4857-A8AF-57AE25F5863A}" type="sibTrans" cxnId="{0788A6B5-D460-4FE9-9C47-D79C92560E47}">
      <dgm:prSet/>
      <dgm:spPr/>
      <dgm:t>
        <a:bodyPr/>
        <a:lstStyle/>
        <a:p>
          <a:endParaRPr lang="en-US" sz="1600"/>
        </a:p>
      </dgm:t>
    </dgm:pt>
    <dgm:pt modelId="{3E38B7C7-C8B9-43BA-8062-DF9BB84F6B39}" type="parTrans" cxnId="{0788A6B5-D460-4FE9-9C47-D79C92560E47}">
      <dgm:prSet/>
      <dgm:spPr/>
      <dgm:t>
        <a:bodyPr/>
        <a:lstStyle/>
        <a:p>
          <a:endParaRPr lang="en-US" sz="1600"/>
        </a:p>
      </dgm:t>
    </dgm:pt>
    <dgm:pt modelId="{7AB4AAC7-DB19-4C77-8745-579313B20F16}">
      <dgm:prSet phldrT="[Text]" custT="1"/>
      <dgm:spPr/>
      <dgm:t>
        <a:bodyPr/>
        <a:lstStyle/>
        <a:p>
          <a:r>
            <a:rPr lang="en-US" sz="2400" dirty="0"/>
            <a:t>Internal and external label check</a:t>
          </a:r>
        </a:p>
      </dgm:t>
    </dgm:pt>
    <dgm:pt modelId="{49FD81F1-84F1-4A49-A35F-2EA6B13A8AD5}" type="sibTrans" cxnId="{800F96F6-32B6-4E99-BC82-7B0B47F8ABD9}">
      <dgm:prSet/>
      <dgm:spPr/>
      <dgm:t>
        <a:bodyPr/>
        <a:lstStyle/>
        <a:p>
          <a:endParaRPr lang="en-US" sz="1600"/>
        </a:p>
      </dgm:t>
    </dgm:pt>
    <dgm:pt modelId="{4C3F2078-5AB8-4BF5-B4F2-2BE60E795CAC}" type="parTrans" cxnId="{800F96F6-32B6-4E99-BC82-7B0B47F8ABD9}">
      <dgm:prSet/>
      <dgm:spPr/>
      <dgm:t>
        <a:bodyPr/>
        <a:lstStyle/>
        <a:p>
          <a:endParaRPr lang="en-US" sz="1600"/>
        </a:p>
      </dgm:t>
    </dgm:pt>
    <dgm:pt modelId="{19F10EA2-CAB6-4F56-B317-133B1528E76E}">
      <dgm:prSet phldrT="[Text]" custT="1"/>
      <dgm:spPr/>
      <dgm:t>
        <a:bodyPr/>
        <a:lstStyle/>
        <a:p>
          <a:r>
            <a:rPr lang="en-US" sz="2400" dirty="0"/>
            <a:t>Version check</a:t>
          </a:r>
        </a:p>
      </dgm:t>
    </dgm:pt>
    <dgm:pt modelId="{D8774B5C-6734-4BA5-86E8-AE530A976859}" type="sibTrans" cxnId="{10277570-AA21-4442-8903-21FD1A0CBAFD}">
      <dgm:prSet/>
      <dgm:spPr/>
      <dgm:t>
        <a:bodyPr/>
        <a:lstStyle/>
        <a:p>
          <a:endParaRPr lang="en-US" sz="1600"/>
        </a:p>
      </dgm:t>
    </dgm:pt>
    <dgm:pt modelId="{946C5844-5C38-4CE7-840A-8CB0E3D8E93E}" type="parTrans" cxnId="{10277570-AA21-4442-8903-21FD1A0CBAFD}">
      <dgm:prSet/>
      <dgm:spPr/>
      <dgm:t>
        <a:bodyPr/>
        <a:lstStyle/>
        <a:p>
          <a:endParaRPr lang="en-US" sz="1600"/>
        </a:p>
      </dgm:t>
    </dgm:pt>
    <dgm:pt modelId="{F5350B91-7652-46F7-872A-86C98CAF4A21}" type="pres">
      <dgm:prSet presAssocID="{FCDEF51F-342A-480A-A1D2-517C211A2A1C}" presName="linear" presStyleCnt="0">
        <dgm:presLayoutVars>
          <dgm:animLvl val="lvl"/>
          <dgm:resizeHandles val="exact"/>
        </dgm:presLayoutVars>
      </dgm:prSet>
      <dgm:spPr/>
    </dgm:pt>
    <dgm:pt modelId="{89F53972-0740-4B2F-B9BA-500BD1EE0826}" type="pres">
      <dgm:prSet presAssocID="{E69ABA8B-DBD2-4C18-A6ED-7A3C5E35839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1D92CA0-B88D-4B69-9A4C-1DB47115E9A3}" type="pres">
      <dgm:prSet presAssocID="{E69ABA8B-DBD2-4C18-A6ED-7A3C5E358397}" presName="childText" presStyleLbl="revTx" presStyleIdx="0" presStyleCnt="2">
        <dgm:presLayoutVars>
          <dgm:bulletEnabled val="1"/>
        </dgm:presLayoutVars>
      </dgm:prSet>
      <dgm:spPr/>
    </dgm:pt>
    <dgm:pt modelId="{61239A0C-5E09-4036-A1E4-0D53F68D0FCA}" type="pres">
      <dgm:prSet presAssocID="{68C174CE-6270-49C0-B929-5CC55EC638BF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D651A00-6A47-41BC-AFD4-CC4771B14B0E}" type="pres">
      <dgm:prSet presAssocID="{68C174CE-6270-49C0-B929-5CC55EC638BF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7577561F-1FAB-4A80-8882-B219F6452EBE}" srcId="{E69ABA8B-DBD2-4C18-A6ED-7A3C5E358397}" destId="{15FAE7EE-E475-4A65-8C2A-887F57CFF738}" srcOrd="1" destOrd="0" parTransId="{5EBC2111-3EA4-46AA-B6E9-961AC1482B9F}" sibTransId="{4099CAAD-7C7F-467E-A869-CBB2F0BEB369}"/>
    <dgm:cxn modelId="{1174523B-4D27-4748-9BD6-634F39F9532F}" type="presOf" srcId="{8DB2EFF0-5341-455F-B8C9-335C1F9C00D5}" destId="{A1D92CA0-B88D-4B69-9A4C-1DB47115E9A3}" srcOrd="0" destOrd="2" presId="urn:microsoft.com/office/officeart/2005/8/layout/vList2"/>
    <dgm:cxn modelId="{578E183C-78E9-488A-AC5D-CCD72E9E82B1}" type="presOf" srcId="{9CFA79CE-CB3F-4D5C-9FA9-1451ACE1B62B}" destId="{A1D92CA0-B88D-4B69-9A4C-1DB47115E9A3}" srcOrd="0" destOrd="0" presId="urn:microsoft.com/office/officeart/2005/8/layout/vList2"/>
    <dgm:cxn modelId="{10277570-AA21-4442-8903-21FD1A0CBAFD}" srcId="{68C174CE-6270-49C0-B929-5CC55EC638BF}" destId="{19F10EA2-CAB6-4F56-B317-133B1528E76E}" srcOrd="1" destOrd="0" parTransId="{946C5844-5C38-4CE7-840A-8CB0E3D8E93E}" sibTransId="{D8774B5C-6734-4BA5-86E8-AE530A976859}"/>
    <dgm:cxn modelId="{DF3E9C5A-EF27-4A8E-B2D1-872EB4748B31}" type="presOf" srcId="{15FAE7EE-E475-4A65-8C2A-887F57CFF738}" destId="{A1D92CA0-B88D-4B69-9A4C-1DB47115E9A3}" srcOrd="0" destOrd="1" presId="urn:microsoft.com/office/officeart/2005/8/layout/vList2"/>
    <dgm:cxn modelId="{6212DF7F-F606-42FF-804C-AC2916DB810A}" type="presOf" srcId="{E69ABA8B-DBD2-4C18-A6ED-7A3C5E358397}" destId="{89F53972-0740-4B2F-B9BA-500BD1EE0826}" srcOrd="0" destOrd="0" presId="urn:microsoft.com/office/officeart/2005/8/layout/vList2"/>
    <dgm:cxn modelId="{667AA285-592B-46A6-8EA8-AAF69891A00B}" type="presOf" srcId="{7AB4AAC7-DB19-4C77-8745-579313B20F16}" destId="{8D651A00-6A47-41BC-AFD4-CC4771B14B0E}" srcOrd="0" destOrd="0" presId="urn:microsoft.com/office/officeart/2005/8/layout/vList2"/>
    <dgm:cxn modelId="{82BB4DB3-53B2-4431-A66E-2AFF176A07D0}" srcId="{E69ABA8B-DBD2-4C18-A6ED-7A3C5E358397}" destId="{8DB2EFF0-5341-455F-B8C9-335C1F9C00D5}" srcOrd="2" destOrd="0" parTransId="{D2F6922B-7E81-41C8-B950-FCEBFB161748}" sibTransId="{CD09331E-2895-42E9-BC6B-237F658FD102}"/>
    <dgm:cxn modelId="{36949BB4-A25D-4035-AA92-A5FD75F22192}" srcId="{E69ABA8B-DBD2-4C18-A6ED-7A3C5E358397}" destId="{9CFA79CE-CB3F-4D5C-9FA9-1451ACE1B62B}" srcOrd="0" destOrd="0" parTransId="{0F2DBFDB-7E9B-4EC3-95F3-5F90BFD0C3A4}" sibTransId="{49B764CD-C301-4B50-AD96-07E1A49E2879}"/>
    <dgm:cxn modelId="{0788A6B5-D460-4FE9-9C47-D79C92560E47}" srcId="{FCDEF51F-342A-480A-A1D2-517C211A2A1C}" destId="{68C174CE-6270-49C0-B929-5CC55EC638BF}" srcOrd="1" destOrd="0" parTransId="{3E38B7C7-C8B9-43BA-8062-DF9BB84F6B39}" sibTransId="{FDD33BE5-D82A-4857-A8AF-57AE25F5863A}"/>
    <dgm:cxn modelId="{2B671ABC-2C1E-4C28-BA61-FAD82414D908}" srcId="{FCDEF51F-342A-480A-A1D2-517C211A2A1C}" destId="{E69ABA8B-DBD2-4C18-A6ED-7A3C5E358397}" srcOrd="0" destOrd="0" parTransId="{B61EC868-3A8F-425D-9E87-4DE374F626D6}" sibTransId="{C5F4755B-9148-4D35-B534-A088A01E808D}"/>
    <dgm:cxn modelId="{C885EABF-BDF0-4558-8B99-E78202583D66}" type="presOf" srcId="{FCDEF51F-342A-480A-A1D2-517C211A2A1C}" destId="{F5350B91-7652-46F7-872A-86C98CAF4A21}" srcOrd="0" destOrd="0" presId="urn:microsoft.com/office/officeart/2005/8/layout/vList2"/>
    <dgm:cxn modelId="{4ADA14C8-42B2-4DC0-9CE9-1EBCF8737D1A}" type="presOf" srcId="{68C174CE-6270-49C0-B929-5CC55EC638BF}" destId="{61239A0C-5E09-4036-A1E4-0D53F68D0FCA}" srcOrd="0" destOrd="0" presId="urn:microsoft.com/office/officeart/2005/8/layout/vList2"/>
    <dgm:cxn modelId="{25A308F0-5C0B-4FCA-9293-908BAE55E7D3}" type="presOf" srcId="{19F10EA2-CAB6-4F56-B317-133B1528E76E}" destId="{8D651A00-6A47-41BC-AFD4-CC4771B14B0E}" srcOrd="0" destOrd="1" presId="urn:microsoft.com/office/officeart/2005/8/layout/vList2"/>
    <dgm:cxn modelId="{800F96F6-32B6-4E99-BC82-7B0B47F8ABD9}" srcId="{68C174CE-6270-49C0-B929-5CC55EC638BF}" destId="{7AB4AAC7-DB19-4C77-8745-579313B20F16}" srcOrd="0" destOrd="0" parTransId="{4C3F2078-5AB8-4BF5-B4F2-2BE60E795CAC}" sibTransId="{49FD81F1-84F1-4A49-A35F-2EA6B13A8AD5}"/>
    <dgm:cxn modelId="{659F61A6-331F-4A4A-B1C9-5C938FDACCC6}" type="presParOf" srcId="{F5350B91-7652-46F7-872A-86C98CAF4A21}" destId="{89F53972-0740-4B2F-B9BA-500BD1EE0826}" srcOrd="0" destOrd="0" presId="urn:microsoft.com/office/officeart/2005/8/layout/vList2"/>
    <dgm:cxn modelId="{912B1181-B6D7-427F-8891-B6AB1FBB595F}" type="presParOf" srcId="{F5350B91-7652-46F7-872A-86C98CAF4A21}" destId="{A1D92CA0-B88D-4B69-9A4C-1DB47115E9A3}" srcOrd="1" destOrd="0" presId="urn:microsoft.com/office/officeart/2005/8/layout/vList2"/>
    <dgm:cxn modelId="{8676E2A0-9BD0-47D9-B9EA-0B34380AFBCB}" type="presParOf" srcId="{F5350B91-7652-46F7-872A-86C98CAF4A21}" destId="{61239A0C-5E09-4036-A1E4-0D53F68D0FCA}" srcOrd="2" destOrd="0" presId="urn:microsoft.com/office/officeart/2005/8/layout/vList2"/>
    <dgm:cxn modelId="{2FD0BF2B-CE29-4829-A370-5DDF1D1257A5}" type="presParOf" srcId="{F5350B91-7652-46F7-872A-86C98CAF4A21}" destId="{8D651A00-6A47-41BC-AFD4-CC4771B14B0E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A10810-D18E-4D84-A907-CA6FF6AC85D9}">
      <dsp:nvSpPr>
        <dsp:cNvPr id="0" name=""/>
        <dsp:cNvSpPr/>
      </dsp:nvSpPr>
      <dsp:spPr>
        <a:xfrm>
          <a:off x="0" y="2073"/>
          <a:ext cx="4894093" cy="70793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Field Interrogation</a:t>
          </a:r>
        </a:p>
      </dsp:txBody>
      <dsp:txXfrm>
        <a:off x="34558" y="36631"/>
        <a:ext cx="4824977" cy="638818"/>
      </dsp:txXfrm>
    </dsp:sp>
    <dsp:sp modelId="{7FA6E14C-4849-4750-9A83-4A5BF2F5FAA0}">
      <dsp:nvSpPr>
        <dsp:cNvPr id="0" name=""/>
        <dsp:cNvSpPr/>
      </dsp:nvSpPr>
      <dsp:spPr>
        <a:xfrm>
          <a:off x="0" y="710008"/>
          <a:ext cx="4894093" cy="2361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5387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Check Digit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Missing Data Check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Numeric-Alphabet Check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Limit Check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Range Check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Validity Check</a:t>
          </a:r>
          <a:endParaRPr lang="en-US" sz="2400" kern="1200" dirty="0"/>
        </a:p>
      </dsp:txBody>
      <dsp:txXfrm>
        <a:off x="0" y="710008"/>
        <a:ext cx="4894093" cy="23618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F53972-0740-4B2F-B9BA-500BD1EE0826}">
      <dsp:nvSpPr>
        <dsp:cNvPr id="0" name=""/>
        <dsp:cNvSpPr/>
      </dsp:nvSpPr>
      <dsp:spPr>
        <a:xfrm>
          <a:off x="0" y="11566"/>
          <a:ext cx="4894093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Record Interrogation</a:t>
          </a:r>
        </a:p>
      </dsp:txBody>
      <dsp:txXfrm>
        <a:off x="41123" y="52689"/>
        <a:ext cx="4811847" cy="760154"/>
      </dsp:txXfrm>
    </dsp:sp>
    <dsp:sp modelId="{A1D92CA0-B88D-4B69-9A4C-1DB47115E9A3}">
      <dsp:nvSpPr>
        <dsp:cNvPr id="0" name=""/>
        <dsp:cNvSpPr/>
      </dsp:nvSpPr>
      <dsp:spPr>
        <a:xfrm>
          <a:off x="0" y="853966"/>
          <a:ext cx="4894093" cy="13273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5387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Reasonableness Check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Sign Check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Sequence Check</a:t>
          </a:r>
        </a:p>
      </dsp:txBody>
      <dsp:txXfrm>
        <a:off x="0" y="853966"/>
        <a:ext cx="4894093" cy="1327387"/>
      </dsp:txXfrm>
    </dsp:sp>
    <dsp:sp modelId="{61239A0C-5E09-4036-A1E4-0D53F68D0FCA}">
      <dsp:nvSpPr>
        <dsp:cNvPr id="0" name=""/>
        <dsp:cNvSpPr/>
      </dsp:nvSpPr>
      <dsp:spPr>
        <a:xfrm>
          <a:off x="0" y="2181353"/>
          <a:ext cx="4894093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File Interrogation</a:t>
          </a:r>
        </a:p>
      </dsp:txBody>
      <dsp:txXfrm>
        <a:off x="41123" y="2222476"/>
        <a:ext cx="4811847" cy="760154"/>
      </dsp:txXfrm>
    </dsp:sp>
    <dsp:sp modelId="{8D651A00-6A47-41BC-AFD4-CC4771B14B0E}">
      <dsp:nvSpPr>
        <dsp:cNvPr id="0" name=""/>
        <dsp:cNvSpPr/>
      </dsp:nvSpPr>
      <dsp:spPr>
        <a:xfrm>
          <a:off x="0" y="3023753"/>
          <a:ext cx="4894093" cy="8849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5387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Internal and external label check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Version check</a:t>
          </a:r>
        </a:p>
      </dsp:txBody>
      <dsp:txXfrm>
        <a:off x="0" y="3023753"/>
        <a:ext cx="4894093" cy="8849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8B011F-D7B6-4AA5-96DB-211285231097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C40E93-FF8B-448D-BBEA-F69485674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219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BB156A4-E5DC-BD9E-0277-60026C66B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3181350"/>
          </a:xfrm>
        </p:spPr>
        <p:txBody>
          <a:bodyPr/>
          <a:lstStyle>
            <a:lvl1pPr>
              <a:defRPr/>
            </a:lvl1pPr>
          </a:lstStyle>
          <a:p>
            <a:r>
              <a:rPr lang="en-US" err="1"/>
              <a:t>gambar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CE7D8F-8D59-78B8-97D8-AA1D3D293B00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Black and white 3D wave design">
            <a:extLst>
              <a:ext uri="{FF2B5EF4-FFF2-40B4-BE49-F238E27FC236}">
                <a16:creationId xmlns:a16="http://schemas.microsoft.com/office/drawing/2014/main" id="{A355B9C9-62AF-74CB-DD64-6E68C347AA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62" b="18638"/>
          <a:stretch/>
        </p:blipFill>
        <p:spPr>
          <a:xfrm>
            <a:off x="0" y="3429000"/>
            <a:ext cx="12192000" cy="3429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8DAEF-925F-5505-B516-1E35B4B578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375" y="3429000"/>
            <a:ext cx="9144000" cy="971551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168B28-1F01-2FE5-5F22-7A39033B9E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375" y="4400551"/>
            <a:ext cx="9144000" cy="1586467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E4D30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60B2D-CEA2-41AE-A645-252274BF3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C5E43-CB27-49BC-9DB7-94D08E117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58E01D-DC36-7F62-6787-C7D44BBAE6BF}"/>
              </a:ext>
            </a:extLst>
          </p:cNvPr>
          <p:cNvSpPr/>
          <p:nvPr userDrawn="1"/>
        </p:nvSpPr>
        <p:spPr>
          <a:xfrm>
            <a:off x="0" y="3181351"/>
            <a:ext cx="12192000" cy="247649"/>
          </a:xfrm>
          <a:prstGeom prst="rect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5CB65A2-F0D1-50E5-D300-FA692A0819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900" y="558958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6BD6353-9C57-985F-CA0D-9FE168345B41}"/>
              </a:ext>
            </a:extLst>
          </p:cNvPr>
          <p:cNvSpPr txBox="1"/>
          <p:nvPr userDrawn="1"/>
        </p:nvSpPr>
        <p:spPr>
          <a:xfrm>
            <a:off x="821285" y="5987018"/>
            <a:ext cx="2398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>
                <a:solidFill>
                  <a:schemeClr val="bg1"/>
                </a:solidFill>
                <a:latin typeface="Monotype Corsiva" panose="03010101010201010101" pitchFamily="66" charset="0"/>
              </a:rPr>
              <a:t>Teuku Raja Irfan Radarma</a:t>
            </a:r>
          </a:p>
        </p:txBody>
      </p:sp>
    </p:spTree>
    <p:extLst>
      <p:ext uri="{BB962C8B-B14F-4D97-AF65-F5344CB8AC3E}">
        <p14:creationId xmlns:p14="http://schemas.microsoft.com/office/powerpoint/2010/main" val="506968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lose up of a person's eye">
            <a:extLst>
              <a:ext uri="{FF2B5EF4-FFF2-40B4-BE49-F238E27FC236}">
                <a16:creationId xmlns:a16="http://schemas.microsoft.com/office/drawing/2014/main" id="{7097E4FB-807E-8E70-4956-74A7B808D6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CB613F-A1B4-D3C7-25DC-8D05E3B77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5D33C7-84C4-AE72-483B-24AB2536C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3AD0E7-98AD-8F4A-8F09-61E3DF391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B0453B-D8CA-A3F8-13B2-F7A61DF82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fld id="{8A7409E4-D43D-4036-AE02-5131D818BD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3A7DC0A-71C4-5E52-9E70-C5B7695D5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7985760" cy="38645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6101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E4D3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lack and white 3D wave design">
            <a:extLst>
              <a:ext uri="{FF2B5EF4-FFF2-40B4-BE49-F238E27FC236}">
                <a16:creationId xmlns:a16="http://schemas.microsoft.com/office/drawing/2014/main" id="{3BEFDFC4-5A88-4EA9-1BBB-C17CD8718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4" b="142"/>
          <a:stretch/>
        </p:blipFill>
        <p:spPr>
          <a:xfrm>
            <a:off x="0" y="-52"/>
            <a:ext cx="12192000" cy="685805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3074" y="1084469"/>
            <a:ext cx="5800725" cy="46772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C0B2564-55DA-FA4D-DBFE-A8A986B928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900" y="558958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73B85BB-CF98-A57C-3915-986D51559C89}"/>
              </a:ext>
            </a:extLst>
          </p:cNvPr>
          <p:cNvSpPr/>
          <p:nvPr userDrawn="1"/>
        </p:nvSpPr>
        <p:spPr>
          <a:xfrm>
            <a:off x="791497" y="1084469"/>
            <a:ext cx="4259363" cy="4259363"/>
          </a:xfrm>
          <a:prstGeom prst="ellipse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>
                <a:latin typeface="Britannic Bold" panose="020B0903060703020204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7249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solidFill>
          <a:srgbClr val="E4D3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75" descr="Black and white 3D wave design">
            <a:extLst>
              <a:ext uri="{FF2B5EF4-FFF2-40B4-BE49-F238E27FC236}">
                <a16:creationId xmlns:a16="http://schemas.microsoft.com/office/drawing/2014/main" id="{7E189709-2B81-101F-AB9F-CDAD6BD8B7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4" b="142"/>
          <a:stretch/>
        </p:blipFill>
        <p:spPr>
          <a:xfrm>
            <a:off x="0" y="-52"/>
            <a:ext cx="12192000" cy="68580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BC7E75-7FE4-6D39-F18B-B1386AA76C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2880" y="528480"/>
            <a:ext cx="4820920" cy="13255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Class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2880" y="1854043"/>
            <a:ext cx="4820920" cy="4183063"/>
          </a:xfrm>
        </p:spPr>
        <p:txBody>
          <a:bodyPr>
            <a:noAutofit/>
          </a:bodyPr>
          <a:lstStyle>
            <a:lvl1pPr marL="233363" indent="-233363">
              <a:spcBef>
                <a:spcPts val="400"/>
              </a:spcBef>
              <a:buFont typeface="+mj-lt"/>
              <a:buAutoNum type="alphaUcPeriod"/>
              <a:defRPr sz="1200" b="0"/>
            </a:lvl1pPr>
          </a:lstStyle>
          <a:p>
            <a:pPr lvl="0"/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C0B2564-55DA-FA4D-DBFE-A8A986B928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168274"/>
            <a:ext cx="492759" cy="492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8048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43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03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E75-7FE4-6D39-F18B-B1386AA7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74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2746"/>
            <a:ext cx="10515600" cy="47142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1A638-2012-C8F7-B6C4-19C8D7A24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8A7409E4-D43D-4036-AE02-5131D818BD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C1D878A-61B4-78B6-AAC0-3F588E250F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343496"/>
            <a:ext cx="390832" cy="390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61C4515-3840-A960-FE52-B3F6DE635CB7}"/>
              </a:ext>
            </a:extLst>
          </p:cNvPr>
          <p:cNvSpPr/>
          <p:nvPr userDrawn="1"/>
        </p:nvSpPr>
        <p:spPr>
          <a:xfrm>
            <a:off x="838200" y="6181930"/>
            <a:ext cx="10515600" cy="90795"/>
          </a:xfrm>
          <a:prstGeom prst="rect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F53667-E945-14D4-A90C-05D1E426649F}"/>
              </a:ext>
            </a:extLst>
          </p:cNvPr>
          <p:cNvSpPr txBox="1"/>
          <p:nvPr userDrawn="1"/>
        </p:nvSpPr>
        <p:spPr>
          <a:xfrm>
            <a:off x="1229032" y="6369635"/>
            <a:ext cx="11769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IS Auditing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C8BFCB-A454-9040-8DBF-4E9479BE3D05}"/>
              </a:ext>
            </a:extLst>
          </p:cNvPr>
          <p:cNvSpPr txBox="1"/>
          <p:nvPr userDrawn="1"/>
        </p:nvSpPr>
        <p:spPr>
          <a:xfrm>
            <a:off x="4038600" y="6382921"/>
            <a:ext cx="411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solidFill>
                  <a:schemeClr val="bg1">
                    <a:lumMod val="65000"/>
                  </a:schemeClr>
                </a:solidFill>
                <a:latin typeface="Monotype Corsiva" panose="03010101010201010101" pitchFamily="66" charset="0"/>
              </a:rPr>
              <a:t>Teuku Raja Irfan Radarma</a:t>
            </a:r>
          </a:p>
        </p:txBody>
      </p:sp>
    </p:spTree>
    <p:extLst>
      <p:ext uri="{BB962C8B-B14F-4D97-AF65-F5344CB8AC3E}">
        <p14:creationId xmlns:p14="http://schemas.microsoft.com/office/powerpoint/2010/main" val="4051033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n abstract circuit line pattern">
            <a:extLst>
              <a:ext uri="{FF2B5EF4-FFF2-40B4-BE49-F238E27FC236}">
                <a16:creationId xmlns:a16="http://schemas.microsoft.com/office/drawing/2014/main" id="{2E3B5FA6-2D9D-F25E-D8E6-3606BD33D9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90" r="13390"/>
          <a:stretch/>
        </p:blipFill>
        <p:spPr>
          <a:xfrm>
            <a:off x="4673600" y="12383"/>
            <a:ext cx="7530044" cy="6858000"/>
          </a:xfrm>
          <a:prstGeom prst="rect">
            <a:avLst/>
          </a:prstGeom>
        </p:spPr>
      </p:pic>
      <p:sp>
        <p:nvSpPr>
          <p:cNvPr id="9" name="Rectangle: Top Corners One Rounded and One Snipped 8">
            <a:extLst>
              <a:ext uri="{FF2B5EF4-FFF2-40B4-BE49-F238E27FC236}">
                <a16:creationId xmlns:a16="http://schemas.microsoft.com/office/drawing/2014/main" id="{FC9CD173-9628-4C1C-B2C0-F3C9483E2467}"/>
              </a:ext>
            </a:extLst>
          </p:cNvPr>
          <p:cNvSpPr/>
          <p:nvPr userDrawn="1"/>
        </p:nvSpPr>
        <p:spPr>
          <a:xfrm rot="5400000">
            <a:off x="647700" y="-647700"/>
            <a:ext cx="6858000" cy="815340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4424C-1456-7F97-A7D5-3DFD9B8CD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3881"/>
            <a:ext cx="620268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E1FD0-24D3-2D6F-5433-75B6F1C96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429000"/>
            <a:ext cx="620268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E4D30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E53B8-72CD-0A6A-3B80-9F5393F6B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71FB3-C06E-7810-07B1-3767D5B97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8B63C4CD-A611-EAA3-45C7-78686547DDB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28240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527D52-8D29-D3D2-5F30-3F229C472DEE}"/>
              </a:ext>
            </a:extLst>
          </p:cNvPr>
          <p:cNvCxnSpPr>
            <a:endCxn id="9" idx="3"/>
          </p:cNvCxnSpPr>
          <p:nvPr userDrawn="1"/>
        </p:nvCxnSpPr>
        <p:spPr>
          <a:xfrm>
            <a:off x="8153400" y="0"/>
            <a:ext cx="0" cy="3429000"/>
          </a:xfrm>
          <a:prstGeom prst="line">
            <a:avLst/>
          </a:prstGeom>
          <a:ln w="57150">
            <a:solidFill>
              <a:srgbClr val="E4D3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0B7E5C7-ECC4-BCC4-E23E-CB22CCFC232D}"/>
              </a:ext>
            </a:extLst>
          </p:cNvPr>
          <p:cNvCxnSpPr>
            <a:cxnSpLocks/>
            <a:stCxn id="9" idx="3"/>
          </p:cNvCxnSpPr>
          <p:nvPr userDrawn="1"/>
        </p:nvCxnSpPr>
        <p:spPr>
          <a:xfrm flipH="1">
            <a:off x="4736592" y="3429000"/>
            <a:ext cx="3416808" cy="3429000"/>
          </a:xfrm>
          <a:prstGeom prst="line">
            <a:avLst/>
          </a:prstGeom>
          <a:ln w="57150">
            <a:solidFill>
              <a:srgbClr val="E4D3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6023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n abstract circuit line pattern">
            <a:extLst>
              <a:ext uri="{FF2B5EF4-FFF2-40B4-BE49-F238E27FC236}">
                <a16:creationId xmlns:a16="http://schemas.microsoft.com/office/drawing/2014/main" id="{2E3B5FA6-2D9D-F25E-D8E6-3606BD33D9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7" t="31181" r="14660"/>
          <a:stretch/>
        </p:blipFill>
        <p:spPr>
          <a:xfrm>
            <a:off x="-18867" y="0"/>
            <a:ext cx="12210868" cy="7074443"/>
          </a:xfrm>
          <a:prstGeom prst="rect">
            <a:avLst/>
          </a:prstGeom>
        </p:spPr>
      </p:pic>
      <p:sp>
        <p:nvSpPr>
          <p:cNvPr id="8" name="Flowchart: Manual Input 7">
            <a:extLst>
              <a:ext uri="{FF2B5EF4-FFF2-40B4-BE49-F238E27FC236}">
                <a16:creationId xmlns:a16="http://schemas.microsoft.com/office/drawing/2014/main" id="{13D26EEB-0515-47E0-BDF2-6403F753F256}"/>
              </a:ext>
            </a:extLst>
          </p:cNvPr>
          <p:cNvSpPr/>
          <p:nvPr userDrawn="1"/>
        </p:nvSpPr>
        <p:spPr>
          <a:xfrm rot="10800000">
            <a:off x="-18868" y="-1"/>
            <a:ext cx="12210867" cy="5165559"/>
          </a:xfrm>
          <a:prstGeom prst="flowChartManualInput">
            <a:avLst/>
          </a:prstGeom>
          <a:solidFill>
            <a:srgbClr val="E4D304">
              <a:alpha val="81961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4424C-1456-7F97-A7D5-3DFD9B8CD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3881"/>
            <a:ext cx="10596613" cy="2417687"/>
          </a:xfrm>
        </p:spPr>
        <p:txBody>
          <a:bodyPr anchor="b">
            <a:normAutofit/>
          </a:bodyPr>
          <a:lstStyle>
            <a:lvl1pPr>
              <a:defRPr sz="4800">
                <a:solidFill>
                  <a:srgbClr val="0202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E1FD0-24D3-2D6F-5433-75B6F1C96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044006"/>
            <a:ext cx="620268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E53B8-72CD-0A6A-3B80-9F5393F6B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71FB3-C06E-7810-07B1-3767D5B97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527D52-8D29-D3D2-5F30-3F229C472DEE}"/>
              </a:ext>
            </a:extLst>
          </p:cNvPr>
          <p:cNvCxnSpPr>
            <a:cxnSpLocks/>
          </p:cNvCxnSpPr>
          <p:nvPr userDrawn="1"/>
        </p:nvCxnSpPr>
        <p:spPr>
          <a:xfrm flipH="1">
            <a:off x="-18868" y="4151175"/>
            <a:ext cx="12210868" cy="1014384"/>
          </a:xfrm>
          <a:prstGeom prst="line">
            <a:avLst/>
          </a:prstGeom>
          <a:ln w="57150">
            <a:solidFill>
              <a:srgbClr val="02029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379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339DA-2C22-495A-2050-6632D4241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96BE6-213D-EF68-7FCB-613DB5BCFF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C32821-2212-FFB9-8249-88BDBE3D9C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D76F88-C5C8-264D-104C-A8C264A8D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CD97FB-8025-8A85-C4AA-B9128331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9E2AB-897E-B2A9-EB39-1CFF362F7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120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C6799-6B4B-00CC-0737-327765019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FFA02-90BB-B2B5-F035-1C834F476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B53401-9F40-AD3E-0626-D55823BF1A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0E4F6A-F81F-0E7F-8D54-856873A1D9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A935B-D069-9460-4459-BF4D1D4932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6A9E23-9F18-ED1A-5DF1-9B0659DCB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11A36E-FBBF-9DCF-9938-2599539D8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5949C8-15FA-726E-9C27-0DC40D7CC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850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6EF09-B442-1926-2CD5-24B30BDBF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32F290-9AE9-8C71-BA7A-CE5ABDFDC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6E5225-F528-20C2-D92B-5FEE98536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C12FF7-F415-B014-9D3D-942DAC5CA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311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F4E34C-3DBB-E858-47C3-68A12A3B4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6EAC0A-8994-E667-28A8-BC08BB604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9ED37-C602-70E8-A682-FF5465E27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406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477C2-2768-98B0-D674-F152E5CF8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5BF90-F561-63B7-96CC-31B426784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A228BE-E891-B74B-F5EF-3894938C5B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E967D9-385F-34B4-C1A5-643B078A7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B2162B-4D97-B1C3-1432-88BFDEF81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B6EB3-DD1D-8098-2466-15E2FBB64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5413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A1925-552C-C9C0-0DE6-8B703D980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CC4691-06F7-2B6D-3ACF-957758B43E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9DB517-F705-71BB-6D17-355C2DE105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B9A284-8754-89F8-CE20-4D91029CC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510707-1F15-0831-432A-9385D550E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3C669E-DDDA-5194-C3B2-3EF6414B4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8173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80884-9102-FB05-B313-0DB1F3D81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DF3D2F-3ED5-D4AE-F6F9-0960478455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84E0E-2FA3-4E5B-3DDD-2C48307DA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BDE46-39C9-F262-C10D-C350FA96A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D60A4-66C4-73A3-7158-2EA17C62A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4365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045FAA-2D37-9057-31D6-C08017EE92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9450B0-FC44-1EA2-4C6E-8D9B1D53D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3412B-7ECC-ACC1-4E68-267CC18E1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86721-00AB-0CC7-EF5F-03EE3AE5D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6E0BF-8927-53D7-5A80-AF7FAEC34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452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2080A8-208E-A677-1C33-0E1B94723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9B18EC-BA8C-2AAB-5F85-DCCDD612B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ED497-36B7-7E15-015E-68D649EB9C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D94E0-D630-F30C-38E4-A05C88E3F1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CE704-8EE5-E145-606D-E803784D13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79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62" r:id="rId4"/>
    <p:sldLayoutId id="2147483650" r:id="rId5"/>
    <p:sldLayoutId id="2147483651" r:id="rId6"/>
    <p:sldLayoutId id="2147483663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gle/Y4bNgYDRC8DKYCEv6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7BBDE0-3A4E-3EA2-60B0-F9756E347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375" y="3429000"/>
            <a:ext cx="10763250" cy="971551"/>
          </a:xfrm>
        </p:spPr>
        <p:txBody>
          <a:bodyPr/>
          <a:lstStyle/>
          <a:p>
            <a:r>
              <a:rPr lang="en-US" dirty="0"/>
              <a:t>Risk and Control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FCC89D4-8169-77D5-D53F-1E998B469C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Information Systems Auditing</a:t>
            </a:r>
          </a:p>
          <a:p>
            <a:r>
              <a:rPr lang="en-US" dirty="0"/>
              <a:t>Class X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80A5FA20-F084-433B-84D2-ED962813CD1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30" b="3043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911610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52C04A-BCBB-9364-2819-8725E6696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Recap</a:t>
            </a:r>
          </a:p>
        </p:txBody>
      </p:sp>
    </p:spTree>
    <p:extLst>
      <p:ext uri="{BB962C8B-B14F-4D97-AF65-F5344CB8AC3E}">
        <p14:creationId xmlns:p14="http://schemas.microsoft.com/office/powerpoint/2010/main" val="2021974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7157F-D729-D43A-6721-923C7B238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5540" y="236651"/>
            <a:ext cx="482092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/>
              <a:t>Class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F5DB3-7A6F-EDD4-9F33-B3FF6161C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571" y="1682885"/>
            <a:ext cx="5473429" cy="4354221"/>
          </a:xfrm>
        </p:spPr>
        <p:txBody>
          <a:bodyPr/>
          <a:lstStyle/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IT Governance: Concept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IT Governance: Audit Program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IS Acquisition and Development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IS Implementation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IS Operation &amp; Business Resilience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Protection of Information Assets I: Part A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Protection of Information Assets II: Part B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Mid-Term Exam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C09DF7A-9B78-AB11-FA80-26BA72C3D29B}"/>
              </a:ext>
            </a:extLst>
          </p:cNvPr>
          <p:cNvSpPr txBox="1">
            <a:spLocks/>
          </p:cNvSpPr>
          <p:nvPr/>
        </p:nvSpPr>
        <p:spPr>
          <a:xfrm>
            <a:off x="6459167" y="1682885"/>
            <a:ext cx="5340483" cy="43542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33363" indent="-233363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+mj-lt"/>
              <a:buAutoNum type="alphaUcPeriod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strike="sngStrike" dirty="0"/>
              <a:t>Basic of Data Analysis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b="1" dirty="0"/>
              <a:t>Risk and Control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Parallel Simulation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Analytics and Sampling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Substantive Testing: Sales Cycle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Substantive Testing: Expenditure Cycle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Audit Report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Final Exam</a:t>
            </a:r>
          </a:p>
        </p:txBody>
      </p:sp>
    </p:spTree>
    <p:extLst>
      <p:ext uri="{BB962C8B-B14F-4D97-AF65-F5344CB8AC3E}">
        <p14:creationId xmlns:p14="http://schemas.microsoft.com/office/powerpoint/2010/main" val="4030995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F06DC-C82D-49A7-49E8-24B02235C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Covered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F17E5-AD4D-CEBE-F9C3-691B02449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5845"/>
            <a:ext cx="10515600" cy="2231449"/>
          </a:xfrm>
        </p:spPr>
        <p:txBody>
          <a:bodyPr>
            <a:normAutofit/>
          </a:bodyPr>
          <a:lstStyle/>
          <a:p>
            <a:r>
              <a:rPr lang="en-US" sz="2000" dirty="0"/>
              <a:t>Import data to spreadsheet</a:t>
            </a:r>
          </a:p>
          <a:p>
            <a:r>
              <a:rPr lang="en-US" sz="2000" dirty="0"/>
              <a:t>Do basic analysis using spreadsheet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ACEAD-C5C5-7B9B-5D94-3516EDDB6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726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79CBE2-7ADF-23F1-83BE-26DF183A5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4950" y="754084"/>
            <a:ext cx="5800725" cy="515012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err="1"/>
              <a:t>Konsep</a:t>
            </a:r>
            <a:r>
              <a:rPr lang="en-US" dirty="0"/>
              <a:t> </a:t>
            </a:r>
            <a:r>
              <a:rPr lang="en-US" dirty="0" err="1"/>
              <a:t>Risiko</a:t>
            </a:r>
            <a:r>
              <a:rPr lang="en-US" dirty="0"/>
              <a:t> dan </a:t>
            </a:r>
            <a:r>
              <a:rPr lang="en-US" dirty="0" err="1"/>
              <a:t>Pengendalian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Pengendalian</a:t>
            </a:r>
            <a:r>
              <a:rPr lang="en-US" dirty="0"/>
              <a:t> pada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Informasi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Simulasi</a:t>
            </a:r>
            <a:r>
              <a:rPr lang="en-US" dirty="0"/>
              <a:t> </a:t>
            </a:r>
            <a:r>
              <a:rPr lang="en-US" dirty="0" err="1"/>
              <a:t>Merancang</a:t>
            </a:r>
            <a:r>
              <a:rPr lang="en-US" dirty="0"/>
              <a:t> </a:t>
            </a:r>
            <a:r>
              <a:rPr lang="en-US" dirty="0" err="1"/>
              <a:t>Pengendalian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(</a:t>
            </a:r>
            <a:r>
              <a:rPr lang="en-US" dirty="0" err="1"/>
              <a:t>AppCon</a:t>
            </a:r>
            <a:r>
              <a:rPr lang="en-US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Simulasi</a:t>
            </a:r>
            <a:r>
              <a:rPr lang="en-US" dirty="0"/>
              <a:t> </a:t>
            </a:r>
            <a:r>
              <a:rPr lang="en-US" dirty="0" err="1"/>
              <a:t>ToE</a:t>
            </a:r>
            <a:r>
              <a:rPr lang="en-US" dirty="0"/>
              <a:t> </a:t>
            </a:r>
            <a:r>
              <a:rPr lang="en-US" dirty="0" err="1"/>
              <a:t>AppCon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35074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58052-05B2-9F29-B874-84F80A24B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576263"/>
            <a:ext cx="6202680" cy="2852737"/>
          </a:xfrm>
        </p:spPr>
        <p:txBody>
          <a:bodyPr>
            <a:normAutofit/>
          </a:bodyPr>
          <a:lstStyle/>
          <a:p>
            <a:r>
              <a:rPr lang="en-US" dirty="0" err="1"/>
              <a:t>Konsep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Risiko</a:t>
            </a:r>
            <a:r>
              <a:rPr lang="en-US" dirty="0"/>
              <a:t> dan </a:t>
            </a:r>
            <a:r>
              <a:rPr lang="en-US" dirty="0" err="1"/>
              <a:t>Pengendalian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E064B16-72CC-4606-A23D-7291843EE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429000"/>
            <a:ext cx="6202680" cy="1500187"/>
          </a:xfrm>
        </p:spPr>
        <p:txBody>
          <a:bodyPr>
            <a:normAutofit/>
          </a:bodyPr>
          <a:lstStyle/>
          <a:p>
            <a:r>
              <a:rPr lang="en-US" sz="2800" dirty="0"/>
              <a:t>#input #proses #output</a:t>
            </a:r>
          </a:p>
        </p:txBody>
      </p:sp>
    </p:spTree>
    <p:extLst>
      <p:ext uri="{BB962C8B-B14F-4D97-AF65-F5344CB8AC3E}">
        <p14:creationId xmlns:p14="http://schemas.microsoft.com/office/powerpoint/2010/main" val="1457204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DC081-C76E-48A9-94A7-EBD5F8C01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1341"/>
          </a:xfrm>
        </p:spPr>
        <p:txBody>
          <a:bodyPr/>
          <a:lstStyle/>
          <a:p>
            <a:r>
              <a:rPr lang="en-US" dirty="0"/>
              <a:t>What is Risk? (ISO 31000:2018)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D34AF-E406-4DCC-B2A0-2D1CA8E62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4121"/>
            <a:ext cx="10515600" cy="447110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According to </a:t>
            </a:r>
            <a:r>
              <a:rPr lang="en-US" b="1" dirty="0"/>
              <a:t>ISO 31000:2018</a:t>
            </a:r>
            <a:r>
              <a:rPr lang="en-US" dirty="0"/>
              <a:t>, the global standard for risk management: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Key points from ISO’s definition: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“Effect” can be </a:t>
            </a:r>
            <a:r>
              <a:rPr lang="en-US" b="1" dirty="0"/>
              <a:t>positive</a:t>
            </a:r>
            <a:r>
              <a:rPr lang="en-US" dirty="0"/>
              <a:t>, </a:t>
            </a:r>
            <a:r>
              <a:rPr lang="en-US" b="1" dirty="0"/>
              <a:t>negative</a:t>
            </a:r>
            <a:r>
              <a:rPr lang="en-US" dirty="0"/>
              <a:t>, or </a:t>
            </a:r>
            <a:r>
              <a:rPr lang="en-US" b="1" dirty="0"/>
              <a:t>both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“Uncertainty” means a lack of complete knowledge about events, outcomes, or behaviors.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“Objectives” refer to what the organization is trying to achieve.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Why this matters for IS Auditing: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Information systems exist to support business objectives (accuracy, completeness, availability, confidentiality, compliance).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Any uncertainty that could influence these objectives, especially negatively, is an IS risk.</a:t>
            </a:r>
          </a:p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86D726-4FAA-4D85-A18B-B20427804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144B5E-7EA3-42C3-8226-987281C6E92A}"/>
              </a:ext>
            </a:extLst>
          </p:cNvPr>
          <p:cNvSpPr/>
          <p:nvPr/>
        </p:nvSpPr>
        <p:spPr>
          <a:xfrm>
            <a:off x="997982" y="1972536"/>
            <a:ext cx="7105495" cy="436418"/>
          </a:xfrm>
          <a:prstGeom prst="rect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Risk is the </a:t>
            </a:r>
            <a:r>
              <a:rPr lang="en-US" sz="2400" b="1" i="1" dirty="0"/>
              <a:t>effect of uncertainty</a:t>
            </a:r>
            <a:r>
              <a:rPr lang="en-US" sz="2400" b="1" dirty="0"/>
              <a:t> on objectives.</a:t>
            </a:r>
          </a:p>
        </p:txBody>
      </p:sp>
    </p:spTree>
    <p:extLst>
      <p:ext uri="{BB962C8B-B14F-4D97-AF65-F5344CB8AC3E}">
        <p14:creationId xmlns:p14="http://schemas.microsoft.com/office/powerpoint/2010/main" val="3345025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DC081-C76E-48A9-94A7-EBD5F8C01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1341"/>
          </a:xfrm>
        </p:spPr>
        <p:txBody>
          <a:bodyPr/>
          <a:lstStyle/>
          <a:p>
            <a:r>
              <a:rPr lang="en-US" dirty="0"/>
              <a:t>What is Risk? (ISACA)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D34AF-E406-4DCC-B2A0-2D1CA8E62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4121"/>
            <a:ext cx="10515600" cy="44711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ISACA, the professional body behind CISA and COBIT, defines risk as: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Key ISACA points: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Risk is measured by likelihood × impact.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IT risk is inseparable from business objectives.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Risk exists because systems, data, and technology introduce uncertainty.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86D726-4FAA-4D85-A18B-B20427804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144B5E-7EA3-42C3-8226-987281C6E92A}"/>
              </a:ext>
            </a:extLst>
          </p:cNvPr>
          <p:cNvSpPr/>
          <p:nvPr/>
        </p:nvSpPr>
        <p:spPr>
          <a:xfrm>
            <a:off x="838200" y="2042386"/>
            <a:ext cx="8939768" cy="436418"/>
          </a:xfrm>
          <a:prstGeom prst="rect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The combination of the probability of an event and its consequence for business objectives.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5FE99E-8EF4-4EB3-86AB-6C62DEEBB383}"/>
              </a:ext>
            </a:extLst>
          </p:cNvPr>
          <p:cNvSpPr/>
          <p:nvPr/>
        </p:nvSpPr>
        <p:spPr>
          <a:xfrm>
            <a:off x="838200" y="2821391"/>
            <a:ext cx="10825718" cy="436418"/>
          </a:xfrm>
          <a:prstGeom prst="rect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IT risk is business risk associated with the use, ownership, operation, involvement, influence and adoption of IT.</a:t>
            </a:r>
          </a:p>
        </p:txBody>
      </p:sp>
    </p:spTree>
    <p:extLst>
      <p:ext uri="{BB962C8B-B14F-4D97-AF65-F5344CB8AC3E}">
        <p14:creationId xmlns:p14="http://schemas.microsoft.com/office/powerpoint/2010/main" val="2081291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DC081-C76E-48A9-94A7-EBD5F8C01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1341"/>
          </a:xfrm>
        </p:spPr>
        <p:txBody>
          <a:bodyPr/>
          <a:lstStyle/>
          <a:p>
            <a:r>
              <a:rPr lang="en-US" dirty="0"/>
              <a:t>Examples of Risk in IS Auditing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D34AF-E406-4DCC-B2A0-2D1CA8E62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4121"/>
            <a:ext cx="10515600" cy="44711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ISO view (uncertainty):</a:t>
            </a:r>
          </a:p>
          <a:p>
            <a:r>
              <a:rPr lang="en-US" sz="2000" dirty="0"/>
              <a:t>System migration introduces uncertainty in data accuracy.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ISACA view (IT + business impact):</a:t>
            </a:r>
          </a:p>
          <a:p>
            <a:r>
              <a:rPr lang="en-US" sz="2000" dirty="0"/>
              <a:t>Migration errors lead to misstated balances → business risk through IT failure.</a:t>
            </a:r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86D726-4FAA-4D85-A18B-B20427804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450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2F193-E3D5-CA30-5948-CAF6549DF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Control? (ISO 31000)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B51FA-1530-FFAC-FB63-A7BEB9D03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ISO defines a control as: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aligns with the risk definition (“effect of uncertainty”).</a:t>
            </a:r>
            <a:br>
              <a:rPr lang="en-US" dirty="0"/>
            </a:br>
            <a:r>
              <a:rPr lang="en-US" dirty="0"/>
              <a:t>Controls </a:t>
            </a:r>
            <a:r>
              <a:rPr lang="en-US" b="1" dirty="0"/>
              <a:t>change the level of uncertainty</a:t>
            </a:r>
            <a:r>
              <a:rPr lang="en-US" dirty="0"/>
              <a:t> by reducing likelihood, impact, or both.</a:t>
            </a:r>
          </a:p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A2ABA2-5A38-8BC7-A4B1-4E335314A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6BEEC-707E-44A7-A320-73FE18379FA8}" type="slidenum">
              <a:rPr lang="en-ID" smtClean="0"/>
              <a:t>10</a:t>
            </a:fld>
            <a:endParaRPr lang="en-ID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B720E2-7FC8-A399-4A72-0000F547D864}"/>
              </a:ext>
            </a:extLst>
          </p:cNvPr>
          <p:cNvSpPr/>
          <p:nvPr/>
        </p:nvSpPr>
        <p:spPr>
          <a:xfrm>
            <a:off x="990553" y="2526181"/>
            <a:ext cx="5216685" cy="397760"/>
          </a:xfrm>
          <a:prstGeom prst="rect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A measure that maintains and/or modifies risk</a:t>
            </a:r>
          </a:p>
        </p:txBody>
      </p:sp>
    </p:spTree>
    <p:extLst>
      <p:ext uri="{BB962C8B-B14F-4D97-AF65-F5344CB8AC3E}">
        <p14:creationId xmlns:p14="http://schemas.microsoft.com/office/powerpoint/2010/main" val="1656693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1B1EE-6BE3-F3A2-689F-BD1631E1A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0621D-B0F8-3374-C276-6B2F348B6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85838"/>
          </a:xfrm>
        </p:spPr>
        <p:txBody>
          <a:bodyPr>
            <a:normAutofit/>
          </a:bodyPr>
          <a:lstStyle/>
          <a:p>
            <a:r>
              <a:rPr lang="en-US" dirty="0"/>
              <a:t>What is Control? (ISACA)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DC483-BC0B-7937-5F6A-A14140FE4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0350"/>
            <a:ext cx="10515600" cy="46466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COBIT states: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Key points from the COBIT perspective:</a:t>
            </a:r>
          </a:p>
          <a:p>
            <a:r>
              <a:rPr lang="en-US" dirty="0"/>
              <a:t>Controls include </a:t>
            </a:r>
            <a:r>
              <a:rPr lang="en-US" b="1" dirty="0"/>
              <a:t>IT governance structures and processes</a:t>
            </a:r>
            <a:r>
              <a:rPr lang="en-US" dirty="0"/>
              <a:t>.</a:t>
            </a:r>
          </a:p>
          <a:p>
            <a:r>
              <a:rPr lang="en-US" dirty="0"/>
              <a:t>Controls focus on preventing, detecting, and correcting undesired events.</a:t>
            </a:r>
          </a:p>
          <a:p>
            <a:r>
              <a:rPr lang="en-US" dirty="0"/>
              <a:t>Controls ensure IT supports </a:t>
            </a:r>
            <a:r>
              <a:rPr lang="en-US" b="1" dirty="0"/>
              <a:t>business objectives</a:t>
            </a:r>
            <a:r>
              <a:rPr lang="en-US" dirty="0"/>
              <a:t>.</a:t>
            </a:r>
          </a:p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F02B77-0107-F623-29A7-3C0DB87A3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6BEEC-707E-44A7-A320-73FE18379FA8}" type="slidenum">
              <a:rPr lang="en-ID" smtClean="0"/>
              <a:t>11</a:t>
            </a:fld>
            <a:endParaRPr lang="en-ID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23D5D2-F493-AD75-DF03-563C1FC7E6CE}"/>
              </a:ext>
            </a:extLst>
          </p:cNvPr>
          <p:cNvSpPr/>
          <p:nvPr/>
        </p:nvSpPr>
        <p:spPr>
          <a:xfrm>
            <a:off x="984249" y="2202330"/>
            <a:ext cx="9564221" cy="955936"/>
          </a:xfrm>
          <a:prstGeom prst="rect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Controls are the policies, procedures, practices and organizational structures designed to provide reasonable assurance that business objectives will be achieved and undesired events will be prevented or detected and corrected.</a:t>
            </a:r>
          </a:p>
        </p:txBody>
      </p:sp>
    </p:spTree>
    <p:extLst>
      <p:ext uri="{BB962C8B-B14F-4D97-AF65-F5344CB8AC3E}">
        <p14:creationId xmlns:p14="http://schemas.microsoft.com/office/powerpoint/2010/main" val="47162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28A80-FBC9-C519-CE97-7BB589889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F7DE9-E86B-6DAA-D989-BADA471F4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2825"/>
          </a:xfrm>
        </p:spPr>
        <p:txBody>
          <a:bodyPr>
            <a:normAutofit/>
          </a:bodyPr>
          <a:lstStyle/>
          <a:p>
            <a:r>
              <a:rPr lang="en-US" dirty="0"/>
              <a:t>Why Controls Matter in IS Auditing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D44BB-F332-D1E3-B9B1-DA9602965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5900"/>
            <a:ext cx="10515600" cy="4691063"/>
          </a:xfrm>
        </p:spPr>
        <p:txBody>
          <a:bodyPr/>
          <a:lstStyle/>
          <a:p>
            <a:r>
              <a:rPr lang="en-US" b="1" dirty="0"/>
              <a:t>Controls translate risk into something manageable.</a:t>
            </a:r>
          </a:p>
          <a:p>
            <a:r>
              <a:rPr lang="en-US" dirty="0"/>
              <a:t>Without controls, risks exist in their full magnitude.</a:t>
            </a:r>
          </a:p>
          <a:p>
            <a:r>
              <a:rPr lang="en-US" dirty="0"/>
              <a:t>Auditors rely on controls to judge whether management has:</a:t>
            </a:r>
          </a:p>
          <a:p>
            <a:pPr lvl="1"/>
            <a:r>
              <a:rPr lang="en-US" dirty="0"/>
              <a:t>identified the risks properly</a:t>
            </a:r>
          </a:p>
          <a:p>
            <a:pPr lvl="1"/>
            <a:r>
              <a:rPr lang="en-US" dirty="0"/>
              <a:t>responded with appropriate mechanisms</a:t>
            </a:r>
          </a:p>
          <a:p>
            <a:pPr lvl="1"/>
            <a:r>
              <a:rPr lang="en-US" dirty="0"/>
              <a:t>implemented them correctly</a:t>
            </a:r>
          </a:p>
          <a:p>
            <a:pPr lvl="1"/>
            <a:r>
              <a:rPr lang="en-US" dirty="0"/>
              <a:t>operated them consistently</a:t>
            </a:r>
          </a:p>
          <a:p>
            <a:r>
              <a:rPr lang="en-US" dirty="0"/>
              <a:t>This leads directly to </a:t>
            </a:r>
            <a:r>
              <a:rPr lang="en-US" b="1" dirty="0"/>
              <a:t>Test of Design (</a:t>
            </a:r>
            <a:r>
              <a:rPr lang="en-US" b="1" dirty="0" err="1"/>
              <a:t>ToD</a:t>
            </a:r>
            <a:r>
              <a:rPr lang="en-US" b="1" dirty="0"/>
              <a:t>)</a:t>
            </a:r>
            <a:r>
              <a:rPr lang="en-US" dirty="0"/>
              <a:t> and </a:t>
            </a:r>
            <a:r>
              <a:rPr lang="en-US" b="1" dirty="0"/>
              <a:t>Test of Effectiveness (</a:t>
            </a:r>
            <a:r>
              <a:rPr lang="en-US" b="1" dirty="0" err="1"/>
              <a:t>ToE</a:t>
            </a:r>
            <a:r>
              <a:rPr lang="en-US" b="1" dirty="0"/>
              <a:t>)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BFA3D7-2A24-AF0F-7CD8-F13E31FDA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6BEEC-707E-44A7-A320-73FE18379FA8}" type="slidenum">
              <a:rPr lang="en-ID" smtClean="0"/>
              <a:t>12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88177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E797E-26F8-F51F-397D-EC844A13C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9CEAE-5057-CC60-3818-B4A619B0B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dirty="0"/>
              <a:t>Linking Control to </a:t>
            </a:r>
            <a:r>
              <a:rPr lang="en-ID" dirty="0" err="1"/>
              <a:t>ToD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996B8-3532-AC40-9F56-D0627E08B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Test of Design (</a:t>
            </a:r>
            <a:r>
              <a:rPr lang="en-US" dirty="0" err="1"/>
              <a:t>ToD</a:t>
            </a:r>
            <a:r>
              <a:rPr lang="en-US" dirty="0"/>
              <a:t>) asks:</a:t>
            </a:r>
          </a:p>
          <a:p>
            <a:pPr marL="0" indent="0">
              <a:buNone/>
            </a:pPr>
            <a:r>
              <a:rPr lang="en-US" b="1" dirty="0"/>
              <a:t>Is the control logically capable of addressing the risk?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In IS terms:</a:t>
            </a:r>
          </a:p>
          <a:p>
            <a:r>
              <a:rPr lang="en-US" dirty="0"/>
              <a:t>Is the system configured correctly?</a:t>
            </a:r>
          </a:p>
          <a:p>
            <a:r>
              <a:rPr lang="en-US" dirty="0"/>
              <a:t>Does the approval workflow exist?</a:t>
            </a:r>
          </a:p>
          <a:p>
            <a:r>
              <a:rPr lang="en-US" dirty="0"/>
              <a:t>Are mandatory fields enforced?</a:t>
            </a:r>
          </a:p>
          <a:p>
            <a:r>
              <a:rPr lang="en-US" dirty="0"/>
              <a:t>Do SOP and system behavior match?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89EC8-A95F-9F81-C326-F932DB846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6BEEC-707E-44A7-A320-73FE18379FA8}" type="slidenum">
              <a:rPr lang="en-ID" smtClean="0"/>
              <a:t>13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593813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924D2-A063-D161-F60D-F010EE5E8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79CE3-1172-39F8-51EC-6ED047459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dirty="0"/>
              <a:t>Linking Control to </a:t>
            </a:r>
            <a:r>
              <a:rPr lang="en-ID" dirty="0" err="1"/>
              <a:t>ToE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9AEAD-3A02-14BB-28B5-F659776D2C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Test of Effectiveness (</a:t>
            </a:r>
            <a:r>
              <a:rPr lang="en-US" dirty="0" err="1"/>
              <a:t>ToE</a:t>
            </a:r>
            <a:r>
              <a:rPr lang="en-US" dirty="0"/>
              <a:t>) asks: </a:t>
            </a:r>
          </a:p>
          <a:p>
            <a:pPr marL="0" indent="0">
              <a:buNone/>
            </a:pPr>
            <a:r>
              <a:rPr lang="en-US" b="1" dirty="0"/>
              <a:t>Did the control operate as intended during the period?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In IS terms:</a:t>
            </a:r>
          </a:p>
          <a:p>
            <a:r>
              <a:rPr lang="en-US" dirty="0"/>
              <a:t>Do logs show consistent execution?</a:t>
            </a:r>
          </a:p>
          <a:p>
            <a:r>
              <a:rPr lang="en-US" dirty="0"/>
              <a:t>Does data reflect that checks were enforced?</a:t>
            </a:r>
          </a:p>
          <a:p>
            <a:r>
              <a:rPr lang="en-US" dirty="0"/>
              <a:t>Are exception reports reviewed?</a:t>
            </a:r>
          </a:p>
          <a:p>
            <a:r>
              <a:rPr lang="en-US" dirty="0"/>
              <a:t>Are automated controls functioning for all records?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B3989-C311-A46D-F42F-313972628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6BEEC-707E-44A7-A320-73FE18379FA8}" type="slidenum">
              <a:rPr lang="en-ID" smtClean="0"/>
              <a:t>14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918605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C415F-601F-DB6E-CFF8-744440D5F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dirty="0"/>
              <a:t>Example 1 — User Access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B29CD-3E2A-BAC9-1D6D-5C5CED674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Risk:</a:t>
            </a:r>
            <a:r>
              <a:rPr lang="en-US" dirty="0"/>
              <a:t> Unauthorized data changes</a:t>
            </a:r>
          </a:p>
          <a:p>
            <a:r>
              <a:rPr lang="en-US" b="1" dirty="0"/>
              <a:t>Control:</a:t>
            </a:r>
            <a:r>
              <a:rPr lang="en-US" dirty="0"/>
              <a:t> Role-based access configured</a:t>
            </a:r>
          </a:p>
          <a:p>
            <a:r>
              <a:rPr lang="en-US" b="1" dirty="0" err="1"/>
              <a:t>ToD</a:t>
            </a:r>
            <a:r>
              <a:rPr lang="en-US" b="1" dirty="0"/>
              <a:t>:</a:t>
            </a:r>
            <a:r>
              <a:rPr lang="en-US" dirty="0"/>
              <a:t> Verify roles match job descriptions</a:t>
            </a:r>
          </a:p>
          <a:p>
            <a:r>
              <a:rPr lang="en-US" b="1" dirty="0" err="1"/>
              <a:t>ToE</a:t>
            </a:r>
            <a:r>
              <a:rPr lang="en-US" b="1" dirty="0"/>
              <a:t>:</a:t>
            </a:r>
            <a:r>
              <a:rPr lang="en-US" dirty="0"/>
              <a:t> Analyze logs for unauthorized changes</a:t>
            </a:r>
          </a:p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90419E-0BC5-32D0-CBE9-D8578ED89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6BEEC-707E-44A7-A320-73FE18379FA8}" type="slidenum">
              <a:rPr lang="en-ID" smtClean="0"/>
              <a:t>15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128795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5F1FE-05AC-4DDD-9BFA-5C6B3F3AF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D6943-E19B-21A8-5750-E0E63D1B1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2 — Purchase-to-Pay (3-way matching)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19A21-C1EC-3043-870A-18D497BBF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Risk:</a:t>
            </a:r>
            <a:r>
              <a:rPr lang="en-US" dirty="0"/>
              <a:t> Paying for goods not received</a:t>
            </a:r>
          </a:p>
          <a:p>
            <a:r>
              <a:rPr lang="en-US" b="1" dirty="0"/>
              <a:t>Control:</a:t>
            </a:r>
            <a:r>
              <a:rPr lang="en-US" dirty="0"/>
              <a:t> System requires </a:t>
            </a:r>
            <a:r>
              <a:rPr lang="en-US" dirty="0" err="1"/>
              <a:t>PO+GR+Invoice</a:t>
            </a:r>
            <a:r>
              <a:rPr lang="en-US" dirty="0"/>
              <a:t> match</a:t>
            </a:r>
          </a:p>
          <a:p>
            <a:r>
              <a:rPr lang="en-US" b="1" dirty="0" err="1"/>
              <a:t>ToD</a:t>
            </a:r>
            <a:r>
              <a:rPr lang="en-US" b="1" dirty="0"/>
              <a:t>:</a:t>
            </a:r>
            <a:r>
              <a:rPr lang="en-US" dirty="0"/>
              <a:t> Review system configuration</a:t>
            </a:r>
          </a:p>
          <a:p>
            <a:r>
              <a:rPr lang="en-US" b="1" dirty="0" err="1"/>
              <a:t>ToE</a:t>
            </a:r>
            <a:r>
              <a:rPr lang="en-US" b="1" dirty="0"/>
              <a:t>:</a:t>
            </a:r>
            <a:r>
              <a:rPr lang="en-US" dirty="0"/>
              <a:t> Analyze population for mismatched transactions</a:t>
            </a:r>
          </a:p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F2CEF0-6A35-BA95-EB2D-B54ACD0D6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6BEEC-707E-44A7-A320-73FE18379FA8}" type="slidenum">
              <a:rPr lang="en-ID" smtClean="0"/>
              <a:t>16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230589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6BFAB-02C0-C007-0D5F-97E541089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4A517-6415-BC9E-EEA8-538C180F2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dirty="0"/>
              <a:t>Example 3 — Interface Risk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4195D-7C3A-54F5-2D16-7103582266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Risk:</a:t>
            </a:r>
            <a:r>
              <a:rPr lang="en-US" dirty="0"/>
              <a:t> Orders not transferred to warehouse</a:t>
            </a:r>
          </a:p>
          <a:p>
            <a:r>
              <a:rPr lang="en-US" b="1" dirty="0"/>
              <a:t>Control:</a:t>
            </a:r>
            <a:r>
              <a:rPr lang="en-US" dirty="0"/>
              <a:t> Automated interface reconciliation</a:t>
            </a:r>
          </a:p>
          <a:p>
            <a:r>
              <a:rPr lang="en-US" b="1" dirty="0" err="1"/>
              <a:t>ToD</a:t>
            </a:r>
            <a:r>
              <a:rPr lang="en-US" b="1" dirty="0"/>
              <a:t>:</a:t>
            </a:r>
            <a:r>
              <a:rPr lang="en-US" dirty="0"/>
              <a:t> System logic is documented and scheduled</a:t>
            </a:r>
          </a:p>
          <a:p>
            <a:r>
              <a:rPr lang="en-US" b="1" dirty="0" err="1"/>
              <a:t>ToE</a:t>
            </a:r>
            <a:r>
              <a:rPr lang="en-US" b="1" dirty="0"/>
              <a:t>:</a:t>
            </a:r>
            <a:r>
              <a:rPr lang="en-US" dirty="0"/>
              <a:t> Validate logs of successful transfer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7426C2-5A0B-8F3E-8079-1A55C43F2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6BEEC-707E-44A7-A320-73FE18379FA8}" type="slidenum">
              <a:rPr lang="en-ID" smtClean="0"/>
              <a:t>17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098412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86E08-B0B8-46AA-9F84-C6ECF7408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Pengendalian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Informasi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F91-047A-4585-A5F3-7E576D72E8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#AppCon #GenCon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5123777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ounded Rectangle 31">
            <a:extLst>
              <a:ext uri="{FF2B5EF4-FFF2-40B4-BE49-F238E27FC236}">
                <a16:creationId xmlns:a16="http://schemas.microsoft.com/office/drawing/2014/main" id="{7D8948CC-69C9-459E-B6AE-B0F36BBC3807}"/>
              </a:ext>
            </a:extLst>
          </p:cNvPr>
          <p:cNvSpPr/>
          <p:nvPr/>
        </p:nvSpPr>
        <p:spPr>
          <a:xfrm>
            <a:off x="10243607" y="2834863"/>
            <a:ext cx="927777" cy="360040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dirty="0">
                <a:solidFill>
                  <a:schemeClr val="tx1"/>
                </a:solidFill>
              </a:rPr>
              <a:t>input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65" name="Rounded Rectangle 32">
            <a:extLst>
              <a:ext uri="{FF2B5EF4-FFF2-40B4-BE49-F238E27FC236}">
                <a16:creationId xmlns:a16="http://schemas.microsoft.com/office/drawing/2014/main" id="{03AF8081-E47A-4A6F-A0C5-D71CC66C176C}"/>
              </a:ext>
            </a:extLst>
          </p:cNvPr>
          <p:cNvSpPr/>
          <p:nvPr/>
        </p:nvSpPr>
        <p:spPr>
          <a:xfrm>
            <a:off x="10235279" y="3410927"/>
            <a:ext cx="936104" cy="360040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dirty="0" err="1">
                <a:solidFill>
                  <a:schemeClr val="tx1"/>
                </a:solidFill>
              </a:rPr>
              <a:t>proses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66" name="Rounded Rectangle 33">
            <a:extLst>
              <a:ext uri="{FF2B5EF4-FFF2-40B4-BE49-F238E27FC236}">
                <a16:creationId xmlns:a16="http://schemas.microsoft.com/office/drawing/2014/main" id="{30F01E79-8402-4601-A941-1AC6EE8D8F75}"/>
              </a:ext>
            </a:extLst>
          </p:cNvPr>
          <p:cNvSpPr/>
          <p:nvPr/>
        </p:nvSpPr>
        <p:spPr>
          <a:xfrm>
            <a:off x="10235279" y="3986991"/>
            <a:ext cx="936104" cy="360040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dirty="0">
                <a:solidFill>
                  <a:schemeClr val="tx1"/>
                </a:solidFill>
              </a:rPr>
              <a:t>output</a:t>
            </a:r>
            <a:endParaRPr lang="en-ID" dirty="0">
              <a:solidFill>
                <a:schemeClr val="tx1"/>
              </a:solidFill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90374428-60C7-49AA-B6B3-D715CD9EF1A7}"/>
              </a:ext>
            </a:extLst>
          </p:cNvPr>
          <p:cNvCxnSpPr>
            <a:stCxn id="65" idx="1"/>
          </p:cNvCxnSpPr>
          <p:nvPr/>
        </p:nvCxnSpPr>
        <p:spPr>
          <a:xfrm flipH="1" flipV="1">
            <a:off x="9803233" y="3554945"/>
            <a:ext cx="432047" cy="36003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8BEB0838-B620-42A8-8601-D5BBAD55BDE4}"/>
              </a:ext>
            </a:extLst>
          </p:cNvPr>
          <p:cNvCxnSpPr>
            <a:stCxn id="64" idx="1"/>
          </p:cNvCxnSpPr>
          <p:nvPr/>
        </p:nvCxnSpPr>
        <p:spPr>
          <a:xfrm flipH="1">
            <a:off x="9803232" y="3014884"/>
            <a:ext cx="440374" cy="540061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D667183-5EC9-483E-A7BE-5A05CDDE7850}"/>
              </a:ext>
            </a:extLst>
          </p:cNvPr>
          <p:cNvCxnSpPr>
            <a:stCxn id="66" idx="1"/>
          </p:cNvCxnSpPr>
          <p:nvPr/>
        </p:nvCxnSpPr>
        <p:spPr>
          <a:xfrm flipH="1" flipV="1">
            <a:off x="9803231" y="3554943"/>
            <a:ext cx="432048" cy="61206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45">
            <a:extLst>
              <a:ext uri="{FF2B5EF4-FFF2-40B4-BE49-F238E27FC236}">
                <a16:creationId xmlns:a16="http://schemas.microsoft.com/office/drawing/2014/main" id="{0103FAD0-9992-4EAD-BA88-0B788E59991F}"/>
              </a:ext>
            </a:extLst>
          </p:cNvPr>
          <p:cNvSpPr/>
          <p:nvPr/>
        </p:nvSpPr>
        <p:spPr>
          <a:xfrm>
            <a:off x="1577630" y="2533959"/>
            <a:ext cx="2214578" cy="357190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id-ID" sz="1600" dirty="0">
                <a:solidFill>
                  <a:schemeClr val="tx1"/>
                </a:solidFill>
              </a:rPr>
              <a:t>ITRM</a:t>
            </a:r>
            <a:endParaRPr lang="en-ID" sz="1600" dirty="0">
              <a:solidFill>
                <a:schemeClr val="tx1"/>
              </a:solidFill>
            </a:endParaRPr>
          </a:p>
        </p:txBody>
      </p:sp>
      <p:sp>
        <p:nvSpPr>
          <p:cNvPr id="56" name="Rounded Rectangle 46">
            <a:extLst>
              <a:ext uri="{FF2B5EF4-FFF2-40B4-BE49-F238E27FC236}">
                <a16:creationId xmlns:a16="http://schemas.microsoft.com/office/drawing/2014/main" id="{A8B0AF35-5FE1-4FF7-A7A6-CA1AACE28772}"/>
              </a:ext>
            </a:extLst>
          </p:cNvPr>
          <p:cNvSpPr/>
          <p:nvPr/>
        </p:nvSpPr>
        <p:spPr>
          <a:xfrm>
            <a:off x="1577630" y="2991159"/>
            <a:ext cx="2214578" cy="328618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id-ID" sz="1400" dirty="0">
                <a:solidFill>
                  <a:schemeClr val="tx1"/>
                </a:solidFill>
              </a:rPr>
              <a:t>Change management</a:t>
            </a:r>
            <a:endParaRPr lang="en-ID" sz="1400" dirty="0">
              <a:solidFill>
                <a:schemeClr val="tx1"/>
              </a:solidFill>
            </a:endParaRPr>
          </a:p>
        </p:txBody>
      </p:sp>
      <p:sp>
        <p:nvSpPr>
          <p:cNvPr id="57" name="Rounded Rectangle 47">
            <a:extLst>
              <a:ext uri="{FF2B5EF4-FFF2-40B4-BE49-F238E27FC236}">
                <a16:creationId xmlns:a16="http://schemas.microsoft.com/office/drawing/2014/main" id="{0D91DDFA-CB51-4DB3-8491-6D9A7BC94AAC}"/>
              </a:ext>
            </a:extLst>
          </p:cNvPr>
          <p:cNvSpPr/>
          <p:nvPr/>
        </p:nvSpPr>
        <p:spPr>
          <a:xfrm>
            <a:off x="1577630" y="3448359"/>
            <a:ext cx="2214578" cy="371484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1400" dirty="0">
                <a:solidFill>
                  <a:schemeClr val="tx1"/>
                </a:solidFill>
              </a:rPr>
              <a:t>SDLC</a:t>
            </a:r>
            <a:endParaRPr lang="en-ID" sz="1400" dirty="0">
              <a:solidFill>
                <a:schemeClr val="tx1"/>
              </a:solidFill>
            </a:endParaRPr>
          </a:p>
        </p:txBody>
      </p:sp>
      <p:sp>
        <p:nvSpPr>
          <p:cNvPr id="58" name="Rounded Rectangle 48">
            <a:extLst>
              <a:ext uri="{FF2B5EF4-FFF2-40B4-BE49-F238E27FC236}">
                <a16:creationId xmlns:a16="http://schemas.microsoft.com/office/drawing/2014/main" id="{D1B01330-EDBE-41A4-A5C5-E1684E733610}"/>
              </a:ext>
            </a:extLst>
          </p:cNvPr>
          <p:cNvSpPr/>
          <p:nvPr/>
        </p:nvSpPr>
        <p:spPr>
          <a:xfrm>
            <a:off x="1577630" y="3905559"/>
            <a:ext cx="2214578" cy="414350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id-ID" sz="1400" dirty="0">
                <a:solidFill>
                  <a:schemeClr val="tx1"/>
                </a:solidFill>
              </a:rPr>
              <a:t>Operational &amp; Continuity</a:t>
            </a:r>
            <a:endParaRPr lang="en-ID" sz="1400" dirty="0">
              <a:solidFill>
                <a:schemeClr val="tx1"/>
              </a:solidFill>
            </a:endParaRP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38DC7C8-B37F-40D6-8DA0-5746F5BBDF56}"/>
              </a:ext>
            </a:extLst>
          </p:cNvPr>
          <p:cNvCxnSpPr>
            <a:cxnSpLocks/>
            <a:endCxn id="55" idx="3"/>
          </p:cNvCxnSpPr>
          <p:nvPr/>
        </p:nvCxnSpPr>
        <p:spPr>
          <a:xfrm flipH="1" flipV="1">
            <a:off x="3792208" y="2712554"/>
            <a:ext cx="649452" cy="78581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AAA1EB89-3514-4CEF-AE14-DA4FB3A55653}"/>
              </a:ext>
            </a:extLst>
          </p:cNvPr>
          <p:cNvCxnSpPr>
            <a:cxnSpLocks/>
            <a:endCxn id="56" idx="3"/>
          </p:cNvCxnSpPr>
          <p:nvPr/>
        </p:nvCxnSpPr>
        <p:spPr>
          <a:xfrm rot="10800000">
            <a:off x="3792208" y="3155470"/>
            <a:ext cx="642942" cy="378623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5DEFB39-46DF-43E9-8B40-94D356F9823B}"/>
              </a:ext>
            </a:extLst>
          </p:cNvPr>
          <p:cNvCxnSpPr>
            <a:cxnSpLocks/>
            <a:endCxn id="57" idx="3"/>
          </p:cNvCxnSpPr>
          <p:nvPr/>
        </p:nvCxnSpPr>
        <p:spPr>
          <a:xfrm rot="10800000" flipV="1">
            <a:off x="3792208" y="3534091"/>
            <a:ext cx="642942" cy="10001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113EE30F-D65B-4457-AD58-B94965BEB0A9}"/>
              </a:ext>
            </a:extLst>
          </p:cNvPr>
          <p:cNvCxnSpPr>
            <a:cxnSpLocks/>
            <a:endCxn id="58" idx="3"/>
          </p:cNvCxnSpPr>
          <p:nvPr/>
        </p:nvCxnSpPr>
        <p:spPr>
          <a:xfrm rot="10800000" flipV="1">
            <a:off x="3792208" y="3534093"/>
            <a:ext cx="642942" cy="578641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B6C842-3BAB-4AFA-83F9-5C04D7F18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8102BE3-B965-4CCF-9085-715A5E34B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884" y="387276"/>
            <a:ext cx="10193835" cy="4320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Konsekuensi</a:t>
            </a:r>
            <a:r>
              <a:rPr lang="en-US" dirty="0"/>
              <a:t> </a:t>
            </a:r>
            <a:r>
              <a:rPr lang="en-US" dirty="0" err="1"/>
              <a:t>Penerapan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Tekomputerisasi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743AEA4-E0B6-49BB-A4D3-89D55381CF51}"/>
              </a:ext>
            </a:extLst>
          </p:cNvPr>
          <p:cNvSpPr txBox="1"/>
          <p:nvPr/>
        </p:nvSpPr>
        <p:spPr>
          <a:xfrm>
            <a:off x="829884" y="814214"/>
            <a:ext cx="97902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Prosedur</a:t>
            </a:r>
            <a:r>
              <a:rPr lang="en-US" dirty="0"/>
              <a:t> </a:t>
            </a:r>
            <a:r>
              <a:rPr lang="en-US" dirty="0" err="1"/>
              <a:t>pengendalian</a:t>
            </a:r>
            <a:r>
              <a:rPr lang="en-US" dirty="0"/>
              <a:t> pada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terkomputerisasi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dikelompokkan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: </a:t>
            </a:r>
            <a:r>
              <a:rPr lang="en-US" b="1" dirty="0" err="1"/>
              <a:t>Pengendalian</a:t>
            </a:r>
            <a:r>
              <a:rPr lang="en-US" b="1" dirty="0"/>
              <a:t> </a:t>
            </a:r>
            <a:r>
              <a:rPr lang="en-US" b="1" dirty="0" err="1"/>
              <a:t>Umum</a:t>
            </a:r>
            <a:r>
              <a:rPr lang="en-US" b="1" dirty="0"/>
              <a:t> </a:t>
            </a:r>
            <a:r>
              <a:rPr lang="en-US" dirty="0"/>
              <a:t>dan</a:t>
            </a:r>
            <a:r>
              <a:rPr lang="en-US" b="1" dirty="0"/>
              <a:t> </a:t>
            </a:r>
            <a:r>
              <a:rPr lang="en-US" b="1" dirty="0" err="1"/>
              <a:t>Pengendalian</a:t>
            </a:r>
            <a:r>
              <a:rPr lang="en-US" b="1" dirty="0"/>
              <a:t> </a:t>
            </a:r>
            <a:r>
              <a:rPr lang="en-US" b="1" dirty="0" err="1"/>
              <a:t>Aplikasi</a:t>
            </a:r>
            <a:endParaRPr lang="en-ID" b="1" dirty="0"/>
          </a:p>
        </p:txBody>
      </p:sp>
      <p:sp>
        <p:nvSpPr>
          <p:cNvPr id="36" name="Flowchart: Process 35">
            <a:extLst>
              <a:ext uri="{FF2B5EF4-FFF2-40B4-BE49-F238E27FC236}">
                <a16:creationId xmlns:a16="http://schemas.microsoft.com/office/drawing/2014/main" id="{BAF046A5-D483-41AD-B25F-9E9815720FFE}"/>
              </a:ext>
            </a:extLst>
          </p:cNvPr>
          <p:cNvSpPr/>
          <p:nvPr/>
        </p:nvSpPr>
        <p:spPr>
          <a:xfrm>
            <a:off x="4441662" y="2501669"/>
            <a:ext cx="1436914" cy="2080216"/>
          </a:xfrm>
          <a:prstGeom prst="flowChartProcess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 err="1">
                <a:solidFill>
                  <a:schemeClr val="bg1"/>
                </a:solidFill>
              </a:rPr>
              <a:t>Infrastruktur</a:t>
            </a:r>
            <a:r>
              <a:rPr lang="en-US" sz="1200" dirty="0">
                <a:solidFill>
                  <a:schemeClr val="bg1"/>
                </a:solidFill>
              </a:rPr>
              <a:t> TIK</a:t>
            </a:r>
            <a:endParaRPr lang="en-ID" sz="1200" dirty="0">
              <a:solidFill>
                <a:schemeClr val="bg1"/>
              </a:solidFill>
            </a:endParaRPr>
          </a:p>
        </p:txBody>
      </p:sp>
      <p:sp>
        <p:nvSpPr>
          <p:cNvPr id="37" name="Flowchart: Process 36">
            <a:extLst>
              <a:ext uri="{FF2B5EF4-FFF2-40B4-BE49-F238E27FC236}">
                <a16:creationId xmlns:a16="http://schemas.microsoft.com/office/drawing/2014/main" id="{51F56361-27EA-41D1-B5F8-EE4B33510637}"/>
              </a:ext>
            </a:extLst>
          </p:cNvPr>
          <p:cNvSpPr/>
          <p:nvPr/>
        </p:nvSpPr>
        <p:spPr>
          <a:xfrm>
            <a:off x="4576258" y="3117302"/>
            <a:ext cx="1139372" cy="35560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</a:rPr>
              <a:t>database</a:t>
            </a:r>
            <a:endParaRPr lang="en-ID" sz="1400" i="1" dirty="0">
              <a:solidFill>
                <a:schemeClr val="tx1"/>
              </a:solidFill>
            </a:endParaRPr>
          </a:p>
        </p:txBody>
      </p:sp>
      <p:sp>
        <p:nvSpPr>
          <p:cNvPr id="38" name="Flowchart: Process 37">
            <a:extLst>
              <a:ext uri="{FF2B5EF4-FFF2-40B4-BE49-F238E27FC236}">
                <a16:creationId xmlns:a16="http://schemas.microsoft.com/office/drawing/2014/main" id="{B185FA8F-DFAC-4AB9-85D7-F9CD7AE5E074}"/>
              </a:ext>
            </a:extLst>
          </p:cNvPr>
          <p:cNvSpPr/>
          <p:nvPr/>
        </p:nvSpPr>
        <p:spPr>
          <a:xfrm>
            <a:off x="4576258" y="3534435"/>
            <a:ext cx="1139372" cy="35560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OS</a:t>
            </a:r>
            <a:endParaRPr lang="en-ID" sz="1400" dirty="0">
              <a:solidFill>
                <a:schemeClr val="tx1"/>
              </a:solidFill>
            </a:endParaRPr>
          </a:p>
        </p:txBody>
      </p:sp>
      <p:sp>
        <p:nvSpPr>
          <p:cNvPr id="39" name="Flowchart: Process 38">
            <a:extLst>
              <a:ext uri="{FF2B5EF4-FFF2-40B4-BE49-F238E27FC236}">
                <a16:creationId xmlns:a16="http://schemas.microsoft.com/office/drawing/2014/main" id="{EE8FDE63-6D9D-438D-8AE6-9F470AC852FE}"/>
              </a:ext>
            </a:extLst>
          </p:cNvPr>
          <p:cNvSpPr/>
          <p:nvPr/>
        </p:nvSpPr>
        <p:spPr>
          <a:xfrm>
            <a:off x="4576258" y="3951568"/>
            <a:ext cx="1139372" cy="35560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Akses</a:t>
            </a:r>
            <a:endParaRPr lang="en-ID" sz="1400" dirty="0">
              <a:solidFill>
                <a:schemeClr val="tx1"/>
              </a:solidFill>
            </a:endParaRPr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692493F9-9515-4FC8-A6A2-84AE8B45C1C6}"/>
              </a:ext>
            </a:extLst>
          </p:cNvPr>
          <p:cNvSpPr/>
          <p:nvPr/>
        </p:nvSpPr>
        <p:spPr>
          <a:xfrm>
            <a:off x="5988614" y="2820411"/>
            <a:ext cx="297712" cy="14542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1" name="Flowchart: Process 40">
            <a:extLst>
              <a:ext uri="{FF2B5EF4-FFF2-40B4-BE49-F238E27FC236}">
                <a16:creationId xmlns:a16="http://schemas.microsoft.com/office/drawing/2014/main" id="{FCE22EC3-9BA5-442A-9DE0-3DB56A394960}"/>
              </a:ext>
            </a:extLst>
          </p:cNvPr>
          <p:cNvSpPr/>
          <p:nvPr/>
        </p:nvSpPr>
        <p:spPr>
          <a:xfrm>
            <a:off x="6396364" y="2501669"/>
            <a:ext cx="1436914" cy="2080216"/>
          </a:xfrm>
          <a:prstGeom prst="flowChartProcess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ID" sz="1400" dirty="0">
              <a:solidFill>
                <a:schemeClr val="tx1"/>
              </a:solidFill>
            </a:endParaRPr>
          </a:p>
        </p:txBody>
      </p:sp>
      <p:sp>
        <p:nvSpPr>
          <p:cNvPr id="42" name="Flowchart: Process 41">
            <a:extLst>
              <a:ext uri="{FF2B5EF4-FFF2-40B4-BE49-F238E27FC236}">
                <a16:creationId xmlns:a16="http://schemas.microsoft.com/office/drawing/2014/main" id="{71050DCE-46F4-48FC-A614-6697444D8805}"/>
              </a:ext>
            </a:extLst>
          </p:cNvPr>
          <p:cNvSpPr/>
          <p:nvPr/>
        </p:nvSpPr>
        <p:spPr>
          <a:xfrm rot="16200000">
            <a:off x="5934464" y="3488330"/>
            <a:ext cx="1534479" cy="36009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Pengendalian</a:t>
            </a:r>
            <a:r>
              <a:rPr lang="en-US" sz="1400" dirty="0">
                <a:solidFill>
                  <a:schemeClr val="tx1"/>
                </a:solidFill>
              </a:rPr>
              <a:t> TIK</a:t>
            </a:r>
            <a:endParaRPr lang="en-ID" sz="1400" dirty="0">
              <a:solidFill>
                <a:schemeClr val="tx1"/>
              </a:solidFill>
            </a:endParaRPr>
          </a:p>
        </p:txBody>
      </p:sp>
      <p:sp>
        <p:nvSpPr>
          <p:cNvPr id="43" name="Flowchart: Process 42">
            <a:extLst>
              <a:ext uri="{FF2B5EF4-FFF2-40B4-BE49-F238E27FC236}">
                <a16:creationId xmlns:a16="http://schemas.microsoft.com/office/drawing/2014/main" id="{D0F0CE49-2444-4E7A-B1AE-38378237077D}"/>
              </a:ext>
            </a:extLst>
          </p:cNvPr>
          <p:cNvSpPr/>
          <p:nvPr/>
        </p:nvSpPr>
        <p:spPr>
          <a:xfrm rot="16200000">
            <a:off x="6700671" y="3488330"/>
            <a:ext cx="1534479" cy="360098"/>
          </a:xfrm>
          <a:prstGeom prst="flowChartProcess">
            <a:avLst/>
          </a:prstGeom>
          <a:solidFill>
            <a:srgbClr val="E4D30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tx1"/>
                </a:solidFill>
              </a:rPr>
              <a:t>Fungsionalitas</a:t>
            </a:r>
            <a:r>
              <a:rPr lang="en-US" sz="1050" dirty="0">
                <a:solidFill>
                  <a:schemeClr val="tx1"/>
                </a:solidFill>
              </a:rPr>
              <a:t> </a:t>
            </a:r>
            <a:r>
              <a:rPr lang="en-US" sz="1050" dirty="0" err="1">
                <a:solidFill>
                  <a:schemeClr val="tx1"/>
                </a:solidFill>
              </a:rPr>
              <a:t>Aplikasi</a:t>
            </a:r>
            <a:endParaRPr lang="en-ID" sz="1050" dirty="0">
              <a:solidFill>
                <a:schemeClr val="tx1"/>
              </a:solidFill>
            </a:endParaRPr>
          </a:p>
        </p:txBody>
      </p: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33834B01-1226-4FA7-9865-024AAAA2E47C}"/>
              </a:ext>
            </a:extLst>
          </p:cNvPr>
          <p:cNvSpPr/>
          <p:nvPr/>
        </p:nvSpPr>
        <p:spPr>
          <a:xfrm>
            <a:off x="7958567" y="2820411"/>
            <a:ext cx="297712" cy="14542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7" name="Flowchart: Process 46">
            <a:extLst>
              <a:ext uri="{FF2B5EF4-FFF2-40B4-BE49-F238E27FC236}">
                <a16:creationId xmlns:a16="http://schemas.microsoft.com/office/drawing/2014/main" id="{B60ACF48-0328-47B6-A5AA-366975ACEC83}"/>
              </a:ext>
            </a:extLst>
          </p:cNvPr>
          <p:cNvSpPr/>
          <p:nvPr/>
        </p:nvSpPr>
        <p:spPr>
          <a:xfrm>
            <a:off x="8366317" y="2501669"/>
            <a:ext cx="1436914" cy="2080216"/>
          </a:xfrm>
          <a:prstGeom prst="flowChartProcess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Hasil Proses </a:t>
            </a:r>
            <a:r>
              <a:rPr lang="en-US" sz="1200" dirty="0" err="1">
                <a:solidFill>
                  <a:schemeClr val="bg1"/>
                </a:solidFill>
              </a:rPr>
              <a:t>Bisnis</a:t>
            </a:r>
            <a:r>
              <a:rPr lang="en-US" sz="1200" dirty="0">
                <a:solidFill>
                  <a:schemeClr val="bg1"/>
                </a:solidFill>
              </a:rPr>
              <a:t>/ Data/ </a:t>
            </a:r>
            <a:r>
              <a:rPr lang="en-US" sz="1200" dirty="0" err="1">
                <a:solidFill>
                  <a:schemeClr val="bg1"/>
                </a:solidFill>
              </a:rPr>
              <a:t>Dampak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Manfaat</a:t>
            </a:r>
            <a:endParaRPr lang="en-ID" sz="1200" dirty="0">
              <a:solidFill>
                <a:schemeClr val="bg1"/>
              </a:solidFill>
            </a:endParaRPr>
          </a:p>
        </p:txBody>
      </p:sp>
      <p:sp>
        <p:nvSpPr>
          <p:cNvPr id="50" name="Flowchart: Process 49">
            <a:extLst>
              <a:ext uri="{FF2B5EF4-FFF2-40B4-BE49-F238E27FC236}">
                <a16:creationId xmlns:a16="http://schemas.microsoft.com/office/drawing/2014/main" id="{9EEC1ED9-D561-40CD-B803-B3D6C25E8138}"/>
              </a:ext>
            </a:extLst>
          </p:cNvPr>
          <p:cNvSpPr/>
          <p:nvPr/>
        </p:nvSpPr>
        <p:spPr>
          <a:xfrm>
            <a:off x="4306085" y="2080281"/>
            <a:ext cx="2796455" cy="2629605"/>
          </a:xfrm>
          <a:prstGeom prst="flowChartProcess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b="1" dirty="0" err="1">
                <a:solidFill>
                  <a:schemeClr val="tx1"/>
                </a:solidFill>
              </a:rPr>
              <a:t>Pengendalian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  <a:r>
              <a:rPr lang="en-US" sz="1600" b="1" dirty="0" err="1">
                <a:solidFill>
                  <a:schemeClr val="tx1"/>
                </a:solidFill>
              </a:rPr>
              <a:t>Umum</a:t>
            </a:r>
            <a:endParaRPr lang="en-ID" sz="1600" b="1" dirty="0">
              <a:solidFill>
                <a:schemeClr val="tx1"/>
              </a:solidFill>
            </a:endParaRPr>
          </a:p>
        </p:txBody>
      </p:sp>
      <p:sp>
        <p:nvSpPr>
          <p:cNvPr id="52" name="Flowchart: Process 51">
            <a:extLst>
              <a:ext uri="{FF2B5EF4-FFF2-40B4-BE49-F238E27FC236}">
                <a16:creationId xmlns:a16="http://schemas.microsoft.com/office/drawing/2014/main" id="{9705E40E-D628-49A2-8114-3D7C4388FDE6}"/>
              </a:ext>
            </a:extLst>
          </p:cNvPr>
          <p:cNvSpPr/>
          <p:nvPr/>
        </p:nvSpPr>
        <p:spPr>
          <a:xfrm>
            <a:off x="7102540" y="2080281"/>
            <a:ext cx="2796455" cy="2629605"/>
          </a:xfrm>
          <a:prstGeom prst="flowChartProcess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b="1" dirty="0" err="1">
                <a:solidFill>
                  <a:schemeClr val="tx1"/>
                </a:solidFill>
              </a:rPr>
              <a:t>Pengendalian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  <a:r>
              <a:rPr lang="en-US" sz="1600" b="1" dirty="0" err="1">
                <a:solidFill>
                  <a:schemeClr val="tx1"/>
                </a:solidFill>
              </a:rPr>
              <a:t>Aplikasi</a:t>
            </a:r>
            <a:endParaRPr lang="en-ID" sz="1600" b="1" dirty="0">
              <a:solidFill>
                <a:schemeClr val="tx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B6F87E-5EDA-4255-894C-929B15154E79}"/>
              </a:ext>
            </a:extLst>
          </p:cNvPr>
          <p:cNvSpPr txBox="1"/>
          <p:nvPr/>
        </p:nvSpPr>
        <p:spPr>
          <a:xfrm>
            <a:off x="6679017" y="2549040"/>
            <a:ext cx="914400" cy="27699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chemeClr val="bg1"/>
                </a:solidFill>
              </a:rPr>
              <a:t>Aplikasi</a:t>
            </a:r>
            <a:endParaRPr lang="en-ID" sz="1400" dirty="0">
              <a:solidFill>
                <a:schemeClr val="bg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4AF3DD0-D623-4E91-A042-8E0F7124AB39}"/>
              </a:ext>
            </a:extLst>
          </p:cNvPr>
          <p:cNvSpPr txBox="1"/>
          <p:nvPr/>
        </p:nvSpPr>
        <p:spPr>
          <a:xfrm>
            <a:off x="5574635" y="1655893"/>
            <a:ext cx="3123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Pengendalian</a:t>
            </a:r>
            <a:r>
              <a:rPr lang="en-US" dirty="0"/>
              <a:t> Internal</a:t>
            </a:r>
            <a:endParaRPr lang="en-ID" dirty="0"/>
          </a:p>
        </p:txBody>
      </p:sp>
      <p:sp>
        <p:nvSpPr>
          <p:cNvPr id="79" name="Rounded Rectangle 27">
            <a:extLst>
              <a:ext uri="{FF2B5EF4-FFF2-40B4-BE49-F238E27FC236}">
                <a16:creationId xmlns:a16="http://schemas.microsoft.com/office/drawing/2014/main" id="{C76DDFAA-25A2-4CE0-9467-A2D728A326A8}"/>
              </a:ext>
            </a:extLst>
          </p:cNvPr>
          <p:cNvSpPr/>
          <p:nvPr/>
        </p:nvSpPr>
        <p:spPr>
          <a:xfrm>
            <a:off x="4355435" y="4834301"/>
            <a:ext cx="2438400" cy="220099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id-ID" sz="1200" dirty="0">
                <a:solidFill>
                  <a:schemeClr val="tx1"/>
                </a:solidFill>
              </a:rPr>
              <a:t>Level entitas</a:t>
            </a:r>
            <a:endParaRPr lang="en-ID" sz="1200" dirty="0">
              <a:solidFill>
                <a:schemeClr val="tx1"/>
              </a:solidFill>
            </a:endParaRPr>
          </a:p>
        </p:txBody>
      </p:sp>
      <p:sp>
        <p:nvSpPr>
          <p:cNvPr id="80" name="Rounded Rectangle 28">
            <a:extLst>
              <a:ext uri="{FF2B5EF4-FFF2-40B4-BE49-F238E27FC236}">
                <a16:creationId xmlns:a16="http://schemas.microsoft.com/office/drawing/2014/main" id="{47789415-C55A-4484-89D2-DBEE1DE2F618}"/>
              </a:ext>
            </a:extLst>
          </p:cNvPr>
          <p:cNvSpPr/>
          <p:nvPr/>
        </p:nvSpPr>
        <p:spPr>
          <a:xfrm>
            <a:off x="4355435" y="5095718"/>
            <a:ext cx="2438400" cy="220099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id-ID" sz="1200" dirty="0">
                <a:solidFill>
                  <a:schemeClr val="tx1"/>
                </a:solidFill>
              </a:rPr>
              <a:t>Mengacu leading practice</a:t>
            </a:r>
            <a:endParaRPr lang="en-ID" sz="1200" dirty="0">
              <a:solidFill>
                <a:schemeClr val="tx1"/>
              </a:solidFill>
            </a:endParaRPr>
          </a:p>
        </p:txBody>
      </p:sp>
      <p:sp>
        <p:nvSpPr>
          <p:cNvPr id="81" name="Rounded Rectangle 29">
            <a:extLst>
              <a:ext uri="{FF2B5EF4-FFF2-40B4-BE49-F238E27FC236}">
                <a16:creationId xmlns:a16="http://schemas.microsoft.com/office/drawing/2014/main" id="{9257B399-2E78-4A3A-9469-C3B976F0A7BC}"/>
              </a:ext>
            </a:extLst>
          </p:cNvPr>
          <p:cNvSpPr/>
          <p:nvPr/>
        </p:nvSpPr>
        <p:spPr>
          <a:xfrm>
            <a:off x="4355435" y="5349758"/>
            <a:ext cx="2438400" cy="220099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id-ID" sz="1200" dirty="0">
                <a:solidFill>
                  <a:schemeClr val="tx1"/>
                </a:solidFill>
              </a:rPr>
              <a:t>Pengaruh tidak langsung</a:t>
            </a:r>
            <a:endParaRPr lang="en-ID" sz="1200" dirty="0">
              <a:solidFill>
                <a:schemeClr val="tx1"/>
              </a:solidFill>
            </a:endParaRPr>
          </a:p>
        </p:txBody>
      </p:sp>
      <p:sp>
        <p:nvSpPr>
          <p:cNvPr id="82" name="Rounded Rectangle 30">
            <a:extLst>
              <a:ext uri="{FF2B5EF4-FFF2-40B4-BE49-F238E27FC236}">
                <a16:creationId xmlns:a16="http://schemas.microsoft.com/office/drawing/2014/main" id="{C5F7B927-1D35-40D1-AB1F-DA41A8019E27}"/>
              </a:ext>
            </a:extLst>
          </p:cNvPr>
          <p:cNvSpPr/>
          <p:nvPr/>
        </p:nvSpPr>
        <p:spPr>
          <a:xfrm>
            <a:off x="4355435" y="5613383"/>
            <a:ext cx="2438400" cy="220099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id-ID" sz="1200" dirty="0">
                <a:solidFill>
                  <a:schemeClr val="tx1"/>
                </a:solidFill>
              </a:rPr>
              <a:t>Fokus: Pengelola TIK</a:t>
            </a:r>
            <a:endParaRPr lang="en-ID" sz="1200" dirty="0">
              <a:solidFill>
                <a:schemeClr val="tx1"/>
              </a:solidFill>
            </a:endParaRPr>
          </a:p>
        </p:txBody>
      </p:sp>
      <p:sp>
        <p:nvSpPr>
          <p:cNvPr id="83" name="Rounded Rectangle 41">
            <a:extLst>
              <a:ext uri="{FF2B5EF4-FFF2-40B4-BE49-F238E27FC236}">
                <a16:creationId xmlns:a16="http://schemas.microsoft.com/office/drawing/2014/main" id="{8C71085B-8F20-4597-8936-D8CD74E02156}"/>
              </a:ext>
            </a:extLst>
          </p:cNvPr>
          <p:cNvSpPr/>
          <p:nvPr/>
        </p:nvSpPr>
        <p:spPr>
          <a:xfrm>
            <a:off x="7427269" y="4834301"/>
            <a:ext cx="2438400" cy="220099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id-ID" sz="1200" dirty="0">
                <a:solidFill>
                  <a:schemeClr val="tx1"/>
                </a:solidFill>
              </a:rPr>
              <a:t>Level  transaksi</a:t>
            </a:r>
            <a:endParaRPr lang="en-ID" sz="1200" dirty="0">
              <a:solidFill>
                <a:schemeClr val="tx1"/>
              </a:solidFill>
            </a:endParaRPr>
          </a:p>
        </p:txBody>
      </p:sp>
      <p:sp>
        <p:nvSpPr>
          <p:cNvPr id="84" name="Rounded Rectangle 42">
            <a:extLst>
              <a:ext uri="{FF2B5EF4-FFF2-40B4-BE49-F238E27FC236}">
                <a16:creationId xmlns:a16="http://schemas.microsoft.com/office/drawing/2014/main" id="{0B97A50F-964D-4149-9108-03C971D1A220}"/>
              </a:ext>
            </a:extLst>
          </p:cNvPr>
          <p:cNvSpPr/>
          <p:nvPr/>
        </p:nvSpPr>
        <p:spPr>
          <a:xfrm>
            <a:off x="7427269" y="5095718"/>
            <a:ext cx="2438400" cy="220099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id-ID" sz="1200" dirty="0">
                <a:solidFill>
                  <a:schemeClr val="tx1"/>
                </a:solidFill>
              </a:rPr>
              <a:t>Spesifik, sesuai alur proses</a:t>
            </a:r>
            <a:endParaRPr lang="en-ID" sz="1200" dirty="0">
              <a:solidFill>
                <a:schemeClr val="tx1"/>
              </a:solidFill>
            </a:endParaRPr>
          </a:p>
        </p:txBody>
      </p:sp>
      <p:sp>
        <p:nvSpPr>
          <p:cNvPr id="85" name="Rounded Rectangle 43">
            <a:extLst>
              <a:ext uri="{FF2B5EF4-FFF2-40B4-BE49-F238E27FC236}">
                <a16:creationId xmlns:a16="http://schemas.microsoft.com/office/drawing/2014/main" id="{7F3476A4-7130-478B-8D4F-5CA1AECD6D0C}"/>
              </a:ext>
            </a:extLst>
          </p:cNvPr>
          <p:cNvSpPr/>
          <p:nvPr/>
        </p:nvSpPr>
        <p:spPr>
          <a:xfrm>
            <a:off x="7427269" y="5349758"/>
            <a:ext cx="2438400" cy="220099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id-ID" sz="1200" dirty="0">
                <a:solidFill>
                  <a:schemeClr val="tx1"/>
                </a:solidFill>
              </a:rPr>
              <a:t>Pengaruh langsung thd output</a:t>
            </a:r>
            <a:endParaRPr lang="en-ID" sz="1200" dirty="0">
              <a:solidFill>
                <a:schemeClr val="tx1"/>
              </a:solidFill>
            </a:endParaRPr>
          </a:p>
        </p:txBody>
      </p:sp>
      <p:sp>
        <p:nvSpPr>
          <p:cNvPr id="86" name="Rounded Rectangle 44">
            <a:extLst>
              <a:ext uri="{FF2B5EF4-FFF2-40B4-BE49-F238E27FC236}">
                <a16:creationId xmlns:a16="http://schemas.microsoft.com/office/drawing/2014/main" id="{0300CF6A-35ED-491E-8E21-CCF1338CFD8C}"/>
              </a:ext>
            </a:extLst>
          </p:cNvPr>
          <p:cNvSpPr/>
          <p:nvPr/>
        </p:nvSpPr>
        <p:spPr>
          <a:xfrm>
            <a:off x="7427269" y="5613383"/>
            <a:ext cx="2438400" cy="220099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id-ID" sz="1200" dirty="0">
                <a:solidFill>
                  <a:schemeClr val="tx1"/>
                </a:solidFill>
              </a:rPr>
              <a:t>Fokus: User</a:t>
            </a:r>
            <a:endParaRPr lang="en-ID" sz="1200" dirty="0">
              <a:solidFill>
                <a:schemeClr val="tx1"/>
              </a:solidFill>
            </a:endParaRP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F100EABB-9295-49BB-B8B7-0EFB0188C541}"/>
              </a:ext>
            </a:extLst>
          </p:cNvPr>
          <p:cNvCxnSpPr>
            <a:cxnSpLocks/>
          </p:cNvCxnSpPr>
          <p:nvPr/>
        </p:nvCxnSpPr>
        <p:spPr>
          <a:xfrm>
            <a:off x="7105798" y="4795531"/>
            <a:ext cx="0" cy="1037951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CD91A3D4-F633-457D-9B05-86FE92794618}"/>
              </a:ext>
            </a:extLst>
          </p:cNvPr>
          <p:cNvSpPr txBox="1"/>
          <p:nvPr/>
        </p:nvSpPr>
        <p:spPr>
          <a:xfrm>
            <a:off x="829884" y="4811149"/>
            <a:ext cx="2962323" cy="1077218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600" b="1" dirty="0" err="1"/>
              <a:t>Catatan</a:t>
            </a:r>
            <a:r>
              <a:rPr lang="en-US" sz="1600" b="1" dirty="0"/>
              <a:t>:</a:t>
            </a:r>
          </a:p>
          <a:p>
            <a:r>
              <a:rPr lang="en-US" sz="1600" dirty="0" err="1"/>
              <a:t>Pembelajaran</a:t>
            </a:r>
            <a:r>
              <a:rPr lang="en-US" sz="1600" dirty="0"/>
              <a:t> pada </a:t>
            </a:r>
            <a:r>
              <a:rPr lang="en-US" sz="1600" dirty="0" err="1"/>
              <a:t>mata</a:t>
            </a:r>
            <a:r>
              <a:rPr lang="en-US" sz="1600" dirty="0"/>
              <a:t> </a:t>
            </a:r>
            <a:r>
              <a:rPr lang="en-US" sz="1600" dirty="0" err="1"/>
              <a:t>kuliah</a:t>
            </a:r>
            <a:r>
              <a:rPr lang="en-US" sz="1600" dirty="0"/>
              <a:t> </a:t>
            </a:r>
            <a:r>
              <a:rPr lang="en-US" sz="1600" dirty="0" err="1"/>
              <a:t>ini</a:t>
            </a:r>
            <a:r>
              <a:rPr lang="en-US" sz="1600" dirty="0"/>
              <a:t> </a:t>
            </a:r>
            <a:r>
              <a:rPr lang="en-US" sz="1600" dirty="0" err="1"/>
              <a:t>hanya</a:t>
            </a:r>
            <a:r>
              <a:rPr lang="en-US" sz="1600" dirty="0"/>
              <a:t> </a:t>
            </a:r>
            <a:r>
              <a:rPr lang="en-US" sz="1600" dirty="0" err="1"/>
              <a:t>akan</a:t>
            </a:r>
            <a:r>
              <a:rPr lang="en-US" sz="1600" dirty="0"/>
              <a:t> </a:t>
            </a:r>
            <a:r>
              <a:rPr lang="en-US" sz="1600" dirty="0" err="1"/>
              <a:t>fokus</a:t>
            </a:r>
            <a:r>
              <a:rPr lang="en-US" sz="1600" dirty="0"/>
              <a:t> </a:t>
            </a:r>
            <a:r>
              <a:rPr lang="en-US" sz="1600" dirty="0" err="1"/>
              <a:t>kepada</a:t>
            </a:r>
            <a:r>
              <a:rPr lang="en-US" sz="1600" dirty="0"/>
              <a:t> </a:t>
            </a:r>
            <a:r>
              <a:rPr lang="en-US" sz="1600" dirty="0" err="1"/>
              <a:t>pengendalian</a:t>
            </a:r>
            <a:r>
              <a:rPr lang="en-US" sz="1600" dirty="0"/>
              <a:t> </a:t>
            </a:r>
            <a:r>
              <a:rPr lang="en-US" sz="1600" dirty="0" err="1"/>
              <a:t>aplikasi</a:t>
            </a:r>
            <a:endParaRPr lang="en-ID" sz="1600" dirty="0"/>
          </a:p>
        </p:txBody>
      </p:sp>
    </p:spTree>
    <p:extLst>
      <p:ext uri="{BB962C8B-B14F-4D97-AF65-F5344CB8AC3E}">
        <p14:creationId xmlns:p14="http://schemas.microsoft.com/office/powerpoint/2010/main" val="1608280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30D141-F654-458B-8B0F-0E024313F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0780764-4EBC-422F-A600-BD00C1754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829" y="417486"/>
            <a:ext cx="10672342" cy="4320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Perbandingan</a:t>
            </a:r>
            <a:r>
              <a:rPr lang="en-US" dirty="0"/>
              <a:t> </a:t>
            </a:r>
            <a:r>
              <a:rPr lang="en-US" dirty="0" err="1"/>
              <a:t>Jenis</a:t>
            </a:r>
            <a:r>
              <a:rPr lang="en-US" dirty="0"/>
              <a:t> </a:t>
            </a:r>
            <a:r>
              <a:rPr lang="en-US" dirty="0" err="1"/>
              <a:t>Pengendalian</a:t>
            </a:r>
            <a:r>
              <a:rPr lang="en-US" dirty="0"/>
              <a:t> </a:t>
            </a:r>
            <a:r>
              <a:rPr lang="en-US" dirty="0">
                <a:latin typeface="+mn-lt"/>
              </a:rPr>
              <a:t>(</a:t>
            </a:r>
            <a:r>
              <a:rPr lang="en-US" dirty="0" err="1">
                <a:latin typeface="+mn-lt"/>
              </a:rPr>
              <a:t>interaksi</a:t>
            </a:r>
            <a:r>
              <a:rPr lang="en-US" dirty="0">
                <a:latin typeface="+mn-lt"/>
              </a:rPr>
              <a:t>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446EE3-FA89-4AAD-9E31-6552358BB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9413" y="1390655"/>
            <a:ext cx="1302248" cy="13022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AF2BDF12-69D3-411B-B16E-B757F304B991}"/>
              </a:ext>
            </a:extLst>
          </p:cNvPr>
          <p:cNvSpPr txBox="1">
            <a:spLocks/>
          </p:cNvSpPr>
          <p:nvPr/>
        </p:nvSpPr>
        <p:spPr>
          <a:xfrm>
            <a:off x="2389410" y="1390655"/>
            <a:ext cx="1567528" cy="6086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b="1" dirty="0">
                <a:solidFill>
                  <a:schemeClr val="tx1"/>
                </a:solidFill>
              </a:rPr>
              <a:t>Manual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5070F3-857D-40D0-918D-05B5E8B82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9413" y="2896716"/>
            <a:ext cx="1302248" cy="13022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DA20A88-4D81-44A8-BE81-F2DFC0CEA06D}"/>
              </a:ext>
            </a:extLst>
          </p:cNvPr>
          <p:cNvSpPr txBox="1">
            <a:spLocks/>
          </p:cNvSpPr>
          <p:nvPr/>
        </p:nvSpPr>
        <p:spPr>
          <a:xfrm>
            <a:off x="2389409" y="2896716"/>
            <a:ext cx="7502757" cy="6086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b="1" dirty="0">
                <a:solidFill>
                  <a:schemeClr val="tx1"/>
                </a:solidFill>
              </a:rPr>
              <a:t>Semi Manual (IT Dependent Manual/ITDM)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10E0AA-434D-4CE9-A43C-5BB1B4B38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9413" y="4368024"/>
            <a:ext cx="1302248" cy="13022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97C5995E-AC51-4A5E-B333-F80488D26B38}"/>
              </a:ext>
            </a:extLst>
          </p:cNvPr>
          <p:cNvSpPr txBox="1">
            <a:spLocks/>
          </p:cNvSpPr>
          <p:nvPr/>
        </p:nvSpPr>
        <p:spPr>
          <a:xfrm>
            <a:off x="2389409" y="4368024"/>
            <a:ext cx="4040419" cy="6086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b="1" dirty="0" err="1">
                <a:solidFill>
                  <a:schemeClr val="tx1"/>
                </a:solidFill>
              </a:rPr>
              <a:t>Pengendalian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Aplikasi</a:t>
            </a:r>
            <a:endParaRPr lang="en-US" sz="2400" b="1" dirty="0">
              <a:solidFill>
                <a:schemeClr val="tx1"/>
              </a:solidFill>
            </a:endParaRPr>
          </a:p>
        </p:txBody>
      </p:sp>
      <p:pic>
        <p:nvPicPr>
          <p:cNvPr id="13" name="Graphic 12" descr="Computer">
            <a:extLst>
              <a:ext uri="{FF2B5EF4-FFF2-40B4-BE49-F238E27FC236}">
                <a16:creationId xmlns:a16="http://schemas.microsoft.com/office/drawing/2014/main" id="{625EDD89-751B-4BDE-9BC6-7F8C50FAE7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3337" y="3090640"/>
            <a:ext cx="914400" cy="914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7966849-F1A3-4F95-B618-F623A4411ACD}"/>
              </a:ext>
            </a:extLst>
          </p:cNvPr>
          <p:cNvSpPr txBox="1"/>
          <p:nvPr/>
        </p:nvSpPr>
        <p:spPr>
          <a:xfrm>
            <a:off x="2308481" y="1756583"/>
            <a:ext cx="90041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 err="1">
                <a:solidFill>
                  <a:srgbClr val="000000"/>
                </a:solidFill>
              </a:rPr>
              <a:t>Aktivitas</a:t>
            </a:r>
            <a:r>
              <a:rPr lang="en-ID" dirty="0">
                <a:solidFill>
                  <a:srgbClr val="000000"/>
                </a:solidFill>
              </a:rPr>
              <a:t> </a:t>
            </a:r>
            <a:r>
              <a:rPr lang="en-ID" dirty="0" err="1">
                <a:solidFill>
                  <a:srgbClr val="000000"/>
                </a:solidFill>
              </a:rPr>
              <a:t>pengendalian</a:t>
            </a:r>
            <a:r>
              <a:rPr lang="en-ID" dirty="0">
                <a:solidFill>
                  <a:srgbClr val="000000"/>
                </a:solidFill>
              </a:rPr>
              <a:t> </a:t>
            </a:r>
            <a:r>
              <a:rPr lang="en-ID" dirty="0" err="1">
                <a:solidFill>
                  <a:srgbClr val="000000"/>
                </a:solidFill>
              </a:rPr>
              <a:t>terhadap</a:t>
            </a:r>
            <a:r>
              <a:rPr lang="en-ID" dirty="0">
                <a:solidFill>
                  <a:srgbClr val="000000"/>
                </a:solidFill>
              </a:rPr>
              <a:t> </a:t>
            </a:r>
            <a:r>
              <a:rPr lang="en-ID" dirty="0" err="1">
                <a:solidFill>
                  <a:srgbClr val="000000"/>
                </a:solidFill>
              </a:rPr>
              <a:t>aplikasi</a:t>
            </a:r>
            <a:r>
              <a:rPr lang="en-ID" dirty="0">
                <a:solidFill>
                  <a:srgbClr val="000000"/>
                </a:solidFill>
              </a:rPr>
              <a:t> yang </a:t>
            </a:r>
            <a:r>
              <a:rPr lang="en-ID" dirty="0" err="1">
                <a:solidFill>
                  <a:srgbClr val="000000"/>
                </a:solidFill>
              </a:rPr>
              <a:t>dilakukan</a:t>
            </a:r>
            <a:r>
              <a:rPr lang="en-ID" dirty="0">
                <a:solidFill>
                  <a:srgbClr val="000000"/>
                </a:solidFill>
              </a:rPr>
              <a:t> oleh </a:t>
            </a:r>
            <a:r>
              <a:rPr lang="en-ID" dirty="0" err="1">
                <a:solidFill>
                  <a:srgbClr val="000000"/>
                </a:solidFill>
              </a:rPr>
              <a:t>manusia</a:t>
            </a:r>
            <a:r>
              <a:rPr lang="en-ID" dirty="0">
                <a:solidFill>
                  <a:srgbClr val="000000"/>
                </a:solidFill>
              </a:rPr>
              <a:t> </a:t>
            </a:r>
            <a:r>
              <a:rPr lang="en-ID" dirty="0" err="1">
                <a:solidFill>
                  <a:srgbClr val="000000"/>
                </a:solidFill>
              </a:rPr>
              <a:t>sehingga</a:t>
            </a:r>
            <a:r>
              <a:rPr lang="en-ID" dirty="0">
                <a:solidFill>
                  <a:srgbClr val="000000"/>
                </a:solidFill>
              </a:rPr>
              <a:t> </a:t>
            </a:r>
            <a:r>
              <a:rPr lang="en-ID" dirty="0" err="1">
                <a:solidFill>
                  <a:srgbClr val="000000"/>
                </a:solidFill>
              </a:rPr>
              <a:t>sifatnya</a:t>
            </a:r>
            <a:r>
              <a:rPr lang="en-ID" dirty="0">
                <a:solidFill>
                  <a:srgbClr val="000000"/>
                </a:solidFill>
              </a:rPr>
              <a:t> </a:t>
            </a:r>
            <a:r>
              <a:rPr lang="en-ID" dirty="0" err="1">
                <a:solidFill>
                  <a:srgbClr val="000000"/>
                </a:solidFill>
              </a:rPr>
              <a:t>tidak</a:t>
            </a:r>
            <a:r>
              <a:rPr lang="en-ID" dirty="0">
                <a:solidFill>
                  <a:srgbClr val="000000"/>
                </a:solidFill>
              </a:rPr>
              <a:t> </a:t>
            </a:r>
            <a:r>
              <a:rPr lang="en-ID" dirty="0" err="1">
                <a:solidFill>
                  <a:srgbClr val="000000"/>
                </a:solidFill>
              </a:rPr>
              <a:t>terotomatisasi</a:t>
            </a:r>
            <a:r>
              <a:rPr lang="en-ID" dirty="0">
                <a:solidFill>
                  <a:srgbClr val="000000"/>
                </a:solidFill>
              </a:rPr>
              <a:t>. </a:t>
            </a:r>
            <a:r>
              <a:rPr lang="en-ID" dirty="0" err="1">
                <a:solidFill>
                  <a:srgbClr val="000000"/>
                </a:solidFill>
              </a:rPr>
              <a:t>Pengendalian</a:t>
            </a:r>
            <a:r>
              <a:rPr lang="en-ID" dirty="0">
                <a:solidFill>
                  <a:srgbClr val="000000"/>
                </a:solidFill>
              </a:rPr>
              <a:t> yang </a:t>
            </a:r>
            <a:r>
              <a:rPr lang="en-ID" dirty="0" err="1">
                <a:solidFill>
                  <a:srgbClr val="000000"/>
                </a:solidFill>
              </a:rPr>
              <a:t>sifatnya</a:t>
            </a:r>
            <a:r>
              <a:rPr lang="en-ID" dirty="0">
                <a:solidFill>
                  <a:srgbClr val="000000"/>
                </a:solidFill>
              </a:rPr>
              <a:t> manual </a:t>
            </a:r>
            <a:r>
              <a:rPr lang="en-ID" dirty="0" err="1">
                <a:solidFill>
                  <a:srgbClr val="000000"/>
                </a:solidFill>
              </a:rPr>
              <a:t>memiliki</a:t>
            </a:r>
            <a:r>
              <a:rPr lang="en-ID" dirty="0">
                <a:solidFill>
                  <a:srgbClr val="000000"/>
                </a:solidFill>
              </a:rPr>
              <a:t> </a:t>
            </a:r>
            <a:r>
              <a:rPr lang="en-ID" dirty="0" err="1">
                <a:solidFill>
                  <a:srgbClr val="000000"/>
                </a:solidFill>
              </a:rPr>
              <a:t>kegagalan</a:t>
            </a:r>
            <a:r>
              <a:rPr lang="en-ID" dirty="0">
                <a:solidFill>
                  <a:srgbClr val="000000"/>
                </a:solidFill>
              </a:rPr>
              <a:t> </a:t>
            </a:r>
            <a:r>
              <a:rPr lang="en-ID" dirty="0" err="1">
                <a:solidFill>
                  <a:srgbClr val="000000"/>
                </a:solidFill>
              </a:rPr>
              <a:t>karena</a:t>
            </a:r>
            <a:r>
              <a:rPr lang="en-ID" dirty="0">
                <a:solidFill>
                  <a:srgbClr val="000000"/>
                </a:solidFill>
              </a:rPr>
              <a:t> </a:t>
            </a:r>
            <a:r>
              <a:rPr lang="en-ID" i="1" dirty="0">
                <a:solidFill>
                  <a:srgbClr val="000000"/>
                </a:solidFill>
              </a:rPr>
              <a:t>human error.</a:t>
            </a:r>
            <a:endParaRPr lang="en-ID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DBEFB6-6EFA-4E8D-81BF-D60AB21E655D}"/>
              </a:ext>
            </a:extLst>
          </p:cNvPr>
          <p:cNvSpPr txBox="1"/>
          <p:nvPr/>
        </p:nvSpPr>
        <p:spPr>
          <a:xfrm>
            <a:off x="2308481" y="3275634"/>
            <a:ext cx="8026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Aktivitas</a:t>
            </a:r>
            <a:r>
              <a:rPr lang="en-US" dirty="0"/>
              <a:t> </a:t>
            </a:r>
            <a:r>
              <a:rPr lang="en-US" dirty="0" err="1"/>
              <a:t>pengendalian</a:t>
            </a:r>
            <a:r>
              <a:rPr lang="en-US" dirty="0"/>
              <a:t> yang </a:t>
            </a:r>
            <a:r>
              <a:rPr lang="en-US" dirty="0" err="1"/>
              <a:t>mengkombinasikan</a:t>
            </a:r>
            <a:r>
              <a:rPr lang="en-US" dirty="0"/>
              <a:t> </a:t>
            </a:r>
            <a:r>
              <a:rPr lang="en-US" dirty="0" err="1"/>
              <a:t>kegiatan</a:t>
            </a:r>
            <a:r>
              <a:rPr lang="en-US" dirty="0"/>
              <a:t> yang </a:t>
            </a:r>
            <a:r>
              <a:rPr lang="en-US" dirty="0" err="1"/>
              <a:t>sifatnya</a:t>
            </a:r>
            <a:r>
              <a:rPr lang="en-US" dirty="0"/>
              <a:t> manual dan TI</a:t>
            </a:r>
            <a:endParaRPr lang="en-ID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F7040E-817F-4473-8D81-17E2EBB50794}"/>
              </a:ext>
            </a:extLst>
          </p:cNvPr>
          <p:cNvSpPr txBox="1"/>
          <p:nvPr/>
        </p:nvSpPr>
        <p:spPr>
          <a:xfrm>
            <a:off x="2308481" y="4762980"/>
            <a:ext cx="8161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 err="1">
                <a:solidFill>
                  <a:srgbClr val="000000"/>
                </a:solidFill>
              </a:rPr>
              <a:t>Aktivitas</a:t>
            </a:r>
            <a:r>
              <a:rPr lang="en-ID" dirty="0">
                <a:solidFill>
                  <a:srgbClr val="000000"/>
                </a:solidFill>
              </a:rPr>
              <a:t> </a:t>
            </a:r>
            <a:r>
              <a:rPr lang="en-ID" dirty="0" err="1">
                <a:solidFill>
                  <a:srgbClr val="000000"/>
                </a:solidFill>
              </a:rPr>
              <a:t>pengendalian</a:t>
            </a:r>
            <a:r>
              <a:rPr lang="en-ID" dirty="0">
                <a:solidFill>
                  <a:srgbClr val="000000"/>
                </a:solidFill>
              </a:rPr>
              <a:t> yang deprogram dan </a:t>
            </a:r>
            <a:r>
              <a:rPr lang="en-ID" dirty="0" err="1">
                <a:solidFill>
                  <a:srgbClr val="000000"/>
                </a:solidFill>
              </a:rPr>
              <a:t>melekat</a:t>
            </a:r>
            <a:r>
              <a:rPr lang="en-ID" dirty="0">
                <a:solidFill>
                  <a:srgbClr val="000000"/>
                </a:solidFill>
              </a:rPr>
              <a:t> pada </a:t>
            </a:r>
            <a:r>
              <a:rPr lang="en-ID" dirty="0" err="1">
                <a:solidFill>
                  <a:srgbClr val="000000"/>
                </a:solidFill>
              </a:rPr>
              <a:t>aplikasi</a:t>
            </a:r>
            <a:r>
              <a:rPr lang="en-ID" dirty="0">
                <a:solidFill>
                  <a:srgbClr val="000000"/>
                </a:solidFill>
              </a:rPr>
              <a:t> </a:t>
            </a:r>
            <a:r>
              <a:rPr lang="en-ID" dirty="0" err="1">
                <a:solidFill>
                  <a:srgbClr val="000000"/>
                </a:solidFill>
              </a:rPr>
              <a:t>atau</a:t>
            </a:r>
            <a:r>
              <a:rPr lang="en-ID" dirty="0">
                <a:solidFill>
                  <a:srgbClr val="000000"/>
                </a:solidFill>
              </a:rPr>
              <a:t> yang </a:t>
            </a:r>
            <a:r>
              <a:rPr lang="en-ID" dirty="0" err="1">
                <a:solidFill>
                  <a:srgbClr val="000000"/>
                </a:solidFill>
              </a:rPr>
              <a:t>berdasarkan</a:t>
            </a:r>
            <a:r>
              <a:rPr lang="en-ID" dirty="0">
                <a:solidFill>
                  <a:srgbClr val="000000"/>
                </a:solidFill>
              </a:rPr>
              <a:t> </a:t>
            </a:r>
            <a:r>
              <a:rPr lang="en-ID" dirty="0" err="1">
                <a:solidFill>
                  <a:srgbClr val="000000"/>
                </a:solidFill>
              </a:rPr>
              <a:t>pengaturan</a:t>
            </a:r>
            <a:r>
              <a:rPr lang="en-ID" dirty="0">
                <a:solidFill>
                  <a:srgbClr val="000000"/>
                </a:solidFill>
              </a:rPr>
              <a:t> </a:t>
            </a:r>
            <a:r>
              <a:rPr lang="en-ID" dirty="0" err="1">
                <a:solidFill>
                  <a:srgbClr val="000000"/>
                </a:solidFill>
              </a:rPr>
              <a:t>konfigurasi</a:t>
            </a:r>
            <a:r>
              <a:rPr lang="en-ID" dirty="0">
                <a:solidFill>
                  <a:srgbClr val="000000"/>
                </a:solidFill>
              </a:rPr>
              <a:t>, </a:t>
            </a:r>
            <a:r>
              <a:rPr lang="en-ID" dirty="0" err="1">
                <a:solidFill>
                  <a:srgbClr val="000000"/>
                </a:solidFill>
              </a:rPr>
              <a:t>sehingga</a:t>
            </a:r>
            <a:r>
              <a:rPr lang="en-ID" dirty="0">
                <a:solidFill>
                  <a:srgbClr val="000000"/>
                </a:solidFill>
              </a:rPr>
              <a:t> </a:t>
            </a:r>
            <a:r>
              <a:rPr lang="en-ID" dirty="0" err="1">
                <a:solidFill>
                  <a:srgbClr val="000000"/>
                </a:solidFill>
              </a:rPr>
              <a:t>sifatnya</a:t>
            </a:r>
            <a:r>
              <a:rPr lang="en-ID" dirty="0">
                <a:solidFill>
                  <a:srgbClr val="000000"/>
                </a:solidFill>
              </a:rPr>
              <a:t> </a:t>
            </a:r>
            <a:r>
              <a:rPr lang="en-ID" dirty="0" err="1">
                <a:solidFill>
                  <a:srgbClr val="000000"/>
                </a:solidFill>
              </a:rPr>
              <a:t>terotomatisasi</a:t>
            </a:r>
            <a:endParaRPr lang="en-ID" dirty="0"/>
          </a:p>
        </p:txBody>
      </p:sp>
      <p:pic>
        <p:nvPicPr>
          <p:cNvPr id="17" name="Graphic 16" descr="Robot">
            <a:extLst>
              <a:ext uri="{FF2B5EF4-FFF2-40B4-BE49-F238E27FC236}">
                <a16:creationId xmlns:a16="http://schemas.microsoft.com/office/drawing/2014/main" id="{201E8981-029E-40DD-8FC8-FD8210C8F9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3337" y="4494911"/>
            <a:ext cx="914400" cy="914400"/>
          </a:xfrm>
          <a:prstGeom prst="rect">
            <a:avLst/>
          </a:prstGeom>
        </p:spPr>
      </p:pic>
      <p:pic>
        <p:nvPicPr>
          <p:cNvPr id="18" name="Graphic 17" descr="User">
            <a:extLst>
              <a:ext uri="{FF2B5EF4-FFF2-40B4-BE49-F238E27FC236}">
                <a16:creationId xmlns:a16="http://schemas.microsoft.com/office/drawing/2014/main" id="{290CB0F9-A34F-4415-BA59-89F73C2B95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3337" y="158457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1961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FF8105-9337-4442-9157-E4825AF28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9987ACB-863F-4159-B4C3-1D70ABD91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000" y="432000"/>
            <a:ext cx="10665086" cy="4320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Perbandingan</a:t>
            </a:r>
            <a:r>
              <a:rPr lang="en-US" dirty="0"/>
              <a:t> </a:t>
            </a:r>
            <a:r>
              <a:rPr lang="en-US" dirty="0" err="1"/>
              <a:t>Jenis</a:t>
            </a:r>
            <a:r>
              <a:rPr lang="en-US" dirty="0"/>
              <a:t> </a:t>
            </a:r>
            <a:r>
              <a:rPr lang="en-US" dirty="0" err="1"/>
              <a:t>Pengendalian</a:t>
            </a:r>
            <a:r>
              <a:rPr lang="en-US" dirty="0"/>
              <a:t> </a:t>
            </a:r>
            <a:r>
              <a:rPr lang="en-US" dirty="0">
                <a:latin typeface="+mn-lt"/>
              </a:rPr>
              <a:t>(</a:t>
            </a:r>
            <a:r>
              <a:rPr lang="en-US" dirty="0" err="1">
                <a:latin typeface="+mn-lt"/>
              </a:rPr>
              <a:t>tahapan</a:t>
            </a:r>
            <a:r>
              <a:rPr lang="en-US" dirty="0">
                <a:latin typeface="+mn-lt"/>
              </a:rPr>
              <a:t>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C8E370-502C-4EEB-A101-58E991C132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65584" y="1310826"/>
            <a:ext cx="1302248" cy="13022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4D0298F-370B-472A-BFD6-651660081C84}"/>
              </a:ext>
            </a:extLst>
          </p:cNvPr>
          <p:cNvSpPr txBox="1">
            <a:spLocks/>
          </p:cNvSpPr>
          <p:nvPr/>
        </p:nvSpPr>
        <p:spPr>
          <a:xfrm>
            <a:off x="2475581" y="1310826"/>
            <a:ext cx="1567528" cy="6086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b="1" dirty="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5B2305-4E17-4FE5-9BF7-88CFBFFB6B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65584" y="2816887"/>
            <a:ext cx="1302248" cy="13022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4D8F9EB2-797F-417D-BF76-94FFE73DE3FE}"/>
              </a:ext>
            </a:extLst>
          </p:cNvPr>
          <p:cNvSpPr txBox="1">
            <a:spLocks/>
          </p:cNvSpPr>
          <p:nvPr/>
        </p:nvSpPr>
        <p:spPr>
          <a:xfrm>
            <a:off x="2475580" y="2816887"/>
            <a:ext cx="7502757" cy="6086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b="1" dirty="0">
                <a:solidFill>
                  <a:schemeClr val="tx1"/>
                </a:solidFill>
              </a:rPr>
              <a:t>Proses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0C7F06-B9BB-4AB6-A73D-665ECA685C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65584" y="4288195"/>
            <a:ext cx="1302248" cy="13022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A75D4FF3-86A7-4CF5-AA44-5A9A97D389F5}"/>
              </a:ext>
            </a:extLst>
          </p:cNvPr>
          <p:cNvSpPr txBox="1">
            <a:spLocks/>
          </p:cNvSpPr>
          <p:nvPr/>
        </p:nvSpPr>
        <p:spPr>
          <a:xfrm>
            <a:off x="2475580" y="4288195"/>
            <a:ext cx="4040419" cy="6086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b="1" dirty="0">
                <a:solidFill>
                  <a:schemeClr val="tx1"/>
                </a:solidFill>
              </a:rPr>
              <a:t>Output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4CAE00-7A29-435C-9818-8C068B02B5D9}"/>
              </a:ext>
            </a:extLst>
          </p:cNvPr>
          <p:cNvSpPr txBox="1"/>
          <p:nvPr/>
        </p:nvSpPr>
        <p:spPr>
          <a:xfrm>
            <a:off x="2394652" y="1676754"/>
            <a:ext cx="82837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 err="1">
                <a:solidFill>
                  <a:srgbClr val="000000"/>
                </a:solidFill>
              </a:rPr>
              <a:t>Pengendalian</a:t>
            </a:r>
            <a:r>
              <a:rPr lang="en-ID" dirty="0">
                <a:solidFill>
                  <a:srgbClr val="000000"/>
                </a:solidFill>
              </a:rPr>
              <a:t> yang </a:t>
            </a:r>
            <a:r>
              <a:rPr lang="en-ID" dirty="0" err="1">
                <a:solidFill>
                  <a:srgbClr val="000000"/>
                </a:solidFill>
              </a:rPr>
              <a:t>dirancang</a:t>
            </a:r>
            <a:r>
              <a:rPr lang="en-ID" dirty="0">
                <a:solidFill>
                  <a:srgbClr val="000000"/>
                </a:solidFill>
              </a:rPr>
              <a:t> </a:t>
            </a:r>
            <a:r>
              <a:rPr lang="en-ID" dirty="0" err="1">
                <a:solidFill>
                  <a:srgbClr val="000000"/>
                </a:solidFill>
              </a:rPr>
              <a:t>untuk</a:t>
            </a:r>
            <a:r>
              <a:rPr lang="en-ID" dirty="0">
                <a:solidFill>
                  <a:srgbClr val="000000"/>
                </a:solidFill>
              </a:rPr>
              <a:t> </a:t>
            </a:r>
            <a:r>
              <a:rPr lang="en-ID" dirty="0" err="1">
                <a:solidFill>
                  <a:srgbClr val="000000"/>
                </a:solidFill>
              </a:rPr>
              <a:t>memastikan</a:t>
            </a:r>
            <a:r>
              <a:rPr lang="en-ID" dirty="0">
                <a:solidFill>
                  <a:srgbClr val="000000"/>
                </a:solidFill>
              </a:rPr>
              <a:t> </a:t>
            </a:r>
            <a:r>
              <a:rPr lang="en-ID" dirty="0" err="1">
                <a:solidFill>
                  <a:srgbClr val="000000"/>
                </a:solidFill>
              </a:rPr>
              <a:t>bahwa</a:t>
            </a:r>
            <a:r>
              <a:rPr lang="en-ID" dirty="0">
                <a:solidFill>
                  <a:srgbClr val="000000"/>
                </a:solidFill>
              </a:rPr>
              <a:t> data yang </a:t>
            </a:r>
            <a:r>
              <a:rPr lang="en-ID" dirty="0" err="1">
                <a:solidFill>
                  <a:srgbClr val="000000"/>
                </a:solidFill>
              </a:rPr>
              <a:t>dimasukan</a:t>
            </a:r>
            <a:r>
              <a:rPr lang="en-ID" dirty="0">
                <a:solidFill>
                  <a:srgbClr val="000000"/>
                </a:solidFill>
              </a:rPr>
              <a:t> </a:t>
            </a:r>
            <a:r>
              <a:rPr lang="en-ID" dirty="0" err="1">
                <a:solidFill>
                  <a:srgbClr val="000000"/>
                </a:solidFill>
              </a:rPr>
              <a:t>ke</a:t>
            </a:r>
            <a:r>
              <a:rPr lang="en-ID" dirty="0">
                <a:solidFill>
                  <a:srgbClr val="000000"/>
                </a:solidFill>
              </a:rPr>
              <a:t> </a:t>
            </a:r>
            <a:r>
              <a:rPr lang="en-ID" dirty="0" err="1">
                <a:solidFill>
                  <a:srgbClr val="000000"/>
                </a:solidFill>
              </a:rPr>
              <a:t>dalam</a:t>
            </a:r>
            <a:r>
              <a:rPr lang="en-ID" dirty="0">
                <a:solidFill>
                  <a:srgbClr val="000000"/>
                </a:solidFill>
              </a:rPr>
              <a:t> </a:t>
            </a:r>
            <a:r>
              <a:rPr lang="en-ID" dirty="0" err="1">
                <a:solidFill>
                  <a:srgbClr val="000000"/>
                </a:solidFill>
              </a:rPr>
              <a:t>aplikasi</a:t>
            </a:r>
            <a:r>
              <a:rPr lang="en-ID" dirty="0">
                <a:solidFill>
                  <a:srgbClr val="000000"/>
                </a:solidFill>
              </a:rPr>
              <a:t> </a:t>
            </a:r>
            <a:r>
              <a:rPr lang="en-ID" dirty="0" err="1">
                <a:solidFill>
                  <a:srgbClr val="000000"/>
                </a:solidFill>
              </a:rPr>
              <a:t>telah</a:t>
            </a:r>
            <a:r>
              <a:rPr lang="en-ID" dirty="0">
                <a:solidFill>
                  <a:srgbClr val="000000"/>
                </a:solidFill>
              </a:rPr>
              <a:t> </a:t>
            </a:r>
            <a:r>
              <a:rPr lang="en-ID" dirty="0" err="1">
                <a:solidFill>
                  <a:srgbClr val="000000"/>
                </a:solidFill>
              </a:rPr>
              <a:t>diotorisasi</a:t>
            </a:r>
            <a:r>
              <a:rPr lang="en-ID" dirty="0">
                <a:solidFill>
                  <a:srgbClr val="000000"/>
                </a:solidFill>
              </a:rPr>
              <a:t>, </a:t>
            </a:r>
            <a:r>
              <a:rPr lang="en-ID" dirty="0" err="1">
                <a:solidFill>
                  <a:srgbClr val="000000"/>
                </a:solidFill>
              </a:rPr>
              <a:t>akurat</a:t>
            </a:r>
            <a:r>
              <a:rPr lang="en-ID" dirty="0">
                <a:solidFill>
                  <a:srgbClr val="000000"/>
                </a:solidFill>
              </a:rPr>
              <a:t>, dan </a:t>
            </a:r>
            <a:r>
              <a:rPr lang="en-ID" dirty="0" err="1">
                <a:solidFill>
                  <a:srgbClr val="000000"/>
                </a:solidFill>
              </a:rPr>
              <a:t>lengkap</a:t>
            </a:r>
            <a:r>
              <a:rPr lang="en-ID" dirty="0">
                <a:solidFill>
                  <a:srgbClr val="000000"/>
                </a:solidFill>
              </a:rPr>
              <a:t>.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837ED1-85C2-44E7-A6E0-7A8306E8F8DA}"/>
              </a:ext>
            </a:extLst>
          </p:cNvPr>
          <p:cNvSpPr txBox="1"/>
          <p:nvPr/>
        </p:nvSpPr>
        <p:spPr>
          <a:xfrm>
            <a:off x="2394652" y="3195805"/>
            <a:ext cx="80265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Pengendalian</a:t>
            </a:r>
            <a:r>
              <a:rPr lang="en-US" dirty="0"/>
              <a:t> yang </a:t>
            </a:r>
            <a:r>
              <a:rPr lang="en-US" dirty="0" err="1"/>
              <a:t>dirancang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mencegah</a:t>
            </a:r>
            <a:r>
              <a:rPr lang="en-US" dirty="0"/>
              <a:t> dan </a:t>
            </a:r>
            <a:r>
              <a:rPr lang="en-US" dirty="0" err="1"/>
              <a:t>mendeteksi</a:t>
            </a:r>
            <a:r>
              <a:rPr lang="en-US" dirty="0"/>
              <a:t> </a:t>
            </a:r>
            <a:r>
              <a:rPr lang="en-US" dirty="0" err="1"/>
              <a:t>kesalahan</a:t>
            </a:r>
            <a:r>
              <a:rPr lang="en-US" dirty="0"/>
              <a:t> pada </a:t>
            </a:r>
            <a:r>
              <a:rPr lang="en-US" dirty="0" err="1"/>
              <a:t>saat</a:t>
            </a:r>
            <a:r>
              <a:rPr lang="en-US" dirty="0"/>
              <a:t> data </a:t>
            </a:r>
            <a:r>
              <a:rPr lang="en-US" dirty="0" err="1"/>
              <a:t>transaksi</a:t>
            </a:r>
            <a:r>
              <a:rPr lang="en-US" dirty="0"/>
              <a:t> </a:t>
            </a:r>
            <a:r>
              <a:rPr lang="en-US" dirty="0" err="1"/>
              <a:t>diproses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setelah</a:t>
            </a:r>
            <a:r>
              <a:rPr lang="en-US" dirty="0"/>
              <a:t> data </a:t>
            </a:r>
            <a:r>
              <a:rPr lang="en-US" dirty="0" err="1"/>
              <a:t>transaksi</a:t>
            </a:r>
            <a:r>
              <a:rPr lang="en-US" dirty="0"/>
              <a:t> di-</a:t>
            </a:r>
            <a:r>
              <a:rPr lang="en-US" i="1" dirty="0"/>
              <a:t>entry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aplikasi</a:t>
            </a:r>
            <a:endParaRPr lang="en-ID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0791EE-F95B-4C43-9D47-922979818712}"/>
              </a:ext>
            </a:extLst>
          </p:cNvPr>
          <p:cNvSpPr txBox="1"/>
          <p:nvPr/>
        </p:nvSpPr>
        <p:spPr>
          <a:xfrm>
            <a:off x="2394652" y="4683151"/>
            <a:ext cx="81617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 err="1">
                <a:solidFill>
                  <a:srgbClr val="000000"/>
                </a:solidFill>
              </a:rPr>
              <a:t>Pengendalian</a:t>
            </a:r>
            <a:r>
              <a:rPr lang="en-ID" dirty="0">
                <a:solidFill>
                  <a:srgbClr val="000000"/>
                </a:solidFill>
              </a:rPr>
              <a:t> yang </a:t>
            </a:r>
            <a:r>
              <a:rPr lang="en-ID" dirty="0" err="1">
                <a:solidFill>
                  <a:srgbClr val="000000"/>
                </a:solidFill>
              </a:rPr>
              <a:t>dimaksudkan</a:t>
            </a:r>
            <a:r>
              <a:rPr lang="en-ID" dirty="0">
                <a:solidFill>
                  <a:srgbClr val="000000"/>
                </a:solidFill>
              </a:rPr>
              <a:t> </a:t>
            </a:r>
            <a:r>
              <a:rPr lang="en-ID" dirty="0" err="1">
                <a:solidFill>
                  <a:srgbClr val="000000"/>
                </a:solidFill>
              </a:rPr>
              <a:t>untuk</a:t>
            </a:r>
            <a:r>
              <a:rPr lang="en-ID" dirty="0">
                <a:solidFill>
                  <a:srgbClr val="000000"/>
                </a:solidFill>
              </a:rPr>
              <a:t> </a:t>
            </a:r>
            <a:r>
              <a:rPr lang="en-ID" dirty="0" err="1">
                <a:solidFill>
                  <a:srgbClr val="000000"/>
                </a:solidFill>
              </a:rPr>
              <a:t>menetapkan</a:t>
            </a:r>
            <a:r>
              <a:rPr lang="en-ID" dirty="0">
                <a:solidFill>
                  <a:srgbClr val="000000"/>
                </a:solidFill>
              </a:rPr>
              <a:t> </a:t>
            </a:r>
            <a:r>
              <a:rPr lang="en-ID" dirty="0" err="1">
                <a:solidFill>
                  <a:srgbClr val="000000"/>
                </a:solidFill>
              </a:rPr>
              <a:t>bahwa</a:t>
            </a:r>
            <a:r>
              <a:rPr lang="en-ID" dirty="0">
                <a:solidFill>
                  <a:srgbClr val="000000"/>
                </a:solidFill>
              </a:rPr>
              <a:t> data </a:t>
            </a:r>
            <a:r>
              <a:rPr lang="en-ID" dirty="0" err="1">
                <a:solidFill>
                  <a:srgbClr val="000000"/>
                </a:solidFill>
              </a:rPr>
              <a:t>telah</a:t>
            </a:r>
            <a:r>
              <a:rPr lang="en-ID" dirty="0">
                <a:solidFill>
                  <a:srgbClr val="000000"/>
                </a:solidFill>
              </a:rPr>
              <a:t> </a:t>
            </a:r>
            <a:r>
              <a:rPr lang="en-ID" dirty="0" err="1">
                <a:solidFill>
                  <a:srgbClr val="000000"/>
                </a:solidFill>
              </a:rPr>
              <a:t>diproses</a:t>
            </a:r>
            <a:r>
              <a:rPr lang="en-ID" dirty="0">
                <a:solidFill>
                  <a:srgbClr val="000000"/>
                </a:solidFill>
              </a:rPr>
              <a:t> </a:t>
            </a:r>
            <a:r>
              <a:rPr lang="en-ID" dirty="0" err="1">
                <a:solidFill>
                  <a:srgbClr val="000000"/>
                </a:solidFill>
              </a:rPr>
              <a:t>secara</a:t>
            </a:r>
            <a:r>
              <a:rPr lang="en-ID" dirty="0">
                <a:solidFill>
                  <a:srgbClr val="000000"/>
                </a:solidFill>
              </a:rPr>
              <a:t> </a:t>
            </a:r>
            <a:r>
              <a:rPr lang="en-ID" dirty="0" err="1">
                <a:solidFill>
                  <a:srgbClr val="000000"/>
                </a:solidFill>
              </a:rPr>
              <a:t>lengkap</a:t>
            </a:r>
            <a:r>
              <a:rPr lang="en-ID" dirty="0">
                <a:solidFill>
                  <a:srgbClr val="000000"/>
                </a:solidFill>
              </a:rPr>
              <a:t> dan </a:t>
            </a:r>
            <a:r>
              <a:rPr lang="en-ID" dirty="0" err="1">
                <a:solidFill>
                  <a:srgbClr val="000000"/>
                </a:solidFill>
              </a:rPr>
              <a:t>akurat</a:t>
            </a:r>
            <a:r>
              <a:rPr lang="en-ID" dirty="0">
                <a:solidFill>
                  <a:srgbClr val="000000"/>
                </a:solidFill>
              </a:rPr>
              <a:t>, </a:t>
            </a:r>
            <a:r>
              <a:rPr lang="en-ID" dirty="0" err="1">
                <a:solidFill>
                  <a:srgbClr val="000000"/>
                </a:solidFill>
              </a:rPr>
              <a:t>serta</a:t>
            </a:r>
            <a:r>
              <a:rPr lang="en-ID" dirty="0">
                <a:solidFill>
                  <a:srgbClr val="000000"/>
                </a:solidFill>
              </a:rPr>
              <a:t> </a:t>
            </a:r>
            <a:r>
              <a:rPr lang="en-ID" dirty="0" err="1">
                <a:solidFill>
                  <a:srgbClr val="000000"/>
                </a:solidFill>
              </a:rPr>
              <a:t>informasi</a:t>
            </a:r>
            <a:r>
              <a:rPr lang="en-ID" dirty="0">
                <a:solidFill>
                  <a:srgbClr val="000000"/>
                </a:solidFill>
              </a:rPr>
              <a:t> yang </a:t>
            </a:r>
            <a:r>
              <a:rPr lang="en-ID" dirty="0" err="1">
                <a:solidFill>
                  <a:srgbClr val="000000"/>
                </a:solidFill>
              </a:rPr>
              <a:t>dihasikan</a:t>
            </a:r>
            <a:r>
              <a:rPr lang="en-ID" dirty="0">
                <a:solidFill>
                  <a:srgbClr val="000000"/>
                </a:solidFill>
              </a:rPr>
              <a:t> </a:t>
            </a:r>
            <a:r>
              <a:rPr lang="en-ID" dirty="0" err="1">
                <a:solidFill>
                  <a:srgbClr val="000000"/>
                </a:solidFill>
              </a:rPr>
              <a:t>dari</a:t>
            </a:r>
            <a:r>
              <a:rPr lang="en-ID" dirty="0">
                <a:solidFill>
                  <a:srgbClr val="000000"/>
                </a:solidFill>
              </a:rPr>
              <a:t> </a:t>
            </a:r>
            <a:r>
              <a:rPr lang="en-ID" dirty="0" err="1">
                <a:solidFill>
                  <a:srgbClr val="000000"/>
                </a:solidFill>
              </a:rPr>
              <a:t>aplikasi</a:t>
            </a:r>
            <a:r>
              <a:rPr lang="en-ID" dirty="0">
                <a:solidFill>
                  <a:srgbClr val="000000"/>
                </a:solidFill>
              </a:rPr>
              <a:t> </a:t>
            </a:r>
            <a:r>
              <a:rPr lang="en-ID" dirty="0" err="1">
                <a:solidFill>
                  <a:srgbClr val="000000"/>
                </a:solidFill>
              </a:rPr>
              <a:t>didistribusikan</a:t>
            </a:r>
            <a:r>
              <a:rPr lang="en-ID" dirty="0">
                <a:solidFill>
                  <a:srgbClr val="000000"/>
                </a:solidFill>
              </a:rPr>
              <a:t> </a:t>
            </a:r>
            <a:r>
              <a:rPr lang="en-ID" dirty="0" err="1">
                <a:solidFill>
                  <a:srgbClr val="000000"/>
                </a:solidFill>
              </a:rPr>
              <a:t>hanya</a:t>
            </a:r>
            <a:r>
              <a:rPr lang="en-ID" dirty="0">
                <a:solidFill>
                  <a:srgbClr val="000000"/>
                </a:solidFill>
              </a:rPr>
              <a:t> </a:t>
            </a:r>
            <a:r>
              <a:rPr lang="en-ID" dirty="0" err="1">
                <a:solidFill>
                  <a:srgbClr val="000000"/>
                </a:solidFill>
              </a:rPr>
              <a:t>kepada</a:t>
            </a:r>
            <a:r>
              <a:rPr lang="en-ID" dirty="0">
                <a:solidFill>
                  <a:srgbClr val="000000"/>
                </a:solidFill>
              </a:rPr>
              <a:t> </a:t>
            </a:r>
            <a:r>
              <a:rPr lang="en-ID" dirty="0" err="1">
                <a:solidFill>
                  <a:srgbClr val="000000"/>
                </a:solidFill>
              </a:rPr>
              <a:t>pengguna</a:t>
            </a:r>
            <a:r>
              <a:rPr lang="en-ID" dirty="0">
                <a:solidFill>
                  <a:srgbClr val="000000"/>
                </a:solidFill>
              </a:rPr>
              <a:t> yang </a:t>
            </a:r>
            <a:r>
              <a:rPr lang="en-ID" dirty="0" err="1">
                <a:solidFill>
                  <a:srgbClr val="000000"/>
                </a:solidFill>
              </a:rPr>
              <a:t>berhak</a:t>
            </a:r>
            <a:r>
              <a:rPr lang="en-ID" dirty="0">
                <a:solidFill>
                  <a:srgbClr val="000000"/>
                </a:solidFill>
              </a:rPr>
              <a:t> dan </a:t>
            </a:r>
            <a:r>
              <a:rPr lang="en-ID" dirty="0" err="1">
                <a:solidFill>
                  <a:srgbClr val="000000"/>
                </a:solidFill>
              </a:rPr>
              <a:t>tepat</a:t>
            </a:r>
            <a:r>
              <a:rPr lang="en-ID" dirty="0">
                <a:solidFill>
                  <a:srgbClr val="000000"/>
                </a:solidFill>
              </a:rPr>
              <a:t> </a:t>
            </a:r>
            <a:r>
              <a:rPr lang="en-ID" dirty="0" err="1">
                <a:solidFill>
                  <a:srgbClr val="000000"/>
                </a:solidFill>
              </a:rPr>
              <a:t>waktu</a:t>
            </a:r>
            <a:endParaRPr lang="en-ID" dirty="0"/>
          </a:p>
        </p:txBody>
      </p:sp>
      <p:pic>
        <p:nvPicPr>
          <p:cNvPr id="16" name="Graphic 15" descr="Typewriter">
            <a:extLst>
              <a:ext uri="{FF2B5EF4-FFF2-40B4-BE49-F238E27FC236}">
                <a16:creationId xmlns:a16="http://schemas.microsoft.com/office/drawing/2014/main" id="{81E7A151-AFA7-46D5-87EE-3DFB99E9C2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9508" y="1504750"/>
            <a:ext cx="914400" cy="914400"/>
          </a:xfrm>
          <a:prstGeom prst="rect">
            <a:avLst/>
          </a:prstGeom>
        </p:spPr>
      </p:pic>
      <p:pic>
        <p:nvPicPr>
          <p:cNvPr id="17" name="Graphic 16" descr="Mathematics">
            <a:extLst>
              <a:ext uri="{FF2B5EF4-FFF2-40B4-BE49-F238E27FC236}">
                <a16:creationId xmlns:a16="http://schemas.microsoft.com/office/drawing/2014/main" id="{4BEF01CC-1A02-4B5C-80F2-5E641EDC6E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7583" y="3035479"/>
            <a:ext cx="914400" cy="914400"/>
          </a:xfrm>
          <a:prstGeom prst="rect">
            <a:avLst/>
          </a:prstGeom>
        </p:spPr>
      </p:pic>
      <p:pic>
        <p:nvPicPr>
          <p:cNvPr id="18" name="Graphic 17" descr="Blind">
            <a:extLst>
              <a:ext uri="{FF2B5EF4-FFF2-40B4-BE49-F238E27FC236}">
                <a16:creationId xmlns:a16="http://schemas.microsoft.com/office/drawing/2014/main" id="{C5B62575-11AC-4DE6-9263-C355C1CB74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59508" y="443964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5288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BBA75B-64A7-4287-A26E-CA8DB40A1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22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98E2BF1-F8E2-4406-B058-DF63DD4B80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0302943"/>
              </p:ext>
            </p:extLst>
          </p:nvPr>
        </p:nvGraphicFramePr>
        <p:xfrm>
          <a:off x="859145" y="1275956"/>
          <a:ext cx="10556568" cy="44515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9793">
                  <a:extLst>
                    <a:ext uri="{9D8B030D-6E8A-4147-A177-3AD203B41FA5}">
                      <a16:colId xmlns:a16="http://schemas.microsoft.com/office/drawing/2014/main" val="288088331"/>
                    </a:ext>
                  </a:extLst>
                </a:gridCol>
                <a:gridCol w="3014662">
                  <a:extLst>
                    <a:ext uri="{9D8B030D-6E8A-4147-A177-3AD203B41FA5}">
                      <a16:colId xmlns:a16="http://schemas.microsoft.com/office/drawing/2014/main" val="652361583"/>
                    </a:ext>
                  </a:extLst>
                </a:gridCol>
                <a:gridCol w="2728913">
                  <a:extLst>
                    <a:ext uri="{9D8B030D-6E8A-4147-A177-3AD203B41FA5}">
                      <a16:colId xmlns:a16="http://schemas.microsoft.com/office/drawing/2014/main" val="25445275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936551169"/>
                    </a:ext>
                  </a:extLst>
                </a:gridCol>
              </a:tblGrid>
              <a:tr h="607494">
                <a:tc>
                  <a:txBody>
                    <a:bodyPr/>
                    <a:lstStyle/>
                    <a:p>
                      <a:pPr algn="ctr"/>
                      <a:endParaRPr lang="en-ID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Input</a:t>
                      </a:r>
                      <a:endParaRPr lang="en-ID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Proses</a:t>
                      </a:r>
                      <a:endParaRPr lang="en-ID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Output</a:t>
                      </a:r>
                      <a:endParaRPr lang="en-ID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5014956"/>
                  </a:ext>
                </a:extLst>
              </a:tr>
              <a:tr h="988463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Manual</a:t>
                      </a:r>
                      <a:endParaRPr lang="en-ID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600" dirty="0" err="1"/>
                        <a:t>Petugas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memeriksa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kelengkapan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dokumen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sebelum</a:t>
                      </a:r>
                      <a:r>
                        <a:rPr lang="en-ID" sz="1600" dirty="0"/>
                        <a:t> data </a:t>
                      </a:r>
                      <a:r>
                        <a:rPr lang="en-ID" sz="1600" dirty="0" err="1"/>
                        <a:t>diinput</a:t>
                      </a:r>
                      <a:endParaRPr lang="en-US" sz="16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600" dirty="0"/>
                        <a:t>Supervisor </a:t>
                      </a:r>
                      <a:r>
                        <a:rPr lang="en-ID" sz="1600" dirty="0" err="1"/>
                        <a:t>melakukan</a:t>
                      </a:r>
                      <a:r>
                        <a:rPr lang="en-ID" sz="1600" dirty="0"/>
                        <a:t> review </a:t>
                      </a:r>
                      <a:r>
                        <a:rPr lang="en-ID" sz="1600" dirty="0" err="1"/>
                        <a:t>perhitungan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secara</a:t>
                      </a:r>
                      <a:r>
                        <a:rPr lang="en-ID" sz="1600" dirty="0"/>
                        <a:t> sampling</a:t>
                      </a:r>
                      <a:endParaRPr lang="en-ID" sz="16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ID" sz="1600" dirty="0" err="1"/>
                        <a:t>Petugas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meneliti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laporan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sebelum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didistribusikan</a:t>
                      </a:r>
                      <a:endParaRPr lang="id-ID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44059443"/>
                  </a:ext>
                </a:extLst>
              </a:tr>
              <a:tr h="1574219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ITDM</a:t>
                      </a:r>
                      <a:endParaRPr lang="en-ID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600" dirty="0" err="1"/>
                        <a:t>Petugas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mencocokkan</a:t>
                      </a:r>
                      <a:r>
                        <a:rPr lang="en-ID" sz="1600" dirty="0"/>
                        <a:t> data input </a:t>
                      </a:r>
                      <a:r>
                        <a:rPr lang="en-ID" sz="1600" dirty="0" err="1"/>
                        <a:t>dengan</a:t>
                      </a:r>
                      <a:r>
                        <a:rPr lang="en-ID" sz="1600" dirty="0"/>
                        <a:t> data </a:t>
                      </a:r>
                      <a:r>
                        <a:rPr lang="en-ID" sz="1600" dirty="0" err="1"/>
                        <a:t>referensi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dari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sistem</a:t>
                      </a:r>
                      <a:endParaRPr lang="en-ID" sz="16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600" dirty="0" err="1"/>
                        <a:t>Analis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mereview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hasil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pengolahan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sistem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menggunakan</a:t>
                      </a:r>
                      <a:r>
                        <a:rPr lang="en-ID" sz="1600" dirty="0"/>
                        <a:t> dashboard monitoring</a:t>
                      </a:r>
                      <a:endParaRPr lang="en-ID" sz="16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ID" sz="1600" dirty="0"/>
                        <a:t>User </a:t>
                      </a:r>
                      <a:r>
                        <a:rPr lang="en-ID" sz="1600" dirty="0" err="1"/>
                        <a:t>merekonsiliasi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laporan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sistem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dengan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sumber</a:t>
                      </a:r>
                      <a:r>
                        <a:rPr lang="en-ID" sz="1600" dirty="0"/>
                        <a:t> data lain</a:t>
                      </a:r>
                      <a:endParaRPr lang="id-ID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73226244"/>
                  </a:ext>
                </a:extLst>
              </a:tr>
              <a:tr h="1281342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Aplikasi</a:t>
                      </a:r>
                      <a:endParaRPr lang="en-ID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600" dirty="0" err="1"/>
                        <a:t>Validasi</a:t>
                      </a:r>
                      <a:r>
                        <a:rPr lang="en-ID" sz="1600" dirty="0"/>
                        <a:t> format input (</a:t>
                      </a:r>
                      <a:r>
                        <a:rPr lang="en-ID" sz="1600" dirty="0" err="1"/>
                        <a:t>misal</a:t>
                      </a:r>
                      <a:r>
                        <a:rPr lang="en-ID" sz="1600" dirty="0"/>
                        <a:t> NIK </a:t>
                      </a:r>
                      <a:r>
                        <a:rPr lang="en-ID" sz="1600" dirty="0" err="1"/>
                        <a:t>harus</a:t>
                      </a:r>
                      <a:r>
                        <a:rPr lang="en-ID" sz="1600" dirty="0"/>
                        <a:t> 16 digit, field </a:t>
                      </a:r>
                      <a:r>
                        <a:rPr lang="en-ID" sz="1600" dirty="0" err="1"/>
                        <a:t>wajib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diisi</a:t>
                      </a:r>
                      <a:r>
                        <a:rPr lang="en-ID" sz="1600" dirty="0"/>
                        <a:t>)</a:t>
                      </a:r>
                      <a:endParaRPr lang="en-ID" sz="16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600" dirty="0" err="1">
                          <a:solidFill>
                            <a:schemeClr val="tx1"/>
                          </a:solidFill>
                        </a:rPr>
                        <a:t>Penghitungan</a:t>
                      </a:r>
                      <a:r>
                        <a:rPr lang="en-ID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D" sz="1600" dirty="0" err="1">
                          <a:solidFill>
                            <a:schemeClr val="tx1"/>
                          </a:solidFill>
                        </a:rPr>
                        <a:t>pajak</a:t>
                      </a:r>
                      <a:r>
                        <a:rPr lang="en-ID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D" sz="1600" dirty="0" err="1">
                          <a:solidFill>
                            <a:schemeClr val="tx1"/>
                          </a:solidFill>
                        </a:rPr>
                        <a:t>penghasilan</a:t>
                      </a:r>
                      <a:r>
                        <a:rPr lang="en-ID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D" sz="1600" dirty="0" err="1">
                          <a:solidFill>
                            <a:schemeClr val="tx1"/>
                          </a:solidFill>
                        </a:rPr>
                        <a:t>secara</a:t>
                      </a:r>
                      <a:r>
                        <a:rPr lang="en-ID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D" sz="1600" dirty="0" err="1">
                          <a:solidFill>
                            <a:schemeClr val="tx1"/>
                          </a:solidFill>
                        </a:rPr>
                        <a:t>otomatis</a:t>
                      </a:r>
                      <a:r>
                        <a:rPr lang="en-ID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D" sz="1600" dirty="0" err="1">
                          <a:solidFill>
                            <a:schemeClr val="tx1"/>
                          </a:solidFill>
                        </a:rPr>
                        <a:t>dari</a:t>
                      </a:r>
                      <a:r>
                        <a:rPr lang="en-ID" sz="1600" dirty="0">
                          <a:solidFill>
                            <a:schemeClr val="tx1"/>
                          </a:solidFill>
                        </a:rPr>
                        <a:t> total </a:t>
                      </a:r>
                      <a:r>
                        <a:rPr lang="en-ID" sz="1600" dirty="0" err="1">
                          <a:solidFill>
                            <a:schemeClr val="tx1"/>
                          </a:solidFill>
                        </a:rPr>
                        <a:t>penghasilan</a:t>
                      </a:r>
                      <a:r>
                        <a:rPr lang="en-ID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D" sz="1600" dirty="0" err="1">
                          <a:solidFill>
                            <a:schemeClr val="tx1"/>
                          </a:solidFill>
                        </a:rPr>
                        <a:t>kena</a:t>
                      </a:r>
                      <a:r>
                        <a:rPr lang="en-ID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D" sz="1600" dirty="0" err="1">
                          <a:solidFill>
                            <a:schemeClr val="tx1"/>
                          </a:solidFill>
                        </a:rPr>
                        <a:t>pajak</a:t>
                      </a:r>
                      <a:endParaRPr lang="en-ID" sz="16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US" sz="1600" spc="-20" dirty="0">
                          <a:effectLst/>
                        </a:rPr>
                        <a:t>A</a:t>
                      </a:r>
                      <a:r>
                        <a:rPr lang="id-ID" sz="1600" spc="-20" dirty="0">
                          <a:effectLst/>
                        </a:rPr>
                        <a:t>kses terhadap laporan pada aplikasi sesuai dengan role yang dimiliki user </a:t>
                      </a:r>
                      <a:endParaRPr lang="id-ID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13167627"/>
                  </a:ext>
                </a:extLst>
              </a:tr>
            </a:tbl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D644458C-8C46-4A16-8CF6-7A6DF52A20D1}"/>
              </a:ext>
            </a:extLst>
          </p:cNvPr>
          <p:cNvSpPr txBox="1">
            <a:spLocks/>
          </p:cNvSpPr>
          <p:nvPr/>
        </p:nvSpPr>
        <p:spPr>
          <a:xfrm>
            <a:off x="852000" y="432000"/>
            <a:ext cx="10665086" cy="43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Perbandingan</a:t>
            </a:r>
            <a:r>
              <a:rPr lang="en-US" dirty="0"/>
              <a:t> </a:t>
            </a:r>
            <a:r>
              <a:rPr lang="en-US" dirty="0" err="1"/>
              <a:t>Jenis</a:t>
            </a:r>
            <a:r>
              <a:rPr lang="en-US" dirty="0"/>
              <a:t> </a:t>
            </a:r>
            <a:r>
              <a:rPr lang="en-US" dirty="0" err="1"/>
              <a:t>Pengendalian</a:t>
            </a:r>
            <a:r>
              <a:rPr lang="en-US" dirty="0"/>
              <a:t> </a:t>
            </a:r>
            <a:r>
              <a:rPr lang="en-US" dirty="0">
                <a:latin typeface="+mn-lt"/>
              </a:rPr>
              <a:t>(</a:t>
            </a:r>
            <a:r>
              <a:rPr lang="en-US" dirty="0" err="1">
                <a:latin typeface="+mn-lt"/>
              </a:rPr>
              <a:t>contoh</a:t>
            </a:r>
            <a:r>
              <a:rPr lang="en-US" dirty="0">
                <a:latin typeface="+mn-lt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191112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F118E2-ED98-4DF1-B78A-DD86BAB47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5054AA7-8B65-4B05-A131-F1DF1E2A5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402971"/>
            <a:ext cx="11340000" cy="4320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Pengendalian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/</a:t>
            </a:r>
            <a:r>
              <a:rPr lang="en-US" dirty="0" err="1"/>
              <a:t>Sistem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530B86-43EF-4362-9820-14638D3B135C}"/>
              </a:ext>
            </a:extLst>
          </p:cNvPr>
          <p:cNvSpPr txBox="1"/>
          <p:nvPr/>
        </p:nvSpPr>
        <p:spPr>
          <a:xfrm>
            <a:off x="8336339" y="1173887"/>
            <a:ext cx="329172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dirty="0"/>
              <a:t>Reference Table Lookup</a:t>
            </a:r>
          </a:p>
          <a:p>
            <a:pPr marL="228600" indent="-228600">
              <a:buAutoNum type="arabicPeriod"/>
            </a:pPr>
            <a:r>
              <a:rPr lang="en-US" dirty="0"/>
              <a:t>Auto </a:t>
            </a:r>
            <a:r>
              <a:rPr lang="en-US" dirty="0" err="1"/>
              <a:t>Calc</a:t>
            </a:r>
            <a:r>
              <a:rPr lang="en-US" dirty="0"/>
              <a:t>, Limit</a:t>
            </a:r>
          </a:p>
          <a:p>
            <a:pPr marL="228600" indent="-228600">
              <a:buAutoNum type="arabicPeriod"/>
            </a:pPr>
            <a:r>
              <a:rPr lang="en-US" dirty="0"/>
              <a:t>Dropdown</a:t>
            </a:r>
          </a:p>
          <a:p>
            <a:pPr marL="228600" indent="-228600">
              <a:buAutoNum type="arabicPeriod"/>
            </a:pPr>
            <a:r>
              <a:rPr lang="en-US" dirty="0"/>
              <a:t>Reference Lookup</a:t>
            </a:r>
          </a:p>
          <a:p>
            <a:pPr marL="228600" indent="-228600">
              <a:buAutoNum type="arabicPeriod"/>
            </a:pPr>
            <a:r>
              <a:rPr lang="en-US" dirty="0"/>
              <a:t>Sequence Numbering</a:t>
            </a:r>
          </a:p>
          <a:p>
            <a:pPr marL="228600" indent="-228600">
              <a:buAutoNum type="arabicPeriod"/>
            </a:pP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CD861D5-EB3F-46DD-A285-076CDF770F59}"/>
              </a:ext>
            </a:extLst>
          </p:cNvPr>
          <p:cNvGrpSpPr/>
          <p:nvPr/>
        </p:nvGrpSpPr>
        <p:grpSpPr>
          <a:xfrm>
            <a:off x="2306228" y="992459"/>
            <a:ext cx="5800002" cy="4845734"/>
            <a:chOff x="2115377" y="1671614"/>
            <a:chExt cx="6207739" cy="518638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C75C3D5-37EF-4540-A1FD-CE8D95D08DA3}"/>
                </a:ext>
              </a:extLst>
            </p:cNvPr>
            <p:cNvPicPr/>
            <p:nvPr/>
          </p:nvPicPr>
          <p:blipFill>
            <a:blip r:embed="rId2"/>
            <a:srcRect l="1527" t="9245" r="25970" b="14936"/>
            <a:stretch>
              <a:fillRect/>
            </a:stretch>
          </p:blipFill>
          <p:spPr bwMode="auto">
            <a:xfrm>
              <a:off x="2115377" y="1671614"/>
              <a:ext cx="6207739" cy="51863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9E596BC-2824-4245-A0B6-999261A964BE}"/>
                </a:ext>
              </a:extLst>
            </p:cNvPr>
            <p:cNvSpPr/>
            <p:nvPr/>
          </p:nvSpPr>
          <p:spPr>
            <a:xfrm>
              <a:off x="4810873" y="2439004"/>
              <a:ext cx="275208" cy="26633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F15BDCF-8112-4F53-BC7D-7CCA80CD894B}"/>
                </a:ext>
              </a:extLst>
            </p:cNvPr>
            <p:cNvSpPr/>
            <p:nvPr/>
          </p:nvSpPr>
          <p:spPr>
            <a:xfrm>
              <a:off x="7528920" y="3177330"/>
              <a:ext cx="275208" cy="26633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0565022-5A99-4FD7-BF25-4A9426665A4B}"/>
                </a:ext>
              </a:extLst>
            </p:cNvPr>
            <p:cNvSpPr/>
            <p:nvPr/>
          </p:nvSpPr>
          <p:spPr>
            <a:xfrm>
              <a:off x="3717070" y="3310495"/>
              <a:ext cx="275208" cy="26633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DAE8BAB-1136-4835-8940-7F2E2FE1AF69}"/>
                </a:ext>
              </a:extLst>
            </p:cNvPr>
            <p:cNvSpPr/>
            <p:nvPr/>
          </p:nvSpPr>
          <p:spPr>
            <a:xfrm>
              <a:off x="4212370" y="4636466"/>
              <a:ext cx="275208" cy="26633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A75C761-13E7-489D-B94E-6007C41E2CD2}"/>
                </a:ext>
              </a:extLst>
            </p:cNvPr>
            <p:cNvSpPr/>
            <p:nvPr/>
          </p:nvSpPr>
          <p:spPr>
            <a:xfrm>
              <a:off x="4535665" y="3890520"/>
              <a:ext cx="275208" cy="26633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099642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7B70E-8B5A-870F-044B-172587945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Pengendalian</a:t>
            </a:r>
            <a:r>
              <a:rPr lang="en-US" dirty="0"/>
              <a:t> Input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AFE360-47C8-A6D3-1034-B9C9BA4CE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24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BC783F8-BEC4-732F-1304-829265C98D4F}"/>
              </a:ext>
            </a:extLst>
          </p:cNvPr>
          <p:cNvGraphicFramePr/>
          <p:nvPr/>
        </p:nvGraphicFramePr>
        <p:xfrm>
          <a:off x="932775" y="1546699"/>
          <a:ext cx="4894093" cy="30739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56243B5F-6C6C-2D02-D788-B75251D36267}"/>
              </a:ext>
            </a:extLst>
          </p:cNvPr>
          <p:cNvGraphicFramePr/>
          <p:nvPr/>
        </p:nvGraphicFramePr>
        <p:xfrm>
          <a:off x="6365132" y="1546699"/>
          <a:ext cx="4894093" cy="39202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86EA0B5-7AB5-4F45-8CAE-1F1C4E57C142}"/>
              </a:ext>
            </a:extLst>
          </p:cNvPr>
          <p:cNvSpPr txBox="1"/>
          <p:nvPr/>
        </p:nvSpPr>
        <p:spPr>
          <a:xfrm>
            <a:off x="838200" y="5802213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Referensi: IT Auditing, James A. Hall</a:t>
            </a:r>
          </a:p>
        </p:txBody>
      </p:sp>
    </p:spTree>
    <p:extLst>
      <p:ext uri="{BB962C8B-B14F-4D97-AF65-F5344CB8AC3E}">
        <p14:creationId xmlns:p14="http://schemas.microsoft.com/office/powerpoint/2010/main" val="9024168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2E284-D86F-B2E0-D8BA-BCD8B5801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Field Interrogation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288D4-2BB1-CAC0-18D5-7711082A7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25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6842CA9-6670-A878-22F1-A7F69EBDD3CC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690688"/>
          <a:ext cx="10515600" cy="416667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95986">
                  <a:extLst>
                    <a:ext uri="{9D8B030D-6E8A-4147-A177-3AD203B41FA5}">
                      <a16:colId xmlns:a16="http://schemas.microsoft.com/office/drawing/2014/main" val="1291597309"/>
                    </a:ext>
                  </a:extLst>
                </a:gridCol>
                <a:gridCol w="7619614">
                  <a:extLst>
                    <a:ext uri="{9D8B030D-6E8A-4147-A177-3AD203B41FA5}">
                      <a16:colId xmlns:a16="http://schemas.microsoft.com/office/drawing/2014/main" val="2035750106"/>
                    </a:ext>
                  </a:extLst>
                </a:gridCol>
              </a:tblGrid>
              <a:tr h="537137">
                <a:tc>
                  <a:txBody>
                    <a:bodyPr/>
                    <a:lstStyle/>
                    <a:p>
                      <a:r>
                        <a:rPr lang="en-US" sz="2000" b="1" dirty="0"/>
                        <a:t>Check digit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sz="2000" dirty="0"/>
                        <a:t>menguji kesalahan posisi angka pada suatu nilai tertentu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490016"/>
                  </a:ext>
                </a:extLst>
              </a:tr>
              <a:tr h="537137">
                <a:tc>
                  <a:txBody>
                    <a:bodyPr/>
                    <a:lstStyle/>
                    <a:p>
                      <a:r>
                        <a:rPr lang="en-US" sz="2000" b="1" dirty="0"/>
                        <a:t>Missing data 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n-NO" sz="2000" dirty="0"/>
                        <a:t>mencari data yang tidak lengkap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4376334"/>
                  </a:ext>
                </a:extLst>
              </a:tr>
              <a:tr h="927113">
                <a:tc>
                  <a:txBody>
                    <a:bodyPr/>
                    <a:lstStyle/>
                    <a:p>
                      <a:r>
                        <a:rPr lang="en-US" sz="2000" b="1" dirty="0"/>
                        <a:t>Numeric-alphabetic 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data </a:t>
                      </a:r>
                      <a:r>
                        <a:rPr lang="en-US" sz="2000" dirty="0" err="1"/>
                        <a:t>berupa</a:t>
                      </a:r>
                      <a:r>
                        <a:rPr lang="en-US" sz="2000" dirty="0"/>
                        <a:t> text tidak dapat </a:t>
                      </a:r>
                      <a:r>
                        <a:rPr lang="en-US" sz="2000" dirty="0" err="1"/>
                        <a:t>direkam</a:t>
                      </a:r>
                      <a:r>
                        <a:rPr lang="en-US" sz="2000" dirty="0"/>
                        <a:t> ke </a:t>
                      </a:r>
                      <a:r>
                        <a:rPr lang="en-US" sz="2000" dirty="0" err="1"/>
                        <a:t>dalam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sel</a:t>
                      </a:r>
                      <a:r>
                        <a:rPr lang="en-US" sz="2000" dirty="0"/>
                        <a:t> yang seharusnya </a:t>
                      </a:r>
                      <a:r>
                        <a:rPr lang="en-US" sz="2000" dirty="0" err="1"/>
                        <a:t>berisi</a:t>
                      </a:r>
                      <a:r>
                        <a:rPr lang="en-US" sz="2000" dirty="0"/>
                        <a:t> data </a:t>
                      </a:r>
                      <a:r>
                        <a:rPr lang="en-US" sz="2000" dirty="0" err="1"/>
                        <a:t>numerik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7208742"/>
                  </a:ext>
                </a:extLst>
              </a:tr>
              <a:tr h="537137">
                <a:tc>
                  <a:txBody>
                    <a:bodyPr/>
                    <a:lstStyle/>
                    <a:p>
                      <a:r>
                        <a:rPr lang="en-US" sz="2000" b="1" dirty="0"/>
                        <a:t>Limit 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menguji</a:t>
                      </a:r>
                      <a:r>
                        <a:rPr lang="en-US" sz="2000" dirty="0"/>
                        <a:t> data yang </a:t>
                      </a:r>
                      <a:r>
                        <a:rPr lang="en-US" sz="2000" dirty="0" err="1"/>
                        <a:t>melampaui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nilai</a:t>
                      </a:r>
                      <a:r>
                        <a:rPr lang="en-US" sz="2000" dirty="0"/>
                        <a:t> batas </a:t>
                      </a:r>
                      <a:r>
                        <a:rPr lang="en-US" sz="2000" dirty="0" err="1"/>
                        <a:t>tertentu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2308123"/>
                  </a:ext>
                </a:extLst>
              </a:tr>
              <a:tr h="670544">
                <a:tc>
                  <a:txBody>
                    <a:bodyPr/>
                    <a:lstStyle/>
                    <a:p>
                      <a:r>
                        <a:rPr lang="en-US" sz="2000" b="1" dirty="0"/>
                        <a:t>Range 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sz="2000" dirty="0"/>
                        <a:t>menguji apakah nilainya berada di luar range yang telah ditetapkan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6359673"/>
                  </a:ext>
                </a:extLst>
              </a:tr>
              <a:tr h="927113">
                <a:tc>
                  <a:txBody>
                    <a:bodyPr/>
                    <a:lstStyle/>
                    <a:p>
                      <a:r>
                        <a:rPr lang="en-US" sz="2000" b="1" dirty="0"/>
                        <a:t>Validity 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menguji</a:t>
                      </a:r>
                      <a:r>
                        <a:rPr lang="en-US" sz="2000" dirty="0"/>
                        <a:t> apakah data sesuai yang </a:t>
                      </a:r>
                      <a:r>
                        <a:rPr lang="en-US" sz="2000" dirty="0" err="1"/>
                        <a:t>terekam</a:t>
                      </a:r>
                      <a:r>
                        <a:rPr lang="en-US" sz="2000" dirty="0"/>
                        <a:t> sesuai dengan </a:t>
                      </a:r>
                      <a:r>
                        <a:rPr lang="en-US" sz="2000" dirty="0" err="1"/>
                        <a:t>nilai</a:t>
                      </a:r>
                      <a:r>
                        <a:rPr lang="en-US" sz="2000" dirty="0"/>
                        <a:t> referensi yang sudah </a:t>
                      </a:r>
                      <a:r>
                        <a:rPr lang="en-US" sz="2000" dirty="0" err="1"/>
                        <a:t>ditetapkan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34911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37888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2E284-D86F-B2E0-D8BA-BCD8B5801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Record Interrogation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288D4-2BB1-CAC0-18D5-7711082A7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26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6842CA9-6670-A878-22F1-A7F69EBDD3CC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690688"/>
          <a:ext cx="10515600" cy="247009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95986">
                  <a:extLst>
                    <a:ext uri="{9D8B030D-6E8A-4147-A177-3AD203B41FA5}">
                      <a16:colId xmlns:a16="http://schemas.microsoft.com/office/drawing/2014/main" val="1291597309"/>
                    </a:ext>
                  </a:extLst>
                </a:gridCol>
                <a:gridCol w="7619614">
                  <a:extLst>
                    <a:ext uri="{9D8B030D-6E8A-4147-A177-3AD203B41FA5}">
                      <a16:colId xmlns:a16="http://schemas.microsoft.com/office/drawing/2014/main" val="2035750106"/>
                    </a:ext>
                  </a:extLst>
                </a:gridCol>
              </a:tblGrid>
              <a:tr h="537137">
                <a:tc>
                  <a:txBody>
                    <a:bodyPr/>
                    <a:lstStyle/>
                    <a:p>
                      <a:r>
                        <a:rPr lang="en-US" sz="2000" b="1" dirty="0"/>
                        <a:t>Reasonableness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sz="2000" dirty="0"/>
                        <a:t>data tidak dapat direkam jika tidak lolos uji kewajaran tertentu, misalnya: data registrasi mahasiswa tidak dapat terekam jika tahun lulus SLTA mendahului tahun lulus SD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490016"/>
                  </a:ext>
                </a:extLst>
              </a:tr>
              <a:tr h="537137">
                <a:tc>
                  <a:txBody>
                    <a:bodyPr/>
                    <a:lstStyle/>
                    <a:p>
                      <a:r>
                        <a:rPr lang="en-US" sz="2000" b="1" dirty="0"/>
                        <a:t>Sign 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n-NO" sz="2000" dirty="0"/>
                        <a:t>data tertentu tidak dapat direkam jika nilainya minus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4376334"/>
                  </a:ext>
                </a:extLst>
              </a:tr>
              <a:tr h="927113">
                <a:tc>
                  <a:txBody>
                    <a:bodyPr/>
                    <a:lstStyle/>
                    <a:p>
                      <a:r>
                        <a:rPr lang="en-US" sz="2000" b="1" dirty="0"/>
                        <a:t>Sequence 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menguji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urutan</a:t>
                      </a:r>
                      <a:r>
                        <a:rPr lang="en-US" sz="2000" dirty="0"/>
                        <a:t> record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7208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1703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2E284-D86F-B2E0-D8BA-BCD8B5801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Interrogation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288D4-2BB1-CAC0-18D5-7711082A7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27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6842CA9-6670-A878-22F1-A7F69EBDD3CC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690688"/>
          <a:ext cx="10515600" cy="137158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95986">
                  <a:extLst>
                    <a:ext uri="{9D8B030D-6E8A-4147-A177-3AD203B41FA5}">
                      <a16:colId xmlns:a16="http://schemas.microsoft.com/office/drawing/2014/main" val="1291597309"/>
                    </a:ext>
                  </a:extLst>
                </a:gridCol>
                <a:gridCol w="7619614">
                  <a:extLst>
                    <a:ext uri="{9D8B030D-6E8A-4147-A177-3AD203B41FA5}">
                      <a16:colId xmlns:a16="http://schemas.microsoft.com/office/drawing/2014/main" val="2035750106"/>
                    </a:ext>
                  </a:extLst>
                </a:gridCol>
              </a:tblGrid>
              <a:tr h="537137">
                <a:tc>
                  <a:txBody>
                    <a:bodyPr/>
                    <a:lstStyle/>
                    <a:p>
                      <a:r>
                        <a:rPr lang="en-US" sz="2000" b="1" dirty="0"/>
                        <a:t>Internal and external label checks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menguji</a:t>
                      </a:r>
                      <a:r>
                        <a:rPr lang="en-US" sz="2000" dirty="0"/>
                        <a:t> apakah file yang </a:t>
                      </a:r>
                      <a:r>
                        <a:rPr lang="en-US" sz="2000" dirty="0" err="1"/>
                        <a:t>sedang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diproses</a:t>
                      </a:r>
                      <a:r>
                        <a:rPr lang="en-US" sz="2000" dirty="0"/>
                        <a:t> adalah yang sebenarnya diminta oleh program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2308123"/>
                  </a:ext>
                </a:extLst>
              </a:tr>
              <a:tr h="670544">
                <a:tc>
                  <a:txBody>
                    <a:bodyPr/>
                    <a:lstStyle/>
                    <a:p>
                      <a:r>
                        <a:rPr lang="en-US" sz="2000" b="1" dirty="0"/>
                        <a:t>Version 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sz="2000" dirty="0"/>
                        <a:t>menguji apakah versi file yang sedang diproses adalah yang benar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63596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65622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296E0-3715-9E62-299F-CC256B3BE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1381"/>
            <a:ext cx="6202680" cy="2852737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Simulasi</a:t>
            </a:r>
            <a:r>
              <a:rPr lang="en-US" dirty="0"/>
              <a:t> </a:t>
            </a:r>
            <a:r>
              <a:rPr lang="en-US" dirty="0" err="1"/>
              <a:t>Merancang</a:t>
            </a:r>
            <a:r>
              <a:rPr lang="en-US" dirty="0"/>
              <a:t> dan </a:t>
            </a:r>
            <a:r>
              <a:rPr lang="en-US" dirty="0" err="1"/>
              <a:t>ToD</a:t>
            </a:r>
            <a:r>
              <a:rPr lang="en-US" dirty="0"/>
              <a:t> </a:t>
            </a:r>
            <a:r>
              <a:rPr lang="en-US" dirty="0" err="1"/>
              <a:t>Pengendalian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(</a:t>
            </a:r>
            <a:r>
              <a:rPr lang="en-US" dirty="0" err="1"/>
              <a:t>AppCon</a:t>
            </a:r>
            <a:r>
              <a:rPr lang="en-US" dirty="0"/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96F501-400E-88A5-F85E-3E2FB217BF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746500"/>
            <a:ext cx="6202680" cy="1500187"/>
          </a:xfrm>
        </p:spPr>
        <p:txBody>
          <a:bodyPr/>
          <a:lstStyle/>
          <a:p>
            <a:r>
              <a:rPr lang="en-US" dirty="0"/>
              <a:t>Data Validation</a:t>
            </a:r>
          </a:p>
        </p:txBody>
      </p:sp>
    </p:spTree>
    <p:extLst>
      <p:ext uri="{BB962C8B-B14F-4D97-AF65-F5344CB8AC3E}">
        <p14:creationId xmlns:p14="http://schemas.microsoft.com/office/powerpoint/2010/main" val="6447879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157ED-42DE-0549-AF42-3E3E4FE41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BBC77D1-8E43-8C33-4794-A47E6FAE2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Pengendalian</a:t>
            </a:r>
            <a:r>
              <a:rPr lang="en-US" dirty="0"/>
              <a:t> Input (Ms. Excel)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80AD1E-92F8-27A3-E12A-42DD47B069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50" t="32917" r="76917" b="29374"/>
          <a:stretch/>
        </p:blipFill>
        <p:spPr>
          <a:xfrm>
            <a:off x="507366" y="2672160"/>
            <a:ext cx="5052881" cy="35181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BEB159-2DE9-AFDC-DE4B-537DF4132E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366" y="1148160"/>
            <a:ext cx="7296150" cy="1524000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CBA6C212-982A-BDB8-32EB-EB23801560D5}"/>
              </a:ext>
            </a:extLst>
          </p:cNvPr>
          <p:cNvSpPr/>
          <p:nvPr/>
        </p:nvSpPr>
        <p:spPr>
          <a:xfrm>
            <a:off x="432000" y="1042699"/>
            <a:ext cx="750805" cy="61574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03E669D-A3AF-B1E9-4576-0BB1EB3DDA90}"/>
              </a:ext>
            </a:extLst>
          </p:cNvPr>
          <p:cNvSpPr/>
          <p:nvPr/>
        </p:nvSpPr>
        <p:spPr>
          <a:xfrm>
            <a:off x="6223200" y="1986610"/>
            <a:ext cx="1539676" cy="51499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8E8C18-A576-E913-F864-1D0FB050FE91}"/>
              </a:ext>
            </a:extLst>
          </p:cNvPr>
          <p:cNvSpPr txBox="1"/>
          <p:nvPr/>
        </p:nvSpPr>
        <p:spPr>
          <a:xfrm>
            <a:off x="6045656" y="3308678"/>
            <a:ext cx="53658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Apabila</a:t>
            </a:r>
            <a:r>
              <a:rPr lang="en-US" dirty="0"/>
              <a:t> Ms. Excel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sarana</a:t>
            </a:r>
            <a:r>
              <a:rPr lang="en-US" dirty="0"/>
              <a:t> input data, </a:t>
            </a:r>
            <a:r>
              <a:rPr lang="en-US" dirty="0" err="1"/>
              <a:t>pengendalian</a:t>
            </a:r>
            <a:r>
              <a:rPr lang="en-US" dirty="0"/>
              <a:t> input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Data Validation.</a:t>
            </a:r>
          </a:p>
          <a:p>
            <a:endParaRPr lang="en-US" dirty="0"/>
          </a:p>
          <a:p>
            <a:r>
              <a:rPr lang="en-US" dirty="0"/>
              <a:t>Rule </a:t>
            </a:r>
            <a:r>
              <a:rPr lang="en-US" dirty="0" err="1"/>
              <a:t>validasi</a:t>
            </a:r>
            <a:r>
              <a:rPr lang="en-US" dirty="0"/>
              <a:t> </a:t>
            </a:r>
            <a:r>
              <a:rPr lang="en-US" dirty="0" err="1"/>
              <a:t>disesuaikan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kebutuhan</a:t>
            </a:r>
            <a:r>
              <a:rPr lang="en-US" dirty="0"/>
              <a:t> masing-masing </a:t>
            </a:r>
            <a:r>
              <a:rPr lang="en-US" dirty="0" err="1"/>
              <a:t>kolom</a:t>
            </a:r>
            <a:endParaRPr lang="en-ID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BF5BC50-7AEE-D7DB-AE92-A8A1BE10FC18}"/>
              </a:ext>
            </a:extLst>
          </p:cNvPr>
          <p:cNvCxnSpPr>
            <a:cxnSpLocks/>
          </p:cNvCxnSpPr>
          <p:nvPr/>
        </p:nvCxnSpPr>
        <p:spPr>
          <a:xfrm>
            <a:off x="2448560" y="3942080"/>
            <a:ext cx="3383280" cy="7112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8139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6E9C4-C1AF-48E0-A095-8A0C45EC7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Pengendalian</a:t>
            </a:r>
            <a:r>
              <a:rPr lang="en-US" dirty="0"/>
              <a:t> Input (Google Form)</a:t>
            </a:r>
            <a:endParaRPr lang="en-ID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34E4944-8B2A-4F67-8DD9-FA69C19065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1406" y="1462088"/>
            <a:ext cx="8409188" cy="471487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5B42F-AFC7-49BB-82AC-BB96E9356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8340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41354-D190-4002-8539-9418917A4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Simulasi</a:t>
            </a:r>
            <a:r>
              <a:rPr lang="en-US" dirty="0"/>
              <a:t> I: </a:t>
            </a:r>
            <a:r>
              <a:rPr lang="en-US" dirty="0" err="1"/>
              <a:t>Jurnal</a:t>
            </a:r>
            <a:r>
              <a:rPr lang="en-US" dirty="0"/>
              <a:t> </a:t>
            </a:r>
            <a:r>
              <a:rPr lang="en-US" dirty="0" err="1"/>
              <a:t>Pengeluaran</a:t>
            </a:r>
            <a:r>
              <a:rPr lang="en-US" dirty="0"/>
              <a:t> Excel</a:t>
            </a:r>
            <a:endParaRPr lang="en-I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58E79C-E5BE-476B-A2CF-10B3AA32E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4700CE-3193-4AC8-BB14-1CB09296A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9920189" cy="3864538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Buat</a:t>
            </a:r>
            <a:r>
              <a:rPr lang="en-US" dirty="0"/>
              <a:t> </a:t>
            </a:r>
            <a:r>
              <a:rPr lang="en-US" dirty="0" err="1"/>
              <a:t>jurnal</a:t>
            </a:r>
            <a:r>
              <a:rPr lang="en-US" dirty="0"/>
              <a:t> </a:t>
            </a:r>
            <a:r>
              <a:rPr lang="en-US" dirty="0" err="1"/>
              <a:t>pengeluaran</a:t>
            </a:r>
            <a:r>
              <a:rPr lang="en-US" dirty="0"/>
              <a:t> </a:t>
            </a:r>
            <a:r>
              <a:rPr lang="en-US" dirty="0" err="1"/>
              <a:t>harian</a:t>
            </a:r>
            <a:r>
              <a:rPr lang="en-US" dirty="0"/>
              <a:t> </a:t>
            </a:r>
            <a:r>
              <a:rPr lang="en-US" dirty="0" err="1"/>
              <a:t>tahun</a:t>
            </a:r>
            <a:r>
              <a:rPr lang="en-US" dirty="0"/>
              <a:t> 2026 </a:t>
            </a:r>
            <a:r>
              <a:rPr lang="en-US" dirty="0" err="1"/>
              <a:t>menggunakan</a:t>
            </a:r>
            <a:r>
              <a:rPr lang="en-US" dirty="0"/>
              <a:t> Ms. Excel</a:t>
            </a:r>
          </a:p>
          <a:p>
            <a:r>
              <a:rPr lang="en-ID" dirty="0" err="1"/>
              <a:t>Informasi</a:t>
            </a:r>
            <a:r>
              <a:rPr lang="en-ID" dirty="0"/>
              <a:t> yang </a:t>
            </a:r>
            <a:r>
              <a:rPr lang="en-ID" dirty="0" err="1"/>
              <a:t>dibutuhkan</a:t>
            </a:r>
            <a:r>
              <a:rPr lang="en-ID" dirty="0"/>
              <a:t> </a:t>
            </a:r>
            <a:r>
              <a:rPr lang="en-ID" dirty="0" err="1"/>
              <a:t>adalah</a:t>
            </a:r>
            <a:endParaRPr lang="en-ID" dirty="0"/>
          </a:p>
          <a:p>
            <a:pPr lvl="1"/>
            <a:r>
              <a:rPr lang="en-ID" dirty="0" err="1"/>
              <a:t>Tanggal</a:t>
            </a:r>
            <a:r>
              <a:rPr lang="en-ID" dirty="0"/>
              <a:t> -&gt; </a:t>
            </a:r>
            <a:r>
              <a:rPr lang="en-ID" dirty="0" err="1"/>
              <a:t>contoh</a:t>
            </a:r>
            <a:r>
              <a:rPr lang="en-ID" dirty="0"/>
              <a:t>: 12-Jan-26</a:t>
            </a:r>
          </a:p>
          <a:p>
            <a:pPr lvl="1"/>
            <a:r>
              <a:rPr lang="en-ID" dirty="0"/>
              <a:t>Jam -&gt; </a:t>
            </a:r>
            <a:r>
              <a:rPr lang="en-ID" dirty="0" err="1"/>
              <a:t>contoh</a:t>
            </a:r>
            <a:r>
              <a:rPr lang="en-ID" dirty="0"/>
              <a:t>: 13:00</a:t>
            </a:r>
          </a:p>
          <a:p>
            <a:pPr lvl="1"/>
            <a:r>
              <a:rPr lang="en-ID" dirty="0"/>
              <a:t>Nilai -&gt; </a:t>
            </a:r>
            <a:r>
              <a:rPr lang="en-ID" dirty="0" err="1"/>
              <a:t>contoh</a:t>
            </a:r>
            <a:r>
              <a:rPr lang="en-ID" dirty="0"/>
              <a:t>: 200000</a:t>
            </a:r>
          </a:p>
          <a:p>
            <a:pPr lvl="1"/>
            <a:r>
              <a:rPr lang="en-ID" dirty="0"/>
              <a:t>Nama </a:t>
            </a:r>
            <a:r>
              <a:rPr lang="en-ID" dirty="0" err="1"/>
              <a:t>Pengeluaran</a:t>
            </a:r>
            <a:r>
              <a:rPr lang="en-ID" dirty="0"/>
              <a:t> -&gt; </a:t>
            </a:r>
            <a:r>
              <a:rPr lang="en-ID" dirty="0" err="1"/>
              <a:t>contoh</a:t>
            </a:r>
            <a:r>
              <a:rPr lang="en-ID" dirty="0"/>
              <a:t>: nasi </a:t>
            </a:r>
            <a:r>
              <a:rPr lang="en-ID" dirty="0" err="1"/>
              <a:t>padang</a:t>
            </a:r>
            <a:endParaRPr lang="en-ID" dirty="0"/>
          </a:p>
          <a:p>
            <a:pPr lvl="1"/>
            <a:r>
              <a:rPr lang="en-ID" dirty="0" err="1"/>
              <a:t>Jenis</a:t>
            </a:r>
            <a:r>
              <a:rPr lang="en-ID" dirty="0"/>
              <a:t> </a:t>
            </a:r>
            <a:r>
              <a:rPr lang="en-ID" dirty="0" err="1"/>
              <a:t>Pengeluaran</a:t>
            </a:r>
            <a:r>
              <a:rPr lang="en-ID" dirty="0"/>
              <a:t> -&gt; (</a:t>
            </a:r>
            <a:r>
              <a:rPr lang="en-ID" dirty="0" err="1"/>
              <a:t>Makan</a:t>
            </a:r>
            <a:r>
              <a:rPr lang="en-ID" dirty="0"/>
              <a:t> / Transport / </a:t>
            </a:r>
            <a:r>
              <a:rPr lang="en-ID" dirty="0" err="1"/>
              <a:t>Jajan</a:t>
            </a:r>
            <a:r>
              <a:rPr lang="en-ID" dirty="0"/>
              <a:t> / </a:t>
            </a:r>
            <a:r>
              <a:rPr lang="en-ID" dirty="0" err="1"/>
              <a:t>Belanja</a:t>
            </a:r>
            <a:r>
              <a:rPr lang="en-ID" dirty="0"/>
              <a:t>)</a:t>
            </a:r>
          </a:p>
          <a:p>
            <a:r>
              <a:rPr lang="en-ID" dirty="0" err="1"/>
              <a:t>Terapkan</a:t>
            </a:r>
            <a:r>
              <a:rPr lang="en-ID" dirty="0"/>
              <a:t> Input Validation yang </a:t>
            </a:r>
            <a:r>
              <a:rPr lang="en-ID" dirty="0" err="1"/>
              <a:t>diperlukan</a:t>
            </a:r>
            <a:r>
              <a:rPr lang="en-ID" dirty="0"/>
              <a:t> (</a:t>
            </a:r>
            <a:r>
              <a:rPr lang="en-ID" i="1" dirty="0"/>
              <a:t>use your judgement</a:t>
            </a:r>
            <a:r>
              <a:rPr lang="en-ID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728922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41354-D190-4002-8539-9418917A4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91345" cy="1325563"/>
          </a:xfrm>
        </p:spPr>
        <p:txBody>
          <a:bodyPr/>
          <a:lstStyle/>
          <a:p>
            <a:r>
              <a:rPr lang="en-US" dirty="0" err="1"/>
              <a:t>Simulasi</a:t>
            </a:r>
            <a:r>
              <a:rPr lang="en-US" dirty="0"/>
              <a:t> II: Form </a:t>
            </a:r>
            <a:r>
              <a:rPr lang="en-US" dirty="0" err="1"/>
              <a:t>Pendaftaran</a:t>
            </a:r>
            <a:r>
              <a:rPr lang="en-US" dirty="0"/>
              <a:t> </a:t>
            </a:r>
            <a:r>
              <a:rPr lang="en-US" dirty="0" err="1"/>
              <a:t>Pelatihan</a:t>
            </a:r>
            <a:endParaRPr lang="en-I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58E79C-E5BE-476B-A2CF-10B3AA32E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4700CE-3193-4AC8-BB14-1CB09296A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9920189" cy="4451558"/>
          </a:xfrm>
        </p:spPr>
        <p:txBody>
          <a:bodyPr>
            <a:normAutofit fontScale="92500" lnSpcReduction="20000"/>
          </a:bodyPr>
          <a:lstStyle/>
          <a:p>
            <a:r>
              <a:rPr lang="en-ID" dirty="0"/>
              <a:t>Buat Google Form </a:t>
            </a:r>
            <a:r>
              <a:rPr lang="en-ID" dirty="0" err="1"/>
              <a:t>sesuai</a:t>
            </a:r>
            <a:r>
              <a:rPr lang="en-ID" dirty="0"/>
              <a:t> </a:t>
            </a:r>
            <a:r>
              <a:rPr lang="en-ID" dirty="0" err="1"/>
              <a:t>pertanyaan</a:t>
            </a:r>
            <a:r>
              <a:rPr lang="en-ID" dirty="0"/>
              <a:t> yang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ditentukan</a:t>
            </a:r>
            <a:r>
              <a:rPr lang="en-ID" dirty="0"/>
              <a:t> di </a:t>
            </a:r>
            <a:r>
              <a:rPr lang="en-ID" dirty="0" err="1"/>
              <a:t>bawah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. </a:t>
            </a:r>
            <a:r>
              <a:rPr lang="en-ID" dirty="0" err="1"/>
              <a:t>Terapkan</a:t>
            </a:r>
            <a:r>
              <a:rPr lang="en-ID" dirty="0"/>
              <a:t> </a:t>
            </a:r>
            <a:r>
              <a:rPr lang="en-ID" dirty="0" err="1"/>
              <a:t>kontrol</a:t>
            </a:r>
            <a:r>
              <a:rPr lang="en-ID" dirty="0"/>
              <a:t> input data pada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pertanyaan</a:t>
            </a:r>
            <a:r>
              <a:rPr lang="en-ID" dirty="0"/>
              <a:t> yang </a:t>
            </a:r>
            <a:r>
              <a:rPr lang="en-ID" dirty="0" err="1"/>
              <a:t>relevan</a:t>
            </a:r>
            <a:r>
              <a:rPr lang="en-ID" dirty="0"/>
              <a:t>.</a:t>
            </a:r>
          </a:p>
          <a:p>
            <a:r>
              <a:rPr lang="en-ID" dirty="0" err="1"/>
              <a:t>Pertanyaan</a:t>
            </a:r>
            <a:r>
              <a:rPr lang="en-ID" dirty="0"/>
              <a:t> yang Harus </a:t>
            </a:r>
            <a:r>
              <a:rPr lang="en-ID" dirty="0" err="1"/>
              <a:t>Dibuat</a:t>
            </a:r>
            <a:endParaRPr lang="en-ID" dirty="0"/>
          </a:p>
          <a:p>
            <a:pPr lvl="1">
              <a:buFont typeface="+mj-lt"/>
              <a:buAutoNum type="arabicPeriod"/>
            </a:pPr>
            <a:r>
              <a:rPr lang="en-ID" dirty="0"/>
              <a:t>Nama </a:t>
            </a:r>
            <a:r>
              <a:rPr lang="en-ID" dirty="0" err="1"/>
              <a:t>Lengkap</a:t>
            </a:r>
            <a:endParaRPr lang="en-ID" dirty="0"/>
          </a:p>
          <a:p>
            <a:pPr lvl="1">
              <a:buFont typeface="+mj-lt"/>
              <a:buAutoNum type="arabicPeriod"/>
            </a:pPr>
            <a:r>
              <a:rPr lang="en-ID" dirty="0"/>
              <a:t>Alamat Email</a:t>
            </a:r>
          </a:p>
          <a:p>
            <a:pPr lvl="1">
              <a:buFont typeface="+mj-lt"/>
              <a:buAutoNum type="arabicPeriod"/>
            </a:pPr>
            <a:r>
              <a:rPr lang="en-ID" dirty="0" err="1"/>
              <a:t>Nomor</a:t>
            </a:r>
            <a:r>
              <a:rPr lang="en-ID" dirty="0"/>
              <a:t> HP</a:t>
            </a:r>
          </a:p>
          <a:p>
            <a:pPr lvl="1">
              <a:buFont typeface="+mj-lt"/>
              <a:buAutoNum type="arabicPeriod"/>
            </a:pPr>
            <a:r>
              <a:rPr lang="en-ID" dirty="0" err="1"/>
              <a:t>Usia</a:t>
            </a:r>
            <a:endParaRPr lang="en-ID" dirty="0"/>
          </a:p>
          <a:p>
            <a:pPr lvl="1">
              <a:buFont typeface="+mj-lt"/>
              <a:buAutoNum type="arabicPeriod"/>
            </a:pPr>
            <a:r>
              <a:rPr lang="en-ID" dirty="0" err="1"/>
              <a:t>Jenis</a:t>
            </a:r>
            <a:r>
              <a:rPr lang="en-ID" dirty="0"/>
              <a:t> </a:t>
            </a:r>
            <a:r>
              <a:rPr lang="en-ID" dirty="0" err="1"/>
              <a:t>Kelamin</a:t>
            </a:r>
            <a:endParaRPr lang="en-ID" dirty="0"/>
          </a:p>
          <a:p>
            <a:pPr lvl="1">
              <a:buFont typeface="+mj-lt"/>
              <a:buAutoNum type="arabicPeriod"/>
            </a:pPr>
            <a:r>
              <a:rPr lang="en-ID" dirty="0" err="1"/>
              <a:t>Instansi</a:t>
            </a:r>
            <a:r>
              <a:rPr lang="en-ID" dirty="0"/>
              <a:t> / Universitas</a:t>
            </a:r>
          </a:p>
          <a:p>
            <a:pPr lvl="1">
              <a:buFont typeface="+mj-lt"/>
              <a:buAutoNum type="arabicPeriod"/>
            </a:pPr>
            <a:r>
              <a:rPr lang="en-ID" dirty="0" err="1"/>
              <a:t>Pilihan</a:t>
            </a:r>
            <a:r>
              <a:rPr lang="en-ID" dirty="0"/>
              <a:t> </a:t>
            </a:r>
            <a:r>
              <a:rPr lang="en-ID" dirty="0" err="1"/>
              <a:t>Pelatihan</a:t>
            </a:r>
            <a:r>
              <a:rPr lang="en-ID" dirty="0"/>
              <a:t> yang </a:t>
            </a:r>
            <a:r>
              <a:rPr lang="en-ID" dirty="0" err="1"/>
              <a:t>Diikuti</a:t>
            </a:r>
            <a:endParaRPr lang="en-ID" dirty="0"/>
          </a:p>
          <a:p>
            <a:pPr lvl="1">
              <a:buFont typeface="+mj-lt"/>
              <a:buAutoNum type="arabicPeriod"/>
            </a:pPr>
            <a:r>
              <a:rPr lang="en-ID" dirty="0" err="1"/>
              <a:t>Pengalaman</a:t>
            </a:r>
            <a:r>
              <a:rPr lang="en-ID" dirty="0"/>
              <a:t> </a:t>
            </a:r>
            <a:r>
              <a:rPr lang="en-ID" dirty="0" err="1"/>
              <a:t>Mengikuti</a:t>
            </a:r>
            <a:r>
              <a:rPr lang="en-ID" dirty="0"/>
              <a:t> </a:t>
            </a:r>
            <a:r>
              <a:rPr lang="en-ID" dirty="0" err="1"/>
              <a:t>Pelatihan</a:t>
            </a:r>
            <a:r>
              <a:rPr lang="en-ID" dirty="0"/>
              <a:t> </a:t>
            </a:r>
            <a:r>
              <a:rPr lang="en-ID" dirty="0" err="1"/>
              <a:t>Serupa</a:t>
            </a:r>
            <a:r>
              <a:rPr lang="en-ID" dirty="0"/>
              <a:t> </a:t>
            </a:r>
            <a:r>
              <a:rPr lang="en-ID" dirty="0" err="1"/>
              <a:t>Sebelumnya</a:t>
            </a:r>
            <a:r>
              <a:rPr lang="en-ID" dirty="0"/>
              <a:t> (</a:t>
            </a:r>
            <a:r>
              <a:rPr lang="en-ID" dirty="0" err="1"/>
              <a:t>Ya</a:t>
            </a:r>
            <a:r>
              <a:rPr lang="en-ID" dirty="0"/>
              <a:t> / </a:t>
            </a:r>
            <a:r>
              <a:rPr lang="en-ID" dirty="0" err="1"/>
              <a:t>Tidak</a:t>
            </a:r>
            <a:r>
              <a:rPr lang="en-ID" dirty="0"/>
              <a:t>)</a:t>
            </a:r>
          </a:p>
          <a:p>
            <a:pPr lvl="1">
              <a:buFont typeface="+mj-lt"/>
              <a:buAutoNum type="arabicPeriod"/>
            </a:pPr>
            <a:r>
              <a:rPr lang="en-ID" dirty="0"/>
              <a:t>Jika </a:t>
            </a:r>
            <a:r>
              <a:rPr lang="en-ID" dirty="0" err="1"/>
              <a:t>menjawab</a:t>
            </a:r>
            <a:r>
              <a:rPr lang="en-ID" dirty="0"/>
              <a:t> "</a:t>
            </a:r>
            <a:r>
              <a:rPr lang="en-ID" dirty="0" err="1"/>
              <a:t>Ya</a:t>
            </a:r>
            <a:r>
              <a:rPr lang="en-ID" dirty="0"/>
              <a:t>", </a:t>
            </a:r>
            <a:r>
              <a:rPr lang="en-ID" dirty="0" err="1"/>
              <a:t>sebutkan</a:t>
            </a:r>
            <a:r>
              <a:rPr lang="en-ID" dirty="0"/>
              <a:t> </a:t>
            </a:r>
            <a:r>
              <a:rPr lang="en-ID" dirty="0" err="1"/>
              <a:t>nama</a:t>
            </a:r>
            <a:r>
              <a:rPr lang="en-ID" dirty="0"/>
              <a:t> </a:t>
            </a:r>
            <a:r>
              <a:rPr lang="en-ID" dirty="0" err="1"/>
              <a:t>pelatihannya</a:t>
            </a:r>
            <a:endParaRPr lang="en-ID" dirty="0"/>
          </a:p>
          <a:p>
            <a:pPr lvl="1">
              <a:buFont typeface="+mj-lt"/>
              <a:buAutoNum type="arabicPeriod"/>
            </a:pPr>
            <a:r>
              <a:rPr lang="en-ID" dirty="0" err="1"/>
              <a:t>Tanggal</a:t>
            </a:r>
            <a:r>
              <a:rPr lang="en-ID" dirty="0"/>
              <a:t> </a:t>
            </a:r>
            <a:r>
              <a:rPr lang="en-ID" dirty="0" err="1"/>
              <a:t>Kesediaan</a:t>
            </a:r>
            <a:r>
              <a:rPr lang="en-ID" dirty="0"/>
              <a:t> </a:t>
            </a:r>
            <a:r>
              <a:rPr lang="en-ID" dirty="0" err="1"/>
              <a:t>Mengikuti</a:t>
            </a:r>
            <a:r>
              <a:rPr lang="en-ID" dirty="0"/>
              <a:t> </a:t>
            </a:r>
            <a:r>
              <a:rPr lang="en-ID" dirty="0" err="1"/>
              <a:t>Pelatihan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8230531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41354-D190-4002-8539-9418917A4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91345" cy="1325563"/>
          </a:xfrm>
        </p:spPr>
        <p:txBody>
          <a:bodyPr/>
          <a:lstStyle/>
          <a:p>
            <a:r>
              <a:rPr lang="en-US" dirty="0"/>
              <a:t>Switch Up!</a:t>
            </a:r>
            <a:endParaRPr lang="en-I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58E79C-E5BE-476B-A2CF-10B3AA32E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4700CE-3193-4AC8-BB14-1CB09296A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9920189" cy="4451558"/>
          </a:xfrm>
        </p:spPr>
        <p:txBody>
          <a:bodyPr>
            <a:normAutofit/>
          </a:bodyPr>
          <a:lstStyle/>
          <a:p>
            <a:r>
              <a:rPr lang="en-US" dirty="0"/>
              <a:t>L</a:t>
            </a:r>
            <a:r>
              <a:rPr lang="en-ID" dirty="0" err="1"/>
              <a:t>akukan</a:t>
            </a:r>
            <a:r>
              <a:rPr lang="en-ID" dirty="0"/>
              <a:t> negative testing pada </a:t>
            </a:r>
            <a:r>
              <a:rPr lang="en-ID" dirty="0" err="1"/>
              <a:t>pekerjaan</a:t>
            </a:r>
            <a:r>
              <a:rPr lang="en-ID" dirty="0"/>
              <a:t> </a:t>
            </a:r>
            <a:r>
              <a:rPr lang="en-ID" dirty="0" err="1"/>
              <a:t>rekan</a:t>
            </a:r>
            <a:r>
              <a:rPr lang="en-ID" dirty="0"/>
              <a:t> kalian</a:t>
            </a:r>
          </a:p>
          <a:p>
            <a:r>
              <a:rPr lang="en-ID" dirty="0"/>
              <a:t>Act like an auditor!</a:t>
            </a:r>
          </a:p>
        </p:txBody>
      </p:sp>
    </p:spTree>
    <p:extLst>
      <p:ext uri="{BB962C8B-B14F-4D97-AF65-F5344CB8AC3E}">
        <p14:creationId xmlns:p14="http://schemas.microsoft.com/office/powerpoint/2010/main" val="17467430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296E0-3715-9E62-299F-CC256B3BE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1381"/>
            <a:ext cx="6202680" cy="2852737"/>
          </a:xfrm>
        </p:spPr>
        <p:txBody>
          <a:bodyPr>
            <a:normAutofit/>
          </a:bodyPr>
          <a:lstStyle/>
          <a:p>
            <a:r>
              <a:rPr lang="en-US" dirty="0" err="1"/>
              <a:t>Simulasi</a:t>
            </a:r>
            <a:r>
              <a:rPr lang="en-US" dirty="0"/>
              <a:t> </a:t>
            </a:r>
            <a:r>
              <a:rPr lang="en-US" dirty="0" err="1"/>
              <a:t>ToE</a:t>
            </a:r>
            <a:r>
              <a:rPr lang="en-US" dirty="0"/>
              <a:t> </a:t>
            </a:r>
            <a:r>
              <a:rPr lang="en-US" dirty="0" err="1"/>
              <a:t>AppCon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96F501-400E-88A5-F85E-3E2FB217BF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984024"/>
            <a:ext cx="6202680" cy="1500187"/>
          </a:xfrm>
        </p:spPr>
        <p:txBody>
          <a:bodyPr/>
          <a:lstStyle/>
          <a:p>
            <a:r>
              <a:rPr lang="en-US" dirty="0"/>
              <a:t>Data Validation</a:t>
            </a:r>
          </a:p>
        </p:txBody>
      </p:sp>
    </p:spTree>
    <p:extLst>
      <p:ext uri="{BB962C8B-B14F-4D97-AF65-F5344CB8AC3E}">
        <p14:creationId xmlns:p14="http://schemas.microsoft.com/office/powerpoint/2010/main" val="24427655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2EBC21-090F-E33F-3D52-E61359D1E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9E01FB6-FA00-D079-F036-9E5D75419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Pengujian</a:t>
            </a:r>
            <a:r>
              <a:rPr lang="en-US" dirty="0"/>
              <a:t> </a:t>
            </a:r>
            <a:r>
              <a:rPr lang="en-US" dirty="0" err="1"/>
              <a:t>Pengendalian</a:t>
            </a:r>
            <a:r>
              <a:rPr lang="en-US" dirty="0"/>
              <a:t> </a:t>
            </a:r>
            <a:r>
              <a:rPr lang="en-US" dirty="0" err="1"/>
              <a:t>Aplikasi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5508C9-A76D-D757-C557-B12D3D6D8986}"/>
              </a:ext>
            </a:extLst>
          </p:cNvPr>
          <p:cNvSpPr/>
          <p:nvPr/>
        </p:nvSpPr>
        <p:spPr>
          <a:xfrm>
            <a:off x="455338" y="1100976"/>
            <a:ext cx="2077520" cy="5994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Check Digit</a:t>
            </a:r>
            <a:endParaRPr lang="en-ID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AA3876-1008-8BA1-E209-4BE5770D1809}"/>
              </a:ext>
            </a:extLst>
          </p:cNvPr>
          <p:cNvSpPr txBox="1"/>
          <p:nvPr/>
        </p:nvSpPr>
        <p:spPr>
          <a:xfrm>
            <a:off x="542770" y="1838960"/>
            <a:ext cx="110193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penerapan</a:t>
            </a:r>
            <a:r>
              <a:rPr lang="en-US" dirty="0"/>
              <a:t> Check Digit: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Pemberian</a:t>
            </a:r>
            <a:r>
              <a:rPr lang="en-US" dirty="0"/>
              <a:t> </a:t>
            </a:r>
            <a:r>
              <a:rPr lang="en-US" dirty="0" err="1"/>
              <a:t>nomor</a:t>
            </a:r>
            <a:r>
              <a:rPr lang="en-US" dirty="0"/>
              <a:t> International </a:t>
            </a:r>
            <a:r>
              <a:rPr lang="en-US" dirty="0" err="1"/>
              <a:t>Standar</a:t>
            </a:r>
            <a:r>
              <a:rPr lang="en-US" dirty="0"/>
              <a:t> Book Number (ISBN) </a:t>
            </a:r>
            <a:r>
              <a:rPr lang="en-US" dirty="0" err="1"/>
              <a:t>ditetapkakn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10 digit </a:t>
            </a:r>
            <a:r>
              <a:rPr lang="en-US" dirty="0" err="1"/>
              <a:t>atau</a:t>
            </a:r>
            <a:r>
              <a:rPr lang="en-US" dirty="0"/>
              <a:t> 13 digit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Pada ISBN 13 digit, Digit ke-13 </a:t>
            </a:r>
            <a:r>
              <a:rPr lang="en-US" dirty="0" err="1"/>
              <a:t>adalah</a:t>
            </a:r>
            <a:r>
              <a:rPr lang="en-US" dirty="0"/>
              <a:t> Check Digit</a:t>
            </a:r>
            <a:endParaRPr lang="en-ID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83F7A4-380F-D831-1348-FB2F94EFCF1A}"/>
              </a:ext>
            </a:extLst>
          </p:cNvPr>
          <p:cNvSpPr txBox="1"/>
          <p:nvPr/>
        </p:nvSpPr>
        <p:spPr>
          <a:xfrm>
            <a:off x="542770" y="2799234"/>
            <a:ext cx="11019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ISBN-13: 978-0-306-40615-</a:t>
            </a:r>
            <a:r>
              <a:rPr lang="en-US" b="1" dirty="0">
                <a:solidFill>
                  <a:schemeClr val="accent6"/>
                </a:solidFill>
              </a:rPr>
              <a:t>?</a:t>
            </a:r>
            <a:endParaRPr lang="en-ID" b="1" dirty="0">
              <a:solidFill>
                <a:schemeClr val="accent6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2C3DCB-3716-DC2A-D093-113D0AC8B6E9}"/>
              </a:ext>
            </a:extLst>
          </p:cNvPr>
          <p:cNvSpPr txBox="1"/>
          <p:nvPr/>
        </p:nvSpPr>
        <p:spPr>
          <a:xfrm>
            <a:off x="542770" y="3205510"/>
            <a:ext cx="510620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Formula Check Digit ISBN:</a:t>
            </a:r>
          </a:p>
          <a:p>
            <a:pPr marL="652463" indent="-400050">
              <a:buFont typeface="+mj-lt"/>
              <a:buAutoNum type="romanLcPeriod"/>
            </a:pPr>
            <a:r>
              <a:rPr lang="en-US" dirty="0"/>
              <a:t>a*1 + b*3 + c*1 + d*3 + ……. + l*3 = X</a:t>
            </a:r>
          </a:p>
          <a:p>
            <a:pPr marL="652463" indent="-400050">
              <a:buFont typeface="+mj-lt"/>
              <a:buAutoNum type="romanLcPeriod"/>
            </a:pPr>
            <a:r>
              <a:rPr lang="en-US" dirty="0"/>
              <a:t>X modulus 10 = Y</a:t>
            </a:r>
          </a:p>
          <a:p>
            <a:pPr marL="652463" indent="-400050">
              <a:buFont typeface="+mj-lt"/>
              <a:buAutoNum type="romanLcPeriod"/>
            </a:pPr>
            <a:r>
              <a:rPr lang="en-US" dirty="0"/>
              <a:t>Jika Y = 0 </a:t>
            </a:r>
            <a:r>
              <a:rPr lang="en-US" dirty="0" err="1"/>
              <a:t>maka</a:t>
            </a:r>
            <a:r>
              <a:rPr lang="en-US" dirty="0"/>
              <a:t> check digit = 0</a:t>
            </a:r>
          </a:p>
          <a:p>
            <a:pPr marL="652463" indent="-400050">
              <a:buFont typeface="+mj-lt"/>
              <a:buAutoNum type="romanLcPeriod"/>
            </a:pPr>
            <a:r>
              <a:rPr lang="en-US" dirty="0"/>
              <a:t>Jika Y &lt;&gt; 0 </a:t>
            </a:r>
            <a:r>
              <a:rPr lang="en-US" dirty="0" err="1"/>
              <a:t>maka</a:t>
            </a:r>
            <a:r>
              <a:rPr lang="en-US" dirty="0"/>
              <a:t> check digit = 10 - Y</a:t>
            </a:r>
            <a:endParaRPr lang="en-ID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7F444E-7CBE-2232-BE77-82D67BB819A2}"/>
              </a:ext>
            </a:extLst>
          </p:cNvPr>
          <p:cNvSpPr txBox="1"/>
          <p:nvPr/>
        </p:nvSpPr>
        <p:spPr>
          <a:xfrm>
            <a:off x="6543024" y="3205510"/>
            <a:ext cx="532100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Formula Check Digit ISBN:</a:t>
            </a:r>
          </a:p>
          <a:p>
            <a:pPr marL="652463" indent="-400050">
              <a:buFont typeface="+mj-lt"/>
              <a:buAutoNum type="romanLcPeriod"/>
            </a:pPr>
            <a:r>
              <a:rPr lang="en-US" dirty="0"/>
              <a:t>9*1 + 7*3 + 8*1 + 0*3 + ……. + 5*3 = 93</a:t>
            </a:r>
          </a:p>
          <a:p>
            <a:pPr marL="652463" indent="-400050">
              <a:buFont typeface="+mj-lt"/>
              <a:buAutoNum type="romanLcPeriod"/>
            </a:pPr>
            <a:r>
              <a:rPr lang="en-US" dirty="0"/>
              <a:t>93 modulus 10 = 3</a:t>
            </a:r>
          </a:p>
          <a:p>
            <a:pPr marL="652463" indent="-400050">
              <a:buFont typeface="+mj-lt"/>
              <a:buAutoNum type="romanLcPeriod"/>
            </a:pPr>
            <a:r>
              <a:rPr lang="en-US" strike="sngStrike" dirty="0"/>
              <a:t>Y = 0 </a:t>
            </a:r>
            <a:r>
              <a:rPr lang="en-US" strike="sngStrike" dirty="0" err="1"/>
              <a:t>maka</a:t>
            </a:r>
            <a:r>
              <a:rPr lang="en-US" strike="sngStrike" dirty="0"/>
              <a:t> check digit = 0</a:t>
            </a:r>
          </a:p>
          <a:p>
            <a:pPr marL="652463" indent="-400050">
              <a:buFont typeface="+mj-lt"/>
              <a:buAutoNum type="romanLcPeriod"/>
            </a:pPr>
            <a:r>
              <a:rPr lang="en-US" dirty="0"/>
              <a:t>Y &lt;&gt; 0 </a:t>
            </a:r>
            <a:r>
              <a:rPr lang="en-US" dirty="0" err="1"/>
              <a:t>maka</a:t>
            </a:r>
            <a:r>
              <a:rPr lang="en-US" dirty="0"/>
              <a:t> check digit = 10 – 3 = 7</a:t>
            </a:r>
          </a:p>
          <a:p>
            <a:pPr marL="252413"/>
            <a:r>
              <a:rPr lang="en-US" dirty="0"/>
              <a:t>ISBN-13: 978-8-306-40615-</a:t>
            </a:r>
            <a:r>
              <a:rPr lang="en-US" b="1" dirty="0">
                <a:solidFill>
                  <a:schemeClr val="accent6"/>
                </a:solidFill>
              </a:rPr>
              <a:t>7</a:t>
            </a:r>
            <a:endParaRPr lang="en-ID" b="1" dirty="0">
              <a:solidFill>
                <a:schemeClr val="accent6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16C3345-9A5E-39AA-62BD-7DAD42AC0353}"/>
              </a:ext>
            </a:extLst>
          </p:cNvPr>
          <p:cNvSpPr/>
          <p:nvPr/>
        </p:nvSpPr>
        <p:spPr>
          <a:xfrm>
            <a:off x="3810000" y="2922295"/>
            <a:ext cx="2946400" cy="1928796"/>
          </a:xfrm>
          <a:custGeom>
            <a:avLst/>
            <a:gdLst>
              <a:gd name="connsiteX0" fmla="*/ 0 w 3027680"/>
              <a:gd name="connsiteY0" fmla="*/ 44425 h 1935750"/>
              <a:gd name="connsiteX1" fmla="*/ 2174240 w 3027680"/>
              <a:gd name="connsiteY1" fmla="*/ 217145 h 1935750"/>
              <a:gd name="connsiteX2" fmla="*/ 2733040 w 3027680"/>
              <a:gd name="connsiteY2" fmla="*/ 1741145 h 1935750"/>
              <a:gd name="connsiteX3" fmla="*/ 3027680 w 3027680"/>
              <a:gd name="connsiteY3" fmla="*/ 1883385 h 193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27680" h="1935750">
                <a:moveTo>
                  <a:pt x="0" y="44425"/>
                </a:moveTo>
                <a:cubicBezTo>
                  <a:pt x="859366" y="-10609"/>
                  <a:pt x="1718733" y="-65642"/>
                  <a:pt x="2174240" y="217145"/>
                </a:cubicBezTo>
                <a:cubicBezTo>
                  <a:pt x="2629747" y="499932"/>
                  <a:pt x="2590800" y="1463438"/>
                  <a:pt x="2733040" y="1741145"/>
                </a:cubicBezTo>
                <a:cubicBezTo>
                  <a:pt x="2875280" y="2018852"/>
                  <a:pt x="3002280" y="1932492"/>
                  <a:pt x="3027680" y="1883385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5B10BA-4943-B742-17DF-40381BDC63A7}"/>
              </a:ext>
            </a:extLst>
          </p:cNvPr>
          <p:cNvSpPr/>
          <p:nvPr/>
        </p:nvSpPr>
        <p:spPr>
          <a:xfrm>
            <a:off x="542630" y="4712455"/>
            <a:ext cx="2077520" cy="59944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Pengujian</a:t>
            </a:r>
            <a:endParaRPr lang="en-ID" dirty="0">
              <a:solidFill>
                <a:sysClr val="windowText" lastClr="0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6951B2-58E5-17E7-E888-1F9E7093F0C9}"/>
              </a:ext>
            </a:extLst>
          </p:cNvPr>
          <p:cNvSpPr txBox="1"/>
          <p:nvPr/>
        </p:nvSpPr>
        <p:spPr>
          <a:xfrm>
            <a:off x="630062" y="5387600"/>
            <a:ext cx="11019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Lakukan</a:t>
            </a:r>
            <a:r>
              <a:rPr lang="en-US" dirty="0"/>
              <a:t> </a:t>
            </a:r>
            <a:r>
              <a:rPr lang="en-US" dirty="0" err="1"/>
              <a:t>rekalkulasi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formula excel </a:t>
            </a:r>
            <a:r>
              <a:rPr lang="en-US" dirty="0" err="1"/>
              <a:t>lalu</a:t>
            </a:r>
            <a:r>
              <a:rPr lang="en-US" dirty="0"/>
              <a:t> </a:t>
            </a:r>
            <a:r>
              <a:rPr lang="en-US" dirty="0" err="1"/>
              <a:t>cocokkan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65A6BB-FD78-8E88-BBFC-11C500E5E831}"/>
              </a:ext>
            </a:extLst>
          </p:cNvPr>
          <p:cNvSpPr txBox="1"/>
          <p:nvPr/>
        </p:nvSpPr>
        <p:spPr>
          <a:xfrm>
            <a:off x="630062" y="5757024"/>
            <a:ext cx="3459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venir Next LT Pro Light" panose="020B0304020202020204" pitchFamily="34" charset="0"/>
              </a:rPr>
              <a:t>=LEFT()  =MID()  =RIGHT()  =IF()</a:t>
            </a:r>
            <a:endParaRPr lang="en-ID" dirty="0">
              <a:latin typeface="Avenir Next LT Pro Light" panose="020B03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25DFBC-2E71-8C1A-13F5-228FEB09CB2A}"/>
              </a:ext>
            </a:extLst>
          </p:cNvPr>
          <p:cNvSpPr txBox="1"/>
          <p:nvPr/>
        </p:nvSpPr>
        <p:spPr>
          <a:xfrm rot="775079">
            <a:off x="349234" y="1030566"/>
            <a:ext cx="56137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1</a:t>
            </a:r>
            <a:endParaRPr lang="en-ID" sz="44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834049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9ACD01-F73B-BABB-63C9-3679581EA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678B4B4-946E-11FD-1136-DA57F4F8B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Pengujian</a:t>
            </a:r>
            <a:r>
              <a:rPr lang="en-US" dirty="0"/>
              <a:t> </a:t>
            </a:r>
            <a:r>
              <a:rPr lang="en-US" dirty="0" err="1"/>
              <a:t>Pengendalian</a:t>
            </a:r>
            <a:r>
              <a:rPr lang="en-US" dirty="0"/>
              <a:t> </a:t>
            </a:r>
            <a:r>
              <a:rPr lang="en-US" dirty="0" err="1"/>
              <a:t>Aplikasi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3759C5-550E-C5DD-4C34-5429E9E4F397}"/>
              </a:ext>
            </a:extLst>
          </p:cNvPr>
          <p:cNvSpPr/>
          <p:nvPr/>
        </p:nvSpPr>
        <p:spPr>
          <a:xfrm>
            <a:off x="455338" y="1100976"/>
            <a:ext cx="2077520" cy="5994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Missing Data</a:t>
            </a:r>
            <a:endParaRPr lang="en-ID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3A7C22-7274-A03F-D01E-FF7B70630E4D}"/>
              </a:ext>
            </a:extLst>
          </p:cNvPr>
          <p:cNvSpPr txBox="1"/>
          <p:nvPr/>
        </p:nvSpPr>
        <p:spPr>
          <a:xfrm>
            <a:off x="542770" y="1838960"/>
            <a:ext cx="11019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Pengendalian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ditujukkan</a:t>
            </a:r>
            <a:r>
              <a:rPr lang="en-US" dirty="0"/>
              <a:t> agar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data yang </a:t>
            </a:r>
            <a:r>
              <a:rPr lang="en-US" dirty="0" err="1"/>
              <a:t>kosong</a:t>
            </a:r>
            <a:r>
              <a:rPr lang="en-US" dirty="0"/>
              <a:t> </a:t>
            </a:r>
            <a:r>
              <a:rPr lang="en-US" dirty="0" err="1"/>
              <a:t>ketika</a:t>
            </a:r>
            <a:r>
              <a:rPr lang="en-US" dirty="0"/>
              <a:t> </a:t>
            </a:r>
            <a:r>
              <a:rPr lang="en-US" dirty="0" err="1"/>
              <a:t>diproses</a:t>
            </a:r>
            <a:r>
              <a:rPr lang="en-US" dirty="0"/>
              <a:t>/</a:t>
            </a:r>
            <a:r>
              <a:rPr lang="en-US" dirty="0" err="1"/>
              <a:t>disimpan</a:t>
            </a:r>
            <a:endParaRPr lang="en-ID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CB6BF8-9298-9B57-344B-C795E4974426}"/>
              </a:ext>
            </a:extLst>
          </p:cNvPr>
          <p:cNvSpPr/>
          <p:nvPr/>
        </p:nvSpPr>
        <p:spPr>
          <a:xfrm>
            <a:off x="455338" y="3791836"/>
            <a:ext cx="2077520" cy="59944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Pengujian</a:t>
            </a:r>
            <a:endParaRPr lang="en-ID" dirty="0">
              <a:solidFill>
                <a:sysClr val="windowText" lastClr="0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F98A4C-6647-87E7-2265-BCB97BA6E3F8}"/>
              </a:ext>
            </a:extLst>
          </p:cNvPr>
          <p:cNvSpPr txBox="1"/>
          <p:nvPr/>
        </p:nvSpPr>
        <p:spPr>
          <a:xfrm>
            <a:off x="542770" y="4466981"/>
            <a:ext cx="11019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Lakukan</a:t>
            </a:r>
            <a:r>
              <a:rPr lang="en-US" dirty="0"/>
              <a:t> </a:t>
            </a:r>
            <a:r>
              <a:rPr lang="en-US" dirty="0" err="1"/>
              <a:t>pengujian</a:t>
            </a:r>
            <a:r>
              <a:rPr lang="en-US" dirty="0"/>
              <a:t> </a:t>
            </a:r>
            <a:r>
              <a:rPr lang="en-US" dirty="0" err="1"/>
              <a:t>apakah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data yang </a:t>
            </a:r>
            <a:r>
              <a:rPr lang="en-US" dirty="0" err="1"/>
              <a:t>kosong</a:t>
            </a:r>
            <a:endParaRPr lang="en-ID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12CE69-F489-67D0-8F18-D5B4836AD393}"/>
              </a:ext>
            </a:extLst>
          </p:cNvPr>
          <p:cNvSpPr txBox="1"/>
          <p:nvPr/>
        </p:nvSpPr>
        <p:spPr>
          <a:xfrm>
            <a:off x="542770" y="4836405"/>
            <a:ext cx="4650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venir Next LT Pro Light" panose="020B0304020202020204" pitchFamily="34" charset="0"/>
              </a:rPr>
              <a:t>=COUNT()  =COUNTA()  =COUNTBLANK()</a:t>
            </a:r>
            <a:endParaRPr lang="en-ID" dirty="0">
              <a:latin typeface="Avenir Next LT Pro Light" panose="020B03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6273A4-96C0-5878-AF77-08E3EE011BCE}"/>
              </a:ext>
            </a:extLst>
          </p:cNvPr>
          <p:cNvSpPr txBox="1"/>
          <p:nvPr/>
        </p:nvSpPr>
        <p:spPr>
          <a:xfrm>
            <a:off x="542770" y="2318114"/>
            <a:ext cx="11019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Contoh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Nomor</a:t>
            </a:r>
            <a:r>
              <a:rPr lang="en-ID" dirty="0"/>
              <a:t> Invoice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boleh</a:t>
            </a:r>
            <a:r>
              <a:rPr lang="en-ID" dirty="0"/>
              <a:t> </a:t>
            </a:r>
            <a:r>
              <a:rPr lang="en-ID" dirty="0" err="1"/>
              <a:t>kosong</a:t>
            </a:r>
            <a:r>
              <a:rPr lang="en-ID" dirty="0"/>
              <a:t> pada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transaksi</a:t>
            </a:r>
            <a:r>
              <a:rPr lang="en-ID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0FE100-1903-14AC-F2EC-F5003BD9C13B}"/>
              </a:ext>
            </a:extLst>
          </p:cNvPr>
          <p:cNvSpPr txBox="1"/>
          <p:nvPr/>
        </p:nvSpPr>
        <p:spPr>
          <a:xfrm rot="775079">
            <a:off x="349235" y="1028590"/>
            <a:ext cx="56137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2</a:t>
            </a:r>
            <a:endParaRPr lang="en-ID" sz="44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189064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4B9E5B-FB58-E4D3-52F8-A7159AFC9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8E76510-E791-7C58-B4B9-156A3C418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Pengujian</a:t>
            </a:r>
            <a:r>
              <a:rPr lang="en-US" dirty="0"/>
              <a:t> </a:t>
            </a:r>
            <a:r>
              <a:rPr lang="en-US" dirty="0" err="1"/>
              <a:t>Pengendalian</a:t>
            </a:r>
            <a:r>
              <a:rPr lang="en-US" dirty="0"/>
              <a:t> </a:t>
            </a:r>
            <a:r>
              <a:rPr lang="en-US" dirty="0" err="1"/>
              <a:t>Aplikasi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CB1548-22E2-389D-4AE5-EA6AA45E6016}"/>
              </a:ext>
            </a:extLst>
          </p:cNvPr>
          <p:cNvSpPr/>
          <p:nvPr/>
        </p:nvSpPr>
        <p:spPr>
          <a:xfrm>
            <a:off x="455338" y="1100976"/>
            <a:ext cx="2450422" cy="5994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Numeric-alphabetic</a:t>
            </a:r>
            <a:endParaRPr lang="en-ID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F72C37-60E9-D1C1-9D0B-BF26BEA494B8}"/>
              </a:ext>
            </a:extLst>
          </p:cNvPr>
          <p:cNvSpPr txBox="1"/>
          <p:nvPr/>
        </p:nvSpPr>
        <p:spPr>
          <a:xfrm>
            <a:off x="542770" y="1838960"/>
            <a:ext cx="11019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Pengendalian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ditujukkan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memastikan</a:t>
            </a:r>
            <a:r>
              <a:rPr lang="en-US" dirty="0"/>
              <a:t> format data </a:t>
            </a:r>
            <a:r>
              <a:rPr lang="en-US" dirty="0" err="1"/>
              <a:t>diproses</a:t>
            </a:r>
            <a:r>
              <a:rPr lang="en-US" dirty="0"/>
              <a:t>/</a:t>
            </a:r>
            <a:r>
              <a:rPr lang="en-US" dirty="0" err="1"/>
              <a:t>disimpan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semestinya</a:t>
            </a:r>
            <a:endParaRPr lang="en-ID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4E13F9-2A3B-943A-53B2-D0060921FA87}"/>
              </a:ext>
            </a:extLst>
          </p:cNvPr>
          <p:cNvSpPr/>
          <p:nvPr/>
        </p:nvSpPr>
        <p:spPr>
          <a:xfrm>
            <a:off x="455338" y="2675376"/>
            <a:ext cx="2450422" cy="59944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Pengujian</a:t>
            </a:r>
            <a:endParaRPr lang="en-ID" dirty="0">
              <a:solidFill>
                <a:sysClr val="windowText" lastClr="0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08D962-E2FF-E91A-C10C-F8BC22AEFD39}"/>
              </a:ext>
            </a:extLst>
          </p:cNvPr>
          <p:cNvSpPr txBox="1"/>
          <p:nvPr/>
        </p:nvSpPr>
        <p:spPr>
          <a:xfrm>
            <a:off x="542770" y="3350521"/>
            <a:ext cx="11019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Lakukan</a:t>
            </a:r>
            <a:r>
              <a:rPr lang="en-US" dirty="0"/>
              <a:t> </a:t>
            </a:r>
            <a:r>
              <a:rPr lang="en-US" dirty="0" err="1"/>
              <a:t>pengujian</a:t>
            </a:r>
            <a:r>
              <a:rPr lang="en-US" dirty="0"/>
              <a:t> </a:t>
            </a:r>
            <a:r>
              <a:rPr lang="en-US" dirty="0" err="1"/>
              <a:t>apakah</a:t>
            </a:r>
            <a:r>
              <a:rPr lang="en-US" dirty="0"/>
              <a:t> data yang </a:t>
            </a:r>
            <a:r>
              <a:rPr lang="en-US" dirty="0" err="1"/>
              <a:t>diimpor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formatnya</a:t>
            </a:r>
            <a:endParaRPr lang="en-ID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85E9A0-A7EC-AC0C-1BA2-F12FAC646E81}"/>
              </a:ext>
            </a:extLst>
          </p:cNvPr>
          <p:cNvSpPr txBox="1"/>
          <p:nvPr/>
        </p:nvSpPr>
        <p:spPr>
          <a:xfrm>
            <a:off x="542770" y="3719945"/>
            <a:ext cx="4409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venir Next LT Pro Light" panose="020B0304020202020204" pitchFamily="34" charset="0"/>
              </a:rPr>
              <a:t>=ISNUMBER()  =ISTEXT()  =ISNONTEXT()</a:t>
            </a:r>
            <a:endParaRPr lang="en-ID" dirty="0">
              <a:latin typeface="Avenir Next LT Pro Light" panose="020B03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AE3478-DF6C-5CFE-15A2-513A4962134A}"/>
              </a:ext>
            </a:extLst>
          </p:cNvPr>
          <p:cNvSpPr txBox="1"/>
          <p:nvPr/>
        </p:nvSpPr>
        <p:spPr>
          <a:xfrm>
            <a:off x="542770" y="4423016"/>
            <a:ext cx="110193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menguji</a:t>
            </a:r>
            <a:r>
              <a:rPr lang="en-US" dirty="0"/>
              <a:t> </a:t>
            </a:r>
            <a:r>
              <a:rPr lang="en-US" dirty="0" err="1"/>
              <a:t>kolom</a:t>
            </a:r>
            <a:r>
              <a:rPr lang="en-US" dirty="0"/>
              <a:t> numeric </a:t>
            </a:r>
            <a:r>
              <a:rPr lang="en-US" dirty="0" err="1"/>
              <a:t>dapat</a:t>
            </a:r>
            <a:r>
              <a:rPr lang="en-US" dirty="0"/>
              <a:t> juga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operasi</a:t>
            </a:r>
            <a:r>
              <a:rPr lang="en-US" dirty="0"/>
              <a:t> </a:t>
            </a:r>
            <a:r>
              <a:rPr lang="en-US" dirty="0" err="1"/>
              <a:t>matematika</a:t>
            </a:r>
            <a:r>
              <a:rPr lang="en-US" dirty="0"/>
              <a:t> pada salah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sel</a:t>
            </a:r>
            <a:r>
              <a:rPr lang="en-US" dirty="0"/>
              <a:t> pada </a:t>
            </a:r>
            <a:r>
              <a:rPr lang="en-US" dirty="0" err="1"/>
              <a:t>kolom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. </a:t>
            </a:r>
            <a:r>
              <a:rPr lang="en-US" dirty="0" err="1"/>
              <a:t>Bila</a:t>
            </a:r>
            <a:r>
              <a:rPr lang="en-US" dirty="0"/>
              <a:t> </a:t>
            </a:r>
            <a:r>
              <a:rPr lang="en-US" dirty="0" err="1"/>
              <a:t>terjadi</a:t>
            </a:r>
            <a:r>
              <a:rPr lang="en-US" dirty="0"/>
              <a:t> error </a:t>
            </a:r>
            <a:r>
              <a:rPr lang="en-US" dirty="0" err="1"/>
              <a:t>berarti</a:t>
            </a:r>
            <a:r>
              <a:rPr lang="en-US" dirty="0"/>
              <a:t> format </a:t>
            </a:r>
            <a:r>
              <a:rPr lang="en-US" dirty="0" err="1"/>
              <a:t>kolom</a:t>
            </a:r>
            <a:r>
              <a:rPr lang="en-US" dirty="0"/>
              <a:t> </a:t>
            </a:r>
            <a:r>
              <a:rPr lang="en-US" dirty="0" err="1"/>
              <a:t>bukan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numeric dan </a:t>
            </a:r>
            <a:r>
              <a:rPr lang="en-US" dirty="0" err="1"/>
              <a:t>perlu</a:t>
            </a:r>
            <a:r>
              <a:rPr lang="en-US" dirty="0"/>
              <a:t> </a:t>
            </a:r>
            <a:r>
              <a:rPr lang="en-US" dirty="0" err="1"/>
              <a:t>penanganan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lanjut</a:t>
            </a:r>
            <a:endParaRPr lang="en-ID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1C9B46-A029-F39C-7D06-62A9C55885A9}"/>
              </a:ext>
            </a:extLst>
          </p:cNvPr>
          <p:cNvSpPr txBox="1"/>
          <p:nvPr/>
        </p:nvSpPr>
        <p:spPr>
          <a:xfrm rot="775079">
            <a:off x="262084" y="1009111"/>
            <a:ext cx="56137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3</a:t>
            </a:r>
            <a:endParaRPr lang="en-ID" sz="44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182658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244471-2E44-9BB5-A221-9046EAF25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4E973A7-0CE7-0233-1E57-FBCD180DE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Pengujian</a:t>
            </a:r>
            <a:r>
              <a:rPr lang="en-US" dirty="0"/>
              <a:t> </a:t>
            </a:r>
            <a:r>
              <a:rPr lang="en-US" dirty="0" err="1"/>
              <a:t>Pengendalian</a:t>
            </a:r>
            <a:r>
              <a:rPr lang="en-US" dirty="0"/>
              <a:t> </a:t>
            </a:r>
            <a:r>
              <a:rPr lang="en-US" dirty="0" err="1"/>
              <a:t>Aplikasi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DD8617-BE44-1C61-F733-7763C74D016A}"/>
              </a:ext>
            </a:extLst>
          </p:cNvPr>
          <p:cNvSpPr/>
          <p:nvPr/>
        </p:nvSpPr>
        <p:spPr>
          <a:xfrm>
            <a:off x="455338" y="1100976"/>
            <a:ext cx="2206708" cy="5994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Limit Check</a:t>
            </a:r>
            <a:endParaRPr lang="en-ID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95A8FF-6030-1665-0342-3A14D689A85A}"/>
              </a:ext>
            </a:extLst>
          </p:cNvPr>
          <p:cNvSpPr txBox="1"/>
          <p:nvPr/>
        </p:nvSpPr>
        <p:spPr>
          <a:xfrm>
            <a:off x="542770" y="1838960"/>
            <a:ext cx="11019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Pengendalian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ditujukkan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memastikan</a:t>
            </a:r>
            <a:r>
              <a:rPr lang="en-US" dirty="0"/>
              <a:t> </a:t>
            </a:r>
            <a:r>
              <a:rPr lang="en-US" dirty="0" err="1"/>
              <a:t>bahwa</a:t>
            </a:r>
            <a:r>
              <a:rPr lang="en-US" dirty="0"/>
              <a:t> data yang di-input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kurang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batas</a:t>
            </a:r>
            <a:r>
              <a:rPr lang="en-US" dirty="0"/>
              <a:t> minimal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melebihi</a:t>
            </a:r>
            <a:r>
              <a:rPr lang="en-US" dirty="0"/>
              <a:t> </a:t>
            </a:r>
            <a:r>
              <a:rPr lang="en-US" dirty="0" err="1"/>
              <a:t>batas</a:t>
            </a:r>
            <a:r>
              <a:rPr lang="en-US" dirty="0"/>
              <a:t> </a:t>
            </a:r>
            <a:r>
              <a:rPr lang="en-US" dirty="0" err="1"/>
              <a:t>maksimal</a:t>
            </a:r>
            <a:endParaRPr lang="en-ID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162A2F-EEC1-FB4C-6C81-0A4E67000565}"/>
              </a:ext>
            </a:extLst>
          </p:cNvPr>
          <p:cNvSpPr/>
          <p:nvPr/>
        </p:nvSpPr>
        <p:spPr>
          <a:xfrm>
            <a:off x="455338" y="3884261"/>
            <a:ext cx="2206708" cy="59944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Pengujian</a:t>
            </a:r>
            <a:endParaRPr lang="en-ID" dirty="0">
              <a:solidFill>
                <a:sysClr val="windowText" lastClr="0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1C897A-86A9-D078-E6B1-8CE6E3676766}"/>
              </a:ext>
            </a:extLst>
          </p:cNvPr>
          <p:cNvSpPr txBox="1"/>
          <p:nvPr/>
        </p:nvSpPr>
        <p:spPr>
          <a:xfrm>
            <a:off x="542770" y="4559406"/>
            <a:ext cx="11019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Lakukan</a:t>
            </a:r>
            <a:r>
              <a:rPr lang="en-US" dirty="0"/>
              <a:t> </a:t>
            </a:r>
            <a:r>
              <a:rPr lang="en-US" dirty="0" err="1"/>
              <a:t>pengujian</a:t>
            </a:r>
            <a:r>
              <a:rPr lang="en-US" dirty="0"/>
              <a:t> </a:t>
            </a:r>
            <a:r>
              <a:rPr lang="en-US" dirty="0" err="1"/>
              <a:t>apakah</a:t>
            </a:r>
            <a:r>
              <a:rPr lang="en-US" dirty="0"/>
              <a:t> data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limitnya</a:t>
            </a:r>
            <a:endParaRPr lang="en-ID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BD6641-F9EA-C46C-76FE-5F4D97EC36C8}"/>
              </a:ext>
            </a:extLst>
          </p:cNvPr>
          <p:cNvSpPr txBox="1"/>
          <p:nvPr/>
        </p:nvSpPr>
        <p:spPr>
          <a:xfrm>
            <a:off x="542770" y="4928830"/>
            <a:ext cx="5069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venir Next LT Pro Light" panose="020B0304020202020204" pitchFamily="34" charset="0"/>
              </a:rPr>
              <a:t>=IF()   &lt;  &gt;  &lt;=  &gt;=   FILTER/ADVANCED FILTER</a:t>
            </a:r>
            <a:endParaRPr lang="en-ID" dirty="0">
              <a:latin typeface="Avenir Next LT Pro Light" panose="020B03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10BE88-0942-5127-17B7-893A0DF0A10F}"/>
              </a:ext>
            </a:extLst>
          </p:cNvPr>
          <p:cNvSpPr txBox="1"/>
          <p:nvPr/>
        </p:nvSpPr>
        <p:spPr>
          <a:xfrm>
            <a:off x="542770" y="2662488"/>
            <a:ext cx="11019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Contoh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transaksi</a:t>
            </a:r>
            <a:r>
              <a:rPr lang="en-ID" dirty="0"/>
              <a:t> yang </a:t>
            </a:r>
            <a:r>
              <a:rPr lang="en-ID" dirty="0" err="1"/>
              <a:t>dilakukan</a:t>
            </a:r>
            <a:r>
              <a:rPr lang="en-ID" dirty="0"/>
              <a:t> oleh </a:t>
            </a:r>
            <a:r>
              <a:rPr lang="en-ID" dirty="0" err="1"/>
              <a:t>staf</a:t>
            </a:r>
            <a:r>
              <a:rPr lang="en-ID" dirty="0"/>
              <a:t> </a:t>
            </a:r>
            <a:r>
              <a:rPr lang="en-ID" dirty="0" err="1"/>
              <a:t>penjualan</a:t>
            </a:r>
            <a:r>
              <a:rPr lang="en-ID" dirty="0"/>
              <a:t> </a:t>
            </a:r>
            <a:r>
              <a:rPr lang="en-ID" dirty="0" err="1"/>
              <a:t>maksimal</a:t>
            </a:r>
            <a:r>
              <a:rPr lang="en-ID" dirty="0"/>
              <a:t> </a:t>
            </a:r>
            <a:r>
              <a:rPr lang="en-ID" dirty="0" err="1"/>
              <a:t>bernilai</a:t>
            </a:r>
            <a:r>
              <a:rPr lang="en-ID" dirty="0"/>
              <a:t> Rp20.000.000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A6ADDB-11F6-B2CA-F659-98F3BA8D53E4}"/>
              </a:ext>
            </a:extLst>
          </p:cNvPr>
          <p:cNvSpPr txBox="1"/>
          <p:nvPr/>
        </p:nvSpPr>
        <p:spPr>
          <a:xfrm rot="775079">
            <a:off x="349235" y="1121722"/>
            <a:ext cx="56137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4</a:t>
            </a:r>
            <a:endParaRPr lang="en-ID" sz="44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286533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55E453-BB20-6FD2-98BE-9B94106D9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60FDDF7-E704-1805-BA5E-B5943E031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Pengujian</a:t>
            </a:r>
            <a:r>
              <a:rPr lang="en-US" dirty="0"/>
              <a:t> </a:t>
            </a:r>
            <a:r>
              <a:rPr lang="en-US" dirty="0" err="1"/>
              <a:t>Pengendalian</a:t>
            </a:r>
            <a:r>
              <a:rPr lang="en-US" dirty="0"/>
              <a:t> </a:t>
            </a:r>
            <a:r>
              <a:rPr lang="en-US" dirty="0" err="1"/>
              <a:t>Aplikasi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9B1972-4B8E-46E7-8FAE-34B2D74914AC}"/>
              </a:ext>
            </a:extLst>
          </p:cNvPr>
          <p:cNvSpPr/>
          <p:nvPr/>
        </p:nvSpPr>
        <p:spPr>
          <a:xfrm>
            <a:off x="455338" y="1100976"/>
            <a:ext cx="2206708" cy="5994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Range Check</a:t>
            </a:r>
            <a:endParaRPr lang="en-ID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BF1019-B2BE-045E-AA37-BA9EE0893275}"/>
              </a:ext>
            </a:extLst>
          </p:cNvPr>
          <p:cNvSpPr txBox="1"/>
          <p:nvPr/>
        </p:nvSpPr>
        <p:spPr>
          <a:xfrm>
            <a:off x="542770" y="1838960"/>
            <a:ext cx="11019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Pengendalian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ditujukkan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memastikan</a:t>
            </a:r>
            <a:r>
              <a:rPr lang="en-US" dirty="0"/>
              <a:t> </a:t>
            </a:r>
            <a:r>
              <a:rPr lang="en-US" dirty="0" err="1"/>
              <a:t>bahwa</a:t>
            </a:r>
            <a:r>
              <a:rPr lang="en-US" dirty="0"/>
              <a:t> data yang di-input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kurang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batas</a:t>
            </a:r>
            <a:r>
              <a:rPr lang="en-US" dirty="0"/>
              <a:t> minimal dan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melebihi</a:t>
            </a:r>
            <a:r>
              <a:rPr lang="en-US" dirty="0"/>
              <a:t> </a:t>
            </a:r>
            <a:r>
              <a:rPr lang="en-US" dirty="0" err="1"/>
              <a:t>batas</a:t>
            </a:r>
            <a:r>
              <a:rPr lang="en-US" dirty="0"/>
              <a:t> </a:t>
            </a:r>
            <a:r>
              <a:rPr lang="en-US" dirty="0" err="1"/>
              <a:t>maksimal</a:t>
            </a:r>
            <a:endParaRPr lang="en-ID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E99428-DB31-88F8-7BD4-63C797F4DBED}"/>
              </a:ext>
            </a:extLst>
          </p:cNvPr>
          <p:cNvSpPr/>
          <p:nvPr/>
        </p:nvSpPr>
        <p:spPr>
          <a:xfrm>
            <a:off x="455338" y="3874256"/>
            <a:ext cx="2206708" cy="59944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Pengujian</a:t>
            </a:r>
            <a:endParaRPr lang="en-ID" dirty="0">
              <a:solidFill>
                <a:sysClr val="windowText" lastClr="0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2F25F3-606E-7195-AD49-39ED0FE7F5DE}"/>
              </a:ext>
            </a:extLst>
          </p:cNvPr>
          <p:cNvSpPr txBox="1"/>
          <p:nvPr/>
        </p:nvSpPr>
        <p:spPr>
          <a:xfrm>
            <a:off x="542770" y="4549401"/>
            <a:ext cx="11019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Lakukan</a:t>
            </a:r>
            <a:r>
              <a:rPr lang="en-US" dirty="0"/>
              <a:t> </a:t>
            </a:r>
            <a:r>
              <a:rPr lang="en-US" dirty="0" err="1"/>
              <a:t>pengujian</a:t>
            </a:r>
            <a:r>
              <a:rPr lang="en-US" dirty="0"/>
              <a:t> </a:t>
            </a:r>
            <a:r>
              <a:rPr lang="en-US" dirty="0" err="1"/>
              <a:t>apakah</a:t>
            </a:r>
            <a:r>
              <a:rPr lang="en-US" dirty="0"/>
              <a:t> data yang </a:t>
            </a:r>
            <a:r>
              <a:rPr lang="en-US" dirty="0" err="1"/>
              <a:t>diimpor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range-</a:t>
            </a:r>
            <a:r>
              <a:rPr lang="en-US" dirty="0" err="1"/>
              <a:t>nya</a:t>
            </a:r>
            <a:endParaRPr lang="en-ID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165E85-6117-2AD6-BEA5-3C045C3C93DC}"/>
              </a:ext>
            </a:extLst>
          </p:cNvPr>
          <p:cNvSpPr txBox="1"/>
          <p:nvPr/>
        </p:nvSpPr>
        <p:spPr>
          <a:xfrm>
            <a:off x="542770" y="4918825"/>
            <a:ext cx="5665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venir Next LT Pro Light" panose="020B0304020202020204" pitchFamily="34" charset="0"/>
              </a:rPr>
              <a:t>=IF  =AND  &lt;  &gt;  &lt;=  &gt;=   FILTER/ADVANCED FILTER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262B82-C578-6F64-98D0-0B3FD94C2786}"/>
              </a:ext>
            </a:extLst>
          </p:cNvPr>
          <p:cNvSpPr txBox="1"/>
          <p:nvPr/>
        </p:nvSpPr>
        <p:spPr>
          <a:xfrm>
            <a:off x="542770" y="2661255"/>
            <a:ext cx="11019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Contoh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Batas </a:t>
            </a:r>
            <a:r>
              <a:rPr lang="en-ID" dirty="0" err="1"/>
              <a:t>usia</a:t>
            </a:r>
            <a:r>
              <a:rPr lang="en-ID" dirty="0"/>
              <a:t> </a:t>
            </a:r>
            <a:r>
              <a:rPr lang="en-ID" dirty="0" err="1"/>
              <a:t>pendaftar</a:t>
            </a:r>
            <a:r>
              <a:rPr lang="en-ID" dirty="0"/>
              <a:t> </a:t>
            </a:r>
            <a:r>
              <a:rPr lang="en-ID" dirty="0" err="1"/>
              <a:t>ujian</a:t>
            </a:r>
            <a:r>
              <a:rPr lang="en-ID" dirty="0"/>
              <a:t> </a:t>
            </a:r>
            <a:r>
              <a:rPr lang="en-ID" dirty="0" err="1"/>
              <a:t>saringan</a:t>
            </a:r>
            <a:r>
              <a:rPr lang="en-ID" dirty="0"/>
              <a:t> </a:t>
            </a:r>
            <a:r>
              <a:rPr lang="en-ID" dirty="0" err="1"/>
              <a:t>masuk</a:t>
            </a:r>
            <a:r>
              <a:rPr lang="en-ID" dirty="0"/>
              <a:t> STAN </a:t>
            </a:r>
            <a:r>
              <a:rPr lang="en-ID" dirty="0" err="1"/>
              <a:t>adalah</a:t>
            </a:r>
            <a:r>
              <a:rPr lang="en-ID" dirty="0"/>
              <a:t> 17 (minimal) dan 21 </a:t>
            </a:r>
            <a:r>
              <a:rPr lang="en-ID" dirty="0" err="1"/>
              <a:t>tahun</a:t>
            </a:r>
            <a:r>
              <a:rPr lang="en-ID" dirty="0"/>
              <a:t> (</a:t>
            </a:r>
            <a:r>
              <a:rPr lang="en-ID" dirty="0" err="1"/>
              <a:t>maksimal</a:t>
            </a:r>
            <a:r>
              <a:rPr lang="en-ID" dirty="0"/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D9FA00-4B02-7AAF-0D4D-C9091A60916E}"/>
              </a:ext>
            </a:extLst>
          </p:cNvPr>
          <p:cNvSpPr txBox="1"/>
          <p:nvPr/>
        </p:nvSpPr>
        <p:spPr>
          <a:xfrm rot="775079">
            <a:off x="349235" y="1028590"/>
            <a:ext cx="56137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5</a:t>
            </a:r>
            <a:endParaRPr lang="en-ID" sz="44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760588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53198-7AC3-0083-472F-F0D20AA80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A0F672E-95DC-2A13-68F9-BD77B574B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Pengujian</a:t>
            </a:r>
            <a:r>
              <a:rPr lang="en-US" dirty="0"/>
              <a:t> </a:t>
            </a:r>
            <a:r>
              <a:rPr lang="en-US" dirty="0" err="1"/>
              <a:t>Pengendalian</a:t>
            </a:r>
            <a:r>
              <a:rPr lang="en-US" dirty="0"/>
              <a:t> </a:t>
            </a:r>
            <a:r>
              <a:rPr lang="en-US" dirty="0" err="1"/>
              <a:t>Aplikasi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362BCC-30D8-AC24-B399-854F65694853}"/>
              </a:ext>
            </a:extLst>
          </p:cNvPr>
          <p:cNvSpPr/>
          <p:nvPr/>
        </p:nvSpPr>
        <p:spPr>
          <a:xfrm>
            <a:off x="455338" y="1100976"/>
            <a:ext cx="2206708" cy="5994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Validity Check</a:t>
            </a:r>
            <a:endParaRPr lang="en-ID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9EBF73-6D16-C4E5-4784-398839F31484}"/>
              </a:ext>
            </a:extLst>
          </p:cNvPr>
          <p:cNvSpPr txBox="1"/>
          <p:nvPr/>
        </p:nvSpPr>
        <p:spPr>
          <a:xfrm>
            <a:off x="542770" y="1838960"/>
            <a:ext cx="11019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Pengendalian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ditujukkan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memastikan</a:t>
            </a:r>
            <a:r>
              <a:rPr lang="en-US" dirty="0"/>
              <a:t> </a:t>
            </a:r>
            <a:r>
              <a:rPr lang="en-US" dirty="0" err="1"/>
              <a:t>bahwa</a:t>
            </a:r>
            <a:r>
              <a:rPr lang="en-US" dirty="0"/>
              <a:t> data yang di-input/proses/</a:t>
            </a:r>
            <a:r>
              <a:rPr lang="en-US" dirty="0" err="1"/>
              <a:t>simpan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referensi</a:t>
            </a:r>
            <a:r>
              <a:rPr lang="en-US" dirty="0"/>
              <a:t> yang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ditetapkan</a:t>
            </a:r>
            <a:endParaRPr lang="en-ID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977BCD-C607-4E5D-7AC5-69FA52B486E1}"/>
              </a:ext>
            </a:extLst>
          </p:cNvPr>
          <p:cNvSpPr/>
          <p:nvPr/>
        </p:nvSpPr>
        <p:spPr>
          <a:xfrm>
            <a:off x="455338" y="4001870"/>
            <a:ext cx="2206708" cy="59944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Pengujian</a:t>
            </a:r>
            <a:endParaRPr lang="en-ID" dirty="0">
              <a:solidFill>
                <a:sysClr val="windowText" lastClr="0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3664A5-EEC7-042D-E44A-C5D222DDEBB8}"/>
              </a:ext>
            </a:extLst>
          </p:cNvPr>
          <p:cNvSpPr txBox="1"/>
          <p:nvPr/>
        </p:nvSpPr>
        <p:spPr>
          <a:xfrm>
            <a:off x="542770" y="4677015"/>
            <a:ext cx="11019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Lakukan</a:t>
            </a:r>
            <a:r>
              <a:rPr lang="en-US" dirty="0"/>
              <a:t> </a:t>
            </a:r>
            <a:r>
              <a:rPr lang="en-US" dirty="0" err="1"/>
              <a:t>pengujian</a:t>
            </a:r>
            <a:r>
              <a:rPr lang="en-US" dirty="0"/>
              <a:t> </a:t>
            </a:r>
            <a:r>
              <a:rPr lang="en-US" dirty="0" err="1"/>
              <a:t>apakah</a:t>
            </a:r>
            <a:r>
              <a:rPr lang="en-US" dirty="0"/>
              <a:t> data yang </a:t>
            </a:r>
            <a:r>
              <a:rPr lang="en-US" dirty="0" err="1"/>
              <a:t>diimpor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range-</a:t>
            </a:r>
            <a:r>
              <a:rPr lang="en-US" dirty="0" err="1"/>
              <a:t>nya</a:t>
            </a:r>
            <a:endParaRPr lang="en-ID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9D0EFF-8A55-3CAE-EDB0-037193F59DBF}"/>
              </a:ext>
            </a:extLst>
          </p:cNvPr>
          <p:cNvSpPr txBox="1"/>
          <p:nvPr/>
        </p:nvSpPr>
        <p:spPr>
          <a:xfrm>
            <a:off x="542770" y="5046439"/>
            <a:ext cx="2693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venir Next LT Pro Light" panose="020B0304020202020204" pitchFamily="34" charset="0"/>
              </a:rPr>
              <a:t>=IF  =AND  &lt;  &gt;  &lt;=  &gt;=</a:t>
            </a:r>
            <a:endParaRPr lang="en-ID" dirty="0">
              <a:latin typeface="Avenir Next LT Pro Light" panose="020B03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F2B7CE-9ABC-7C5A-7068-A9300451DA99}"/>
              </a:ext>
            </a:extLst>
          </p:cNvPr>
          <p:cNvSpPr txBox="1"/>
          <p:nvPr/>
        </p:nvSpPr>
        <p:spPr>
          <a:xfrm>
            <a:off x="542770" y="2548187"/>
            <a:ext cx="110193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Contoh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Transaksi</a:t>
            </a:r>
            <a:r>
              <a:rPr lang="en-ID" dirty="0"/>
              <a:t> </a:t>
            </a:r>
            <a:r>
              <a:rPr lang="en-ID" dirty="0" err="1"/>
              <a:t>dilakukan</a:t>
            </a:r>
            <a:r>
              <a:rPr lang="en-ID" dirty="0"/>
              <a:t> oleh </a:t>
            </a:r>
            <a:r>
              <a:rPr lang="en-ID" dirty="0" err="1"/>
              <a:t>pegawai</a:t>
            </a:r>
            <a:r>
              <a:rPr lang="en-ID" dirty="0"/>
              <a:t> yang </a:t>
            </a:r>
            <a:r>
              <a:rPr lang="en-ID" dirty="0" err="1"/>
              <a:t>terdaftar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daftar </a:t>
            </a:r>
            <a:r>
              <a:rPr lang="en-ID" dirty="0" err="1"/>
              <a:t>pegawai</a:t>
            </a:r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Kode </a:t>
            </a:r>
            <a:r>
              <a:rPr lang="en-ID" dirty="0" err="1"/>
              <a:t>akun</a:t>
            </a:r>
            <a:r>
              <a:rPr lang="en-ID" dirty="0"/>
              <a:t> yang </a:t>
            </a:r>
            <a:r>
              <a:rPr lang="en-ID" dirty="0" err="1"/>
              <a:t>diinput</a:t>
            </a:r>
            <a:r>
              <a:rPr lang="en-ID" dirty="0"/>
              <a:t> </a:t>
            </a:r>
            <a:r>
              <a:rPr lang="en-ID" dirty="0" err="1"/>
              <a:t>sesuai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Chart of Account </a:t>
            </a:r>
            <a:r>
              <a:rPr lang="en-ID" dirty="0" err="1"/>
              <a:t>perusahaan</a:t>
            </a:r>
            <a:endParaRPr lang="en-ID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CC0D14-2DF3-1BC6-F65B-F09A6CFF94B2}"/>
              </a:ext>
            </a:extLst>
          </p:cNvPr>
          <p:cNvSpPr txBox="1"/>
          <p:nvPr/>
        </p:nvSpPr>
        <p:spPr>
          <a:xfrm rot="775079">
            <a:off x="262082" y="1049091"/>
            <a:ext cx="56137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6</a:t>
            </a:r>
            <a:endParaRPr lang="en-ID" sz="44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273383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F5EC7C-BB35-F00D-21B1-6F5D382BF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4110B9B-F329-5621-174C-FE8802EB0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Pengujian</a:t>
            </a:r>
            <a:r>
              <a:rPr lang="en-US" dirty="0"/>
              <a:t> </a:t>
            </a:r>
            <a:r>
              <a:rPr lang="en-US" dirty="0" err="1"/>
              <a:t>Pengendalian</a:t>
            </a:r>
            <a:r>
              <a:rPr lang="en-US" dirty="0"/>
              <a:t> </a:t>
            </a:r>
            <a:r>
              <a:rPr lang="en-US" dirty="0" err="1"/>
              <a:t>Aplikasi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9976A9-412E-39A2-6A6B-44A0E22BC8B3}"/>
              </a:ext>
            </a:extLst>
          </p:cNvPr>
          <p:cNvSpPr/>
          <p:nvPr/>
        </p:nvSpPr>
        <p:spPr>
          <a:xfrm>
            <a:off x="455338" y="1100976"/>
            <a:ext cx="2328502" cy="5994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Reasonableness</a:t>
            </a:r>
            <a:endParaRPr lang="en-ID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6726C2-9CC7-8EBD-A2AF-FE33FEEE4A87}"/>
              </a:ext>
            </a:extLst>
          </p:cNvPr>
          <p:cNvSpPr txBox="1"/>
          <p:nvPr/>
        </p:nvSpPr>
        <p:spPr>
          <a:xfrm>
            <a:off x="542770" y="1838960"/>
            <a:ext cx="11019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Menguji</a:t>
            </a:r>
            <a:r>
              <a:rPr lang="en-US" dirty="0"/>
              <a:t> </a:t>
            </a:r>
            <a:r>
              <a:rPr lang="en-US" dirty="0" err="1"/>
              <a:t>kewajaran</a:t>
            </a:r>
            <a:r>
              <a:rPr lang="en-US" dirty="0"/>
              <a:t> </a:t>
            </a:r>
            <a:r>
              <a:rPr lang="en-US" dirty="0" err="1"/>
              <a:t>isi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data</a:t>
            </a:r>
            <a:endParaRPr lang="en-ID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DBEA18-1E6E-BAB9-D85E-504FA63F19DB}"/>
              </a:ext>
            </a:extLst>
          </p:cNvPr>
          <p:cNvSpPr/>
          <p:nvPr/>
        </p:nvSpPr>
        <p:spPr>
          <a:xfrm>
            <a:off x="455338" y="4001870"/>
            <a:ext cx="2328502" cy="59944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Pengujian</a:t>
            </a:r>
            <a:endParaRPr lang="en-ID" dirty="0">
              <a:solidFill>
                <a:sysClr val="windowText" lastClr="0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A183F4-F2E8-D1B1-C9A8-4ED1F19285B0}"/>
              </a:ext>
            </a:extLst>
          </p:cNvPr>
          <p:cNvSpPr txBox="1"/>
          <p:nvPr/>
        </p:nvSpPr>
        <p:spPr>
          <a:xfrm>
            <a:off x="542770" y="4677015"/>
            <a:ext cx="11019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Lakukan</a:t>
            </a:r>
            <a:r>
              <a:rPr lang="en-US" dirty="0"/>
              <a:t> </a:t>
            </a:r>
            <a:r>
              <a:rPr lang="en-US" dirty="0" err="1"/>
              <a:t>pengujian</a:t>
            </a:r>
            <a:r>
              <a:rPr lang="en-US" dirty="0"/>
              <a:t> </a:t>
            </a:r>
            <a:r>
              <a:rPr lang="en-US" dirty="0" err="1"/>
              <a:t>terbalik</a:t>
            </a:r>
            <a:r>
              <a:rPr lang="en-US" dirty="0"/>
              <a:t> </a:t>
            </a:r>
            <a:r>
              <a:rPr lang="en-US" dirty="0" err="1"/>
              <a:t>atas</a:t>
            </a:r>
            <a:r>
              <a:rPr lang="en-US" dirty="0"/>
              <a:t> </a:t>
            </a:r>
            <a:r>
              <a:rPr lang="en-US" dirty="0" err="1"/>
              <a:t>logika</a:t>
            </a:r>
            <a:r>
              <a:rPr lang="en-US" dirty="0"/>
              <a:t> </a:t>
            </a:r>
            <a:r>
              <a:rPr lang="en-US" dirty="0" err="1"/>
              <a:t>kewajaran</a:t>
            </a:r>
            <a:r>
              <a:rPr lang="en-US" dirty="0"/>
              <a:t> data</a:t>
            </a:r>
            <a:endParaRPr lang="en-ID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DA74DF-264F-1C97-55A0-CB29D449C4B4}"/>
              </a:ext>
            </a:extLst>
          </p:cNvPr>
          <p:cNvSpPr txBox="1"/>
          <p:nvPr/>
        </p:nvSpPr>
        <p:spPr>
          <a:xfrm>
            <a:off x="542770" y="5046439"/>
            <a:ext cx="3009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venir Next LT Pro Light" panose="020B0304020202020204" pitchFamily="34" charset="0"/>
              </a:rPr>
              <a:t>=IF  =AND  &lt;  &gt;  &lt;=  &gt;= </a:t>
            </a:r>
            <a:r>
              <a:rPr lang="en-US" dirty="0" err="1">
                <a:latin typeface="Avenir Next LT Pro Light" panose="020B0304020202020204" pitchFamily="34" charset="0"/>
              </a:rPr>
              <a:t>dll</a:t>
            </a:r>
            <a:endParaRPr lang="en-ID" dirty="0">
              <a:latin typeface="Avenir Next LT Pro Light" panose="020B03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F64E2C-C5F5-2EF8-3D43-A601A93DD310}"/>
              </a:ext>
            </a:extLst>
          </p:cNvPr>
          <p:cNvSpPr txBox="1"/>
          <p:nvPr/>
        </p:nvSpPr>
        <p:spPr>
          <a:xfrm>
            <a:off x="542770" y="2548187"/>
            <a:ext cx="110193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Contoh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Tanggal</a:t>
            </a:r>
            <a:r>
              <a:rPr lang="en-ID" dirty="0"/>
              <a:t> </a:t>
            </a:r>
            <a:r>
              <a:rPr lang="en-ID" dirty="0" err="1"/>
              <a:t>pengiriman</a:t>
            </a:r>
            <a:r>
              <a:rPr lang="en-ID" dirty="0"/>
              <a:t> </a:t>
            </a:r>
            <a:r>
              <a:rPr lang="en-ID" dirty="0" err="1"/>
              <a:t>barang</a:t>
            </a:r>
            <a:r>
              <a:rPr lang="en-ID" dirty="0"/>
              <a:t> </a:t>
            </a:r>
            <a:r>
              <a:rPr lang="en-ID" dirty="0" err="1"/>
              <a:t>seharusnya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mendahului</a:t>
            </a:r>
            <a:r>
              <a:rPr lang="en-ID" dirty="0"/>
              <a:t> </a:t>
            </a:r>
            <a:r>
              <a:rPr lang="en-ID" dirty="0" err="1"/>
              <a:t>tanggal</a:t>
            </a:r>
            <a:r>
              <a:rPr lang="en-ID" dirty="0"/>
              <a:t> </a:t>
            </a:r>
            <a:r>
              <a:rPr lang="en-ID" dirty="0" err="1"/>
              <a:t>pemesanan</a:t>
            </a:r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TMT CPNS pada NIP </a:t>
            </a:r>
            <a:r>
              <a:rPr lang="en-ID" dirty="0" err="1"/>
              <a:t>seharusnya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mendahului</a:t>
            </a:r>
            <a:r>
              <a:rPr lang="en-ID" dirty="0"/>
              <a:t> </a:t>
            </a:r>
            <a:r>
              <a:rPr lang="en-ID" dirty="0" err="1"/>
              <a:t>tanggal</a:t>
            </a:r>
            <a:r>
              <a:rPr lang="en-ID" dirty="0"/>
              <a:t> </a:t>
            </a:r>
            <a:r>
              <a:rPr lang="en-ID" dirty="0" err="1"/>
              <a:t>lahir</a:t>
            </a:r>
            <a:r>
              <a:rPr lang="en-ID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D18373-D690-E65C-9547-21B209AA2577}"/>
              </a:ext>
            </a:extLst>
          </p:cNvPr>
          <p:cNvSpPr txBox="1"/>
          <p:nvPr/>
        </p:nvSpPr>
        <p:spPr>
          <a:xfrm rot="775079">
            <a:off x="262082" y="1049091"/>
            <a:ext cx="56137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7</a:t>
            </a:r>
            <a:endParaRPr lang="en-ID" sz="44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519221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DA9A0F-97ED-2A0C-815F-9FF7EC23E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1A65309-87E1-CEE2-42E6-C2F389062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Pengujian</a:t>
            </a:r>
            <a:r>
              <a:rPr lang="en-US" dirty="0"/>
              <a:t> </a:t>
            </a:r>
            <a:r>
              <a:rPr lang="en-US" dirty="0" err="1"/>
              <a:t>Pengendalian</a:t>
            </a:r>
            <a:r>
              <a:rPr lang="en-US" dirty="0"/>
              <a:t> </a:t>
            </a:r>
            <a:r>
              <a:rPr lang="en-US" dirty="0" err="1"/>
              <a:t>Aplikasi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0205CD-AFBC-9825-2EA0-E574274A86B1}"/>
              </a:ext>
            </a:extLst>
          </p:cNvPr>
          <p:cNvSpPr/>
          <p:nvPr/>
        </p:nvSpPr>
        <p:spPr>
          <a:xfrm>
            <a:off x="455338" y="1100976"/>
            <a:ext cx="2328502" cy="5994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Sign check</a:t>
            </a:r>
            <a:endParaRPr lang="en-ID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C11613-2BBE-0EE4-3B4B-29A9AA5DE879}"/>
              </a:ext>
            </a:extLst>
          </p:cNvPr>
          <p:cNvSpPr txBox="1"/>
          <p:nvPr/>
        </p:nvSpPr>
        <p:spPr>
          <a:xfrm>
            <a:off x="542770" y="1838960"/>
            <a:ext cx="11019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Menguji</a:t>
            </a:r>
            <a:r>
              <a:rPr lang="en-US" dirty="0"/>
              <a:t> </a:t>
            </a:r>
            <a:r>
              <a:rPr lang="en-US" dirty="0" err="1"/>
              <a:t>apakah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kolom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bernilai</a:t>
            </a:r>
            <a:r>
              <a:rPr lang="en-US" dirty="0"/>
              <a:t> </a:t>
            </a:r>
            <a:r>
              <a:rPr lang="en-US" dirty="0" err="1"/>
              <a:t>positif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negative </a:t>
            </a:r>
            <a:r>
              <a:rPr lang="en-US" dirty="0" err="1"/>
              <a:t>saja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bernilai</a:t>
            </a:r>
            <a:r>
              <a:rPr lang="en-US" dirty="0"/>
              <a:t> </a:t>
            </a:r>
            <a:r>
              <a:rPr lang="en-US" dirty="0" err="1"/>
              <a:t>positif</a:t>
            </a:r>
            <a:r>
              <a:rPr lang="en-US" dirty="0"/>
              <a:t>/</a:t>
            </a:r>
            <a:r>
              <a:rPr lang="en-US" dirty="0" err="1"/>
              <a:t>negatif</a:t>
            </a:r>
            <a:endParaRPr lang="en-ID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AE137D-A458-2132-553C-0546C07EE138}"/>
              </a:ext>
            </a:extLst>
          </p:cNvPr>
          <p:cNvSpPr/>
          <p:nvPr/>
        </p:nvSpPr>
        <p:spPr>
          <a:xfrm>
            <a:off x="455338" y="4001870"/>
            <a:ext cx="2328502" cy="59944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Pengujian</a:t>
            </a:r>
            <a:endParaRPr lang="en-ID" dirty="0">
              <a:solidFill>
                <a:sysClr val="windowText" lastClr="0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9FD6C3-227C-D699-E667-B62B6ACE30CE}"/>
              </a:ext>
            </a:extLst>
          </p:cNvPr>
          <p:cNvSpPr txBox="1"/>
          <p:nvPr/>
        </p:nvSpPr>
        <p:spPr>
          <a:xfrm>
            <a:off x="542770" y="4677015"/>
            <a:ext cx="11019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Lakukan</a:t>
            </a:r>
            <a:r>
              <a:rPr lang="en-US" dirty="0"/>
              <a:t> </a:t>
            </a:r>
            <a:r>
              <a:rPr lang="en-US" dirty="0" err="1"/>
              <a:t>pengujian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kriteria</a:t>
            </a:r>
            <a:r>
              <a:rPr lang="en-US" dirty="0"/>
              <a:t> </a:t>
            </a:r>
            <a:r>
              <a:rPr lang="en-US" dirty="0" err="1"/>
              <a:t>kolom</a:t>
            </a:r>
            <a:endParaRPr lang="en-ID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A1505C-1BA4-EAB0-F412-B3B687516894}"/>
              </a:ext>
            </a:extLst>
          </p:cNvPr>
          <p:cNvSpPr txBox="1"/>
          <p:nvPr/>
        </p:nvSpPr>
        <p:spPr>
          <a:xfrm>
            <a:off x="542770" y="5046439"/>
            <a:ext cx="2342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venir Next LT Pro Light" panose="020B0304020202020204" pitchFamily="34" charset="0"/>
              </a:rPr>
              <a:t>=IF   &lt;  &gt;  &lt;=  &gt;= </a:t>
            </a:r>
            <a:r>
              <a:rPr lang="en-US" dirty="0" err="1">
                <a:latin typeface="Avenir Next LT Pro Light" panose="020B0304020202020204" pitchFamily="34" charset="0"/>
              </a:rPr>
              <a:t>dll</a:t>
            </a:r>
            <a:endParaRPr lang="en-ID" dirty="0">
              <a:latin typeface="Avenir Next LT Pro Light" panose="020B03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21881F-FF51-E967-728C-8FAAC06A3FE6}"/>
              </a:ext>
            </a:extLst>
          </p:cNvPr>
          <p:cNvSpPr txBox="1"/>
          <p:nvPr/>
        </p:nvSpPr>
        <p:spPr>
          <a:xfrm>
            <a:off x="542770" y="2548187"/>
            <a:ext cx="11019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Contoh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Nilai </a:t>
            </a:r>
            <a:r>
              <a:rPr lang="en-ID" dirty="0" err="1"/>
              <a:t>transaksi</a:t>
            </a:r>
            <a:r>
              <a:rPr lang="en-ID" dirty="0"/>
              <a:t> </a:t>
            </a:r>
            <a:r>
              <a:rPr lang="en-ID" dirty="0" err="1"/>
              <a:t>harusnya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bernilai</a:t>
            </a:r>
            <a:r>
              <a:rPr lang="en-ID" dirty="0"/>
              <a:t> minus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635FEF-AABE-4381-FEA2-35B2EC38B20D}"/>
              </a:ext>
            </a:extLst>
          </p:cNvPr>
          <p:cNvSpPr txBox="1"/>
          <p:nvPr/>
        </p:nvSpPr>
        <p:spPr>
          <a:xfrm rot="775079">
            <a:off x="262082" y="1049091"/>
            <a:ext cx="56137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8</a:t>
            </a:r>
            <a:endParaRPr lang="en-ID" sz="44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289249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5DC75D-08A6-99B6-F2EE-375BC91B0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2313DC3-2E8E-5013-81EB-1DBE35D12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Pengujian</a:t>
            </a:r>
            <a:r>
              <a:rPr lang="en-US" dirty="0"/>
              <a:t> </a:t>
            </a:r>
            <a:r>
              <a:rPr lang="en-US" dirty="0" err="1"/>
              <a:t>Pengendalian</a:t>
            </a:r>
            <a:r>
              <a:rPr lang="en-US" dirty="0"/>
              <a:t> </a:t>
            </a:r>
            <a:r>
              <a:rPr lang="en-US" dirty="0" err="1"/>
              <a:t>Aplikasi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8DD872-A560-CD98-566C-8610B896612B}"/>
              </a:ext>
            </a:extLst>
          </p:cNvPr>
          <p:cNvSpPr/>
          <p:nvPr/>
        </p:nvSpPr>
        <p:spPr>
          <a:xfrm>
            <a:off x="455338" y="1100976"/>
            <a:ext cx="2328502" cy="5994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Sequence</a:t>
            </a:r>
            <a:endParaRPr lang="en-ID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41EE2A-32F5-61CF-2D01-2CBFDF707D4C}"/>
              </a:ext>
            </a:extLst>
          </p:cNvPr>
          <p:cNvSpPr txBox="1"/>
          <p:nvPr/>
        </p:nvSpPr>
        <p:spPr>
          <a:xfrm>
            <a:off x="542770" y="1838960"/>
            <a:ext cx="11019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Menguji</a:t>
            </a:r>
            <a:r>
              <a:rPr lang="en-US" dirty="0"/>
              <a:t> </a:t>
            </a:r>
            <a:r>
              <a:rPr lang="en-US" dirty="0" err="1"/>
              <a:t>urutan</a:t>
            </a:r>
            <a:r>
              <a:rPr lang="en-US" dirty="0"/>
              <a:t> record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hal</a:t>
            </a:r>
            <a:r>
              <a:rPr lang="en-US" dirty="0"/>
              <a:t> </a:t>
            </a:r>
            <a:r>
              <a:rPr lang="en-US" dirty="0" err="1"/>
              <a:t>menjaga</a:t>
            </a:r>
            <a:r>
              <a:rPr lang="en-US" dirty="0"/>
              <a:t> </a:t>
            </a:r>
            <a:r>
              <a:rPr lang="en-US" dirty="0" err="1"/>
              <a:t>kelengkapan</a:t>
            </a:r>
            <a:r>
              <a:rPr lang="en-US" dirty="0"/>
              <a:t> data</a:t>
            </a:r>
            <a:endParaRPr lang="en-ID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91F551-84C6-9131-A4C6-9E77A344D344}"/>
              </a:ext>
            </a:extLst>
          </p:cNvPr>
          <p:cNvSpPr/>
          <p:nvPr/>
        </p:nvSpPr>
        <p:spPr>
          <a:xfrm>
            <a:off x="455338" y="4001870"/>
            <a:ext cx="2328502" cy="59944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Pengujian</a:t>
            </a:r>
            <a:endParaRPr lang="en-ID" dirty="0">
              <a:solidFill>
                <a:sysClr val="windowText" lastClr="0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447BCB-803D-BE4A-1AC3-5F204C0FFEFB}"/>
              </a:ext>
            </a:extLst>
          </p:cNvPr>
          <p:cNvSpPr txBox="1"/>
          <p:nvPr/>
        </p:nvSpPr>
        <p:spPr>
          <a:xfrm>
            <a:off x="542770" y="4677015"/>
            <a:ext cx="11019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Bandingkan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record data dan </a:t>
            </a:r>
            <a:r>
              <a:rPr lang="en-US" dirty="0" err="1"/>
              <a:t>selisih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sequence </a:t>
            </a:r>
            <a:r>
              <a:rPr lang="en-US" dirty="0" err="1"/>
              <a:t>pertama</a:t>
            </a:r>
            <a:r>
              <a:rPr lang="en-US" dirty="0"/>
              <a:t> dan </a:t>
            </a:r>
            <a:r>
              <a:rPr lang="en-US" dirty="0" err="1"/>
              <a:t>terakhir</a:t>
            </a:r>
            <a:r>
              <a:rPr lang="en-US" dirty="0"/>
              <a:t>, </a:t>
            </a:r>
            <a:r>
              <a:rPr lang="en-US" dirty="0" err="1"/>
              <a:t>atau</a:t>
            </a:r>
            <a:endParaRPr lang="en-US" dirty="0"/>
          </a:p>
          <a:p>
            <a:r>
              <a:rPr lang="en-ID" dirty="0"/>
              <a:t>Buat </a:t>
            </a:r>
            <a:r>
              <a:rPr lang="en-ID" dirty="0" err="1"/>
              <a:t>nomor</a:t>
            </a:r>
            <a:r>
              <a:rPr lang="en-ID" dirty="0"/>
              <a:t> </a:t>
            </a:r>
            <a:r>
              <a:rPr lang="en-ID" dirty="0" err="1"/>
              <a:t>urut</a:t>
            </a:r>
            <a:r>
              <a:rPr lang="en-ID" dirty="0"/>
              <a:t> control dan </a:t>
            </a:r>
            <a:r>
              <a:rPr lang="en-ID" dirty="0" err="1"/>
              <a:t>bandingkan</a:t>
            </a:r>
            <a:r>
              <a:rPr lang="en-ID" dirty="0"/>
              <a:t> </a:t>
            </a:r>
            <a:r>
              <a:rPr lang="en-ID" dirty="0" err="1"/>
              <a:t>urutannya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urutan</a:t>
            </a:r>
            <a:r>
              <a:rPr lang="en-ID" dirty="0"/>
              <a:t> </a:t>
            </a:r>
            <a:r>
              <a:rPr lang="en-ID" dirty="0" err="1"/>
              <a:t>kolom</a:t>
            </a:r>
            <a:r>
              <a:rPr lang="en-ID" dirty="0"/>
              <a:t> yang </a:t>
            </a:r>
            <a:r>
              <a:rPr lang="en-ID" dirty="0" err="1"/>
              <a:t>diuji</a:t>
            </a:r>
            <a:endParaRPr lang="en-ID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661F6F-63A6-826F-0219-B5E5BDD71A4B}"/>
              </a:ext>
            </a:extLst>
          </p:cNvPr>
          <p:cNvSpPr txBox="1"/>
          <p:nvPr/>
        </p:nvSpPr>
        <p:spPr>
          <a:xfrm>
            <a:off x="542770" y="5356345"/>
            <a:ext cx="658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venir Next LT Pro Light" panose="020B0304020202020204" pitchFamily="34" charset="0"/>
              </a:rPr>
              <a:t>=COUNT  =COUNTA  =COUNTIF  =RIGHT  =LEFT  =MID  =IF</a:t>
            </a:r>
            <a:endParaRPr lang="en-ID" dirty="0">
              <a:latin typeface="Avenir Next LT Pro Light" panose="020B03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7D8FF1-B1CB-3DB1-0DB2-F0FE2D1152B9}"/>
              </a:ext>
            </a:extLst>
          </p:cNvPr>
          <p:cNvSpPr txBox="1"/>
          <p:nvPr/>
        </p:nvSpPr>
        <p:spPr>
          <a:xfrm>
            <a:off x="542770" y="2548187"/>
            <a:ext cx="110193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Contoh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Nomor</a:t>
            </a:r>
            <a:r>
              <a:rPr lang="en-ID" dirty="0"/>
              <a:t> invoice </a:t>
            </a:r>
            <a:r>
              <a:rPr lang="en-ID" dirty="0" err="1"/>
              <a:t>dibuat</a:t>
            </a:r>
            <a:r>
              <a:rPr lang="en-ID" dirty="0"/>
              <a:t> </a:t>
            </a:r>
            <a:r>
              <a:rPr lang="en-ID" dirty="0" err="1"/>
              <a:t>beruturan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mencegah</a:t>
            </a:r>
            <a:r>
              <a:rPr lang="en-ID" dirty="0"/>
              <a:t> </a:t>
            </a:r>
            <a:r>
              <a:rPr lang="en-ID" dirty="0" err="1"/>
              <a:t>adanya</a:t>
            </a:r>
            <a:r>
              <a:rPr lang="en-ID" dirty="0"/>
              <a:t> invoice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tercatat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invoice yang </a:t>
            </a:r>
            <a:r>
              <a:rPr lang="en-ID" dirty="0" err="1"/>
              <a:t>nomornya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valid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2FCBF7-A4C9-406E-F2D8-1F449087C1A9}"/>
              </a:ext>
            </a:extLst>
          </p:cNvPr>
          <p:cNvSpPr txBox="1"/>
          <p:nvPr/>
        </p:nvSpPr>
        <p:spPr>
          <a:xfrm rot="775079">
            <a:off x="318755" y="1050564"/>
            <a:ext cx="56137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9</a:t>
            </a:r>
            <a:endParaRPr lang="en-ID" sz="44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51477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75E6CF-B7E5-1D18-273B-C09CA8A3A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A0DDCE2-E7EE-E341-358D-7E704F105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Pengujian</a:t>
            </a:r>
            <a:r>
              <a:rPr lang="en-US" dirty="0"/>
              <a:t> </a:t>
            </a:r>
            <a:r>
              <a:rPr lang="en-US" dirty="0" err="1">
                <a:highlight>
                  <a:srgbClr val="FFFF00"/>
                </a:highlight>
              </a:rPr>
              <a:t>Akurasi</a:t>
            </a:r>
            <a:r>
              <a:rPr lang="en-US" dirty="0">
                <a:highlight>
                  <a:srgbClr val="FFFF00"/>
                </a:highlight>
              </a:rPr>
              <a:t> 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67AB45-E69F-29B8-232D-A55FC4AE5B1F}"/>
              </a:ext>
            </a:extLst>
          </p:cNvPr>
          <p:cNvSpPr txBox="1"/>
          <p:nvPr/>
        </p:nvSpPr>
        <p:spPr>
          <a:xfrm>
            <a:off x="542770" y="1112163"/>
            <a:ext cx="11019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Menghitung</a:t>
            </a:r>
            <a:r>
              <a:rPr lang="en-US" dirty="0"/>
              <a:t> </a:t>
            </a:r>
            <a:r>
              <a:rPr lang="en-US" dirty="0" err="1"/>
              <a:t>ulang</a:t>
            </a:r>
            <a:r>
              <a:rPr lang="en-US" dirty="0"/>
              <a:t> </a:t>
            </a:r>
            <a:r>
              <a:rPr lang="en-US" dirty="0" err="1"/>
              <a:t>apakah</a:t>
            </a:r>
            <a:r>
              <a:rPr lang="en-US" dirty="0"/>
              <a:t> </a:t>
            </a:r>
            <a:r>
              <a:rPr lang="en-US" dirty="0" err="1"/>
              <a:t>kalkulasi-kalkulasi</a:t>
            </a:r>
            <a:r>
              <a:rPr lang="en-US" dirty="0"/>
              <a:t> pada data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perhitungan</a:t>
            </a:r>
            <a:r>
              <a:rPr lang="en-US" dirty="0"/>
              <a:t> </a:t>
            </a:r>
            <a:r>
              <a:rPr lang="en-US" dirty="0" err="1"/>
              <a:t>matematis</a:t>
            </a:r>
            <a:endParaRPr lang="en-ID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6871F6-793E-D43D-30E1-D0F7388B6C15}"/>
              </a:ext>
            </a:extLst>
          </p:cNvPr>
          <p:cNvSpPr/>
          <p:nvPr/>
        </p:nvSpPr>
        <p:spPr>
          <a:xfrm>
            <a:off x="455338" y="3570117"/>
            <a:ext cx="2328502" cy="59944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Pengujian</a:t>
            </a:r>
            <a:endParaRPr lang="en-ID" dirty="0">
              <a:solidFill>
                <a:sysClr val="windowText" lastClr="0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8FE035-B92A-5323-388A-2CD960A5BC69}"/>
              </a:ext>
            </a:extLst>
          </p:cNvPr>
          <p:cNvSpPr txBox="1"/>
          <p:nvPr/>
        </p:nvSpPr>
        <p:spPr>
          <a:xfrm>
            <a:off x="542770" y="4245262"/>
            <a:ext cx="11019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Pahami</a:t>
            </a:r>
            <a:r>
              <a:rPr lang="en-US" dirty="0"/>
              <a:t> </a:t>
            </a:r>
            <a:r>
              <a:rPr lang="en-US" dirty="0" err="1"/>
              <a:t>kriteria</a:t>
            </a:r>
            <a:r>
              <a:rPr lang="en-US" dirty="0"/>
              <a:t> </a:t>
            </a:r>
            <a:r>
              <a:rPr lang="en-US" dirty="0" err="1"/>
              <a:t>penghitungan</a:t>
            </a:r>
            <a:r>
              <a:rPr lang="en-US" dirty="0"/>
              <a:t> pada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kolom</a:t>
            </a:r>
            <a:r>
              <a:rPr lang="en-US" dirty="0"/>
              <a:t>, </a:t>
            </a:r>
            <a:r>
              <a:rPr lang="en-US" dirty="0" err="1"/>
              <a:t>lakukan</a:t>
            </a:r>
            <a:r>
              <a:rPr lang="en-US" dirty="0"/>
              <a:t> </a:t>
            </a:r>
            <a:r>
              <a:rPr lang="en-US" dirty="0" err="1"/>
              <a:t>perhitungan</a:t>
            </a:r>
            <a:r>
              <a:rPr lang="en-US" dirty="0"/>
              <a:t> </a:t>
            </a:r>
            <a:r>
              <a:rPr lang="en-US" dirty="0" err="1"/>
              <a:t>ulang</a:t>
            </a:r>
            <a:r>
              <a:rPr lang="en-US" dirty="0"/>
              <a:t>, </a:t>
            </a:r>
            <a:r>
              <a:rPr lang="en-US" dirty="0" err="1"/>
              <a:t>bandingkan</a:t>
            </a:r>
            <a:r>
              <a:rPr lang="en-US" dirty="0"/>
              <a:t> </a:t>
            </a:r>
            <a:r>
              <a:rPr lang="en-US" dirty="0" err="1"/>
              <a:t>hasilnya</a:t>
            </a:r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FE29E7-4DC7-5EE6-EDEC-1E69E6546007}"/>
              </a:ext>
            </a:extLst>
          </p:cNvPr>
          <p:cNvSpPr txBox="1"/>
          <p:nvPr/>
        </p:nvSpPr>
        <p:spPr>
          <a:xfrm>
            <a:off x="542770" y="4614686"/>
            <a:ext cx="3497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venir Next LT Pro Light" panose="020B0304020202020204" pitchFamily="34" charset="0"/>
              </a:rPr>
              <a:t>=SUM  =SUBTOTAL  *  /  +  -  </a:t>
            </a:r>
            <a:r>
              <a:rPr lang="en-US" dirty="0" err="1">
                <a:latin typeface="Avenir Next LT Pro Light" panose="020B0304020202020204" pitchFamily="34" charset="0"/>
              </a:rPr>
              <a:t>dll</a:t>
            </a:r>
            <a:endParaRPr lang="en-ID" dirty="0">
              <a:latin typeface="Avenir Next LT Pro Light" panose="020B03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BD9EFC-A557-EFCB-E95E-4E000249E065}"/>
              </a:ext>
            </a:extLst>
          </p:cNvPr>
          <p:cNvSpPr txBox="1"/>
          <p:nvPr/>
        </p:nvSpPr>
        <p:spPr>
          <a:xfrm>
            <a:off x="542770" y="1847177"/>
            <a:ext cx="110193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Contoh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Menghitung</a:t>
            </a:r>
            <a:r>
              <a:rPr lang="en-ID" dirty="0"/>
              <a:t> </a:t>
            </a:r>
            <a:r>
              <a:rPr lang="en-ID" dirty="0" err="1"/>
              <a:t>ulang</a:t>
            </a:r>
            <a:r>
              <a:rPr lang="en-ID" dirty="0"/>
              <a:t> </a:t>
            </a:r>
            <a:r>
              <a:rPr lang="en-ID" dirty="0" err="1"/>
              <a:t>tarif</a:t>
            </a:r>
            <a:r>
              <a:rPr lang="en-ID" dirty="0"/>
              <a:t> </a:t>
            </a:r>
            <a:r>
              <a:rPr lang="en-ID" dirty="0" err="1"/>
              <a:t>pajak</a:t>
            </a:r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Menghitung</a:t>
            </a:r>
            <a:r>
              <a:rPr lang="en-ID" dirty="0"/>
              <a:t> </a:t>
            </a:r>
            <a:r>
              <a:rPr lang="en-ID" dirty="0" err="1"/>
              <a:t>ulang</a:t>
            </a:r>
            <a:r>
              <a:rPr lang="en-ID" dirty="0"/>
              <a:t> </a:t>
            </a:r>
            <a:r>
              <a:rPr lang="en-ID" dirty="0" err="1"/>
              <a:t>diskon</a:t>
            </a:r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Menghitung</a:t>
            </a:r>
            <a:r>
              <a:rPr lang="en-ID" dirty="0"/>
              <a:t> </a:t>
            </a:r>
            <a:r>
              <a:rPr lang="en-ID" dirty="0" err="1"/>
              <a:t>ulang</a:t>
            </a:r>
            <a:r>
              <a:rPr lang="en-ID" dirty="0"/>
              <a:t> </a:t>
            </a:r>
            <a:r>
              <a:rPr lang="en-ID" dirty="0" err="1"/>
              <a:t>penjualan</a:t>
            </a:r>
            <a:r>
              <a:rPr lang="en-ID" dirty="0"/>
              <a:t> </a:t>
            </a:r>
            <a:r>
              <a:rPr lang="en-ID" dirty="0" err="1"/>
              <a:t>bersih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765530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5571C9-14EE-2543-6858-7EF49EA6A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0F59389-35F8-2199-89F1-1FB88ED98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Pengujian</a:t>
            </a:r>
            <a:r>
              <a:rPr lang="en-US" dirty="0"/>
              <a:t> </a:t>
            </a:r>
            <a:r>
              <a:rPr lang="en-US" dirty="0" err="1">
                <a:highlight>
                  <a:srgbClr val="FFFF00"/>
                </a:highlight>
              </a:rPr>
              <a:t>Konsistensi</a:t>
            </a:r>
            <a:r>
              <a:rPr lang="en-US" dirty="0">
                <a:highlight>
                  <a:srgbClr val="FFFF00"/>
                </a:highlight>
              </a:rPr>
              <a:t> 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AE66F8-FAC8-8EBF-5F55-2F22A33870E2}"/>
              </a:ext>
            </a:extLst>
          </p:cNvPr>
          <p:cNvSpPr txBox="1"/>
          <p:nvPr/>
        </p:nvSpPr>
        <p:spPr>
          <a:xfrm>
            <a:off x="542770" y="1112163"/>
            <a:ext cx="11019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Tingkat </a:t>
            </a:r>
            <a:r>
              <a:rPr lang="en-US" dirty="0" err="1"/>
              <a:t>konsistensi</a:t>
            </a:r>
            <a:r>
              <a:rPr lang="en-US" dirty="0"/>
              <a:t> data,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kumpulan</a:t>
            </a:r>
            <a:r>
              <a:rPr lang="en-US" dirty="0"/>
              <a:t> data yang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di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kumpulan</a:t>
            </a:r>
            <a:r>
              <a:rPr lang="en-US" dirty="0"/>
              <a:t> data</a:t>
            </a:r>
            <a:endParaRPr lang="en-ID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765029-635E-93E0-6FC0-11052C654ADA}"/>
              </a:ext>
            </a:extLst>
          </p:cNvPr>
          <p:cNvSpPr/>
          <p:nvPr/>
        </p:nvSpPr>
        <p:spPr>
          <a:xfrm>
            <a:off x="455338" y="3570117"/>
            <a:ext cx="2328502" cy="59944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Pengujian</a:t>
            </a:r>
            <a:endParaRPr lang="en-ID" dirty="0">
              <a:solidFill>
                <a:sysClr val="windowText" lastClr="0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35C510-F32A-97A0-701E-E43921FC8397}"/>
              </a:ext>
            </a:extLst>
          </p:cNvPr>
          <p:cNvSpPr txBox="1"/>
          <p:nvPr/>
        </p:nvSpPr>
        <p:spPr>
          <a:xfrm>
            <a:off x="542770" y="4245262"/>
            <a:ext cx="11019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Pahami</a:t>
            </a:r>
            <a:r>
              <a:rPr lang="en-US" dirty="0"/>
              <a:t> </a:t>
            </a:r>
            <a:r>
              <a:rPr lang="en-US" dirty="0" err="1"/>
              <a:t>kriteria</a:t>
            </a:r>
            <a:r>
              <a:rPr lang="en-US" dirty="0"/>
              <a:t> data yang </a:t>
            </a:r>
            <a:r>
              <a:rPr lang="en-US" dirty="0" err="1"/>
              <a:t>konsisten</a:t>
            </a:r>
            <a:r>
              <a:rPr lang="en-US" dirty="0"/>
              <a:t>, </a:t>
            </a:r>
            <a:r>
              <a:rPr lang="en-US" dirty="0" err="1"/>
              <a:t>lakukan</a:t>
            </a:r>
            <a:r>
              <a:rPr lang="en-US" dirty="0"/>
              <a:t> </a:t>
            </a:r>
            <a:r>
              <a:rPr lang="en-US" dirty="0" err="1"/>
              <a:t>pengujian</a:t>
            </a:r>
            <a:r>
              <a:rPr lang="en-US" dirty="0"/>
              <a:t> </a:t>
            </a:r>
            <a:r>
              <a:rPr lang="en-US" dirty="0" err="1"/>
              <a:t>apakah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data yang </a:t>
            </a:r>
            <a:r>
              <a:rPr lang="en-US" dirty="0" err="1"/>
              <a:t>diluar</a:t>
            </a:r>
            <a:r>
              <a:rPr lang="en-US" dirty="0"/>
              <a:t> </a:t>
            </a:r>
            <a:r>
              <a:rPr lang="en-US" dirty="0" err="1"/>
              <a:t>konsistensi</a:t>
            </a:r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18F3BE-99BB-42A5-2897-73515CA23E8A}"/>
              </a:ext>
            </a:extLst>
          </p:cNvPr>
          <p:cNvSpPr txBox="1"/>
          <p:nvPr/>
        </p:nvSpPr>
        <p:spPr>
          <a:xfrm>
            <a:off x="542770" y="4614686"/>
            <a:ext cx="2476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venir Next LT Pro Light" panose="020B0304020202020204" pitchFamily="34" charset="0"/>
              </a:rPr>
              <a:t>Pivot Table    Filter    IF</a:t>
            </a:r>
            <a:endParaRPr lang="en-ID" dirty="0">
              <a:latin typeface="Avenir Next LT Pro Light" panose="020B03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A49FA4-DC47-A014-C431-7BEC412477B6}"/>
              </a:ext>
            </a:extLst>
          </p:cNvPr>
          <p:cNvSpPr txBox="1"/>
          <p:nvPr/>
        </p:nvSpPr>
        <p:spPr>
          <a:xfrm>
            <a:off x="542770" y="1847177"/>
            <a:ext cx="110193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Contoh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Pada </a:t>
            </a:r>
            <a:r>
              <a:rPr lang="en-ID" dirty="0" err="1"/>
              <a:t>kolom</a:t>
            </a:r>
            <a:r>
              <a:rPr lang="en-ID" dirty="0"/>
              <a:t> Gender </a:t>
            </a:r>
            <a:r>
              <a:rPr lang="en-ID" dirty="0" err="1"/>
              <a:t>seharusnya</a:t>
            </a:r>
            <a:r>
              <a:rPr lang="en-ID" dirty="0"/>
              <a:t> </a:t>
            </a:r>
            <a:r>
              <a:rPr lang="en-ID" dirty="0" err="1"/>
              <a:t>berisi</a:t>
            </a:r>
            <a:r>
              <a:rPr lang="en-ID" dirty="0"/>
              <a:t> </a:t>
            </a:r>
            <a:r>
              <a:rPr lang="en-ID" dirty="0" err="1"/>
              <a:t>Pria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Wanita. </a:t>
            </a:r>
            <a:r>
              <a:rPr lang="en-ID" dirty="0" err="1"/>
              <a:t>Namun</a:t>
            </a:r>
            <a:r>
              <a:rPr lang="en-ID" dirty="0"/>
              <a:t> data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konsisten</a:t>
            </a:r>
            <a:r>
              <a:rPr lang="en-ID" dirty="0"/>
              <a:t> </a:t>
            </a:r>
            <a:r>
              <a:rPr lang="en-ID" dirty="0" err="1"/>
              <a:t>ketik</a:t>
            </a:r>
            <a:r>
              <a:rPr lang="en-ID" dirty="0"/>
              <a:t> </a:t>
            </a:r>
            <a:r>
              <a:rPr lang="en-ID" dirty="0" err="1"/>
              <a:t>terdapat</a:t>
            </a:r>
            <a:r>
              <a:rPr lang="en-ID" dirty="0"/>
              <a:t> record yang </a:t>
            </a:r>
            <a:r>
              <a:rPr lang="en-ID" dirty="0" err="1"/>
              <a:t>berisi</a:t>
            </a:r>
            <a:r>
              <a:rPr lang="en-ID" dirty="0"/>
              <a:t> </a:t>
            </a:r>
            <a:r>
              <a:rPr lang="en-ID" dirty="0" err="1"/>
              <a:t>Laki-Laki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Perempuan</a:t>
            </a:r>
          </a:p>
        </p:txBody>
      </p:sp>
    </p:spTree>
    <p:extLst>
      <p:ext uri="{BB962C8B-B14F-4D97-AF65-F5344CB8AC3E}">
        <p14:creationId xmlns:p14="http://schemas.microsoft.com/office/powerpoint/2010/main" val="294329444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260D0B-B97D-0CAC-D08E-A4D06548B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7970335-900B-BE5F-3E40-83699FDD7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Pengujian</a:t>
            </a:r>
            <a:r>
              <a:rPr lang="en-US" dirty="0"/>
              <a:t> </a:t>
            </a:r>
            <a:r>
              <a:rPr lang="en-US" dirty="0" err="1">
                <a:highlight>
                  <a:srgbClr val="FFFF00"/>
                </a:highlight>
              </a:rPr>
              <a:t>Duplikasi</a:t>
            </a:r>
            <a:r>
              <a:rPr lang="en-US" dirty="0">
                <a:highlight>
                  <a:srgbClr val="FFFF00"/>
                </a:highlight>
              </a:rPr>
              <a:t> 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5617C2-56B5-2105-3F05-DBF3538F398B}"/>
              </a:ext>
            </a:extLst>
          </p:cNvPr>
          <p:cNvSpPr txBox="1"/>
          <p:nvPr/>
        </p:nvSpPr>
        <p:spPr>
          <a:xfrm>
            <a:off x="542770" y="1112163"/>
            <a:ext cx="11019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Atas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transaksi</a:t>
            </a:r>
            <a:r>
              <a:rPr lang="en-US" dirty="0"/>
              <a:t>/record </a:t>
            </a:r>
            <a:r>
              <a:rPr lang="en-US" dirty="0" err="1"/>
              <a:t>terdapat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data yang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karena</a:t>
            </a:r>
            <a:r>
              <a:rPr lang="en-US" dirty="0"/>
              <a:t> di-input/</a:t>
            </a:r>
            <a:r>
              <a:rPr lang="en-US" dirty="0" err="1"/>
              <a:t>simpan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kali. </a:t>
            </a:r>
            <a:endParaRPr lang="en-ID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1DC453-5F29-64DE-F82E-947DF0146F1D}"/>
              </a:ext>
            </a:extLst>
          </p:cNvPr>
          <p:cNvSpPr/>
          <p:nvPr/>
        </p:nvSpPr>
        <p:spPr>
          <a:xfrm>
            <a:off x="455338" y="3570117"/>
            <a:ext cx="2328502" cy="59944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Pengujian</a:t>
            </a:r>
            <a:endParaRPr lang="en-ID" dirty="0">
              <a:solidFill>
                <a:sysClr val="windowText" lastClr="0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CA8219-2AB7-9627-DEA3-31AA002F3353}"/>
              </a:ext>
            </a:extLst>
          </p:cNvPr>
          <p:cNvSpPr txBox="1"/>
          <p:nvPr/>
        </p:nvSpPr>
        <p:spPr>
          <a:xfrm>
            <a:off x="542770" y="4245262"/>
            <a:ext cx="11019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Pahami</a:t>
            </a:r>
            <a:r>
              <a:rPr lang="en-US" dirty="0"/>
              <a:t> </a:t>
            </a:r>
            <a:r>
              <a:rPr lang="en-US" dirty="0" err="1"/>
              <a:t>kolom</a:t>
            </a:r>
            <a:r>
              <a:rPr lang="en-US" dirty="0"/>
              <a:t> mana yang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duplikat</a:t>
            </a:r>
            <a:r>
              <a:rPr lang="en-US" dirty="0"/>
              <a:t>, uji </a:t>
            </a:r>
            <a:r>
              <a:rPr lang="en-US" dirty="0" err="1"/>
              <a:t>duplikasi</a:t>
            </a:r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C7E19B-70D7-1480-D450-78FFDAB3F6BD}"/>
              </a:ext>
            </a:extLst>
          </p:cNvPr>
          <p:cNvSpPr txBox="1"/>
          <p:nvPr/>
        </p:nvSpPr>
        <p:spPr>
          <a:xfrm>
            <a:off x="542770" y="4614686"/>
            <a:ext cx="6628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venir Next LT Pro Light" panose="020B0304020202020204" pitchFamily="34" charset="0"/>
              </a:rPr>
              <a:t>=COUNTIF()     Pivot Table    Filter    IF      CONCATENATE      &amp;</a:t>
            </a:r>
            <a:endParaRPr lang="en-ID" dirty="0">
              <a:latin typeface="Avenir Next LT Pro Light" panose="020B03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F4DA30-E48F-2C63-0CAC-CEE7ACEC3054}"/>
              </a:ext>
            </a:extLst>
          </p:cNvPr>
          <p:cNvSpPr txBox="1"/>
          <p:nvPr/>
        </p:nvSpPr>
        <p:spPr>
          <a:xfrm>
            <a:off x="542770" y="1847177"/>
            <a:ext cx="110193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Contoh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Terdapat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record </a:t>
            </a:r>
            <a:r>
              <a:rPr lang="en-ID" dirty="0" err="1"/>
              <a:t>atas</a:t>
            </a:r>
            <a:r>
              <a:rPr lang="en-ID" dirty="0"/>
              <a:t> </a:t>
            </a:r>
            <a:r>
              <a:rPr lang="en-ID" dirty="0" err="1"/>
              <a:t>penjualan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nomor</a:t>
            </a:r>
            <a:r>
              <a:rPr lang="en-ID" dirty="0"/>
              <a:t> invoice yang </a:t>
            </a:r>
            <a:r>
              <a:rPr lang="en-ID" dirty="0" err="1"/>
              <a:t>sama</a:t>
            </a:r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Pada </a:t>
            </a:r>
            <a:r>
              <a:rPr lang="en-ID" dirty="0" err="1"/>
              <a:t>tabel</a:t>
            </a:r>
            <a:r>
              <a:rPr lang="en-ID" dirty="0"/>
              <a:t> </a:t>
            </a:r>
            <a:r>
              <a:rPr lang="en-ID" dirty="0" err="1"/>
              <a:t>gaji</a:t>
            </a:r>
            <a:r>
              <a:rPr lang="en-ID" dirty="0"/>
              <a:t> </a:t>
            </a:r>
            <a:r>
              <a:rPr lang="en-ID" dirty="0" err="1"/>
              <a:t>bulanan</a:t>
            </a:r>
            <a:r>
              <a:rPr lang="en-ID" dirty="0"/>
              <a:t>, </a:t>
            </a:r>
            <a:r>
              <a:rPr lang="en-ID" dirty="0" err="1"/>
              <a:t>nama</a:t>
            </a:r>
            <a:r>
              <a:rPr lang="en-ID" dirty="0"/>
              <a:t>/no </a:t>
            </a:r>
            <a:r>
              <a:rPr lang="en-ID" dirty="0" err="1"/>
              <a:t>pegawai</a:t>
            </a:r>
            <a:r>
              <a:rPr lang="en-ID" dirty="0"/>
              <a:t> </a:t>
            </a:r>
            <a:r>
              <a:rPr lang="en-ID" dirty="0" err="1"/>
              <a:t>tertentu</a:t>
            </a:r>
            <a:r>
              <a:rPr lang="en-ID" dirty="0"/>
              <a:t> </a:t>
            </a:r>
            <a:r>
              <a:rPr lang="en-ID" dirty="0" err="1"/>
              <a:t>muncul</a:t>
            </a:r>
            <a:r>
              <a:rPr lang="en-ID" dirty="0"/>
              <a:t> </a:t>
            </a:r>
            <a:r>
              <a:rPr lang="en-ID" dirty="0" err="1"/>
              <a:t>dua</a:t>
            </a:r>
            <a:r>
              <a:rPr lang="en-ID" dirty="0"/>
              <a:t> kali</a:t>
            </a:r>
          </a:p>
        </p:txBody>
      </p:sp>
    </p:spTree>
    <p:extLst>
      <p:ext uri="{BB962C8B-B14F-4D97-AF65-F5344CB8AC3E}">
        <p14:creationId xmlns:p14="http://schemas.microsoft.com/office/powerpoint/2010/main" val="32021839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242D48-CDA2-45A5-227F-BC0E06E6B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905C8A3-DBDC-156D-10C9-673DD6F26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Pengujian</a:t>
            </a:r>
            <a:r>
              <a:rPr lang="en-US" dirty="0"/>
              <a:t> </a:t>
            </a:r>
            <a:r>
              <a:rPr lang="en-US" dirty="0" err="1">
                <a:highlight>
                  <a:srgbClr val="FFFF00"/>
                </a:highlight>
              </a:rPr>
              <a:t>Keseragaman</a:t>
            </a:r>
            <a:r>
              <a:rPr lang="en-US" dirty="0">
                <a:highlight>
                  <a:srgbClr val="FFFF00"/>
                </a:highlight>
              </a:rPr>
              <a:t> 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C285D0-3EFE-0E4A-318C-8AC4BD6B2A0E}"/>
              </a:ext>
            </a:extLst>
          </p:cNvPr>
          <p:cNvSpPr txBox="1"/>
          <p:nvPr/>
        </p:nvSpPr>
        <p:spPr>
          <a:xfrm>
            <a:off x="542770" y="1112163"/>
            <a:ext cx="11019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Sejauh</a:t>
            </a:r>
            <a:r>
              <a:rPr lang="en-US" dirty="0"/>
              <a:t> mana data </a:t>
            </a:r>
            <a:r>
              <a:rPr lang="en-US" dirty="0" err="1"/>
              <a:t>ditentukan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satuan</a:t>
            </a:r>
            <a:r>
              <a:rPr lang="en-US" dirty="0"/>
              <a:t> </a:t>
            </a:r>
            <a:r>
              <a:rPr lang="en-US" dirty="0" err="1"/>
              <a:t>ukuran</a:t>
            </a:r>
            <a:r>
              <a:rPr lang="en-US" dirty="0"/>
              <a:t> yang </a:t>
            </a:r>
            <a:r>
              <a:rPr lang="en-US" dirty="0" err="1"/>
              <a:t>sama</a:t>
            </a:r>
            <a:endParaRPr lang="en-ID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71954C-A458-4F81-7428-999900C3E5CB}"/>
              </a:ext>
            </a:extLst>
          </p:cNvPr>
          <p:cNvSpPr txBox="1"/>
          <p:nvPr/>
        </p:nvSpPr>
        <p:spPr>
          <a:xfrm>
            <a:off x="542770" y="1847177"/>
            <a:ext cx="110193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Contoh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Pada </a:t>
            </a:r>
            <a:r>
              <a:rPr lang="en-ID" dirty="0" err="1"/>
              <a:t>kolom</a:t>
            </a:r>
            <a:r>
              <a:rPr lang="en-ID" dirty="0"/>
              <a:t> unit </a:t>
            </a:r>
            <a:r>
              <a:rPr lang="en-ID" dirty="0" err="1"/>
              <a:t>barang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satuan</a:t>
            </a:r>
            <a:r>
              <a:rPr lang="en-ID" dirty="0"/>
              <a:t> </a:t>
            </a:r>
            <a:r>
              <a:rPr lang="en-ID" dirty="0" err="1"/>
              <a:t>berat</a:t>
            </a:r>
            <a:r>
              <a:rPr lang="en-ID" dirty="0"/>
              <a:t> yang </a:t>
            </a:r>
            <a:r>
              <a:rPr lang="en-ID" dirty="0" err="1"/>
              <a:t>sama</a:t>
            </a:r>
            <a:r>
              <a:rPr lang="en-ID" dirty="0"/>
              <a:t> (missal kg)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Pada </a:t>
            </a:r>
            <a:r>
              <a:rPr lang="en-ID" dirty="0" err="1"/>
              <a:t>kolom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</a:t>
            </a:r>
            <a:r>
              <a:rPr lang="en-ID" dirty="0" err="1"/>
              <a:t>pastikan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mata</a:t>
            </a:r>
            <a:r>
              <a:rPr lang="en-ID" dirty="0"/>
              <a:t> uang rupiah di </a:t>
            </a:r>
            <a:r>
              <a:rPr lang="en-ID" dirty="0" err="1"/>
              <a:t>seluruh</a:t>
            </a:r>
            <a:r>
              <a:rPr lang="en-ID" dirty="0"/>
              <a:t> </a:t>
            </a:r>
            <a:r>
              <a:rPr lang="en-ID" dirty="0" err="1"/>
              <a:t>transaksi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96927661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59628-297D-4004-9C38-1A3150EF7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Week X</a:t>
            </a:r>
            <a:endParaRPr lang="en-I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95E5FC-6735-4B49-8F47-FFE0F3EF8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3EAED5-6F98-4417-AA23-994822C20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Do </a:t>
            </a:r>
            <a:r>
              <a:rPr lang="en-US" dirty="0" err="1"/>
              <a:t>ToE</a:t>
            </a:r>
            <a:r>
              <a:rPr lang="en-US" dirty="0"/>
              <a:t> Simulation on Sales Data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57690907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655A6-8D58-43CF-8659-B238BB2E8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 Data Metadata</a:t>
            </a:r>
            <a:endParaRPr lang="en-I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972C19-AA88-48CC-9BDD-5A6027462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F2E1A6-8621-4A2B-BF5A-C72317807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296" y="1690688"/>
            <a:ext cx="6130159" cy="4476782"/>
          </a:xfrm>
        </p:spPr>
        <p:txBody>
          <a:bodyPr>
            <a:normAutofit/>
          </a:bodyPr>
          <a:lstStyle/>
          <a:p>
            <a:r>
              <a:rPr lang="en-US" sz="2000" dirty="0"/>
              <a:t>Inventory</a:t>
            </a:r>
          </a:p>
          <a:p>
            <a:pPr lvl="1"/>
            <a:r>
              <a:rPr lang="en-ID" sz="1800" dirty="0"/>
              <a:t>ISBN: Book Code</a:t>
            </a:r>
          </a:p>
          <a:p>
            <a:pPr lvl="1"/>
            <a:r>
              <a:rPr lang="en-ID" sz="1800" dirty="0"/>
              <a:t>TITLE: Book Title</a:t>
            </a:r>
          </a:p>
          <a:p>
            <a:pPr lvl="1"/>
            <a:r>
              <a:rPr lang="en-ID" sz="1800" dirty="0"/>
              <a:t>AUTHOR: Book’s Author</a:t>
            </a:r>
          </a:p>
          <a:p>
            <a:pPr lvl="1"/>
            <a:r>
              <a:rPr lang="en-ID" sz="1800" dirty="0"/>
              <a:t>PRICE: Book’s selling price @ 1</a:t>
            </a:r>
          </a:p>
          <a:p>
            <a:r>
              <a:rPr lang="en-ID" sz="2000" dirty="0"/>
              <a:t>Sales</a:t>
            </a:r>
          </a:p>
          <a:p>
            <a:pPr lvl="1"/>
            <a:r>
              <a:rPr lang="en-ID" sz="1800" dirty="0"/>
              <a:t>DATE: date of sale event</a:t>
            </a:r>
          </a:p>
          <a:p>
            <a:pPr lvl="1"/>
            <a:r>
              <a:rPr lang="en-ID" sz="1800" dirty="0"/>
              <a:t>INVOICE: Invoice number of each sale transaction</a:t>
            </a:r>
          </a:p>
          <a:p>
            <a:pPr lvl="1"/>
            <a:r>
              <a:rPr lang="en-ID" sz="1800" dirty="0"/>
              <a:t>ISBN: Book Code sold</a:t>
            </a:r>
          </a:p>
          <a:p>
            <a:pPr lvl="1"/>
            <a:r>
              <a:rPr lang="en-ID" sz="1800" dirty="0"/>
              <a:t>QTY: Quantity of books sold in each transaction</a:t>
            </a:r>
          </a:p>
          <a:p>
            <a:pPr lvl="1"/>
            <a:r>
              <a:rPr lang="en-ID" sz="1800" dirty="0"/>
              <a:t>SALES: The amount of money customers paid in each transaction</a:t>
            </a:r>
          </a:p>
          <a:p>
            <a:pPr lvl="1"/>
            <a:endParaRPr lang="en-ID" sz="1800" dirty="0"/>
          </a:p>
          <a:p>
            <a:pPr marL="0" indent="0">
              <a:buNone/>
            </a:pPr>
            <a:endParaRPr lang="en-ID" sz="2000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42945EF-843B-493A-B833-5ACA8D7B7466}"/>
              </a:ext>
            </a:extLst>
          </p:cNvPr>
          <p:cNvSpPr txBox="1">
            <a:spLocks/>
          </p:cNvSpPr>
          <p:nvPr/>
        </p:nvSpPr>
        <p:spPr>
          <a:xfrm>
            <a:off x="6678274" y="1640238"/>
            <a:ext cx="4950372" cy="4476782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ID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ID" dirty="0"/>
              <a:t>The last digit of ISBN column is a Check Digit with the following algorithm:</a:t>
            </a:r>
          </a:p>
          <a:p>
            <a:r>
              <a:rPr lang="en-ID" dirty="0"/>
              <a:t>ABCDEFG</a:t>
            </a:r>
          </a:p>
          <a:p>
            <a:r>
              <a:rPr lang="en-ID" dirty="0"/>
              <a:t>G = MODULUS 10 </a:t>
            </a:r>
            <a:r>
              <a:rPr lang="en-ID" dirty="0" err="1"/>
              <a:t>dari</a:t>
            </a:r>
            <a:r>
              <a:rPr lang="en-ID" dirty="0"/>
              <a:t> (A*2 + C*3 + E*5)</a:t>
            </a:r>
          </a:p>
          <a:p>
            <a:endParaRPr lang="en-ID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ID" dirty="0"/>
              <a:t>Invoice Number has to be:</a:t>
            </a:r>
          </a:p>
          <a:p>
            <a:r>
              <a:rPr lang="en-ID" dirty="0"/>
              <a:t>S-ABCDEFGH</a:t>
            </a:r>
          </a:p>
          <a:p>
            <a:r>
              <a:rPr lang="en-ID" dirty="0"/>
              <a:t>AB = two digit of year</a:t>
            </a:r>
          </a:p>
          <a:p>
            <a:r>
              <a:rPr lang="en-ID" dirty="0"/>
              <a:t>CD = two digit of month</a:t>
            </a:r>
          </a:p>
          <a:p>
            <a:r>
              <a:rPr lang="en-ID" dirty="0"/>
              <a:t>EFGH = Sequence number that resets each month</a:t>
            </a:r>
          </a:p>
        </p:txBody>
      </p:sp>
    </p:spTree>
    <p:extLst>
      <p:ext uri="{BB962C8B-B14F-4D97-AF65-F5344CB8AC3E}">
        <p14:creationId xmlns:p14="http://schemas.microsoft.com/office/powerpoint/2010/main" val="33644339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0CEB5-574B-4F10-9B3E-07ADA403C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To-Do</a:t>
            </a:r>
            <a:endParaRPr lang="en-I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62015C-CFC8-4956-9C6D-BAAA99B65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659A7-1F32-4036-8015-0DB21147A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0090457" cy="4167778"/>
          </a:xfrm>
        </p:spPr>
        <p:txBody>
          <a:bodyPr>
            <a:normAutofit/>
          </a:bodyPr>
          <a:lstStyle/>
          <a:p>
            <a:r>
              <a:rPr lang="en-ID" dirty="0"/>
              <a:t>Decide which tests needed (test to choose is as stated in slides above)</a:t>
            </a:r>
          </a:p>
          <a:p>
            <a:r>
              <a:rPr lang="en-ID" dirty="0"/>
              <a:t>Do the test</a:t>
            </a:r>
          </a:p>
          <a:p>
            <a:r>
              <a:rPr lang="en-ID" dirty="0"/>
              <a:t>Highlight the findings</a:t>
            </a:r>
          </a:p>
          <a:p>
            <a:r>
              <a:rPr lang="en-ID" dirty="0"/>
              <a:t>Submit your work to google form: </a:t>
            </a:r>
            <a:r>
              <a:rPr lang="en-ID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https://forms.gle/Y4bNgYDRC8DKYCEv6</a:t>
            </a:r>
            <a:br>
              <a:rPr lang="en-ID" dirty="0"/>
            </a:br>
            <a:r>
              <a:rPr lang="en-ID" sz="2000" i="1" dirty="0"/>
              <a:t>(deadline is Sunday midnight, as usual)</a:t>
            </a:r>
          </a:p>
          <a:p>
            <a:r>
              <a:rPr lang="en-ID" dirty="0"/>
              <a:t>The last one to submit to google form would need to present his/her work in the next class</a:t>
            </a:r>
          </a:p>
        </p:txBody>
      </p:sp>
    </p:spTree>
    <p:extLst>
      <p:ext uri="{BB962C8B-B14F-4D97-AF65-F5344CB8AC3E}">
        <p14:creationId xmlns:p14="http://schemas.microsoft.com/office/powerpoint/2010/main" val="666818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Source Serif Pro Blac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956eed5-f0c9-4482-bcee-424a7f38c900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3A5E78ECA1434D83AD500C97BBDA54" ma:contentTypeVersion="15" ma:contentTypeDescription="Create a new document." ma:contentTypeScope="" ma:versionID="7b6c68a6301f47c12555a24b30b278c4">
  <xsd:schema xmlns:xsd="http://www.w3.org/2001/XMLSchema" xmlns:xs="http://www.w3.org/2001/XMLSchema" xmlns:p="http://schemas.microsoft.com/office/2006/metadata/properties" xmlns:ns3="a956eed5-f0c9-4482-bcee-424a7f38c900" xmlns:ns4="ebe67ea8-4cd2-4da9-88bb-3e710b5f47b3" targetNamespace="http://schemas.microsoft.com/office/2006/metadata/properties" ma:root="true" ma:fieldsID="0d1995cf4d1019b8d8cf2178f347ea57" ns3:_="" ns4:_="">
    <xsd:import namespace="a956eed5-f0c9-4482-bcee-424a7f38c900"/>
    <xsd:import namespace="ebe67ea8-4cd2-4da9-88bb-3e710b5f47b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56eed5-f0c9-4482-bcee-424a7f38c90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e67ea8-4cd2-4da9-88bb-3e710b5f47b3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1EBB399-21A5-499D-A647-2FCF5118F88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A389D60-60E5-4A46-BEB4-51E42BB6383E}">
  <ds:schemaRefs>
    <ds:schemaRef ds:uri="ebe67ea8-4cd2-4da9-88bb-3e710b5f47b3"/>
    <ds:schemaRef ds:uri="http://purl.org/dc/elements/1.1/"/>
    <ds:schemaRef ds:uri="http://purl.org/dc/terms/"/>
    <ds:schemaRef ds:uri="http://purl.org/dc/dcmitype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a956eed5-f0c9-4482-bcee-424a7f38c900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9012845A-2F7F-4196-B6AE-3CB8BC2873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956eed5-f0c9-4482-bcee-424a7f38c900"/>
    <ds:schemaRef ds:uri="ebe67ea8-4cd2-4da9-88bb-3e710b5f47b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2499</TotalTime>
  <Words>2610</Words>
  <Application>Microsoft Office PowerPoint</Application>
  <PresentationFormat>Widescreen</PresentationFormat>
  <Paragraphs>462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8" baseType="lpstr">
      <vt:lpstr>Arial</vt:lpstr>
      <vt:lpstr>Avenir Next LT Pro Light</vt:lpstr>
      <vt:lpstr>Britannic Bold</vt:lpstr>
      <vt:lpstr>Calibri</vt:lpstr>
      <vt:lpstr>Monotype Corsiva</vt:lpstr>
      <vt:lpstr>Segoe UI</vt:lpstr>
      <vt:lpstr>Source Serif Pro Black</vt:lpstr>
      <vt:lpstr>Office Theme</vt:lpstr>
      <vt:lpstr>Risk and Control</vt:lpstr>
      <vt:lpstr>Class Recap</vt:lpstr>
      <vt:lpstr>Class Roadmap</vt:lpstr>
      <vt:lpstr>Covered So Far</vt:lpstr>
      <vt:lpstr>PowerPoint Presentation</vt:lpstr>
      <vt:lpstr>Konsep  Risiko dan Pengendalian</vt:lpstr>
      <vt:lpstr>What is Risk? (ISO 31000:2018)</vt:lpstr>
      <vt:lpstr>What is Risk? (ISACA)</vt:lpstr>
      <vt:lpstr>Examples of Risk in IS Auditing</vt:lpstr>
      <vt:lpstr>What is Control? (ISO 31000)</vt:lpstr>
      <vt:lpstr>What is Control? (ISACA)</vt:lpstr>
      <vt:lpstr>Why Controls Matter in IS Auditing</vt:lpstr>
      <vt:lpstr>Linking Control to ToD</vt:lpstr>
      <vt:lpstr>Linking Control to ToE</vt:lpstr>
      <vt:lpstr>Example 1 — User Access Management</vt:lpstr>
      <vt:lpstr>Example 2 — Purchase-to-Pay (3-way matching)</vt:lpstr>
      <vt:lpstr>Example 3 — Interface Risk</vt:lpstr>
      <vt:lpstr>Contoh Pengendalian Sistem Informasi</vt:lpstr>
      <vt:lpstr>Konsekuensi Penerapan Sistem Tekomputerisasi</vt:lpstr>
      <vt:lpstr>Perbandingan Jenis Pengendalian (interaksi)</vt:lpstr>
      <vt:lpstr>Perbandingan Jenis Pengendalian (tahapan)</vt:lpstr>
      <vt:lpstr>PowerPoint Presentation</vt:lpstr>
      <vt:lpstr>Contoh Pengendalian Aplikasi/Sistem</vt:lpstr>
      <vt:lpstr>Contoh Pengendalian Input</vt:lpstr>
      <vt:lpstr>Field Interrogation</vt:lpstr>
      <vt:lpstr>Record Interrogation</vt:lpstr>
      <vt:lpstr>File Interrogation</vt:lpstr>
      <vt:lpstr>Simulasi Merancang dan ToD Pengendalian Aplikasi (AppCon)</vt:lpstr>
      <vt:lpstr>Membuat Pengendalian Input (Ms. Excel)</vt:lpstr>
      <vt:lpstr>Membuat Pengendalian Input (Google Form)</vt:lpstr>
      <vt:lpstr>Simulasi I: Jurnal Pengeluaran Excel</vt:lpstr>
      <vt:lpstr>Simulasi II: Form Pendaftaran Pelatihan</vt:lpstr>
      <vt:lpstr>Switch Up!</vt:lpstr>
      <vt:lpstr>Simulasi ToE AppCon  </vt:lpstr>
      <vt:lpstr>Pengujian Pengendalian Aplikasi</vt:lpstr>
      <vt:lpstr>Pengujian Pengendalian Aplikasi</vt:lpstr>
      <vt:lpstr>Pengujian Pengendalian Aplikasi</vt:lpstr>
      <vt:lpstr>Pengujian Pengendalian Aplikasi</vt:lpstr>
      <vt:lpstr>Pengujian Pengendalian Aplikasi</vt:lpstr>
      <vt:lpstr>Pengujian Pengendalian Aplikasi</vt:lpstr>
      <vt:lpstr>Pengujian Pengendalian Aplikasi</vt:lpstr>
      <vt:lpstr>Pengujian Pengendalian Aplikasi</vt:lpstr>
      <vt:lpstr>Pengujian Pengendalian Aplikasi</vt:lpstr>
      <vt:lpstr>Pengujian Akurasi Data</vt:lpstr>
      <vt:lpstr>Pengujian Konsistensi Data</vt:lpstr>
      <vt:lpstr>Pengujian Duplikasi Data</vt:lpstr>
      <vt:lpstr>Pengujian Keseragaman Data</vt:lpstr>
      <vt:lpstr>Assignment Week X</vt:lpstr>
      <vt:lpstr>Sales Data Metadata</vt:lpstr>
      <vt:lpstr>To-Do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Konsep dan Peran SI &amp; TI</dc:title>
  <dc:creator>Teuku Raja Irfan Radarma</dc:creator>
  <cp:lastModifiedBy>Teuku Raja Irfan Radarma</cp:lastModifiedBy>
  <cp:revision>64</cp:revision>
  <dcterms:created xsi:type="dcterms:W3CDTF">2023-09-18T04:21:25Z</dcterms:created>
  <dcterms:modified xsi:type="dcterms:W3CDTF">2026-02-10T00:17:58Z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0x010100583A5E78ECA1434D83AD500C97BBDA54</vt:lpwstr>
  </property>
</Properties>
</file>