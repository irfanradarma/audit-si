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2" r:id="rId5"/>
    <p:sldId id="260" r:id="rId6"/>
    <p:sldId id="257" r:id="rId7"/>
    <p:sldId id="304" r:id="rId8"/>
    <p:sldId id="263" r:id="rId9"/>
    <p:sldId id="662" r:id="rId10"/>
    <p:sldId id="663" r:id="rId11"/>
    <p:sldId id="664" r:id="rId12"/>
    <p:sldId id="264" r:id="rId13"/>
    <p:sldId id="661" r:id="rId14"/>
    <p:sldId id="327" r:id="rId15"/>
    <p:sldId id="328" r:id="rId16"/>
    <p:sldId id="665" r:id="rId17"/>
    <p:sldId id="667" r:id="rId18"/>
    <p:sldId id="6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modSld">
      <pc:chgData name="Teuku Raja Irfan Radarma" userId="cf428174-95ba-4576-8554-3a3b8ffa52b7" providerId="ADAL" clId="{6C5D399A-8E2C-4907-9624-A2DD17609376}" dt="2026-02-18T03:29:52.555" v="182" actId="20577"/>
      <pc:docMkLst>
        <pc:docMk/>
      </pc:docMkLst>
      <pc:sldChg chg="modSp mod">
        <pc:chgData name="Teuku Raja Irfan Radarma" userId="cf428174-95ba-4576-8554-3a3b8ffa52b7" providerId="ADAL" clId="{6C5D399A-8E2C-4907-9624-A2DD17609376}" dt="2026-02-18T03:28:09.397" v="2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6-02-18T03:28:09.397" v="2" actId="40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52.555" v="182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6-02-18T03:29:52.555" v="182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18.978" v="128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6-02-18T03:29:18.978" v="128" actId="20577"/>
          <ac:spMkLst>
            <pc:docMk/>
            <pc:sldMk cId="2891726164" sldId="304"/>
            <ac:spMk id="3" creationId="{0EEF17E5-AD4D-CEBE-F9C3-691B024490D7}"/>
          </ac:spMkLst>
        </pc:spChg>
      </pc:sldChg>
    </pc:docChg>
  </pc:docChgLst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7T01:25:31.365" v="872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0D23DAE7-6BF6-465B-A01F-2BDD01E2DC8F}"/>
    <pc:docChg chg="undo custSel addSld delSld modSld sldOrd modMainMaster">
      <pc:chgData name="Teuku Raja Irfan Radarma" userId="cf428174-95ba-4576-8554-3a3b8ffa52b7" providerId="ADAL" clId="{0D23DAE7-6BF6-465B-A01F-2BDD01E2DC8F}" dt="2026-02-10T11:15:33.343" v="3179" actId="1076"/>
      <pc:docMkLst>
        <pc:docMk/>
      </pc:docMkLst>
      <pc:sldChg chg="modSp mod">
        <pc:chgData name="Teuku Raja Irfan Radarma" userId="cf428174-95ba-4576-8554-3a3b8ffa52b7" providerId="ADAL" clId="{0D23DAE7-6BF6-465B-A01F-2BDD01E2DC8F}" dt="2026-02-07T03:13:45.313" v="46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0D23DAE7-6BF6-465B-A01F-2BDD01E2DC8F}" dt="2026-02-07T03:13:45.313" v="46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3:38.576" v="4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0D23DAE7-6BF6-465B-A01F-2BDD01E2DC8F}" dt="2026-02-07T03:13:38.576" v="4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0D23DAE7-6BF6-465B-A01F-2BDD01E2DC8F}" dt="2026-02-07T03:13:20.403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7:59.095" v="57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D23DAE7-6BF6-465B-A01F-2BDD01E2DC8F}" dt="2026-02-07T03:37:59.095" v="57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D23DAE7-6BF6-465B-A01F-2BDD01E2DC8F}" dt="2026-02-10T07:00:27.537" v="3139" actId="6549"/>
        <pc:sldMkLst>
          <pc:docMk/>
          <pc:sldMk cId="1457204914" sldId="264"/>
        </pc:sldMkLst>
        <pc:spChg chg="mod">
          <ac:chgData name="Teuku Raja Irfan Radarma" userId="cf428174-95ba-4576-8554-3a3b8ffa52b7" providerId="ADAL" clId="{0D23DAE7-6BF6-465B-A01F-2BDD01E2DC8F}" dt="2026-02-07T03:35:26.419" v="495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0D23DAE7-6BF6-465B-A01F-2BDD01E2DC8F}" dt="2026-02-10T07:00:27.537" v="3139" actId="6549"/>
          <ac:spMkLst>
            <pc:docMk/>
            <pc:sldMk cId="1457204914" sldId="264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4:39.484" v="12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0D23DAE7-6BF6-465B-A01F-2BDD01E2DC8F}" dt="2026-02-07T03:14:39.484" v="12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160828096" sldId="321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2697196124" sldId="323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3977528824" sldId="324"/>
        </pc:sldMkLst>
      </pc:sldChg>
      <pc:sldChg chg="modSp add mod ord">
        <pc:chgData name="Teuku Raja Irfan Radarma" userId="cf428174-95ba-4576-8554-3a3b8ffa52b7" providerId="ADAL" clId="{0D23DAE7-6BF6-465B-A01F-2BDD01E2DC8F}" dt="2026-02-08T13:09:16.914" v="713" actId="20577"/>
        <pc:sldMkLst>
          <pc:docMk/>
          <pc:sldMk cId="4019111258" sldId="325"/>
        </pc:sldMkLst>
        <pc:graphicFrameChg chg="mod modGraphic">
          <ac:chgData name="Teuku Raja Irfan Radarma" userId="cf428174-95ba-4576-8554-3a3b8ffa52b7" providerId="ADAL" clId="{0D23DAE7-6BF6-465B-A01F-2BDD01E2DC8F}" dt="2026-02-08T13:09:16.914" v="713" actId="20577"/>
          <ac:graphicFrameMkLst>
            <pc:docMk/>
            <pc:sldMk cId="4019111258" sldId="325"/>
            <ac:graphicFrameMk id="5" creationId="{B98E2BF1-F8E2-4406-B058-DF63DD4B80FC}"/>
          </ac:graphicFrameMkLst>
        </pc:graphicFrame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902416801" sldId="351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1943788893" sldId="352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73170325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3626562259" sldId="354"/>
        </pc:sldMkLst>
      </pc:sldChg>
      <pc:sldChg chg="modSp add mod">
        <pc:chgData name="Teuku Raja Irfan Radarma" userId="cf428174-95ba-4576-8554-3a3b8ffa52b7" providerId="ADAL" clId="{0D23DAE7-6BF6-465B-A01F-2BDD01E2DC8F}" dt="2026-02-07T03:52:33.997" v="631" actId="20577"/>
        <pc:sldMkLst>
          <pc:docMk/>
          <pc:sldMk cId="644787979" sldId="356"/>
        </pc:sldMkLst>
        <pc:spChg chg="mod">
          <ac:chgData name="Teuku Raja Irfan Radarma" userId="cf428174-95ba-4576-8554-3a3b8ffa52b7" providerId="ADAL" clId="{0D23DAE7-6BF6-465B-A01F-2BDD01E2DC8F}" dt="2026-02-07T03:52:33.997" v="631" actId="20577"/>
          <ac:spMkLst>
            <pc:docMk/>
            <pc:sldMk cId="644787979" sldId="356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8:42.542" v="598" actId="1076"/>
          <ac:spMkLst>
            <pc:docMk/>
            <pc:sldMk cId="644787979" sldId="356"/>
            <ac:spMk id="3" creationId="{A096F501-400E-88A5-F85E-3E2FB217BFA0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4:10:58.683" v="645" actId="20577"/>
        <pc:sldMkLst>
          <pc:docMk/>
          <pc:sldMk cId="54813923" sldId="357"/>
        </pc:sldMkLst>
        <pc:spChg chg="mod">
          <ac:chgData name="Teuku Raja Irfan Radarma" userId="cf428174-95ba-4576-8554-3a3b8ffa52b7" providerId="ADAL" clId="{0D23DAE7-6BF6-465B-A01F-2BDD01E2DC8F}" dt="2026-02-07T04:10:58.683" v="645" actId="20577"/>
          <ac:spMkLst>
            <pc:docMk/>
            <pc:sldMk cId="54813923" sldId="357"/>
            <ac:spMk id="5" creationId="{7BBC77D1-8E43-8C33-4794-A47E6FAE2571}"/>
          </ac:spMkLst>
        </pc:spChg>
      </pc:sldChg>
      <pc:sldChg chg="addSp modSp new mod">
        <pc:chgData name="Teuku Raja Irfan Radarma" userId="cf428174-95ba-4576-8554-3a3b8ffa52b7" providerId="ADAL" clId="{0D23DAE7-6BF6-465B-A01F-2BDD01E2DC8F}" dt="2026-02-07T03:21:29.596" v="289" actId="113"/>
        <pc:sldMkLst>
          <pc:docMk/>
          <pc:sldMk cId="3345025196" sldId="360"/>
        </pc:sldMkLst>
        <pc:spChg chg="mod">
          <ac:chgData name="Teuku Raja Irfan Radarma" userId="cf428174-95ba-4576-8554-3a3b8ffa52b7" providerId="ADAL" clId="{0D23DAE7-6BF6-465B-A01F-2BDD01E2DC8F}" dt="2026-02-07T03:17:25.819" v="237" actId="14100"/>
          <ac:spMkLst>
            <pc:docMk/>
            <pc:sldMk cId="3345025196" sldId="360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8:19.314" v="244" actId="27636"/>
          <ac:spMkLst>
            <pc:docMk/>
            <pc:sldMk cId="3345025196" sldId="360"/>
            <ac:spMk id="3" creationId="{895D34AF-E406-4DCC-B2A0-2D1CA8E6200A}"/>
          </ac:spMkLst>
        </pc:spChg>
        <pc:spChg chg="add mod">
          <ac:chgData name="Teuku Raja Irfan Radarma" userId="cf428174-95ba-4576-8554-3a3b8ffa52b7" providerId="ADAL" clId="{0D23DAE7-6BF6-465B-A01F-2BDD01E2DC8F}" dt="2026-02-07T03:21:29.596" v="289" actId="113"/>
          <ac:spMkLst>
            <pc:docMk/>
            <pc:sldMk cId="3345025196" sldId="360"/>
            <ac:spMk id="5" creationId="{5D144B5E-7EA3-42C3-8226-987281C6E92A}"/>
          </ac:spMkLst>
        </pc:spChg>
      </pc:sldChg>
      <pc:sldChg chg="addSp modSp add mod">
        <pc:chgData name="Teuku Raja Irfan Radarma" userId="cf428174-95ba-4576-8554-3a3b8ffa52b7" providerId="ADAL" clId="{0D23DAE7-6BF6-465B-A01F-2BDD01E2DC8F}" dt="2026-02-07T03:21:44.854" v="294" actId="1076"/>
        <pc:sldMkLst>
          <pc:docMk/>
          <pc:sldMk cId="2081291506" sldId="361"/>
        </pc:sldMkLst>
        <pc:spChg chg="mod">
          <ac:chgData name="Teuku Raja Irfan Radarma" userId="cf428174-95ba-4576-8554-3a3b8ffa52b7" providerId="ADAL" clId="{0D23DAE7-6BF6-465B-A01F-2BDD01E2DC8F}" dt="2026-02-07T03:18:50.988" v="252"/>
          <ac:spMkLst>
            <pc:docMk/>
            <pc:sldMk cId="2081291506" sldId="361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9:28.070" v="268" actId="27636"/>
          <ac:spMkLst>
            <pc:docMk/>
            <pc:sldMk cId="2081291506" sldId="361"/>
            <ac:spMk id="3" creationId="{895D34AF-E406-4DCC-B2A0-2D1CA8E6200A}"/>
          </ac:spMkLst>
        </pc:spChg>
        <pc:spChg chg="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5" creationId="{5D144B5E-7EA3-42C3-8226-987281C6E92A}"/>
          </ac:spMkLst>
        </pc:spChg>
        <pc:spChg chg="add 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6" creationId="{A75FE99E-8EF4-4EB3-86AB-6C62DEEBB383}"/>
          </ac:spMkLst>
        </pc:spChg>
      </pc:sldChg>
      <pc:sldChg chg="delSp modSp add mod">
        <pc:chgData name="Teuku Raja Irfan Radarma" userId="cf428174-95ba-4576-8554-3a3b8ffa52b7" providerId="ADAL" clId="{0D23DAE7-6BF6-465B-A01F-2BDD01E2DC8F}" dt="2026-02-07T03:20:29.640" v="280"/>
        <pc:sldMkLst>
          <pc:docMk/>
          <pc:sldMk cId="3760450724" sldId="362"/>
        </pc:sldMkLst>
        <pc:spChg chg="mod">
          <ac:chgData name="Teuku Raja Irfan Radarma" userId="cf428174-95ba-4576-8554-3a3b8ffa52b7" providerId="ADAL" clId="{0D23DAE7-6BF6-465B-A01F-2BDD01E2DC8F}" dt="2026-02-07T03:20:22.699" v="278"/>
          <ac:spMkLst>
            <pc:docMk/>
            <pc:sldMk cId="3760450724" sldId="362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20:29.640" v="280"/>
          <ac:spMkLst>
            <pc:docMk/>
            <pc:sldMk cId="3760450724" sldId="362"/>
            <ac:spMk id="3" creationId="{895D34AF-E406-4DCC-B2A0-2D1CA8E6200A}"/>
          </ac:spMkLst>
        </pc:spChg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118906463" sldId="36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83404955" sldId="36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18265850" sldId="369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428653320" sldId="370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476058826" sldId="371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827338380" sldId="372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351922162" sldId="373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428924961" sldId="374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85147760" sldId="375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76553088" sldId="376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943294443" sldId="37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202183906" sldId="37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969276613" sldId="379"/>
        </pc:sldMkLst>
      </pc:sldChg>
      <pc:sldChg chg="modSp add mod">
        <pc:chgData name="Teuku Raja Irfan Radarma" userId="cf428174-95ba-4576-8554-3a3b8ffa52b7" providerId="ADAL" clId="{0D23DAE7-6BF6-465B-A01F-2BDD01E2DC8F}" dt="2026-02-07T03:24:01.504" v="295" actId="113"/>
        <pc:sldMkLst>
          <pc:docMk/>
          <pc:sldMk cId="1656693492" sldId="644"/>
        </pc:sldMkLst>
        <pc:spChg chg="mod">
          <ac:chgData name="Teuku Raja Irfan Radarma" userId="cf428174-95ba-4576-8554-3a3b8ffa52b7" providerId="ADAL" clId="{0D23DAE7-6BF6-465B-A01F-2BDD01E2DC8F}" dt="2026-02-07T03:21:04.277" v="284" actId="27636"/>
          <ac:spMkLst>
            <pc:docMk/>
            <pc:sldMk cId="1656693492" sldId="644"/>
            <ac:spMk id="2" creationId="{3CF2F193-E3D5-CA30-5948-CAF6549DFF73}"/>
          </ac:spMkLst>
        </pc:spChg>
        <pc:spChg chg="mod">
          <ac:chgData name="Teuku Raja Irfan Radarma" userId="cf428174-95ba-4576-8554-3a3b8ffa52b7" providerId="ADAL" clId="{0D23DAE7-6BF6-465B-A01F-2BDD01E2DC8F}" dt="2026-02-07T03:24:01.504" v="295" actId="113"/>
          <ac:spMkLst>
            <pc:docMk/>
            <pc:sldMk cId="1656693492" sldId="644"/>
            <ac:spMk id="5" creationId="{2EB720E2-7FC8-A399-4A72-0000F547D8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4:24.595" v="305" actId="1076"/>
        <pc:sldMkLst>
          <pc:docMk/>
          <pc:sldMk cId="47162546" sldId="645"/>
        </pc:sldMkLst>
        <pc:spChg chg="mod">
          <ac:chgData name="Teuku Raja Irfan Radarma" userId="cf428174-95ba-4576-8554-3a3b8ffa52b7" providerId="ADAL" clId="{0D23DAE7-6BF6-465B-A01F-2BDD01E2DC8F}" dt="2026-02-07T03:24:21.433" v="304" actId="14100"/>
          <ac:spMkLst>
            <pc:docMk/>
            <pc:sldMk cId="47162546" sldId="645"/>
            <ac:spMk id="2" creationId="{9E20621D-B0F8-3374-C276-6B2F348B6914}"/>
          </ac:spMkLst>
        </pc:spChg>
        <pc:spChg chg="mod">
          <ac:chgData name="Teuku Raja Irfan Radarma" userId="cf428174-95ba-4576-8554-3a3b8ffa52b7" providerId="ADAL" clId="{0D23DAE7-6BF6-465B-A01F-2BDD01E2DC8F}" dt="2026-02-07T03:24:18.580" v="303" actId="27636"/>
          <ac:spMkLst>
            <pc:docMk/>
            <pc:sldMk cId="47162546" sldId="645"/>
            <ac:spMk id="3" creationId="{311DC483-BC0B-7937-5F6A-A14140FE44D4}"/>
          </ac:spMkLst>
        </pc:spChg>
        <pc:spChg chg="mod">
          <ac:chgData name="Teuku Raja Irfan Radarma" userId="cf428174-95ba-4576-8554-3a3b8ffa52b7" providerId="ADAL" clId="{0D23DAE7-6BF6-465B-A01F-2BDD01E2DC8F}" dt="2026-02-07T03:24:24.595" v="305" actId="1076"/>
          <ac:spMkLst>
            <pc:docMk/>
            <pc:sldMk cId="47162546" sldId="645"/>
            <ac:spMk id="5" creationId="{D523D5D2-F493-AD75-DF03-563C1FC7E6CE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15.495" v="309" actId="14100"/>
        <pc:sldMkLst>
          <pc:docMk/>
          <pc:sldMk cId="348817754" sldId="646"/>
        </pc:sldMkLst>
        <pc:spChg chg="mod">
          <ac:chgData name="Teuku Raja Irfan Radarma" userId="cf428174-95ba-4576-8554-3a3b8ffa52b7" providerId="ADAL" clId="{0D23DAE7-6BF6-465B-A01F-2BDD01E2DC8F}" dt="2026-02-07T03:26:15.495" v="309" actId="14100"/>
          <ac:spMkLst>
            <pc:docMk/>
            <pc:sldMk cId="348817754" sldId="646"/>
            <ac:spMk id="2" creationId="{06FF7DE9-E86B-6DAA-D989-BADA471F4A4A}"/>
          </ac:spMkLst>
        </pc:spChg>
        <pc:spChg chg="mod">
          <ac:chgData name="Teuku Raja Irfan Radarma" userId="cf428174-95ba-4576-8554-3a3b8ffa52b7" providerId="ADAL" clId="{0D23DAE7-6BF6-465B-A01F-2BDD01E2DC8F}" dt="2026-02-07T03:26:13.482" v="308" actId="14100"/>
          <ac:spMkLst>
            <pc:docMk/>
            <pc:sldMk cId="348817754" sldId="646"/>
            <ac:spMk id="3" creationId="{99DD44BB-F332-D1E3-B9B1-DA96029656E3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42.608" v="313" actId="27636"/>
        <pc:sldMkLst>
          <pc:docMk/>
          <pc:sldMk cId="3159381329" sldId="647"/>
        </pc:sldMkLst>
        <pc:spChg chg="mod">
          <ac:chgData name="Teuku Raja Irfan Radarma" userId="cf428174-95ba-4576-8554-3a3b8ffa52b7" providerId="ADAL" clId="{0D23DAE7-6BF6-465B-A01F-2BDD01E2DC8F}" dt="2026-02-07T03:26:42.608" v="313" actId="27636"/>
          <ac:spMkLst>
            <pc:docMk/>
            <pc:sldMk cId="3159381329" sldId="647"/>
            <ac:spMk id="2" creationId="{BEA9CEAE-5057-CC60-3818-B4A619B0B8B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1.153" v="315" actId="27636"/>
        <pc:sldMkLst>
          <pc:docMk/>
          <pc:sldMk cId="3191860541" sldId="648"/>
        </pc:sldMkLst>
        <pc:spChg chg="mod">
          <ac:chgData name="Teuku Raja Irfan Radarma" userId="cf428174-95ba-4576-8554-3a3b8ffa52b7" providerId="ADAL" clId="{0D23DAE7-6BF6-465B-A01F-2BDD01E2DC8F}" dt="2026-02-07T03:26:51.153" v="315" actId="27636"/>
          <ac:spMkLst>
            <pc:docMk/>
            <pc:sldMk cId="3191860541" sldId="648"/>
            <ac:spMk id="2" creationId="{EBA79CE3-1172-39F8-51EC-6ED04745914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6.969" v="317" actId="27636"/>
        <pc:sldMkLst>
          <pc:docMk/>
          <pc:sldMk cId="3912879535" sldId="649"/>
        </pc:sldMkLst>
        <pc:spChg chg="mod">
          <ac:chgData name="Teuku Raja Irfan Radarma" userId="cf428174-95ba-4576-8554-3a3b8ffa52b7" providerId="ADAL" clId="{0D23DAE7-6BF6-465B-A01F-2BDD01E2DC8F}" dt="2026-02-07T03:26:56.969" v="317" actId="27636"/>
          <ac:spMkLst>
            <pc:docMk/>
            <pc:sldMk cId="3912879535" sldId="649"/>
            <ac:spMk id="2" creationId="{673C415F-601F-DB6E-CFF8-744440D5F5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1.285" v="319" actId="27636"/>
        <pc:sldMkLst>
          <pc:docMk/>
          <pc:sldMk cId="1423058930" sldId="650"/>
        </pc:sldMkLst>
        <pc:spChg chg="mod">
          <ac:chgData name="Teuku Raja Irfan Radarma" userId="cf428174-95ba-4576-8554-3a3b8ffa52b7" providerId="ADAL" clId="{0D23DAE7-6BF6-465B-A01F-2BDD01E2DC8F}" dt="2026-02-07T03:27:01.285" v="319" actId="27636"/>
          <ac:spMkLst>
            <pc:docMk/>
            <pc:sldMk cId="1423058930" sldId="650"/>
            <ac:spMk id="2" creationId="{B52D6943-E19B-21A8-5750-E0E63D1B1E3C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4.481" v="321" actId="27636"/>
        <pc:sldMkLst>
          <pc:docMk/>
          <pc:sldMk cId="1609841259" sldId="651"/>
        </pc:sldMkLst>
        <pc:spChg chg="mod">
          <ac:chgData name="Teuku Raja Irfan Radarma" userId="cf428174-95ba-4576-8554-3a3b8ffa52b7" providerId="ADAL" clId="{0D23DAE7-6BF6-465B-A01F-2BDD01E2DC8F}" dt="2026-02-07T03:27:04.481" v="321" actId="27636"/>
          <ac:spMkLst>
            <pc:docMk/>
            <pc:sldMk cId="1609841259" sldId="651"/>
            <ac:spMk id="2" creationId="{8954A517-6415-BC9E-EEA8-538C180F2A36}"/>
          </ac:spMkLst>
        </pc:spChg>
      </pc:sldChg>
      <pc:sldChg chg="modSp new mod">
        <pc:chgData name="Teuku Raja Irfan Radarma" userId="cf428174-95ba-4576-8554-3a3b8ffa52b7" providerId="ADAL" clId="{0D23DAE7-6BF6-465B-A01F-2BDD01E2DC8F}" dt="2026-02-08T13:05:39.582" v="699" actId="20577"/>
        <pc:sldMkLst>
          <pc:docMk/>
          <pc:sldMk cId="3512377796" sldId="652"/>
        </pc:sldMkLst>
        <pc:spChg chg="mod">
          <ac:chgData name="Teuku Raja Irfan Radarma" userId="cf428174-95ba-4576-8554-3a3b8ffa52b7" providerId="ADAL" clId="{0D23DAE7-6BF6-465B-A01F-2BDD01E2DC8F}" dt="2026-02-07T03:35:13.022" v="459" actId="27636"/>
          <ac:spMkLst>
            <pc:docMk/>
            <pc:sldMk cId="3512377796" sldId="652"/>
            <ac:spMk id="2" creationId="{6F386E08-B0B8-46AA-9F84-C6ECF74081DB}"/>
          </ac:spMkLst>
        </pc:spChg>
        <pc:spChg chg="mod">
          <ac:chgData name="Teuku Raja Irfan Radarma" userId="cf428174-95ba-4576-8554-3a3b8ffa52b7" providerId="ADAL" clId="{0D23DAE7-6BF6-465B-A01F-2BDD01E2DC8F}" dt="2026-02-08T13:05:39.582" v="699" actId="20577"/>
          <ac:spMkLst>
            <pc:docMk/>
            <pc:sldMk cId="3512377796" sldId="652"/>
            <ac:spMk id="3" creationId="{87B6FF91-047A-4585-A5F3-7E576D72E89E}"/>
          </ac:spMkLst>
        </pc:spChg>
      </pc:sldChg>
      <pc:sldChg chg="modSp add mod ord">
        <pc:chgData name="Teuku Raja Irfan Radarma" userId="cf428174-95ba-4576-8554-3a3b8ffa52b7" providerId="ADAL" clId="{0D23DAE7-6BF6-465B-A01F-2BDD01E2DC8F}" dt="2026-02-07T03:39:17.054" v="613" actId="1076"/>
        <pc:sldMkLst>
          <pc:docMk/>
          <pc:sldMk cId="2442765501" sldId="653"/>
        </pc:sldMkLst>
        <pc:spChg chg="mod">
          <ac:chgData name="Teuku Raja Irfan Radarma" userId="cf428174-95ba-4576-8554-3a3b8ffa52b7" providerId="ADAL" clId="{0D23DAE7-6BF6-465B-A01F-2BDD01E2DC8F}" dt="2026-02-07T03:39:13.081" v="612" actId="6549"/>
          <ac:spMkLst>
            <pc:docMk/>
            <pc:sldMk cId="2442765501" sldId="653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9:17.054" v="613" actId="1076"/>
          <ac:spMkLst>
            <pc:docMk/>
            <pc:sldMk cId="2442765501" sldId="653"/>
            <ac:spMk id="3" creationId="{A096F501-400E-88A5-F85E-3E2FB217BFA0}"/>
          </ac:spMkLst>
        </pc:spChg>
      </pc:sldChg>
      <pc:sldChg chg="addSp delSp modSp new mod">
        <pc:chgData name="Teuku Raja Irfan Radarma" userId="cf428174-95ba-4576-8554-3a3b8ffa52b7" providerId="ADAL" clId="{0D23DAE7-6BF6-465B-A01F-2BDD01E2DC8F}" dt="2026-02-07T04:11:06.963" v="657" actId="20577"/>
        <pc:sldMkLst>
          <pc:docMk/>
          <pc:sldMk cId="3560834044" sldId="654"/>
        </pc:sldMkLst>
        <pc:spChg chg="mod">
          <ac:chgData name="Teuku Raja Irfan Radarma" userId="cf428174-95ba-4576-8554-3a3b8ffa52b7" providerId="ADAL" clId="{0D23DAE7-6BF6-465B-A01F-2BDD01E2DC8F}" dt="2026-02-07T04:11:06.963" v="657" actId="20577"/>
          <ac:spMkLst>
            <pc:docMk/>
            <pc:sldMk cId="3560834044" sldId="654"/>
            <ac:spMk id="2" creationId="{9816E9C4-C1AF-48E0-A095-8A0C45EC7BA6}"/>
          </ac:spMkLst>
        </pc:spChg>
        <pc:picChg chg="add mod ord">
          <ac:chgData name="Teuku Raja Irfan Radarma" userId="cf428174-95ba-4576-8554-3a3b8ffa52b7" providerId="ADAL" clId="{0D23DAE7-6BF6-465B-A01F-2BDD01E2DC8F}" dt="2026-02-07T04:05:01.613" v="633" actId="22"/>
          <ac:picMkLst>
            <pc:docMk/>
            <pc:sldMk cId="3560834044" sldId="654"/>
            <ac:picMk id="6" creationId="{134E4944-8B2A-4F67-8DD9-FA69C190653F}"/>
          </ac:picMkLst>
        </pc:picChg>
      </pc:sldChg>
      <pc:sldChg chg="modSp new mod">
        <pc:chgData name="Teuku Raja Irfan Radarma" userId="cf428174-95ba-4576-8554-3a3b8ffa52b7" providerId="ADAL" clId="{0D23DAE7-6BF6-465B-A01F-2BDD01E2DC8F}" dt="2026-02-09T23:20:45.032" v="2776" actId="20577"/>
        <pc:sldMkLst>
          <pc:docMk/>
          <pc:sldMk cId="2072892249" sldId="655"/>
        </pc:sldMkLst>
        <pc:spChg chg="mod">
          <ac:chgData name="Teuku Raja Irfan Radarma" userId="cf428174-95ba-4576-8554-3a3b8ffa52b7" providerId="ADAL" clId="{0D23DAE7-6BF6-465B-A01F-2BDD01E2DC8F}" dt="2026-02-09T23:20:45.032" v="2776" actId="20577"/>
          <ac:spMkLst>
            <pc:docMk/>
            <pc:sldMk cId="2072892249" sldId="655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14:45:35.445" v="2724" actId="20577"/>
          <ac:spMkLst>
            <pc:docMk/>
            <pc:sldMk cId="2072892249" sldId="655"/>
            <ac:spMk id="4" creationId="{3A4700CE-3193-4AC8-BB14-1CB09296A469}"/>
          </ac:spMkLst>
        </pc:spChg>
      </pc:sldChg>
      <pc:sldChg chg="addSp modSp new mod ord">
        <pc:chgData name="Teuku Raja Irfan Radarma" userId="cf428174-95ba-4576-8554-3a3b8ffa52b7" providerId="ADAL" clId="{0D23DAE7-6BF6-465B-A01F-2BDD01E2DC8F}" dt="2026-02-10T11:15:33.343" v="3179" actId="1076"/>
        <pc:sldMkLst>
          <pc:docMk/>
          <pc:sldMk cId="3364433924" sldId="656"/>
        </pc:sldMkLst>
        <pc:spChg chg="mod">
          <ac:chgData name="Teuku Raja Irfan Radarma" userId="cf428174-95ba-4576-8554-3a3b8ffa52b7" providerId="ADAL" clId="{0D23DAE7-6BF6-465B-A01F-2BDD01E2DC8F}" dt="2026-02-09T13:50:35.530" v="2547" actId="20577"/>
          <ac:spMkLst>
            <pc:docMk/>
            <pc:sldMk cId="3364433924" sldId="656"/>
            <ac:spMk id="2" creationId="{CCD655A6-8D58-43CF-8659-B238BB2E8F40}"/>
          </ac:spMkLst>
        </pc:spChg>
        <pc:spChg chg="mod">
          <ac:chgData name="Teuku Raja Irfan Radarma" userId="cf428174-95ba-4576-8554-3a3b8ffa52b7" providerId="ADAL" clId="{0D23DAE7-6BF6-465B-A01F-2BDD01E2DC8F}" dt="2026-02-09T23:32:27.106" v="3138" actId="27636"/>
          <ac:spMkLst>
            <pc:docMk/>
            <pc:sldMk cId="3364433924" sldId="656"/>
            <ac:spMk id="4" creationId="{EFF2E1A6-8621-4A2B-BF5A-C72317807BFE}"/>
          </ac:spMkLst>
        </pc:spChg>
        <pc:spChg chg="add mod">
          <ac:chgData name="Teuku Raja Irfan Radarma" userId="cf428174-95ba-4576-8554-3a3b8ffa52b7" providerId="ADAL" clId="{0D23DAE7-6BF6-465B-A01F-2BDD01E2DC8F}" dt="2026-02-10T11:15:33.343" v="3179" actId="1076"/>
          <ac:spMkLst>
            <pc:docMk/>
            <pc:sldMk cId="3364433924" sldId="656"/>
            <ac:spMk id="5" creationId="{542945EF-843B-493A-B833-5ACA8D7B7466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2:05.346" v="2557" actId="207"/>
        <pc:sldMkLst>
          <pc:docMk/>
          <pc:sldMk cId="666818229" sldId="657"/>
        </pc:sldMkLst>
        <pc:spChg chg="mod">
          <ac:chgData name="Teuku Raja Irfan Radarma" userId="cf428174-95ba-4576-8554-3a3b8ffa52b7" providerId="ADAL" clId="{0D23DAE7-6BF6-465B-A01F-2BDD01E2DC8F}" dt="2026-02-09T13:50:41.610" v="2552" actId="20577"/>
          <ac:spMkLst>
            <pc:docMk/>
            <pc:sldMk cId="666818229" sldId="657"/>
            <ac:spMk id="2" creationId="{FA10CEB5-574B-4F10-9B3E-07ADA403C05D}"/>
          </ac:spMkLst>
        </pc:spChg>
        <pc:spChg chg="mod">
          <ac:chgData name="Teuku Raja Irfan Radarma" userId="cf428174-95ba-4576-8554-3a3b8ffa52b7" providerId="ADAL" clId="{0D23DAE7-6BF6-465B-A01F-2BDD01E2DC8F}" dt="2026-02-09T13:52:05.346" v="2557" actId="207"/>
          <ac:spMkLst>
            <pc:docMk/>
            <pc:sldMk cId="666818229" sldId="657"/>
            <ac:spMk id="4" creationId="{573659A7-1F32-4036-8015-0DB21147AE1F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0:10.973" v="2525" actId="5793"/>
        <pc:sldMkLst>
          <pc:docMk/>
          <pc:sldMk cId="576909078" sldId="658"/>
        </pc:sldMkLst>
        <pc:spChg chg="mod">
          <ac:chgData name="Teuku Raja Irfan Radarma" userId="cf428174-95ba-4576-8554-3a3b8ffa52b7" providerId="ADAL" clId="{0D23DAE7-6BF6-465B-A01F-2BDD01E2DC8F}" dt="2026-02-09T13:49:59.483" v="2491" actId="20577"/>
          <ac:spMkLst>
            <pc:docMk/>
            <pc:sldMk cId="576909078" sldId="658"/>
            <ac:spMk id="2" creationId="{54259628-297D-4004-9C38-1A3150EF7E99}"/>
          </ac:spMkLst>
        </pc:spChg>
        <pc:spChg chg="mod">
          <ac:chgData name="Teuku Raja Irfan Radarma" userId="cf428174-95ba-4576-8554-3a3b8ffa52b7" providerId="ADAL" clId="{0D23DAE7-6BF6-465B-A01F-2BDD01E2DC8F}" dt="2026-02-09T13:50:10.973" v="2525" actId="5793"/>
          <ac:spMkLst>
            <pc:docMk/>
            <pc:sldMk cId="576909078" sldId="658"/>
            <ac:spMk id="4" creationId="{E23EAED5-6F98-4417-AA23-994822C201F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10T08:33:10.437" v="3169" actId="20577"/>
        <pc:sldMkLst>
          <pc:docMk/>
          <pc:sldMk cId="3823053110" sldId="659"/>
        </pc:sldMkLst>
        <pc:spChg chg="mod">
          <ac:chgData name="Teuku Raja Irfan Radarma" userId="cf428174-95ba-4576-8554-3a3b8ffa52b7" providerId="ADAL" clId="{0D23DAE7-6BF6-465B-A01F-2BDD01E2DC8F}" dt="2026-02-09T23:21:08.153" v="2806" actId="14100"/>
          <ac:spMkLst>
            <pc:docMk/>
            <pc:sldMk cId="3823053110" sldId="659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10T08:33:10.437" v="3169" actId="20577"/>
          <ac:spMkLst>
            <pc:docMk/>
            <pc:sldMk cId="3823053110" sldId="659"/>
            <ac:spMk id="4" creationId="{3A4700CE-3193-4AC8-BB14-1CB09296A46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3:12.735" v="2954" actId="20577"/>
        <pc:sldMkLst>
          <pc:docMk/>
          <pc:sldMk cId="1746743047" sldId="660"/>
        </pc:sldMkLst>
        <pc:spChg chg="mod">
          <ac:chgData name="Teuku Raja Irfan Radarma" userId="cf428174-95ba-4576-8554-3a3b8ffa52b7" providerId="ADAL" clId="{0D23DAE7-6BF6-465B-A01F-2BDD01E2DC8F}" dt="2026-02-09T23:22:36.932" v="2845" actId="20577"/>
          <ac:spMkLst>
            <pc:docMk/>
            <pc:sldMk cId="1746743047" sldId="660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3:12.735" v="2954" actId="20577"/>
          <ac:spMkLst>
            <pc:docMk/>
            <pc:sldMk cId="1746743047" sldId="660"/>
            <ac:spMk id="4" creationId="{3A4700CE-3193-4AC8-BB14-1CB09296A469}"/>
          </ac:spMkLst>
        </pc:spChg>
      </pc:sldChg>
      <pc:sldMasterChg chg="modSldLayout">
        <pc:chgData name="Teuku Raja Irfan Radarma" userId="cf428174-95ba-4576-8554-3a3b8ffa52b7" providerId="ADAL" clId="{0D23DAE7-6BF6-465B-A01F-2BDD01E2DC8F}" dt="2026-02-07T03:26:28.071" v="311" actId="14100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0D23DAE7-6BF6-465B-A01F-2BDD01E2DC8F}" dt="2026-02-07T03:26:28.071" v="311" actId="14100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0D23DAE7-6BF6-465B-A01F-2BDD01E2DC8F}" dt="2026-02-07T03:26:26.083" v="310" actId="14100"/>
            <ac:spMkLst>
              <pc:docMk/>
              <pc:sldMasterMk cId="856379123" sldId="2147483648"/>
              <pc:sldLayoutMk cId="4051033477" sldId="2147483650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0D23DAE7-6BF6-465B-A01F-2BDD01E2DC8F}" dt="2026-02-07T03:26:28.071" v="311" actId="14100"/>
            <ac:spMkLst>
              <pc:docMk/>
              <pc:sldMasterMk cId="856379123" sldId="2147483648"/>
              <pc:sldLayoutMk cId="4051033477" sldId="2147483650"/>
              <ac:spMk id="3" creationId="{16CA9344-337A-6909-2D92-1C9349DCCECD}"/>
            </ac:spMkLst>
          </pc:spChg>
        </pc:sldLayoutChg>
      </pc:sldMasterChg>
    </pc:docChg>
  </pc:docChgLst>
  <pc:docChgLst>
    <pc:chgData name="Teuku Raja Irfan Radarma" userId="cf428174-95ba-4576-8554-3a3b8ffa52b7" providerId="ADAL" clId="{073E092D-5DC3-4A3F-9AA4-2C5DE54D1ABC}"/>
    <pc:docChg chg="undo custSel addSld delSld modSld sldOrd">
      <pc:chgData name="Teuku Raja Irfan Radarma" userId="cf428174-95ba-4576-8554-3a3b8ffa52b7" providerId="ADAL" clId="{073E092D-5DC3-4A3F-9AA4-2C5DE54D1ABC}" dt="2026-02-22T03:29:21.612" v="498" actId="5793"/>
      <pc:docMkLst>
        <pc:docMk/>
      </pc:docMkLst>
      <pc:sldChg chg="modSp mod">
        <pc:chgData name="Teuku Raja Irfan Radarma" userId="cf428174-95ba-4576-8554-3a3b8ffa52b7" providerId="ADAL" clId="{073E092D-5DC3-4A3F-9AA4-2C5DE54D1ABC}" dt="2026-02-21T06:22:24.234" v="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73E092D-5DC3-4A3F-9AA4-2C5DE54D1ABC}" dt="2026-02-21T06:22:24.234" v="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73E092D-5DC3-4A3F-9AA4-2C5DE54D1ABC}" dt="2026-02-21T06:20:26.084" v="1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073E092D-5DC3-4A3F-9AA4-2C5DE54D1ABC}" dt="2026-02-21T06:20:26.084" v="15" actId="20577"/>
          <ac:spMkLst>
            <pc:docMk/>
            <pc:sldMk cId="1457204914" sldId="264"/>
            <ac:spMk id="2" creationId="{7E958052-05B2-9F29-B874-84F80A24B16B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828096" sldId="32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697196124" sldId="32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77528824" sldId="32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19111258" sldId="32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73E092D-5DC3-4A3F-9AA4-2C5DE54D1ABC}" dt="2026-02-21T06:20:34.228" v="19"/>
        <pc:sldMkLst>
          <pc:docMk/>
          <pc:sldMk cId="2847064398" sldId="327"/>
        </pc:sldMkLst>
      </pc:sldChg>
      <pc:sldChg chg="modSp add mod">
        <pc:chgData name="Teuku Raja Irfan Radarma" userId="cf428174-95ba-4576-8554-3a3b8ffa52b7" providerId="ADAL" clId="{073E092D-5DC3-4A3F-9AA4-2C5DE54D1ABC}" dt="2026-02-21T06:20:54.939" v="23" actId="20577"/>
        <pc:sldMkLst>
          <pc:docMk/>
          <pc:sldMk cId="2435362320" sldId="328"/>
        </pc:sldMkLst>
        <pc:spChg chg="mod">
          <ac:chgData name="Teuku Raja Irfan Radarma" userId="cf428174-95ba-4576-8554-3a3b8ffa52b7" providerId="ADAL" clId="{073E092D-5DC3-4A3F-9AA4-2C5DE54D1ABC}" dt="2026-02-21T06:20:54.939" v="23" actId="20577"/>
          <ac:spMkLst>
            <pc:docMk/>
            <pc:sldMk cId="2435362320" sldId="328"/>
            <ac:spMk id="2" creationId="{3FB6771F-817F-4284-B42B-E916ADBE0961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902416801" sldId="3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43788893" sldId="3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73170325" sldId="3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626562259" sldId="3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44787979" sldId="3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4813923" sldId="3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45025196" sldId="36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81291506" sldId="36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0450724" sldId="36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118906463" sldId="36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83404955" sldId="36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18265850" sldId="36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28653320" sldId="37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76058826" sldId="37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827338380" sldId="37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351922162" sldId="37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8924961" sldId="37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85147760" sldId="37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553088" sldId="37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943294443" sldId="37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202183906" sldId="37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69276613" sldId="37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56693492" sldId="64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7162546" sldId="64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8817754" sldId="64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59381329" sldId="64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91860541" sldId="64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12879535" sldId="64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3058930" sldId="65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9841259" sldId="6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12377796" sldId="6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42765501" sldId="6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60834044" sldId="6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72892249" sldId="65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64433924" sldId="6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66818229" sldId="6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76909078" sldId="65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823053110" sldId="65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746743047" sldId="660"/>
        </pc:sldMkLst>
      </pc:sldChg>
      <pc:sldChg chg="add ord">
        <pc:chgData name="Teuku Raja Irfan Radarma" userId="cf428174-95ba-4576-8554-3a3b8ffa52b7" providerId="ADAL" clId="{073E092D-5DC3-4A3F-9AA4-2C5DE54D1ABC}" dt="2026-02-21T06:20:29.500" v="18"/>
        <pc:sldMkLst>
          <pc:docMk/>
          <pc:sldMk cId="2130923464" sldId="661"/>
        </pc:sldMkLst>
      </pc:sldChg>
      <pc:sldChg chg="modSp add mod ord">
        <pc:chgData name="Teuku Raja Irfan Radarma" userId="cf428174-95ba-4576-8554-3a3b8ffa52b7" providerId="ADAL" clId="{073E092D-5DC3-4A3F-9AA4-2C5DE54D1ABC}" dt="2026-02-21T06:22:34.776" v="46"/>
        <pc:sldMkLst>
          <pc:docMk/>
          <pc:sldMk cId="2007793985" sldId="662"/>
        </pc:sldMkLst>
        <pc:spChg chg="mod">
          <ac:chgData name="Teuku Raja Irfan Radarma" userId="cf428174-95ba-4576-8554-3a3b8ffa52b7" providerId="ADAL" clId="{073E092D-5DC3-4A3F-9AA4-2C5DE54D1ABC}" dt="2026-02-21T06:22:32.163" v="44" actId="20577"/>
          <ac:spMkLst>
            <pc:docMk/>
            <pc:sldMk cId="2007793985" sldId="662"/>
            <ac:spMk id="2" creationId="{7E958052-05B2-9F29-B874-84F80A24B16B}"/>
          </ac:spMkLst>
        </pc:spChg>
      </pc:sldChg>
      <pc:sldChg chg="addSp delSp modSp new mod">
        <pc:chgData name="Teuku Raja Irfan Radarma" userId="cf428174-95ba-4576-8554-3a3b8ffa52b7" providerId="ADAL" clId="{073E092D-5DC3-4A3F-9AA4-2C5DE54D1ABC}" dt="2026-02-21T06:40:46.683" v="306" actId="1076"/>
        <pc:sldMkLst>
          <pc:docMk/>
          <pc:sldMk cId="15740253" sldId="663"/>
        </pc:sldMkLst>
        <pc:spChg chg="mod">
          <ac:chgData name="Teuku Raja Irfan Radarma" userId="cf428174-95ba-4576-8554-3a3b8ffa52b7" providerId="ADAL" clId="{073E092D-5DC3-4A3F-9AA4-2C5DE54D1ABC}" dt="2026-02-21T06:36:20.788" v="191" actId="20577"/>
          <ac:spMkLst>
            <pc:docMk/>
            <pc:sldMk cId="15740253" sldId="663"/>
            <ac:spMk id="2" creationId="{28F93732-35F8-4018-B536-CE0441289699}"/>
          </ac:spMkLst>
        </pc:spChg>
        <pc:spChg chg="add del">
          <ac:chgData name="Teuku Raja Irfan Radarma" userId="cf428174-95ba-4576-8554-3a3b8ffa52b7" providerId="ADAL" clId="{073E092D-5DC3-4A3F-9AA4-2C5DE54D1ABC}" dt="2026-02-21T06:24:07.592" v="60" actId="478"/>
          <ac:spMkLst>
            <pc:docMk/>
            <pc:sldMk cId="15740253" sldId="663"/>
            <ac:spMk id="4" creationId="{BE4550A3-608F-43F9-A498-17D78E02D08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7" creationId="{A7B65D30-70F2-433C-A13A-791374F2608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8" creationId="{E0E77CFE-A0CE-4E4F-8C15-767B90911D6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9" creationId="{9674D6CA-E9BD-4787-B1E3-17678D27483F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0" creationId="{0A4F1B52-1FEF-4A30-B9E2-CD6E18A68B2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1" creationId="{033423EB-4F1A-41EF-8730-0649D9A99C93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2" creationId="{D7961246-F934-4E34-A8FA-9706AD5F805E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3" creationId="{8C5FCDE2-A06B-4C73-8B15-F3EBB691D29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5" creationId="{69CE8D42-4328-4ED8-9EC2-0C4756E677DB}"/>
          </ac:spMkLst>
        </pc:spChg>
        <pc:spChg chg="add del">
          <ac:chgData name="Teuku Raja Irfan Radarma" userId="cf428174-95ba-4576-8554-3a3b8ffa52b7" providerId="ADAL" clId="{073E092D-5DC3-4A3F-9AA4-2C5DE54D1ABC}" dt="2026-02-21T06:40:14.968" v="272" actId="22"/>
          <ac:spMkLst>
            <pc:docMk/>
            <pc:sldMk cId="15740253" sldId="663"/>
            <ac:spMk id="17" creationId="{65CE9818-18C9-424B-A7FF-96C185D73467}"/>
          </ac:spMkLst>
        </pc:spChg>
        <pc:spChg chg="add mod">
          <ac:chgData name="Teuku Raja Irfan Radarma" userId="cf428174-95ba-4576-8554-3a3b8ffa52b7" providerId="ADAL" clId="{073E092D-5DC3-4A3F-9AA4-2C5DE54D1ABC}" dt="2026-02-21T06:40:41.407" v="305" actId="20577"/>
          <ac:spMkLst>
            <pc:docMk/>
            <pc:sldMk cId="15740253" sldId="663"/>
            <ac:spMk id="18" creationId="{5FE97B24-B4FC-4843-8E7D-488BF6AA9194}"/>
          </ac:spMkLst>
        </pc:spChg>
        <pc:picChg chg="add mod">
          <ac:chgData name="Teuku Raja Irfan Radarma" userId="cf428174-95ba-4576-8554-3a3b8ffa52b7" providerId="ADAL" clId="{073E092D-5DC3-4A3F-9AA4-2C5DE54D1ABC}" dt="2026-02-21T06:40:46.683" v="306" actId="1076"/>
          <ac:picMkLst>
            <pc:docMk/>
            <pc:sldMk cId="15740253" sldId="663"/>
            <ac:picMk id="19" creationId="{CF65F39A-E5FB-4F69-9793-550BDE7BC0D5}"/>
          </ac:picMkLst>
        </pc:picChg>
        <pc:cxnChg chg="add mod">
          <ac:chgData name="Teuku Raja Irfan Radarma" userId="cf428174-95ba-4576-8554-3a3b8ffa52b7" providerId="ADAL" clId="{073E092D-5DC3-4A3F-9AA4-2C5DE54D1ABC}" dt="2026-02-21T06:36:15.624" v="177" actId="1076"/>
          <ac:cxnSpMkLst>
            <pc:docMk/>
            <pc:sldMk cId="15740253" sldId="663"/>
            <ac:cxnSpMk id="6" creationId="{A80F8785-9D8C-44C2-AC9B-8DEF5B11AA99}"/>
          </ac:cxnSpMkLst>
        </pc:cxnChg>
      </pc:sldChg>
      <pc:sldChg chg="addSp modSp add mod">
        <pc:chgData name="Teuku Raja Irfan Radarma" userId="cf428174-95ba-4576-8554-3a3b8ffa52b7" providerId="ADAL" clId="{073E092D-5DC3-4A3F-9AA4-2C5DE54D1ABC}" dt="2026-02-21T06:39:56.224" v="270" actId="207"/>
        <pc:sldMkLst>
          <pc:docMk/>
          <pc:sldMk cId="3169595349" sldId="664"/>
        </pc:sldMkLst>
        <pc:spChg chg="mod">
          <ac:chgData name="Teuku Raja Irfan Radarma" userId="cf428174-95ba-4576-8554-3a3b8ffa52b7" providerId="ADAL" clId="{073E092D-5DC3-4A3F-9AA4-2C5DE54D1ABC}" dt="2026-02-21T06:36:29.495" v="198" actId="20577"/>
          <ac:spMkLst>
            <pc:docMk/>
            <pc:sldMk cId="3169595349" sldId="664"/>
            <ac:spMk id="2" creationId="{28F93732-35F8-4018-B536-CE0441289699}"/>
          </ac:spMkLst>
        </pc:spChg>
        <pc:spChg chg="mod">
          <ac:chgData name="Teuku Raja Irfan Radarma" userId="cf428174-95ba-4576-8554-3a3b8ffa52b7" providerId="ADAL" clId="{073E092D-5DC3-4A3F-9AA4-2C5DE54D1ABC}" dt="2026-02-21T06:37:29.123" v="207" actId="20577"/>
          <ac:spMkLst>
            <pc:docMk/>
            <pc:sldMk cId="3169595349" sldId="664"/>
            <ac:spMk id="11" creationId="{033423EB-4F1A-41EF-8730-0649D9A99C93}"/>
          </ac:spMkLst>
        </pc:spChg>
        <pc:spChg chg="mod">
          <ac:chgData name="Teuku Raja Irfan Radarma" userId="cf428174-95ba-4576-8554-3a3b8ffa52b7" providerId="ADAL" clId="{073E092D-5DC3-4A3F-9AA4-2C5DE54D1ABC}" dt="2026-02-21T06:37:48.856" v="214" actId="20577"/>
          <ac:spMkLst>
            <pc:docMk/>
            <pc:sldMk cId="3169595349" sldId="664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9:56.224" v="270" actId="207"/>
          <ac:spMkLst>
            <pc:docMk/>
            <pc:sldMk cId="3169595349" sldId="664"/>
            <ac:spMk id="16" creationId="{0EEE9A83-0561-4FBE-9DDA-E53B96A1CD21}"/>
          </ac:spMkLst>
        </pc:spChg>
        <pc:picChg chg="add mod">
          <ac:chgData name="Teuku Raja Irfan Radarma" userId="cf428174-95ba-4576-8554-3a3b8ffa52b7" providerId="ADAL" clId="{073E092D-5DC3-4A3F-9AA4-2C5DE54D1ABC}" dt="2026-02-21T06:39:12.491" v="224" actId="1076"/>
          <ac:picMkLst>
            <pc:docMk/>
            <pc:sldMk cId="3169595349" sldId="664"/>
            <ac:picMk id="17" creationId="{CADC5C48-1791-4551-B4F4-0F64BE531EA3}"/>
          </ac:picMkLst>
        </pc:picChg>
      </pc:sldChg>
      <pc:sldChg chg="modSp add mod">
        <pc:chgData name="Teuku Raja Irfan Radarma" userId="cf428174-95ba-4576-8554-3a3b8ffa52b7" providerId="ADAL" clId="{073E092D-5DC3-4A3F-9AA4-2C5DE54D1ABC}" dt="2026-02-21T06:41:31.836" v="332" actId="20577"/>
        <pc:sldMkLst>
          <pc:docMk/>
          <pc:sldMk cId="1482308421" sldId="665"/>
        </pc:sldMkLst>
        <pc:spChg chg="mod">
          <ac:chgData name="Teuku Raja Irfan Radarma" userId="cf428174-95ba-4576-8554-3a3b8ffa52b7" providerId="ADAL" clId="{073E092D-5DC3-4A3F-9AA4-2C5DE54D1ABC}" dt="2026-02-21T06:41:31.836" v="332" actId="20577"/>
          <ac:spMkLst>
            <pc:docMk/>
            <pc:sldMk cId="1482308421" sldId="665"/>
            <ac:spMk id="2" creationId="{7E958052-05B2-9F29-B874-84F80A24B16B}"/>
          </ac:spMkLst>
        </pc:spChg>
      </pc:sldChg>
      <pc:sldChg chg="delSp modSp add del mod ord">
        <pc:chgData name="Teuku Raja Irfan Radarma" userId="cf428174-95ba-4576-8554-3a3b8ffa52b7" providerId="ADAL" clId="{073E092D-5DC3-4A3F-9AA4-2C5DE54D1ABC}" dt="2026-02-22T03:22:59.443" v="372" actId="47"/>
        <pc:sldMkLst>
          <pc:docMk/>
          <pc:sldMk cId="4287258513" sldId="666"/>
        </pc:sldMkLst>
        <pc:spChg chg="mod">
          <ac:chgData name="Teuku Raja Irfan Radarma" userId="cf428174-95ba-4576-8554-3a3b8ffa52b7" providerId="ADAL" clId="{073E092D-5DC3-4A3F-9AA4-2C5DE54D1ABC}" dt="2026-02-21T06:41:42.827" v="342" actId="20577"/>
          <ac:spMkLst>
            <pc:docMk/>
            <pc:sldMk cId="4287258513" sldId="666"/>
            <ac:spMk id="2" creationId="{28F93732-35F8-4018-B536-CE044128969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7" creationId="{A7B65D30-70F2-433C-A13A-791374F2608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8" creationId="{E0E77CFE-A0CE-4E4F-8C15-767B90911D6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9" creationId="{9674D6CA-E9BD-4787-B1E3-17678D27483F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0" creationId="{0A4F1B52-1FEF-4A30-B9E2-CD6E18A68B2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1" creationId="{033423EB-4F1A-41EF-8730-0649D9A99C93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2" creationId="{D7961246-F934-4E34-A8FA-9706AD5F805E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3" creationId="{8C5FCDE2-A06B-4C73-8B15-F3EBB691D29D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4" creationId="{6BD295EE-7770-411A-9215-832B80A0A67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5" creationId="{69CE8D42-4328-4ED8-9EC2-0C4756E677DB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6" creationId="{0EEE9A83-0561-4FBE-9DDA-E53B96A1CD21}"/>
          </ac:spMkLst>
        </pc:spChg>
        <pc:picChg chg="del">
          <ac:chgData name="Teuku Raja Irfan Radarma" userId="cf428174-95ba-4576-8554-3a3b8ffa52b7" providerId="ADAL" clId="{073E092D-5DC3-4A3F-9AA4-2C5DE54D1ABC}" dt="2026-02-21T06:41:45.882" v="343" actId="478"/>
          <ac:picMkLst>
            <pc:docMk/>
            <pc:sldMk cId="4287258513" sldId="666"/>
            <ac:picMk id="17" creationId="{CADC5C48-1791-4551-B4F4-0F64BE531EA3}"/>
          </ac:picMkLst>
        </pc:picChg>
        <pc:cxnChg chg="del">
          <ac:chgData name="Teuku Raja Irfan Radarma" userId="cf428174-95ba-4576-8554-3a3b8ffa52b7" providerId="ADAL" clId="{073E092D-5DC3-4A3F-9AA4-2C5DE54D1ABC}" dt="2026-02-21T06:41:45.882" v="343" actId="478"/>
          <ac:cxnSpMkLst>
            <pc:docMk/>
            <pc:sldMk cId="4287258513" sldId="666"/>
            <ac:cxnSpMk id="6" creationId="{A80F8785-9D8C-44C2-AC9B-8DEF5B11AA99}"/>
          </ac:cxnSpMkLst>
        </pc:cxnChg>
      </pc:sldChg>
      <pc:sldChg chg="modSp new mod">
        <pc:chgData name="Teuku Raja Irfan Radarma" userId="cf428174-95ba-4576-8554-3a3b8ffa52b7" providerId="ADAL" clId="{073E092D-5DC3-4A3F-9AA4-2C5DE54D1ABC}" dt="2026-02-22T03:22:48.824" v="366" actId="20577"/>
        <pc:sldMkLst>
          <pc:docMk/>
          <pc:sldMk cId="1341285866" sldId="667"/>
        </pc:sldMkLst>
        <pc:spChg chg="mod">
          <ac:chgData name="Teuku Raja Irfan Radarma" userId="cf428174-95ba-4576-8554-3a3b8ffa52b7" providerId="ADAL" clId="{073E092D-5DC3-4A3F-9AA4-2C5DE54D1ABC}" dt="2026-02-22T03:22:44.439" v="352" actId="20577"/>
          <ac:spMkLst>
            <pc:docMk/>
            <pc:sldMk cId="1341285866" sldId="667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2:48.824" v="366" actId="20577"/>
          <ac:spMkLst>
            <pc:docMk/>
            <pc:sldMk cId="1341285866" sldId="667"/>
            <ac:spMk id="4" creationId="{BEF24C4C-165B-4EFB-A63F-D182CC251C78}"/>
          </ac:spMkLst>
        </pc:spChg>
      </pc:sldChg>
      <pc:sldChg chg="modSp add mod">
        <pc:chgData name="Teuku Raja Irfan Radarma" userId="cf428174-95ba-4576-8554-3a3b8ffa52b7" providerId="ADAL" clId="{073E092D-5DC3-4A3F-9AA4-2C5DE54D1ABC}" dt="2026-02-22T03:29:21.612" v="498" actId="5793"/>
        <pc:sldMkLst>
          <pc:docMk/>
          <pc:sldMk cId="2096161781" sldId="668"/>
        </pc:sldMkLst>
        <pc:spChg chg="mod">
          <ac:chgData name="Teuku Raja Irfan Radarma" userId="cf428174-95ba-4576-8554-3a3b8ffa52b7" providerId="ADAL" clId="{073E092D-5DC3-4A3F-9AA4-2C5DE54D1ABC}" dt="2026-02-22T03:29:16.368" v="492" actId="20577"/>
          <ac:spMkLst>
            <pc:docMk/>
            <pc:sldMk cId="2096161781" sldId="668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9:21.612" v="498" actId="5793"/>
          <ac:spMkLst>
            <pc:docMk/>
            <pc:sldMk cId="2096161781" sldId="668"/>
            <ac:spMk id="4" creationId="{BEF24C4C-165B-4EFB-A63F-D182CC251C78}"/>
          </ac:spMkLst>
        </pc:spChg>
      </pc:sldChg>
      <pc:sldChg chg="new del">
        <pc:chgData name="Teuku Raja Irfan Radarma" userId="cf428174-95ba-4576-8554-3a3b8ffa52b7" providerId="ADAL" clId="{073E092D-5DC3-4A3F-9AA4-2C5DE54D1ABC}" dt="2026-02-22T03:22:57.133" v="370" actId="680"/>
        <pc:sldMkLst>
          <pc:docMk/>
          <pc:sldMk cId="2356850831" sldId="6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46"/>
            <a:ext cx="10515600" cy="4714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Risk and Control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A5FA20-F084-433B-84D2-ED962813CD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04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r>
              <a:rPr lang="en-US" sz="2000" dirty="0"/>
              <a:t>Import data to spreadsheet</a:t>
            </a:r>
          </a:p>
          <a:p>
            <a:r>
              <a:rPr lang="en-US" sz="2000" dirty="0"/>
              <a:t>Do basic analysis using spreadsheet</a:t>
            </a:r>
          </a:p>
          <a:p>
            <a:r>
              <a:rPr lang="en-US" sz="2000" dirty="0"/>
              <a:t>Design and test (</a:t>
            </a:r>
            <a:r>
              <a:rPr lang="en-US" sz="2000" dirty="0" err="1"/>
              <a:t>ToD</a:t>
            </a:r>
            <a:r>
              <a:rPr lang="en-US" sz="2000" dirty="0"/>
              <a:t>) Basic </a:t>
            </a:r>
            <a:r>
              <a:rPr lang="en-US" sz="2000" dirty="0" err="1"/>
              <a:t>AppCon</a:t>
            </a:r>
            <a:endParaRPr lang="en-US" sz="2000" dirty="0"/>
          </a:p>
          <a:p>
            <a:r>
              <a:rPr lang="en-US" sz="2000" dirty="0"/>
              <a:t>Basic examples of </a:t>
            </a:r>
            <a:r>
              <a:rPr lang="en-US" sz="2000" dirty="0" err="1"/>
              <a:t>ToE</a:t>
            </a:r>
            <a:r>
              <a:rPr lang="en-US" sz="2000" dirty="0"/>
              <a:t> using spreadsheet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Recap </a:t>
            </a:r>
            <a:r>
              <a:rPr lang="en-US" dirty="0" err="1"/>
              <a:t>ToE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Sejajar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Praktik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Recap </a:t>
            </a:r>
            <a:r>
              <a:rPr lang="en-US" dirty="0" err="1"/>
              <a:t>ToE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779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3732-35F8-4018-B536-CE044128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who 7-Audit-5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9A1FD-9E4D-4810-9AFE-4E02D344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0F8785-9D8C-44C2-AC9B-8DEF5B11AA99}"/>
              </a:ext>
            </a:extLst>
          </p:cNvPr>
          <p:cNvCxnSpPr/>
          <p:nvPr/>
        </p:nvCxnSpPr>
        <p:spPr>
          <a:xfrm>
            <a:off x="1597774" y="3542078"/>
            <a:ext cx="9859108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7B65D30-70F2-433C-A13A-791374F26080}"/>
              </a:ext>
            </a:extLst>
          </p:cNvPr>
          <p:cNvSpPr/>
          <p:nvPr/>
        </p:nvSpPr>
        <p:spPr>
          <a:xfrm>
            <a:off x="1503990" y="3366232"/>
            <a:ext cx="351692" cy="3516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77CFE-A0CE-4E4F-8C15-767B90911D69}"/>
              </a:ext>
            </a:extLst>
          </p:cNvPr>
          <p:cNvSpPr txBox="1"/>
          <p:nvPr/>
        </p:nvSpPr>
        <p:spPr>
          <a:xfrm>
            <a:off x="882667" y="3805847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 </a:t>
            </a:r>
            <a:r>
              <a:rPr lang="en-US" dirty="0" err="1">
                <a:solidFill>
                  <a:schemeClr val="bg1"/>
                </a:solidFill>
              </a:rPr>
              <a:t>Februari</a:t>
            </a:r>
            <a:r>
              <a:rPr lang="en-US" dirty="0">
                <a:solidFill>
                  <a:schemeClr val="bg1"/>
                </a:solidFill>
              </a:rPr>
              <a:t> 2026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4D6CA-E9BD-4787-B1E3-17678D27483F}"/>
              </a:ext>
            </a:extLst>
          </p:cNvPr>
          <p:cNvSpPr txBox="1"/>
          <p:nvPr/>
        </p:nvSpPr>
        <p:spPr>
          <a:xfrm>
            <a:off x="838200" y="2856196"/>
            <a:ext cx="185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Tugas</a:t>
            </a:r>
            <a:r>
              <a:rPr lang="en-US" dirty="0">
                <a:solidFill>
                  <a:schemeClr val="bg1"/>
                </a:solidFill>
              </a:rPr>
              <a:t> di-publish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4F1B52-1FEF-4A30-B9E2-CD6E18A68B20}"/>
              </a:ext>
            </a:extLst>
          </p:cNvPr>
          <p:cNvSpPr/>
          <p:nvPr/>
        </p:nvSpPr>
        <p:spPr>
          <a:xfrm>
            <a:off x="4170990" y="3366232"/>
            <a:ext cx="351692" cy="3516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423EB-4F1A-41EF-8730-0649D9A99C93}"/>
              </a:ext>
            </a:extLst>
          </p:cNvPr>
          <p:cNvSpPr txBox="1"/>
          <p:nvPr/>
        </p:nvSpPr>
        <p:spPr>
          <a:xfrm>
            <a:off x="3400903" y="3805847"/>
            <a:ext cx="1891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 </a:t>
            </a:r>
            <a:r>
              <a:rPr lang="en-US" dirty="0" err="1">
                <a:solidFill>
                  <a:schemeClr val="bg1"/>
                </a:solidFill>
              </a:rPr>
              <a:t>Februari</a:t>
            </a:r>
            <a:r>
              <a:rPr lang="en-US" dirty="0">
                <a:solidFill>
                  <a:schemeClr val="bg1"/>
                </a:solidFill>
              </a:rPr>
              <a:t> 2026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19:10:32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61246-F934-4E34-A8FA-9706AD5F805E}"/>
              </a:ext>
            </a:extLst>
          </p:cNvPr>
          <p:cNvSpPr txBox="1"/>
          <p:nvPr/>
        </p:nvSpPr>
        <p:spPr>
          <a:xfrm>
            <a:off x="3223131" y="2856196"/>
            <a:ext cx="2247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Submission </a:t>
            </a:r>
            <a:r>
              <a:rPr lang="en-US" dirty="0" err="1">
                <a:solidFill>
                  <a:schemeClr val="bg1"/>
                </a:solidFill>
              </a:rPr>
              <a:t>Pertama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5FCDE2-A06B-4C73-8B15-F3EBB691D29D}"/>
              </a:ext>
            </a:extLst>
          </p:cNvPr>
          <p:cNvSpPr/>
          <p:nvPr/>
        </p:nvSpPr>
        <p:spPr>
          <a:xfrm>
            <a:off x="9604637" y="3366232"/>
            <a:ext cx="351692" cy="3516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295EE-7770-411A-9215-832B80A0A679}"/>
              </a:ext>
            </a:extLst>
          </p:cNvPr>
          <p:cNvSpPr txBox="1"/>
          <p:nvPr/>
        </p:nvSpPr>
        <p:spPr>
          <a:xfrm>
            <a:off x="8834550" y="3805847"/>
            <a:ext cx="1891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 </a:t>
            </a:r>
            <a:r>
              <a:rPr lang="en-US" dirty="0" err="1">
                <a:solidFill>
                  <a:schemeClr val="bg1"/>
                </a:solidFill>
              </a:rPr>
              <a:t>Februari</a:t>
            </a:r>
            <a:r>
              <a:rPr lang="en-US" dirty="0">
                <a:solidFill>
                  <a:schemeClr val="bg1"/>
                </a:solidFill>
              </a:rPr>
              <a:t> 2026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1:41:51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E8D42-4328-4ED8-9EC2-0C4756E677DB}"/>
              </a:ext>
            </a:extLst>
          </p:cNvPr>
          <p:cNvSpPr txBox="1"/>
          <p:nvPr/>
        </p:nvSpPr>
        <p:spPr>
          <a:xfrm>
            <a:off x="8678930" y="2856196"/>
            <a:ext cx="2203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Submission </a:t>
            </a:r>
            <a:r>
              <a:rPr lang="en-US" dirty="0" err="1">
                <a:solidFill>
                  <a:schemeClr val="bg1"/>
                </a:solidFill>
              </a:rPr>
              <a:t>Terakhir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E97B24-B4FC-4843-8E7D-488BF6AA9194}"/>
              </a:ext>
            </a:extLst>
          </p:cNvPr>
          <p:cNvSpPr txBox="1"/>
          <p:nvPr/>
        </p:nvSpPr>
        <p:spPr>
          <a:xfrm>
            <a:off x="9131362" y="4639563"/>
            <a:ext cx="1837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en-ID" dirty="0">
                <a:solidFill>
                  <a:schemeClr val="bg1"/>
                </a:solidFill>
              </a:rPr>
              <a:t>XXXXX</a:t>
            </a:r>
          </a:p>
          <a:p>
            <a:r>
              <a:rPr lang="en-ID" dirty="0">
                <a:solidFill>
                  <a:schemeClr val="bg1"/>
                </a:solidFill>
              </a:rPr>
              <a:t>BXXXXXXXXXX</a:t>
            </a:r>
          </a:p>
        </p:txBody>
      </p:sp>
      <p:pic>
        <p:nvPicPr>
          <p:cNvPr id="19" name="Graphic 18" descr="Confused person with solid fill">
            <a:extLst>
              <a:ext uri="{FF2B5EF4-FFF2-40B4-BE49-F238E27FC236}">
                <a16:creationId xmlns:a16="http://schemas.microsoft.com/office/drawing/2014/main" id="{CF65F39A-E5FB-4F69-9793-550BDE7BC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1730" y="45401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3732-35F8-4018-B536-CE044128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who 7-Sisfo-2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19A1FD-9E4D-4810-9AFE-4E02D344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0F8785-9D8C-44C2-AC9B-8DEF5B11AA99}"/>
              </a:ext>
            </a:extLst>
          </p:cNvPr>
          <p:cNvCxnSpPr/>
          <p:nvPr/>
        </p:nvCxnSpPr>
        <p:spPr>
          <a:xfrm>
            <a:off x="1597774" y="3542078"/>
            <a:ext cx="9859108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7B65D30-70F2-433C-A13A-791374F26080}"/>
              </a:ext>
            </a:extLst>
          </p:cNvPr>
          <p:cNvSpPr/>
          <p:nvPr/>
        </p:nvSpPr>
        <p:spPr>
          <a:xfrm>
            <a:off x="1503990" y="3366232"/>
            <a:ext cx="351692" cy="3516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77CFE-A0CE-4E4F-8C15-767B90911D69}"/>
              </a:ext>
            </a:extLst>
          </p:cNvPr>
          <p:cNvSpPr txBox="1"/>
          <p:nvPr/>
        </p:nvSpPr>
        <p:spPr>
          <a:xfrm>
            <a:off x="882667" y="3805847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 </a:t>
            </a:r>
            <a:r>
              <a:rPr lang="en-US" dirty="0" err="1">
                <a:solidFill>
                  <a:schemeClr val="bg1"/>
                </a:solidFill>
              </a:rPr>
              <a:t>Februari</a:t>
            </a:r>
            <a:r>
              <a:rPr lang="en-US" dirty="0">
                <a:solidFill>
                  <a:schemeClr val="bg1"/>
                </a:solidFill>
              </a:rPr>
              <a:t> 2026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4D6CA-E9BD-4787-B1E3-17678D27483F}"/>
              </a:ext>
            </a:extLst>
          </p:cNvPr>
          <p:cNvSpPr txBox="1"/>
          <p:nvPr/>
        </p:nvSpPr>
        <p:spPr>
          <a:xfrm>
            <a:off x="838200" y="2856196"/>
            <a:ext cx="185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Tugas</a:t>
            </a:r>
            <a:r>
              <a:rPr lang="en-US" dirty="0">
                <a:solidFill>
                  <a:schemeClr val="bg1"/>
                </a:solidFill>
              </a:rPr>
              <a:t> di-publish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4F1B52-1FEF-4A30-B9E2-CD6E18A68B20}"/>
              </a:ext>
            </a:extLst>
          </p:cNvPr>
          <p:cNvSpPr/>
          <p:nvPr/>
        </p:nvSpPr>
        <p:spPr>
          <a:xfrm>
            <a:off x="4170990" y="3366232"/>
            <a:ext cx="351692" cy="3516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423EB-4F1A-41EF-8730-0649D9A99C93}"/>
              </a:ext>
            </a:extLst>
          </p:cNvPr>
          <p:cNvSpPr txBox="1"/>
          <p:nvPr/>
        </p:nvSpPr>
        <p:spPr>
          <a:xfrm>
            <a:off x="3400903" y="3805847"/>
            <a:ext cx="1891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12 </a:t>
            </a:r>
            <a:r>
              <a:rPr lang="en-US" dirty="0" err="1">
                <a:solidFill>
                  <a:schemeClr val="bg1"/>
                </a:solidFill>
              </a:rPr>
              <a:t>Februari</a:t>
            </a:r>
            <a:r>
              <a:rPr lang="en-US" dirty="0">
                <a:solidFill>
                  <a:schemeClr val="bg1"/>
                </a:solidFill>
              </a:rPr>
              <a:t> 2026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16:47:45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61246-F934-4E34-A8FA-9706AD5F805E}"/>
              </a:ext>
            </a:extLst>
          </p:cNvPr>
          <p:cNvSpPr txBox="1"/>
          <p:nvPr/>
        </p:nvSpPr>
        <p:spPr>
          <a:xfrm>
            <a:off x="3223131" y="2856196"/>
            <a:ext cx="2247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Submission </a:t>
            </a:r>
            <a:r>
              <a:rPr lang="en-US" dirty="0" err="1">
                <a:solidFill>
                  <a:schemeClr val="bg1"/>
                </a:solidFill>
              </a:rPr>
              <a:t>Pertama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5FCDE2-A06B-4C73-8B15-F3EBB691D29D}"/>
              </a:ext>
            </a:extLst>
          </p:cNvPr>
          <p:cNvSpPr/>
          <p:nvPr/>
        </p:nvSpPr>
        <p:spPr>
          <a:xfrm>
            <a:off x="9604637" y="3366232"/>
            <a:ext cx="351692" cy="3516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295EE-7770-411A-9215-832B80A0A679}"/>
              </a:ext>
            </a:extLst>
          </p:cNvPr>
          <p:cNvSpPr txBox="1"/>
          <p:nvPr/>
        </p:nvSpPr>
        <p:spPr>
          <a:xfrm>
            <a:off x="8834550" y="3805847"/>
            <a:ext cx="1891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 </a:t>
            </a:r>
            <a:r>
              <a:rPr lang="en-US" dirty="0" err="1">
                <a:solidFill>
                  <a:schemeClr val="bg1"/>
                </a:solidFill>
              </a:rPr>
              <a:t>Februari</a:t>
            </a:r>
            <a:r>
              <a:rPr lang="en-US" dirty="0">
                <a:solidFill>
                  <a:schemeClr val="bg1"/>
                </a:solidFill>
              </a:rPr>
              <a:t> 2026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23:44:01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E8D42-4328-4ED8-9EC2-0C4756E677DB}"/>
              </a:ext>
            </a:extLst>
          </p:cNvPr>
          <p:cNvSpPr txBox="1"/>
          <p:nvPr/>
        </p:nvSpPr>
        <p:spPr>
          <a:xfrm>
            <a:off x="8678930" y="2856196"/>
            <a:ext cx="2203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Submission </a:t>
            </a:r>
            <a:r>
              <a:rPr lang="en-US" dirty="0" err="1">
                <a:solidFill>
                  <a:schemeClr val="bg1"/>
                </a:solidFill>
              </a:rPr>
              <a:t>Terakhir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EE9A83-0561-4FBE-9DDA-E53B96A1CD21}"/>
              </a:ext>
            </a:extLst>
          </p:cNvPr>
          <p:cNvSpPr txBox="1"/>
          <p:nvPr/>
        </p:nvSpPr>
        <p:spPr>
          <a:xfrm>
            <a:off x="9131362" y="4639563"/>
            <a:ext cx="18375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solidFill>
                  <a:schemeClr val="bg1"/>
                </a:solidFill>
              </a:rPr>
              <a:t>JXXXXX SXXXXXX PXXXXXX HXXXXXXXXX MXXXXXXX</a:t>
            </a:r>
          </a:p>
        </p:txBody>
      </p:sp>
      <p:pic>
        <p:nvPicPr>
          <p:cNvPr id="17" name="Graphic 16" descr="Confused person with solid fill">
            <a:extLst>
              <a:ext uri="{FF2B5EF4-FFF2-40B4-BE49-F238E27FC236}">
                <a16:creationId xmlns:a16="http://schemas.microsoft.com/office/drawing/2014/main" id="{CADC5C48-1791-4551-B4F4-0F64BE531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1730" y="49210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95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Sejajar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9492C-F3DD-49FB-8BAE-AA6D8F1B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BF9F20-CE2C-491C-A886-EA434552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8" y="432000"/>
            <a:ext cx="10651122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 Simulation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AD43F-0067-4E29-9EA1-B617C5F7A0B4}"/>
              </a:ext>
            </a:extLst>
          </p:cNvPr>
          <p:cNvSpPr txBox="1"/>
          <p:nvPr/>
        </p:nvSpPr>
        <p:spPr>
          <a:xfrm>
            <a:off x="3700494" y="1286351"/>
            <a:ext cx="4343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Audit </a:t>
            </a:r>
            <a:r>
              <a:rPr lang="en-US" sz="2800" b="1" dirty="0">
                <a:solidFill>
                  <a:srgbClr val="FF0000"/>
                </a:solidFill>
              </a:rPr>
              <a:t>With</a:t>
            </a:r>
            <a:r>
              <a:rPr lang="en-US" sz="2800" dirty="0"/>
              <a:t> The Computer</a:t>
            </a:r>
            <a:endParaRPr lang="en-ID" sz="2800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534EE4FE-2FBB-4B9E-9D3E-E70F96DE681D}"/>
              </a:ext>
            </a:extLst>
          </p:cNvPr>
          <p:cNvSpPr/>
          <p:nvPr/>
        </p:nvSpPr>
        <p:spPr>
          <a:xfrm>
            <a:off x="6817319" y="2340077"/>
            <a:ext cx="2957045" cy="698090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OUTPUT</a:t>
            </a:r>
            <a:endParaRPr lang="en-ID" sz="3200" dirty="0">
              <a:solidFill>
                <a:sysClr val="windowText" lastClr="000000"/>
              </a:solidFill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E1955749-76B1-42FF-8D6F-32B2B943836D}"/>
              </a:ext>
            </a:extLst>
          </p:cNvPr>
          <p:cNvSpPr/>
          <p:nvPr/>
        </p:nvSpPr>
        <p:spPr>
          <a:xfrm>
            <a:off x="4575564" y="2340077"/>
            <a:ext cx="2595717" cy="69809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3200" dirty="0">
              <a:solidFill>
                <a:sysClr val="windowText" lastClr="000000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71B893F-5E80-455A-A997-C2D2892367F1}"/>
              </a:ext>
            </a:extLst>
          </p:cNvPr>
          <p:cNvSpPr/>
          <p:nvPr/>
        </p:nvSpPr>
        <p:spPr>
          <a:xfrm>
            <a:off x="2127332" y="2340077"/>
            <a:ext cx="2782529" cy="69809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INPUT</a:t>
            </a:r>
            <a:endParaRPr lang="en-ID" sz="3200" dirty="0">
              <a:solidFill>
                <a:sysClr val="windowText" lastClr="000000"/>
              </a:solidFill>
            </a:endParaRPr>
          </a:p>
        </p:txBody>
      </p:sp>
      <p:pic>
        <p:nvPicPr>
          <p:cNvPr id="10" name="Graphic 9" descr="Processor">
            <a:extLst>
              <a:ext uri="{FF2B5EF4-FFF2-40B4-BE49-F238E27FC236}">
                <a16:creationId xmlns:a16="http://schemas.microsoft.com/office/drawing/2014/main" id="{E0FEA2EA-3F27-4C7E-ADD2-DD4B4CDEC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9132" y="1976284"/>
            <a:ext cx="1457632" cy="1457632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A33DAD59-2591-4BC8-A2FB-41D06FAE06A5}"/>
              </a:ext>
            </a:extLst>
          </p:cNvPr>
          <p:cNvSpPr/>
          <p:nvPr/>
        </p:nvSpPr>
        <p:spPr>
          <a:xfrm>
            <a:off x="6817319" y="4732491"/>
            <a:ext cx="2957045" cy="698090"/>
          </a:xfrm>
          <a:prstGeom prst="homePlat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OUTPUT</a:t>
            </a:r>
            <a:endParaRPr lang="en-ID" sz="3200" dirty="0">
              <a:solidFill>
                <a:sysClr val="windowText" lastClr="000000"/>
              </a:solidFill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21ECCE6D-6E21-4BF8-A23E-04267BDC6EA5}"/>
              </a:ext>
            </a:extLst>
          </p:cNvPr>
          <p:cNvSpPr/>
          <p:nvPr/>
        </p:nvSpPr>
        <p:spPr>
          <a:xfrm>
            <a:off x="4575564" y="4732491"/>
            <a:ext cx="2595717" cy="69809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3200" dirty="0">
              <a:solidFill>
                <a:sysClr val="windowText" lastClr="000000"/>
              </a:solidFill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9CD25E67-9F92-4222-BB80-6D94495AD57C}"/>
              </a:ext>
            </a:extLst>
          </p:cNvPr>
          <p:cNvSpPr/>
          <p:nvPr/>
        </p:nvSpPr>
        <p:spPr>
          <a:xfrm>
            <a:off x="2127332" y="4732491"/>
            <a:ext cx="2782529" cy="69809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INPUT</a:t>
            </a:r>
            <a:endParaRPr lang="en-ID" sz="3200" dirty="0">
              <a:solidFill>
                <a:sysClr val="windowText" lastClr="000000"/>
              </a:solidFill>
            </a:endParaRPr>
          </a:p>
        </p:txBody>
      </p:sp>
      <p:pic>
        <p:nvPicPr>
          <p:cNvPr id="14" name="Graphic 13" descr="Laptop">
            <a:extLst>
              <a:ext uri="{FF2B5EF4-FFF2-40B4-BE49-F238E27FC236}">
                <a16:creationId xmlns:a16="http://schemas.microsoft.com/office/drawing/2014/main" id="{5A0A4EA2-58C8-4188-B66E-7AE61AFAA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4803" y="4368698"/>
            <a:ext cx="1425676" cy="14256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1D9B4F-DBD0-4652-9F5F-078F2BE8F1D3}"/>
              </a:ext>
            </a:extLst>
          </p:cNvPr>
          <p:cNvSpPr txBox="1"/>
          <p:nvPr/>
        </p:nvSpPr>
        <p:spPr>
          <a:xfrm>
            <a:off x="4909861" y="3324968"/>
            <a:ext cx="1865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I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2F4F4A-A55E-4CA3-B6C4-C1E1EB33446A}"/>
              </a:ext>
            </a:extLst>
          </p:cNvPr>
          <p:cNvSpPr txBox="1"/>
          <p:nvPr/>
        </p:nvSpPr>
        <p:spPr>
          <a:xfrm>
            <a:off x="4840803" y="5625190"/>
            <a:ext cx="2003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Perangkat</a:t>
            </a:r>
            <a:r>
              <a:rPr lang="en-US" dirty="0"/>
              <a:t> Auditor</a:t>
            </a:r>
            <a:endParaRPr lang="en-ID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CEB85C-B473-49BB-BF61-8A26FB46A6F8}"/>
              </a:ext>
            </a:extLst>
          </p:cNvPr>
          <p:cNvCxnSpPr>
            <a:cxnSpLocks/>
          </p:cNvCxnSpPr>
          <p:nvPr/>
        </p:nvCxnSpPr>
        <p:spPr>
          <a:xfrm flipH="1">
            <a:off x="3518597" y="3568673"/>
            <a:ext cx="1224115" cy="8000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82D17F-9BB1-401D-A858-745FA6A28C26}"/>
              </a:ext>
            </a:extLst>
          </p:cNvPr>
          <p:cNvCxnSpPr>
            <a:cxnSpLocks/>
          </p:cNvCxnSpPr>
          <p:nvPr/>
        </p:nvCxnSpPr>
        <p:spPr>
          <a:xfrm flipH="1">
            <a:off x="5842648" y="3741213"/>
            <a:ext cx="1" cy="8546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6B309A-DBE3-4A0C-8E09-84C2C71E94DA}"/>
              </a:ext>
            </a:extLst>
          </p:cNvPr>
          <p:cNvCxnSpPr>
            <a:cxnSpLocks/>
          </p:cNvCxnSpPr>
          <p:nvPr/>
        </p:nvCxnSpPr>
        <p:spPr>
          <a:xfrm flipV="1">
            <a:off x="8183573" y="3357967"/>
            <a:ext cx="0" cy="118118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Bank check">
            <a:extLst>
              <a:ext uri="{FF2B5EF4-FFF2-40B4-BE49-F238E27FC236}">
                <a16:creationId xmlns:a16="http://schemas.microsoft.com/office/drawing/2014/main" id="{F7A3E686-07D5-4CDB-AD94-3EAE1C2A85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0006" y="1689004"/>
            <a:ext cx="2055852" cy="2055850"/>
          </a:xfrm>
          <a:prstGeom prst="rect">
            <a:avLst/>
          </a:prstGeom>
        </p:spPr>
      </p:pic>
      <p:pic>
        <p:nvPicPr>
          <p:cNvPr id="21" name="Graphic 20" descr="Scales of justice">
            <a:extLst>
              <a:ext uri="{FF2B5EF4-FFF2-40B4-BE49-F238E27FC236}">
                <a16:creationId xmlns:a16="http://schemas.microsoft.com/office/drawing/2014/main" id="{2DBAB481-8314-406B-8B07-980E86E449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8710" y="1848241"/>
            <a:ext cx="1509726" cy="150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23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9492C-F3DD-49FB-8BAE-AA6D8F1B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BF9F20-CE2C-491C-A886-EA434552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8" y="432000"/>
            <a:ext cx="10651122" cy="432000"/>
          </a:xfrm>
        </p:spPr>
        <p:txBody>
          <a:bodyPr>
            <a:normAutofit fontScale="90000"/>
          </a:bodyPr>
          <a:lstStyle/>
          <a:p>
            <a:r>
              <a:rPr lang="en-US" dirty="0"/>
              <a:t>Parallel Simulation</a:t>
            </a:r>
            <a:endParaRPr lang="en-ID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417A673-22BA-4388-B8A7-41D2D82DD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29" y="1210791"/>
            <a:ext cx="7680178" cy="443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64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FDF64553-E959-4137-B581-4776ACDF938C}"/>
              </a:ext>
            </a:extLst>
          </p:cNvPr>
          <p:cNvSpPr/>
          <p:nvPr/>
        </p:nvSpPr>
        <p:spPr>
          <a:xfrm>
            <a:off x="1755156" y="2662653"/>
            <a:ext cx="6001901" cy="4479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6771F-817F-4284-B42B-E916ADBE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Pelaksanaan</a:t>
            </a:r>
            <a:r>
              <a:rPr lang="en-US" dirty="0"/>
              <a:t> Audit Yang Telah </a:t>
            </a:r>
            <a:r>
              <a:rPr lang="en-US" dirty="0" err="1"/>
              <a:t>Dipelajari</a:t>
            </a:r>
            <a:br>
              <a:rPr lang="en-US" dirty="0"/>
            </a:br>
            <a:r>
              <a:rPr lang="en-US" dirty="0"/>
              <a:t>(so far)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B43CA-A5AF-4985-BC79-144CF9CE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4ADE63-F08C-432D-9609-ACC09E4B3DE9}"/>
              </a:ext>
            </a:extLst>
          </p:cNvPr>
          <p:cNvSpPr/>
          <p:nvPr/>
        </p:nvSpPr>
        <p:spPr>
          <a:xfrm>
            <a:off x="1564913" y="2405670"/>
            <a:ext cx="1742883" cy="9619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ToD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6762E4-9353-4A40-812B-2415B3846DF6}"/>
              </a:ext>
            </a:extLst>
          </p:cNvPr>
          <p:cNvSpPr/>
          <p:nvPr/>
        </p:nvSpPr>
        <p:spPr>
          <a:xfrm>
            <a:off x="4688602" y="2405670"/>
            <a:ext cx="1742883" cy="9619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ToE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D45FC-7A3A-4CBA-B74B-1EE949183989}"/>
              </a:ext>
            </a:extLst>
          </p:cNvPr>
          <p:cNvSpPr/>
          <p:nvPr/>
        </p:nvSpPr>
        <p:spPr>
          <a:xfrm>
            <a:off x="7812291" y="2405670"/>
            <a:ext cx="1742883" cy="9619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Sejajar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1B23E-8E28-4ED3-999A-98E68CBE0B97}"/>
              </a:ext>
            </a:extLst>
          </p:cNvPr>
          <p:cNvSpPr txBox="1"/>
          <p:nvPr/>
        </p:nvSpPr>
        <p:spPr>
          <a:xfrm>
            <a:off x="1497407" y="3624614"/>
            <a:ext cx="2598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Menguji</a:t>
            </a:r>
            <a:r>
              <a:rPr lang="en-US" sz="1400" dirty="0"/>
              <a:t> </a:t>
            </a:r>
            <a:r>
              <a:rPr lang="en-US" sz="1400" dirty="0" err="1"/>
              <a:t>pengendalian</a:t>
            </a:r>
            <a:r>
              <a:rPr lang="en-US" sz="1400" dirty="0"/>
              <a:t> </a:t>
            </a:r>
            <a:r>
              <a:rPr lang="en-US" sz="1400" dirty="0" err="1"/>
              <a:t>aplikasi</a:t>
            </a:r>
            <a:endParaRPr lang="en-ID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A5BDE-B82C-4AEC-A364-0FE0519F2ACA}"/>
              </a:ext>
            </a:extLst>
          </p:cNvPr>
          <p:cNvSpPr txBox="1"/>
          <p:nvPr/>
        </p:nvSpPr>
        <p:spPr>
          <a:xfrm>
            <a:off x="4688602" y="3624614"/>
            <a:ext cx="1960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Menguji</a:t>
            </a:r>
            <a:r>
              <a:rPr lang="en-US" sz="1400" dirty="0"/>
              <a:t> </a:t>
            </a:r>
            <a:r>
              <a:rPr lang="en-US" sz="1400" dirty="0" err="1"/>
              <a:t>Validitas</a:t>
            </a:r>
            <a:r>
              <a:rPr lang="en-US" sz="1400" dirty="0"/>
              <a:t> Data</a:t>
            </a:r>
            <a:endParaRPr lang="en-ID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9C9D9E-6AE4-4008-83D8-6078A0C703E0}"/>
              </a:ext>
            </a:extLst>
          </p:cNvPr>
          <p:cNvSpPr txBox="1"/>
          <p:nvPr/>
        </p:nvSpPr>
        <p:spPr>
          <a:xfrm>
            <a:off x="7812292" y="3624614"/>
            <a:ext cx="2485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Laporan</a:t>
            </a:r>
            <a:r>
              <a:rPr lang="en-US" sz="1400" dirty="0"/>
              <a:t> </a:t>
            </a:r>
            <a:r>
              <a:rPr lang="en-US" sz="1400" dirty="0" err="1"/>
              <a:t>Keuangan</a:t>
            </a:r>
            <a:r>
              <a:rPr lang="en-US" sz="1400" dirty="0"/>
              <a:t> </a:t>
            </a:r>
            <a:r>
              <a:rPr lang="en-US" sz="1400" dirty="0" err="1"/>
              <a:t>versi</a:t>
            </a:r>
            <a:r>
              <a:rPr lang="en-US" sz="1400" dirty="0"/>
              <a:t> auditor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43536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PRAKTIK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82308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3766-21E1-4C23-9F13-67A6453E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Up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2E695-B4E3-462B-90FD-5D0520C4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24C4C-165B-4EFB-A63F-D182CC251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LMS submission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41285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3766-21E1-4C23-9F13-67A6453E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Challenges for Extra Credit (AKT)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2E695-B4E3-462B-90FD-5D0520C4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24C4C-165B-4EFB-A63F-D182CC251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report for the whole 2025 data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96161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389D60-60E5-4A46-BEB4-51E42BB6383E}">
  <ds:schemaRefs>
    <ds:schemaRef ds:uri="ebe67ea8-4cd2-4da9-88bb-3e710b5f47b3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956eed5-f0c9-4482-bcee-424a7f38c90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3058</TotalTime>
  <Words>234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Risk and Control</vt:lpstr>
      <vt:lpstr>Class Recap</vt:lpstr>
      <vt:lpstr>Class Roadmap</vt:lpstr>
      <vt:lpstr>Covered So Far</vt:lpstr>
      <vt:lpstr>PowerPoint Presentation</vt:lpstr>
      <vt:lpstr>Recap ToE</vt:lpstr>
      <vt:lpstr>Who’s who 7-Audit-5</vt:lpstr>
      <vt:lpstr>Who’s who 7-Sisfo-2</vt:lpstr>
      <vt:lpstr>Konsep  Simulasi Sejajar</vt:lpstr>
      <vt:lpstr>Parallel Simulation</vt:lpstr>
      <vt:lpstr>Parallel Simulation</vt:lpstr>
      <vt:lpstr>Tahapan Pelaksanaan Audit Yang Telah Dipelajari (so far)</vt:lpstr>
      <vt:lpstr>PRAKTIK</vt:lpstr>
      <vt:lpstr>Group Up</vt:lpstr>
      <vt:lpstr>More Challenges for Extra Credit (AKT)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68</cp:revision>
  <dcterms:created xsi:type="dcterms:W3CDTF">2023-09-18T04:21:25Z</dcterms:created>
  <dcterms:modified xsi:type="dcterms:W3CDTF">2026-02-22T03:29:24Z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