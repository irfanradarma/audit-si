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3"/>
  </p:notesMasterIdLst>
  <p:sldIdLst>
    <p:sldId id="262" r:id="rId5"/>
    <p:sldId id="260" r:id="rId6"/>
    <p:sldId id="257" r:id="rId7"/>
    <p:sldId id="304" r:id="rId8"/>
    <p:sldId id="263" r:id="rId9"/>
    <p:sldId id="641" r:id="rId10"/>
    <p:sldId id="632" r:id="rId11"/>
    <p:sldId id="633" r:id="rId12"/>
    <p:sldId id="634" r:id="rId13"/>
    <p:sldId id="635" r:id="rId14"/>
    <p:sldId id="639" r:id="rId15"/>
    <p:sldId id="640" r:id="rId16"/>
    <p:sldId id="264" r:id="rId17"/>
    <p:sldId id="309" r:id="rId18"/>
    <p:sldId id="310" r:id="rId19"/>
    <p:sldId id="642" r:id="rId20"/>
    <p:sldId id="311" r:id="rId21"/>
    <p:sldId id="312" r:id="rId22"/>
    <p:sldId id="314" r:id="rId23"/>
    <p:sldId id="315" r:id="rId24"/>
    <p:sldId id="316" r:id="rId25"/>
    <p:sldId id="317" r:id="rId26"/>
    <p:sldId id="326" r:id="rId27"/>
    <p:sldId id="318" r:id="rId28"/>
    <p:sldId id="313" r:id="rId29"/>
    <p:sldId id="321" r:id="rId30"/>
    <p:sldId id="301" r:id="rId31"/>
    <p:sldId id="320" r:id="rId32"/>
    <p:sldId id="268" r:id="rId33"/>
    <p:sldId id="323" r:id="rId34"/>
    <p:sldId id="324" r:id="rId35"/>
    <p:sldId id="325" r:id="rId36"/>
    <p:sldId id="322" r:id="rId37"/>
    <p:sldId id="271" r:id="rId38"/>
    <p:sldId id="328" r:id="rId39"/>
    <p:sldId id="327" r:id="rId40"/>
    <p:sldId id="319" r:id="rId41"/>
    <p:sldId id="329" r:id="rId42"/>
    <p:sldId id="330" r:id="rId43"/>
    <p:sldId id="331" r:id="rId44"/>
    <p:sldId id="332" r:id="rId45"/>
    <p:sldId id="333" r:id="rId46"/>
    <p:sldId id="334" r:id="rId47"/>
    <p:sldId id="285" r:id="rId48"/>
    <p:sldId id="335" r:id="rId49"/>
    <p:sldId id="336" r:id="rId50"/>
    <p:sldId id="337" r:id="rId51"/>
    <p:sldId id="643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E4D304"/>
    <a:srgbClr val="FFC000"/>
    <a:srgbClr val="172C51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0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8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3C01DB91-9C33-4457-81A7-6D67DA1D6A4D}"/>
    <pc:docChg chg="undo redo custSel addSld delSld modSld">
      <pc:chgData name="Teuku Raja Irfan Radarma" userId="cf428174-95ba-4576-8554-3a3b8ffa52b7" providerId="ADAL" clId="{3C01DB91-9C33-4457-81A7-6D67DA1D6A4D}" dt="2026-02-24T02:25:36.394" v="335"/>
      <pc:docMkLst>
        <pc:docMk/>
      </pc:docMkLst>
      <pc:sldChg chg="modSp mod">
        <pc:chgData name="Teuku Raja Irfan Radarma" userId="cf428174-95ba-4576-8554-3a3b8ffa52b7" providerId="ADAL" clId="{3C01DB91-9C33-4457-81A7-6D67DA1D6A4D}" dt="2026-02-22T07:39:15.201" v="41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3C01DB91-9C33-4457-81A7-6D67DA1D6A4D}" dt="2026-02-22T07:39:15.201" v="41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3C01DB91-9C33-4457-81A7-6D67DA1D6A4D}" dt="2026-02-22T07:39:08.156" v="3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3C01DB91-9C33-4457-81A7-6D67DA1D6A4D}" dt="2026-02-22T07:39:03.008" v="3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3C01DB91-9C33-4457-81A7-6D67DA1D6A4D}" dt="2026-02-22T07:39:08.156" v="38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3C01DB91-9C33-4457-81A7-6D67DA1D6A4D}" dt="2026-02-22T07:42:30.991" v="13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3C01DB91-9C33-4457-81A7-6D67DA1D6A4D}" dt="2026-02-22T07:42:30.991" v="13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add del">
        <pc:chgData name="Teuku Raja Irfan Radarma" userId="cf428174-95ba-4576-8554-3a3b8ffa52b7" providerId="ADAL" clId="{3C01DB91-9C33-4457-81A7-6D67DA1D6A4D}" dt="2026-02-22T07:40:58.299" v="111"/>
        <pc:sldMkLst>
          <pc:docMk/>
          <pc:sldMk cId="1457204914" sldId="26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75863148" sldId="26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8287481" sldId="271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801049290" sldId="28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50510589" sldId="301"/>
        </pc:sldMkLst>
      </pc:sldChg>
      <pc:sldChg chg="modSp mod">
        <pc:chgData name="Teuku Raja Irfan Radarma" userId="cf428174-95ba-4576-8554-3a3b8ffa52b7" providerId="ADAL" clId="{3C01DB91-9C33-4457-81A7-6D67DA1D6A4D}" dt="2026-02-22T07:39:47.499" v="90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3C01DB91-9C33-4457-81A7-6D67DA1D6A4D}" dt="2026-02-22T07:39:47.499" v="90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4T01:49:24.838" v="227" actId="20577"/>
        <pc:sldMkLst>
          <pc:docMk/>
          <pc:sldMk cId="2140043544" sldId="309"/>
        </pc:sldMkLst>
        <pc:spChg chg="mod">
          <ac:chgData name="Teuku Raja Irfan Radarma" userId="cf428174-95ba-4576-8554-3a3b8ffa52b7" providerId="ADAL" clId="{3C01DB91-9C33-4457-81A7-6D67DA1D6A4D}" dt="2026-02-24T01:49:24.838" v="227" actId="20577"/>
          <ac:spMkLst>
            <pc:docMk/>
            <pc:sldMk cId="2140043544" sldId="309"/>
            <ac:spMk id="2" creationId="{0C42CC2C-B944-4C25-BFC6-6429CA0902F7}"/>
          </ac:spMkLst>
        </pc:spChg>
        <pc:spChg chg="mod">
          <ac:chgData name="Teuku Raja Irfan Radarma" userId="cf428174-95ba-4576-8554-3a3b8ffa52b7" providerId="ADAL" clId="{3C01DB91-9C33-4457-81A7-6D67DA1D6A4D}" dt="2026-02-24T01:49:13.266" v="209" actId="20577"/>
          <ac:spMkLst>
            <pc:docMk/>
            <pc:sldMk cId="2140043544" sldId="309"/>
            <ac:spMk id="3" creationId="{FF965F0F-D707-4D34-B8CC-1D1457761B1C}"/>
          </ac:spMkLst>
        </pc:spChg>
      </pc:sldChg>
      <pc:sldChg chg="addSp delSp modSp add mod">
        <pc:chgData name="Teuku Raja Irfan Radarma" userId="cf428174-95ba-4576-8554-3a3b8ffa52b7" providerId="ADAL" clId="{3C01DB91-9C33-4457-81A7-6D67DA1D6A4D}" dt="2026-02-22T07:50:03.437" v="196" actId="21"/>
        <pc:sldMkLst>
          <pc:docMk/>
          <pc:sldMk cId="3407306040" sldId="310"/>
        </pc:sldMkLst>
        <pc:picChg chg="add del mod">
          <ac:chgData name="Teuku Raja Irfan Radarma" userId="cf428174-95ba-4576-8554-3a3b8ffa52b7" providerId="ADAL" clId="{3C01DB91-9C33-4457-81A7-6D67DA1D6A4D}" dt="2026-02-22T07:50:03.437" v="196" actId="21"/>
          <ac:picMkLst>
            <pc:docMk/>
            <pc:sldMk cId="3407306040" sldId="310"/>
            <ac:picMk id="6" creationId="{D841FE7D-D215-4F4C-B861-E11A6C85B4F7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931572100" sldId="311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89749584" sldId="312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117714241" sldId="31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525736091" sldId="31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767778035" sldId="31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566384604" sldId="316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28876292" sldId="31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405135630" sldId="31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603194126" sldId="319"/>
        </pc:sldMkLst>
      </pc:sldChg>
      <pc:sldChg chg="modSp add mod">
        <pc:chgData name="Teuku Raja Irfan Radarma" userId="cf428174-95ba-4576-8554-3a3b8ffa52b7" providerId="ADAL" clId="{3C01DB91-9C33-4457-81A7-6D67DA1D6A4D}" dt="2026-02-22T07:45:08.573" v="182" actId="1076"/>
        <pc:sldMkLst>
          <pc:docMk/>
          <pc:sldMk cId="1562574567" sldId="320"/>
        </pc:sldMkLst>
        <pc:spChg chg="mod">
          <ac:chgData name="Teuku Raja Irfan Radarma" userId="cf428174-95ba-4576-8554-3a3b8ffa52b7" providerId="ADAL" clId="{3C01DB91-9C33-4457-81A7-6D67DA1D6A4D}" dt="2026-02-22T07:45:08.573" v="182" actId="1076"/>
          <ac:spMkLst>
            <pc:docMk/>
            <pc:sldMk cId="1562574567" sldId="320"/>
            <ac:spMk id="3" creationId="{281B1D22-0EED-42B6-A38F-C7C8D196B747}"/>
          </ac:spMkLst>
        </pc:sp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516586" sldId="321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250707088" sldId="322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815195672" sldId="32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21258611" sldId="32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956598728" sldId="32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120151068" sldId="326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847064398" sldId="32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543487194" sldId="32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372899280" sldId="328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435362320" sldId="32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176252531" sldId="329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030245141" sldId="330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886870268" sldId="331"/>
        </pc:sldMkLst>
      </pc:sldChg>
      <pc:sldChg chg="modSp add mod">
        <pc:chgData name="Teuku Raja Irfan Radarma" userId="cf428174-95ba-4576-8554-3a3b8ffa52b7" providerId="ADAL" clId="{3C01DB91-9C33-4457-81A7-6D67DA1D6A4D}" dt="2026-02-22T07:51:54.213" v="205" actId="20577"/>
        <pc:sldMkLst>
          <pc:docMk/>
          <pc:sldMk cId="3918830678" sldId="332"/>
        </pc:sldMkLst>
        <pc:spChg chg="mod">
          <ac:chgData name="Teuku Raja Irfan Radarma" userId="cf428174-95ba-4576-8554-3a3b8ffa52b7" providerId="ADAL" clId="{3C01DB91-9C33-4457-81A7-6D67DA1D6A4D}" dt="2026-02-22T07:51:54.213" v="205" actId="20577"/>
          <ac:spMkLst>
            <pc:docMk/>
            <pc:sldMk cId="3918830678" sldId="332"/>
            <ac:spMk id="3" creationId="{EAC6EF32-ECD1-4A47-8FE1-DFCABBD43E06}"/>
          </ac:spMkLst>
        </pc:spChg>
        <pc:picChg chg="mod">
          <ac:chgData name="Teuku Raja Irfan Radarma" userId="cf428174-95ba-4576-8554-3a3b8ffa52b7" providerId="ADAL" clId="{3C01DB91-9C33-4457-81A7-6D67DA1D6A4D}" dt="2026-02-22T07:51:37.916" v="199" actId="1076"/>
          <ac:picMkLst>
            <pc:docMk/>
            <pc:sldMk cId="3918830678" sldId="332"/>
            <ac:picMk id="1028" creationId="{ABC001D2-91D1-44BD-A77E-D2FB09D3CE5A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240754387" sldId="33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275038603" sldId="33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98136088" sldId="33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508547076" sldId="336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961733192" sldId="337"/>
        </pc:sldMkLst>
      </pc:sldChg>
      <pc:sldChg chg="add del">
        <pc:chgData name="Teuku Raja Irfan Radarma" userId="cf428174-95ba-4576-8554-3a3b8ffa52b7" providerId="ADAL" clId="{3C01DB91-9C33-4457-81A7-6D67DA1D6A4D}" dt="2026-02-22T07:46:36.420" v="183" actId="47"/>
        <pc:sldMkLst>
          <pc:docMk/>
          <pc:sldMk cId="842161784" sldId="338"/>
        </pc:sldMkLst>
      </pc:sldChg>
      <pc:sldChg chg="add del">
        <pc:chgData name="Teuku Raja Irfan Radarma" userId="cf428174-95ba-4576-8554-3a3b8ffa52b7" providerId="ADAL" clId="{3C01DB91-9C33-4457-81A7-6D67DA1D6A4D}" dt="2026-02-22T07:46:36.420" v="183" actId="47"/>
        <pc:sldMkLst>
          <pc:docMk/>
          <pc:sldMk cId="1876405775" sldId="339"/>
        </pc:sldMkLst>
      </pc:sldChg>
      <pc:sldChg chg="modSp add mod">
        <pc:chgData name="Teuku Raja Irfan Radarma" userId="cf428174-95ba-4576-8554-3a3b8ffa52b7" providerId="ADAL" clId="{3C01DB91-9C33-4457-81A7-6D67DA1D6A4D}" dt="2026-02-22T07:42:58.074" v="152" actId="1076"/>
        <pc:sldMkLst>
          <pc:docMk/>
          <pc:sldMk cId="3234400314" sldId="632"/>
        </pc:sldMkLst>
        <pc:spChg chg="mod">
          <ac:chgData name="Teuku Raja Irfan Radarma" userId="cf428174-95ba-4576-8554-3a3b8ffa52b7" providerId="ADAL" clId="{3C01DB91-9C33-4457-81A7-6D67DA1D6A4D}" dt="2026-02-22T07:42:48.148" v="147" actId="1076"/>
          <ac:spMkLst>
            <pc:docMk/>
            <pc:sldMk cId="3234400314" sldId="632"/>
            <ac:spMk id="2" creationId="{73ABA98E-9719-FA7B-6A83-FDFCB2399788}"/>
          </ac:spMkLst>
        </pc:spChg>
        <pc:spChg chg="mod">
          <ac:chgData name="Teuku Raja Irfan Radarma" userId="cf428174-95ba-4576-8554-3a3b8ffa52b7" providerId="ADAL" clId="{3C01DB91-9C33-4457-81A7-6D67DA1D6A4D}" dt="2026-02-22T07:42:58.074" v="152" actId="1076"/>
          <ac:spMkLst>
            <pc:docMk/>
            <pc:sldMk cId="3234400314" sldId="632"/>
            <ac:spMk id="9" creationId="{C1C27A90-738D-A2B4-4848-6533717DF900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24.623" v="181" actId="404"/>
        <pc:sldMkLst>
          <pc:docMk/>
          <pc:sldMk cId="989082994" sldId="633"/>
        </pc:sldMkLst>
        <pc:spChg chg="mod">
          <ac:chgData name="Teuku Raja Irfan Radarma" userId="cf428174-95ba-4576-8554-3a3b8ffa52b7" providerId="ADAL" clId="{3C01DB91-9C33-4457-81A7-6D67DA1D6A4D}" dt="2026-02-22T07:43:24.630" v="154" actId="27636"/>
          <ac:spMkLst>
            <pc:docMk/>
            <pc:sldMk cId="989082994" sldId="633"/>
            <ac:spMk id="2" creationId="{FE8DC504-9BC7-05B7-6F90-AF418AF2109A}"/>
          </ac:spMkLst>
        </pc:spChg>
        <pc:spChg chg="mod">
          <ac:chgData name="Teuku Raja Irfan Radarma" userId="cf428174-95ba-4576-8554-3a3b8ffa52b7" providerId="ADAL" clId="{3C01DB91-9C33-4457-81A7-6D67DA1D6A4D}" dt="2026-02-22T07:44:24.623" v="181" actId="404"/>
          <ac:spMkLst>
            <pc:docMk/>
            <pc:sldMk cId="989082994" sldId="633"/>
            <ac:spMk id="3" creationId="{84FA5AAB-EE1A-B37C-EDD5-BD190DB2158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22.008" v="180" actId="404"/>
        <pc:sldMkLst>
          <pc:docMk/>
          <pc:sldMk cId="2373469779" sldId="634"/>
        </pc:sldMkLst>
        <pc:spChg chg="mod">
          <ac:chgData name="Teuku Raja Irfan Radarma" userId="cf428174-95ba-4576-8554-3a3b8ffa52b7" providerId="ADAL" clId="{3C01DB91-9C33-4457-81A7-6D67DA1D6A4D}" dt="2026-02-22T07:43:49.099" v="170" actId="1076"/>
          <ac:spMkLst>
            <pc:docMk/>
            <pc:sldMk cId="2373469779" sldId="634"/>
            <ac:spMk id="2" creationId="{1E0E0A5B-0B16-F378-DA7C-D2116666435F}"/>
          </ac:spMkLst>
        </pc:spChg>
        <pc:spChg chg="mod">
          <ac:chgData name="Teuku Raja Irfan Radarma" userId="cf428174-95ba-4576-8554-3a3b8ffa52b7" providerId="ADAL" clId="{3C01DB91-9C33-4457-81A7-6D67DA1D6A4D}" dt="2026-02-22T07:44:22.008" v="180" actId="404"/>
          <ac:spMkLst>
            <pc:docMk/>
            <pc:sldMk cId="2373469779" sldId="634"/>
            <ac:spMk id="3" creationId="{0970CEB3-2704-E100-BF20-17D911715202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3:58.468" v="171" actId="1076"/>
        <pc:sldMkLst>
          <pc:docMk/>
          <pc:sldMk cId="2075550474" sldId="635"/>
        </pc:sldMkLst>
        <pc:spChg chg="mod">
          <ac:chgData name="Teuku Raja Irfan Radarma" userId="cf428174-95ba-4576-8554-3a3b8ffa52b7" providerId="ADAL" clId="{3C01DB91-9C33-4457-81A7-6D67DA1D6A4D}" dt="2026-02-22T07:43:58.468" v="171" actId="1076"/>
          <ac:spMkLst>
            <pc:docMk/>
            <pc:sldMk cId="2075550474" sldId="635"/>
            <ac:spMk id="2" creationId="{DA5852C8-1BF4-3F1C-7027-E2C416705A6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03.916" v="172" actId="1076"/>
        <pc:sldMkLst>
          <pc:docMk/>
          <pc:sldMk cId="3550433920" sldId="639"/>
        </pc:sldMkLst>
        <pc:spChg chg="mod">
          <ac:chgData name="Teuku Raja Irfan Radarma" userId="cf428174-95ba-4576-8554-3a3b8ffa52b7" providerId="ADAL" clId="{3C01DB91-9C33-4457-81A7-6D67DA1D6A4D}" dt="2026-02-22T07:44:03.916" v="172" actId="1076"/>
          <ac:spMkLst>
            <pc:docMk/>
            <pc:sldMk cId="3550433920" sldId="639"/>
            <ac:spMk id="2" creationId="{0F71E74B-3AB7-A0C5-FD69-E5DD54FD36E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15.685" v="177" actId="27636"/>
        <pc:sldMkLst>
          <pc:docMk/>
          <pc:sldMk cId="126332185" sldId="640"/>
        </pc:sldMkLst>
        <pc:spChg chg="mod">
          <ac:chgData name="Teuku Raja Irfan Radarma" userId="cf428174-95ba-4576-8554-3a3b8ffa52b7" providerId="ADAL" clId="{3C01DB91-9C33-4457-81A7-6D67DA1D6A4D}" dt="2026-02-22T07:44:14.271" v="175" actId="1076"/>
          <ac:spMkLst>
            <pc:docMk/>
            <pc:sldMk cId="126332185" sldId="640"/>
            <ac:spMk id="2" creationId="{6F9F207D-A5B6-BAB9-37CF-A18C40B6770D}"/>
          </ac:spMkLst>
        </pc:spChg>
        <pc:spChg chg="mod">
          <ac:chgData name="Teuku Raja Irfan Radarma" userId="cf428174-95ba-4576-8554-3a3b8ffa52b7" providerId="ADAL" clId="{3C01DB91-9C33-4457-81A7-6D67DA1D6A4D}" dt="2026-02-22T07:44:15.685" v="177" actId="27636"/>
          <ac:spMkLst>
            <pc:docMk/>
            <pc:sldMk cId="126332185" sldId="640"/>
            <ac:spMk id="3" creationId="{9E7D8964-BEB7-2DA7-EF74-175F24693B83}"/>
          </ac:spMkLst>
        </pc:spChg>
      </pc:sldChg>
      <pc:sldChg chg="modSp new mod">
        <pc:chgData name="Teuku Raja Irfan Radarma" userId="cf428174-95ba-4576-8554-3a3b8ffa52b7" providerId="ADAL" clId="{3C01DB91-9C33-4457-81A7-6D67DA1D6A4D}" dt="2026-02-22T07:43:36.440" v="168" actId="20577"/>
        <pc:sldMkLst>
          <pc:docMk/>
          <pc:sldMk cId="1793119782" sldId="641"/>
        </pc:sldMkLst>
        <pc:spChg chg="mod">
          <ac:chgData name="Teuku Raja Irfan Radarma" userId="cf428174-95ba-4576-8554-3a3b8ffa52b7" providerId="ADAL" clId="{3C01DB91-9C33-4457-81A7-6D67DA1D6A4D}" dt="2026-02-22T07:43:36.440" v="168" actId="20577"/>
          <ac:spMkLst>
            <pc:docMk/>
            <pc:sldMk cId="1793119782" sldId="641"/>
            <ac:spMk id="2" creationId="{34BDE0C4-4FBA-493E-B083-8791FB60B6C7}"/>
          </ac:spMkLst>
        </pc:spChg>
      </pc:sldChg>
      <pc:sldChg chg="addSp delSp modSp add mod">
        <pc:chgData name="Teuku Raja Irfan Radarma" userId="cf428174-95ba-4576-8554-3a3b8ffa52b7" providerId="ADAL" clId="{3C01DB91-9C33-4457-81A7-6D67DA1D6A4D}" dt="2026-02-22T07:50:05.333" v="198"/>
        <pc:sldMkLst>
          <pc:docMk/>
          <pc:sldMk cId="2403279765" sldId="642"/>
        </pc:sldMkLst>
        <pc:picChg chg="del">
          <ac:chgData name="Teuku Raja Irfan Radarma" userId="cf428174-95ba-4576-8554-3a3b8ffa52b7" providerId="ADAL" clId="{3C01DB91-9C33-4457-81A7-6D67DA1D6A4D}" dt="2026-02-22T07:49:08.272" v="185" actId="478"/>
          <ac:picMkLst>
            <pc:docMk/>
            <pc:sldMk cId="2403279765" sldId="642"/>
            <ac:picMk id="5" creationId="{6F1DDE68-FFA7-4F21-B54D-C913701E2D37}"/>
          </ac:picMkLst>
        </pc:picChg>
        <pc:picChg chg="add del mod">
          <ac:chgData name="Teuku Raja Irfan Radarma" userId="cf428174-95ba-4576-8554-3a3b8ffa52b7" providerId="ADAL" clId="{3C01DB91-9C33-4457-81A7-6D67DA1D6A4D}" dt="2026-02-22T07:49:14.167" v="187" actId="478"/>
          <ac:picMkLst>
            <pc:docMk/>
            <pc:sldMk cId="2403279765" sldId="642"/>
            <ac:picMk id="6" creationId="{29126E61-FF59-4257-8724-08C028E65615}"/>
          </ac:picMkLst>
        </pc:picChg>
        <pc:picChg chg="add del mod">
          <ac:chgData name="Teuku Raja Irfan Radarma" userId="cf428174-95ba-4576-8554-3a3b8ffa52b7" providerId="ADAL" clId="{3C01DB91-9C33-4457-81A7-6D67DA1D6A4D}" dt="2026-02-22T07:49:15.696" v="189" actId="478"/>
          <ac:picMkLst>
            <pc:docMk/>
            <pc:sldMk cId="2403279765" sldId="642"/>
            <ac:picMk id="7" creationId="{63095D99-A3EC-4B84-8447-6494DB75CAF0}"/>
          </ac:picMkLst>
        </pc:picChg>
        <pc:picChg chg="add del mod">
          <ac:chgData name="Teuku Raja Irfan Radarma" userId="cf428174-95ba-4576-8554-3a3b8ffa52b7" providerId="ADAL" clId="{3C01DB91-9C33-4457-81A7-6D67DA1D6A4D}" dt="2026-02-22T07:50:05.028" v="197" actId="478"/>
          <ac:picMkLst>
            <pc:docMk/>
            <pc:sldMk cId="2403279765" sldId="642"/>
            <ac:picMk id="8" creationId="{6F2D679C-C24D-4B0A-9840-29EB96665E22}"/>
          </ac:picMkLst>
        </pc:picChg>
        <pc:picChg chg="add mod">
          <ac:chgData name="Teuku Raja Irfan Radarma" userId="cf428174-95ba-4576-8554-3a3b8ffa52b7" providerId="ADAL" clId="{3C01DB91-9C33-4457-81A7-6D67DA1D6A4D}" dt="2026-02-22T07:50:05.333" v="198"/>
          <ac:picMkLst>
            <pc:docMk/>
            <pc:sldMk cId="2403279765" sldId="642"/>
            <ac:picMk id="9" creationId="{BDD0FFA7-1FD2-4DA8-88DF-07A5852DAF51}"/>
          </ac:picMkLst>
        </pc:picChg>
      </pc:sldChg>
      <pc:sldChg chg="modSp new mod">
        <pc:chgData name="Teuku Raja Irfan Radarma" userId="cf428174-95ba-4576-8554-3a3b8ffa52b7" providerId="ADAL" clId="{3C01DB91-9C33-4457-81A7-6D67DA1D6A4D}" dt="2026-02-24T02:25:36.394" v="335"/>
        <pc:sldMkLst>
          <pc:docMk/>
          <pc:sldMk cId="3167336065" sldId="643"/>
        </pc:sldMkLst>
        <pc:spChg chg="mod">
          <ac:chgData name="Teuku Raja Irfan Radarma" userId="cf428174-95ba-4576-8554-3a3b8ffa52b7" providerId="ADAL" clId="{3C01DB91-9C33-4457-81A7-6D67DA1D6A4D}" dt="2026-02-24T02:25:08.108" v="242" actId="20577"/>
          <ac:spMkLst>
            <pc:docMk/>
            <pc:sldMk cId="3167336065" sldId="643"/>
            <ac:spMk id="2" creationId="{BA3468D8-09CC-405F-9B14-7717A7622755}"/>
          </ac:spMkLst>
        </pc:spChg>
        <pc:spChg chg="mod">
          <ac:chgData name="Teuku Raja Irfan Radarma" userId="cf428174-95ba-4576-8554-3a3b8ffa52b7" providerId="ADAL" clId="{3C01DB91-9C33-4457-81A7-6D67DA1D6A4D}" dt="2026-02-24T02:25:36.394" v="335"/>
          <ac:spMkLst>
            <pc:docMk/>
            <pc:sldMk cId="3167336065" sldId="643"/>
            <ac:spMk id="4" creationId="{B0CD25CD-69FD-4588-A206-390B403AC816}"/>
          </ac:spMkLst>
        </pc:spChg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130923464" sldId="661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007793985" sldId="662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5740253" sldId="663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3169595349" sldId="664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482308421" sldId="665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341285866" sldId="667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096161781" sldId="668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571765726" sldId="669"/>
        </pc:sldMkLst>
      </pc:sldChg>
    </pc:docChg>
  </pc:docChgLst>
  <pc:docChgLst>
    <pc:chgData name="Teuku Raja Irfan Radarma" userId="cf428174-95ba-4576-8554-3a3b8ffa52b7" providerId="ADAL" clId="{6C5D399A-8E2C-4907-9624-A2DD17609376}"/>
    <pc:docChg chg="undo custSel modSld">
      <pc:chgData name="Teuku Raja Irfan Radarma" userId="cf428174-95ba-4576-8554-3a3b8ffa52b7" providerId="ADAL" clId="{6C5D399A-8E2C-4907-9624-A2DD17609376}" dt="2026-02-18T03:29:52.555" v="182" actId="20577"/>
      <pc:docMkLst>
        <pc:docMk/>
      </pc:docMkLst>
      <pc:sldChg chg="modSp mod">
        <pc:chgData name="Teuku Raja Irfan Radarma" userId="cf428174-95ba-4576-8554-3a3b8ffa52b7" providerId="ADAL" clId="{6C5D399A-8E2C-4907-9624-A2DD17609376}" dt="2026-02-18T03:28:09.397" v="2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6-02-18T03:28:09.397" v="2" actId="400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6C5D399A-8E2C-4907-9624-A2DD17609376}" dt="2026-02-18T03:29:52.555" v="182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6-02-18T03:29:52.555" v="182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6-02-18T03:29:18.978" v="128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6-02-18T03:29:18.978" v="128" actId="20577"/>
          <ac:spMkLst>
            <pc:docMk/>
            <pc:sldMk cId="2891726164" sldId="304"/>
            <ac:spMk id="3" creationId="{0EEF17E5-AD4D-CEBE-F9C3-691B024490D7}"/>
          </ac:spMkLst>
        </pc:spChg>
      </pc:sldChg>
    </pc:docChg>
  </pc:docChgLst>
  <pc:docChgLst>
    <pc:chgData name="Teuku Raja Irfan Radarma" userId="cf428174-95ba-4576-8554-3a3b8ffa52b7" providerId="ADAL" clId="{5F76268C-0FDD-4573-81E8-E132646E1AD5}"/>
    <pc:docChg chg="undo custSel addSld delSld modSld sldOrd modMainMaster">
      <pc:chgData name="Teuku Raja Irfan Radarma" userId="cf428174-95ba-4576-8554-3a3b8ffa52b7" providerId="ADAL" clId="{5F76268C-0FDD-4573-81E8-E132646E1AD5}" dt="2026-02-07T01:25:31.365" v="872"/>
      <pc:docMkLst>
        <pc:docMk/>
      </pc:docMkLst>
      <pc:sldChg chg="modSp mod">
        <pc:chgData name="Teuku Raja Irfan Radarma" userId="cf428174-95ba-4576-8554-3a3b8ffa52b7" providerId="ADAL" clId="{5F76268C-0FDD-4573-81E8-E132646E1AD5}" dt="2026-01-29T14:43:00.516" v="41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5F76268C-0FDD-4573-81E8-E132646E1AD5}" dt="2026-01-29T14:42:58.260" v="40" actId="400"/>
          <ac:spMkLst>
            <pc:docMk/>
            <pc:sldMk cId="4030995347" sldId="257"/>
            <ac:spMk id="3" creationId="{940F5DB3-7A6F-EDD4-9F33-B3FF6161C717}"/>
          </ac:spMkLst>
        </pc:spChg>
        <pc:spChg chg="mod">
          <ac:chgData name="Teuku Raja Irfan Radarma" userId="cf428174-95ba-4576-8554-3a3b8ffa52b7" providerId="ADAL" clId="{5F76268C-0FDD-4573-81E8-E132646E1AD5}" dt="2026-01-29T14:43:00.516" v="41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addSp delSp modSp mod">
        <pc:chgData name="Teuku Raja Irfan Radarma" userId="cf428174-95ba-4576-8554-3a3b8ffa52b7" providerId="ADAL" clId="{5F76268C-0FDD-4573-81E8-E132646E1AD5}" dt="2026-01-29T14:42:49.949" v="3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5F76268C-0FDD-4573-81E8-E132646E1AD5}" dt="2026-01-29T14:42:46.045" v="3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5F76268C-0FDD-4573-81E8-E132646E1AD5}" dt="2026-01-29T14:42:49.949" v="38" actId="20577"/>
          <ac:spMkLst>
            <pc:docMk/>
            <pc:sldMk cId="911610319" sldId="262"/>
            <ac:spMk id="4" creationId="{FFCC89D4-8169-77D5-D53F-1E998B469C40}"/>
          </ac:spMkLst>
        </pc:spChg>
        <pc:picChg chg="add mod">
          <ac:chgData name="Teuku Raja Irfan Radarma" userId="cf428174-95ba-4576-8554-3a3b8ffa52b7" providerId="ADAL" clId="{5F76268C-0FDD-4573-81E8-E132646E1AD5}" dt="2026-01-29T14:42:33.594" v="1"/>
          <ac:picMkLst>
            <pc:docMk/>
            <pc:sldMk cId="911610319" sldId="262"/>
            <ac:picMk id="7" creationId="{80A5FA20-F084-433B-84D2-ED962813CD1B}"/>
          </ac:picMkLst>
        </pc:picChg>
      </pc:sldChg>
      <pc:sldChg chg="modSp mod">
        <pc:chgData name="Teuku Raja Irfan Radarma" userId="cf428174-95ba-4576-8554-3a3b8ffa52b7" providerId="ADAL" clId="{5F76268C-0FDD-4573-81E8-E132646E1AD5}" dt="2026-01-29T14:54:38.263" v="32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5F76268C-0FDD-4573-81E8-E132646E1AD5}" dt="2026-01-29T14:54:38.263" v="32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5F76268C-0FDD-4573-81E8-E132646E1AD5}" dt="2026-01-29T14:59:14.213" v="355" actId="27636"/>
        <pc:sldMkLst>
          <pc:docMk/>
          <pc:sldMk cId="1457204914" sldId="264"/>
        </pc:sldMkLst>
        <pc:spChg chg="mod">
          <ac:chgData name="Teuku Raja Irfan Radarma" userId="cf428174-95ba-4576-8554-3a3b8ffa52b7" providerId="ADAL" clId="{5F76268C-0FDD-4573-81E8-E132646E1AD5}" dt="2026-01-29T14:59:14.213" v="355" actId="27636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5F76268C-0FDD-4573-81E8-E132646E1AD5}" dt="2026-01-29T14:47:29.311" v="203" actId="20577"/>
          <ac:spMkLst>
            <pc:docMk/>
            <pc:sldMk cId="1457204914" sldId="264"/>
            <ac:spMk id="4" creationId="{EE064B16-72CC-4606-A23D-7291843EEFBB}"/>
          </ac:spMkLst>
        </pc:spChg>
      </pc:sldChg>
      <pc:sldChg chg="delSp modSp mod">
        <pc:chgData name="Teuku Raja Irfan Radarma" userId="cf428174-95ba-4576-8554-3a3b8ffa52b7" providerId="ADAL" clId="{5F76268C-0FDD-4573-81E8-E132646E1AD5}" dt="2026-01-29T14:45:59.002" v="117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5F76268C-0FDD-4573-81E8-E132646E1AD5}" dt="2026-01-29T14:45:59.002" v="117" actId="20577"/>
          <ac:spMkLst>
            <pc:docMk/>
            <pc:sldMk cId="2891726164" sldId="304"/>
            <ac:spMk id="3" creationId="{0EEF17E5-AD4D-CEBE-F9C3-691B024490D7}"/>
          </ac:spMkLst>
        </pc:spChg>
      </pc:sldChg>
      <pc:sldMasterChg chg="addSldLayout modSldLayout">
        <pc:chgData name="Teuku Raja Irfan Radarma" userId="cf428174-95ba-4576-8554-3a3b8ffa52b7" providerId="ADAL" clId="{5F76268C-0FDD-4573-81E8-E132646E1AD5}" dt="2026-02-07T01:24:15.889" v="849" actId="14100"/>
        <pc:sldMasterMkLst>
          <pc:docMk/>
          <pc:sldMasterMk cId="856379123" sldId="2147483648"/>
        </pc:sldMasterMkLst>
        <pc:sldLayoutChg chg="addSp delSp modSp add mod modTransition">
          <pc:chgData name="Teuku Raja Irfan Radarma" userId="cf428174-95ba-4576-8554-3a3b8ffa52b7" providerId="ADAL" clId="{5F76268C-0FDD-4573-81E8-E132646E1AD5}" dt="2026-02-07T01:24:15.889" v="849" actId="14100"/>
          <pc:sldLayoutMkLst>
            <pc:docMk/>
            <pc:sldMasterMk cId="856379123" sldId="2147483648"/>
            <pc:sldLayoutMk cId="1704379807" sldId="2147483663"/>
          </pc:sldLayoutMkLst>
          <pc:spChg chg="mod">
            <ac:chgData name="Teuku Raja Irfan Radarma" userId="cf428174-95ba-4576-8554-3a3b8ffa52b7" providerId="ADAL" clId="{5F76268C-0FDD-4573-81E8-E132646E1AD5}" dt="2026-02-07T01:23:26.639" v="842" actId="404"/>
            <ac:spMkLst>
              <pc:docMk/>
              <pc:sldMasterMk cId="856379123" sldId="2147483648"/>
              <pc:sldLayoutMk cId="1704379807" sldId="2147483663"/>
              <ac:spMk id="2" creationId="{CDA4424C-1456-7F97-A7D5-3DFD9B8CDC8B}"/>
            </ac:spMkLst>
          </pc:spChg>
          <pc:spChg chg="mod">
            <ac:chgData name="Teuku Raja Irfan Radarma" userId="cf428174-95ba-4576-8554-3a3b8ffa52b7" providerId="ADAL" clId="{5F76268C-0FDD-4573-81E8-E132646E1AD5}" dt="2026-02-07T01:22:17.778" v="835" actId="207"/>
            <ac:spMkLst>
              <pc:docMk/>
              <pc:sldMasterMk cId="856379123" sldId="2147483648"/>
              <pc:sldLayoutMk cId="1704379807" sldId="2147483663"/>
              <ac:spMk id="3" creationId="{8A8E1FD0-24D3-2D6F-5433-75B6F1C968B0}"/>
            </ac:spMkLst>
          </pc:spChg>
          <pc:spChg chg="add mod ord">
            <ac:chgData name="Teuku Raja Irfan Radarma" userId="cf428174-95ba-4576-8554-3a3b8ffa52b7" providerId="ADAL" clId="{5F76268C-0FDD-4573-81E8-E132646E1AD5}" dt="2026-02-07T01:24:07.322" v="848" actId="207"/>
            <ac:spMkLst>
              <pc:docMk/>
              <pc:sldMasterMk cId="856379123" sldId="2147483648"/>
              <pc:sldLayoutMk cId="1704379807" sldId="2147483663"/>
              <ac:spMk id="8" creationId="{13D26EEB-0515-47E0-BDF2-6403F753F256}"/>
            </ac:spMkLst>
          </pc:spChg>
          <pc:picChg chg="mod ord modCrop">
            <ac:chgData name="Teuku Raja Irfan Radarma" userId="cf428174-95ba-4576-8554-3a3b8ffa52b7" providerId="ADAL" clId="{5F76268C-0FDD-4573-81E8-E132646E1AD5}" dt="2026-02-07T01:22:58.522" v="840" actId="732"/>
            <ac:picMkLst>
              <pc:docMk/>
              <pc:sldMasterMk cId="856379123" sldId="2147483648"/>
              <pc:sldLayoutMk cId="1704379807" sldId="2147483663"/>
              <ac:picMk id="12" creationId="{2E3B5FA6-2D9D-F25E-D8E6-3606BD33D99D}"/>
            </ac:picMkLst>
          </pc:picChg>
          <pc:cxnChg chg="mod">
            <ac:chgData name="Teuku Raja Irfan Radarma" userId="cf428174-95ba-4576-8554-3a3b8ffa52b7" providerId="ADAL" clId="{5F76268C-0FDD-4573-81E8-E132646E1AD5}" dt="2026-02-07T01:24:15.889" v="849" actId="14100"/>
            <ac:cxnSpMkLst>
              <pc:docMk/>
              <pc:sldMasterMk cId="856379123" sldId="2147483648"/>
              <pc:sldLayoutMk cId="1704379807" sldId="2147483663"/>
              <ac:cxnSpMk id="14" creationId="{1E527D52-8D29-D3D2-5F30-3F229C472DEE}"/>
            </ac:cxnSpMkLst>
          </pc:cxnChg>
        </pc:sldLayoutChg>
      </pc:sldMasterChg>
    </pc:docChg>
  </pc:docChgLst>
  <pc:docChgLst>
    <pc:chgData name="Teuku Raja Irfan Radarma" userId="cf428174-95ba-4576-8554-3a3b8ffa52b7" providerId="ADAL" clId="{0D23DAE7-6BF6-465B-A01F-2BDD01E2DC8F}"/>
    <pc:docChg chg="undo custSel addSld delSld modSld sldOrd modMainMaster">
      <pc:chgData name="Teuku Raja Irfan Radarma" userId="cf428174-95ba-4576-8554-3a3b8ffa52b7" providerId="ADAL" clId="{0D23DAE7-6BF6-465B-A01F-2BDD01E2DC8F}" dt="2026-02-10T11:15:33.343" v="3179" actId="1076"/>
      <pc:docMkLst>
        <pc:docMk/>
      </pc:docMkLst>
      <pc:sldChg chg="modSp mod">
        <pc:chgData name="Teuku Raja Irfan Radarma" userId="cf428174-95ba-4576-8554-3a3b8ffa52b7" providerId="ADAL" clId="{0D23DAE7-6BF6-465B-A01F-2BDD01E2DC8F}" dt="2026-02-07T03:13:45.313" v="46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0D23DAE7-6BF6-465B-A01F-2BDD01E2DC8F}" dt="2026-02-07T03:13:45.313" v="46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13:38.576" v="4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0D23DAE7-6BF6-465B-A01F-2BDD01E2DC8F}" dt="2026-02-07T03:13:38.576" v="43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0D23DAE7-6BF6-465B-A01F-2BDD01E2DC8F}" dt="2026-02-07T03:13:20.403" v="0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37:59.095" v="57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0D23DAE7-6BF6-465B-A01F-2BDD01E2DC8F}" dt="2026-02-07T03:37:59.095" v="57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0D23DAE7-6BF6-465B-A01F-2BDD01E2DC8F}" dt="2026-02-10T07:00:27.537" v="3139" actId="6549"/>
        <pc:sldMkLst>
          <pc:docMk/>
          <pc:sldMk cId="1457204914" sldId="264"/>
        </pc:sldMkLst>
        <pc:spChg chg="mod">
          <ac:chgData name="Teuku Raja Irfan Radarma" userId="cf428174-95ba-4576-8554-3a3b8ffa52b7" providerId="ADAL" clId="{0D23DAE7-6BF6-465B-A01F-2BDD01E2DC8F}" dt="2026-02-07T03:35:26.419" v="495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0D23DAE7-6BF6-465B-A01F-2BDD01E2DC8F}" dt="2026-02-10T07:00:27.537" v="3139" actId="6549"/>
          <ac:spMkLst>
            <pc:docMk/>
            <pc:sldMk cId="1457204914" sldId="264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14:39.484" v="129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0D23DAE7-6BF6-465B-A01F-2BDD01E2DC8F}" dt="2026-02-07T03:14:39.484" v="129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160828096" sldId="321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2697196124" sldId="323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3977528824" sldId="324"/>
        </pc:sldMkLst>
      </pc:sldChg>
      <pc:sldChg chg="modSp add mod ord">
        <pc:chgData name="Teuku Raja Irfan Radarma" userId="cf428174-95ba-4576-8554-3a3b8ffa52b7" providerId="ADAL" clId="{0D23DAE7-6BF6-465B-A01F-2BDD01E2DC8F}" dt="2026-02-08T13:09:16.914" v="713" actId="20577"/>
        <pc:sldMkLst>
          <pc:docMk/>
          <pc:sldMk cId="4019111258" sldId="325"/>
        </pc:sldMkLst>
        <pc:graphicFrameChg chg="mod modGraphic">
          <ac:chgData name="Teuku Raja Irfan Radarma" userId="cf428174-95ba-4576-8554-3a3b8ffa52b7" providerId="ADAL" clId="{0D23DAE7-6BF6-465B-A01F-2BDD01E2DC8F}" dt="2026-02-08T13:09:16.914" v="713" actId="20577"/>
          <ac:graphicFrameMkLst>
            <pc:docMk/>
            <pc:sldMk cId="4019111258" sldId="325"/>
            <ac:graphicFrameMk id="5" creationId="{B98E2BF1-F8E2-4406-B058-DF63DD4B80FC}"/>
          </ac:graphicFrameMkLst>
        </pc:graphicFrameChg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4009964293" sldId="326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902416801" sldId="351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1943788893" sldId="352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73170325" sldId="353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3626562259" sldId="354"/>
        </pc:sldMkLst>
      </pc:sldChg>
      <pc:sldChg chg="modSp add mod">
        <pc:chgData name="Teuku Raja Irfan Radarma" userId="cf428174-95ba-4576-8554-3a3b8ffa52b7" providerId="ADAL" clId="{0D23DAE7-6BF6-465B-A01F-2BDD01E2DC8F}" dt="2026-02-07T03:52:33.997" v="631" actId="20577"/>
        <pc:sldMkLst>
          <pc:docMk/>
          <pc:sldMk cId="644787979" sldId="356"/>
        </pc:sldMkLst>
        <pc:spChg chg="mod">
          <ac:chgData name="Teuku Raja Irfan Radarma" userId="cf428174-95ba-4576-8554-3a3b8ffa52b7" providerId="ADAL" clId="{0D23DAE7-6BF6-465B-A01F-2BDD01E2DC8F}" dt="2026-02-07T03:52:33.997" v="631" actId="20577"/>
          <ac:spMkLst>
            <pc:docMk/>
            <pc:sldMk cId="644787979" sldId="356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8:42.542" v="598" actId="1076"/>
          <ac:spMkLst>
            <pc:docMk/>
            <pc:sldMk cId="644787979" sldId="356"/>
            <ac:spMk id="3" creationId="{A096F501-400E-88A5-F85E-3E2FB217BFA0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4:10:58.683" v="645" actId="20577"/>
        <pc:sldMkLst>
          <pc:docMk/>
          <pc:sldMk cId="54813923" sldId="357"/>
        </pc:sldMkLst>
        <pc:spChg chg="mod">
          <ac:chgData name="Teuku Raja Irfan Radarma" userId="cf428174-95ba-4576-8554-3a3b8ffa52b7" providerId="ADAL" clId="{0D23DAE7-6BF6-465B-A01F-2BDD01E2DC8F}" dt="2026-02-07T04:10:58.683" v="645" actId="20577"/>
          <ac:spMkLst>
            <pc:docMk/>
            <pc:sldMk cId="54813923" sldId="357"/>
            <ac:spMk id="5" creationId="{7BBC77D1-8E43-8C33-4794-A47E6FAE2571}"/>
          </ac:spMkLst>
        </pc:spChg>
      </pc:sldChg>
      <pc:sldChg chg="addSp modSp new mod">
        <pc:chgData name="Teuku Raja Irfan Radarma" userId="cf428174-95ba-4576-8554-3a3b8ffa52b7" providerId="ADAL" clId="{0D23DAE7-6BF6-465B-A01F-2BDD01E2DC8F}" dt="2026-02-07T03:21:29.596" v="289" actId="113"/>
        <pc:sldMkLst>
          <pc:docMk/>
          <pc:sldMk cId="3345025196" sldId="360"/>
        </pc:sldMkLst>
        <pc:spChg chg="mod">
          <ac:chgData name="Teuku Raja Irfan Radarma" userId="cf428174-95ba-4576-8554-3a3b8ffa52b7" providerId="ADAL" clId="{0D23DAE7-6BF6-465B-A01F-2BDD01E2DC8F}" dt="2026-02-07T03:17:25.819" v="237" actId="14100"/>
          <ac:spMkLst>
            <pc:docMk/>
            <pc:sldMk cId="3345025196" sldId="360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8:19.314" v="244" actId="27636"/>
          <ac:spMkLst>
            <pc:docMk/>
            <pc:sldMk cId="3345025196" sldId="360"/>
            <ac:spMk id="3" creationId="{895D34AF-E406-4DCC-B2A0-2D1CA8E6200A}"/>
          </ac:spMkLst>
        </pc:spChg>
        <pc:spChg chg="add mod">
          <ac:chgData name="Teuku Raja Irfan Radarma" userId="cf428174-95ba-4576-8554-3a3b8ffa52b7" providerId="ADAL" clId="{0D23DAE7-6BF6-465B-A01F-2BDD01E2DC8F}" dt="2026-02-07T03:21:29.596" v="289" actId="113"/>
          <ac:spMkLst>
            <pc:docMk/>
            <pc:sldMk cId="3345025196" sldId="360"/>
            <ac:spMk id="5" creationId="{5D144B5E-7EA3-42C3-8226-987281C6E92A}"/>
          </ac:spMkLst>
        </pc:spChg>
      </pc:sldChg>
      <pc:sldChg chg="addSp modSp add mod">
        <pc:chgData name="Teuku Raja Irfan Radarma" userId="cf428174-95ba-4576-8554-3a3b8ffa52b7" providerId="ADAL" clId="{0D23DAE7-6BF6-465B-A01F-2BDD01E2DC8F}" dt="2026-02-07T03:21:44.854" v="294" actId="1076"/>
        <pc:sldMkLst>
          <pc:docMk/>
          <pc:sldMk cId="2081291506" sldId="361"/>
        </pc:sldMkLst>
        <pc:spChg chg="mod">
          <ac:chgData name="Teuku Raja Irfan Radarma" userId="cf428174-95ba-4576-8554-3a3b8ffa52b7" providerId="ADAL" clId="{0D23DAE7-6BF6-465B-A01F-2BDD01E2DC8F}" dt="2026-02-07T03:18:50.988" v="252"/>
          <ac:spMkLst>
            <pc:docMk/>
            <pc:sldMk cId="2081291506" sldId="361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9:28.070" v="268" actId="27636"/>
          <ac:spMkLst>
            <pc:docMk/>
            <pc:sldMk cId="2081291506" sldId="361"/>
            <ac:spMk id="3" creationId="{895D34AF-E406-4DCC-B2A0-2D1CA8E6200A}"/>
          </ac:spMkLst>
        </pc:spChg>
        <pc:spChg chg="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5" creationId="{5D144B5E-7EA3-42C3-8226-987281C6E92A}"/>
          </ac:spMkLst>
        </pc:spChg>
        <pc:spChg chg="add 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6" creationId="{A75FE99E-8EF4-4EB3-86AB-6C62DEEBB383}"/>
          </ac:spMkLst>
        </pc:spChg>
      </pc:sldChg>
      <pc:sldChg chg="delSp modSp add mod">
        <pc:chgData name="Teuku Raja Irfan Radarma" userId="cf428174-95ba-4576-8554-3a3b8ffa52b7" providerId="ADAL" clId="{0D23DAE7-6BF6-465B-A01F-2BDD01E2DC8F}" dt="2026-02-07T03:20:29.640" v="280"/>
        <pc:sldMkLst>
          <pc:docMk/>
          <pc:sldMk cId="3760450724" sldId="362"/>
        </pc:sldMkLst>
        <pc:spChg chg="mod">
          <ac:chgData name="Teuku Raja Irfan Radarma" userId="cf428174-95ba-4576-8554-3a3b8ffa52b7" providerId="ADAL" clId="{0D23DAE7-6BF6-465B-A01F-2BDD01E2DC8F}" dt="2026-02-07T03:20:22.699" v="278"/>
          <ac:spMkLst>
            <pc:docMk/>
            <pc:sldMk cId="3760450724" sldId="362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20:29.640" v="280"/>
          <ac:spMkLst>
            <pc:docMk/>
            <pc:sldMk cId="3760450724" sldId="362"/>
            <ac:spMk id="3" creationId="{895D34AF-E406-4DCC-B2A0-2D1CA8E6200A}"/>
          </ac:spMkLst>
        </pc:spChg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118906463" sldId="36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83404955" sldId="36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18265850" sldId="369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428653320" sldId="370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476058826" sldId="371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827338380" sldId="372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351922162" sldId="373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428924961" sldId="374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85147760" sldId="375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76553088" sldId="376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943294443" sldId="37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202183906" sldId="37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969276613" sldId="379"/>
        </pc:sldMkLst>
      </pc:sldChg>
      <pc:sldChg chg="modSp add mod">
        <pc:chgData name="Teuku Raja Irfan Radarma" userId="cf428174-95ba-4576-8554-3a3b8ffa52b7" providerId="ADAL" clId="{0D23DAE7-6BF6-465B-A01F-2BDD01E2DC8F}" dt="2026-02-07T03:24:01.504" v="295" actId="113"/>
        <pc:sldMkLst>
          <pc:docMk/>
          <pc:sldMk cId="1656693492" sldId="644"/>
        </pc:sldMkLst>
        <pc:spChg chg="mod">
          <ac:chgData name="Teuku Raja Irfan Radarma" userId="cf428174-95ba-4576-8554-3a3b8ffa52b7" providerId="ADAL" clId="{0D23DAE7-6BF6-465B-A01F-2BDD01E2DC8F}" dt="2026-02-07T03:21:04.277" v="284" actId="27636"/>
          <ac:spMkLst>
            <pc:docMk/>
            <pc:sldMk cId="1656693492" sldId="644"/>
            <ac:spMk id="2" creationId="{3CF2F193-E3D5-CA30-5948-CAF6549DFF73}"/>
          </ac:spMkLst>
        </pc:spChg>
        <pc:spChg chg="mod">
          <ac:chgData name="Teuku Raja Irfan Radarma" userId="cf428174-95ba-4576-8554-3a3b8ffa52b7" providerId="ADAL" clId="{0D23DAE7-6BF6-465B-A01F-2BDD01E2DC8F}" dt="2026-02-07T03:24:01.504" v="295" actId="113"/>
          <ac:spMkLst>
            <pc:docMk/>
            <pc:sldMk cId="1656693492" sldId="644"/>
            <ac:spMk id="5" creationId="{2EB720E2-7FC8-A399-4A72-0000F547D8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4:24.595" v="305" actId="1076"/>
        <pc:sldMkLst>
          <pc:docMk/>
          <pc:sldMk cId="47162546" sldId="645"/>
        </pc:sldMkLst>
        <pc:spChg chg="mod">
          <ac:chgData name="Teuku Raja Irfan Radarma" userId="cf428174-95ba-4576-8554-3a3b8ffa52b7" providerId="ADAL" clId="{0D23DAE7-6BF6-465B-A01F-2BDD01E2DC8F}" dt="2026-02-07T03:24:21.433" v="304" actId="14100"/>
          <ac:spMkLst>
            <pc:docMk/>
            <pc:sldMk cId="47162546" sldId="645"/>
            <ac:spMk id="2" creationId="{9E20621D-B0F8-3374-C276-6B2F348B6914}"/>
          </ac:spMkLst>
        </pc:spChg>
        <pc:spChg chg="mod">
          <ac:chgData name="Teuku Raja Irfan Radarma" userId="cf428174-95ba-4576-8554-3a3b8ffa52b7" providerId="ADAL" clId="{0D23DAE7-6BF6-465B-A01F-2BDD01E2DC8F}" dt="2026-02-07T03:24:18.580" v="303" actId="27636"/>
          <ac:spMkLst>
            <pc:docMk/>
            <pc:sldMk cId="47162546" sldId="645"/>
            <ac:spMk id="3" creationId="{311DC483-BC0B-7937-5F6A-A14140FE44D4}"/>
          </ac:spMkLst>
        </pc:spChg>
        <pc:spChg chg="mod">
          <ac:chgData name="Teuku Raja Irfan Radarma" userId="cf428174-95ba-4576-8554-3a3b8ffa52b7" providerId="ADAL" clId="{0D23DAE7-6BF6-465B-A01F-2BDD01E2DC8F}" dt="2026-02-07T03:24:24.595" v="305" actId="1076"/>
          <ac:spMkLst>
            <pc:docMk/>
            <pc:sldMk cId="47162546" sldId="645"/>
            <ac:spMk id="5" creationId="{D523D5D2-F493-AD75-DF03-563C1FC7E6CE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15.495" v="309" actId="14100"/>
        <pc:sldMkLst>
          <pc:docMk/>
          <pc:sldMk cId="348817754" sldId="646"/>
        </pc:sldMkLst>
        <pc:spChg chg="mod">
          <ac:chgData name="Teuku Raja Irfan Radarma" userId="cf428174-95ba-4576-8554-3a3b8ffa52b7" providerId="ADAL" clId="{0D23DAE7-6BF6-465B-A01F-2BDD01E2DC8F}" dt="2026-02-07T03:26:15.495" v="309" actId="14100"/>
          <ac:spMkLst>
            <pc:docMk/>
            <pc:sldMk cId="348817754" sldId="646"/>
            <ac:spMk id="2" creationId="{06FF7DE9-E86B-6DAA-D989-BADA471F4A4A}"/>
          </ac:spMkLst>
        </pc:spChg>
        <pc:spChg chg="mod">
          <ac:chgData name="Teuku Raja Irfan Radarma" userId="cf428174-95ba-4576-8554-3a3b8ffa52b7" providerId="ADAL" clId="{0D23DAE7-6BF6-465B-A01F-2BDD01E2DC8F}" dt="2026-02-07T03:26:13.482" v="308" actId="14100"/>
          <ac:spMkLst>
            <pc:docMk/>
            <pc:sldMk cId="348817754" sldId="646"/>
            <ac:spMk id="3" creationId="{99DD44BB-F332-D1E3-B9B1-DA96029656E3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42.608" v="313" actId="27636"/>
        <pc:sldMkLst>
          <pc:docMk/>
          <pc:sldMk cId="3159381329" sldId="647"/>
        </pc:sldMkLst>
        <pc:spChg chg="mod">
          <ac:chgData name="Teuku Raja Irfan Radarma" userId="cf428174-95ba-4576-8554-3a3b8ffa52b7" providerId="ADAL" clId="{0D23DAE7-6BF6-465B-A01F-2BDD01E2DC8F}" dt="2026-02-07T03:26:42.608" v="313" actId="27636"/>
          <ac:spMkLst>
            <pc:docMk/>
            <pc:sldMk cId="3159381329" sldId="647"/>
            <ac:spMk id="2" creationId="{BEA9CEAE-5057-CC60-3818-B4A619B0B8B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1.153" v="315" actId="27636"/>
        <pc:sldMkLst>
          <pc:docMk/>
          <pc:sldMk cId="3191860541" sldId="648"/>
        </pc:sldMkLst>
        <pc:spChg chg="mod">
          <ac:chgData name="Teuku Raja Irfan Radarma" userId="cf428174-95ba-4576-8554-3a3b8ffa52b7" providerId="ADAL" clId="{0D23DAE7-6BF6-465B-A01F-2BDD01E2DC8F}" dt="2026-02-07T03:26:51.153" v="315" actId="27636"/>
          <ac:spMkLst>
            <pc:docMk/>
            <pc:sldMk cId="3191860541" sldId="648"/>
            <ac:spMk id="2" creationId="{EBA79CE3-1172-39F8-51EC-6ED04745914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6.969" v="317" actId="27636"/>
        <pc:sldMkLst>
          <pc:docMk/>
          <pc:sldMk cId="3912879535" sldId="649"/>
        </pc:sldMkLst>
        <pc:spChg chg="mod">
          <ac:chgData name="Teuku Raja Irfan Radarma" userId="cf428174-95ba-4576-8554-3a3b8ffa52b7" providerId="ADAL" clId="{0D23DAE7-6BF6-465B-A01F-2BDD01E2DC8F}" dt="2026-02-07T03:26:56.969" v="317" actId="27636"/>
          <ac:spMkLst>
            <pc:docMk/>
            <pc:sldMk cId="3912879535" sldId="649"/>
            <ac:spMk id="2" creationId="{673C415F-601F-DB6E-CFF8-744440D5F5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1.285" v="319" actId="27636"/>
        <pc:sldMkLst>
          <pc:docMk/>
          <pc:sldMk cId="1423058930" sldId="650"/>
        </pc:sldMkLst>
        <pc:spChg chg="mod">
          <ac:chgData name="Teuku Raja Irfan Radarma" userId="cf428174-95ba-4576-8554-3a3b8ffa52b7" providerId="ADAL" clId="{0D23DAE7-6BF6-465B-A01F-2BDD01E2DC8F}" dt="2026-02-07T03:27:01.285" v="319" actId="27636"/>
          <ac:spMkLst>
            <pc:docMk/>
            <pc:sldMk cId="1423058930" sldId="650"/>
            <ac:spMk id="2" creationId="{B52D6943-E19B-21A8-5750-E0E63D1B1E3C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4.481" v="321" actId="27636"/>
        <pc:sldMkLst>
          <pc:docMk/>
          <pc:sldMk cId="1609841259" sldId="651"/>
        </pc:sldMkLst>
        <pc:spChg chg="mod">
          <ac:chgData name="Teuku Raja Irfan Radarma" userId="cf428174-95ba-4576-8554-3a3b8ffa52b7" providerId="ADAL" clId="{0D23DAE7-6BF6-465B-A01F-2BDD01E2DC8F}" dt="2026-02-07T03:27:04.481" v="321" actId="27636"/>
          <ac:spMkLst>
            <pc:docMk/>
            <pc:sldMk cId="1609841259" sldId="651"/>
            <ac:spMk id="2" creationId="{8954A517-6415-BC9E-EEA8-538C180F2A36}"/>
          </ac:spMkLst>
        </pc:spChg>
      </pc:sldChg>
      <pc:sldChg chg="modSp new mod">
        <pc:chgData name="Teuku Raja Irfan Radarma" userId="cf428174-95ba-4576-8554-3a3b8ffa52b7" providerId="ADAL" clId="{0D23DAE7-6BF6-465B-A01F-2BDD01E2DC8F}" dt="2026-02-08T13:05:39.582" v="699" actId="20577"/>
        <pc:sldMkLst>
          <pc:docMk/>
          <pc:sldMk cId="3512377796" sldId="652"/>
        </pc:sldMkLst>
        <pc:spChg chg="mod">
          <ac:chgData name="Teuku Raja Irfan Radarma" userId="cf428174-95ba-4576-8554-3a3b8ffa52b7" providerId="ADAL" clId="{0D23DAE7-6BF6-465B-A01F-2BDD01E2DC8F}" dt="2026-02-07T03:35:13.022" v="459" actId="27636"/>
          <ac:spMkLst>
            <pc:docMk/>
            <pc:sldMk cId="3512377796" sldId="652"/>
            <ac:spMk id="2" creationId="{6F386E08-B0B8-46AA-9F84-C6ECF74081DB}"/>
          </ac:spMkLst>
        </pc:spChg>
        <pc:spChg chg="mod">
          <ac:chgData name="Teuku Raja Irfan Radarma" userId="cf428174-95ba-4576-8554-3a3b8ffa52b7" providerId="ADAL" clId="{0D23DAE7-6BF6-465B-A01F-2BDD01E2DC8F}" dt="2026-02-08T13:05:39.582" v="699" actId="20577"/>
          <ac:spMkLst>
            <pc:docMk/>
            <pc:sldMk cId="3512377796" sldId="652"/>
            <ac:spMk id="3" creationId="{87B6FF91-047A-4585-A5F3-7E576D72E89E}"/>
          </ac:spMkLst>
        </pc:spChg>
      </pc:sldChg>
      <pc:sldChg chg="modSp add mod ord">
        <pc:chgData name="Teuku Raja Irfan Radarma" userId="cf428174-95ba-4576-8554-3a3b8ffa52b7" providerId="ADAL" clId="{0D23DAE7-6BF6-465B-A01F-2BDD01E2DC8F}" dt="2026-02-07T03:39:17.054" v="613" actId="1076"/>
        <pc:sldMkLst>
          <pc:docMk/>
          <pc:sldMk cId="2442765501" sldId="653"/>
        </pc:sldMkLst>
        <pc:spChg chg="mod">
          <ac:chgData name="Teuku Raja Irfan Radarma" userId="cf428174-95ba-4576-8554-3a3b8ffa52b7" providerId="ADAL" clId="{0D23DAE7-6BF6-465B-A01F-2BDD01E2DC8F}" dt="2026-02-07T03:39:13.081" v="612" actId="6549"/>
          <ac:spMkLst>
            <pc:docMk/>
            <pc:sldMk cId="2442765501" sldId="653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9:17.054" v="613" actId="1076"/>
          <ac:spMkLst>
            <pc:docMk/>
            <pc:sldMk cId="2442765501" sldId="653"/>
            <ac:spMk id="3" creationId="{A096F501-400E-88A5-F85E-3E2FB217BFA0}"/>
          </ac:spMkLst>
        </pc:spChg>
      </pc:sldChg>
      <pc:sldChg chg="addSp delSp modSp new mod">
        <pc:chgData name="Teuku Raja Irfan Radarma" userId="cf428174-95ba-4576-8554-3a3b8ffa52b7" providerId="ADAL" clId="{0D23DAE7-6BF6-465B-A01F-2BDD01E2DC8F}" dt="2026-02-07T04:11:06.963" v="657" actId="20577"/>
        <pc:sldMkLst>
          <pc:docMk/>
          <pc:sldMk cId="3560834044" sldId="654"/>
        </pc:sldMkLst>
        <pc:spChg chg="mod">
          <ac:chgData name="Teuku Raja Irfan Radarma" userId="cf428174-95ba-4576-8554-3a3b8ffa52b7" providerId="ADAL" clId="{0D23DAE7-6BF6-465B-A01F-2BDD01E2DC8F}" dt="2026-02-07T04:11:06.963" v="657" actId="20577"/>
          <ac:spMkLst>
            <pc:docMk/>
            <pc:sldMk cId="3560834044" sldId="654"/>
            <ac:spMk id="2" creationId="{9816E9C4-C1AF-48E0-A095-8A0C45EC7BA6}"/>
          </ac:spMkLst>
        </pc:spChg>
        <pc:picChg chg="add mod ord">
          <ac:chgData name="Teuku Raja Irfan Radarma" userId="cf428174-95ba-4576-8554-3a3b8ffa52b7" providerId="ADAL" clId="{0D23DAE7-6BF6-465B-A01F-2BDD01E2DC8F}" dt="2026-02-07T04:05:01.613" v="633" actId="22"/>
          <ac:picMkLst>
            <pc:docMk/>
            <pc:sldMk cId="3560834044" sldId="654"/>
            <ac:picMk id="6" creationId="{134E4944-8B2A-4F67-8DD9-FA69C190653F}"/>
          </ac:picMkLst>
        </pc:picChg>
      </pc:sldChg>
      <pc:sldChg chg="modSp new mod">
        <pc:chgData name="Teuku Raja Irfan Radarma" userId="cf428174-95ba-4576-8554-3a3b8ffa52b7" providerId="ADAL" clId="{0D23DAE7-6BF6-465B-A01F-2BDD01E2DC8F}" dt="2026-02-09T23:20:45.032" v="2776" actId="20577"/>
        <pc:sldMkLst>
          <pc:docMk/>
          <pc:sldMk cId="2072892249" sldId="655"/>
        </pc:sldMkLst>
        <pc:spChg chg="mod">
          <ac:chgData name="Teuku Raja Irfan Radarma" userId="cf428174-95ba-4576-8554-3a3b8ffa52b7" providerId="ADAL" clId="{0D23DAE7-6BF6-465B-A01F-2BDD01E2DC8F}" dt="2026-02-09T23:20:45.032" v="2776" actId="20577"/>
          <ac:spMkLst>
            <pc:docMk/>
            <pc:sldMk cId="2072892249" sldId="655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14:45:35.445" v="2724" actId="20577"/>
          <ac:spMkLst>
            <pc:docMk/>
            <pc:sldMk cId="2072892249" sldId="655"/>
            <ac:spMk id="4" creationId="{3A4700CE-3193-4AC8-BB14-1CB09296A469}"/>
          </ac:spMkLst>
        </pc:spChg>
      </pc:sldChg>
      <pc:sldChg chg="addSp modSp new mod ord">
        <pc:chgData name="Teuku Raja Irfan Radarma" userId="cf428174-95ba-4576-8554-3a3b8ffa52b7" providerId="ADAL" clId="{0D23DAE7-6BF6-465B-A01F-2BDD01E2DC8F}" dt="2026-02-10T11:15:33.343" v="3179" actId="1076"/>
        <pc:sldMkLst>
          <pc:docMk/>
          <pc:sldMk cId="3364433924" sldId="656"/>
        </pc:sldMkLst>
        <pc:spChg chg="mod">
          <ac:chgData name="Teuku Raja Irfan Radarma" userId="cf428174-95ba-4576-8554-3a3b8ffa52b7" providerId="ADAL" clId="{0D23DAE7-6BF6-465B-A01F-2BDD01E2DC8F}" dt="2026-02-09T13:50:35.530" v="2547" actId="20577"/>
          <ac:spMkLst>
            <pc:docMk/>
            <pc:sldMk cId="3364433924" sldId="656"/>
            <ac:spMk id="2" creationId="{CCD655A6-8D58-43CF-8659-B238BB2E8F40}"/>
          </ac:spMkLst>
        </pc:spChg>
        <pc:spChg chg="mod">
          <ac:chgData name="Teuku Raja Irfan Radarma" userId="cf428174-95ba-4576-8554-3a3b8ffa52b7" providerId="ADAL" clId="{0D23DAE7-6BF6-465B-A01F-2BDD01E2DC8F}" dt="2026-02-09T23:32:27.106" v="3138" actId="27636"/>
          <ac:spMkLst>
            <pc:docMk/>
            <pc:sldMk cId="3364433924" sldId="656"/>
            <ac:spMk id="4" creationId="{EFF2E1A6-8621-4A2B-BF5A-C72317807BFE}"/>
          </ac:spMkLst>
        </pc:spChg>
        <pc:spChg chg="add mod">
          <ac:chgData name="Teuku Raja Irfan Radarma" userId="cf428174-95ba-4576-8554-3a3b8ffa52b7" providerId="ADAL" clId="{0D23DAE7-6BF6-465B-A01F-2BDD01E2DC8F}" dt="2026-02-10T11:15:33.343" v="3179" actId="1076"/>
          <ac:spMkLst>
            <pc:docMk/>
            <pc:sldMk cId="3364433924" sldId="656"/>
            <ac:spMk id="5" creationId="{542945EF-843B-493A-B833-5ACA8D7B7466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2:05.346" v="2557" actId="207"/>
        <pc:sldMkLst>
          <pc:docMk/>
          <pc:sldMk cId="666818229" sldId="657"/>
        </pc:sldMkLst>
        <pc:spChg chg="mod">
          <ac:chgData name="Teuku Raja Irfan Radarma" userId="cf428174-95ba-4576-8554-3a3b8ffa52b7" providerId="ADAL" clId="{0D23DAE7-6BF6-465B-A01F-2BDD01E2DC8F}" dt="2026-02-09T13:50:41.610" v="2552" actId="20577"/>
          <ac:spMkLst>
            <pc:docMk/>
            <pc:sldMk cId="666818229" sldId="657"/>
            <ac:spMk id="2" creationId="{FA10CEB5-574B-4F10-9B3E-07ADA403C05D}"/>
          </ac:spMkLst>
        </pc:spChg>
        <pc:spChg chg="mod">
          <ac:chgData name="Teuku Raja Irfan Radarma" userId="cf428174-95ba-4576-8554-3a3b8ffa52b7" providerId="ADAL" clId="{0D23DAE7-6BF6-465B-A01F-2BDD01E2DC8F}" dt="2026-02-09T13:52:05.346" v="2557" actId="207"/>
          <ac:spMkLst>
            <pc:docMk/>
            <pc:sldMk cId="666818229" sldId="657"/>
            <ac:spMk id="4" creationId="{573659A7-1F32-4036-8015-0DB21147AE1F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0:10.973" v="2525" actId="5793"/>
        <pc:sldMkLst>
          <pc:docMk/>
          <pc:sldMk cId="576909078" sldId="658"/>
        </pc:sldMkLst>
        <pc:spChg chg="mod">
          <ac:chgData name="Teuku Raja Irfan Radarma" userId="cf428174-95ba-4576-8554-3a3b8ffa52b7" providerId="ADAL" clId="{0D23DAE7-6BF6-465B-A01F-2BDD01E2DC8F}" dt="2026-02-09T13:49:59.483" v="2491" actId="20577"/>
          <ac:spMkLst>
            <pc:docMk/>
            <pc:sldMk cId="576909078" sldId="658"/>
            <ac:spMk id="2" creationId="{54259628-297D-4004-9C38-1A3150EF7E99}"/>
          </ac:spMkLst>
        </pc:spChg>
        <pc:spChg chg="mod">
          <ac:chgData name="Teuku Raja Irfan Radarma" userId="cf428174-95ba-4576-8554-3a3b8ffa52b7" providerId="ADAL" clId="{0D23DAE7-6BF6-465B-A01F-2BDD01E2DC8F}" dt="2026-02-09T13:50:10.973" v="2525" actId="5793"/>
          <ac:spMkLst>
            <pc:docMk/>
            <pc:sldMk cId="576909078" sldId="658"/>
            <ac:spMk id="4" creationId="{E23EAED5-6F98-4417-AA23-994822C201F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10T08:33:10.437" v="3169" actId="20577"/>
        <pc:sldMkLst>
          <pc:docMk/>
          <pc:sldMk cId="3823053110" sldId="659"/>
        </pc:sldMkLst>
        <pc:spChg chg="mod">
          <ac:chgData name="Teuku Raja Irfan Radarma" userId="cf428174-95ba-4576-8554-3a3b8ffa52b7" providerId="ADAL" clId="{0D23DAE7-6BF6-465B-A01F-2BDD01E2DC8F}" dt="2026-02-09T23:21:08.153" v="2806" actId="14100"/>
          <ac:spMkLst>
            <pc:docMk/>
            <pc:sldMk cId="3823053110" sldId="659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10T08:33:10.437" v="3169" actId="20577"/>
          <ac:spMkLst>
            <pc:docMk/>
            <pc:sldMk cId="3823053110" sldId="659"/>
            <ac:spMk id="4" creationId="{3A4700CE-3193-4AC8-BB14-1CB09296A46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9T23:23:12.735" v="2954" actId="20577"/>
        <pc:sldMkLst>
          <pc:docMk/>
          <pc:sldMk cId="1746743047" sldId="660"/>
        </pc:sldMkLst>
        <pc:spChg chg="mod">
          <ac:chgData name="Teuku Raja Irfan Radarma" userId="cf428174-95ba-4576-8554-3a3b8ffa52b7" providerId="ADAL" clId="{0D23DAE7-6BF6-465B-A01F-2BDD01E2DC8F}" dt="2026-02-09T23:22:36.932" v="2845" actId="20577"/>
          <ac:spMkLst>
            <pc:docMk/>
            <pc:sldMk cId="1746743047" sldId="660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23:23:12.735" v="2954" actId="20577"/>
          <ac:spMkLst>
            <pc:docMk/>
            <pc:sldMk cId="1746743047" sldId="660"/>
            <ac:spMk id="4" creationId="{3A4700CE-3193-4AC8-BB14-1CB09296A469}"/>
          </ac:spMkLst>
        </pc:spChg>
      </pc:sldChg>
      <pc:sldMasterChg chg="modSldLayout">
        <pc:chgData name="Teuku Raja Irfan Radarma" userId="cf428174-95ba-4576-8554-3a3b8ffa52b7" providerId="ADAL" clId="{0D23DAE7-6BF6-465B-A01F-2BDD01E2DC8F}" dt="2026-02-07T03:26:28.071" v="311" actId="14100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0D23DAE7-6BF6-465B-A01F-2BDD01E2DC8F}" dt="2026-02-07T03:26:28.071" v="311" actId="14100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0D23DAE7-6BF6-465B-A01F-2BDD01E2DC8F}" dt="2026-02-07T03:26:26.083" v="310" actId="14100"/>
            <ac:spMkLst>
              <pc:docMk/>
              <pc:sldMasterMk cId="856379123" sldId="2147483648"/>
              <pc:sldLayoutMk cId="4051033477" sldId="2147483650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0D23DAE7-6BF6-465B-A01F-2BDD01E2DC8F}" dt="2026-02-07T03:26:28.071" v="311" actId="14100"/>
            <ac:spMkLst>
              <pc:docMk/>
              <pc:sldMasterMk cId="856379123" sldId="2147483648"/>
              <pc:sldLayoutMk cId="4051033477" sldId="2147483650"/>
              <ac:spMk id="3" creationId="{16CA9344-337A-6909-2D92-1C9349DCCECD}"/>
            </ac:spMkLst>
          </pc:spChg>
        </pc:sldLayoutChg>
      </pc:sldMasterChg>
    </pc:docChg>
  </pc:docChgLst>
  <pc:docChgLst>
    <pc:chgData name="Teuku Raja Irfan Radarma" userId="cf428174-95ba-4576-8554-3a3b8ffa52b7" providerId="ADAL" clId="{073E092D-5DC3-4A3F-9AA4-2C5DE54D1ABC}"/>
    <pc:docChg chg="undo custSel addSld delSld modSld sldOrd">
      <pc:chgData name="Teuku Raja Irfan Radarma" userId="cf428174-95ba-4576-8554-3a3b8ffa52b7" providerId="ADAL" clId="{073E092D-5DC3-4A3F-9AA4-2C5DE54D1ABC}" dt="2026-02-22T03:53:04.549" v="535" actId="14100"/>
      <pc:docMkLst>
        <pc:docMk/>
      </pc:docMkLst>
      <pc:sldChg chg="modSp mod">
        <pc:chgData name="Teuku Raja Irfan Radarma" userId="cf428174-95ba-4576-8554-3a3b8ffa52b7" providerId="ADAL" clId="{073E092D-5DC3-4A3F-9AA4-2C5DE54D1ABC}" dt="2026-02-21T06:22:24.234" v="3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073E092D-5DC3-4A3F-9AA4-2C5DE54D1ABC}" dt="2026-02-21T06:22:24.234" v="3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073E092D-5DC3-4A3F-9AA4-2C5DE54D1ABC}" dt="2026-02-21T06:20:26.084" v="15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073E092D-5DC3-4A3F-9AA4-2C5DE54D1ABC}" dt="2026-02-21T06:20:26.084" v="15" actId="20577"/>
          <ac:spMkLst>
            <pc:docMk/>
            <pc:sldMk cId="1457204914" sldId="264"/>
            <ac:spMk id="2" creationId="{7E958052-05B2-9F29-B874-84F80A24B16B}"/>
          </ac:spMkLst>
        </pc:spChg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0828096" sldId="32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697196124" sldId="32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977528824" sldId="32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019111258" sldId="32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009964293" sldId="326"/>
        </pc:sldMkLst>
      </pc:sldChg>
      <pc:sldChg chg="add">
        <pc:chgData name="Teuku Raja Irfan Radarma" userId="cf428174-95ba-4576-8554-3a3b8ffa52b7" providerId="ADAL" clId="{073E092D-5DC3-4A3F-9AA4-2C5DE54D1ABC}" dt="2026-02-21T06:20:34.228" v="19"/>
        <pc:sldMkLst>
          <pc:docMk/>
          <pc:sldMk cId="2847064398" sldId="327"/>
        </pc:sldMkLst>
      </pc:sldChg>
      <pc:sldChg chg="modSp add mod">
        <pc:chgData name="Teuku Raja Irfan Radarma" userId="cf428174-95ba-4576-8554-3a3b8ffa52b7" providerId="ADAL" clId="{073E092D-5DC3-4A3F-9AA4-2C5DE54D1ABC}" dt="2026-02-21T06:20:54.939" v="23" actId="20577"/>
        <pc:sldMkLst>
          <pc:docMk/>
          <pc:sldMk cId="2435362320" sldId="328"/>
        </pc:sldMkLst>
        <pc:spChg chg="mod">
          <ac:chgData name="Teuku Raja Irfan Radarma" userId="cf428174-95ba-4576-8554-3a3b8ffa52b7" providerId="ADAL" clId="{073E092D-5DC3-4A3F-9AA4-2C5DE54D1ABC}" dt="2026-02-21T06:20:54.939" v="23" actId="20577"/>
          <ac:spMkLst>
            <pc:docMk/>
            <pc:sldMk cId="2435362320" sldId="328"/>
            <ac:spMk id="2" creationId="{3FB6771F-817F-4284-B42B-E916ADBE0961}"/>
          </ac:spMkLst>
        </pc:spChg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902416801" sldId="35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943788893" sldId="35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73170325" sldId="35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626562259" sldId="35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644787979" sldId="35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54813923" sldId="35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345025196" sldId="36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081291506" sldId="36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760450724" sldId="36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118906463" sldId="36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883404955" sldId="36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818265850" sldId="36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428653320" sldId="37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476058826" sldId="37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827338380" sldId="37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351922162" sldId="37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428924961" sldId="37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85147760" sldId="37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76553088" sldId="37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943294443" sldId="37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202183906" sldId="37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969276613" sldId="37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56693492" sldId="64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7162546" sldId="64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48817754" sldId="64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159381329" sldId="64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191860541" sldId="64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912879535" sldId="64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423058930" sldId="65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09841259" sldId="65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512377796" sldId="65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442765501" sldId="65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560834044" sldId="65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072892249" sldId="65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364433924" sldId="65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666818229" sldId="65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576909078" sldId="65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823053110" sldId="65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746743047" sldId="660"/>
        </pc:sldMkLst>
      </pc:sldChg>
      <pc:sldChg chg="add ord">
        <pc:chgData name="Teuku Raja Irfan Radarma" userId="cf428174-95ba-4576-8554-3a3b8ffa52b7" providerId="ADAL" clId="{073E092D-5DC3-4A3F-9AA4-2C5DE54D1ABC}" dt="2026-02-21T06:20:29.500" v="18"/>
        <pc:sldMkLst>
          <pc:docMk/>
          <pc:sldMk cId="2130923464" sldId="661"/>
        </pc:sldMkLst>
      </pc:sldChg>
      <pc:sldChg chg="modSp add mod ord">
        <pc:chgData name="Teuku Raja Irfan Radarma" userId="cf428174-95ba-4576-8554-3a3b8ffa52b7" providerId="ADAL" clId="{073E092D-5DC3-4A3F-9AA4-2C5DE54D1ABC}" dt="2026-02-21T06:22:34.776" v="46"/>
        <pc:sldMkLst>
          <pc:docMk/>
          <pc:sldMk cId="2007793985" sldId="662"/>
        </pc:sldMkLst>
        <pc:spChg chg="mod">
          <ac:chgData name="Teuku Raja Irfan Radarma" userId="cf428174-95ba-4576-8554-3a3b8ffa52b7" providerId="ADAL" clId="{073E092D-5DC3-4A3F-9AA4-2C5DE54D1ABC}" dt="2026-02-21T06:22:32.163" v="44" actId="20577"/>
          <ac:spMkLst>
            <pc:docMk/>
            <pc:sldMk cId="2007793985" sldId="662"/>
            <ac:spMk id="2" creationId="{7E958052-05B2-9F29-B874-84F80A24B16B}"/>
          </ac:spMkLst>
        </pc:spChg>
      </pc:sldChg>
      <pc:sldChg chg="addSp delSp modSp new mod">
        <pc:chgData name="Teuku Raja Irfan Radarma" userId="cf428174-95ba-4576-8554-3a3b8ffa52b7" providerId="ADAL" clId="{073E092D-5DC3-4A3F-9AA4-2C5DE54D1ABC}" dt="2026-02-21T06:40:46.683" v="306" actId="1076"/>
        <pc:sldMkLst>
          <pc:docMk/>
          <pc:sldMk cId="15740253" sldId="663"/>
        </pc:sldMkLst>
        <pc:spChg chg="mod">
          <ac:chgData name="Teuku Raja Irfan Radarma" userId="cf428174-95ba-4576-8554-3a3b8ffa52b7" providerId="ADAL" clId="{073E092D-5DC3-4A3F-9AA4-2C5DE54D1ABC}" dt="2026-02-21T06:36:20.788" v="191" actId="20577"/>
          <ac:spMkLst>
            <pc:docMk/>
            <pc:sldMk cId="15740253" sldId="663"/>
            <ac:spMk id="2" creationId="{28F93732-35F8-4018-B536-CE0441289699}"/>
          </ac:spMkLst>
        </pc:spChg>
        <pc:spChg chg="add del">
          <ac:chgData name="Teuku Raja Irfan Radarma" userId="cf428174-95ba-4576-8554-3a3b8ffa52b7" providerId="ADAL" clId="{073E092D-5DC3-4A3F-9AA4-2C5DE54D1ABC}" dt="2026-02-21T06:24:07.592" v="60" actId="478"/>
          <ac:spMkLst>
            <pc:docMk/>
            <pc:sldMk cId="15740253" sldId="663"/>
            <ac:spMk id="4" creationId="{BE4550A3-608F-43F9-A498-17D78E02D08D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7" creationId="{A7B65D30-70F2-433C-A13A-791374F26080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8" creationId="{E0E77CFE-A0CE-4E4F-8C15-767B90911D69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9" creationId="{9674D6CA-E9BD-4787-B1E3-17678D27483F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0" creationId="{0A4F1B52-1FEF-4A30-B9E2-CD6E18A68B20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1" creationId="{033423EB-4F1A-41EF-8730-0649D9A99C93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2" creationId="{D7961246-F934-4E34-A8FA-9706AD5F805E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3" creationId="{8C5FCDE2-A06B-4C73-8B15-F3EBB691D29D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4" creationId="{6BD295EE-7770-411A-9215-832B80A0A679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5" creationId="{69CE8D42-4328-4ED8-9EC2-0C4756E677DB}"/>
          </ac:spMkLst>
        </pc:spChg>
        <pc:spChg chg="add del">
          <ac:chgData name="Teuku Raja Irfan Radarma" userId="cf428174-95ba-4576-8554-3a3b8ffa52b7" providerId="ADAL" clId="{073E092D-5DC3-4A3F-9AA4-2C5DE54D1ABC}" dt="2026-02-21T06:40:14.968" v="272" actId="22"/>
          <ac:spMkLst>
            <pc:docMk/>
            <pc:sldMk cId="15740253" sldId="663"/>
            <ac:spMk id="17" creationId="{65CE9818-18C9-424B-A7FF-96C185D73467}"/>
          </ac:spMkLst>
        </pc:spChg>
        <pc:spChg chg="add mod">
          <ac:chgData name="Teuku Raja Irfan Radarma" userId="cf428174-95ba-4576-8554-3a3b8ffa52b7" providerId="ADAL" clId="{073E092D-5DC3-4A3F-9AA4-2C5DE54D1ABC}" dt="2026-02-21T06:40:41.407" v="305" actId="20577"/>
          <ac:spMkLst>
            <pc:docMk/>
            <pc:sldMk cId="15740253" sldId="663"/>
            <ac:spMk id="18" creationId="{5FE97B24-B4FC-4843-8E7D-488BF6AA9194}"/>
          </ac:spMkLst>
        </pc:spChg>
        <pc:picChg chg="add mod">
          <ac:chgData name="Teuku Raja Irfan Radarma" userId="cf428174-95ba-4576-8554-3a3b8ffa52b7" providerId="ADAL" clId="{073E092D-5DC3-4A3F-9AA4-2C5DE54D1ABC}" dt="2026-02-21T06:40:46.683" v="306" actId="1076"/>
          <ac:picMkLst>
            <pc:docMk/>
            <pc:sldMk cId="15740253" sldId="663"/>
            <ac:picMk id="19" creationId="{CF65F39A-E5FB-4F69-9793-550BDE7BC0D5}"/>
          </ac:picMkLst>
        </pc:picChg>
        <pc:cxnChg chg="add mod">
          <ac:chgData name="Teuku Raja Irfan Radarma" userId="cf428174-95ba-4576-8554-3a3b8ffa52b7" providerId="ADAL" clId="{073E092D-5DC3-4A3F-9AA4-2C5DE54D1ABC}" dt="2026-02-21T06:36:15.624" v="177" actId="1076"/>
          <ac:cxnSpMkLst>
            <pc:docMk/>
            <pc:sldMk cId="15740253" sldId="663"/>
            <ac:cxnSpMk id="6" creationId="{A80F8785-9D8C-44C2-AC9B-8DEF5B11AA99}"/>
          </ac:cxnSpMkLst>
        </pc:cxnChg>
      </pc:sldChg>
      <pc:sldChg chg="addSp modSp add mod">
        <pc:chgData name="Teuku Raja Irfan Radarma" userId="cf428174-95ba-4576-8554-3a3b8ffa52b7" providerId="ADAL" clId="{073E092D-5DC3-4A3F-9AA4-2C5DE54D1ABC}" dt="2026-02-21T06:39:56.224" v="270" actId="207"/>
        <pc:sldMkLst>
          <pc:docMk/>
          <pc:sldMk cId="3169595349" sldId="664"/>
        </pc:sldMkLst>
        <pc:spChg chg="mod">
          <ac:chgData name="Teuku Raja Irfan Radarma" userId="cf428174-95ba-4576-8554-3a3b8ffa52b7" providerId="ADAL" clId="{073E092D-5DC3-4A3F-9AA4-2C5DE54D1ABC}" dt="2026-02-21T06:36:29.495" v="198" actId="20577"/>
          <ac:spMkLst>
            <pc:docMk/>
            <pc:sldMk cId="3169595349" sldId="664"/>
            <ac:spMk id="2" creationId="{28F93732-35F8-4018-B536-CE0441289699}"/>
          </ac:spMkLst>
        </pc:spChg>
        <pc:spChg chg="mod">
          <ac:chgData name="Teuku Raja Irfan Radarma" userId="cf428174-95ba-4576-8554-3a3b8ffa52b7" providerId="ADAL" clId="{073E092D-5DC3-4A3F-9AA4-2C5DE54D1ABC}" dt="2026-02-21T06:37:29.123" v="207" actId="20577"/>
          <ac:spMkLst>
            <pc:docMk/>
            <pc:sldMk cId="3169595349" sldId="664"/>
            <ac:spMk id="11" creationId="{033423EB-4F1A-41EF-8730-0649D9A99C93}"/>
          </ac:spMkLst>
        </pc:spChg>
        <pc:spChg chg="mod">
          <ac:chgData name="Teuku Raja Irfan Radarma" userId="cf428174-95ba-4576-8554-3a3b8ffa52b7" providerId="ADAL" clId="{073E092D-5DC3-4A3F-9AA4-2C5DE54D1ABC}" dt="2026-02-21T06:37:48.856" v="214" actId="20577"/>
          <ac:spMkLst>
            <pc:docMk/>
            <pc:sldMk cId="3169595349" sldId="664"/>
            <ac:spMk id="14" creationId="{6BD295EE-7770-411A-9215-832B80A0A679}"/>
          </ac:spMkLst>
        </pc:spChg>
        <pc:spChg chg="add mod">
          <ac:chgData name="Teuku Raja Irfan Radarma" userId="cf428174-95ba-4576-8554-3a3b8ffa52b7" providerId="ADAL" clId="{073E092D-5DC3-4A3F-9AA4-2C5DE54D1ABC}" dt="2026-02-21T06:39:56.224" v="270" actId="207"/>
          <ac:spMkLst>
            <pc:docMk/>
            <pc:sldMk cId="3169595349" sldId="664"/>
            <ac:spMk id="16" creationId="{0EEE9A83-0561-4FBE-9DDA-E53B96A1CD21}"/>
          </ac:spMkLst>
        </pc:spChg>
        <pc:picChg chg="add mod">
          <ac:chgData name="Teuku Raja Irfan Radarma" userId="cf428174-95ba-4576-8554-3a3b8ffa52b7" providerId="ADAL" clId="{073E092D-5DC3-4A3F-9AA4-2C5DE54D1ABC}" dt="2026-02-21T06:39:12.491" v="224" actId="1076"/>
          <ac:picMkLst>
            <pc:docMk/>
            <pc:sldMk cId="3169595349" sldId="664"/>
            <ac:picMk id="17" creationId="{CADC5C48-1791-4551-B4F4-0F64BE531EA3}"/>
          </ac:picMkLst>
        </pc:picChg>
      </pc:sldChg>
      <pc:sldChg chg="modSp add mod">
        <pc:chgData name="Teuku Raja Irfan Radarma" userId="cf428174-95ba-4576-8554-3a3b8ffa52b7" providerId="ADAL" clId="{073E092D-5DC3-4A3F-9AA4-2C5DE54D1ABC}" dt="2026-02-21T06:41:31.836" v="332" actId="20577"/>
        <pc:sldMkLst>
          <pc:docMk/>
          <pc:sldMk cId="1482308421" sldId="665"/>
        </pc:sldMkLst>
        <pc:spChg chg="mod">
          <ac:chgData name="Teuku Raja Irfan Radarma" userId="cf428174-95ba-4576-8554-3a3b8ffa52b7" providerId="ADAL" clId="{073E092D-5DC3-4A3F-9AA4-2C5DE54D1ABC}" dt="2026-02-21T06:41:31.836" v="332" actId="20577"/>
          <ac:spMkLst>
            <pc:docMk/>
            <pc:sldMk cId="1482308421" sldId="665"/>
            <ac:spMk id="2" creationId="{7E958052-05B2-9F29-B874-84F80A24B16B}"/>
          </ac:spMkLst>
        </pc:spChg>
      </pc:sldChg>
      <pc:sldChg chg="delSp modSp add del mod ord">
        <pc:chgData name="Teuku Raja Irfan Radarma" userId="cf428174-95ba-4576-8554-3a3b8ffa52b7" providerId="ADAL" clId="{073E092D-5DC3-4A3F-9AA4-2C5DE54D1ABC}" dt="2026-02-22T03:22:59.443" v="372" actId="47"/>
        <pc:sldMkLst>
          <pc:docMk/>
          <pc:sldMk cId="4287258513" sldId="666"/>
        </pc:sldMkLst>
        <pc:spChg chg="mod">
          <ac:chgData name="Teuku Raja Irfan Radarma" userId="cf428174-95ba-4576-8554-3a3b8ffa52b7" providerId="ADAL" clId="{073E092D-5DC3-4A3F-9AA4-2C5DE54D1ABC}" dt="2026-02-21T06:41:42.827" v="342" actId="20577"/>
          <ac:spMkLst>
            <pc:docMk/>
            <pc:sldMk cId="4287258513" sldId="666"/>
            <ac:spMk id="2" creationId="{28F93732-35F8-4018-B536-CE044128969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7" creationId="{A7B65D30-70F2-433C-A13A-791374F26080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8" creationId="{E0E77CFE-A0CE-4E4F-8C15-767B90911D6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9" creationId="{9674D6CA-E9BD-4787-B1E3-17678D27483F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0" creationId="{0A4F1B52-1FEF-4A30-B9E2-CD6E18A68B20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1" creationId="{033423EB-4F1A-41EF-8730-0649D9A99C93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2" creationId="{D7961246-F934-4E34-A8FA-9706AD5F805E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3" creationId="{8C5FCDE2-A06B-4C73-8B15-F3EBB691D29D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4" creationId="{6BD295EE-7770-411A-9215-832B80A0A67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5" creationId="{69CE8D42-4328-4ED8-9EC2-0C4756E677DB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6" creationId="{0EEE9A83-0561-4FBE-9DDA-E53B96A1CD21}"/>
          </ac:spMkLst>
        </pc:spChg>
        <pc:picChg chg="del">
          <ac:chgData name="Teuku Raja Irfan Radarma" userId="cf428174-95ba-4576-8554-3a3b8ffa52b7" providerId="ADAL" clId="{073E092D-5DC3-4A3F-9AA4-2C5DE54D1ABC}" dt="2026-02-21T06:41:45.882" v="343" actId="478"/>
          <ac:picMkLst>
            <pc:docMk/>
            <pc:sldMk cId="4287258513" sldId="666"/>
            <ac:picMk id="17" creationId="{CADC5C48-1791-4551-B4F4-0F64BE531EA3}"/>
          </ac:picMkLst>
        </pc:picChg>
        <pc:cxnChg chg="del">
          <ac:chgData name="Teuku Raja Irfan Radarma" userId="cf428174-95ba-4576-8554-3a3b8ffa52b7" providerId="ADAL" clId="{073E092D-5DC3-4A3F-9AA4-2C5DE54D1ABC}" dt="2026-02-21T06:41:45.882" v="343" actId="478"/>
          <ac:cxnSpMkLst>
            <pc:docMk/>
            <pc:sldMk cId="4287258513" sldId="666"/>
            <ac:cxnSpMk id="6" creationId="{A80F8785-9D8C-44C2-AC9B-8DEF5B11AA99}"/>
          </ac:cxnSpMkLst>
        </pc:cxnChg>
      </pc:sldChg>
      <pc:sldChg chg="modSp new mod">
        <pc:chgData name="Teuku Raja Irfan Radarma" userId="cf428174-95ba-4576-8554-3a3b8ffa52b7" providerId="ADAL" clId="{073E092D-5DC3-4A3F-9AA4-2C5DE54D1ABC}" dt="2026-02-22T03:22:48.824" v="366" actId="20577"/>
        <pc:sldMkLst>
          <pc:docMk/>
          <pc:sldMk cId="1341285866" sldId="667"/>
        </pc:sldMkLst>
        <pc:spChg chg="mod">
          <ac:chgData name="Teuku Raja Irfan Radarma" userId="cf428174-95ba-4576-8554-3a3b8ffa52b7" providerId="ADAL" clId="{073E092D-5DC3-4A3F-9AA4-2C5DE54D1ABC}" dt="2026-02-22T03:22:44.439" v="352" actId="20577"/>
          <ac:spMkLst>
            <pc:docMk/>
            <pc:sldMk cId="1341285866" sldId="667"/>
            <ac:spMk id="2" creationId="{66843766-21E1-4C23-9F13-67A6453E6A30}"/>
          </ac:spMkLst>
        </pc:spChg>
        <pc:spChg chg="mod">
          <ac:chgData name="Teuku Raja Irfan Radarma" userId="cf428174-95ba-4576-8554-3a3b8ffa52b7" providerId="ADAL" clId="{073E092D-5DC3-4A3F-9AA4-2C5DE54D1ABC}" dt="2026-02-22T03:22:48.824" v="366" actId="20577"/>
          <ac:spMkLst>
            <pc:docMk/>
            <pc:sldMk cId="1341285866" sldId="667"/>
            <ac:spMk id="4" creationId="{BEF24C4C-165B-4EFB-A63F-D182CC251C78}"/>
          </ac:spMkLst>
        </pc:spChg>
      </pc:sldChg>
      <pc:sldChg chg="modSp add mod">
        <pc:chgData name="Teuku Raja Irfan Radarma" userId="cf428174-95ba-4576-8554-3a3b8ffa52b7" providerId="ADAL" clId="{073E092D-5DC3-4A3F-9AA4-2C5DE54D1ABC}" dt="2026-02-22T03:29:21.612" v="498" actId="5793"/>
        <pc:sldMkLst>
          <pc:docMk/>
          <pc:sldMk cId="2096161781" sldId="668"/>
        </pc:sldMkLst>
        <pc:spChg chg="mod">
          <ac:chgData name="Teuku Raja Irfan Radarma" userId="cf428174-95ba-4576-8554-3a3b8ffa52b7" providerId="ADAL" clId="{073E092D-5DC3-4A3F-9AA4-2C5DE54D1ABC}" dt="2026-02-22T03:29:16.368" v="492" actId="20577"/>
          <ac:spMkLst>
            <pc:docMk/>
            <pc:sldMk cId="2096161781" sldId="668"/>
            <ac:spMk id="2" creationId="{66843766-21E1-4C23-9F13-67A6453E6A30}"/>
          </ac:spMkLst>
        </pc:spChg>
        <pc:spChg chg="mod">
          <ac:chgData name="Teuku Raja Irfan Radarma" userId="cf428174-95ba-4576-8554-3a3b8ffa52b7" providerId="ADAL" clId="{073E092D-5DC3-4A3F-9AA4-2C5DE54D1ABC}" dt="2026-02-22T03:29:21.612" v="498" actId="5793"/>
          <ac:spMkLst>
            <pc:docMk/>
            <pc:sldMk cId="2096161781" sldId="668"/>
            <ac:spMk id="4" creationId="{BEF24C4C-165B-4EFB-A63F-D182CC251C78}"/>
          </ac:spMkLst>
        </pc:spChg>
      </pc:sldChg>
      <pc:sldChg chg="new del">
        <pc:chgData name="Teuku Raja Irfan Radarma" userId="cf428174-95ba-4576-8554-3a3b8ffa52b7" providerId="ADAL" clId="{073E092D-5DC3-4A3F-9AA4-2C5DE54D1ABC}" dt="2026-02-22T03:22:57.133" v="370" actId="680"/>
        <pc:sldMkLst>
          <pc:docMk/>
          <pc:sldMk cId="2356850831" sldId="668"/>
        </pc:sldMkLst>
      </pc:sldChg>
      <pc:sldChg chg="delSp modSp add mod">
        <pc:chgData name="Teuku Raja Irfan Radarma" userId="cf428174-95ba-4576-8554-3a3b8ffa52b7" providerId="ADAL" clId="{073E092D-5DC3-4A3F-9AA4-2C5DE54D1ABC}" dt="2026-02-22T03:53:04.549" v="535" actId="14100"/>
        <pc:sldMkLst>
          <pc:docMk/>
          <pc:sldMk cId="1571765726" sldId="669"/>
        </pc:sldMkLst>
        <pc:spChg chg="mod">
          <ac:chgData name="Teuku Raja Irfan Radarma" userId="cf428174-95ba-4576-8554-3a3b8ffa52b7" providerId="ADAL" clId="{073E092D-5DC3-4A3F-9AA4-2C5DE54D1ABC}" dt="2026-02-22T03:53:04.549" v="535" actId="14100"/>
          <ac:spMkLst>
            <pc:docMk/>
            <pc:sldMk cId="1571765726" sldId="669"/>
            <ac:spMk id="2" creationId="{66843766-21E1-4C23-9F13-67A6453E6A30}"/>
          </ac:spMkLst>
        </pc:spChg>
        <pc:spChg chg="del mod">
          <ac:chgData name="Teuku Raja Irfan Radarma" userId="cf428174-95ba-4576-8554-3a3b8ffa52b7" providerId="ADAL" clId="{073E092D-5DC3-4A3F-9AA4-2C5DE54D1ABC}" dt="2026-02-22T03:52:54.132" v="524" actId="478"/>
          <ac:spMkLst>
            <pc:docMk/>
            <pc:sldMk cId="1571765726" sldId="669"/>
            <ac:spMk id="4" creationId="{BEF24C4C-165B-4EFB-A63F-D182CC251C7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03-4177-B08B-0B35413664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03-4177-B08B-0B35413664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03-4177-B08B-0B35413664F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II3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03-4177-B08B-0B35413664F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I4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803-4177-B08B-0B35413664F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II5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803-4177-B08B-0B35413664FF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I6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03-4177-B08B-0B35413664FF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II7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803-4177-B08B-0B35413664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9565304"/>
        <c:axId val="449568584"/>
      </c:barChart>
      <c:catAx>
        <c:axId val="4495653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49568584"/>
        <c:crosses val="autoZero"/>
        <c:auto val="1"/>
        <c:lblAlgn val="ctr"/>
        <c:lblOffset val="100"/>
        <c:noMultiLvlLbl val="0"/>
      </c:catAx>
      <c:valAx>
        <c:axId val="449568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956530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31-4CF6-89C1-1D310C4A98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31-4CF6-89C1-1D310C4A98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31-4CF6-89C1-1D310C4A98A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II3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31-4CF6-89C1-1D310C4A98A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I4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A31-4CF6-89C1-1D310C4A98A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II5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A31-4CF6-89C1-1D310C4A98A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I6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A31-4CF6-89C1-1D310C4A98AC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II7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A31-4CF6-89C1-1D310C4A98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9565304"/>
        <c:axId val="449568584"/>
      </c:barChart>
      <c:catAx>
        <c:axId val="4495653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49568584"/>
        <c:crosses val="autoZero"/>
        <c:auto val="1"/>
        <c:lblAlgn val="ctr"/>
        <c:lblOffset val="100"/>
        <c:noMultiLvlLbl val="0"/>
      </c:catAx>
      <c:valAx>
        <c:axId val="449568584"/>
        <c:scaling>
          <c:orientation val="minMax"/>
          <c:max val="200"/>
          <c:min val="1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956530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45-46D8-9653-9B76B2503F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45-46D8-9653-9B76B2503F3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45-46D8-9653-9B76B2503F3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II3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45-46D8-9653-9B76B2503F3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I4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45-46D8-9653-9B76B2503F3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II5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545-46D8-9653-9B76B2503F35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I6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545-46D8-9653-9B76B2503F35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II7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545-46D8-9653-9B76B2503F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9565304"/>
        <c:axId val="449568584"/>
      </c:barChart>
      <c:catAx>
        <c:axId val="4495653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49568584"/>
        <c:crosses val="autoZero"/>
        <c:auto val="1"/>
        <c:lblAlgn val="ctr"/>
        <c:lblOffset val="100"/>
        <c:noMultiLvlLbl val="0"/>
      </c:catAx>
      <c:valAx>
        <c:axId val="449568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956530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9D-42C9-A45B-926816583E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9D-42C9-A45B-926816583E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9D-42C9-A45B-926816583EC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II3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79D-42C9-A45B-926816583EC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I4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9D-42C9-A45B-926816583EC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II5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79D-42C9-A45B-926816583EC0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I6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79D-42C9-A45B-926816583EC0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II7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79D-42C9-A45B-926816583E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9565304"/>
        <c:axId val="449568584"/>
      </c:barChart>
      <c:catAx>
        <c:axId val="4495653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49568584"/>
        <c:crosses val="autoZero"/>
        <c:auto val="1"/>
        <c:lblAlgn val="ctr"/>
        <c:lblOffset val="100"/>
        <c:noMultiLvlLbl val="0"/>
      </c:catAx>
      <c:valAx>
        <c:axId val="449568584"/>
        <c:scaling>
          <c:orientation val="minMax"/>
          <c:min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956530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dirty="0" err="1"/>
              <a:t>Contoh</a:t>
            </a:r>
            <a:endParaRPr lang="en-ID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Benford's Law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0.3010299956639812</c:v>
                </c:pt>
                <c:pt idx="1">
                  <c:v>0.17609125905568124</c:v>
                </c:pt>
                <c:pt idx="2">
                  <c:v>0.12493873660829993</c:v>
                </c:pt>
                <c:pt idx="3">
                  <c:v>9.691001300805642E-2</c:v>
                </c:pt>
                <c:pt idx="4">
                  <c:v>7.9181246047624818E-2</c:v>
                </c:pt>
                <c:pt idx="5">
                  <c:v>6.6946789630613221E-2</c:v>
                </c:pt>
                <c:pt idx="6">
                  <c:v>5.7991946977686733E-2</c:v>
                </c:pt>
                <c:pt idx="7">
                  <c:v>5.1152522447381291E-2</c:v>
                </c:pt>
                <c:pt idx="8">
                  <c:v>4.5757490560675143E-2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D0-4E3D-945E-8DF8CFCB39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0.25703794369645044</c:v>
                </c:pt>
                <c:pt idx="1">
                  <c:v>0.18359853121175029</c:v>
                </c:pt>
                <c:pt idx="2">
                  <c:v>0.12239902080783353</c:v>
                </c:pt>
                <c:pt idx="3">
                  <c:v>0.14687882496940025</c:v>
                </c:pt>
                <c:pt idx="4">
                  <c:v>8.5679314565483472E-2</c:v>
                </c:pt>
                <c:pt idx="5">
                  <c:v>6.1199510403916767E-2</c:v>
                </c:pt>
                <c:pt idx="6">
                  <c:v>5.7527539779681759E-2</c:v>
                </c:pt>
                <c:pt idx="7">
                  <c:v>4.8959608323133418E-2</c:v>
                </c:pt>
                <c:pt idx="8">
                  <c:v>3.6719706242350061E-2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D0-4E3D-945E-8DF8CFCB39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2151695"/>
        <c:axId val="222161263"/>
      </c:barChart>
      <c:catAx>
        <c:axId val="222151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2161263"/>
        <c:crosses val="autoZero"/>
        <c:auto val="1"/>
        <c:lblAlgn val="ctr"/>
        <c:lblOffset val="100"/>
        <c:noMultiLvlLbl val="0"/>
      </c:catAx>
      <c:valAx>
        <c:axId val="222161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2151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4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746"/>
            <a:ext cx="10515600" cy="4714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" t="31181" r="14660"/>
          <a:stretch/>
        </p:blipFill>
        <p:spPr>
          <a:xfrm>
            <a:off x="-18867" y="0"/>
            <a:ext cx="12210868" cy="7074443"/>
          </a:xfrm>
          <a:prstGeom prst="rect">
            <a:avLst/>
          </a:prstGeom>
        </p:spPr>
      </p:pic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13D26EEB-0515-47E0-BDF2-6403F753F256}"/>
              </a:ext>
            </a:extLst>
          </p:cNvPr>
          <p:cNvSpPr/>
          <p:nvPr userDrawn="1"/>
        </p:nvSpPr>
        <p:spPr>
          <a:xfrm rot="10800000">
            <a:off x="-18868" y="-1"/>
            <a:ext cx="12210867" cy="5165559"/>
          </a:xfrm>
          <a:prstGeom prst="flowChartManualInput">
            <a:avLst/>
          </a:prstGeom>
          <a:solidFill>
            <a:srgbClr val="E4D304">
              <a:alpha val="8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10596613" cy="2417687"/>
          </a:xfrm>
        </p:spPr>
        <p:txBody>
          <a:bodyPr anchor="b">
            <a:normAutofit/>
          </a:bodyPr>
          <a:lstStyle>
            <a:lvl1pPr>
              <a:defRPr sz="4800">
                <a:solidFill>
                  <a:srgbClr val="0202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044006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cxnSpLocks/>
          </p:cNvCxnSpPr>
          <p:nvPr userDrawn="1"/>
        </p:nvCxnSpPr>
        <p:spPr>
          <a:xfrm flipH="1">
            <a:off x="-18868" y="4151175"/>
            <a:ext cx="12210868" cy="1014384"/>
          </a:xfrm>
          <a:prstGeom prst="line">
            <a:avLst/>
          </a:prstGeom>
          <a:ln w="57150">
            <a:solidFill>
              <a:srgbClr val="0202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37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97SkoHCRxGjko7oj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Sampling &amp; Statistical Approach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XII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0A5FA20-F084-433B-84D2-ED962813CD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30" b="3043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I: Part A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II: Part B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b="1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2231449"/>
          </a:xfrm>
        </p:spPr>
        <p:txBody>
          <a:bodyPr>
            <a:normAutofit/>
          </a:bodyPr>
          <a:lstStyle/>
          <a:p>
            <a:r>
              <a:rPr lang="en-US" sz="2000" dirty="0"/>
              <a:t>Import data to spreadsheet</a:t>
            </a:r>
          </a:p>
          <a:p>
            <a:r>
              <a:rPr lang="en-US" sz="2000" dirty="0"/>
              <a:t>Do basic analysis using spreadsheet</a:t>
            </a:r>
          </a:p>
          <a:p>
            <a:r>
              <a:rPr lang="en-US" sz="2000" dirty="0"/>
              <a:t>Design and test (</a:t>
            </a:r>
            <a:r>
              <a:rPr lang="en-US" sz="2000" dirty="0" err="1"/>
              <a:t>ToD</a:t>
            </a:r>
            <a:r>
              <a:rPr lang="en-US" sz="2000" dirty="0"/>
              <a:t>) Basic </a:t>
            </a:r>
            <a:r>
              <a:rPr lang="en-US" sz="2000" dirty="0" err="1"/>
              <a:t>AppCon</a:t>
            </a:r>
            <a:endParaRPr lang="en-US" sz="2000" dirty="0"/>
          </a:p>
          <a:p>
            <a:r>
              <a:rPr lang="en-US" sz="2000" dirty="0"/>
              <a:t>Basic examples of </a:t>
            </a:r>
            <a:r>
              <a:rPr lang="en-US" sz="2000" dirty="0" err="1"/>
              <a:t>ToE</a:t>
            </a:r>
            <a:r>
              <a:rPr lang="en-US" sz="2000" dirty="0"/>
              <a:t> using spreadsheet</a:t>
            </a:r>
          </a:p>
          <a:p>
            <a:r>
              <a:rPr lang="en-US" sz="2000" dirty="0" err="1"/>
              <a:t>Simulasi</a:t>
            </a:r>
            <a:r>
              <a:rPr lang="en-US" sz="2000" dirty="0"/>
              <a:t> </a:t>
            </a:r>
            <a:r>
              <a:rPr lang="en-US" sz="2000" dirty="0" err="1"/>
              <a:t>Sejajar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audit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4950" y="754084"/>
            <a:ext cx="5800725" cy="51501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Sampling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Mengenal</a:t>
            </a:r>
            <a:r>
              <a:rPr lang="en-US" dirty="0"/>
              <a:t> </a:t>
            </a:r>
            <a:r>
              <a:rPr lang="en-US" dirty="0" err="1"/>
              <a:t>Anomali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Statistik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Benford</a:t>
            </a:r>
            <a:r>
              <a:rPr lang="en-US" dirty="0"/>
              <a:t>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Kuis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E0C4-4FBA-493E-B083-8791FB60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C40A0-1F4D-478B-9E80-1ED98A4C3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3119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A98E-9719-FA7B-6A83-FDFCB2399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7425"/>
          </a:xfrm>
        </p:spPr>
        <p:txBody>
          <a:bodyPr>
            <a:normAutofit/>
          </a:bodyPr>
          <a:lstStyle/>
          <a:p>
            <a:r>
              <a:rPr lang="en-US" dirty="0"/>
              <a:t>Audit Inherent Problem</a:t>
            </a:r>
          </a:p>
        </p:txBody>
      </p:sp>
      <p:pic>
        <p:nvPicPr>
          <p:cNvPr id="6" name="Content Placeholder 5" descr="A cartoon of people looking at a crack in a cliff&#10;&#10;AI-generated content may be incorrect.">
            <a:extLst>
              <a:ext uri="{FF2B5EF4-FFF2-40B4-BE49-F238E27FC236}">
                <a16:creationId xmlns:a16="http://schemas.microsoft.com/office/drawing/2014/main" id="{31A4A8E8-148D-F62B-1EAE-D9987AEDB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239" y="1782921"/>
            <a:ext cx="3125067" cy="312506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56D36-CFCB-D3EE-0F42-5A17D1222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7</a:t>
            </a:fld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479D8F-5C4B-3903-6DBA-E9C0F8C23ECB}"/>
              </a:ext>
            </a:extLst>
          </p:cNvPr>
          <p:cNvSpPr txBox="1"/>
          <p:nvPr/>
        </p:nvSpPr>
        <p:spPr>
          <a:xfrm>
            <a:off x="9902460" y="3150159"/>
            <a:ext cx="1372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/>
              <a:t>The Trilemma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27A90-738D-A2B4-4848-6533717DF900}"/>
              </a:ext>
            </a:extLst>
          </p:cNvPr>
          <p:cNvSpPr txBox="1"/>
          <p:nvPr/>
        </p:nvSpPr>
        <p:spPr>
          <a:xfrm>
            <a:off x="724794" y="1123950"/>
            <a:ext cx="6456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Auditor simply cannot audit everything or everyone</a:t>
            </a:r>
          </a:p>
        </p:txBody>
      </p:sp>
      <p:pic>
        <p:nvPicPr>
          <p:cNvPr id="1028" name="Picture 4" descr="Project Management Triangle | Knowledge Train">
            <a:extLst>
              <a:ext uri="{FF2B5EF4-FFF2-40B4-BE49-F238E27FC236}">
                <a16:creationId xmlns:a16="http://schemas.microsoft.com/office/drawing/2014/main" id="{B6E954ED-0BD2-799B-E6E2-C05FADBF8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7233" y="3709910"/>
            <a:ext cx="2363331" cy="189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323F9D-D3A9-4F3C-0E50-FA24940CD29F}"/>
              </a:ext>
            </a:extLst>
          </p:cNvPr>
          <p:cNvSpPr txBox="1"/>
          <p:nvPr/>
        </p:nvSpPr>
        <p:spPr>
          <a:xfrm>
            <a:off x="602673" y="1860534"/>
            <a:ext cx="56794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Auditors face practical constraints: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Organizations often have tons of transactions per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Auditors have limited time, usually only a few weeks.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Audit teams have limited manpower.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all data is easily accessible or well-structured.</a:t>
            </a:r>
          </a:p>
        </p:txBody>
      </p:sp>
    </p:spTree>
    <p:extLst>
      <p:ext uri="{BB962C8B-B14F-4D97-AF65-F5344CB8AC3E}">
        <p14:creationId xmlns:p14="http://schemas.microsoft.com/office/powerpoint/2010/main" val="323440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C504-9BC7-05B7-6F90-AF418AF2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Reasonable Assurance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A5AAB-EE1A-B37C-EDD5-BD190DB21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limitation of audit then makes audit provide “reasonable assurance” not “absolute assurance”</a:t>
            </a:r>
          </a:p>
          <a:p>
            <a:r>
              <a:rPr lang="en-US" sz="2400" dirty="0"/>
              <a:t>Because examining every single transaction is impossible. Auditors need techniques to evaluate the whole population </a:t>
            </a:r>
            <a:r>
              <a:rPr lang="en-US" sz="2400" i="1" dirty="0"/>
              <a:t>efficiently</a:t>
            </a:r>
            <a:r>
              <a:rPr lang="en-US" sz="2400" dirty="0"/>
              <a:t> without checking every line item.</a:t>
            </a:r>
          </a:p>
          <a:p>
            <a:r>
              <a:rPr lang="en-US" sz="2400" dirty="0"/>
              <a:t>Therefore, auditors do the sampling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C3E41-B9AF-C09B-B98F-C63CA4AF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9082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6380D-94EF-207A-ABE3-BE1158BD8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E0A5B-0B16-F378-DA7C-D21166664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32" y="112404"/>
            <a:ext cx="10515600" cy="987425"/>
          </a:xfrm>
        </p:spPr>
        <p:txBody>
          <a:bodyPr>
            <a:normAutofit/>
          </a:bodyPr>
          <a:lstStyle/>
          <a:p>
            <a:r>
              <a:rPr lang="en-US" dirty="0"/>
              <a:t>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0CEB3-2704-E100-BF20-17D911715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932" y="1538421"/>
            <a:ext cx="11190136" cy="4379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Sampling allows auditors to:</a:t>
            </a:r>
          </a:p>
          <a:p>
            <a:r>
              <a:rPr lang="en-US" sz="2000" dirty="0"/>
              <a:t>Focus on representative items.</a:t>
            </a:r>
          </a:p>
          <a:p>
            <a:r>
              <a:rPr lang="en-US" sz="2000" dirty="0"/>
              <a:t>Make conclusions about the population based on a smaller subset.</a:t>
            </a:r>
          </a:p>
          <a:p>
            <a:r>
              <a:rPr lang="en-US" sz="2000" dirty="0"/>
              <a:t>Use time and staff more effectively.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Instead of checking 1,000,000 transactions:</a:t>
            </a:r>
          </a:p>
          <a:p>
            <a:r>
              <a:rPr lang="en-US" sz="2000" dirty="0"/>
              <a:t>Auditor checks 100 or 200 intelligently selected samples.</a:t>
            </a:r>
          </a:p>
          <a:p>
            <a:r>
              <a:rPr lang="en-US" sz="2000" dirty="0"/>
              <a:t>If the sample is clean → likely the rest is also okay.</a:t>
            </a:r>
          </a:p>
          <a:p>
            <a:r>
              <a:rPr lang="en-US" sz="2000" dirty="0"/>
              <a:t>If the sample shows issues → auditor expands testing.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77DC9-087E-157E-3268-F6185DBD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9</a:t>
            </a:fld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4FD91-3975-952B-2194-CFA10E5B82BB}"/>
              </a:ext>
            </a:extLst>
          </p:cNvPr>
          <p:cNvSpPr txBox="1"/>
          <p:nvPr/>
        </p:nvSpPr>
        <p:spPr>
          <a:xfrm>
            <a:off x="500932" y="940242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Ensures Efficient and Rational Use of Audit Effort</a:t>
            </a:r>
          </a:p>
        </p:txBody>
      </p:sp>
    </p:spTree>
    <p:extLst>
      <p:ext uri="{BB962C8B-B14F-4D97-AF65-F5344CB8AC3E}">
        <p14:creationId xmlns:p14="http://schemas.microsoft.com/office/powerpoint/2010/main" val="2373469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9C80B-03FD-C306-A747-2F82A44A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52C8-1BF4-3F1C-7027-E2C416705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208996"/>
            <a:ext cx="10515600" cy="987425"/>
          </a:xfrm>
        </p:spPr>
        <p:txBody>
          <a:bodyPr>
            <a:normAutofit fontScale="90000"/>
          </a:bodyPr>
          <a:lstStyle/>
          <a:p>
            <a:r>
              <a:rPr lang="en-US" dirty="0"/>
              <a:t>Traditional Sampling vs. Anomaly-Based Sampling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D5F8D-9A01-8DD1-B123-D3E916AF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10</a:t>
            </a:fld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1299AE-4519-1D11-0C66-A9810CC7F9D1}"/>
              </a:ext>
            </a:extLst>
          </p:cNvPr>
          <p:cNvSpPr txBox="1"/>
          <p:nvPr/>
        </p:nvSpPr>
        <p:spPr>
          <a:xfrm>
            <a:off x="758536" y="1246909"/>
            <a:ext cx="4904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Traditional Sampling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C6D345-8489-12D9-35CD-DBD6DAFE5E2C}"/>
              </a:ext>
            </a:extLst>
          </p:cNvPr>
          <p:cNvSpPr txBox="1"/>
          <p:nvPr/>
        </p:nvSpPr>
        <p:spPr>
          <a:xfrm>
            <a:off x="6421581" y="1246909"/>
            <a:ext cx="490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Anomaly-Based Sampling (Data-Driven)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224FBC-7E16-BA7A-9FDF-2203D7182D1F}"/>
              </a:ext>
            </a:extLst>
          </p:cNvPr>
          <p:cNvSpPr txBox="1"/>
          <p:nvPr/>
        </p:nvSpPr>
        <p:spPr>
          <a:xfrm>
            <a:off x="1393679" y="1797313"/>
            <a:ext cx="36342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Often based on random or stratified selection.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Purpose: ensure coverage and representativeness.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for financial statement audits or compliance audits.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4D24E2-F9E5-F599-0FF9-0912CF86EC3F}"/>
              </a:ext>
            </a:extLst>
          </p:cNvPr>
          <p:cNvSpPr txBox="1"/>
          <p:nvPr/>
        </p:nvSpPr>
        <p:spPr>
          <a:xfrm>
            <a:off x="1337178" y="3916740"/>
            <a:ext cx="37472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Limitations:</a:t>
            </a:r>
            <a:endParaRPr lang="en-US" dirty="0"/>
          </a:p>
          <a:p>
            <a:pPr algn="ctr"/>
            <a:r>
              <a:rPr lang="en-US" dirty="0"/>
              <a:t>May miss unusual or risky transactions because random selection does not prioritize anomalies.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A5CA5E-2978-B542-8992-FF58EC0956AD}"/>
              </a:ext>
            </a:extLst>
          </p:cNvPr>
          <p:cNvSpPr txBox="1"/>
          <p:nvPr/>
        </p:nvSpPr>
        <p:spPr>
          <a:xfrm>
            <a:off x="6764479" y="1764025"/>
            <a:ext cx="42187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Instead of selecting transactions randomly, auditors first search for unusual patterns, outliers, or inconsistent behaviors.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anomalies often indicate higher risk of misstatement or fraud.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925904-60B1-EA26-E449-D5E594B70C92}"/>
              </a:ext>
            </a:extLst>
          </p:cNvPr>
          <p:cNvSpPr txBox="1"/>
          <p:nvPr/>
        </p:nvSpPr>
        <p:spPr>
          <a:xfrm>
            <a:off x="6575818" y="3778241"/>
            <a:ext cx="45960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Extremely high-value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Repeated round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Rare vendors suddenly appearing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Unusual spikes in expenses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Transactions far from the mean or median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E0C424-72EA-47A8-DD39-4F0DF441668F}"/>
              </a:ext>
            </a:extLst>
          </p:cNvPr>
          <p:cNvCxnSpPr/>
          <p:nvPr/>
        </p:nvCxnSpPr>
        <p:spPr>
          <a:xfrm>
            <a:off x="5867400" y="1091045"/>
            <a:ext cx="0" cy="48421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550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Pentagon 7">
            <a:extLst>
              <a:ext uri="{FF2B5EF4-FFF2-40B4-BE49-F238E27FC236}">
                <a16:creationId xmlns:a16="http://schemas.microsoft.com/office/drawing/2014/main" id="{F354FDB0-7584-6FAF-347A-1B62DBCFCF51}"/>
              </a:ext>
            </a:extLst>
          </p:cNvPr>
          <p:cNvSpPr/>
          <p:nvPr/>
        </p:nvSpPr>
        <p:spPr>
          <a:xfrm>
            <a:off x="8469150" y="2753958"/>
            <a:ext cx="2861535" cy="505610"/>
          </a:xfrm>
          <a:prstGeom prst="homePlat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Substantive Test</a:t>
            </a:r>
            <a:endParaRPr lang="en-ID" dirty="0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94D40871-4D41-CB73-DF7C-A3ED29DD9D12}"/>
              </a:ext>
            </a:extLst>
          </p:cNvPr>
          <p:cNvSpPr/>
          <p:nvPr/>
        </p:nvSpPr>
        <p:spPr>
          <a:xfrm>
            <a:off x="5948977" y="2753958"/>
            <a:ext cx="2861535" cy="505610"/>
          </a:xfrm>
          <a:prstGeom prst="homePlat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of  Effectiveness</a:t>
            </a:r>
            <a:endParaRPr lang="en-ID" dirty="0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8A624DA9-9A06-9416-7026-58F2D8223EBD}"/>
              </a:ext>
            </a:extLst>
          </p:cNvPr>
          <p:cNvSpPr/>
          <p:nvPr/>
        </p:nvSpPr>
        <p:spPr>
          <a:xfrm>
            <a:off x="3324112" y="2753958"/>
            <a:ext cx="2861535" cy="505610"/>
          </a:xfrm>
          <a:prstGeom prst="homePlat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of Design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1E74B-3AB7-A0C5-FD69-E5DD54FD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984" y="93953"/>
            <a:ext cx="10515600" cy="987425"/>
          </a:xfrm>
        </p:spPr>
        <p:txBody>
          <a:bodyPr>
            <a:normAutofit/>
          </a:bodyPr>
          <a:lstStyle/>
          <a:p>
            <a:r>
              <a:rPr lang="en-US" dirty="0"/>
              <a:t>Sampling in Various Audit Stages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118B1-81B6-0057-AF82-75345702E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932" y="1081378"/>
            <a:ext cx="11190136" cy="1371366"/>
          </a:xfrm>
        </p:spPr>
        <p:txBody>
          <a:bodyPr/>
          <a:lstStyle/>
          <a:p>
            <a:r>
              <a:rPr lang="en-US" dirty="0"/>
              <a:t>Sampling is not only used in substantive testing.</a:t>
            </a:r>
          </a:p>
          <a:p>
            <a:r>
              <a:rPr lang="en-US" dirty="0"/>
              <a:t>It can be applied at </a:t>
            </a:r>
            <a:r>
              <a:rPr lang="en-US" b="1" dirty="0"/>
              <a:t>multiple stages</a:t>
            </a:r>
            <a:r>
              <a:rPr lang="en-US" dirty="0"/>
              <a:t> of the audit life cycle, each with a different purpose.</a:t>
            </a:r>
            <a:r>
              <a:rPr lang="en-ID" dirty="0"/>
              <a:t> Such: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8AF37-F27A-8AEA-B7DC-7AC098F4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11</a:t>
            </a:fld>
            <a:endParaRPr lang="en-ID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CB77A39E-0793-D3D3-AEF0-D5220E37ACD1}"/>
              </a:ext>
            </a:extLst>
          </p:cNvPr>
          <p:cNvSpPr/>
          <p:nvPr/>
        </p:nvSpPr>
        <p:spPr>
          <a:xfrm>
            <a:off x="806823" y="2753958"/>
            <a:ext cx="2861535" cy="505610"/>
          </a:xfrm>
          <a:prstGeom prst="homePlat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Audit Planning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8FD154-C107-FC86-1059-560BEEFC1C03}"/>
              </a:ext>
            </a:extLst>
          </p:cNvPr>
          <p:cNvSpPr txBox="1"/>
          <p:nvPr/>
        </p:nvSpPr>
        <p:spPr>
          <a:xfrm>
            <a:off x="856577" y="3429000"/>
            <a:ext cx="27620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Sampling helps narrow down </a:t>
            </a:r>
            <a:r>
              <a:rPr lang="en-US" i="1" dirty="0"/>
              <a:t>where</a:t>
            </a:r>
            <a:r>
              <a:rPr lang="en-US" dirty="0"/>
              <a:t> the auditor should focus instead of auditing everything.</a:t>
            </a:r>
            <a:endParaRPr lang="en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8E35C2-85F1-257F-3254-54DFD4B9EF85}"/>
              </a:ext>
            </a:extLst>
          </p:cNvPr>
          <p:cNvSpPr txBox="1"/>
          <p:nvPr/>
        </p:nvSpPr>
        <p:spPr>
          <a:xfrm>
            <a:off x="3516180" y="3429000"/>
            <a:ext cx="24773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Auditor only needs a few examples to verify </a:t>
            </a:r>
            <a:r>
              <a:rPr lang="en-US" i="1" dirty="0"/>
              <a:t>how the control is supposed to work</a:t>
            </a:r>
            <a:r>
              <a:rPr lang="en-US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133123-0C11-A322-C359-A5D7DA93F9B7}"/>
              </a:ext>
            </a:extLst>
          </p:cNvPr>
          <p:cNvSpPr txBox="1"/>
          <p:nvPr/>
        </p:nvSpPr>
        <p:spPr>
          <a:xfrm>
            <a:off x="6141045" y="3429000"/>
            <a:ext cx="24773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Verify the data/documents needed to ensure that the control actually worked during the audit period.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A34888-8989-DDE5-8996-74B3B17083DD}"/>
              </a:ext>
            </a:extLst>
          </p:cNvPr>
          <p:cNvSpPr txBox="1"/>
          <p:nvPr/>
        </p:nvSpPr>
        <p:spPr>
          <a:xfrm>
            <a:off x="8663488" y="3429000"/>
            <a:ext cx="24773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Sampling identifies </a:t>
            </a:r>
            <a:r>
              <a:rPr lang="en-US" i="1" dirty="0"/>
              <a:t>which items</a:t>
            </a:r>
            <a:r>
              <a:rPr lang="en-US" dirty="0"/>
              <a:t> need supporting documents or verification (often focused on anomalies).</a:t>
            </a:r>
          </a:p>
        </p:txBody>
      </p:sp>
    </p:spTree>
    <p:extLst>
      <p:ext uri="{BB962C8B-B14F-4D97-AF65-F5344CB8AC3E}">
        <p14:creationId xmlns:p14="http://schemas.microsoft.com/office/powerpoint/2010/main" val="3550433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32AF6-CD8E-17C2-5938-96FCD1BD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F207D-A5B6-BAB9-37CF-A18C40B67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69" y="205256"/>
            <a:ext cx="10515600" cy="987425"/>
          </a:xfrm>
        </p:spPr>
        <p:txBody>
          <a:bodyPr>
            <a:normAutofit/>
          </a:bodyPr>
          <a:lstStyle/>
          <a:p>
            <a:r>
              <a:rPr lang="en-US" dirty="0"/>
              <a:t>How Data Analytics Changes </a:t>
            </a:r>
            <a:r>
              <a:rPr lang="en-US" dirty="0" err="1"/>
              <a:t>ToE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D8964-BEB7-2DA7-EF74-175F24693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932" y="1298254"/>
            <a:ext cx="11190136" cy="445881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Data analytics and automation are fundamentally changing how auditors conduct the Test of Effectiveness (</a:t>
            </a:r>
            <a:r>
              <a:rPr lang="en-US" sz="2000" dirty="0" err="1"/>
              <a:t>ToE</a:t>
            </a:r>
            <a:r>
              <a:rPr lang="en-US" sz="2000" dirty="0"/>
              <a:t>), moving away from traditional, limited testing to </a:t>
            </a:r>
            <a:r>
              <a:rPr lang="en-US" sz="2000" b="1" dirty="0"/>
              <a:t>comprehensive, continuous assurance</a:t>
            </a:r>
            <a:r>
              <a:rPr lang="en-US" sz="20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Remember, the objective of </a:t>
            </a:r>
            <a:r>
              <a:rPr lang="en-US" sz="2000" dirty="0" err="1"/>
              <a:t>ToE</a:t>
            </a:r>
            <a:r>
              <a:rPr lang="en-US" sz="2000" dirty="0"/>
              <a:t> is to ensure the control is in place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Direct observation only confirms the control is operating </a:t>
            </a:r>
            <a:r>
              <a:rPr lang="en-US" sz="2000" i="1" dirty="0"/>
              <a:t>at the moment</a:t>
            </a:r>
            <a:r>
              <a:rPr lang="en-US" sz="2000" dirty="0"/>
              <a:t> of the audit, failing to provide assurance of its effectiveness throughout the prior period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Effectiveness is best verified by analyzing historical data, which is crucial for proving the continuous operation of Application Controls and IT-Dependent Manual Controls (ITDM)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Since control effectiveness can be quantitatively measured using this data, auditors can leverage analytics to run the test directly on the </a:t>
            </a:r>
            <a:r>
              <a:rPr lang="en-US" sz="2000" b="1" dirty="0"/>
              <a:t>full data population</a:t>
            </a:r>
            <a:r>
              <a:rPr lang="en-US" sz="2000" dirty="0"/>
              <a:t>,</a:t>
            </a:r>
            <a:r>
              <a:rPr lang="en-US" sz="2000" b="1" dirty="0"/>
              <a:t> </a:t>
            </a:r>
            <a:r>
              <a:rPr lang="en-US" sz="2000" dirty="0"/>
              <a:t>not sampled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8C502-6110-6BC0-7486-4C939892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6332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54F5BC8-3479-4B4F-B081-83F623053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/>
          <a:lstStyle/>
          <a:p>
            <a:r>
              <a:rPr lang="en-US" dirty="0" err="1"/>
              <a:t>Mengenal</a:t>
            </a:r>
            <a:r>
              <a:rPr lang="en-US" dirty="0"/>
              <a:t> </a:t>
            </a:r>
            <a:r>
              <a:rPr lang="en-US" dirty="0" err="1"/>
              <a:t>Anomali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CC2C-B944-4C25-BFC6-6429CA090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 – </a:t>
            </a:r>
            <a:r>
              <a:rPr lang="en-US" dirty="0" err="1"/>
              <a:t>Anomali</a:t>
            </a:r>
            <a:r>
              <a:rPr lang="en-US" dirty="0"/>
              <a:t> – Sampling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5F0F-D707-4D34-B8CC-1D1457761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358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Pada </a:t>
            </a:r>
            <a:r>
              <a:rPr lang="en-US" dirty="0" err="1"/>
              <a:t>konteks</a:t>
            </a:r>
            <a:r>
              <a:rPr lang="en-US" dirty="0"/>
              <a:t> DA, sampling yang </a:t>
            </a:r>
            <a:r>
              <a:rPr lang="en-US" dirty="0" err="1"/>
              <a:t>dimaksud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data mana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diuji</a:t>
            </a:r>
            <a:r>
              <a:rPr lang="en-US" dirty="0"/>
              <a:t>, </a:t>
            </a:r>
            <a:r>
              <a:rPr lang="en-US" dirty="0" err="1"/>
              <a:t>melainkan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/</a:t>
            </a:r>
            <a:r>
              <a:rPr lang="en-US" dirty="0" err="1"/>
              <a:t>dokumen</a:t>
            </a:r>
            <a:r>
              <a:rPr lang="en-US" dirty="0"/>
              <a:t> mana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diuji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lanjut</a:t>
            </a:r>
            <a:r>
              <a:rPr lang="en-US" dirty="0"/>
              <a:t> (uji </a:t>
            </a:r>
            <a:r>
              <a:rPr lang="en-US" dirty="0" err="1"/>
              <a:t>substantif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14888-4488-44EA-92DB-0E242DC9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Graphic 5" descr="Statistics with solid fill">
            <a:extLst>
              <a:ext uri="{FF2B5EF4-FFF2-40B4-BE49-F238E27FC236}">
                <a16:creationId xmlns:a16="http://schemas.microsoft.com/office/drawing/2014/main" id="{97923A69-2CFD-4511-B744-5A390C328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8367" y="3910748"/>
            <a:ext cx="914400" cy="914400"/>
          </a:xfrm>
          <a:prstGeom prst="rect">
            <a:avLst/>
          </a:prstGeom>
        </p:spPr>
      </p:pic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E006426E-7284-44C6-BEDB-9FF101A8D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1896" y="3496506"/>
            <a:ext cx="914400" cy="914400"/>
          </a:xfrm>
          <a:prstGeom prst="rect">
            <a:avLst/>
          </a:prstGeom>
        </p:spPr>
      </p:pic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0B70B68F-0EDE-4869-BDD4-0E859D24A3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18631" y="3601347"/>
            <a:ext cx="914400" cy="914400"/>
          </a:xfrm>
          <a:prstGeom prst="rect">
            <a:avLst/>
          </a:prstGeom>
        </p:spPr>
      </p:pic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8B31DC81-7AF0-4C98-9ED6-DC3882F0C2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85968" y="4186200"/>
            <a:ext cx="914400" cy="914400"/>
          </a:xfrm>
          <a:prstGeom prst="rect">
            <a:avLst/>
          </a:prstGeom>
        </p:spPr>
      </p:pic>
      <p:pic>
        <p:nvPicPr>
          <p:cNvPr id="12" name="Graphic 11" descr="Database with solid fill">
            <a:extLst>
              <a:ext uri="{FF2B5EF4-FFF2-40B4-BE49-F238E27FC236}">
                <a16:creationId xmlns:a16="http://schemas.microsoft.com/office/drawing/2014/main" id="{E49B74F5-E514-4B90-8311-CBDA5CAE70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7823" y="4186200"/>
            <a:ext cx="914400" cy="914400"/>
          </a:xfrm>
          <a:prstGeom prst="rect">
            <a:avLst/>
          </a:prstGeom>
        </p:spPr>
      </p:pic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208964A6-9227-47EB-ADC4-250C32251D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10600" y="4126015"/>
            <a:ext cx="914400" cy="9144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E2A52E-BA34-4CBF-96B4-144436C0F305}"/>
              </a:ext>
            </a:extLst>
          </p:cNvPr>
          <p:cNvCxnSpPr>
            <a:cxnSpLocks/>
          </p:cNvCxnSpPr>
          <p:nvPr/>
        </p:nvCxnSpPr>
        <p:spPr>
          <a:xfrm>
            <a:off x="3639189" y="4314250"/>
            <a:ext cx="171219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6088DF-9D57-4807-B498-406AA205D8F4}"/>
              </a:ext>
            </a:extLst>
          </p:cNvPr>
          <p:cNvCxnSpPr>
            <a:cxnSpLocks/>
          </p:cNvCxnSpPr>
          <p:nvPr/>
        </p:nvCxnSpPr>
        <p:spPr>
          <a:xfrm>
            <a:off x="6634003" y="4314250"/>
            <a:ext cx="152195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ED5DDB-DF65-4597-929E-9FD8632120D8}"/>
              </a:ext>
            </a:extLst>
          </p:cNvPr>
          <p:cNvSpPr txBox="1"/>
          <p:nvPr/>
        </p:nvSpPr>
        <p:spPr>
          <a:xfrm>
            <a:off x="2042342" y="5235537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  <a:endParaRPr lang="en-ID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E5A996-1405-423C-865A-4BB38305FAF4}"/>
              </a:ext>
            </a:extLst>
          </p:cNvPr>
          <p:cNvSpPr txBox="1"/>
          <p:nvPr/>
        </p:nvSpPr>
        <p:spPr>
          <a:xfrm>
            <a:off x="4530852" y="5235537"/>
            <a:ext cx="2829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Analisis</a:t>
            </a:r>
            <a:r>
              <a:rPr lang="en-US" dirty="0"/>
              <a:t> Data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3E7A15-8D3D-416A-BB62-2A913E8C4259}"/>
              </a:ext>
            </a:extLst>
          </p:cNvPr>
          <p:cNvSpPr txBox="1"/>
          <p:nvPr/>
        </p:nvSpPr>
        <p:spPr>
          <a:xfrm>
            <a:off x="7818451" y="5235537"/>
            <a:ext cx="31081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Uji </a:t>
            </a:r>
            <a:r>
              <a:rPr lang="en-US" dirty="0" err="1"/>
              <a:t>Substantif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Bukti</a:t>
            </a:r>
          </a:p>
          <a:p>
            <a:pPr algn="ctr"/>
            <a:r>
              <a:rPr lang="en-ID" dirty="0"/>
              <a:t>(</a:t>
            </a:r>
            <a:r>
              <a:rPr lang="en-ID" dirty="0" err="1"/>
              <a:t>contoh</a:t>
            </a:r>
            <a:r>
              <a:rPr lang="en-ID" dirty="0"/>
              <a:t>: </a:t>
            </a:r>
            <a:r>
              <a:rPr lang="en-ID" dirty="0" err="1"/>
              <a:t>mencari</a:t>
            </a:r>
            <a:r>
              <a:rPr lang="en-ID" dirty="0"/>
              <a:t> </a:t>
            </a:r>
            <a:r>
              <a:rPr lang="en-ID" dirty="0" err="1"/>
              <a:t>bukti</a:t>
            </a:r>
            <a:r>
              <a:rPr lang="en-ID" dirty="0"/>
              <a:t> audit </a:t>
            </a:r>
          </a:p>
          <a:p>
            <a:pPr algn="ctr"/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anomali</a:t>
            </a:r>
            <a:r>
              <a:rPr lang="en-ID" dirty="0"/>
              <a:t> data)</a:t>
            </a:r>
          </a:p>
        </p:txBody>
      </p:sp>
    </p:spTree>
    <p:extLst>
      <p:ext uri="{BB962C8B-B14F-4D97-AF65-F5344CB8AC3E}">
        <p14:creationId xmlns:p14="http://schemas.microsoft.com/office/powerpoint/2010/main" val="2140043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A3D9-2CDD-4ADC-AB3C-ABDF7582A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188" y="1546878"/>
            <a:ext cx="3930181" cy="651265"/>
          </a:xfrm>
        </p:spPr>
        <p:txBody>
          <a:bodyPr>
            <a:noAutofit/>
          </a:bodyPr>
          <a:lstStyle/>
          <a:p>
            <a:r>
              <a:rPr lang="en-US" sz="5400" dirty="0" err="1"/>
              <a:t>Apa</a:t>
            </a:r>
            <a:r>
              <a:rPr lang="en-US" sz="5400" dirty="0"/>
              <a:t> </a:t>
            </a:r>
            <a:br>
              <a:rPr lang="en-US" sz="5400" dirty="0"/>
            </a:br>
            <a:r>
              <a:rPr lang="en-US" sz="5400" dirty="0" err="1"/>
              <a:t>itu</a:t>
            </a:r>
            <a:r>
              <a:rPr lang="en-US" sz="5400" dirty="0"/>
              <a:t> </a:t>
            </a:r>
            <a:br>
              <a:rPr lang="en-US" sz="5400" dirty="0"/>
            </a:br>
            <a:r>
              <a:rPr lang="en-US" sz="5400" dirty="0" err="1"/>
              <a:t>Anomali</a:t>
            </a:r>
            <a:r>
              <a:rPr lang="en-US" sz="5400" dirty="0"/>
              <a:t>?</a:t>
            </a:r>
            <a:endParaRPr lang="en-ID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442F0-A214-45F0-878C-C8F765F0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 descr="Anomali adalah Penyimpangan, ini Definisi dan Macamnya | Diadona.id">
            <a:extLst>
              <a:ext uri="{FF2B5EF4-FFF2-40B4-BE49-F238E27FC236}">
                <a16:creationId xmlns:a16="http://schemas.microsoft.com/office/drawing/2014/main" id="{6F1DDE68-FFA7-4F21-B54D-C913701E2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481" y="393891"/>
            <a:ext cx="7297331" cy="547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306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A3D9-2CDD-4ADC-AB3C-ABDF7582A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188" y="1546878"/>
            <a:ext cx="3930181" cy="651265"/>
          </a:xfrm>
        </p:spPr>
        <p:txBody>
          <a:bodyPr>
            <a:noAutofit/>
          </a:bodyPr>
          <a:lstStyle/>
          <a:p>
            <a:r>
              <a:rPr lang="en-US" sz="5400" dirty="0" err="1"/>
              <a:t>Apa</a:t>
            </a:r>
            <a:r>
              <a:rPr lang="en-US" sz="5400" dirty="0"/>
              <a:t> </a:t>
            </a:r>
            <a:br>
              <a:rPr lang="en-US" sz="5400" dirty="0"/>
            </a:br>
            <a:r>
              <a:rPr lang="en-US" sz="5400" dirty="0" err="1"/>
              <a:t>itu</a:t>
            </a:r>
            <a:r>
              <a:rPr lang="en-US" sz="5400" dirty="0"/>
              <a:t> </a:t>
            </a:r>
            <a:br>
              <a:rPr lang="en-US" sz="5400" dirty="0"/>
            </a:br>
            <a:r>
              <a:rPr lang="en-US" sz="5400" dirty="0" err="1"/>
              <a:t>Anomali</a:t>
            </a:r>
            <a:r>
              <a:rPr lang="en-US" sz="5400" dirty="0"/>
              <a:t>?</a:t>
            </a:r>
            <a:endParaRPr lang="en-ID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442F0-A214-45F0-878C-C8F765F0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D0FFA7-1FD2-4DA8-88DF-07A5852DA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480" y="393890"/>
            <a:ext cx="7329907" cy="547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79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E854-BC43-49C7-B790-24ABEF49A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99A96-CA27-4622-8A64-A8F986FE0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99798"/>
          </a:xfrm>
        </p:spPr>
        <p:txBody>
          <a:bodyPr/>
          <a:lstStyle/>
          <a:p>
            <a:pPr marL="0" indent="0">
              <a:buNone/>
            </a:pPr>
            <a:r>
              <a:rPr lang="en-ID" sz="2000" b="1" i="0" dirty="0" err="1">
                <a:solidFill>
                  <a:srgbClr val="000000"/>
                </a:solidFill>
                <a:effectLst/>
              </a:rPr>
              <a:t>anomali</a:t>
            </a:r>
            <a:r>
              <a:rPr lang="en-ID" sz="2000" b="0" i="1" dirty="0">
                <a:solidFill>
                  <a:srgbClr val="333333"/>
                </a:solidFill>
                <a:effectLst/>
              </a:rPr>
              <a:t>/</a:t>
            </a:r>
            <a:r>
              <a:rPr lang="en-ID" sz="2000" b="0" i="1" dirty="0" err="1">
                <a:solidFill>
                  <a:srgbClr val="333333"/>
                </a:solidFill>
                <a:effectLst/>
              </a:rPr>
              <a:t>ano·ma·li</a:t>
            </a:r>
            <a:r>
              <a:rPr lang="en-ID" sz="2000" b="0" i="1" dirty="0">
                <a:solidFill>
                  <a:srgbClr val="333333"/>
                </a:solidFill>
                <a:effectLst/>
              </a:rPr>
              <a:t>/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ID" sz="2000" b="0" i="1" dirty="0">
                <a:solidFill>
                  <a:srgbClr val="D100CF"/>
                </a:solidFill>
                <a:effectLst/>
              </a:rPr>
              <a:t>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ID" sz="2000" b="1" i="0" dirty="0">
                <a:solidFill>
                  <a:srgbClr val="000000"/>
                </a:solidFill>
                <a:effectLst/>
              </a:rPr>
              <a:t>1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ketidaknormalan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;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penyimpangan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dari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normal;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kelainan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; </a:t>
            </a:r>
            <a:r>
              <a:rPr lang="en-ID" sz="2000" b="1" i="0" dirty="0">
                <a:solidFill>
                  <a:srgbClr val="000000"/>
                </a:solidFill>
                <a:effectLst/>
              </a:rPr>
              <a:t>2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ID" sz="2000" b="0" i="1" dirty="0">
                <a:solidFill>
                  <a:srgbClr val="D100CF"/>
                </a:solidFill>
                <a:effectLst/>
              </a:rPr>
              <a:t>Ling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penyimpangan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atau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kelainan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dipandang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dari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sudut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konvensi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gramatikal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atau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semantis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suatu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bahasa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; </a:t>
            </a:r>
            <a:r>
              <a:rPr lang="en-ID" sz="2000" b="1" i="0" dirty="0">
                <a:solidFill>
                  <a:srgbClr val="000000"/>
                </a:solidFill>
                <a:effectLst/>
              </a:rPr>
              <a:t>3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ID" sz="2000" b="0" i="1" dirty="0">
                <a:solidFill>
                  <a:srgbClr val="D100CF"/>
                </a:solidFill>
                <a:effectLst/>
              </a:rPr>
              <a:t>Tek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penyimpangan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dari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keseragaman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sifat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fisik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sering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menjadi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perhatian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ekplorasi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(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misalnya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anomali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waktu-lintas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anomali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magnetik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)</a:t>
            </a:r>
            <a:endParaRPr lang="en-ID" sz="2000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sz="2000" b="1" i="0" dirty="0">
                <a:solidFill>
                  <a:srgbClr val="000000"/>
                </a:solidFill>
                <a:effectLst/>
              </a:rPr>
              <a:t>normal </a:t>
            </a:r>
            <a:r>
              <a:rPr lang="en-ID" sz="2000" b="0" i="1" dirty="0">
                <a:solidFill>
                  <a:srgbClr val="333333"/>
                </a:solidFill>
                <a:effectLst/>
              </a:rPr>
              <a:t>/</a:t>
            </a:r>
            <a:r>
              <a:rPr lang="en-ID" sz="2000" b="0" i="1" dirty="0" err="1">
                <a:solidFill>
                  <a:srgbClr val="333333"/>
                </a:solidFill>
                <a:effectLst/>
              </a:rPr>
              <a:t>nor·mal</a:t>
            </a:r>
            <a:r>
              <a:rPr lang="en-ID" sz="2000" b="0" i="1" dirty="0">
                <a:solidFill>
                  <a:srgbClr val="333333"/>
                </a:solidFill>
                <a:effectLst/>
              </a:rPr>
              <a:t> /</a:t>
            </a:r>
            <a:r>
              <a:rPr lang="en-ID" sz="2000" b="0" i="1" dirty="0">
                <a:solidFill>
                  <a:srgbClr val="D100CF"/>
                </a:solidFill>
                <a:effectLst/>
              </a:rPr>
              <a:t>a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ID" sz="2000" b="1" i="0" dirty="0">
                <a:solidFill>
                  <a:srgbClr val="000000"/>
                </a:solidFill>
                <a:effectLst/>
              </a:rPr>
              <a:t>1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menurut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aturan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atau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menurut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pola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yang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umum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;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sesuai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dan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tidak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menyimpang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dari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suatu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norma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atau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kaidah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;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sesuai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dengan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keadaan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yang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biasa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;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tanpa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cacat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;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tidak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ada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kelainan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: </a:t>
            </a:r>
            <a:r>
              <a:rPr lang="en-ID" sz="2000" b="0" i="1" dirty="0" err="1">
                <a:effectLst/>
              </a:rPr>
              <a:t>bayi</a:t>
            </a:r>
            <a:r>
              <a:rPr lang="en-ID" sz="2000" b="0" i="1" dirty="0">
                <a:effectLst/>
              </a:rPr>
              <a:t> </a:t>
            </a:r>
            <a:r>
              <a:rPr lang="en-ID" sz="2000" b="0" i="1" dirty="0" err="1">
                <a:effectLst/>
              </a:rPr>
              <a:t>itu</a:t>
            </a:r>
            <a:r>
              <a:rPr lang="en-ID" sz="2000" b="0" i="1" dirty="0">
                <a:effectLst/>
              </a:rPr>
              <a:t> </a:t>
            </a:r>
            <a:r>
              <a:rPr lang="en-ID" sz="2000" b="0" i="1" dirty="0" err="1">
                <a:effectLst/>
              </a:rPr>
              <a:t>lahir</a:t>
            </a:r>
            <a:r>
              <a:rPr lang="en-ID" sz="2000" b="0" i="1" dirty="0">
                <a:effectLst/>
              </a:rPr>
              <a:t> </a:t>
            </a:r>
            <a:r>
              <a:rPr lang="en-ID" sz="2000" b="0" i="1" dirty="0" err="1">
                <a:effectLst/>
              </a:rPr>
              <a:t>dalam</a:t>
            </a:r>
            <a:r>
              <a:rPr lang="en-ID" sz="2000" b="0" i="1" dirty="0">
                <a:effectLst/>
              </a:rPr>
              <a:t> </a:t>
            </a:r>
            <a:r>
              <a:rPr lang="en-ID" sz="2000" b="0" i="1" dirty="0" err="1">
                <a:effectLst/>
              </a:rPr>
              <a:t>keadaan</a:t>
            </a:r>
            <a:r>
              <a:rPr lang="en-ID" sz="2000" b="0" i="1" dirty="0">
                <a:solidFill>
                  <a:srgbClr val="0A6CFF"/>
                </a:solidFill>
                <a:effectLst/>
              </a:rPr>
              <a:t> --;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ID" sz="2000" b="1" i="0" dirty="0">
                <a:solidFill>
                  <a:srgbClr val="000000"/>
                </a:solidFill>
                <a:effectLst/>
              </a:rPr>
              <a:t>2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bebas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dari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gangguan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</a:rPr>
              <a:t>jiwa</a:t>
            </a:r>
            <a:r>
              <a:rPr lang="en-ID" sz="2000" b="0" i="0" dirty="0">
                <a:solidFill>
                  <a:srgbClr val="000000"/>
                </a:solidFill>
                <a:effectLst/>
              </a:rPr>
              <a:t>;</a:t>
            </a:r>
            <a:endParaRPr lang="en-ID" sz="2000" dirty="0"/>
          </a:p>
          <a:p>
            <a:pPr marL="0" indent="0"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9497B-0BBB-48C5-9627-B727ACE0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72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3DE73-40CB-43B4-B9CE-AD61A9AC8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5369"/>
          </a:xfrm>
        </p:spPr>
        <p:txBody>
          <a:bodyPr/>
          <a:lstStyle/>
          <a:p>
            <a:r>
              <a:rPr lang="en-US" dirty="0" err="1"/>
              <a:t>Ilustrasi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44C5E-92FF-4194-8E3E-F6BE6A2E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41" name="Graphic 40" descr="Man">
            <a:extLst>
              <a:ext uri="{FF2B5EF4-FFF2-40B4-BE49-F238E27FC236}">
                <a16:creationId xmlns:a16="http://schemas.microsoft.com/office/drawing/2014/main" id="{3E2F563F-2E08-4184-BFDE-CF1C26362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2359" y="1760228"/>
            <a:ext cx="715866" cy="715866"/>
          </a:xfrm>
          <a:prstGeom prst="rect">
            <a:avLst/>
          </a:prstGeom>
        </p:spPr>
      </p:pic>
      <p:pic>
        <p:nvPicPr>
          <p:cNvPr id="42" name="Graphic 41" descr="Man">
            <a:extLst>
              <a:ext uri="{FF2B5EF4-FFF2-40B4-BE49-F238E27FC236}">
                <a16:creationId xmlns:a16="http://schemas.microsoft.com/office/drawing/2014/main" id="{F371BFA2-4E79-4B3B-9A3E-035F99CCE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456" y="1760228"/>
            <a:ext cx="715866" cy="715866"/>
          </a:xfrm>
          <a:prstGeom prst="rect">
            <a:avLst/>
          </a:prstGeom>
        </p:spPr>
      </p:pic>
      <p:pic>
        <p:nvPicPr>
          <p:cNvPr id="43" name="Graphic 42" descr="Man">
            <a:extLst>
              <a:ext uri="{FF2B5EF4-FFF2-40B4-BE49-F238E27FC236}">
                <a16:creationId xmlns:a16="http://schemas.microsoft.com/office/drawing/2014/main" id="{B6E52E19-BD3E-4971-9B14-02D126F9F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28553" y="1760228"/>
            <a:ext cx="715866" cy="715866"/>
          </a:xfrm>
          <a:prstGeom prst="rect">
            <a:avLst/>
          </a:prstGeom>
        </p:spPr>
      </p:pic>
      <p:pic>
        <p:nvPicPr>
          <p:cNvPr id="44" name="Graphic 43" descr="Man">
            <a:extLst>
              <a:ext uri="{FF2B5EF4-FFF2-40B4-BE49-F238E27FC236}">
                <a16:creationId xmlns:a16="http://schemas.microsoft.com/office/drawing/2014/main" id="{105D3B97-59F8-454B-997E-E0D6E0EF7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1650" y="1760228"/>
            <a:ext cx="715866" cy="715866"/>
          </a:xfrm>
          <a:prstGeom prst="rect">
            <a:avLst/>
          </a:prstGeom>
        </p:spPr>
      </p:pic>
      <p:pic>
        <p:nvPicPr>
          <p:cNvPr id="45" name="Graphic 44" descr="Man">
            <a:extLst>
              <a:ext uri="{FF2B5EF4-FFF2-40B4-BE49-F238E27FC236}">
                <a16:creationId xmlns:a16="http://schemas.microsoft.com/office/drawing/2014/main" id="{B457AE78-B6AD-4878-B3C0-F984A4AD7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4747" y="1760228"/>
            <a:ext cx="715866" cy="715866"/>
          </a:xfrm>
          <a:prstGeom prst="rect">
            <a:avLst/>
          </a:prstGeom>
        </p:spPr>
      </p:pic>
      <p:pic>
        <p:nvPicPr>
          <p:cNvPr id="46" name="Graphic 45" descr="Man">
            <a:extLst>
              <a:ext uri="{FF2B5EF4-FFF2-40B4-BE49-F238E27FC236}">
                <a16:creationId xmlns:a16="http://schemas.microsoft.com/office/drawing/2014/main" id="{CFC1A0D0-AC34-4C4A-8CDD-A28CCE9EA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7844" y="1760228"/>
            <a:ext cx="715866" cy="715866"/>
          </a:xfrm>
          <a:prstGeom prst="rect">
            <a:avLst/>
          </a:prstGeom>
        </p:spPr>
      </p:pic>
      <p:pic>
        <p:nvPicPr>
          <p:cNvPr id="47" name="Graphic 46" descr="Man">
            <a:extLst>
              <a:ext uri="{FF2B5EF4-FFF2-40B4-BE49-F238E27FC236}">
                <a16:creationId xmlns:a16="http://schemas.microsoft.com/office/drawing/2014/main" id="{45775014-15DD-441F-BE7A-E4B50CB7E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0941" y="1760228"/>
            <a:ext cx="715866" cy="715866"/>
          </a:xfrm>
          <a:prstGeom prst="rect">
            <a:avLst/>
          </a:prstGeom>
        </p:spPr>
      </p:pic>
      <p:pic>
        <p:nvPicPr>
          <p:cNvPr id="48" name="Graphic 47" descr="Man">
            <a:extLst>
              <a:ext uri="{FF2B5EF4-FFF2-40B4-BE49-F238E27FC236}">
                <a16:creationId xmlns:a16="http://schemas.microsoft.com/office/drawing/2014/main" id="{E8DED7ED-BA90-4365-92EA-F48042D37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4038" y="1760228"/>
            <a:ext cx="715866" cy="71586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4B16EE3-FDC8-43C4-93B5-EB97327A24B3}"/>
              </a:ext>
            </a:extLst>
          </p:cNvPr>
          <p:cNvSpPr txBox="1"/>
          <p:nvPr/>
        </p:nvSpPr>
        <p:spPr>
          <a:xfrm>
            <a:off x="2766674" y="2663027"/>
            <a:ext cx="516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163</a:t>
            </a:r>
            <a:endParaRPr lang="en-ID" sz="16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5CC474-F2CF-403F-A6E4-78D2103F1C48}"/>
              </a:ext>
            </a:extLst>
          </p:cNvPr>
          <p:cNvSpPr txBox="1"/>
          <p:nvPr/>
        </p:nvSpPr>
        <p:spPr>
          <a:xfrm>
            <a:off x="3885527" y="2663027"/>
            <a:ext cx="53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172</a:t>
            </a:r>
            <a:endParaRPr lang="en-ID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F08D7D-D275-4686-B579-9F5482DE08B2}"/>
              </a:ext>
            </a:extLst>
          </p:cNvPr>
          <p:cNvSpPr txBox="1"/>
          <p:nvPr/>
        </p:nvSpPr>
        <p:spPr>
          <a:xfrm>
            <a:off x="5042096" y="2663027"/>
            <a:ext cx="516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155</a:t>
            </a:r>
            <a:endParaRPr lang="en-ID" sz="1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D4D872-7AAC-48DB-BFA7-654DD3CDC492}"/>
              </a:ext>
            </a:extLst>
          </p:cNvPr>
          <p:cNvSpPr txBox="1"/>
          <p:nvPr/>
        </p:nvSpPr>
        <p:spPr>
          <a:xfrm>
            <a:off x="6170567" y="2663027"/>
            <a:ext cx="516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158</a:t>
            </a:r>
            <a:endParaRPr lang="en-ID" sz="16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25BF6A-DF36-4BCD-A08F-37DB08EB331D}"/>
              </a:ext>
            </a:extLst>
          </p:cNvPr>
          <p:cNvSpPr txBox="1"/>
          <p:nvPr/>
        </p:nvSpPr>
        <p:spPr>
          <a:xfrm>
            <a:off x="7299038" y="2663027"/>
            <a:ext cx="516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164</a:t>
            </a:r>
            <a:endParaRPr lang="en-ID" sz="16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724D9D-F28A-487A-938A-70B88849D7ED}"/>
              </a:ext>
            </a:extLst>
          </p:cNvPr>
          <p:cNvSpPr txBox="1"/>
          <p:nvPr/>
        </p:nvSpPr>
        <p:spPr>
          <a:xfrm>
            <a:off x="8427509" y="2663027"/>
            <a:ext cx="516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161</a:t>
            </a:r>
            <a:endParaRPr lang="en-ID" sz="16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920495-90AA-437E-BE82-4DA4ED196AD4}"/>
              </a:ext>
            </a:extLst>
          </p:cNvPr>
          <p:cNvSpPr txBox="1"/>
          <p:nvPr/>
        </p:nvSpPr>
        <p:spPr>
          <a:xfrm>
            <a:off x="9574460" y="2663027"/>
            <a:ext cx="516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198</a:t>
            </a:r>
            <a:endParaRPr lang="en-ID" sz="1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123F94-0F6E-48CE-A123-4AE997C91621}"/>
              </a:ext>
            </a:extLst>
          </p:cNvPr>
          <p:cNvSpPr txBox="1"/>
          <p:nvPr/>
        </p:nvSpPr>
        <p:spPr>
          <a:xfrm>
            <a:off x="10702931" y="2663027"/>
            <a:ext cx="516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159</a:t>
            </a:r>
            <a:endParaRPr lang="en-ID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A3DAFE-9743-4CE5-89A9-088AEB9E0DC4}"/>
              </a:ext>
            </a:extLst>
          </p:cNvPr>
          <p:cNvSpPr txBox="1"/>
          <p:nvPr/>
        </p:nvSpPr>
        <p:spPr>
          <a:xfrm rot="306793">
            <a:off x="1276656" y="1673494"/>
            <a:ext cx="379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Georgia" panose="02040502050405020303" pitchFamily="18" charset="0"/>
              </a:rPr>
              <a:t>I</a:t>
            </a:r>
            <a:endParaRPr lang="en-ID" sz="4000" dirty="0">
              <a:latin typeface="Georgia" panose="02040502050405020303" pitchFamily="18" charset="0"/>
            </a:endParaRPr>
          </a:p>
        </p:txBody>
      </p:sp>
      <p:pic>
        <p:nvPicPr>
          <p:cNvPr id="58" name="Graphic 57" descr="Man">
            <a:extLst>
              <a:ext uri="{FF2B5EF4-FFF2-40B4-BE49-F238E27FC236}">
                <a16:creationId xmlns:a16="http://schemas.microsoft.com/office/drawing/2014/main" id="{1A6DC514-B22F-4ABC-AC4C-D8FAE3DA9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2359" y="3675435"/>
            <a:ext cx="715866" cy="715866"/>
          </a:xfrm>
          <a:prstGeom prst="rect">
            <a:avLst/>
          </a:prstGeom>
        </p:spPr>
      </p:pic>
      <p:pic>
        <p:nvPicPr>
          <p:cNvPr id="59" name="Graphic 58" descr="Man">
            <a:extLst>
              <a:ext uri="{FF2B5EF4-FFF2-40B4-BE49-F238E27FC236}">
                <a16:creationId xmlns:a16="http://schemas.microsoft.com/office/drawing/2014/main" id="{F13BFFA1-4052-430D-8C0E-469261381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456" y="3675435"/>
            <a:ext cx="715866" cy="715866"/>
          </a:xfrm>
          <a:prstGeom prst="rect">
            <a:avLst/>
          </a:prstGeom>
        </p:spPr>
      </p:pic>
      <p:pic>
        <p:nvPicPr>
          <p:cNvPr id="60" name="Graphic 59" descr="Man">
            <a:extLst>
              <a:ext uri="{FF2B5EF4-FFF2-40B4-BE49-F238E27FC236}">
                <a16:creationId xmlns:a16="http://schemas.microsoft.com/office/drawing/2014/main" id="{3B5493A4-409E-4524-B3D6-127679552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28553" y="3675435"/>
            <a:ext cx="715866" cy="715866"/>
          </a:xfrm>
          <a:prstGeom prst="rect">
            <a:avLst/>
          </a:prstGeom>
        </p:spPr>
      </p:pic>
      <p:pic>
        <p:nvPicPr>
          <p:cNvPr id="61" name="Graphic 60" descr="Man">
            <a:extLst>
              <a:ext uri="{FF2B5EF4-FFF2-40B4-BE49-F238E27FC236}">
                <a16:creationId xmlns:a16="http://schemas.microsoft.com/office/drawing/2014/main" id="{F17A7BCB-1F25-47DA-A3F9-88D658F5B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1650" y="3675435"/>
            <a:ext cx="715866" cy="715866"/>
          </a:xfrm>
          <a:prstGeom prst="rect">
            <a:avLst/>
          </a:prstGeom>
        </p:spPr>
      </p:pic>
      <p:pic>
        <p:nvPicPr>
          <p:cNvPr id="62" name="Graphic 61" descr="Man">
            <a:extLst>
              <a:ext uri="{FF2B5EF4-FFF2-40B4-BE49-F238E27FC236}">
                <a16:creationId xmlns:a16="http://schemas.microsoft.com/office/drawing/2014/main" id="{7E3C5C71-70E3-4E01-A7B2-D3FE6B631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4747" y="3675435"/>
            <a:ext cx="715866" cy="715866"/>
          </a:xfrm>
          <a:prstGeom prst="rect">
            <a:avLst/>
          </a:prstGeom>
        </p:spPr>
      </p:pic>
      <p:pic>
        <p:nvPicPr>
          <p:cNvPr id="63" name="Graphic 62" descr="Man">
            <a:extLst>
              <a:ext uri="{FF2B5EF4-FFF2-40B4-BE49-F238E27FC236}">
                <a16:creationId xmlns:a16="http://schemas.microsoft.com/office/drawing/2014/main" id="{26D7477A-6A35-4B84-B96F-442A0DCC2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7844" y="3675435"/>
            <a:ext cx="715866" cy="715866"/>
          </a:xfrm>
          <a:prstGeom prst="rect">
            <a:avLst/>
          </a:prstGeom>
        </p:spPr>
      </p:pic>
      <p:pic>
        <p:nvPicPr>
          <p:cNvPr id="64" name="Graphic 63" descr="Man">
            <a:extLst>
              <a:ext uri="{FF2B5EF4-FFF2-40B4-BE49-F238E27FC236}">
                <a16:creationId xmlns:a16="http://schemas.microsoft.com/office/drawing/2014/main" id="{D922ABC0-8A4D-4844-8FE8-F090F1F13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0941" y="3675435"/>
            <a:ext cx="715866" cy="715866"/>
          </a:xfrm>
          <a:prstGeom prst="rect">
            <a:avLst/>
          </a:prstGeom>
        </p:spPr>
      </p:pic>
      <p:pic>
        <p:nvPicPr>
          <p:cNvPr id="65" name="Graphic 64" descr="Man">
            <a:extLst>
              <a:ext uri="{FF2B5EF4-FFF2-40B4-BE49-F238E27FC236}">
                <a16:creationId xmlns:a16="http://schemas.microsoft.com/office/drawing/2014/main" id="{62EC00D8-A49E-4CDD-AED9-DC83321D3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4038" y="3675435"/>
            <a:ext cx="715866" cy="715866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FE6A8A5-E067-42C8-82ED-358C6D7470B8}"/>
              </a:ext>
            </a:extLst>
          </p:cNvPr>
          <p:cNvSpPr txBox="1"/>
          <p:nvPr/>
        </p:nvSpPr>
        <p:spPr>
          <a:xfrm>
            <a:off x="2821978" y="4563782"/>
            <a:ext cx="40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20</a:t>
            </a:r>
            <a:endParaRPr lang="en-ID" sz="16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0D8376E-59EE-48B5-825F-988851B4871D}"/>
              </a:ext>
            </a:extLst>
          </p:cNvPr>
          <p:cNvSpPr txBox="1"/>
          <p:nvPr/>
        </p:nvSpPr>
        <p:spPr>
          <a:xfrm>
            <a:off x="3885527" y="4563782"/>
            <a:ext cx="53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21</a:t>
            </a:r>
            <a:endParaRPr lang="en-ID" sz="1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73014C1-3953-4A9B-BA60-D4504AA9DB8F}"/>
              </a:ext>
            </a:extLst>
          </p:cNvPr>
          <p:cNvSpPr txBox="1"/>
          <p:nvPr/>
        </p:nvSpPr>
        <p:spPr>
          <a:xfrm>
            <a:off x="5097400" y="4563782"/>
            <a:ext cx="40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20</a:t>
            </a:r>
            <a:endParaRPr lang="en-ID" sz="16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A35692-03E0-425C-A959-04F5F2F8DB32}"/>
              </a:ext>
            </a:extLst>
          </p:cNvPr>
          <p:cNvSpPr txBox="1"/>
          <p:nvPr/>
        </p:nvSpPr>
        <p:spPr>
          <a:xfrm>
            <a:off x="6225871" y="4563782"/>
            <a:ext cx="40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22</a:t>
            </a:r>
            <a:endParaRPr lang="en-ID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3D4F30-D030-4E4B-BEBE-28A4093F9E2A}"/>
              </a:ext>
            </a:extLst>
          </p:cNvPr>
          <p:cNvSpPr txBox="1"/>
          <p:nvPr/>
        </p:nvSpPr>
        <p:spPr>
          <a:xfrm>
            <a:off x="7354342" y="4563782"/>
            <a:ext cx="40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14</a:t>
            </a:r>
            <a:endParaRPr lang="en-ID" sz="16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8FF048-712E-4D12-883E-B6F6D152B51A}"/>
              </a:ext>
            </a:extLst>
          </p:cNvPr>
          <p:cNvSpPr txBox="1"/>
          <p:nvPr/>
        </p:nvSpPr>
        <p:spPr>
          <a:xfrm>
            <a:off x="8482813" y="4563782"/>
            <a:ext cx="40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19</a:t>
            </a:r>
            <a:endParaRPr lang="en-ID" sz="16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C6C3BAF-7C9C-4679-BDD0-4E53ADC0C294}"/>
              </a:ext>
            </a:extLst>
          </p:cNvPr>
          <p:cNvSpPr txBox="1"/>
          <p:nvPr/>
        </p:nvSpPr>
        <p:spPr>
          <a:xfrm>
            <a:off x="9629764" y="4563782"/>
            <a:ext cx="40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21</a:t>
            </a:r>
            <a:endParaRPr lang="en-ID" sz="16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366874-DA98-42C2-BF8B-6E0A83D6119E}"/>
              </a:ext>
            </a:extLst>
          </p:cNvPr>
          <p:cNvSpPr txBox="1"/>
          <p:nvPr/>
        </p:nvSpPr>
        <p:spPr>
          <a:xfrm>
            <a:off x="10758235" y="4563782"/>
            <a:ext cx="40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21</a:t>
            </a:r>
            <a:endParaRPr lang="en-ID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6DFDF9-02C0-4D79-A05D-73546CACC515}"/>
              </a:ext>
            </a:extLst>
          </p:cNvPr>
          <p:cNvSpPr txBox="1"/>
          <p:nvPr/>
        </p:nvSpPr>
        <p:spPr>
          <a:xfrm>
            <a:off x="518418" y="2436147"/>
            <a:ext cx="1939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Data </a:t>
            </a:r>
            <a:r>
              <a:rPr lang="en-US" sz="1600" dirty="0" err="1"/>
              <a:t>tinggi</a:t>
            </a:r>
            <a:r>
              <a:rPr lang="en-US" sz="1600" dirty="0"/>
              <a:t> badan </a:t>
            </a:r>
            <a:r>
              <a:rPr lang="en-US" sz="1600" dirty="0" err="1"/>
              <a:t>mahasiswa</a:t>
            </a:r>
            <a:r>
              <a:rPr lang="en-US" sz="1600" dirty="0"/>
              <a:t> STAN</a:t>
            </a:r>
            <a:endParaRPr lang="en-ID" sz="1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BBABBBF-05B1-4744-98F2-CCE10910A4EE}"/>
              </a:ext>
            </a:extLst>
          </p:cNvPr>
          <p:cNvSpPr txBox="1"/>
          <p:nvPr/>
        </p:nvSpPr>
        <p:spPr>
          <a:xfrm rot="306793">
            <a:off x="1152183" y="3454949"/>
            <a:ext cx="613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Georgia" panose="02040502050405020303" pitchFamily="18" charset="0"/>
              </a:rPr>
              <a:t>II</a:t>
            </a:r>
            <a:endParaRPr lang="en-ID" sz="4000" dirty="0">
              <a:latin typeface="Georgia" panose="02040502050405020303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B0C1731-C017-4585-BD87-A0F0E9C6A34A}"/>
              </a:ext>
            </a:extLst>
          </p:cNvPr>
          <p:cNvSpPr txBox="1"/>
          <p:nvPr/>
        </p:nvSpPr>
        <p:spPr>
          <a:xfrm>
            <a:off x="511283" y="4217601"/>
            <a:ext cx="19396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Data </a:t>
            </a:r>
            <a:r>
              <a:rPr lang="en-US" sz="1600" dirty="0" err="1"/>
              <a:t>usia</a:t>
            </a:r>
            <a:r>
              <a:rPr lang="en-US" sz="1600" dirty="0"/>
              <a:t> </a:t>
            </a:r>
            <a:r>
              <a:rPr lang="en-US" sz="1600" dirty="0" err="1"/>
              <a:t>mahasiswa</a:t>
            </a:r>
            <a:r>
              <a:rPr lang="en-US" sz="1600" dirty="0"/>
              <a:t> STAN tk. III</a:t>
            </a: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489749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89C3-46B7-4C86-902C-ADC69D873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Visualisasi</a:t>
            </a:r>
            <a:r>
              <a:rPr lang="en-US" dirty="0"/>
              <a:t> </a:t>
            </a:r>
            <a:r>
              <a:rPr lang="en-US" dirty="0" err="1"/>
              <a:t>Ilustrasi</a:t>
            </a:r>
            <a:r>
              <a:rPr lang="en-US" dirty="0"/>
              <a:t> I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3F136-EDDB-4A70-8E05-E7C1892A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23BDCDC7-0C40-4614-81FA-B54B612624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25736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89C3-46B7-4C86-902C-ADC69D873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Visualisasi</a:t>
            </a:r>
            <a:r>
              <a:rPr lang="en-US" dirty="0"/>
              <a:t> </a:t>
            </a:r>
            <a:r>
              <a:rPr lang="en-US" dirty="0" err="1"/>
              <a:t>Ilustrasi</a:t>
            </a:r>
            <a:r>
              <a:rPr lang="en-US" dirty="0"/>
              <a:t> I - zoomed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3F136-EDDB-4A70-8E05-E7C1892A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2D9FC208-7AAF-4333-86E4-3C3537820C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7778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89C3-46B7-4C86-902C-ADC69D873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Visualisasi</a:t>
            </a:r>
            <a:r>
              <a:rPr lang="en-US" dirty="0"/>
              <a:t> </a:t>
            </a:r>
            <a:r>
              <a:rPr lang="en-US" dirty="0" err="1"/>
              <a:t>Ilustrasi</a:t>
            </a:r>
            <a:r>
              <a:rPr lang="en-US" dirty="0"/>
              <a:t> II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3F136-EDDB-4A70-8E05-E7C1892A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91AAE08E-0E40-4DBC-B6FD-587481F6C3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66384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89C3-46B7-4C86-902C-ADC69D873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Visualisasi</a:t>
            </a:r>
            <a:r>
              <a:rPr lang="en-US" dirty="0"/>
              <a:t> </a:t>
            </a:r>
            <a:r>
              <a:rPr lang="en-US" dirty="0" err="1"/>
              <a:t>Ilustrasi</a:t>
            </a:r>
            <a:r>
              <a:rPr lang="en-US" dirty="0"/>
              <a:t> I - zoomed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3F136-EDDB-4A70-8E05-E7C1892A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A0EDC561-B82E-4552-8968-814C1893E0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28876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62CD-206D-4BBA-8B74-259AFAE8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Ilustrasi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Lain</a:t>
            </a:r>
            <a:endParaRPr lang="en-ID" dirty="0"/>
          </a:p>
        </p:txBody>
      </p:sp>
      <p:pic>
        <p:nvPicPr>
          <p:cNvPr id="1026" name="Picture 2" descr="Interpreting Scatterplots | Texas Gateway">
            <a:extLst>
              <a:ext uri="{FF2B5EF4-FFF2-40B4-BE49-F238E27FC236}">
                <a16:creationId xmlns:a16="http://schemas.microsoft.com/office/drawing/2014/main" id="{473256D2-7BCD-4736-B155-BFA164AA1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64" y="1544135"/>
            <a:ext cx="4497192" cy="475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Machine Learning Can Enable Anomaly Detection | by Countants |  DataDrivenInvestor">
            <a:extLst>
              <a:ext uri="{FF2B5EF4-FFF2-40B4-BE49-F238E27FC236}">
                <a16:creationId xmlns:a16="http://schemas.microsoft.com/office/drawing/2014/main" id="{8382B44A-C972-42E3-8BE1-C37909C9C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570" y="431502"/>
            <a:ext cx="3652459" cy="273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MVTec Anomaly Detection Dataset: A Comprehensive Real-World Dataset for  Unsupervised Anomaly Detection | SpringerLink">
            <a:extLst>
              <a:ext uri="{FF2B5EF4-FFF2-40B4-BE49-F238E27FC236}">
                <a16:creationId xmlns:a16="http://schemas.microsoft.com/office/drawing/2014/main" id="{0719D438-42F9-4061-9D5D-C2D937F1D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013" y="3281331"/>
            <a:ext cx="5288883" cy="3358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151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80AD8-90AE-4CBB-887B-DE28E1091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3E5AD-C3F1-4ECC-ADAF-A9062A4C7EDE}"/>
              </a:ext>
            </a:extLst>
          </p:cNvPr>
          <p:cNvSpPr txBox="1"/>
          <p:nvPr/>
        </p:nvSpPr>
        <p:spPr>
          <a:xfrm>
            <a:off x="1171671" y="1388800"/>
            <a:ext cx="984865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i="1" dirty="0"/>
              <a:t>Yang mana yang </a:t>
            </a:r>
            <a:r>
              <a:rPr lang="en-US" sz="4800" i="1" dirty="0" err="1"/>
              <a:t>anomali</a:t>
            </a:r>
            <a:r>
              <a:rPr lang="en-US" sz="4800" i="1" dirty="0"/>
              <a:t>?</a:t>
            </a:r>
          </a:p>
          <a:p>
            <a:r>
              <a:rPr lang="en-US" sz="4800" i="1" dirty="0" err="1"/>
              <a:t>Apa</a:t>
            </a:r>
            <a:r>
              <a:rPr lang="en-US" sz="4800" i="1" dirty="0"/>
              <a:t> </a:t>
            </a:r>
            <a:r>
              <a:rPr lang="en-US" sz="4800" i="1" dirty="0" err="1"/>
              <a:t>parameternya</a:t>
            </a:r>
            <a:r>
              <a:rPr lang="en-US" sz="4800" i="1" dirty="0"/>
              <a:t>?</a:t>
            </a:r>
          </a:p>
          <a:p>
            <a:r>
              <a:rPr lang="en-US" sz="4800" i="1" dirty="0" err="1"/>
              <a:t>Apakah</a:t>
            </a:r>
            <a:r>
              <a:rPr lang="en-US" sz="4800" i="1" dirty="0"/>
              <a:t> </a:t>
            </a:r>
            <a:r>
              <a:rPr lang="en-US" sz="4800" i="1" dirty="0" err="1"/>
              <a:t>anomali</a:t>
            </a:r>
            <a:r>
              <a:rPr lang="en-US" sz="4800" i="1" dirty="0"/>
              <a:t> </a:t>
            </a:r>
            <a:r>
              <a:rPr lang="en-US" sz="4800" i="1" dirty="0" err="1"/>
              <a:t>tersebut</a:t>
            </a:r>
            <a:r>
              <a:rPr lang="en-US" sz="4800" i="1" dirty="0"/>
              <a:t> </a:t>
            </a:r>
            <a:r>
              <a:rPr lang="en-US" sz="4800" i="1" dirty="0" err="1"/>
              <a:t>hal</a:t>
            </a:r>
            <a:r>
              <a:rPr lang="en-US" sz="4800" i="1" dirty="0"/>
              <a:t> </a:t>
            </a:r>
            <a:r>
              <a:rPr lang="en-US" sz="4800" i="1" dirty="0" err="1"/>
              <a:t>buruk</a:t>
            </a:r>
            <a:r>
              <a:rPr lang="en-US" sz="4800" i="1" dirty="0"/>
              <a:t>?</a:t>
            </a:r>
            <a:endParaRPr lang="en-ID" sz="4800" i="1" dirty="0"/>
          </a:p>
        </p:txBody>
      </p:sp>
    </p:spTree>
    <p:extLst>
      <p:ext uri="{BB962C8B-B14F-4D97-AF65-F5344CB8AC3E}">
        <p14:creationId xmlns:p14="http://schemas.microsoft.com/office/powerpoint/2010/main" val="3405135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F7A035-1953-4ED1-B606-03D74769A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832" y="127007"/>
            <a:ext cx="7564336" cy="604995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8DBB6-EA47-485B-BA32-4F9D8BF4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EB971-6C95-4EEB-835D-E572D6883F1C}"/>
              </a:ext>
            </a:extLst>
          </p:cNvPr>
          <p:cNvSpPr txBox="1"/>
          <p:nvPr/>
        </p:nvSpPr>
        <p:spPr>
          <a:xfrm>
            <a:off x="6670824" y="963495"/>
            <a:ext cx="159210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/>
              <a:t>Anomali</a:t>
            </a:r>
            <a:r>
              <a:rPr lang="en-US" sz="2800" dirty="0"/>
              <a:t> </a:t>
            </a:r>
          </a:p>
          <a:p>
            <a:pPr algn="ctr"/>
            <a:r>
              <a:rPr lang="en-US" sz="2800" dirty="0" err="1"/>
              <a:t>adalah</a:t>
            </a:r>
            <a:r>
              <a:rPr lang="en-US" sz="2800" dirty="0"/>
              <a:t> </a:t>
            </a:r>
          </a:p>
          <a:p>
            <a:pPr algn="ctr"/>
            <a:r>
              <a:rPr lang="en-US" sz="2800" dirty="0" err="1"/>
              <a:t>temuan</a:t>
            </a:r>
            <a:r>
              <a:rPr lang="en-US" sz="2800" dirty="0"/>
              <a:t>!</a:t>
            </a:r>
            <a:endParaRPr lang="en-ID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AB637A-ADF7-4919-8544-BFB888AD6564}"/>
              </a:ext>
            </a:extLst>
          </p:cNvPr>
          <p:cNvSpPr txBox="1"/>
          <p:nvPr/>
        </p:nvSpPr>
        <p:spPr>
          <a:xfrm>
            <a:off x="5902364" y="3601570"/>
            <a:ext cx="339907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/>
              <a:t>Anomali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</a:p>
          <a:p>
            <a:pPr algn="ctr"/>
            <a:r>
              <a:rPr lang="en-US" sz="2800" dirty="0" err="1"/>
              <a:t>indikasi</a:t>
            </a:r>
            <a:r>
              <a:rPr lang="en-US" sz="2800" dirty="0"/>
              <a:t> </a:t>
            </a:r>
            <a:r>
              <a:rPr lang="en-US" sz="2800" dirty="0" err="1"/>
              <a:t>temuan</a:t>
            </a:r>
            <a:r>
              <a:rPr lang="en-US" sz="2800" dirty="0"/>
              <a:t> </a:t>
            </a:r>
          </a:p>
          <a:p>
            <a:pPr algn="ctr"/>
            <a:r>
              <a:rPr lang="en-US" sz="2800" dirty="0"/>
              <a:t>yang </a:t>
            </a:r>
            <a:r>
              <a:rPr lang="en-US" sz="2800" dirty="0" err="1"/>
              <a:t>perlu</a:t>
            </a:r>
            <a:r>
              <a:rPr lang="en-US" sz="2800" dirty="0"/>
              <a:t> </a:t>
            </a:r>
            <a:r>
              <a:rPr lang="en-US" sz="2800" dirty="0" err="1"/>
              <a:t>diteliti</a:t>
            </a:r>
            <a:r>
              <a:rPr lang="en-US" sz="2800" dirty="0"/>
              <a:t> </a:t>
            </a:r>
          </a:p>
          <a:p>
            <a:pPr algn="ctr"/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lanjut</a:t>
            </a:r>
            <a:r>
              <a:rPr lang="en-US" sz="2800" dirty="0"/>
              <a:t> </a:t>
            </a:r>
            <a:r>
              <a:rPr lang="en-US" sz="2800" dirty="0" err="1"/>
              <a:t>buktinya</a:t>
            </a: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4117714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29B5E-43C9-4445-B42E-D435150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Istilah</a:t>
            </a:r>
            <a:r>
              <a:rPr lang="en-US" dirty="0"/>
              <a:t> lain </a:t>
            </a:r>
            <a:r>
              <a:rPr lang="en-US" dirty="0" err="1"/>
              <a:t>Anomali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B73D5-2ADA-4403-96EF-A2234EE38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Outliers</a:t>
            </a:r>
          </a:p>
          <a:p>
            <a:r>
              <a:rPr lang="en-US" dirty="0"/>
              <a:t>Irregularities</a:t>
            </a:r>
          </a:p>
          <a:p>
            <a:r>
              <a:rPr lang="en-ID" dirty="0"/>
              <a:t>Exceptions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0ACCF-BA9E-4DD8-8F56-D1493578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54F5BC8-3479-4B4F-B081-83F623053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/>
          <a:lstStyle/>
          <a:p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Statistik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4AC57-299F-4DE5-99F3-92949F4FF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#mean #median #stdev #IQR #zscore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50510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DDCF5-C4FD-4832-96D7-A8E52CFA2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Deskriptif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B1D22-0EED-42B6-A38F-C7C8D196B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550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 dirty="0" err="1"/>
              <a:t>Statistik</a:t>
            </a:r>
            <a:r>
              <a:rPr lang="en-ID" dirty="0"/>
              <a:t> </a:t>
            </a:r>
            <a:r>
              <a:rPr lang="en-ID" dirty="0" err="1"/>
              <a:t>deskriptif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cabang</a:t>
            </a:r>
            <a:r>
              <a:rPr lang="en-ID" dirty="0"/>
              <a:t> </a:t>
            </a:r>
            <a:r>
              <a:rPr lang="en-ID" dirty="0" err="1"/>
              <a:t>statistik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mendeskripsikan</a:t>
            </a:r>
            <a:r>
              <a:rPr lang="en-ID" dirty="0"/>
              <a:t>, </a:t>
            </a:r>
            <a:r>
              <a:rPr lang="en-ID" dirty="0" err="1"/>
              <a:t>meringkas</a:t>
            </a:r>
            <a:r>
              <a:rPr lang="en-ID" dirty="0"/>
              <a:t>, dan </a:t>
            </a:r>
            <a:r>
              <a:rPr lang="en-ID" dirty="0" err="1"/>
              <a:t>menyajikan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yang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dipahami</a:t>
            </a:r>
            <a:endParaRPr lang="en-ID" dirty="0"/>
          </a:p>
          <a:p>
            <a:pPr>
              <a:lnSpc>
                <a:spcPct val="120000"/>
              </a:lnSpc>
            </a:pP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Pemusatan</a:t>
            </a:r>
            <a:endParaRPr lang="en-ID" dirty="0"/>
          </a:p>
          <a:p>
            <a:pPr lvl="1">
              <a:lnSpc>
                <a:spcPct val="120000"/>
              </a:lnSpc>
            </a:pPr>
            <a:r>
              <a:rPr lang="en-ID" b="1" dirty="0"/>
              <a:t>Rata-rata (Mean):</a:t>
            </a:r>
            <a:r>
              <a:rPr lang="en-ID" dirty="0"/>
              <a:t> Nilai rata-rata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sekumpulan</a:t>
            </a:r>
            <a:r>
              <a:rPr lang="en-ID" dirty="0"/>
              <a:t> data.</a:t>
            </a:r>
          </a:p>
          <a:p>
            <a:pPr lvl="1">
              <a:lnSpc>
                <a:spcPct val="120000"/>
              </a:lnSpc>
            </a:pPr>
            <a:r>
              <a:rPr lang="en-ID" b="1" dirty="0"/>
              <a:t>Median:</a:t>
            </a:r>
            <a:r>
              <a:rPr lang="en-ID" dirty="0"/>
              <a:t> Nilai </a:t>
            </a:r>
            <a:r>
              <a:rPr lang="en-ID" dirty="0" err="1"/>
              <a:t>tengah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data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diurutkan</a:t>
            </a:r>
            <a:r>
              <a:rPr lang="en-ID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ID" b="1" dirty="0"/>
              <a:t>Modus (Mode):</a:t>
            </a:r>
            <a:r>
              <a:rPr lang="en-ID" dirty="0"/>
              <a:t> Nilai yang paling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data.</a:t>
            </a:r>
          </a:p>
          <a:p>
            <a:pPr>
              <a:lnSpc>
                <a:spcPct val="120000"/>
              </a:lnSpc>
            </a:pP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Penyebaran</a:t>
            </a:r>
            <a:endParaRPr lang="en-ID" dirty="0"/>
          </a:p>
          <a:p>
            <a:pPr lvl="1">
              <a:lnSpc>
                <a:spcPct val="120000"/>
              </a:lnSpc>
            </a:pPr>
            <a:r>
              <a:rPr lang="en-ID" b="1" dirty="0"/>
              <a:t>Range (</a:t>
            </a:r>
            <a:r>
              <a:rPr lang="en-ID" b="1" dirty="0" err="1"/>
              <a:t>Jangkauan</a:t>
            </a:r>
            <a:r>
              <a:rPr lang="en-ID" b="1" dirty="0"/>
              <a:t>):</a:t>
            </a:r>
            <a:r>
              <a:rPr lang="en-ID" dirty="0"/>
              <a:t> </a:t>
            </a:r>
            <a:r>
              <a:rPr lang="en-ID" dirty="0" err="1"/>
              <a:t>Selisih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maksimum</a:t>
            </a:r>
            <a:r>
              <a:rPr lang="en-ID" dirty="0"/>
              <a:t> dan minimum.</a:t>
            </a:r>
          </a:p>
          <a:p>
            <a:pPr lvl="1">
              <a:lnSpc>
                <a:spcPct val="120000"/>
              </a:lnSpc>
            </a:pPr>
            <a:r>
              <a:rPr lang="en-ID" b="1" dirty="0" err="1"/>
              <a:t>Variansi</a:t>
            </a:r>
            <a:r>
              <a:rPr lang="en-ID" b="1" dirty="0"/>
              <a:t> (Variance):</a:t>
            </a:r>
            <a:r>
              <a:rPr lang="en-ID" dirty="0"/>
              <a:t> Rata-rata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kuadrat</a:t>
            </a:r>
            <a:r>
              <a:rPr lang="en-ID" dirty="0"/>
              <a:t> </a:t>
            </a:r>
            <a:r>
              <a:rPr lang="en-ID" dirty="0" err="1"/>
              <a:t>selisih</a:t>
            </a:r>
            <a:r>
              <a:rPr lang="en-ID" dirty="0"/>
              <a:t> masing-masing data </a:t>
            </a:r>
            <a:r>
              <a:rPr lang="en-ID" dirty="0" err="1"/>
              <a:t>terhadap</a:t>
            </a:r>
            <a:r>
              <a:rPr lang="en-ID" dirty="0"/>
              <a:t> rata-rata.</a:t>
            </a:r>
          </a:p>
          <a:p>
            <a:pPr lvl="1">
              <a:lnSpc>
                <a:spcPct val="120000"/>
              </a:lnSpc>
            </a:pPr>
            <a:r>
              <a:rPr lang="en-ID" b="1" dirty="0" err="1"/>
              <a:t>Simpangan</a:t>
            </a:r>
            <a:r>
              <a:rPr lang="en-ID" b="1" dirty="0"/>
              <a:t> Baku (Standard Deviation):</a:t>
            </a:r>
            <a:r>
              <a:rPr lang="en-ID" dirty="0"/>
              <a:t> </a:t>
            </a:r>
            <a:r>
              <a:rPr lang="en-ID" dirty="0" err="1"/>
              <a:t>Akar</a:t>
            </a:r>
            <a:r>
              <a:rPr lang="en-ID" dirty="0"/>
              <a:t> </a:t>
            </a:r>
            <a:r>
              <a:rPr lang="en-ID" dirty="0" err="1"/>
              <a:t>kuadrat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variansi</a:t>
            </a:r>
            <a:r>
              <a:rPr lang="en-ID" dirty="0"/>
              <a:t>,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seberapa</a:t>
            </a:r>
            <a:r>
              <a:rPr lang="en-ID" dirty="0"/>
              <a:t> data </a:t>
            </a:r>
            <a:r>
              <a:rPr lang="en-ID" dirty="0" err="1"/>
              <a:t>menyebar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rata-rata.</a:t>
            </a:r>
          </a:p>
          <a:p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Distribusi</a:t>
            </a:r>
            <a:endParaRPr lang="en-ID" dirty="0"/>
          </a:p>
          <a:p>
            <a:pPr lvl="1"/>
            <a:r>
              <a:rPr lang="en-ID" b="1" dirty="0"/>
              <a:t>Skewness (</a:t>
            </a:r>
            <a:r>
              <a:rPr lang="en-ID" b="1" dirty="0" err="1"/>
              <a:t>Kemencengan</a:t>
            </a:r>
            <a:r>
              <a:rPr lang="en-ID" b="1" dirty="0"/>
              <a:t>):</a:t>
            </a:r>
            <a:r>
              <a:rPr lang="en-ID" dirty="0"/>
              <a:t> </a:t>
            </a:r>
            <a:r>
              <a:rPr lang="en-ID" dirty="0" err="1"/>
              <a:t>Mengukur</a:t>
            </a:r>
            <a:r>
              <a:rPr lang="en-ID" dirty="0"/>
              <a:t> </a:t>
            </a:r>
            <a:r>
              <a:rPr lang="en-ID" dirty="0" err="1"/>
              <a:t>asimetri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distribusi</a:t>
            </a:r>
            <a:r>
              <a:rPr lang="en-ID" dirty="0"/>
              <a:t> data.</a:t>
            </a:r>
          </a:p>
          <a:p>
            <a:pPr lvl="1"/>
            <a:r>
              <a:rPr lang="en-ID" b="1" dirty="0"/>
              <a:t>Kurtosis:</a:t>
            </a:r>
            <a:r>
              <a:rPr lang="en-ID" dirty="0"/>
              <a:t> </a:t>
            </a:r>
            <a:r>
              <a:rPr lang="en-ID" dirty="0" err="1"/>
              <a:t>Mengukur</a:t>
            </a:r>
            <a:r>
              <a:rPr lang="en-ID" dirty="0"/>
              <a:t> </a:t>
            </a:r>
            <a:r>
              <a:rPr lang="en-ID" dirty="0" err="1"/>
              <a:t>ketajaman</a:t>
            </a:r>
            <a:r>
              <a:rPr lang="en-ID" dirty="0"/>
              <a:t> </a:t>
            </a:r>
            <a:r>
              <a:rPr lang="en-ID" dirty="0" err="1"/>
              <a:t>puncak</a:t>
            </a:r>
            <a:r>
              <a:rPr lang="en-ID" dirty="0"/>
              <a:t> </a:t>
            </a:r>
            <a:r>
              <a:rPr lang="en-ID" dirty="0" err="1"/>
              <a:t>distribusi</a:t>
            </a:r>
            <a:r>
              <a:rPr lang="en-ID" dirty="0"/>
              <a:t> data.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0FBFE-DD96-4A45-8FEA-F77B4ED5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74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4672E-5AA0-40E4-AC00-F4C71698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 pada Excel - 1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1965A-11BE-4AA4-A77A-B7D9BE9FC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Mean 			=AVERAGE()</a:t>
            </a:r>
          </a:p>
          <a:p>
            <a:pPr lvl="1"/>
            <a:r>
              <a:rPr lang="en-US" dirty="0"/>
              <a:t>Rata-rata</a:t>
            </a:r>
          </a:p>
          <a:p>
            <a:r>
              <a:rPr lang="en-US" dirty="0"/>
              <a:t>Median			=MEDIAN()</a:t>
            </a:r>
          </a:p>
          <a:p>
            <a:pPr lvl="1"/>
            <a:r>
              <a:rPr lang="en-US" dirty="0"/>
              <a:t>Nilai </a:t>
            </a:r>
            <a:r>
              <a:rPr lang="en-US" dirty="0" err="1"/>
              <a:t>tengah</a:t>
            </a:r>
            <a:endParaRPr lang="en-US" dirty="0"/>
          </a:p>
          <a:p>
            <a:r>
              <a:rPr lang="en-US" dirty="0"/>
              <a:t>Modus			=MODE()</a:t>
            </a:r>
          </a:p>
          <a:p>
            <a:pPr lvl="1"/>
            <a:r>
              <a:rPr lang="en-US" dirty="0"/>
              <a:t>Nilai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terbesar</a:t>
            </a:r>
            <a:endParaRPr lang="en-US" dirty="0"/>
          </a:p>
          <a:p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Deviasi</a:t>
            </a:r>
            <a:r>
              <a:rPr lang="en-US" dirty="0"/>
              <a:t>		=STDEV.P() / =STDEV.S()</a:t>
            </a:r>
          </a:p>
          <a:p>
            <a:pPr lvl="1"/>
            <a:r>
              <a:rPr lang="en-US" dirty="0" err="1"/>
              <a:t>Simpangan</a:t>
            </a:r>
            <a:r>
              <a:rPr lang="en-US" dirty="0"/>
              <a:t> </a:t>
            </a:r>
            <a:r>
              <a:rPr lang="en-US" dirty="0" err="1"/>
              <a:t>baku</a:t>
            </a:r>
            <a:r>
              <a:rPr lang="en-US" dirty="0"/>
              <a:t> (</a:t>
            </a:r>
            <a:r>
              <a:rPr lang="en-US" dirty="0" err="1"/>
              <a:t>nilai</a:t>
            </a:r>
            <a:r>
              <a:rPr lang="en-US" dirty="0"/>
              <a:t> rata-rata </a:t>
            </a:r>
            <a:r>
              <a:rPr lang="en-US" dirty="0" err="1"/>
              <a:t>selisih</a:t>
            </a:r>
            <a:r>
              <a:rPr lang="en-US" dirty="0"/>
              <a:t> data dan rata-</a:t>
            </a:r>
            <a:r>
              <a:rPr lang="en-US" dirty="0" err="1"/>
              <a:t>ratanya</a:t>
            </a:r>
            <a:r>
              <a:rPr lang="en-US" dirty="0"/>
              <a:t>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75863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4672E-5AA0-40E4-AC00-F4C71698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 pada Excel - </a:t>
            </a:r>
            <a:r>
              <a:rPr lang="en-US" dirty="0" err="1"/>
              <a:t>Fungsi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1965A-11BE-4AA4-A77A-B7D9BE9FC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Mean 			=AVERAGE()</a:t>
            </a:r>
          </a:p>
          <a:p>
            <a:r>
              <a:rPr lang="en-US" dirty="0"/>
              <a:t>Median			=MEDIAN()</a:t>
            </a:r>
          </a:p>
          <a:p>
            <a:r>
              <a:rPr lang="en-US" dirty="0"/>
              <a:t>Modus			=MODE()</a:t>
            </a:r>
          </a:p>
          <a:p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Deviasi</a:t>
            </a:r>
            <a:r>
              <a:rPr lang="en-US" dirty="0"/>
              <a:t>		=STDEV.P() / =STDEV.S()</a:t>
            </a:r>
          </a:p>
          <a:p>
            <a:r>
              <a:rPr lang="en-US" dirty="0" err="1"/>
              <a:t>dll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195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4672E-5AA0-40E4-AC00-F4C71698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 pada Excel – Add-in (1)</a:t>
            </a:r>
            <a:endParaRPr lang="en-ID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FFAF0A-AFD0-478C-9CCC-AF2956813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4333" y="1821074"/>
            <a:ext cx="3255055" cy="3622671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id-ID" sz="2000" dirty="0"/>
              <a:t>Cara Menambahkan </a:t>
            </a:r>
            <a:r>
              <a:rPr lang="id-ID" sz="2000" dirty="0" err="1"/>
              <a:t>Add</a:t>
            </a:r>
            <a:r>
              <a:rPr lang="id-ID" sz="2000" dirty="0"/>
              <a:t> in Data </a:t>
            </a:r>
            <a:r>
              <a:rPr lang="id-ID" sz="2000" dirty="0" err="1"/>
              <a:t>Analysis</a:t>
            </a:r>
            <a:endParaRPr lang="id-ID" sz="2000" dirty="0"/>
          </a:p>
          <a:p>
            <a:pPr marL="494100" indent="-457200">
              <a:buFont typeface="+mj-lt"/>
              <a:buAutoNum type="arabicPeriod"/>
            </a:pPr>
            <a:r>
              <a:rPr lang="id-ID" sz="2000" b="0" dirty="0" err="1"/>
              <a:t>File</a:t>
            </a:r>
            <a:r>
              <a:rPr lang="id-ID" sz="2000" b="0" dirty="0"/>
              <a:t> </a:t>
            </a:r>
            <a:r>
              <a:rPr lang="id-ID" sz="2000" b="0" dirty="0">
                <a:sym typeface="Wingdings" panose="05000000000000000000" pitchFamily="2" charset="2"/>
              </a:rPr>
              <a:t> </a:t>
            </a:r>
            <a:r>
              <a:rPr lang="id-ID" sz="2000" b="0" dirty="0" err="1">
                <a:sym typeface="Wingdings" panose="05000000000000000000" pitchFamily="2" charset="2"/>
              </a:rPr>
              <a:t>Options</a:t>
            </a:r>
            <a:r>
              <a:rPr lang="id-ID" sz="2000" b="0" dirty="0">
                <a:sym typeface="Wingdings" panose="05000000000000000000" pitchFamily="2" charset="2"/>
              </a:rPr>
              <a:t>  </a:t>
            </a:r>
            <a:r>
              <a:rPr lang="id-ID" sz="2000" b="0" dirty="0" err="1">
                <a:sym typeface="Wingdings" panose="05000000000000000000" pitchFamily="2" charset="2"/>
              </a:rPr>
              <a:t>Add-Ins</a:t>
            </a:r>
            <a:endParaRPr lang="id-ID" sz="2000" b="0" dirty="0">
              <a:sym typeface="Wingdings" panose="05000000000000000000" pitchFamily="2" charset="2"/>
            </a:endParaRPr>
          </a:p>
          <a:p>
            <a:pPr marL="494100" indent="-457200">
              <a:buFont typeface="+mj-lt"/>
              <a:buAutoNum type="arabicPeriod"/>
            </a:pPr>
            <a:r>
              <a:rPr lang="id-ID" sz="2000" b="0" dirty="0">
                <a:sym typeface="Wingdings" panose="05000000000000000000" pitchFamily="2" charset="2"/>
              </a:rPr>
              <a:t>Klik </a:t>
            </a:r>
            <a:r>
              <a:rPr lang="id-ID" sz="2000" dirty="0">
                <a:sym typeface="Wingdings" panose="05000000000000000000" pitchFamily="2" charset="2"/>
              </a:rPr>
              <a:t>GO</a:t>
            </a:r>
          </a:p>
          <a:p>
            <a:pPr marL="494100" indent="-457200">
              <a:buFont typeface="+mj-lt"/>
              <a:buAutoNum type="arabicPeriod"/>
            </a:pPr>
            <a:r>
              <a:rPr lang="id-ID" sz="2000" b="0" dirty="0">
                <a:sym typeface="Wingdings" panose="05000000000000000000" pitchFamily="2" charset="2"/>
              </a:rPr>
              <a:t>Berikan Centang di depan </a:t>
            </a:r>
            <a:r>
              <a:rPr lang="id-ID" sz="2000" b="0" dirty="0" err="1">
                <a:sym typeface="Wingdings" panose="05000000000000000000" pitchFamily="2" charset="2"/>
              </a:rPr>
              <a:t>Analysis</a:t>
            </a:r>
            <a:r>
              <a:rPr lang="id-ID" sz="2000" b="0" dirty="0">
                <a:sym typeface="Wingdings" panose="05000000000000000000" pitchFamily="2" charset="2"/>
              </a:rPr>
              <a:t> </a:t>
            </a:r>
            <a:r>
              <a:rPr lang="id-ID" sz="2000" b="0" dirty="0" err="1">
                <a:sym typeface="Wingdings" panose="05000000000000000000" pitchFamily="2" charset="2"/>
              </a:rPr>
              <a:t>Toolpak</a:t>
            </a:r>
            <a:endParaRPr lang="id-ID" sz="2000" b="0" dirty="0"/>
          </a:p>
          <a:p>
            <a:endParaRPr lang="id-ID" sz="2000" dirty="0"/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BA1F6CE4-5123-4A77-A44D-617905ABB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82" y="1690688"/>
            <a:ext cx="5240521" cy="43015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2C6269-6E53-4BE2-A0A7-20B8CA11E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497" y="1690688"/>
            <a:ext cx="2018049" cy="279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58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4672E-5AA0-40E4-AC00-F4C71698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 pada Excel – Add-in (2)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FB71D-0CC3-46C0-9327-28ED6772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68" y="1690688"/>
            <a:ext cx="9529668" cy="97506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244E38A-7D97-4FA5-A8DE-FCD19EC422A5}"/>
              </a:ext>
            </a:extLst>
          </p:cNvPr>
          <p:cNvSpPr/>
          <p:nvPr/>
        </p:nvSpPr>
        <p:spPr>
          <a:xfrm>
            <a:off x="3423777" y="1650830"/>
            <a:ext cx="504468" cy="36207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DFC1F57-A261-439F-B968-CA83A3D92D32}"/>
              </a:ext>
            </a:extLst>
          </p:cNvPr>
          <p:cNvSpPr/>
          <p:nvPr/>
        </p:nvSpPr>
        <p:spPr>
          <a:xfrm>
            <a:off x="9453239" y="1831869"/>
            <a:ext cx="970253" cy="36207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3" name="Content Placeholder 6">
            <a:extLst>
              <a:ext uri="{FF2B5EF4-FFF2-40B4-BE49-F238E27FC236}">
                <a16:creationId xmlns:a16="http://schemas.microsoft.com/office/drawing/2014/main" id="{8B39D51E-A8D3-4E48-90DE-66C892B38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68" y="3098474"/>
            <a:ext cx="3544048" cy="178569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812ADC-03AC-436C-B9B2-271EEC778213}"/>
              </a:ext>
            </a:extLst>
          </p:cNvPr>
          <p:cNvCxnSpPr>
            <a:cxnSpLocks/>
          </p:cNvCxnSpPr>
          <p:nvPr/>
        </p:nvCxnSpPr>
        <p:spPr>
          <a:xfrm>
            <a:off x="2705792" y="2738742"/>
            <a:ext cx="0" cy="3106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9EF9154-8C8E-4E87-9DA6-FA2246811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811" y="3098474"/>
            <a:ext cx="3235975" cy="2859128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86F9C5-CE4A-4F89-B2D2-72E497978F52}"/>
              </a:ext>
            </a:extLst>
          </p:cNvPr>
          <p:cNvCxnSpPr>
            <a:cxnSpLocks/>
          </p:cNvCxnSpPr>
          <p:nvPr/>
        </p:nvCxnSpPr>
        <p:spPr>
          <a:xfrm>
            <a:off x="4576006" y="3991319"/>
            <a:ext cx="33907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42FB67A-1C55-49FA-9E93-60165D9BBB04}"/>
              </a:ext>
            </a:extLst>
          </p:cNvPr>
          <p:cNvSpPr txBox="1"/>
          <p:nvPr/>
        </p:nvSpPr>
        <p:spPr>
          <a:xfrm>
            <a:off x="8516501" y="3127654"/>
            <a:ext cx="268336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ID" sz="1600" dirty="0" err="1"/>
              <a:t>Pilih</a:t>
            </a:r>
            <a:r>
              <a:rPr lang="en-ID" sz="1600" dirty="0"/>
              <a:t> Kolom yang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dianalisis</a:t>
            </a:r>
            <a:r>
              <a:rPr lang="en-ID" sz="1600" dirty="0"/>
              <a:t> (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hal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kolom</a:t>
            </a:r>
            <a:r>
              <a:rPr lang="en-ID" sz="1600" dirty="0"/>
              <a:t> E yang </a:t>
            </a:r>
            <a:r>
              <a:rPr lang="en-ID" sz="1600" dirty="0" err="1"/>
              <a:t>berisi</a:t>
            </a:r>
            <a:r>
              <a:rPr lang="en-ID" sz="1600" dirty="0"/>
              <a:t> data </a:t>
            </a:r>
            <a:r>
              <a:rPr lang="en-ID" sz="1600" dirty="0" err="1"/>
              <a:t>Penjualan</a:t>
            </a:r>
            <a:r>
              <a:rPr lang="en-ID" sz="1600" dirty="0"/>
              <a:t>)</a:t>
            </a:r>
          </a:p>
          <a:p>
            <a:pPr marL="342900" indent="-342900">
              <a:buFont typeface="+mj-lt"/>
              <a:buAutoNum type="alphaUcPeriod"/>
            </a:pPr>
            <a:r>
              <a:rPr lang="en-ID" sz="1600" dirty="0"/>
              <a:t>Output Range: </a:t>
            </a:r>
            <a:r>
              <a:rPr lang="en-ID" sz="1600" dirty="0" err="1"/>
              <a:t>Tempat</a:t>
            </a:r>
            <a:r>
              <a:rPr lang="en-ID" sz="1600" dirty="0"/>
              <a:t> </a:t>
            </a:r>
            <a:r>
              <a:rPr lang="en-ID" sz="1600" dirty="0" err="1"/>
              <a:t>dimana</a:t>
            </a:r>
            <a:r>
              <a:rPr lang="en-ID" sz="1600" dirty="0"/>
              <a:t>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meletakkan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statistik</a:t>
            </a:r>
            <a:r>
              <a:rPr lang="en-ID" sz="1600" dirty="0"/>
              <a:t> </a:t>
            </a:r>
            <a:r>
              <a:rPr lang="en-ID" sz="1600" dirty="0" err="1"/>
              <a:t>deskriptifnya</a:t>
            </a:r>
            <a:endParaRPr lang="en-ID" sz="1600" dirty="0"/>
          </a:p>
          <a:p>
            <a:pPr marL="342900" indent="-342900">
              <a:buFont typeface="+mj-lt"/>
              <a:buAutoNum type="alphaUcPeriod"/>
            </a:pPr>
            <a:r>
              <a:rPr lang="en-ID" sz="1600" dirty="0" err="1"/>
              <a:t>Berikan</a:t>
            </a:r>
            <a:r>
              <a:rPr lang="en-ID" sz="1600" dirty="0"/>
              <a:t> </a:t>
            </a:r>
            <a:r>
              <a:rPr lang="en-ID" sz="1600" dirty="0" err="1"/>
              <a:t>centang</a:t>
            </a:r>
            <a:r>
              <a:rPr lang="en-ID" sz="1600" dirty="0"/>
              <a:t> Summary Statistics dan Confidence Level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D60856-1EC4-485E-8BB6-9350EEA601D0}"/>
              </a:ext>
            </a:extLst>
          </p:cNvPr>
          <p:cNvSpPr txBox="1"/>
          <p:nvPr/>
        </p:nvSpPr>
        <p:spPr>
          <a:xfrm>
            <a:off x="5916303" y="34290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Georgia" panose="02040502050405020303" pitchFamily="18" charset="0"/>
              </a:rPr>
              <a:t>A</a:t>
            </a:r>
            <a:endParaRPr lang="en-ID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53BA3F-C04C-4636-A3E1-42A23E5169E9}"/>
              </a:ext>
            </a:extLst>
          </p:cNvPr>
          <p:cNvSpPr txBox="1"/>
          <p:nvPr/>
        </p:nvSpPr>
        <p:spPr>
          <a:xfrm>
            <a:off x="6025744" y="423105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Georgia" panose="02040502050405020303" pitchFamily="18" charset="0"/>
              </a:rPr>
              <a:t>B</a:t>
            </a:r>
            <a:endParaRPr lang="en-ID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80EE8B-A856-4BA1-A5FD-55F31583DFBA}"/>
              </a:ext>
            </a:extLst>
          </p:cNvPr>
          <p:cNvSpPr txBox="1"/>
          <p:nvPr/>
        </p:nvSpPr>
        <p:spPr>
          <a:xfrm>
            <a:off x="7141639" y="498264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Georgia" panose="02040502050405020303" pitchFamily="18" charset="0"/>
              </a:rPr>
              <a:t>C</a:t>
            </a:r>
            <a:endParaRPr lang="en-ID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598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4401E-373D-4793-A6E7-BD8DAD37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F882EA2-8096-4962-8456-B514B9671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Distribusi</a:t>
            </a:r>
            <a:r>
              <a:rPr lang="en-US" dirty="0"/>
              <a:t> Normal</a:t>
            </a:r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0DCFA1-0991-410E-8A03-0734AF9C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190"/>
            <a:ext cx="591094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Diperkenalkan</a:t>
            </a:r>
            <a:r>
              <a:rPr lang="en-US" dirty="0"/>
              <a:t> oleh Carl Friedrich Gauss (1777-1855)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normal juga </a:t>
            </a:r>
            <a:r>
              <a:rPr lang="en-US" dirty="0" err="1"/>
              <a:t>kerap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Gauss (Gaussian Distribution)</a:t>
            </a:r>
          </a:p>
          <a:p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data yang paling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 pada </a:t>
            </a:r>
            <a:r>
              <a:rPr lang="en-US" dirty="0" err="1"/>
              <a:t>kehidupan</a:t>
            </a:r>
            <a:r>
              <a:rPr lang="en-US" dirty="0"/>
              <a:t> </a:t>
            </a:r>
            <a:r>
              <a:rPr lang="en-US" dirty="0" err="1"/>
              <a:t>sehari-hari</a:t>
            </a:r>
            <a:endParaRPr lang="en-US" dirty="0"/>
          </a:p>
          <a:p>
            <a:r>
              <a:rPr lang="en-US" dirty="0"/>
              <a:t>Nilai rata-rata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pusat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,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puncak</a:t>
            </a:r>
            <a:r>
              <a:rPr lang="en-US" dirty="0"/>
              <a:t> pada </a:t>
            </a:r>
            <a:r>
              <a:rPr lang="en-US" dirty="0" err="1"/>
              <a:t>persebaran</a:t>
            </a:r>
            <a:r>
              <a:rPr lang="en-US" dirty="0"/>
              <a:t> data.</a:t>
            </a:r>
            <a:endParaRPr lang="en-ID" dirty="0"/>
          </a:p>
        </p:txBody>
      </p:sp>
      <p:pic>
        <p:nvPicPr>
          <p:cNvPr id="9" name="Picture 2" descr="Normal Distribution (Bell Curve)">
            <a:extLst>
              <a:ext uri="{FF2B5EF4-FFF2-40B4-BE49-F238E27FC236}">
                <a16:creationId xmlns:a16="http://schemas.microsoft.com/office/drawing/2014/main" id="{12C10CF8-D5B3-440A-BA13-2939A316A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143" y="1654897"/>
            <a:ext cx="4673601" cy="297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707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11C2-6AFA-4A08-8068-9ECEF684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Normal / Skewed</a:t>
            </a:r>
            <a:endParaRPr lang="en-ID" dirty="0"/>
          </a:p>
        </p:txBody>
      </p:sp>
      <p:pic>
        <p:nvPicPr>
          <p:cNvPr id="6146" name="Picture 2" descr="Skewed Distribution: Definition, Examples - Statistics How To">
            <a:extLst>
              <a:ext uri="{FF2B5EF4-FFF2-40B4-BE49-F238E27FC236}">
                <a16:creationId xmlns:a16="http://schemas.microsoft.com/office/drawing/2014/main" id="{B5A9F0EB-7165-45B4-8891-3964B315F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13923"/>
            <a:ext cx="9144000" cy="419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87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C27B-6890-46E5-A8D4-1C1C51BA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1B7A66E-D560-449F-A0D1-95B18B3E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174044"/>
          </a:xfrm>
        </p:spPr>
        <p:txBody>
          <a:bodyPr>
            <a:normAutofit/>
          </a:bodyPr>
          <a:lstStyle/>
          <a:p>
            <a:r>
              <a:rPr lang="id-ID" b="1" dirty="0"/>
              <a:t>Kurtosis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DB6D07-0919-4946-8F84-8BAB57600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7665"/>
          <a:stretch/>
        </p:blipFill>
        <p:spPr>
          <a:xfrm>
            <a:off x="5029421" y="1104721"/>
            <a:ext cx="5705325" cy="4648557"/>
          </a:xfr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7E2AD7-F273-4E12-AA04-0ABB326FBEDD}"/>
              </a:ext>
            </a:extLst>
          </p:cNvPr>
          <p:cNvSpPr txBox="1">
            <a:spLocks/>
          </p:cNvSpPr>
          <p:nvPr/>
        </p:nvSpPr>
        <p:spPr>
          <a:xfrm>
            <a:off x="913794" y="1920875"/>
            <a:ext cx="3706889" cy="3016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id-ID" dirty="0"/>
              <a:t>Leptokurtic (&gt;0)</a:t>
            </a:r>
          </a:p>
          <a:p>
            <a:pPr marL="342900" indent="-342900">
              <a:buFont typeface="+mj-lt"/>
              <a:buAutoNum type="arabicPeriod"/>
            </a:pPr>
            <a:r>
              <a:rPr lang="id-ID" dirty="0"/>
              <a:t>Mesokurtic (=0)</a:t>
            </a:r>
          </a:p>
          <a:p>
            <a:pPr marL="342900" indent="-342900">
              <a:buFont typeface="+mj-lt"/>
              <a:buAutoNum type="arabicPeriod"/>
            </a:pPr>
            <a:r>
              <a:rPr lang="id-ID" dirty="0"/>
              <a:t>Platykurtic (&lt;0)</a:t>
            </a:r>
          </a:p>
        </p:txBody>
      </p:sp>
    </p:spTree>
    <p:extLst>
      <p:ext uri="{BB962C8B-B14F-4D97-AF65-F5344CB8AC3E}">
        <p14:creationId xmlns:p14="http://schemas.microsoft.com/office/powerpoint/2010/main" val="2372899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AB5F-7E3E-4802-A8D9-5B0EB468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- </a:t>
            </a:r>
            <a:r>
              <a:rPr lang="en-US" dirty="0" err="1"/>
              <a:t>Survei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2AA826-71FB-4E26-B0E0-524BF225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487F2-1B43-4670-B3E0-D4AFC327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Isi </a:t>
            </a:r>
            <a:r>
              <a:rPr lang="en-US" dirty="0" err="1"/>
              <a:t>survei</a:t>
            </a:r>
            <a:r>
              <a:rPr lang="en-US" dirty="0"/>
              <a:t> </a:t>
            </a:r>
            <a:r>
              <a:rPr lang="en-US" dirty="0" err="1"/>
              <a:t>anonim</a:t>
            </a:r>
            <a:r>
              <a:rPr lang="en-US" dirty="0"/>
              <a:t> pada </a:t>
            </a:r>
            <a:r>
              <a:rPr lang="en-US" dirty="0" err="1"/>
              <a:t>laman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ID" b="1" dirty="0"/>
              <a:t>https://tinyurl.com/iseng-tabk</a:t>
            </a:r>
          </a:p>
        </p:txBody>
      </p:sp>
    </p:spTree>
    <p:extLst>
      <p:ext uri="{BB962C8B-B14F-4D97-AF65-F5344CB8AC3E}">
        <p14:creationId xmlns:p14="http://schemas.microsoft.com/office/powerpoint/2010/main" val="35434871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9A54A-93D6-4B08-81D7-A27DFFE5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Visualisasi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02C37-BA17-4512-A3CC-42B3F277B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Scatter Plot</a:t>
            </a:r>
          </a:p>
          <a:p>
            <a:r>
              <a:rPr lang="en-US" dirty="0"/>
              <a:t>Histogram/Bar</a:t>
            </a:r>
          </a:p>
          <a:p>
            <a:r>
              <a:rPr lang="en-US" dirty="0"/>
              <a:t>Line Chart</a:t>
            </a:r>
          </a:p>
          <a:p>
            <a:r>
              <a:rPr lang="en-US" dirty="0"/>
              <a:t>Box Plot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29841-1CF2-4FAD-A3F6-C4A65A98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941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AB5F-7E3E-4802-A8D9-5B0EB468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–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 I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2AA826-71FB-4E26-B0E0-524BF225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487F2-1B43-4670-B3E0-D4AFC327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Gunakan</a:t>
            </a:r>
            <a:r>
              <a:rPr lang="en-US" dirty="0"/>
              <a:t> data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survei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visualisasi</a:t>
            </a:r>
            <a:endParaRPr lang="en-US" dirty="0"/>
          </a:p>
          <a:p>
            <a:r>
              <a:rPr lang="en-US" dirty="0" err="1"/>
              <a:t>Terangkan</a:t>
            </a:r>
            <a:r>
              <a:rPr lang="en-US" dirty="0"/>
              <a:t>, data mana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anomali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76252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EA95-B356-4800-9F92-981BA75A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Parameter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F2BCD-F3F6-4DD0-A14E-5D2389BF4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mean</a:t>
            </a:r>
          </a:p>
          <a:p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median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C48BB-57CE-461E-95ED-ACBCC5A4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80776-BF43-4DC8-A87F-B7DEB5481BF5}"/>
              </a:ext>
            </a:extLst>
          </p:cNvPr>
          <p:cNvSpPr txBox="1"/>
          <p:nvPr/>
        </p:nvSpPr>
        <p:spPr>
          <a:xfrm>
            <a:off x="1044554" y="5258268"/>
            <a:ext cx="10102892" cy="393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i="1" dirty="0" err="1"/>
              <a:t>Meskipun</a:t>
            </a:r>
            <a:r>
              <a:rPr lang="en-US" sz="1800" i="1" dirty="0"/>
              <a:t> </a:t>
            </a:r>
            <a:r>
              <a:rPr lang="en-US" sz="1800" i="1" dirty="0" err="1"/>
              <a:t>dapat</a:t>
            </a:r>
            <a:r>
              <a:rPr lang="en-US" sz="1800" i="1" dirty="0"/>
              <a:t> </a:t>
            </a:r>
            <a:r>
              <a:rPr lang="en-US" sz="1800" i="1" dirty="0" err="1"/>
              <a:t>dikuantifikasi</a:t>
            </a:r>
            <a:r>
              <a:rPr lang="en-US" sz="1800" i="1" dirty="0"/>
              <a:t>, </a:t>
            </a:r>
            <a:r>
              <a:rPr lang="en-US" sz="1800" i="1" dirty="0" err="1"/>
              <a:t>tidak</a:t>
            </a:r>
            <a:r>
              <a:rPr lang="en-US" sz="1800" i="1" dirty="0"/>
              <a:t> </a:t>
            </a:r>
            <a:r>
              <a:rPr lang="en-US" sz="1800" i="1" dirty="0" err="1"/>
              <a:t>ada</a:t>
            </a:r>
            <a:r>
              <a:rPr lang="en-US" sz="1800" i="1" dirty="0"/>
              <a:t> </a:t>
            </a:r>
            <a:r>
              <a:rPr lang="en-US" sz="1800" i="1" dirty="0" err="1"/>
              <a:t>patokan</a:t>
            </a:r>
            <a:r>
              <a:rPr lang="en-US" sz="1800" i="1" dirty="0"/>
              <a:t>/</a:t>
            </a:r>
            <a:r>
              <a:rPr lang="en-US" sz="1800" i="1" dirty="0" err="1"/>
              <a:t>kriteria</a:t>
            </a:r>
            <a:r>
              <a:rPr lang="en-US" sz="1800" i="1" dirty="0"/>
              <a:t> </a:t>
            </a:r>
            <a:r>
              <a:rPr lang="en-US" sz="1800" i="1" dirty="0" err="1"/>
              <a:t>tetap</a:t>
            </a:r>
            <a:r>
              <a:rPr lang="en-US" sz="1800" i="1" dirty="0"/>
              <a:t>/</a:t>
            </a:r>
            <a:r>
              <a:rPr lang="en-US" sz="1800" i="1" dirty="0" err="1"/>
              <a:t>baku</a:t>
            </a:r>
            <a:r>
              <a:rPr lang="en-US" sz="1800" i="1" dirty="0"/>
              <a:t> </a:t>
            </a:r>
            <a:r>
              <a:rPr lang="en-US" sz="1800" i="1" dirty="0" err="1"/>
              <a:t>terkait</a:t>
            </a:r>
            <a:r>
              <a:rPr lang="en-US" sz="1800" i="1" dirty="0"/>
              <a:t> </a:t>
            </a:r>
            <a:r>
              <a:rPr lang="en-US" sz="1800" i="1" dirty="0" err="1"/>
              <a:t>batas</a:t>
            </a:r>
            <a:r>
              <a:rPr lang="en-US" sz="1800" i="1" dirty="0"/>
              <a:t> </a:t>
            </a:r>
            <a:r>
              <a:rPr lang="en-US" sz="1800" i="1" dirty="0" err="1"/>
              <a:t>anomali</a:t>
            </a:r>
            <a:r>
              <a:rPr lang="en-US" sz="1800" i="1" dirty="0"/>
              <a:t>/outlier</a:t>
            </a:r>
          </a:p>
        </p:txBody>
      </p:sp>
    </p:spTree>
    <p:extLst>
      <p:ext uri="{BB962C8B-B14F-4D97-AF65-F5344CB8AC3E}">
        <p14:creationId xmlns:p14="http://schemas.microsoft.com/office/powerpoint/2010/main" val="10302451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5795D-92F6-4767-A121-BC15D3D0C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Mean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87251-6A85-4CBC-889C-AD7C25D56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149"/>
            <a:ext cx="5341671" cy="4351338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Pada </a:t>
            </a:r>
            <a:r>
              <a:rPr lang="en-US" sz="2800" dirty="0" err="1"/>
              <a:t>kasus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kita</a:t>
            </a:r>
            <a:r>
              <a:rPr lang="en-US" sz="2800" dirty="0"/>
              <a:t> </a:t>
            </a:r>
            <a:r>
              <a:rPr lang="en-US" sz="2800" dirty="0" err="1"/>
              <a:t>asumsikan</a:t>
            </a:r>
            <a:r>
              <a:rPr lang="en-US" sz="2800" dirty="0"/>
              <a:t> outlier </a:t>
            </a:r>
            <a:r>
              <a:rPr lang="en-US" sz="2800" dirty="0" err="1"/>
              <a:t>adalah</a:t>
            </a:r>
            <a:r>
              <a:rPr lang="en-US" sz="2800" dirty="0"/>
              <a:t> data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nilai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3z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kurang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-3z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D" sz="2800" dirty="0"/>
              <a:t>Nilai z0 = mean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D" sz="2800" dirty="0"/>
              <a:t>Nilai z1 = </a:t>
            </a:r>
            <a:r>
              <a:rPr lang="en-ID" sz="2800" dirty="0" err="1"/>
              <a:t>standar</a:t>
            </a:r>
            <a:r>
              <a:rPr lang="en-ID" sz="2800" dirty="0"/>
              <a:t> </a:t>
            </a:r>
            <a:r>
              <a:rPr lang="en-ID" sz="2800" dirty="0" err="1"/>
              <a:t>deviasi</a:t>
            </a:r>
            <a:endParaRPr lang="en-ID" sz="28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D" sz="2800" dirty="0"/>
              <a:t>3z = 3 * </a:t>
            </a:r>
            <a:r>
              <a:rPr lang="en-ID" sz="2800" dirty="0" err="1"/>
              <a:t>standar</a:t>
            </a:r>
            <a:r>
              <a:rPr lang="en-ID" sz="2800" dirty="0"/>
              <a:t> </a:t>
            </a:r>
            <a:r>
              <a:rPr lang="en-ID" sz="2800" dirty="0" err="1"/>
              <a:t>deviasi</a:t>
            </a:r>
            <a:endParaRPr lang="en-ID" sz="28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D" sz="2800" dirty="0" err="1"/>
              <a:t>Anomali</a:t>
            </a:r>
            <a:r>
              <a:rPr lang="en-ID" sz="2800" dirty="0"/>
              <a:t> </a:t>
            </a:r>
            <a:r>
              <a:rPr lang="en-ID" sz="2800" dirty="0" err="1"/>
              <a:t>didefinisikan</a:t>
            </a:r>
            <a:r>
              <a:rPr lang="en-ID" sz="2800" dirty="0"/>
              <a:t> </a:t>
            </a:r>
            <a:r>
              <a:rPr lang="en-ID" sz="2800" dirty="0" err="1"/>
              <a:t>sebagai</a:t>
            </a:r>
            <a:r>
              <a:rPr lang="en-ID" sz="2800" dirty="0"/>
              <a:t> X </a:t>
            </a:r>
            <a:r>
              <a:rPr lang="en-ID" sz="2800" dirty="0" err="1"/>
              <a:t>berikut</a:t>
            </a:r>
            <a:r>
              <a:rPr lang="en-ID" sz="2800" dirty="0"/>
              <a:t>:</a:t>
            </a:r>
          </a:p>
          <a:p>
            <a:pPr marL="742950" lvl="1" indent="-285750">
              <a:lnSpc>
                <a:spcPct val="120000"/>
              </a:lnSpc>
            </a:pPr>
            <a:r>
              <a:rPr lang="en-ID" dirty="0"/>
              <a:t>X &gt; 3z = X &gt; (mean+3*</a:t>
            </a:r>
            <a:r>
              <a:rPr lang="en-ID" dirty="0" err="1"/>
              <a:t>stdev</a:t>
            </a:r>
            <a:r>
              <a:rPr lang="en-ID" dirty="0"/>
              <a:t>) </a:t>
            </a:r>
          </a:p>
          <a:p>
            <a:pPr marL="742950" lvl="1" indent="-285750">
              <a:lnSpc>
                <a:spcPct val="120000"/>
              </a:lnSpc>
            </a:pPr>
            <a:r>
              <a:rPr lang="en-ID" dirty="0"/>
              <a:t>X &lt; -3z = X &lt; (mean-3*</a:t>
            </a:r>
            <a:r>
              <a:rPr lang="en-ID" dirty="0" err="1"/>
              <a:t>stdev</a:t>
            </a:r>
            <a:r>
              <a:rPr lang="en-ID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97F42-8A1C-4485-BF86-EA66309E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5" name="Picture 2" descr="How Anomaly Detection Works ?. What is an Anomaly ? | by Ashwin Prasad |  Analytics Vidhya | Medium">
            <a:extLst>
              <a:ext uri="{FF2B5EF4-FFF2-40B4-BE49-F238E27FC236}">
                <a16:creationId xmlns:a16="http://schemas.microsoft.com/office/drawing/2014/main" id="{4F4012CB-1049-40E0-BF74-40CA7BA41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593" y="2345803"/>
            <a:ext cx="4573181" cy="237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870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44EE-0995-4A43-B5CE-1CED75CF9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Median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6EF32-ECD1-4A47-8FE1-DFCABBD43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Anomali</a:t>
            </a:r>
            <a:r>
              <a:rPr lang="en-US" sz="2400" dirty="0"/>
              <a:t> </a:t>
            </a:r>
            <a:r>
              <a:rPr lang="en-US" sz="2400" dirty="0" err="1"/>
              <a:t>berbasis</a:t>
            </a:r>
            <a:r>
              <a:rPr lang="en-US" sz="2400" dirty="0"/>
              <a:t> median </a:t>
            </a:r>
            <a:r>
              <a:rPr lang="en-US" sz="2400" dirty="0" err="1"/>
              <a:t>dihitung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Inter Quartile Range (IQR):</a:t>
            </a:r>
          </a:p>
          <a:p>
            <a:pPr lvl="1"/>
            <a:r>
              <a:rPr lang="en-US" sz="2000" dirty="0"/>
              <a:t>Q1: 25% data</a:t>
            </a:r>
          </a:p>
          <a:p>
            <a:pPr lvl="1"/>
            <a:r>
              <a:rPr lang="en-US" sz="2000" dirty="0"/>
              <a:t>Q2: 50% data / median</a:t>
            </a:r>
          </a:p>
          <a:p>
            <a:pPr lvl="1"/>
            <a:r>
              <a:rPr lang="en-US" sz="2000" dirty="0"/>
              <a:t>Q3: 75% data</a:t>
            </a:r>
          </a:p>
          <a:p>
            <a:pPr lvl="1"/>
            <a:r>
              <a:rPr lang="en-US" sz="2000" dirty="0"/>
              <a:t>IQR = Q3 – Q1</a:t>
            </a:r>
          </a:p>
          <a:p>
            <a:pPr lvl="1"/>
            <a:endParaRPr lang="en-US" sz="2000" dirty="0"/>
          </a:p>
          <a:p>
            <a:r>
              <a:rPr lang="en-US" sz="2400" dirty="0" err="1"/>
              <a:t>Anomali</a:t>
            </a:r>
            <a:r>
              <a:rPr lang="en-US" sz="2400" dirty="0"/>
              <a:t> </a:t>
            </a:r>
            <a:r>
              <a:rPr lang="en-US" sz="2400" dirty="0" err="1"/>
              <a:t>didefinisi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X </a:t>
            </a:r>
            <a:r>
              <a:rPr lang="en-US" sz="2400" dirty="0" err="1"/>
              <a:t>berikut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X &lt; Q1 – 1,5*IQR</a:t>
            </a:r>
          </a:p>
          <a:p>
            <a:pPr lvl="1"/>
            <a:r>
              <a:rPr lang="en-US" sz="2000" dirty="0"/>
              <a:t>X &gt; Q3 + 1,5*IQR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687E2-C762-4E95-A0BA-DBE3B85F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1028" name="Picture 4" descr="Calculating Upper and Lower Quartiles for a Set of Data">
            <a:extLst>
              <a:ext uri="{FF2B5EF4-FFF2-40B4-BE49-F238E27FC236}">
                <a16:creationId xmlns:a16="http://schemas.microsoft.com/office/drawing/2014/main" id="{ABC001D2-91D1-44BD-A77E-D2FB09D3C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04" r="7985" b="18441"/>
          <a:stretch/>
        </p:blipFill>
        <p:spPr bwMode="auto">
          <a:xfrm>
            <a:off x="6123870" y="2105743"/>
            <a:ext cx="4973457" cy="177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E90410-E6B6-4384-9B00-7F65D891B9AF}"/>
              </a:ext>
            </a:extLst>
          </p:cNvPr>
          <p:cNvSpPr/>
          <p:nvPr/>
        </p:nvSpPr>
        <p:spPr>
          <a:xfrm>
            <a:off x="8665321" y="4525972"/>
            <a:ext cx="1589460" cy="7302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=QUARTILE()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pic>
        <p:nvPicPr>
          <p:cNvPr id="1030" name="Picture 6" descr="Download Microsoft Excel Logo in SVG Vector or PNG File ...">
            <a:extLst>
              <a:ext uri="{FF2B5EF4-FFF2-40B4-BE49-F238E27FC236}">
                <a16:creationId xmlns:a16="http://schemas.microsoft.com/office/drawing/2014/main" id="{300BC833-871A-4593-9BB2-57249896E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552" y="4266607"/>
            <a:ext cx="778095" cy="518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8306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AB5F-7E3E-4802-A8D9-5B0EB468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–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 II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2AA826-71FB-4E26-B0E0-524BF225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487F2-1B43-4670-B3E0-D4AFC327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Atas data yang </a:t>
            </a:r>
            <a:r>
              <a:rPr lang="en-US" dirty="0" err="1"/>
              <a:t>telah</a:t>
            </a:r>
            <a:r>
              <a:rPr lang="en-US" dirty="0"/>
              <a:t> Anda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anomalinya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,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ulang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z-score dan IQR</a:t>
            </a:r>
          </a:p>
          <a:p>
            <a:r>
              <a:rPr lang="en-US" dirty="0" err="1"/>
              <a:t>Terangkan</a:t>
            </a:r>
            <a:r>
              <a:rPr lang="en-US" dirty="0"/>
              <a:t>, data mana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 dan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pendefinisian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z-score dan IQR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pendefinisian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anomali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407543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C1D9-C909-426D-A80E-515D8882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Benford’s</a:t>
            </a:r>
            <a:r>
              <a:rPr lang="en-US" dirty="0"/>
              <a:t> Analysis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6AFA6-630F-4675-A978-9F6C4DB35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750386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D9639-CBD1-6CBE-6F3F-2697635BF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Benford’s</a:t>
            </a:r>
            <a:r>
              <a:rPr lang="en-US" dirty="0"/>
              <a:t> Law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D0DC1-96FD-FCB3-DBE2-1F7FBF51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FC0B5-42FC-4009-A13C-0B7C9EA26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838444" cy="187493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 err="1"/>
              <a:t>Benford's</a:t>
            </a:r>
            <a:r>
              <a:rPr lang="en-US" b="1" dirty="0"/>
              <a:t> Law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fenomena</a:t>
            </a:r>
            <a:r>
              <a:rPr lang="en-US" dirty="0"/>
              <a:t> </a:t>
            </a:r>
            <a:r>
              <a:rPr lang="en-US" dirty="0" err="1"/>
              <a:t>statistik</a:t>
            </a:r>
            <a:r>
              <a:rPr lang="en-US" dirty="0"/>
              <a:t> yang </a:t>
            </a:r>
            <a:r>
              <a:rPr lang="en-US" dirty="0" err="1"/>
              <a:t>memprediksi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digit </a:t>
            </a:r>
            <a:r>
              <a:rPr lang="en-US" dirty="0" err="1"/>
              <a:t>pertama</a:t>
            </a:r>
            <a:r>
              <a:rPr lang="en-US" dirty="0"/>
              <a:t> pada </a:t>
            </a:r>
            <a:r>
              <a:rPr lang="en-US" dirty="0" err="1"/>
              <a:t>suatu</a:t>
            </a:r>
            <a:r>
              <a:rPr lang="en-US" dirty="0"/>
              <a:t> set </a:t>
            </a:r>
            <a:r>
              <a:rPr lang="en-US" dirty="0" err="1"/>
              <a:t>angka</a:t>
            </a:r>
            <a:r>
              <a:rPr lang="en-US" dirty="0"/>
              <a:t> yang </a:t>
            </a:r>
            <a:r>
              <a:rPr lang="en-US" dirty="0" err="1"/>
              <a:t>secara</a:t>
            </a:r>
            <a:r>
              <a:rPr lang="en-US" dirty="0"/>
              <a:t> natural </a:t>
            </a:r>
            <a:r>
              <a:rPr lang="en-US" dirty="0" err="1"/>
              <a:t>terjadi</a:t>
            </a:r>
            <a:endParaRPr lang="en-US" dirty="0"/>
          </a:p>
        </p:txBody>
      </p:sp>
      <p:pic>
        <p:nvPicPr>
          <p:cNvPr id="2050" name="Picture 2" descr="Benford's law for the first digit. | Download Scientific Diagram">
            <a:extLst>
              <a:ext uri="{FF2B5EF4-FFF2-40B4-BE49-F238E27FC236}">
                <a16:creationId xmlns:a16="http://schemas.microsoft.com/office/drawing/2014/main" id="{279F9B53-3EBD-4432-AD8B-A0C62188E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341" y="1825625"/>
            <a:ext cx="4977036" cy="3499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E3E25B-8912-4DC7-BBD5-FB2DBA056D43}"/>
              </a:ext>
            </a:extLst>
          </p:cNvPr>
          <p:cNvSpPr txBox="1"/>
          <p:nvPr/>
        </p:nvSpPr>
        <p:spPr>
          <a:xfrm>
            <a:off x="969889" y="3835495"/>
            <a:ext cx="4033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Definisi</a:t>
            </a:r>
            <a:r>
              <a:rPr lang="en-US" i="1" dirty="0"/>
              <a:t> “normal” </a:t>
            </a:r>
            <a:r>
              <a:rPr lang="en-US" i="1" dirty="0" err="1"/>
              <a:t>menurut</a:t>
            </a:r>
            <a:r>
              <a:rPr lang="en-US" i="1" dirty="0"/>
              <a:t> </a:t>
            </a:r>
            <a:r>
              <a:rPr lang="en-US" i="1" dirty="0" err="1"/>
              <a:t>Benford</a:t>
            </a:r>
            <a:r>
              <a:rPr lang="en-US" i="1" dirty="0"/>
              <a:t> </a:t>
            </a:r>
            <a:r>
              <a:rPr lang="en-US" i="1" dirty="0" err="1"/>
              <a:t>adalah</a:t>
            </a:r>
            <a:r>
              <a:rPr lang="en-US" i="1" dirty="0"/>
              <a:t> digit </a:t>
            </a:r>
            <a:r>
              <a:rPr lang="en-US" i="1" dirty="0" err="1"/>
              <a:t>pertama</a:t>
            </a:r>
            <a:r>
              <a:rPr lang="en-US" i="1" dirty="0"/>
              <a:t> pada </a:t>
            </a:r>
            <a:r>
              <a:rPr lang="en-US" i="1" dirty="0" err="1"/>
              <a:t>suatu</a:t>
            </a:r>
            <a:r>
              <a:rPr lang="en-US" i="1" dirty="0"/>
              <a:t> set </a:t>
            </a:r>
            <a:r>
              <a:rPr lang="en-US" i="1" dirty="0" err="1"/>
              <a:t>angka</a:t>
            </a:r>
            <a:r>
              <a:rPr lang="en-US" i="1" dirty="0"/>
              <a:t> </a:t>
            </a:r>
            <a:r>
              <a:rPr lang="en-US" i="1" dirty="0" err="1"/>
              <a:t>memiliki</a:t>
            </a:r>
            <a:r>
              <a:rPr lang="en-US" i="1" dirty="0"/>
              <a:t> </a:t>
            </a:r>
            <a:r>
              <a:rPr lang="en-US" i="1" dirty="0" err="1"/>
              <a:t>persebaran</a:t>
            </a:r>
            <a:r>
              <a:rPr lang="en-US" i="1" dirty="0"/>
              <a:t> yang </a:t>
            </a:r>
            <a:r>
              <a:rPr lang="en-US" i="1" dirty="0" err="1"/>
              <a:t>kurang</a:t>
            </a:r>
            <a:r>
              <a:rPr lang="en-US" i="1" dirty="0"/>
              <a:t> </a:t>
            </a:r>
            <a:r>
              <a:rPr lang="en-US" i="1" dirty="0" err="1"/>
              <a:t>lebih</a:t>
            </a:r>
            <a:r>
              <a:rPr lang="en-US" i="1" dirty="0"/>
              <a:t> </a:t>
            </a:r>
            <a:r>
              <a:rPr lang="en-US" i="1" dirty="0" err="1"/>
              <a:t>mengikuti</a:t>
            </a:r>
            <a:r>
              <a:rPr lang="en-US" i="1" dirty="0"/>
              <a:t> </a:t>
            </a:r>
            <a:r>
              <a:rPr lang="en-US" i="1" dirty="0" err="1"/>
              <a:t>pola</a:t>
            </a:r>
            <a:r>
              <a:rPr lang="en-US" i="1" dirty="0"/>
              <a:t> </a:t>
            </a:r>
            <a:r>
              <a:rPr lang="en-US" i="1" dirty="0" err="1"/>
              <a:t>tersebut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8010492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3F9C-BA6B-474E-B25E-8522C26E5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Pengaplikasan</a:t>
            </a:r>
            <a:r>
              <a:rPr lang="en-US" dirty="0"/>
              <a:t> </a:t>
            </a:r>
            <a:r>
              <a:rPr lang="en-US" dirty="0" err="1"/>
              <a:t>Benford’s</a:t>
            </a:r>
            <a:r>
              <a:rPr lang="en-US" dirty="0"/>
              <a:t> Law pada Audit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56072-43F1-4ACC-8784-625800890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45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B312DB0-C328-4DCE-BEFA-030484DE18E7}"/>
              </a:ext>
            </a:extLst>
          </p:cNvPr>
          <p:cNvGraphicFramePr>
            <a:graphicFrameLocks noGrp="1"/>
          </p:cNvGraphicFramePr>
          <p:nvPr/>
        </p:nvGraphicFramePr>
        <p:xfrm>
          <a:off x="1456324" y="1901022"/>
          <a:ext cx="342265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325">
                  <a:extLst>
                    <a:ext uri="{9D8B030D-6E8A-4147-A177-3AD203B41FA5}">
                      <a16:colId xmlns:a16="http://schemas.microsoft.com/office/drawing/2014/main" val="2529740257"/>
                    </a:ext>
                  </a:extLst>
                </a:gridCol>
                <a:gridCol w="1711325">
                  <a:extLst>
                    <a:ext uri="{9D8B030D-6E8A-4147-A177-3AD203B41FA5}">
                      <a16:colId xmlns:a16="http://schemas.microsoft.com/office/drawing/2014/main" val="2979569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 Bukti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Nilai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697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INV 0001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1.250.000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97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INV 0002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750.000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08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INV 0003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140.000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215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INV 0004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250.000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477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INV 0005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350.000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358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INV 0006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2.000.000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83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…..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…..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534067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1461D890-8CCE-4214-8976-4A087B6555BA}"/>
              </a:ext>
            </a:extLst>
          </p:cNvPr>
          <p:cNvGraphicFramePr>
            <a:graphicFrameLocks noGrp="1"/>
          </p:cNvGraphicFramePr>
          <p:nvPr/>
        </p:nvGraphicFramePr>
        <p:xfrm>
          <a:off x="5323474" y="1901022"/>
          <a:ext cx="1168399" cy="2966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68399">
                  <a:extLst>
                    <a:ext uri="{9D8B030D-6E8A-4147-A177-3AD203B41FA5}">
                      <a16:colId xmlns:a16="http://schemas.microsoft.com/office/drawing/2014/main" val="2529740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digit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697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97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08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215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477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358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83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…..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534067"/>
                  </a:ext>
                </a:extLst>
              </a:tr>
            </a:tbl>
          </a:graphicData>
        </a:graphic>
      </p:graphicFrame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D97B7D4-F1D4-48B4-9961-956FEAE4C2A9}"/>
              </a:ext>
            </a:extLst>
          </p:cNvPr>
          <p:cNvSpPr/>
          <p:nvPr/>
        </p:nvSpPr>
        <p:spPr>
          <a:xfrm rot="5400000">
            <a:off x="4980574" y="3143506"/>
            <a:ext cx="215900" cy="209550"/>
          </a:xfrm>
          <a:prstGeom prst="triangle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0C129892-3BC0-4878-A5C4-910ABC7FB868}"/>
              </a:ext>
            </a:extLst>
          </p:cNvPr>
          <p:cNvSpPr/>
          <p:nvPr/>
        </p:nvSpPr>
        <p:spPr>
          <a:xfrm rot="5400000">
            <a:off x="6618873" y="3143506"/>
            <a:ext cx="215900" cy="209550"/>
          </a:xfrm>
          <a:prstGeom prst="triangle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8A1C25EB-0858-4DAB-836C-09B609E95528}"/>
              </a:ext>
            </a:extLst>
          </p:cNvPr>
          <p:cNvGraphicFramePr>
            <a:graphicFrameLocks noGrp="1"/>
          </p:cNvGraphicFramePr>
          <p:nvPr/>
        </p:nvGraphicFramePr>
        <p:xfrm>
          <a:off x="6961773" y="1901022"/>
          <a:ext cx="31749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333">
                  <a:extLst>
                    <a:ext uri="{9D8B030D-6E8A-4147-A177-3AD203B41FA5}">
                      <a16:colId xmlns:a16="http://schemas.microsoft.com/office/drawing/2014/main" val="1295472310"/>
                    </a:ext>
                  </a:extLst>
                </a:gridCol>
                <a:gridCol w="1058333">
                  <a:extLst>
                    <a:ext uri="{9D8B030D-6E8A-4147-A177-3AD203B41FA5}">
                      <a16:colId xmlns:a16="http://schemas.microsoft.com/office/drawing/2014/main" val="548324081"/>
                    </a:ext>
                  </a:extLst>
                </a:gridCol>
                <a:gridCol w="1058333">
                  <a:extLst>
                    <a:ext uri="{9D8B030D-6E8A-4147-A177-3AD203B41FA5}">
                      <a16:colId xmlns:a16="http://schemas.microsoft.com/office/drawing/2014/main" val="817192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digit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Freq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Benford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568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 %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30.10%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85843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xxx %</a:t>
                      </a:r>
                      <a:endParaRPr kumimoji="0" lang="en-ID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17.61%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921523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xxx %</a:t>
                      </a:r>
                      <a:endParaRPr kumimoji="0" lang="en-ID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12.49%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47520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xxx %</a:t>
                      </a:r>
                      <a:endParaRPr kumimoji="0" lang="en-ID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9.69%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928822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xxx %</a:t>
                      </a:r>
                      <a:endParaRPr kumimoji="0" lang="en-ID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7.92%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788079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xxx %</a:t>
                      </a:r>
                      <a:endParaRPr kumimoji="0" lang="en-ID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6.69%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295359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xxx %</a:t>
                      </a:r>
                      <a:endParaRPr kumimoji="0" lang="en-ID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5.80%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876543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xxx %</a:t>
                      </a:r>
                      <a:endParaRPr kumimoji="0" lang="en-ID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5.12%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80041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xxx %</a:t>
                      </a:r>
                      <a:endParaRPr kumimoji="0" lang="en-ID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4.58%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067971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360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3F9C-BA6B-474E-B25E-8522C26E5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Pengaplikasan</a:t>
            </a:r>
            <a:r>
              <a:rPr lang="en-US" dirty="0"/>
              <a:t> </a:t>
            </a:r>
            <a:r>
              <a:rPr lang="en-US" dirty="0" err="1"/>
              <a:t>Benford’s</a:t>
            </a:r>
            <a:r>
              <a:rPr lang="en-US" dirty="0"/>
              <a:t> Law pada Audit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56072-43F1-4ACC-8784-625800890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46</a:t>
            </a:fld>
            <a:endParaRPr lang="en-US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47C28FC6-6120-4CBF-B533-8D58BA7AEBB9}"/>
              </a:ext>
            </a:extLst>
          </p:cNvPr>
          <p:cNvGraphicFramePr/>
          <p:nvPr/>
        </p:nvGraphicFramePr>
        <p:xfrm>
          <a:off x="653845" y="1690688"/>
          <a:ext cx="7455310" cy="4306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Oval 13">
            <a:extLst>
              <a:ext uri="{FF2B5EF4-FFF2-40B4-BE49-F238E27FC236}">
                <a16:creationId xmlns:a16="http://schemas.microsoft.com/office/drawing/2014/main" id="{EAC0215C-0671-49F5-8CDB-CACF75BC07A7}"/>
              </a:ext>
            </a:extLst>
          </p:cNvPr>
          <p:cNvSpPr/>
          <p:nvPr/>
        </p:nvSpPr>
        <p:spPr>
          <a:xfrm>
            <a:off x="3333136" y="3487994"/>
            <a:ext cx="921774" cy="1489587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0E096B-DD3B-4F60-9160-E5B34A7B90F2}"/>
              </a:ext>
            </a:extLst>
          </p:cNvPr>
          <p:cNvSpPr txBox="1"/>
          <p:nvPr/>
        </p:nvSpPr>
        <p:spPr>
          <a:xfrm>
            <a:off x="8340214" y="2274838"/>
            <a:ext cx="29890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Ketika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peberdaan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pada data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Benford’s</a:t>
            </a:r>
            <a:r>
              <a:rPr lang="en-US" dirty="0"/>
              <a:t> Law,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indikasi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digit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natural (</a:t>
            </a:r>
            <a:r>
              <a:rPr lang="en-US" dirty="0" err="1"/>
              <a:t>potensi</a:t>
            </a:r>
            <a:r>
              <a:rPr lang="en-US" dirty="0"/>
              <a:t> fraud)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085470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34636-633F-48B0-85B9-AD1804BE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Ktirik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Benford’s</a:t>
            </a:r>
            <a:r>
              <a:rPr lang="en-US" dirty="0"/>
              <a:t> Law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0EAEC-A859-45D8-9F6B-50F9880B8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032"/>
            <a:ext cx="10178845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ID" b="1" dirty="0" err="1"/>
              <a:t>Tidak</a:t>
            </a:r>
            <a:r>
              <a:rPr lang="en-ID" b="1" dirty="0"/>
              <a:t> </a:t>
            </a:r>
            <a:r>
              <a:rPr lang="en-ID" b="1" dirty="0" err="1"/>
              <a:t>Berlaku</a:t>
            </a:r>
            <a:r>
              <a:rPr lang="en-ID" b="1" dirty="0"/>
              <a:t> </a:t>
            </a:r>
            <a:r>
              <a:rPr lang="en-ID" b="1" dirty="0" err="1"/>
              <a:t>Secara</a:t>
            </a:r>
            <a:r>
              <a:rPr lang="en-ID" b="1" dirty="0"/>
              <a:t> Universal</a:t>
            </a:r>
            <a:endParaRPr lang="en-ID" dirty="0"/>
          </a:p>
          <a:p>
            <a:pPr lvl="1">
              <a:lnSpc>
                <a:spcPct val="120000"/>
              </a:lnSpc>
            </a:pPr>
            <a:r>
              <a:rPr lang="en-ID" b="1" dirty="0" err="1"/>
              <a:t>Kebutuhan</a:t>
            </a:r>
            <a:r>
              <a:rPr lang="en-ID" b="1" dirty="0"/>
              <a:t> Data </a:t>
            </a:r>
            <a:r>
              <a:rPr lang="en-ID" b="1" dirty="0" err="1"/>
              <a:t>Spesifik</a:t>
            </a:r>
            <a:r>
              <a:rPr lang="en-ID" b="1" dirty="0"/>
              <a:t>:</a:t>
            </a:r>
            <a:r>
              <a:rPr lang="en-ID" dirty="0"/>
              <a:t> Hukum </a:t>
            </a:r>
            <a:r>
              <a:rPr lang="en-ID" dirty="0" err="1"/>
              <a:t>Benford</a:t>
            </a:r>
            <a:r>
              <a:rPr lang="en-ID" dirty="0"/>
              <a:t> paling </a:t>
            </a:r>
            <a:r>
              <a:rPr lang="en-ID" dirty="0" err="1"/>
              <a:t>efektif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set data </a:t>
            </a:r>
            <a:r>
              <a:rPr lang="en-ID" dirty="0" err="1"/>
              <a:t>besar</a:t>
            </a:r>
            <a:r>
              <a:rPr lang="en-ID" dirty="0"/>
              <a:t> yang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alami</a:t>
            </a:r>
            <a:r>
              <a:rPr lang="en-ID" dirty="0"/>
              <a:t> dan </a:t>
            </a:r>
            <a:r>
              <a:rPr lang="en-ID" dirty="0" err="1"/>
              <a:t>mencakup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skala</a:t>
            </a:r>
            <a:r>
              <a:rPr lang="en-ID" dirty="0"/>
              <a:t>. Hukum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berlaku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set data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rentang</a:t>
            </a:r>
            <a:r>
              <a:rPr lang="en-ID" dirty="0"/>
              <a:t> </a:t>
            </a:r>
            <a:r>
              <a:rPr lang="en-ID" dirty="0" err="1"/>
              <a:t>terbatas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</a:t>
            </a:r>
            <a:r>
              <a:rPr lang="en-ID" dirty="0" err="1"/>
              <a:t>satuan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ID" b="1" dirty="0"/>
              <a:t>Set Data </a:t>
            </a:r>
            <a:r>
              <a:rPr lang="en-ID" b="1" dirty="0" err="1"/>
              <a:t>Terstruktur</a:t>
            </a:r>
            <a:r>
              <a:rPr lang="en-ID" b="1" dirty="0"/>
              <a:t>:</a:t>
            </a:r>
            <a:r>
              <a:rPr lang="en-ID" dirty="0"/>
              <a:t> Set data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ditentukan</a:t>
            </a:r>
            <a:r>
              <a:rPr lang="en-ID" dirty="0"/>
              <a:t> </a:t>
            </a:r>
            <a:r>
              <a:rPr lang="en-ID" dirty="0" err="1"/>
              <a:t>sebelumnya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dipengaruhi</a:t>
            </a:r>
            <a:r>
              <a:rPr lang="en-ID" dirty="0"/>
              <a:t> oleh </a:t>
            </a:r>
            <a:r>
              <a:rPr lang="en-ID" dirty="0" err="1"/>
              <a:t>intervensi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nomor</a:t>
            </a:r>
            <a:r>
              <a:rPr lang="en-ID" dirty="0"/>
              <a:t> yang </a:t>
            </a:r>
            <a:r>
              <a:rPr lang="en-ID" dirty="0" err="1"/>
              <a:t>ditugaskan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batasan</a:t>
            </a:r>
            <a:r>
              <a:rPr lang="en-ID" dirty="0"/>
              <a:t> </a:t>
            </a:r>
            <a:r>
              <a:rPr lang="en-ID" dirty="0" err="1"/>
              <a:t>regulasi</a:t>
            </a:r>
            <a:r>
              <a:rPr lang="en-ID" dirty="0"/>
              <a:t>, </a:t>
            </a:r>
            <a:r>
              <a:rPr lang="en-ID" dirty="0" err="1"/>
              <a:t>seringkali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mengikuti</a:t>
            </a:r>
            <a:r>
              <a:rPr lang="en-ID" dirty="0"/>
              <a:t> Hukum </a:t>
            </a:r>
            <a:r>
              <a:rPr lang="en-ID" dirty="0" err="1"/>
              <a:t>Benford</a:t>
            </a:r>
            <a:r>
              <a:rPr lang="en-ID" dirty="0"/>
              <a:t>.</a:t>
            </a:r>
          </a:p>
          <a:p>
            <a:pPr>
              <a:lnSpc>
                <a:spcPct val="120000"/>
              </a:lnSpc>
            </a:pPr>
            <a:r>
              <a:rPr lang="en-ID" b="1" dirty="0" err="1"/>
              <a:t>Keterbatasan</a:t>
            </a:r>
            <a:r>
              <a:rPr lang="en-ID" b="1" dirty="0"/>
              <a:t> pada Set Data Kecil</a:t>
            </a:r>
            <a:endParaRPr lang="en-ID" dirty="0"/>
          </a:p>
          <a:p>
            <a:pPr lvl="1">
              <a:lnSpc>
                <a:spcPct val="120000"/>
              </a:lnSpc>
            </a:pPr>
            <a:r>
              <a:rPr lang="en-ID" b="1" dirty="0" err="1"/>
              <a:t>Masalah</a:t>
            </a:r>
            <a:r>
              <a:rPr lang="en-ID" b="1" dirty="0"/>
              <a:t> </a:t>
            </a:r>
            <a:r>
              <a:rPr lang="en-ID" b="1" dirty="0" err="1"/>
              <a:t>Ukuran</a:t>
            </a:r>
            <a:r>
              <a:rPr lang="en-ID" b="1" dirty="0"/>
              <a:t> </a:t>
            </a:r>
            <a:r>
              <a:rPr lang="en-ID" b="1" dirty="0" err="1"/>
              <a:t>Sampel</a:t>
            </a:r>
            <a:r>
              <a:rPr lang="en-ID" b="1" dirty="0"/>
              <a:t>:</a:t>
            </a:r>
            <a:r>
              <a:rPr lang="en-ID" dirty="0"/>
              <a:t> Hukum </a:t>
            </a:r>
            <a:r>
              <a:rPr lang="en-ID" dirty="0" err="1"/>
              <a:t>Benford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yang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. Set data </a:t>
            </a:r>
            <a:r>
              <a:rPr lang="en-ID" dirty="0" err="1"/>
              <a:t>kecil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distribusi</a:t>
            </a:r>
            <a:r>
              <a:rPr lang="en-ID" dirty="0"/>
              <a:t> digit yang </a:t>
            </a:r>
            <a:r>
              <a:rPr lang="en-ID" dirty="0" err="1"/>
              <a:t>diharapkan</a:t>
            </a:r>
            <a:r>
              <a:rPr lang="en-ID" dirty="0"/>
              <a:t>,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penerapan</a:t>
            </a:r>
            <a:r>
              <a:rPr lang="en-ID" dirty="0"/>
              <a:t> Hukum </a:t>
            </a:r>
            <a:r>
              <a:rPr lang="en-ID" dirty="0" err="1"/>
              <a:t>Benford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praktis</a:t>
            </a:r>
            <a:r>
              <a:rPr lang="en-ID" dirty="0"/>
              <a:t> dan </a:t>
            </a:r>
            <a:r>
              <a:rPr lang="en-ID" dirty="0" err="1"/>
              <a:t>berpotensi</a:t>
            </a:r>
            <a:r>
              <a:rPr lang="en-ID" dirty="0"/>
              <a:t> </a:t>
            </a:r>
            <a:r>
              <a:rPr lang="en-ID" dirty="0" err="1"/>
              <a:t>menyesatkan</a:t>
            </a:r>
            <a:r>
              <a:rPr lang="en-ID" dirty="0"/>
              <a:t>.</a:t>
            </a:r>
          </a:p>
          <a:p>
            <a:pPr marL="457200" lvl="1" indent="0">
              <a:buNone/>
            </a:pP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EB738-D098-4580-81C9-4C5BFFD7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331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468D8-09CC-405F-9B14-7717A7622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Week XII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DD349D-009D-40ED-8E15-C8514B7C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D25CD-69FD-4588-A206-390B403AC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Audit </a:t>
            </a:r>
            <a:r>
              <a:rPr lang="en-US" dirty="0" err="1"/>
              <a:t>mesin</a:t>
            </a:r>
            <a:r>
              <a:rPr lang="en-US" dirty="0"/>
              <a:t> </a:t>
            </a:r>
            <a:r>
              <a:rPr lang="en-US" dirty="0" err="1"/>
              <a:t>presensi</a:t>
            </a:r>
            <a:endParaRPr lang="en-US" dirty="0"/>
          </a:p>
          <a:p>
            <a:r>
              <a:rPr lang="en-US" dirty="0"/>
              <a:t>Audit traffic </a:t>
            </a:r>
            <a:r>
              <a:rPr lang="en-US" dirty="0" err="1"/>
              <a:t>jaringan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Submit here: </a:t>
            </a:r>
            <a:r>
              <a:rPr lang="en-US" dirty="0">
                <a:hlinkClick r:id="rId2"/>
              </a:rPr>
              <a:t>https://forms.gle/97SkoHCRxGjko7oj6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67336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A5E78ECA1434D83AD500C97BBDA54" ma:contentTypeVersion="15" ma:contentTypeDescription="Create a new document." ma:contentTypeScope="" ma:versionID="7b6c68a6301f47c12555a24b30b278c4">
  <xsd:schema xmlns:xsd="http://www.w3.org/2001/XMLSchema" xmlns:xs="http://www.w3.org/2001/XMLSchema" xmlns:p="http://schemas.microsoft.com/office/2006/metadata/properties" xmlns:ns3="a956eed5-f0c9-4482-bcee-424a7f38c900" xmlns:ns4="ebe67ea8-4cd2-4da9-88bb-3e710b5f47b3" targetNamespace="http://schemas.microsoft.com/office/2006/metadata/properties" ma:root="true" ma:fieldsID="0d1995cf4d1019b8d8cf2178f347ea57" ns3:_="" ns4:_="">
    <xsd:import namespace="a956eed5-f0c9-4482-bcee-424a7f38c900"/>
    <xsd:import namespace="ebe67ea8-4cd2-4da9-88bb-3e710b5f47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6eed5-f0c9-4482-bcee-424a7f38c9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67ea8-4cd2-4da9-88bb-3e710b5f47b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56eed5-f0c9-4482-bcee-424a7f38c900" xsi:nil="true"/>
  </documentManagement>
</p:properties>
</file>

<file path=customXml/itemProps1.xml><?xml version="1.0" encoding="utf-8"?>
<ds:datastoreItem xmlns:ds="http://schemas.openxmlformats.org/officeDocument/2006/customXml" ds:itemID="{9012845A-2F7F-4196-B6AE-3CB8BC2873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56eed5-f0c9-4482-bcee-424a7f38c900"/>
    <ds:schemaRef ds:uri="ebe67ea8-4cd2-4da9-88bb-3e710b5f47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EBB399-21A5-499D-A647-2FCF5118F8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389D60-60E5-4A46-BEB4-51E42BB6383E}">
  <ds:schemaRefs>
    <ds:schemaRef ds:uri="ebe67ea8-4cd2-4da9-88bb-3e710b5f47b3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956eed5-f0c9-4482-bcee-424a7f38c90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3097</TotalTime>
  <Words>1873</Words>
  <Application>Microsoft Office PowerPoint</Application>
  <PresentationFormat>Widescreen</PresentationFormat>
  <Paragraphs>340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Britannic Bold</vt:lpstr>
      <vt:lpstr>Calibri</vt:lpstr>
      <vt:lpstr>Georgia</vt:lpstr>
      <vt:lpstr>Monotype Corsiva</vt:lpstr>
      <vt:lpstr>Segoe UI</vt:lpstr>
      <vt:lpstr>Source Serif Pro Black</vt:lpstr>
      <vt:lpstr>Office Theme</vt:lpstr>
      <vt:lpstr>Sampling &amp; Statistical Approach</vt:lpstr>
      <vt:lpstr>Class Recap</vt:lpstr>
      <vt:lpstr>Class Roadmap</vt:lpstr>
      <vt:lpstr>Covered So Far</vt:lpstr>
      <vt:lpstr>PowerPoint Presentation</vt:lpstr>
      <vt:lpstr>Sampling</vt:lpstr>
      <vt:lpstr>Audit Inherent Problem</vt:lpstr>
      <vt:lpstr>Reasonable Assurance</vt:lpstr>
      <vt:lpstr>Sampling</vt:lpstr>
      <vt:lpstr>Traditional Sampling vs. Anomaly-Based Sampling</vt:lpstr>
      <vt:lpstr>Sampling in Various Audit Stages</vt:lpstr>
      <vt:lpstr>How Data Analytics Changes ToE</vt:lpstr>
      <vt:lpstr>Mengenal Anomali</vt:lpstr>
      <vt:lpstr>Data Analysis – Anomali – Sampling</vt:lpstr>
      <vt:lpstr>Apa  itu  Anomali?</vt:lpstr>
      <vt:lpstr>Apa  itu  Anomali?</vt:lpstr>
      <vt:lpstr>Apa itu Anomali?</vt:lpstr>
      <vt:lpstr>Ilustrasi</vt:lpstr>
      <vt:lpstr>Visualisasi Ilustrasi I</vt:lpstr>
      <vt:lpstr>Visualisasi Ilustrasi I - zoomed</vt:lpstr>
      <vt:lpstr>Visualisasi Ilustrasi II</vt:lpstr>
      <vt:lpstr>Visualisasi Ilustrasi I - zoomed</vt:lpstr>
      <vt:lpstr>Ilustrasi Visualisasi Lain</vt:lpstr>
      <vt:lpstr>PowerPoint Presentation</vt:lpstr>
      <vt:lpstr>PowerPoint Presentation</vt:lpstr>
      <vt:lpstr>Istilah lain Anomali</vt:lpstr>
      <vt:lpstr>Anomali Berbasis Statistik</vt:lpstr>
      <vt:lpstr>Statistik Deskriptif</vt:lpstr>
      <vt:lpstr>Statistik Deskriptif pada Excel - 1</vt:lpstr>
      <vt:lpstr>Statistik Deskriptif pada Excel - Fungsi</vt:lpstr>
      <vt:lpstr>Statistik Deskriptif pada Excel – Add-in (1)</vt:lpstr>
      <vt:lpstr>Statistik Deskriptif pada Excel – Add-in (2)</vt:lpstr>
      <vt:lpstr>Distribusi Normal</vt:lpstr>
      <vt:lpstr>Distribusi Tidak Normal / Skewed</vt:lpstr>
      <vt:lpstr>Kurtosis</vt:lpstr>
      <vt:lpstr>Simulasi - Survei</vt:lpstr>
      <vt:lpstr>Mendeteksi Anomali dengan Visualisasi</vt:lpstr>
      <vt:lpstr>Simulasi – Analisis Anomali I</vt:lpstr>
      <vt:lpstr>Mendeteksi Anomali dengan Parameter</vt:lpstr>
      <vt:lpstr>Mendeteksi Anomali dengan Mean</vt:lpstr>
      <vt:lpstr>Mendeteksi Anomali dengan Median</vt:lpstr>
      <vt:lpstr>Simulasi – Analisis Anomali II</vt:lpstr>
      <vt:lpstr>Benford’s Analysis</vt:lpstr>
      <vt:lpstr>Benford’s Law</vt:lpstr>
      <vt:lpstr>Pengaplikasan Benford’s Law pada Audit</vt:lpstr>
      <vt:lpstr>Pengaplikasan Benford’s Law pada Audit</vt:lpstr>
      <vt:lpstr>Ktirik terhadap Benford’s Law</vt:lpstr>
      <vt:lpstr>Tugas Week XII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70</cp:revision>
  <dcterms:created xsi:type="dcterms:W3CDTF">2023-09-18T04:21:25Z</dcterms:created>
  <dcterms:modified xsi:type="dcterms:W3CDTF">2026-02-24T02:25:54Z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0x010100583A5E78ECA1434D83AD500C97BBDA54</vt:lpwstr>
  </property>
</Properties>
</file>