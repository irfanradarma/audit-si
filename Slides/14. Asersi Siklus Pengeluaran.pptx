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sldIdLst>
    <p:sldId id="262" r:id="rId5"/>
    <p:sldId id="260" r:id="rId6"/>
    <p:sldId id="257" r:id="rId7"/>
    <p:sldId id="304" r:id="rId8"/>
    <p:sldId id="263" r:id="rId9"/>
    <p:sldId id="646" r:id="rId10"/>
    <p:sldId id="346" r:id="rId11"/>
    <p:sldId id="347" r:id="rId12"/>
    <p:sldId id="345" r:id="rId13"/>
    <p:sldId id="348" r:id="rId14"/>
    <p:sldId id="349" r:id="rId15"/>
    <p:sldId id="649" r:id="rId16"/>
    <p:sldId id="355" r:id="rId17"/>
    <p:sldId id="353" r:id="rId18"/>
    <p:sldId id="354" r:id="rId19"/>
    <p:sldId id="648" r:id="rId20"/>
    <p:sldId id="357" r:id="rId21"/>
    <p:sldId id="359" r:id="rId22"/>
    <p:sldId id="650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E4D304"/>
    <a:srgbClr val="FFC000"/>
    <a:srgbClr val="172C51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608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8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073E092D-5DC3-4A3F-9AA4-2C5DE54D1ABC}"/>
    <pc:docChg chg="undo custSel addSld delSld modSld sldOrd">
      <pc:chgData name="Teuku Raja Irfan Radarma" userId="cf428174-95ba-4576-8554-3a3b8ffa52b7" providerId="ADAL" clId="{073E092D-5DC3-4A3F-9AA4-2C5DE54D1ABC}" dt="2026-02-22T03:53:04.549" v="535" actId="14100"/>
      <pc:docMkLst>
        <pc:docMk/>
      </pc:docMkLst>
      <pc:sldChg chg="modSp mod">
        <pc:chgData name="Teuku Raja Irfan Radarma" userId="cf428174-95ba-4576-8554-3a3b8ffa52b7" providerId="ADAL" clId="{073E092D-5DC3-4A3F-9AA4-2C5DE54D1ABC}" dt="2026-02-21T06:22:24.234" v="34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073E092D-5DC3-4A3F-9AA4-2C5DE54D1ABC}" dt="2026-02-21T06:22:24.234" v="34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073E092D-5DC3-4A3F-9AA4-2C5DE54D1ABC}" dt="2026-02-21T06:20:26.084" v="1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073E092D-5DC3-4A3F-9AA4-2C5DE54D1ABC}" dt="2026-02-21T06:20:26.084" v="15" actId="20577"/>
          <ac:spMkLst>
            <pc:docMk/>
            <pc:sldMk cId="1457204914" sldId="264"/>
            <ac:spMk id="2" creationId="{7E958052-05B2-9F29-B874-84F80A24B16B}"/>
          </ac:spMkLst>
        </pc:spChg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60828096" sldId="32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697196124" sldId="32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977528824" sldId="32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4019111258" sldId="32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4009964293" sldId="326"/>
        </pc:sldMkLst>
      </pc:sldChg>
      <pc:sldChg chg="add">
        <pc:chgData name="Teuku Raja Irfan Radarma" userId="cf428174-95ba-4576-8554-3a3b8ffa52b7" providerId="ADAL" clId="{073E092D-5DC3-4A3F-9AA4-2C5DE54D1ABC}" dt="2026-02-21T06:20:34.228" v="19"/>
        <pc:sldMkLst>
          <pc:docMk/>
          <pc:sldMk cId="2847064398" sldId="327"/>
        </pc:sldMkLst>
      </pc:sldChg>
      <pc:sldChg chg="modSp add mod">
        <pc:chgData name="Teuku Raja Irfan Radarma" userId="cf428174-95ba-4576-8554-3a3b8ffa52b7" providerId="ADAL" clId="{073E092D-5DC3-4A3F-9AA4-2C5DE54D1ABC}" dt="2026-02-21T06:20:54.939" v="23" actId="20577"/>
        <pc:sldMkLst>
          <pc:docMk/>
          <pc:sldMk cId="2435362320" sldId="328"/>
        </pc:sldMkLst>
        <pc:spChg chg="mod">
          <ac:chgData name="Teuku Raja Irfan Radarma" userId="cf428174-95ba-4576-8554-3a3b8ffa52b7" providerId="ADAL" clId="{073E092D-5DC3-4A3F-9AA4-2C5DE54D1ABC}" dt="2026-02-21T06:20:54.939" v="23" actId="20577"/>
          <ac:spMkLst>
            <pc:docMk/>
            <pc:sldMk cId="2435362320" sldId="328"/>
            <ac:spMk id="2" creationId="{3FB6771F-817F-4284-B42B-E916ADBE0961}"/>
          </ac:spMkLst>
        </pc:spChg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902416801" sldId="35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943788893" sldId="35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73170325" sldId="35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626562259" sldId="35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644787979" sldId="35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54813923" sldId="35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345025196" sldId="360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081291506" sldId="36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760450724" sldId="36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118906463" sldId="36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883404955" sldId="36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818265850" sldId="36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428653320" sldId="370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476058826" sldId="37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827338380" sldId="37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351922162" sldId="37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428924961" sldId="37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85147760" sldId="37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76553088" sldId="37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943294443" sldId="37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202183906" sldId="37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969276613" sldId="37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656693492" sldId="64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47162546" sldId="64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48817754" sldId="64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159381329" sldId="64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191860541" sldId="64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912879535" sldId="64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423058930" sldId="650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609841259" sldId="65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512377796" sldId="65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442765501" sldId="65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560834044" sldId="65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072892249" sldId="65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364433924" sldId="65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666818229" sldId="65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576909078" sldId="65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823053110" sldId="65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746743047" sldId="660"/>
        </pc:sldMkLst>
      </pc:sldChg>
      <pc:sldChg chg="add ord">
        <pc:chgData name="Teuku Raja Irfan Radarma" userId="cf428174-95ba-4576-8554-3a3b8ffa52b7" providerId="ADAL" clId="{073E092D-5DC3-4A3F-9AA4-2C5DE54D1ABC}" dt="2026-02-21T06:20:29.500" v="18"/>
        <pc:sldMkLst>
          <pc:docMk/>
          <pc:sldMk cId="2130923464" sldId="661"/>
        </pc:sldMkLst>
      </pc:sldChg>
      <pc:sldChg chg="modSp add mod ord">
        <pc:chgData name="Teuku Raja Irfan Radarma" userId="cf428174-95ba-4576-8554-3a3b8ffa52b7" providerId="ADAL" clId="{073E092D-5DC3-4A3F-9AA4-2C5DE54D1ABC}" dt="2026-02-21T06:22:34.776" v="46"/>
        <pc:sldMkLst>
          <pc:docMk/>
          <pc:sldMk cId="2007793985" sldId="662"/>
        </pc:sldMkLst>
        <pc:spChg chg="mod">
          <ac:chgData name="Teuku Raja Irfan Radarma" userId="cf428174-95ba-4576-8554-3a3b8ffa52b7" providerId="ADAL" clId="{073E092D-5DC3-4A3F-9AA4-2C5DE54D1ABC}" dt="2026-02-21T06:22:32.163" v="44" actId="20577"/>
          <ac:spMkLst>
            <pc:docMk/>
            <pc:sldMk cId="2007793985" sldId="662"/>
            <ac:spMk id="2" creationId="{7E958052-05B2-9F29-B874-84F80A24B16B}"/>
          </ac:spMkLst>
        </pc:spChg>
      </pc:sldChg>
      <pc:sldChg chg="addSp delSp modSp new mod">
        <pc:chgData name="Teuku Raja Irfan Radarma" userId="cf428174-95ba-4576-8554-3a3b8ffa52b7" providerId="ADAL" clId="{073E092D-5DC3-4A3F-9AA4-2C5DE54D1ABC}" dt="2026-02-21T06:40:46.683" v="306" actId="1076"/>
        <pc:sldMkLst>
          <pc:docMk/>
          <pc:sldMk cId="15740253" sldId="663"/>
        </pc:sldMkLst>
        <pc:spChg chg="mod">
          <ac:chgData name="Teuku Raja Irfan Radarma" userId="cf428174-95ba-4576-8554-3a3b8ffa52b7" providerId="ADAL" clId="{073E092D-5DC3-4A3F-9AA4-2C5DE54D1ABC}" dt="2026-02-21T06:36:20.788" v="191" actId="20577"/>
          <ac:spMkLst>
            <pc:docMk/>
            <pc:sldMk cId="15740253" sldId="663"/>
            <ac:spMk id="2" creationId="{28F93732-35F8-4018-B536-CE0441289699}"/>
          </ac:spMkLst>
        </pc:spChg>
        <pc:spChg chg="add del">
          <ac:chgData name="Teuku Raja Irfan Radarma" userId="cf428174-95ba-4576-8554-3a3b8ffa52b7" providerId="ADAL" clId="{073E092D-5DC3-4A3F-9AA4-2C5DE54D1ABC}" dt="2026-02-21T06:24:07.592" v="60" actId="478"/>
          <ac:spMkLst>
            <pc:docMk/>
            <pc:sldMk cId="15740253" sldId="663"/>
            <ac:spMk id="4" creationId="{BE4550A3-608F-43F9-A498-17D78E02D08D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7" creationId="{A7B65D30-70F2-433C-A13A-791374F26080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8" creationId="{E0E77CFE-A0CE-4E4F-8C15-767B90911D69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9" creationId="{9674D6CA-E9BD-4787-B1E3-17678D27483F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0" creationId="{0A4F1B52-1FEF-4A30-B9E2-CD6E18A68B20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1" creationId="{033423EB-4F1A-41EF-8730-0649D9A99C93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2" creationId="{D7961246-F934-4E34-A8FA-9706AD5F805E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3" creationId="{8C5FCDE2-A06B-4C73-8B15-F3EBB691D29D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4" creationId="{6BD295EE-7770-411A-9215-832B80A0A679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5" creationId="{69CE8D42-4328-4ED8-9EC2-0C4756E677DB}"/>
          </ac:spMkLst>
        </pc:spChg>
        <pc:spChg chg="add del">
          <ac:chgData name="Teuku Raja Irfan Radarma" userId="cf428174-95ba-4576-8554-3a3b8ffa52b7" providerId="ADAL" clId="{073E092D-5DC3-4A3F-9AA4-2C5DE54D1ABC}" dt="2026-02-21T06:40:14.968" v="272" actId="22"/>
          <ac:spMkLst>
            <pc:docMk/>
            <pc:sldMk cId="15740253" sldId="663"/>
            <ac:spMk id="17" creationId="{65CE9818-18C9-424B-A7FF-96C185D73467}"/>
          </ac:spMkLst>
        </pc:spChg>
        <pc:spChg chg="add mod">
          <ac:chgData name="Teuku Raja Irfan Radarma" userId="cf428174-95ba-4576-8554-3a3b8ffa52b7" providerId="ADAL" clId="{073E092D-5DC3-4A3F-9AA4-2C5DE54D1ABC}" dt="2026-02-21T06:40:41.407" v="305" actId="20577"/>
          <ac:spMkLst>
            <pc:docMk/>
            <pc:sldMk cId="15740253" sldId="663"/>
            <ac:spMk id="18" creationId="{5FE97B24-B4FC-4843-8E7D-488BF6AA9194}"/>
          </ac:spMkLst>
        </pc:spChg>
        <pc:picChg chg="add mod">
          <ac:chgData name="Teuku Raja Irfan Radarma" userId="cf428174-95ba-4576-8554-3a3b8ffa52b7" providerId="ADAL" clId="{073E092D-5DC3-4A3F-9AA4-2C5DE54D1ABC}" dt="2026-02-21T06:40:46.683" v="306" actId="1076"/>
          <ac:picMkLst>
            <pc:docMk/>
            <pc:sldMk cId="15740253" sldId="663"/>
            <ac:picMk id="19" creationId="{CF65F39A-E5FB-4F69-9793-550BDE7BC0D5}"/>
          </ac:picMkLst>
        </pc:picChg>
        <pc:cxnChg chg="add mod">
          <ac:chgData name="Teuku Raja Irfan Radarma" userId="cf428174-95ba-4576-8554-3a3b8ffa52b7" providerId="ADAL" clId="{073E092D-5DC3-4A3F-9AA4-2C5DE54D1ABC}" dt="2026-02-21T06:36:15.624" v="177" actId="1076"/>
          <ac:cxnSpMkLst>
            <pc:docMk/>
            <pc:sldMk cId="15740253" sldId="663"/>
            <ac:cxnSpMk id="6" creationId="{A80F8785-9D8C-44C2-AC9B-8DEF5B11AA99}"/>
          </ac:cxnSpMkLst>
        </pc:cxnChg>
      </pc:sldChg>
      <pc:sldChg chg="addSp modSp add mod">
        <pc:chgData name="Teuku Raja Irfan Radarma" userId="cf428174-95ba-4576-8554-3a3b8ffa52b7" providerId="ADAL" clId="{073E092D-5DC3-4A3F-9AA4-2C5DE54D1ABC}" dt="2026-02-21T06:39:56.224" v="270" actId="207"/>
        <pc:sldMkLst>
          <pc:docMk/>
          <pc:sldMk cId="3169595349" sldId="664"/>
        </pc:sldMkLst>
        <pc:spChg chg="mod">
          <ac:chgData name="Teuku Raja Irfan Radarma" userId="cf428174-95ba-4576-8554-3a3b8ffa52b7" providerId="ADAL" clId="{073E092D-5DC3-4A3F-9AA4-2C5DE54D1ABC}" dt="2026-02-21T06:36:29.495" v="198" actId="20577"/>
          <ac:spMkLst>
            <pc:docMk/>
            <pc:sldMk cId="3169595349" sldId="664"/>
            <ac:spMk id="2" creationId="{28F93732-35F8-4018-B536-CE0441289699}"/>
          </ac:spMkLst>
        </pc:spChg>
        <pc:spChg chg="mod">
          <ac:chgData name="Teuku Raja Irfan Radarma" userId="cf428174-95ba-4576-8554-3a3b8ffa52b7" providerId="ADAL" clId="{073E092D-5DC3-4A3F-9AA4-2C5DE54D1ABC}" dt="2026-02-21T06:37:29.123" v="207" actId="20577"/>
          <ac:spMkLst>
            <pc:docMk/>
            <pc:sldMk cId="3169595349" sldId="664"/>
            <ac:spMk id="11" creationId="{033423EB-4F1A-41EF-8730-0649D9A99C93}"/>
          </ac:spMkLst>
        </pc:spChg>
        <pc:spChg chg="mod">
          <ac:chgData name="Teuku Raja Irfan Radarma" userId="cf428174-95ba-4576-8554-3a3b8ffa52b7" providerId="ADAL" clId="{073E092D-5DC3-4A3F-9AA4-2C5DE54D1ABC}" dt="2026-02-21T06:37:48.856" v="214" actId="20577"/>
          <ac:spMkLst>
            <pc:docMk/>
            <pc:sldMk cId="3169595349" sldId="664"/>
            <ac:spMk id="14" creationId="{6BD295EE-7770-411A-9215-832B80A0A679}"/>
          </ac:spMkLst>
        </pc:spChg>
        <pc:spChg chg="add mod">
          <ac:chgData name="Teuku Raja Irfan Radarma" userId="cf428174-95ba-4576-8554-3a3b8ffa52b7" providerId="ADAL" clId="{073E092D-5DC3-4A3F-9AA4-2C5DE54D1ABC}" dt="2026-02-21T06:39:56.224" v="270" actId="207"/>
          <ac:spMkLst>
            <pc:docMk/>
            <pc:sldMk cId="3169595349" sldId="664"/>
            <ac:spMk id="16" creationId="{0EEE9A83-0561-4FBE-9DDA-E53B96A1CD21}"/>
          </ac:spMkLst>
        </pc:spChg>
        <pc:picChg chg="add mod">
          <ac:chgData name="Teuku Raja Irfan Radarma" userId="cf428174-95ba-4576-8554-3a3b8ffa52b7" providerId="ADAL" clId="{073E092D-5DC3-4A3F-9AA4-2C5DE54D1ABC}" dt="2026-02-21T06:39:12.491" v="224" actId="1076"/>
          <ac:picMkLst>
            <pc:docMk/>
            <pc:sldMk cId="3169595349" sldId="664"/>
            <ac:picMk id="17" creationId="{CADC5C48-1791-4551-B4F4-0F64BE531EA3}"/>
          </ac:picMkLst>
        </pc:picChg>
      </pc:sldChg>
      <pc:sldChg chg="modSp add mod">
        <pc:chgData name="Teuku Raja Irfan Radarma" userId="cf428174-95ba-4576-8554-3a3b8ffa52b7" providerId="ADAL" clId="{073E092D-5DC3-4A3F-9AA4-2C5DE54D1ABC}" dt="2026-02-21T06:41:31.836" v="332" actId="20577"/>
        <pc:sldMkLst>
          <pc:docMk/>
          <pc:sldMk cId="1482308421" sldId="665"/>
        </pc:sldMkLst>
        <pc:spChg chg="mod">
          <ac:chgData name="Teuku Raja Irfan Radarma" userId="cf428174-95ba-4576-8554-3a3b8ffa52b7" providerId="ADAL" clId="{073E092D-5DC3-4A3F-9AA4-2C5DE54D1ABC}" dt="2026-02-21T06:41:31.836" v="332" actId="20577"/>
          <ac:spMkLst>
            <pc:docMk/>
            <pc:sldMk cId="1482308421" sldId="665"/>
            <ac:spMk id="2" creationId="{7E958052-05B2-9F29-B874-84F80A24B16B}"/>
          </ac:spMkLst>
        </pc:spChg>
      </pc:sldChg>
      <pc:sldChg chg="delSp modSp add del mod ord">
        <pc:chgData name="Teuku Raja Irfan Radarma" userId="cf428174-95ba-4576-8554-3a3b8ffa52b7" providerId="ADAL" clId="{073E092D-5DC3-4A3F-9AA4-2C5DE54D1ABC}" dt="2026-02-22T03:22:59.443" v="372" actId="47"/>
        <pc:sldMkLst>
          <pc:docMk/>
          <pc:sldMk cId="4287258513" sldId="666"/>
        </pc:sldMkLst>
        <pc:spChg chg="mod">
          <ac:chgData name="Teuku Raja Irfan Radarma" userId="cf428174-95ba-4576-8554-3a3b8ffa52b7" providerId="ADAL" clId="{073E092D-5DC3-4A3F-9AA4-2C5DE54D1ABC}" dt="2026-02-21T06:41:42.827" v="342" actId="20577"/>
          <ac:spMkLst>
            <pc:docMk/>
            <pc:sldMk cId="4287258513" sldId="666"/>
            <ac:spMk id="2" creationId="{28F93732-35F8-4018-B536-CE0441289699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7" creationId="{A7B65D30-70F2-433C-A13A-791374F26080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8" creationId="{E0E77CFE-A0CE-4E4F-8C15-767B90911D69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9" creationId="{9674D6CA-E9BD-4787-B1E3-17678D27483F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0" creationId="{0A4F1B52-1FEF-4A30-B9E2-CD6E18A68B20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1" creationId="{033423EB-4F1A-41EF-8730-0649D9A99C93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2" creationId="{D7961246-F934-4E34-A8FA-9706AD5F805E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3" creationId="{8C5FCDE2-A06B-4C73-8B15-F3EBB691D29D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4" creationId="{6BD295EE-7770-411A-9215-832B80A0A679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5" creationId="{69CE8D42-4328-4ED8-9EC2-0C4756E677DB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6" creationId="{0EEE9A83-0561-4FBE-9DDA-E53B96A1CD21}"/>
          </ac:spMkLst>
        </pc:spChg>
        <pc:picChg chg="del">
          <ac:chgData name="Teuku Raja Irfan Radarma" userId="cf428174-95ba-4576-8554-3a3b8ffa52b7" providerId="ADAL" clId="{073E092D-5DC3-4A3F-9AA4-2C5DE54D1ABC}" dt="2026-02-21T06:41:45.882" v="343" actId="478"/>
          <ac:picMkLst>
            <pc:docMk/>
            <pc:sldMk cId="4287258513" sldId="666"/>
            <ac:picMk id="17" creationId="{CADC5C48-1791-4551-B4F4-0F64BE531EA3}"/>
          </ac:picMkLst>
        </pc:picChg>
        <pc:cxnChg chg="del">
          <ac:chgData name="Teuku Raja Irfan Radarma" userId="cf428174-95ba-4576-8554-3a3b8ffa52b7" providerId="ADAL" clId="{073E092D-5DC3-4A3F-9AA4-2C5DE54D1ABC}" dt="2026-02-21T06:41:45.882" v="343" actId="478"/>
          <ac:cxnSpMkLst>
            <pc:docMk/>
            <pc:sldMk cId="4287258513" sldId="666"/>
            <ac:cxnSpMk id="6" creationId="{A80F8785-9D8C-44C2-AC9B-8DEF5B11AA99}"/>
          </ac:cxnSpMkLst>
        </pc:cxnChg>
      </pc:sldChg>
      <pc:sldChg chg="modSp new mod">
        <pc:chgData name="Teuku Raja Irfan Radarma" userId="cf428174-95ba-4576-8554-3a3b8ffa52b7" providerId="ADAL" clId="{073E092D-5DC3-4A3F-9AA4-2C5DE54D1ABC}" dt="2026-02-22T03:22:48.824" v="366" actId="20577"/>
        <pc:sldMkLst>
          <pc:docMk/>
          <pc:sldMk cId="1341285866" sldId="667"/>
        </pc:sldMkLst>
        <pc:spChg chg="mod">
          <ac:chgData name="Teuku Raja Irfan Radarma" userId="cf428174-95ba-4576-8554-3a3b8ffa52b7" providerId="ADAL" clId="{073E092D-5DC3-4A3F-9AA4-2C5DE54D1ABC}" dt="2026-02-22T03:22:44.439" v="352" actId="20577"/>
          <ac:spMkLst>
            <pc:docMk/>
            <pc:sldMk cId="1341285866" sldId="667"/>
            <ac:spMk id="2" creationId="{66843766-21E1-4C23-9F13-67A6453E6A30}"/>
          </ac:spMkLst>
        </pc:spChg>
        <pc:spChg chg="mod">
          <ac:chgData name="Teuku Raja Irfan Radarma" userId="cf428174-95ba-4576-8554-3a3b8ffa52b7" providerId="ADAL" clId="{073E092D-5DC3-4A3F-9AA4-2C5DE54D1ABC}" dt="2026-02-22T03:22:48.824" v="366" actId="20577"/>
          <ac:spMkLst>
            <pc:docMk/>
            <pc:sldMk cId="1341285866" sldId="667"/>
            <ac:spMk id="4" creationId="{BEF24C4C-165B-4EFB-A63F-D182CC251C78}"/>
          </ac:spMkLst>
        </pc:spChg>
      </pc:sldChg>
      <pc:sldChg chg="modSp add mod">
        <pc:chgData name="Teuku Raja Irfan Radarma" userId="cf428174-95ba-4576-8554-3a3b8ffa52b7" providerId="ADAL" clId="{073E092D-5DC3-4A3F-9AA4-2C5DE54D1ABC}" dt="2026-02-22T03:29:21.612" v="498" actId="5793"/>
        <pc:sldMkLst>
          <pc:docMk/>
          <pc:sldMk cId="2096161781" sldId="668"/>
        </pc:sldMkLst>
        <pc:spChg chg="mod">
          <ac:chgData name="Teuku Raja Irfan Radarma" userId="cf428174-95ba-4576-8554-3a3b8ffa52b7" providerId="ADAL" clId="{073E092D-5DC3-4A3F-9AA4-2C5DE54D1ABC}" dt="2026-02-22T03:29:16.368" v="492" actId="20577"/>
          <ac:spMkLst>
            <pc:docMk/>
            <pc:sldMk cId="2096161781" sldId="668"/>
            <ac:spMk id="2" creationId="{66843766-21E1-4C23-9F13-67A6453E6A30}"/>
          </ac:spMkLst>
        </pc:spChg>
        <pc:spChg chg="mod">
          <ac:chgData name="Teuku Raja Irfan Radarma" userId="cf428174-95ba-4576-8554-3a3b8ffa52b7" providerId="ADAL" clId="{073E092D-5DC3-4A3F-9AA4-2C5DE54D1ABC}" dt="2026-02-22T03:29:21.612" v="498" actId="5793"/>
          <ac:spMkLst>
            <pc:docMk/>
            <pc:sldMk cId="2096161781" sldId="668"/>
            <ac:spMk id="4" creationId="{BEF24C4C-165B-4EFB-A63F-D182CC251C78}"/>
          </ac:spMkLst>
        </pc:spChg>
      </pc:sldChg>
      <pc:sldChg chg="new del">
        <pc:chgData name="Teuku Raja Irfan Radarma" userId="cf428174-95ba-4576-8554-3a3b8ffa52b7" providerId="ADAL" clId="{073E092D-5DC3-4A3F-9AA4-2C5DE54D1ABC}" dt="2026-02-22T03:22:57.133" v="370" actId="680"/>
        <pc:sldMkLst>
          <pc:docMk/>
          <pc:sldMk cId="2356850831" sldId="668"/>
        </pc:sldMkLst>
      </pc:sldChg>
      <pc:sldChg chg="delSp modSp add mod">
        <pc:chgData name="Teuku Raja Irfan Radarma" userId="cf428174-95ba-4576-8554-3a3b8ffa52b7" providerId="ADAL" clId="{073E092D-5DC3-4A3F-9AA4-2C5DE54D1ABC}" dt="2026-02-22T03:53:04.549" v="535" actId="14100"/>
        <pc:sldMkLst>
          <pc:docMk/>
          <pc:sldMk cId="1571765726" sldId="669"/>
        </pc:sldMkLst>
        <pc:spChg chg="mod">
          <ac:chgData name="Teuku Raja Irfan Radarma" userId="cf428174-95ba-4576-8554-3a3b8ffa52b7" providerId="ADAL" clId="{073E092D-5DC3-4A3F-9AA4-2C5DE54D1ABC}" dt="2026-02-22T03:53:04.549" v="535" actId="14100"/>
          <ac:spMkLst>
            <pc:docMk/>
            <pc:sldMk cId="1571765726" sldId="669"/>
            <ac:spMk id="2" creationId="{66843766-21E1-4C23-9F13-67A6453E6A30}"/>
          </ac:spMkLst>
        </pc:spChg>
        <pc:spChg chg="del mod">
          <ac:chgData name="Teuku Raja Irfan Radarma" userId="cf428174-95ba-4576-8554-3a3b8ffa52b7" providerId="ADAL" clId="{073E092D-5DC3-4A3F-9AA4-2C5DE54D1ABC}" dt="2026-02-22T03:52:54.132" v="524" actId="478"/>
          <ac:spMkLst>
            <pc:docMk/>
            <pc:sldMk cId="1571765726" sldId="669"/>
            <ac:spMk id="4" creationId="{BEF24C4C-165B-4EFB-A63F-D182CC251C78}"/>
          </ac:spMkLst>
        </pc:spChg>
      </pc:sldChg>
    </pc:docChg>
  </pc:docChgLst>
  <pc:docChgLst>
    <pc:chgData name="Teuku Raja Irfan Radarma" userId="cf428174-95ba-4576-8554-3a3b8ffa52b7" providerId="ADAL" clId="{3C01DB91-9C33-4457-81A7-6D67DA1D6A4D}"/>
    <pc:docChg chg="undo redo custSel addSld delSld modSld">
      <pc:chgData name="Teuku Raja Irfan Radarma" userId="cf428174-95ba-4576-8554-3a3b8ffa52b7" providerId="ADAL" clId="{3C01DB91-9C33-4457-81A7-6D67DA1D6A4D}" dt="2026-02-25T08:48:39.241" v="339" actId="1076"/>
      <pc:docMkLst>
        <pc:docMk/>
      </pc:docMkLst>
      <pc:sldChg chg="modSp mod">
        <pc:chgData name="Teuku Raja Irfan Radarma" userId="cf428174-95ba-4576-8554-3a3b8ffa52b7" providerId="ADAL" clId="{3C01DB91-9C33-4457-81A7-6D67DA1D6A4D}" dt="2026-02-22T07:39:15.201" v="41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3C01DB91-9C33-4457-81A7-6D67DA1D6A4D}" dt="2026-02-22T07:39:15.201" v="41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3C01DB91-9C33-4457-81A7-6D67DA1D6A4D}" dt="2026-02-22T07:39:08.156" v="3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3C01DB91-9C33-4457-81A7-6D67DA1D6A4D}" dt="2026-02-22T07:39:03.008" v="3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3C01DB91-9C33-4457-81A7-6D67DA1D6A4D}" dt="2026-02-22T07:39:08.156" v="38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3C01DB91-9C33-4457-81A7-6D67DA1D6A4D}" dt="2026-02-22T07:42:30.991" v="134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3C01DB91-9C33-4457-81A7-6D67DA1D6A4D}" dt="2026-02-22T07:42:30.991" v="134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add del">
        <pc:chgData name="Teuku Raja Irfan Radarma" userId="cf428174-95ba-4576-8554-3a3b8ffa52b7" providerId="ADAL" clId="{3C01DB91-9C33-4457-81A7-6D67DA1D6A4D}" dt="2026-02-22T07:40:58.299" v="111"/>
        <pc:sldMkLst>
          <pc:docMk/>
          <pc:sldMk cId="1457204914" sldId="264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675863148" sldId="268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08287481" sldId="271"/>
        </pc:sldMkLst>
      </pc:sldChg>
      <pc:sldChg chg="addSp modSp add">
        <pc:chgData name="Teuku Raja Irfan Radarma" userId="cf428174-95ba-4576-8554-3a3b8ffa52b7" providerId="ADAL" clId="{3C01DB91-9C33-4457-81A7-6D67DA1D6A4D}" dt="2026-02-25T08:48:35.876" v="337" actId="1076"/>
        <pc:sldMkLst>
          <pc:docMk/>
          <pc:sldMk cId="801049290" sldId="285"/>
        </pc:sldMkLst>
        <pc:picChg chg="add mod">
          <ac:chgData name="Teuku Raja Irfan Radarma" userId="cf428174-95ba-4576-8554-3a3b8ffa52b7" providerId="ADAL" clId="{3C01DB91-9C33-4457-81A7-6D67DA1D6A4D}" dt="2026-02-25T08:48:35.876" v="337" actId="1076"/>
          <ac:picMkLst>
            <pc:docMk/>
            <pc:sldMk cId="801049290" sldId="285"/>
            <ac:picMk id="1026" creationId="{EED8A402-F39F-4999-AA75-8D4313D43B49}"/>
          </ac:picMkLst>
        </pc:pic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650510589" sldId="301"/>
        </pc:sldMkLst>
      </pc:sldChg>
      <pc:sldChg chg="modSp mod">
        <pc:chgData name="Teuku Raja Irfan Radarma" userId="cf428174-95ba-4576-8554-3a3b8ffa52b7" providerId="ADAL" clId="{3C01DB91-9C33-4457-81A7-6D67DA1D6A4D}" dt="2026-02-22T07:39:47.499" v="90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3C01DB91-9C33-4457-81A7-6D67DA1D6A4D}" dt="2026-02-22T07:39:47.499" v="90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4T01:49:24.838" v="227" actId="20577"/>
        <pc:sldMkLst>
          <pc:docMk/>
          <pc:sldMk cId="2140043544" sldId="309"/>
        </pc:sldMkLst>
        <pc:spChg chg="mod">
          <ac:chgData name="Teuku Raja Irfan Radarma" userId="cf428174-95ba-4576-8554-3a3b8ffa52b7" providerId="ADAL" clId="{3C01DB91-9C33-4457-81A7-6D67DA1D6A4D}" dt="2026-02-24T01:49:24.838" v="227" actId="20577"/>
          <ac:spMkLst>
            <pc:docMk/>
            <pc:sldMk cId="2140043544" sldId="309"/>
            <ac:spMk id="2" creationId="{0C42CC2C-B944-4C25-BFC6-6429CA0902F7}"/>
          </ac:spMkLst>
        </pc:spChg>
        <pc:spChg chg="mod">
          <ac:chgData name="Teuku Raja Irfan Radarma" userId="cf428174-95ba-4576-8554-3a3b8ffa52b7" providerId="ADAL" clId="{3C01DB91-9C33-4457-81A7-6D67DA1D6A4D}" dt="2026-02-24T01:49:13.266" v="209" actId="20577"/>
          <ac:spMkLst>
            <pc:docMk/>
            <pc:sldMk cId="2140043544" sldId="309"/>
            <ac:spMk id="3" creationId="{FF965F0F-D707-4D34-B8CC-1D1457761B1C}"/>
          </ac:spMkLst>
        </pc:spChg>
      </pc:sldChg>
      <pc:sldChg chg="addSp delSp modSp add mod">
        <pc:chgData name="Teuku Raja Irfan Radarma" userId="cf428174-95ba-4576-8554-3a3b8ffa52b7" providerId="ADAL" clId="{3C01DB91-9C33-4457-81A7-6D67DA1D6A4D}" dt="2026-02-22T07:50:03.437" v="196" actId="21"/>
        <pc:sldMkLst>
          <pc:docMk/>
          <pc:sldMk cId="3407306040" sldId="310"/>
        </pc:sldMkLst>
        <pc:picChg chg="add del mod">
          <ac:chgData name="Teuku Raja Irfan Radarma" userId="cf428174-95ba-4576-8554-3a3b8ffa52b7" providerId="ADAL" clId="{3C01DB91-9C33-4457-81A7-6D67DA1D6A4D}" dt="2026-02-22T07:50:03.437" v="196" actId="21"/>
          <ac:picMkLst>
            <pc:docMk/>
            <pc:sldMk cId="3407306040" sldId="310"/>
            <ac:picMk id="6" creationId="{D841FE7D-D215-4F4C-B861-E11A6C85B4F7}"/>
          </ac:picMkLst>
        </pc:pic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931572100" sldId="311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89749584" sldId="312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117714241" sldId="313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525736091" sldId="314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767778035" sldId="315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566384604" sldId="316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628876292" sldId="317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405135630" sldId="318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603194126" sldId="319"/>
        </pc:sldMkLst>
      </pc:sldChg>
      <pc:sldChg chg="modSp add mod">
        <pc:chgData name="Teuku Raja Irfan Radarma" userId="cf428174-95ba-4576-8554-3a3b8ffa52b7" providerId="ADAL" clId="{3C01DB91-9C33-4457-81A7-6D67DA1D6A4D}" dt="2026-02-22T07:45:08.573" v="182" actId="1076"/>
        <pc:sldMkLst>
          <pc:docMk/>
          <pc:sldMk cId="1562574567" sldId="320"/>
        </pc:sldMkLst>
        <pc:spChg chg="mod">
          <ac:chgData name="Teuku Raja Irfan Radarma" userId="cf428174-95ba-4576-8554-3a3b8ffa52b7" providerId="ADAL" clId="{3C01DB91-9C33-4457-81A7-6D67DA1D6A4D}" dt="2026-02-22T07:45:08.573" v="182" actId="1076"/>
          <ac:spMkLst>
            <pc:docMk/>
            <pc:sldMk cId="1562574567" sldId="320"/>
            <ac:spMk id="3" creationId="{281B1D22-0EED-42B6-A38F-C7C8D196B747}"/>
          </ac:spMkLst>
        </pc:sp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0516586" sldId="321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250707088" sldId="322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815195672" sldId="323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021258611" sldId="324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956598728" sldId="325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120151068" sldId="326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847064398" sldId="327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543487194" sldId="327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372899280" sldId="328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435362320" sldId="328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176252531" sldId="329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030245141" sldId="330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886870268" sldId="331"/>
        </pc:sldMkLst>
      </pc:sldChg>
      <pc:sldChg chg="modSp add mod">
        <pc:chgData name="Teuku Raja Irfan Radarma" userId="cf428174-95ba-4576-8554-3a3b8ffa52b7" providerId="ADAL" clId="{3C01DB91-9C33-4457-81A7-6D67DA1D6A4D}" dt="2026-02-22T07:51:54.213" v="205" actId="20577"/>
        <pc:sldMkLst>
          <pc:docMk/>
          <pc:sldMk cId="3918830678" sldId="332"/>
        </pc:sldMkLst>
        <pc:spChg chg="mod">
          <ac:chgData name="Teuku Raja Irfan Radarma" userId="cf428174-95ba-4576-8554-3a3b8ffa52b7" providerId="ADAL" clId="{3C01DB91-9C33-4457-81A7-6D67DA1D6A4D}" dt="2026-02-22T07:51:54.213" v="205" actId="20577"/>
          <ac:spMkLst>
            <pc:docMk/>
            <pc:sldMk cId="3918830678" sldId="332"/>
            <ac:spMk id="3" creationId="{EAC6EF32-ECD1-4A47-8FE1-DFCABBD43E06}"/>
          </ac:spMkLst>
        </pc:spChg>
        <pc:picChg chg="mod">
          <ac:chgData name="Teuku Raja Irfan Radarma" userId="cf428174-95ba-4576-8554-3a3b8ffa52b7" providerId="ADAL" clId="{3C01DB91-9C33-4457-81A7-6D67DA1D6A4D}" dt="2026-02-22T07:51:37.916" v="199" actId="1076"/>
          <ac:picMkLst>
            <pc:docMk/>
            <pc:sldMk cId="3918830678" sldId="332"/>
            <ac:picMk id="1028" creationId="{ABC001D2-91D1-44BD-A77E-D2FB09D3CE5A}"/>
          </ac:picMkLst>
        </pc:pic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240754387" sldId="333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275038603" sldId="334"/>
        </pc:sldMkLst>
      </pc:sldChg>
      <pc:sldChg chg="addSp modSp add">
        <pc:chgData name="Teuku Raja Irfan Radarma" userId="cf428174-95ba-4576-8554-3a3b8ffa52b7" providerId="ADAL" clId="{3C01DB91-9C33-4457-81A7-6D67DA1D6A4D}" dt="2026-02-25T08:48:39.241" v="339" actId="1076"/>
        <pc:sldMkLst>
          <pc:docMk/>
          <pc:sldMk cId="198136088" sldId="335"/>
        </pc:sldMkLst>
        <pc:picChg chg="add mod">
          <ac:chgData name="Teuku Raja Irfan Radarma" userId="cf428174-95ba-4576-8554-3a3b8ffa52b7" providerId="ADAL" clId="{3C01DB91-9C33-4457-81A7-6D67DA1D6A4D}" dt="2026-02-25T08:48:39.241" v="339" actId="1076"/>
          <ac:picMkLst>
            <pc:docMk/>
            <pc:sldMk cId="198136088" sldId="335"/>
            <ac:picMk id="2050" creationId="{BC03CC82-156F-48C0-AEE7-BCB480E71C82}"/>
          </ac:picMkLst>
        </pc:pic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508547076" sldId="336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961733192" sldId="337"/>
        </pc:sldMkLst>
      </pc:sldChg>
      <pc:sldChg chg="add del">
        <pc:chgData name="Teuku Raja Irfan Radarma" userId="cf428174-95ba-4576-8554-3a3b8ffa52b7" providerId="ADAL" clId="{3C01DB91-9C33-4457-81A7-6D67DA1D6A4D}" dt="2026-02-22T07:46:36.420" v="183" actId="47"/>
        <pc:sldMkLst>
          <pc:docMk/>
          <pc:sldMk cId="842161784" sldId="338"/>
        </pc:sldMkLst>
      </pc:sldChg>
      <pc:sldChg chg="add del">
        <pc:chgData name="Teuku Raja Irfan Radarma" userId="cf428174-95ba-4576-8554-3a3b8ffa52b7" providerId="ADAL" clId="{3C01DB91-9C33-4457-81A7-6D67DA1D6A4D}" dt="2026-02-22T07:46:36.420" v="183" actId="47"/>
        <pc:sldMkLst>
          <pc:docMk/>
          <pc:sldMk cId="1876405775" sldId="339"/>
        </pc:sldMkLst>
      </pc:sldChg>
      <pc:sldChg chg="modSp add mod">
        <pc:chgData name="Teuku Raja Irfan Radarma" userId="cf428174-95ba-4576-8554-3a3b8ffa52b7" providerId="ADAL" clId="{3C01DB91-9C33-4457-81A7-6D67DA1D6A4D}" dt="2026-02-22T07:42:58.074" v="152" actId="1076"/>
        <pc:sldMkLst>
          <pc:docMk/>
          <pc:sldMk cId="3234400314" sldId="632"/>
        </pc:sldMkLst>
        <pc:spChg chg="mod">
          <ac:chgData name="Teuku Raja Irfan Radarma" userId="cf428174-95ba-4576-8554-3a3b8ffa52b7" providerId="ADAL" clId="{3C01DB91-9C33-4457-81A7-6D67DA1D6A4D}" dt="2026-02-22T07:42:48.148" v="147" actId="1076"/>
          <ac:spMkLst>
            <pc:docMk/>
            <pc:sldMk cId="3234400314" sldId="632"/>
            <ac:spMk id="2" creationId="{73ABA98E-9719-FA7B-6A83-FDFCB2399788}"/>
          </ac:spMkLst>
        </pc:spChg>
        <pc:spChg chg="mod">
          <ac:chgData name="Teuku Raja Irfan Radarma" userId="cf428174-95ba-4576-8554-3a3b8ffa52b7" providerId="ADAL" clId="{3C01DB91-9C33-4457-81A7-6D67DA1D6A4D}" dt="2026-02-22T07:42:58.074" v="152" actId="1076"/>
          <ac:spMkLst>
            <pc:docMk/>
            <pc:sldMk cId="3234400314" sldId="632"/>
            <ac:spMk id="9" creationId="{C1C27A90-738D-A2B4-4848-6533717DF900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24.623" v="181" actId="404"/>
        <pc:sldMkLst>
          <pc:docMk/>
          <pc:sldMk cId="989082994" sldId="633"/>
        </pc:sldMkLst>
        <pc:spChg chg="mod">
          <ac:chgData name="Teuku Raja Irfan Radarma" userId="cf428174-95ba-4576-8554-3a3b8ffa52b7" providerId="ADAL" clId="{3C01DB91-9C33-4457-81A7-6D67DA1D6A4D}" dt="2026-02-22T07:43:24.630" v="154" actId="27636"/>
          <ac:spMkLst>
            <pc:docMk/>
            <pc:sldMk cId="989082994" sldId="633"/>
            <ac:spMk id="2" creationId="{FE8DC504-9BC7-05B7-6F90-AF418AF2109A}"/>
          </ac:spMkLst>
        </pc:spChg>
        <pc:spChg chg="mod">
          <ac:chgData name="Teuku Raja Irfan Radarma" userId="cf428174-95ba-4576-8554-3a3b8ffa52b7" providerId="ADAL" clId="{3C01DB91-9C33-4457-81A7-6D67DA1D6A4D}" dt="2026-02-22T07:44:24.623" v="181" actId="404"/>
          <ac:spMkLst>
            <pc:docMk/>
            <pc:sldMk cId="989082994" sldId="633"/>
            <ac:spMk id="3" creationId="{84FA5AAB-EE1A-B37C-EDD5-BD190DB2158F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22.008" v="180" actId="404"/>
        <pc:sldMkLst>
          <pc:docMk/>
          <pc:sldMk cId="2373469779" sldId="634"/>
        </pc:sldMkLst>
        <pc:spChg chg="mod">
          <ac:chgData name="Teuku Raja Irfan Radarma" userId="cf428174-95ba-4576-8554-3a3b8ffa52b7" providerId="ADAL" clId="{3C01DB91-9C33-4457-81A7-6D67DA1D6A4D}" dt="2026-02-22T07:43:49.099" v="170" actId="1076"/>
          <ac:spMkLst>
            <pc:docMk/>
            <pc:sldMk cId="2373469779" sldId="634"/>
            <ac:spMk id="2" creationId="{1E0E0A5B-0B16-F378-DA7C-D2116666435F}"/>
          </ac:spMkLst>
        </pc:spChg>
        <pc:spChg chg="mod">
          <ac:chgData name="Teuku Raja Irfan Radarma" userId="cf428174-95ba-4576-8554-3a3b8ffa52b7" providerId="ADAL" clId="{3C01DB91-9C33-4457-81A7-6D67DA1D6A4D}" dt="2026-02-22T07:44:22.008" v="180" actId="404"/>
          <ac:spMkLst>
            <pc:docMk/>
            <pc:sldMk cId="2373469779" sldId="634"/>
            <ac:spMk id="3" creationId="{0970CEB3-2704-E100-BF20-17D911715202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3:58.468" v="171" actId="1076"/>
        <pc:sldMkLst>
          <pc:docMk/>
          <pc:sldMk cId="2075550474" sldId="635"/>
        </pc:sldMkLst>
        <pc:spChg chg="mod">
          <ac:chgData name="Teuku Raja Irfan Radarma" userId="cf428174-95ba-4576-8554-3a3b8ffa52b7" providerId="ADAL" clId="{3C01DB91-9C33-4457-81A7-6D67DA1D6A4D}" dt="2026-02-22T07:43:58.468" v="171" actId="1076"/>
          <ac:spMkLst>
            <pc:docMk/>
            <pc:sldMk cId="2075550474" sldId="635"/>
            <ac:spMk id="2" creationId="{DA5852C8-1BF4-3F1C-7027-E2C416705A6F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03.916" v="172" actId="1076"/>
        <pc:sldMkLst>
          <pc:docMk/>
          <pc:sldMk cId="3550433920" sldId="639"/>
        </pc:sldMkLst>
        <pc:spChg chg="mod">
          <ac:chgData name="Teuku Raja Irfan Radarma" userId="cf428174-95ba-4576-8554-3a3b8ffa52b7" providerId="ADAL" clId="{3C01DB91-9C33-4457-81A7-6D67DA1D6A4D}" dt="2026-02-22T07:44:03.916" v="172" actId="1076"/>
          <ac:spMkLst>
            <pc:docMk/>
            <pc:sldMk cId="3550433920" sldId="639"/>
            <ac:spMk id="2" creationId="{0F71E74B-3AB7-A0C5-FD69-E5DD54FD36EF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15.685" v="177" actId="27636"/>
        <pc:sldMkLst>
          <pc:docMk/>
          <pc:sldMk cId="126332185" sldId="640"/>
        </pc:sldMkLst>
        <pc:spChg chg="mod">
          <ac:chgData name="Teuku Raja Irfan Radarma" userId="cf428174-95ba-4576-8554-3a3b8ffa52b7" providerId="ADAL" clId="{3C01DB91-9C33-4457-81A7-6D67DA1D6A4D}" dt="2026-02-22T07:44:14.271" v="175" actId="1076"/>
          <ac:spMkLst>
            <pc:docMk/>
            <pc:sldMk cId="126332185" sldId="640"/>
            <ac:spMk id="2" creationId="{6F9F207D-A5B6-BAB9-37CF-A18C40B6770D}"/>
          </ac:spMkLst>
        </pc:spChg>
        <pc:spChg chg="mod">
          <ac:chgData name="Teuku Raja Irfan Radarma" userId="cf428174-95ba-4576-8554-3a3b8ffa52b7" providerId="ADAL" clId="{3C01DB91-9C33-4457-81A7-6D67DA1D6A4D}" dt="2026-02-22T07:44:15.685" v="177" actId="27636"/>
          <ac:spMkLst>
            <pc:docMk/>
            <pc:sldMk cId="126332185" sldId="640"/>
            <ac:spMk id="3" creationId="{9E7D8964-BEB7-2DA7-EF74-175F24693B83}"/>
          </ac:spMkLst>
        </pc:spChg>
      </pc:sldChg>
      <pc:sldChg chg="modSp new mod">
        <pc:chgData name="Teuku Raja Irfan Radarma" userId="cf428174-95ba-4576-8554-3a3b8ffa52b7" providerId="ADAL" clId="{3C01DB91-9C33-4457-81A7-6D67DA1D6A4D}" dt="2026-02-22T07:43:36.440" v="168" actId="20577"/>
        <pc:sldMkLst>
          <pc:docMk/>
          <pc:sldMk cId="1793119782" sldId="641"/>
        </pc:sldMkLst>
        <pc:spChg chg="mod">
          <ac:chgData name="Teuku Raja Irfan Radarma" userId="cf428174-95ba-4576-8554-3a3b8ffa52b7" providerId="ADAL" clId="{3C01DB91-9C33-4457-81A7-6D67DA1D6A4D}" dt="2026-02-22T07:43:36.440" v="168" actId="20577"/>
          <ac:spMkLst>
            <pc:docMk/>
            <pc:sldMk cId="1793119782" sldId="641"/>
            <ac:spMk id="2" creationId="{34BDE0C4-4FBA-493E-B083-8791FB60B6C7}"/>
          </ac:spMkLst>
        </pc:spChg>
      </pc:sldChg>
      <pc:sldChg chg="addSp delSp modSp add mod">
        <pc:chgData name="Teuku Raja Irfan Radarma" userId="cf428174-95ba-4576-8554-3a3b8ffa52b7" providerId="ADAL" clId="{3C01DB91-9C33-4457-81A7-6D67DA1D6A4D}" dt="2026-02-22T07:50:05.333" v="198"/>
        <pc:sldMkLst>
          <pc:docMk/>
          <pc:sldMk cId="2403279765" sldId="642"/>
        </pc:sldMkLst>
        <pc:picChg chg="del">
          <ac:chgData name="Teuku Raja Irfan Radarma" userId="cf428174-95ba-4576-8554-3a3b8ffa52b7" providerId="ADAL" clId="{3C01DB91-9C33-4457-81A7-6D67DA1D6A4D}" dt="2026-02-22T07:49:08.272" v="185" actId="478"/>
          <ac:picMkLst>
            <pc:docMk/>
            <pc:sldMk cId="2403279765" sldId="642"/>
            <ac:picMk id="5" creationId="{6F1DDE68-FFA7-4F21-B54D-C913701E2D37}"/>
          </ac:picMkLst>
        </pc:picChg>
        <pc:picChg chg="add del mod">
          <ac:chgData name="Teuku Raja Irfan Radarma" userId="cf428174-95ba-4576-8554-3a3b8ffa52b7" providerId="ADAL" clId="{3C01DB91-9C33-4457-81A7-6D67DA1D6A4D}" dt="2026-02-22T07:49:14.167" v="187" actId="478"/>
          <ac:picMkLst>
            <pc:docMk/>
            <pc:sldMk cId="2403279765" sldId="642"/>
            <ac:picMk id="6" creationId="{29126E61-FF59-4257-8724-08C028E65615}"/>
          </ac:picMkLst>
        </pc:picChg>
        <pc:picChg chg="add del mod">
          <ac:chgData name="Teuku Raja Irfan Radarma" userId="cf428174-95ba-4576-8554-3a3b8ffa52b7" providerId="ADAL" clId="{3C01DB91-9C33-4457-81A7-6D67DA1D6A4D}" dt="2026-02-22T07:49:15.696" v="189" actId="478"/>
          <ac:picMkLst>
            <pc:docMk/>
            <pc:sldMk cId="2403279765" sldId="642"/>
            <ac:picMk id="7" creationId="{63095D99-A3EC-4B84-8447-6494DB75CAF0}"/>
          </ac:picMkLst>
        </pc:picChg>
        <pc:picChg chg="add del mod">
          <ac:chgData name="Teuku Raja Irfan Radarma" userId="cf428174-95ba-4576-8554-3a3b8ffa52b7" providerId="ADAL" clId="{3C01DB91-9C33-4457-81A7-6D67DA1D6A4D}" dt="2026-02-22T07:50:05.028" v="197" actId="478"/>
          <ac:picMkLst>
            <pc:docMk/>
            <pc:sldMk cId="2403279765" sldId="642"/>
            <ac:picMk id="8" creationId="{6F2D679C-C24D-4B0A-9840-29EB96665E22}"/>
          </ac:picMkLst>
        </pc:picChg>
        <pc:picChg chg="add mod">
          <ac:chgData name="Teuku Raja Irfan Radarma" userId="cf428174-95ba-4576-8554-3a3b8ffa52b7" providerId="ADAL" clId="{3C01DB91-9C33-4457-81A7-6D67DA1D6A4D}" dt="2026-02-22T07:50:05.333" v="198"/>
          <ac:picMkLst>
            <pc:docMk/>
            <pc:sldMk cId="2403279765" sldId="642"/>
            <ac:picMk id="9" creationId="{BDD0FFA7-1FD2-4DA8-88DF-07A5852DAF51}"/>
          </ac:picMkLst>
        </pc:picChg>
      </pc:sldChg>
      <pc:sldChg chg="modSp new mod">
        <pc:chgData name="Teuku Raja Irfan Radarma" userId="cf428174-95ba-4576-8554-3a3b8ffa52b7" providerId="ADAL" clId="{3C01DB91-9C33-4457-81A7-6D67DA1D6A4D}" dt="2026-02-24T02:25:36.394" v="335"/>
        <pc:sldMkLst>
          <pc:docMk/>
          <pc:sldMk cId="3167336065" sldId="643"/>
        </pc:sldMkLst>
        <pc:spChg chg="mod">
          <ac:chgData name="Teuku Raja Irfan Radarma" userId="cf428174-95ba-4576-8554-3a3b8ffa52b7" providerId="ADAL" clId="{3C01DB91-9C33-4457-81A7-6D67DA1D6A4D}" dt="2026-02-24T02:25:08.108" v="242" actId="20577"/>
          <ac:spMkLst>
            <pc:docMk/>
            <pc:sldMk cId="3167336065" sldId="643"/>
            <ac:spMk id="2" creationId="{BA3468D8-09CC-405F-9B14-7717A7622755}"/>
          </ac:spMkLst>
        </pc:spChg>
        <pc:spChg chg="mod">
          <ac:chgData name="Teuku Raja Irfan Radarma" userId="cf428174-95ba-4576-8554-3a3b8ffa52b7" providerId="ADAL" clId="{3C01DB91-9C33-4457-81A7-6D67DA1D6A4D}" dt="2026-02-24T02:25:36.394" v="335"/>
          <ac:spMkLst>
            <pc:docMk/>
            <pc:sldMk cId="3167336065" sldId="643"/>
            <ac:spMk id="4" creationId="{B0CD25CD-69FD-4588-A206-390B403AC816}"/>
          </ac:spMkLst>
        </pc:spChg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130923464" sldId="661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007793985" sldId="662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5740253" sldId="663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3169595349" sldId="664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482308421" sldId="665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341285866" sldId="667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096161781" sldId="668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571765726" sldId="669"/>
        </pc:sldMkLst>
      </pc:sldChg>
    </pc:docChg>
  </pc:docChgLst>
  <pc:docChgLst>
    <pc:chgData name="Teuku Raja Irfan Radarma" userId="cf428174-95ba-4576-8554-3a3b8ffa52b7" providerId="ADAL" clId="{6C5D399A-8E2C-4907-9624-A2DD17609376}"/>
    <pc:docChg chg="undo custSel modSld">
      <pc:chgData name="Teuku Raja Irfan Radarma" userId="cf428174-95ba-4576-8554-3a3b8ffa52b7" providerId="ADAL" clId="{6C5D399A-8E2C-4907-9624-A2DD17609376}" dt="2026-02-18T03:29:52.555" v="182" actId="20577"/>
      <pc:docMkLst>
        <pc:docMk/>
      </pc:docMkLst>
      <pc:sldChg chg="modSp mod">
        <pc:chgData name="Teuku Raja Irfan Radarma" userId="cf428174-95ba-4576-8554-3a3b8ffa52b7" providerId="ADAL" clId="{6C5D399A-8E2C-4907-9624-A2DD17609376}" dt="2026-02-18T03:28:09.397" v="2" actId="400"/>
        <pc:sldMkLst>
          <pc:docMk/>
          <pc:sldMk cId="4030995347" sldId="257"/>
        </pc:sldMkLst>
        <pc:spChg chg="mod">
          <ac:chgData name="Teuku Raja Irfan Radarma" userId="cf428174-95ba-4576-8554-3a3b8ffa52b7" providerId="ADAL" clId="{6C5D399A-8E2C-4907-9624-A2DD17609376}" dt="2026-02-18T03:28:09.397" v="2" actId="400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6C5D399A-8E2C-4907-9624-A2DD17609376}" dt="2026-02-18T03:29:52.555" v="182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6-02-18T03:29:52.555" v="182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6C5D399A-8E2C-4907-9624-A2DD17609376}" dt="2026-02-18T03:29:18.978" v="128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6C5D399A-8E2C-4907-9624-A2DD17609376}" dt="2026-02-18T03:29:18.978" v="128" actId="20577"/>
          <ac:spMkLst>
            <pc:docMk/>
            <pc:sldMk cId="2891726164" sldId="304"/>
            <ac:spMk id="3" creationId="{0EEF17E5-AD4D-CEBE-F9C3-691B024490D7}"/>
          </ac:spMkLst>
        </pc:spChg>
      </pc:sldChg>
    </pc:docChg>
  </pc:docChgLst>
  <pc:docChgLst>
    <pc:chgData name="Teuku Raja Irfan Radarma" userId="cf428174-95ba-4576-8554-3a3b8ffa52b7" providerId="ADAL" clId="{DAB7BA23-C11A-42E4-8EE5-ACC8ADECC21A}"/>
    <pc:docChg chg="custSel addSld delSld modSld sldOrd">
      <pc:chgData name="Teuku Raja Irfan Radarma" userId="cf428174-95ba-4576-8554-3a3b8ffa52b7" providerId="ADAL" clId="{DAB7BA23-C11A-42E4-8EE5-ACC8ADECC21A}" dt="2026-03-01T07:15:29.919" v="317"/>
      <pc:docMkLst>
        <pc:docMk/>
      </pc:docMkLst>
      <pc:sldChg chg="modSp mod">
        <pc:chgData name="Teuku Raja Irfan Radarma" userId="cf428174-95ba-4576-8554-3a3b8ffa52b7" providerId="ADAL" clId="{DAB7BA23-C11A-42E4-8EE5-ACC8ADECC21A}" dt="2026-03-01T07:12:12.824" v="2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DAB7BA23-C11A-42E4-8EE5-ACC8ADECC21A}" dt="2026-03-01T07:12:12.824" v="2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DAB7BA23-C11A-42E4-8EE5-ACC8ADECC21A}" dt="2026-03-01T07:12:37.594" v="67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DAB7BA23-C11A-42E4-8EE5-ACC8ADECC21A}" dt="2026-03-01T07:12:35.375" v="6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DAB7BA23-C11A-42E4-8EE5-ACC8ADECC21A}" dt="2026-03-01T07:12:37.594" v="67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DAB7BA23-C11A-42E4-8EE5-ACC8ADECC21A}" dt="2026-03-01T07:13:42.088" v="235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DAB7BA23-C11A-42E4-8EE5-ACC8ADECC21A}" dt="2026-03-01T07:13:42.088" v="235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1457204914" sldId="264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675863148" sldId="268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408287481" sldId="271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801049290" sldId="285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650510589" sldId="301"/>
        </pc:sldMkLst>
      </pc:sldChg>
      <pc:sldChg chg="modSp mod">
        <pc:chgData name="Teuku Raja Irfan Radarma" userId="cf428174-95ba-4576-8554-3a3b8ffa52b7" providerId="ADAL" clId="{DAB7BA23-C11A-42E4-8EE5-ACC8ADECC21A}" dt="2026-03-01T07:13:28.149" v="195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DAB7BA23-C11A-42E4-8EE5-ACC8ADECC21A}" dt="2026-03-01T07:13:28.149" v="195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140043544" sldId="309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407306040" sldId="310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1931572100" sldId="311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489749584" sldId="312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4117714241" sldId="313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1525736091" sldId="314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767778035" sldId="315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1566384604" sldId="316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628876292" sldId="317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405135630" sldId="318"/>
        </pc:sldMkLst>
      </pc:sldChg>
      <pc:sldChg chg="del">
        <pc:chgData name="Teuku Raja Irfan Radarma" userId="cf428174-95ba-4576-8554-3a3b8ffa52b7" providerId="ADAL" clId="{DAB7BA23-C11A-42E4-8EE5-ACC8ADECC21A}" dt="2026-03-01T07:14:36.237" v="269" actId="47"/>
        <pc:sldMkLst>
          <pc:docMk/>
          <pc:sldMk cId="2603194126" sldId="319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1562574567" sldId="320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40516586" sldId="321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4250707088" sldId="322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815195672" sldId="323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4021258611" sldId="324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956598728" sldId="325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120151068" sldId="326"/>
        </pc:sldMkLst>
      </pc:sldChg>
      <pc:sldChg chg="addSp delSp modSp mod">
        <pc:chgData name="Teuku Raja Irfan Radarma" userId="cf428174-95ba-4576-8554-3a3b8ffa52b7" providerId="ADAL" clId="{DAB7BA23-C11A-42E4-8EE5-ACC8ADECC21A}" dt="2026-03-01T07:14:09.847" v="260" actId="478"/>
        <pc:sldMkLst>
          <pc:docMk/>
          <pc:sldMk cId="3543487194" sldId="327"/>
        </pc:sldMkLst>
        <pc:spChg chg="mod">
          <ac:chgData name="Teuku Raja Irfan Radarma" userId="cf428174-95ba-4576-8554-3a3b8ffa52b7" providerId="ADAL" clId="{DAB7BA23-C11A-42E4-8EE5-ACC8ADECC21A}" dt="2026-03-01T07:14:06.674" v="259" actId="20577"/>
          <ac:spMkLst>
            <pc:docMk/>
            <pc:sldMk cId="3543487194" sldId="327"/>
            <ac:spMk id="2" creationId="{EC7DAB5F-7E3E-4802-A8D9-5B0EB468243B}"/>
          </ac:spMkLst>
        </pc:spChg>
        <pc:spChg chg="del">
          <ac:chgData name="Teuku Raja Irfan Radarma" userId="cf428174-95ba-4576-8554-3a3b8ffa52b7" providerId="ADAL" clId="{DAB7BA23-C11A-42E4-8EE5-ACC8ADECC21A}" dt="2026-03-01T07:14:09.847" v="260" actId="478"/>
          <ac:spMkLst>
            <pc:docMk/>
            <pc:sldMk cId="3543487194" sldId="327"/>
            <ac:spMk id="4" creationId="{47A487F2-1B43-4670-B3E0-D4AFC3277D66}"/>
          </ac:spMkLst>
        </pc:spChg>
        <pc:spChg chg="add mod">
          <ac:chgData name="Teuku Raja Irfan Radarma" userId="cf428174-95ba-4576-8554-3a3b8ffa52b7" providerId="ADAL" clId="{DAB7BA23-C11A-42E4-8EE5-ACC8ADECC21A}" dt="2026-03-01T07:14:09.847" v="260" actId="478"/>
          <ac:spMkLst>
            <pc:docMk/>
            <pc:sldMk cId="3543487194" sldId="327"/>
            <ac:spMk id="6" creationId="{4A48B4EE-0240-4D61-94E9-F5B92DF5B7F9}"/>
          </ac:spMkLst>
        </pc:spChg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372899280" sldId="328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1176252531" sldId="329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1030245141" sldId="330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2886870268" sldId="331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3918830678" sldId="332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1240754387" sldId="333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1275038603" sldId="334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198136088" sldId="335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2508547076" sldId="336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961733192" sldId="337"/>
        </pc:sldMkLst>
      </pc:sldChg>
      <pc:sldChg chg="add">
        <pc:chgData name="Teuku Raja Irfan Radarma" userId="cf428174-95ba-4576-8554-3a3b8ffa52b7" providerId="ADAL" clId="{DAB7BA23-C11A-42E4-8EE5-ACC8ADECC21A}" dt="2026-03-01T07:15:17.276" v="315"/>
        <pc:sldMkLst>
          <pc:docMk/>
          <pc:sldMk cId="1535285831" sldId="345"/>
        </pc:sldMkLst>
      </pc:sldChg>
      <pc:sldChg chg="add">
        <pc:chgData name="Teuku Raja Irfan Radarma" userId="cf428174-95ba-4576-8554-3a3b8ffa52b7" providerId="ADAL" clId="{DAB7BA23-C11A-42E4-8EE5-ACC8ADECC21A}" dt="2026-03-01T07:15:17.276" v="315"/>
        <pc:sldMkLst>
          <pc:docMk/>
          <pc:sldMk cId="1054711420" sldId="346"/>
        </pc:sldMkLst>
      </pc:sldChg>
      <pc:sldChg chg="add">
        <pc:chgData name="Teuku Raja Irfan Radarma" userId="cf428174-95ba-4576-8554-3a3b8ffa52b7" providerId="ADAL" clId="{DAB7BA23-C11A-42E4-8EE5-ACC8ADECC21A}" dt="2026-03-01T07:15:17.276" v="315"/>
        <pc:sldMkLst>
          <pc:docMk/>
          <pc:sldMk cId="4133436097" sldId="347"/>
        </pc:sldMkLst>
      </pc:sldChg>
      <pc:sldChg chg="add">
        <pc:chgData name="Teuku Raja Irfan Radarma" userId="cf428174-95ba-4576-8554-3a3b8ffa52b7" providerId="ADAL" clId="{DAB7BA23-C11A-42E4-8EE5-ACC8ADECC21A}" dt="2026-03-01T07:15:17.276" v="315"/>
        <pc:sldMkLst>
          <pc:docMk/>
          <pc:sldMk cId="1838719807" sldId="348"/>
        </pc:sldMkLst>
      </pc:sldChg>
      <pc:sldChg chg="add">
        <pc:chgData name="Teuku Raja Irfan Radarma" userId="cf428174-95ba-4576-8554-3a3b8ffa52b7" providerId="ADAL" clId="{DAB7BA23-C11A-42E4-8EE5-ACC8ADECC21A}" dt="2026-03-01T07:15:17.276" v="315"/>
        <pc:sldMkLst>
          <pc:docMk/>
          <pc:sldMk cId="521323310" sldId="349"/>
        </pc:sldMkLst>
      </pc:sldChg>
      <pc:sldChg chg="add">
        <pc:chgData name="Teuku Raja Irfan Radarma" userId="cf428174-95ba-4576-8554-3a3b8ffa52b7" providerId="ADAL" clId="{DAB7BA23-C11A-42E4-8EE5-ACC8ADECC21A}" dt="2026-03-01T07:15:26.540" v="316"/>
        <pc:sldMkLst>
          <pc:docMk/>
          <pc:sldMk cId="4053031945" sldId="353"/>
        </pc:sldMkLst>
      </pc:sldChg>
      <pc:sldChg chg="add">
        <pc:chgData name="Teuku Raja Irfan Radarma" userId="cf428174-95ba-4576-8554-3a3b8ffa52b7" providerId="ADAL" clId="{DAB7BA23-C11A-42E4-8EE5-ACC8ADECC21A}" dt="2026-03-01T07:15:26.540" v="316"/>
        <pc:sldMkLst>
          <pc:docMk/>
          <pc:sldMk cId="1318110064" sldId="354"/>
        </pc:sldMkLst>
      </pc:sldChg>
      <pc:sldChg chg="add">
        <pc:chgData name="Teuku Raja Irfan Radarma" userId="cf428174-95ba-4576-8554-3a3b8ffa52b7" providerId="ADAL" clId="{DAB7BA23-C11A-42E4-8EE5-ACC8ADECC21A}" dt="2026-03-01T07:15:26.540" v="316"/>
        <pc:sldMkLst>
          <pc:docMk/>
          <pc:sldMk cId="3407232921" sldId="355"/>
        </pc:sldMkLst>
      </pc:sldChg>
      <pc:sldChg chg="add">
        <pc:chgData name="Teuku Raja Irfan Radarma" userId="cf428174-95ba-4576-8554-3a3b8ffa52b7" providerId="ADAL" clId="{DAB7BA23-C11A-42E4-8EE5-ACC8ADECC21A}" dt="2026-03-01T07:15:26.540" v="316"/>
        <pc:sldMkLst>
          <pc:docMk/>
          <pc:sldMk cId="1255592341" sldId="357"/>
        </pc:sldMkLst>
      </pc:sldChg>
      <pc:sldChg chg="add">
        <pc:chgData name="Teuku Raja Irfan Radarma" userId="cf428174-95ba-4576-8554-3a3b8ffa52b7" providerId="ADAL" clId="{DAB7BA23-C11A-42E4-8EE5-ACC8ADECC21A}" dt="2026-03-01T07:15:29.919" v="317"/>
        <pc:sldMkLst>
          <pc:docMk/>
          <pc:sldMk cId="330924077" sldId="359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234400314" sldId="632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989082994" sldId="633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373469779" sldId="634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075550474" sldId="635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550433920" sldId="639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126332185" sldId="640"/>
        </pc:sldMkLst>
      </pc:sldChg>
      <pc:sldChg chg="modSp mod">
        <pc:chgData name="Teuku Raja Irfan Radarma" userId="cf428174-95ba-4576-8554-3a3b8ffa52b7" providerId="ADAL" clId="{DAB7BA23-C11A-42E4-8EE5-ACC8ADECC21A}" dt="2026-03-01T07:13:50.441" v="246" actId="20577"/>
        <pc:sldMkLst>
          <pc:docMk/>
          <pc:sldMk cId="1793119782" sldId="641"/>
        </pc:sldMkLst>
        <pc:spChg chg="mod">
          <ac:chgData name="Teuku Raja Irfan Radarma" userId="cf428174-95ba-4576-8554-3a3b8ffa52b7" providerId="ADAL" clId="{DAB7BA23-C11A-42E4-8EE5-ACC8ADECC21A}" dt="2026-03-01T07:13:50.441" v="246" actId="20577"/>
          <ac:spMkLst>
            <pc:docMk/>
            <pc:sldMk cId="1793119782" sldId="641"/>
            <ac:spMk id="2" creationId="{34BDE0C4-4FBA-493E-B083-8791FB60B6C7}"/>
          </ac:spMkLst>
        </pc:spChg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403279765" sldId="642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3167336065" sldId="643"/>
        </pc:sldMkLst>
      </pc:sldChg>
      <pc:sldChg chg="modSp add mod ord">
        <pc:chgData name="Teuku Raja Irfan Radarma" userId="cf428174-95ba-4576-8554-3a3b8ffa52b7" providerId="ADAL" clId="{DAB7BA23-C11A-42E4-8EE5-ACC8ADECC21A}" dt="2026-03-01T07:14:25.808" v="267" actId="20577"/>
        <pc:sldMkLst>
          <pc:docMk/>
          <pc:sldMk cId="575144279" sldId="644"/>
        </pc:sldMkLst>
        <pc:spChg chg="mod">
          <ac:chgData name="Teuku Raja Irfan Radarma" userId="cf428174-95ba-4576-8554-3a3b8ffa52b7" providerId="ADAL" clId="{DAB7BA23-C11A-42E4-8EE5-ACC8ADECC21A}" dt="2026-03-01T07:14:25.808" v="267" actId="20577"/>
          <ac:spMkLst>
            <pc:docMk/>
            <pc:sldMk cId="575144279" sldId="644"/>
            <ac:spMk id="2" creationId="{34BDE0C4-4FBA-493E-B083-8791FB60B6C7}"/>
          </ac:spMkLst>
        </pc:spChg>
      </pc:sldChg>
      <pc:sldChg chg="modSp add mod">
        <pc:chgData name="Teuku Raja Irfan Radarma" userId="cf428174-95ba-4576-8554-3a3b8ffa52b7" providerId="ADAL" clId="{DAB7BA23-C11A-42E4-8EE5-ACC8ADECC21A}" dt="2026-03-01T07:14:40.033" v="285" actId="20577"/>
        <pc:sldMkLst>
          <pc:docMk/>
          <pc:sldMk cId="1317602562" sldId="645"/>
        </pc:sldMkLst>
        <pc:spChg chg="mod">
          <ac:chgData name="Teuku Raja Irfan Radarma" userId="cf428174-95ba-4576-8554-3a3b8ffa52b7" providerId="ADAL" clId="{DAB7BA23-C11A-42E4-8EE5-ACC8ADECC21A}" dt="2026-03-01T07:14:40.033" v="285" actId="20577"/>
          <ac:spMkLst>
            <pc:docMk/>
            <pc:sldMk cId="1317602562" sldId="645"/>
            <ac:spMk id="2" creationId="{EC7DAB5F-7E3E-4802-A8D9-5B0EB468243B}"/>
          </ac:spMkLst>
        </pc:spChg>
      </pc:sldChg>
      <pc:sldChg chg="modSp add mod">
        <pc:chgData name="Teuku Raja Irfan Radarma" userId="cf428174-95ba-4576-8554-3a3b8ffa52b7" providerId="ADAL" clId="{DAB7BA23-C11A-42E4-8EE5-ACC8ADECC21A}" dt="2026-03-01T07:14:47.904" v="313" actId="20577"/>
        <pc:sldMkLst>
          <pc:docMk/>
          <pc:sldMk cId="2304873188" sldId="646"/>
        </pc:sldMkLst>
        <pc:spChg chg="mod">
          <ac:chgData name="Teuku Raja Irfan Radarma" userId="cf428174-95ba-4576-8554-3a3b8ffa52b7" providerId="ADAL" clId="{DAB7BA23-C11A-42E4-8EE5-ACC8ADECC21A}" dt="2026-03-01T07:14:47.904" v="313" actId="20577"/>
          <ac:spMkLst>
            <pc:docMk/>
            <pc:sldMk cId="2304873188" sldId="646"/>
            <ac:spMk id="2" creationId="{34BDE0C4-4FBA-493E-B083-8791FB60B6C7}"/>
          </ac:spMkLst>
        </pc:spChg>
      </pc:sldChg>
    </pc:docChg>
  </pc:docChgLst>
  <pc:docChgLst>
    <pc:chgData name="Teuku Raja Irfan Radarma" userId="cf428174-95ba-4576-8554-3a3b8ffa52b7" providerId="ADAL" clId="{5F76268C-0FDD-4573-81E8-E132646E1AD5}"/>
    <pc:docChg chg="undo custSel addSld delSld modSld sldOrd modMainMaster">
      <pc:chgData name="Teuku Raja Irfan Radarma" userId="cf428174-95ba-4576-8554-3a3b8ffa52b7" providerId="ADAL" clId="{5F76268C-0FDD-4573-81E8-E132646E1AD5}" dt="2026-02-07T01:25:31.365" v="872"/>
      <pc:docMkLst>
        <pc:docMk/>
      </pc:docMkLst>
      <pc:sldChg chg="modSp mod">
        <pc:chgData name="Teuku Raja Irfan Radarma" userId="cf428174-95ba-4576-8554-3a3b8ffa52b7" providerId="ADAL" clId="{5F76268C-0FDD-4573-81E8-E132646E1AD5}" dt="2026-01-29T14:43:00.516" v="41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5F76268C-0FDD-4573-81E8-E132646E1AD5}" dt="2026-01-29T14:42:58.260" v="40" actId="400"/>
          <ac:spMkLst>
            <pc:docMk/>
            <pc:sldMk cId="4030995347" sldId="257"/>
            <ac:spMk id="3" creationId="{940F5DB3-7A6F-EDD4-9F33-B3FF6161C717}"/>
          </ac:spMkLst>
        </pc:spChg>
        <pc:spChg chg="mod">
          <ac:chgData name="Teuku Raja Irfan Radarma" userId="cf428174-95ba-4576-8554-3a3b8ffa52b7" providerId="ADAL" clId="{5F76268C-0FDD-4573-81E8-E132646E1AD5}" dt="2026-01-29T14:43:00.516" v="41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addSp delSp modSp mod">
        <pc:chgData name="Teuku Raja Irfan Radarma" userId="cf428174-95ba-4576-8554-3a3b8ffa52b7" providerId="ADAL" clId="{5F76268C-0FDD-4573-81E8-E132646E1AD5}" dt="2026-01-29T14:42:49.949" v="3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5F76268C-0FDD-4573-81E8-E132646E1AD5}" dt="2026-01-29T14:42:46.045" v="3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5F76268C-0FDD-4573-81E8-E132646E1AD5}" dt="2026-01-29T14:42:49.949" v="38" actId="20577"/>
          <ac:spMkLst>
            <pc:docMk/>
            <pc:sldMk cId="911610319" sldId="262"/>
            <ac:spMk id="4" creationId="{FFCC89D4-8169-77D5-D53F-1E998B469C40}"/>
          </ac:spMkLst>
        </pc:spChg>
        <pc:picChg chg="add mod">
          <ac:chgData name="Teuku Raja Irfan Radarma" userId="cf428174-95ba-4576-8554-3a3b8ffa52b7" providerId="ADAL" clId="{5F76268C-0FDD-4573-81E8-E132646E1AD5}" dt="2026-01-29T14:42:33.594" v="1"/>
          <ac:picMkLst>
            <pc:docMk/>
            <pc:sldMk cId="911610319" sldId="262"/>
            <ac:picMk id="7" creationId="{80A5FA20-F084-433B-84D2-ED962813CD1B}"/>
          </ac:picMkLst>
        </pc:picChg>
      </pc:sldChg>
      <pc:sldChg chg="modSp mod">
        <pc:chgData name="Teuku Raja Irfan Radarma" userId="cf428174-95ba-4576-8554-3a3b8ffa52b7" providerId="ADAL" clId="{5F76268C-0FDD-4573-81E8-E132646E1AD5}" dt="2026-01-29T14:54:38.263" v="323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5F76268C-0FDD-4573-81E8-E132646E1AD5}" dt="2026-01-29T14:54:38.263" v="323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5F76268C-0FDD-4573-81E8-E132646E1AD5}" dt="2026-01-29T14:59:14.213" v="355" actId="27636"/>
        <pc:sldMkLst>
          <pc:docMk/>
          <pc:sldMk cId="1457204914" sldId="264"/>
        </pc:sldMkLst>
        <pc:spChg chg="mod">
          <ac:chgData name="Teuku Raja Irfan Radarma" userId="cf428174-95ba-4576-8554-3a3b8ffa52b7" providerId="ADAL" clId="{5F76268C-0FDD-4573-81E8-E132646E1AD5}" dt="2026-01-29T14:59:14.213" v="355" actId="27636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5F76268C-0FDD-4573-81E8-E132646E1AD5}" dt="2026-01-29T14:47:29.311" v="203" actId="20577"/>
          <ac:spMkLst>
            <pc:docMk/>
            <pc:sldMk cId="1457204914" sldId="264"/>
            <ac:spMk id="4" creationId="{EE064B16-72CC-4606-A23D-7291843EEFBB}"/>
          </ac:spMkLst>
        </pc:spChg>
      </pc:sldChg>
      <pc:sldChg chg="delSp modSp mod">
        <pc:chgData name="Teuku Raja Irfan Radarma" userId="cf428174-95ba-4576-8554-3a3b8ffa52b7" providerId="ADAL" clId="{5F76268C-0FDD-4573-81E8-E132646E1AD5}" dt="2026-01-29T14:45:59.002" v="117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5F76268C-0FDD-4573-81E8-E132646E1AD5}" dt="2026-01-29T14:45:59.002" v="117" actId="20577"/>
          <ac:spMkLst>
            <pc:docMk/>
            <pc:sldMk cId="2891726164" sldId="304"/>
            <ac:spMk id="3" creationId="{0EEF17E5-AD4D-CEBE-F9C3-691B024490D7}"/>
          </ac:spMkLst>
        </pc:spChg>
      </pc:sldChg>
      <pc:sldMasterChg chg="addSldLayout modSldLayout">
        <pc:chgData name="Teuku Raja Irfan Radarma" userId="cf428174-95ba-4576-8554-3a3b8ffa52b7" providerId="ADAL" clId="{5F76268C-0FDD-4573-81E8-E132646E1AD5}" dt="2026-02-07T01:24:15.889" v="849" actId="14100"/>
        <pc:sldMasterMkLst>
          <pc:docMk/>
          <pc:sldMasterMk cId="856379123" sldId="2147483648"/>
        </pc:sldMasterMkLst>
        <pc:sldLayoutChg chg="addSp delSp modSp add mod modTransition">
          <pc:chgData name="Teuku Raja Irfan Radarma" userId="cf428174-95ba-4576-8554-3a3b8ffa52b7" providerId="ADAL" clId="{5F76268C-0FDD-4573-81E8-E132646E1AD5}" dt="2026-02-07T01:24:15.889" v="849" actId="14100"/>
          <pc:sldLayoutMkLst>
            <pc:docMk/>
            <pc:sldMasterMk cId="856379123" sldId="2147483648"/>
            <pc:sldLayoutMk cId="1704379807" sldId="2147483663"/>
          </pc:sldLayoutMkLst>
          <pc:spChg chg="mod">
            <ac:chgData name="Teuku Raja Irfan Radarma" userId="cf428174-95ba-4576-8554-3a3b8ffa52b7" providerId="ADAL" clId="{5F76268C-0FDD-4573-81E8-E132646E1AD5}" dt="2026-02-07T01:23:26.639" v="842" actId="404"/>
            <ac:spMkLst>
              <pc:docMk/>
              <pc:sldMasterMk cId="856379123" sldId="2147483648"/>
              <pc:sldLayoutMk cId="1704379807" sldId="2147483663"/>
              <ac:spMk id="2" creationId="{CDA4424C-1456-7F97-A7D5-3DFD9B8CDC8B}"/>
            </ac:spMkLst>
          </pc:spChg>
          <pc:spChg chg="mod">
            <ac:chgData name="Teuku Raja Irfan Radarma" userId="cf428174-95ba-4576-8554-3a3b8ffa52b7" providerId="ADAL" clId="{5F76268C-0FDD-4573-81E8-E132646E1AD5}" dt="2026-02-07T01:22:17.778" v="835" actId="207"/>
            <ac:spMkLst>
              <pc:docMk/>
              <pc:sldMasterMk cId="856379123" sldId="2147483648"/>
              <pc:sldLayoutMk cId="1704379807" sldId="2147483663"/>
              <ac:spMk id="3" creationId="{8A8E1FD0-24D3-2D6F-5433-75B6F1C968B0}"/>
            </ac:spMkLst>
          </pc:spChg>
          <pc:spChg chg="add mod ord">
            <ac:chgData name="Teuku Raja Irfan Radarma" userId="cf428174-95ba-4576-8554-3a3b8ffa52b7" providerId="ADAL" clId="{5F76268C-0FDD-4573-81E8-E132646E1AD5}" dt="2026-02-07T01:24:07.322" v="848" actId="207"/>
            <ac:spMkLst>
              <pc:docMk/>
              <pc:sldMasterMk cId="856379123" sldId="2147483648"/>
              <pc:sldLayoutMk cId="1704379807" sldId="2147483663"/>
              <ac:spMk id="8" creationId="{13D26EEB-0515-47E0-BDF2-6403F753F256}"/>
            </ac:spMkLst>
          </pc:spChg>
          <pc:picChg chg="mod ord modCrop">
            <ac:chgData name="Teuku Raja Irfan Radarma" userId="cf428174-95ba-4576-8554-3a3b8ffa52b7" providerId="ADAL" clId="{5F76268C-0FDD-4573-81E8-E132646E1AD5}" dt="2026-02-07T01:22:58.522" v="840" actId="732"/>
            <ac:picMkLst>
              <pc:docMk/>
              <pc:sldMasterMk cId="856379123" sldId="2147483648"/>
              <pc:sldLayoutMk cId="1704379807" sldId="2147483663"/>
              <ac:picMk id="12" creationId="{2E3B5FA6-2D9D-F25E-D8E6-3606BD33D99D}"/>
            </ac:picMkLst>
          </pc:picChg>
          <pc:cxnChg chg="mod">
            <ac:chgData name="Teuku Raja Irfan Radarma" userId="cf428174-95ba-4576-8554-3a3b8ffa52b7" providerId="ADAL" clId="{5F76268C-0FDD-4573-81E8-E132646E1AD5}" dt="2026-02-07T01:24:15.889" v="849" actId="14100"/>
            <ac:cxnSpMkLst>
              <pc:docMk/>
              <pc:sldMasterMk cId="856379123" sldId="2147483648"/>
              <pc:sldLayoutMk cId="1704379807" sldId="2147483663"/>
              <ac:cxnSpMk id="14" creationId="{1E527D52-8D29-D3D2-5F30-3F229C472DEE}"/>
            </ac:cxnSpMkLst>
          </pc:cxnChg>
        </pc:sldLayoutChg>
      </pc:sldMasterChg>
    </pc:docChg>
  </pc:docChgLst>
  <pc:docChgLst>
    <pc:chgData name="Teuku Raja Irfan Radarma" userId="cf428174-95ba-4576-8554-3a3b8ffa52b7" providerId="ADAL" clId="{0D23DAE7-6BF6-465B-A01F-2BDD01E2DC8F}"/>
    <pc:docChg chg="undo custSel addSld delSld modSld sldOrd modMainMaster">
      <pc:chgData name="Teuku Raja Irfan Radarma" userId="cf428174-95ba-4576-8554-3a3b8ffa52b7" providerId="ADAL" clId="{0D23DAE7-6BF6-465B-A01F-2BDD01E2DC8F}" dt="2026-02-10T11:15:33.343" v="3179" actId="1076"/>
      <pc:docMkLst>
        <pc:docMk/>
      </pc:docMkLst>
      <pc:sldChg chg="modSp mod">
        <pc:chgData name="Teuku Raja Irfan Radarma" userId="cf428174-95ba-4576-8554-3a3b8ffa52b7" providerId="ADAL" clId="{0D23DAE7-6BF6-465B-A01F-2BDD01E2DC8F}" dt="2026-02-07T03:13:45.313" v="46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0D23DAE7-6BF6-465B-A01F-2BDD01E2DC8F}" dt="2026-02-07T03:13:45.313" v="46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13:38.576" v="4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0D23DAE7-6BF6-465B-A01F-2BDD01E2DC8F}" dt="2026-02-07T03:13:38.576" v="43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0D23DAE7-6BF6-465B-A01F-2BDD01E2DC8F}" dt="2026-02-07T03:13:20.403" v="0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37:59.095" v="573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0D23DAE7-6BF6-465B-A01F-2BDD01E2DC8F}" dt="2026-02-07T03:37:59.095" v="573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0D23DAE7-6BF6-465B-A01F-2BDD01E2DC8F}" dt="2026-02-10T07:00:27.537" v="3139" actId="6549"/>
        <pc:sldMkLst>
          <pc:docMk/>
          <pc:sldMk cId="1457204914" sldId="264"/>
        </pc:sldMkLst>
        <pc:spChg chg="mod">
          <ac:chgData name="Teuku Raja Irfan Radarma" userId="cf428174-95ba-4576-8554-3a3b8ffa52b7" providerId="ADAL" clId="{0D23DAE7-6BF6-465B-A01F-2BDD01E2DC8F}" dt="2026-02-07T03:35:26.419" v="495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0D23DAE7-6BF6-465B-A01F-2BDD01E2DC8F}" dt="2026-02-10T07:00:27.537" v="3139" actId="6549"/>
          <ac:spMkLst>
            <pc:docMk/>
            <pc:sldMk cId="1457204914" sldId="264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14:39.484" v="129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0D23DAE7-6BF6-465B-A01F-2BDD01E2DC8F}" dt="2026-02-07T03:14:39.484" v="129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160828096" sldId="321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2697196124" sldId="323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3977528824" sldId="324"/>
        </pc:sldMkLst>
      </pc:sldChg>
      <pc:sldChg chg="modSp add mod ord">
        <pc:chgData name="Teuku Raja Irfan Radarma" userId="cf428174-95ba-4576-8554-3a3b8ffa52b7" providerId="ADAL" clId="{0D23DAE7-6BF6-465B-A01F-2BDD01E2DC8F}" dt="2026-02-08T13:09:16.914" v="713" actId="20577"/>
        <pc:sldMkLst>
          <pc:docMk/>
          <pc:sldMk cId="4019111258" sldId="325"/>
        </pc:sldMkLst>
        <pc:graphicFrameChg chg="mod modGraphic">
          <ac:chgData name="Teuku Raja Irfan Radarma" userId="cf428174-95ba-4576-8554-3a3b8ffa52b7" providerId="ADAL" clId="{0D23DAE7-6BF6-465B-A01F-2BDD01E2DC8F}" dt="2026-02-08T13:09:16.914" v="713" actId="20577"/>
          <ac:graphicFrameMkLst>
            <pc:docMk/>
            <pc:sldMk cId="4019111258" sldId="325"/>
            <ac:graphicFrameMk id="5" creationId="{B98E2BF1-F8E2-4406-B058-DF63DD4B80FC}"/>
          </ac:graphicFrameMkLst>
        </pc:graphicFrameChg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4009964293" sldId="326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902416801" sldId="351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1943788893" sldId="352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73170325" sldId="353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3626562259" sldId="354"/>
        </pc:sldMkLst>
      </pc:sldChg>
      <pc:sldChg chg="modSp add mod">
        <pc:chgData name="Teuku Raja Irfan Radarma" userId="cf428174-95ba-4576-8554-3a3b8ffa52b7" providerId="ADAL" clId="{0D23DAE7-6BF6-465B-A01F-2BDD01E2DC8F}" dt="2026-02-07T03:52:33.997" v="631" actId="20577"/>
        <pc:sldMkLst>
          <pc:docMk/>
          <pc:sldMk cId="644787979" sldId="356"/>
        </pc:sldMkLst>
        <pc:spChg chg="mod">
          <ac:chgData name="Teuku Raja Irfan Radarma" userId="cf428174-95ba-4576-8554-3a3b8ffa52b7" providerId="ADAL" clId="{0D23DAE7-6BF6-465B-A01F-2BDD01E2DC8F}" dt="2026-02-07T03:52:33.997" v="631" actId="20577"/>
          <ac:spMkLst>
            <pc:docMk/>
            <pc:sldMk cId="644787979" sldId="356"/>
            <ac:spMk id="2" creationId="{1B5296E0-3715-9E62-299F-CC256B3BEC49}"/>
          </ac:spMkLst>
        </pc:spChg>
        <pc:spChg chg="mod">
          <ac:chgData name="Teuku Raja Irfan Radarma" userId="cf428174-95ba-4576-8554-3a3b8ffa52b7" providerId="ADAL" clId="{0D23DAE7-6BF6-465B-A01F-2BDD01E2DC8F}" dt="2026-02-07T03:38:42.542" v="598" actId="1076"/>
          <ac:spMkLst>
            <pc:docMk/>
            <pc:sldMk cId="644787979" sldId="356"/>
            <ac:spMk id="3" creationId="{A096F501-400E-88A5-F85E-3E2FB217BFA0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4:10:58.683" v="645" actId="20577"/>
        <pc:sldMkLst>
          <pc:docMk/>
          <pc:sldMk cId="54813923" sldId="357"/>
        </pc:sldMkLst>
        <pc:spChg chg="mod">
          <ac:chgData name="Teuku Raja Irfan Radarma" userId="cf428174-95ba-4576-8554-3a3b8ffa52b7" providerId="ADAL" clId="{0D23DAE7-6BF6-465B-A01F-2BDD01E2DC8F}" dt="2026-02-07T04:10:58.683" v="645" actId="20577"/>
          <ac:spMkLst>
            <pc:docMk/>
            <pc:sldMk cId="54813923" sldId="357"/>
            <ac:spMk id="5" creationId="{7BBC77D1-8E43-8C33-4794-A47E6FAE2571}"/>
          </ac:spMkLst>
        </pc:spChg>
      </pc:sldChg>
      <pc:sldChg chg="addSp modSp new mod">
        <pc:chgData name="Teuku Raja Irfan Radarma" userId="cf428174-95ba-4576-8554-3a3b8ffa52b7" providerId="ADAL" clId="{0D23DAE7-6BF6-465B-A01F-2BDD01E2DC8F}" dt="2026-02-07T03:21:29.596" v="289" actId="113"/>
        <pc:sldMkLst>
          <pc:docMk/>
          <pc:sldMk cId="3345025196" sldId="360"/>
        </pc:sldMkLst>
        <pc:spChg chg="mod">
          <ac:chgData name="Teuku Raja Irfan Radarma" userId="cf428174-95ba-4576-8554-3a3b8ffa52b7" providerId="ADAL" clId="{0D23DAE7-6BF6-465B-A01F-2BDD01E2DC8F}" dt="2026-02-07T03:17:25.819" v="237" actId="14100"/>
          <ac:spMkLst>
            <pc:docMk/>
            <pc:sldMk cId="3345025196" sldId="360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18:19.314" v="244" actId="27636"/>
          <ac:spMkLst>
            <pc:docMk/>
            <pc:sldMk cId="3345025196" sldId="360"/>
            <ac:spMk id="3" creationId="{895D34AF-E406-4DCC-B2A0-2D1CA8E6200A}"/>
          </ac:spMkLst>
        </pc:spChg>
        <pc:spChg chg="add mod">
          <ac:chgData name="Teuku Raja Irfan Radarma" userId="cf428174-95ba-4576-8554-3a3b8ffa52b7" providerId="ADAL" clId="{0D23DAE7-6BF6-465B-A01F-2BDD01E2DC8F}" dt="2026-02-07T03:21:29.596" v="289" actId="113"/>
          <ac:spMkLst>
            <pc:docMk/>
            <pc:sldMk cId="3345025196" sldId="360"/>
            <ac:spMk id="5" creationId="{5D144B5E-7EA3-42C3-8226-987281C6E92A}"/>
          </ac:spMkLst>
        </pc:spChg>
      </pc:sldChg>
      <pc:sldChg chg="addSp modSp add mod">
        <pc:chgData name="Teuku Raja Irfan Radarma" userId="cf428174-95ba-4576-8554-3a3b8ffa52b7" providerId="ADAL" clId="{0D23DAE7-6BF6-465B-A01F-2BDD01E2DC8F}" dt="2026-02-07T03:21:44.854" v="294" actId="1076"/>
        <pc:sldMkLst>
          <pc:docMk/>
          <pc:sldMk cId="2081291506" sldId="361"/>
        </pc:sldMkLst>
        <pc:spChg chg="mod">
          <ac:chgData name="Teuku Raja Irfan Radarma" userId="cf428174-95ba-4576-8554-3a3b8ffa52b7" providerId="ADAL" clId="{0D23DAE7-6BF6-465B-A01F-2BDD01E2DC8F}" dt="2026-02-07T03:18:50.988" v="252"/>
          <ac:spMkLst>
            <pc:docMk/>
            <pc:sldMk cId="2081291506" sldId="361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19:28.070" v="268" actId="27636"/>
          <ac:spMkLst>
            <pc:docMk/>
            <pc:sldMk cId="2081291506" sldId="361"/>
            <ac:spMk id="3" creationId="{895D34AF-E406-4DCC-B2A0-2D1CA8E6200A}"/>
          </ac:spMkLst>
        </pc:spChg>
        <pc:spChg chg="mod">
          <ac:chgData name="Teuku Raja Irfan Radarma" userId="cf428174-95ba-4576-8554-3a3b8ffa52b7" providerId="ADAL" clId="{0D23DAE7-6BF6-465B-A01F-2BDD01E2DC8F}" dt="2026-02-07T03:21:44.854" v="294" actId="1076"/>
          <ac:spMkLst>
            <pc:docMk/>
            <pc:sldMk cId="2081291506" sldId="361"/>
            <ac:spMk id="5" creationId="{5D144B5E-7EA3-42C3-8226-987281C6E92A}"/>
          </ac:spMkLst>
        </pc:spChg>
        <pc:spChg chg="add mod">
          <ac:chgData name="Teuku Raja Irfan Radarma" userId="cf428174-95ba-4576-8554-3a3b8ffa52b7" providerId="ADAL" clId="{0D23DAE7-6BF6-465B-A01F-2BDD01E2DC8F}" dt="2026-02-07T03:21:44.854" v="294" actId="1076"/>
          <ac:spMkLst>
            <pc:docMk/>
            <pc:sldMk cId="2081291506" sldId="361"/>
            <ac:spMk id="6" creationId="{A75FE99E-8EF4-4EB3-86AB-6C62DEEBB383}"/>
          </ac:spMkLst>
        </pc:spChg>
      </pc:sldChg>
      <pc:sldChg chg="delSp modSp add mod">
        <pc:chgData name="Teuku Raja Irfan Radarma" userId="cf428174-95ba-4576-8554-3a3b8ffa52b7" providerId="ADAL" clId="{0D23DAE7-6BF6-465B-A01F-2BDD01E2DC8F}" dt="2026-02-07T03:20:29.640" v="280"/>
        <pc:sldMkLst>
          <pc:docMk/>
          <pc:sldMk cId="3760450724" sldId="362"/>
        </pc:sldMkLst>
        <pc:spChg chg="mod">
          <ac:chgData name="Teuku Raja Irfan Radarma" userId="cf428174-95ba-4576-8554-3a3b8ffa52b7" providerId="ADAL" clId="{0D23DAE7-6BF6-465B-A01F-2BDD01E2DC8F}" dt="2026-02-07T03:20:22.699" v="278"/>
          <ac:spMkLst>
            <pc:docMk/>
            <pc:sldMk cId="3760450724" sldId="362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20:29.640" v="280"/>
          <ac:spMkLst>
            <pc:docMk/>
            <pc:sldMk cId="3760450724" sldId="362"/>
            <ac:spMk id="3" creationId="{895D34AF-E406-4DCC-B2A0-2D1CA8E6200A}"/>
          </ac:spMkLst>
        </pc:spChg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118906463" sldId="367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883404955" sldId="368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818265850" sldId="369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428653320" sldId="370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476058826" sldId="371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827338380" sldId="372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351922162" sldId="373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428924961" sldId="374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85147760" sldId="375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76553088" sldId="376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943294443" sldId="377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202183906" sldId="378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969276613" sldId="379"/>
        </pc:sldMkLst>
      </pc:sldChg>
      <pc:sldChg chg="modSp add mod">
        <pc:chgData name="Teuku Raja Irfan Radarma" userId="cf428174-95ba-4576-8554-3a3b8ffa52b7" providerId="ADAL" clId="{0D23DAE7-6BF6-465B-A01F-2BDD01E2DC8F}" dt="2026-02-07T03:24:01.504" v="295" actId="113"/>
        <pc:sldMkLst>
          <pc:docMk/>
          <pc:sldMk cId="1656693492" sldId="644"/>
        </pc:sldMkLst>
        <pc:spChg chg="mod">
          <ac:chgData name="Teuku Raja Irfan Radarma" userId="cf428174-95ba-4576-8554-3a3b8ffa52b7" providerId="ADAL" clId="{0D23DAE7-6BF6-465B-A01F-2BDD01E2DC8F}" dt="2026-02-07T03:21:04.277" v="284" actId="27636"/>
          <ac:spMkLst>
            <pc:docMk/>
            <pc:sldMk cId="1656693492" sldId="644"/>
            <ac:spMk id="2" creationId="{3CF2F193-E3D5-CA30-5948-CAF6549DFF73}"/>
          </ac:spMkLst>
        </pc:spChg>
        <pc:spChg chg="mod">
          <ac:chgData name="Teuku Raja Irfan Radarma" userId="cf428174-95ba-4576-8554-3a3b8ffa52b7" providerId="ADAL" clId="{0D23DAE7-6BF6-465B-A01F-2BDD01E2DC8F}" dt="2026-02-07T03:24:01.504" v="295" actId="113"/>
          <ac:spMkLst>
            <pc:docMk/>
            <pc:sldMk cId="1656693492" sldId="644"/>
            <ac:spMk id="5" creationId="{2EB720E2-7FC8-A399-4A72-0000F547D864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4:24.595" v="305" actId="1076"/>
        <pc:sldMkLst>
          <pc:docMk/>
          <pc:sldMk cId="47162546" sldId="645"/>
        </pc:sldMkLst>
        <pc:spChg chg="mod">
          <ac:chgData name="Teuku Raja Irfan Radarma" userId="cf428174-95ba-4576-8554-3a3b8ffa52b7" providerId="ADAL" clId="{0D23DAE7-6BF6-465B-A01F-2BDD01E2DC8F}" dt="2026-02-07T03:24:21.433" v="304" actId="14100"/>
          <ac:spMkLst>
            <pc:docMk/>
            <pc:sldMk cId="47162546" sldId="645"/>
            <ac:spMk id="2" creationId="{9E20621D-B0F8-3374-C276-6B2F348B6914}"/>
          </ac:spMkLst>
        </pc:spChg>
        <pc:spChg chg="mod">
          <ac:chgData name="Teuku Raja Irfan Radarma" userId="cf428174-95ba-4576-8554-3a3b8ffa52b7" providerId="ADAL" clId="{0D23DAE7-6BF6-465B-A01F-2BDD01E2DC8F}" dt="2026-02-07T03:24:18.580" v="303" actId="27636"/>
          <ac:spMkLst>
            <pc:docMk/>
            <pc:sldMk cId="47162546" sldId="645"/>
            <ac:spMk id="3" creationId="{311DC483-BC0B-7937-5F6A-A14140FE44D4}"/>
          </ac:spMkLst>
        </pc:spChg>
        <pc:spChg chg="mod">
          <ac:chgData name="Teuku Raja Irfan Radarma" userId="cf428174-95ba-4576-8554-3a3b8ffa52b7" providerId="ADAL" clId="{0D23DAE7-6BF6-465B-A01F-2BDD01E2DC8F}" dt="2026-02-07T03:24:24.595" v="305" actId="1076"/>
          <ac:spMkLst>
            <pc:docMk/>
            <pc:sldMk cId="47162546" sldId="645"/>
            <ac:spMk id="5" creationId="{D523D5D2-F493-AD75-DF03-563C1FC7E6CE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15.495" v="309" actId="14100"/>
        <pc:sldMkLst>
          <pc:docMk/>
          <pc:sldMk cId="348817754" sldId="646"/>
        </pc:sldMkLst>
        <pc:spChg chg="mod">
          <ac:chgData name="Teuku Raja Irfan Radarma" userId="cf428174-95ba-4576-8554-3a3b8ffa52b7" providerId="ADAL" clId="{0D23DAE7-6BF6-465B-A01F-2BDD01E2DC8F}" dt="2026-02-07T03:26:15.495" v="309" actId="14100"/>
          <ac:spMkLst>
            <pc:docMk/>
            <pc:sldMk cId="348817754" sldId="646"/>
            <ac:spMk id="2" creationId="{06FF7DE9-E86B-6DAA-D989-BADA471F4A4A}"/>
          </ac:spMkLst>
        </pc:spChg>
        <pc:spChg chg="mod">
          <ac:chgData name="Teuku Raja Irfan Radarma" userId="cf428174-95ba-4576-8554-3a3b8ffa52b7" providerId="ADAL" clId="{0D23DAE7-6BF6-465B-A01F-2BDD01E2DC8F}" dt="2026-02-07T03:26:13.482" v="308" actId="14100"/>
          <ac:spMkLst>
            <pc:docMk/>
            <pc:sldMk cId="348817754" sldId="646"/>
            <ac:spMk id="3" creationId="{99DD44BB-F332-D1E3-B9B1-DA96029656E3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42.608" v="313" actId="27636"/>
        <pc:sldMkLst>
          <pc:docMk/>
          <pc:sldMk cId="3159381329" sldId="647"/>
        </pc:sldMkLst>
        <pc:spChg chg="mod">
          <ac:chgData name="Teuku Raja Irfan Radarma" userId="cf428174-95ba-4576-8554-3a3b8ffa52b7" providerId="ADAL" clId="{0D23DAE7-6BF6-465B-A01F-2BDD01E2DC8F}" dt="2026-02-07T03:26:42.608" v="313" actId="27636"/>
          <ac:spMkLst>
            <pc:docMk/>
            <pc:sldMk cId="3159381329" sldId="647"/>
            <ac:spMk id="2" creationId="{BEA9CEAE-5057-CC60-3818-B4A619B0B8B8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51.153" v="315" actId="27636"/>
        <pc:sldMkLst>
          <pc:docMk/>
          <pc:sldMk cId="3191860541" sldId="648"/>
        </pc:sldMkLst>
        <pc:spChg chg="mod">
          <ac:chgData name="Teuku Raja Irfan Radarma" userId="cf428174-95ba-4576-8554-3a3b8ffa52b7" providerId="ADAL" clId="{0D23DAE7-6BF6-465B-A01F-2BDD01E2DC8F}" dt="2026-02-07T03:26:51.153" v="315" actId="27636"/>
          <ac:spMkLst>
            <pc:docMk/>
            <pc:sldMk cId="3191860541" sldId="648"/>
            <ac:spMk id="2" creationId="{EBA79CE3-1172-39F8-51EC-6ED047459149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56.969" v="317" actId="27636"/>
        <pc:sldMkLst>
          <pc:docMk/>
          <pc:sldMk cId="3912879535" sldId="649"/>
        </pc:sldMkLst>
        <pc:spChg chg="mod">
          <ac:chgData name="Teuku Raja Irfan Radarma" userId="cf428174-95ba-4576-8554-3a3b8ffa52b7" providerId="ADAL" clId="{0D23DAE7-6BF6-465B-A01F-2BDD01E2DC8F}" dt="2026-02-07T03:26:56.969" v="317" actId="27636"/>
          <ac:spMkLst>
            <pc:docMk/>
            <pc:sldMk cId="3912879535" sldId="649"/>
            <ac:spMk id="2" creationId="{673C415F-601F-DB6E-CFF8-744440D5F564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7:01.285" v="319" actId="27636"/>
        <pc:sldMkLst>
          <pc:docMk/>
          <pc:sldMk cId="1423058930" sldId="650"/>
        </pc:sldMkLst>
        <pc:spChg chg="mod">
          <ac:chgData name="Teuku Raja Irfan Radarma" userId="cf428174-95ba-4576-8554-3a3b8ffa52b7" providerId="ADAL" clId="{0D23DAE7-6BF6-465B-A01F-2BDD01E2DC8F}" dt="2026-02-07T03:27:01.285" v="319" actId="27636"/>
          <ac:spMkLst>
            <pc:docMk/>
            <pc:sldMk cId="1423058930" sldId="650"/>
            <ac:spMk id="2" creationId="{B52D6943-E19B-21A8-5750-E0E63D1B1E3C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7:04.481" v="321" actId="27636"/>
        <pc:sldMkLst>
          <pc:docMk/>
          <pc:sldMk cId="1609841259" sldId="651"/>
        </pc:sldMkLst>
        <pc:spChg chg="mod">
          <ac:chgData name="Teuku Raja Irfan Radarma" userId="cf428174-95ba-4576-8554-3a3b8ffa52b7" providerId="ADAL" clId="{0D23DAE7-6BF6-465B-A01F-2BDD01E2DC8F}" dt="2026-02-07T03:27:04.481" v="321" actId="27636"/>
          <ac:spMkLst>
            <pc:docMk/>
            <pc:sldMk cId="1609841259" sldId="651"/>
            <ac:spMk id="2" creationId="{8954A517-6415-BC9E-EEA8-538C180F2A36}"/>
          </ac:spMkLst>
        </pc:spChg>
      </pc:sldChg>
      <pc:sldChg chg="modSp new mod">
        <pc:chgData name="Teuku Raja Irfan Radarma" userId="cf428174-95ba-4576-8554-3a3b8ffa52b7" providerId="ADAL" clId="{0D23DAE7-6BF6-465B-A01F-2BDD01E2DC8F}" dt="2026-02-08T13:05:39.582" v="699" actId="20577"/>
        <pc:sldMkLst>
          <pc:docMk/>
          <pc:sldMk cId="3512377796" sldId="652"/>
        </pc:sldMkLst>
        <pc:spChg chg="mod">
          <ac:chgData name="Teuku Raja Irfan Radarma" userId="cf428174-95ba-4576-8554-3a3b8ffa52b7" providerId="ADAL" clId="{0D23DAE7-6BF6-465B-A01F-2BDD01E2DC8F}" dt="2026-02-07T03:35:13.022" v="459" actId="27636"/>
          <ac:spMkLst>
            <pc:docMk/>
            <pc:sldMk cId="3512377796" sldId="652"/>
            <ac:spMk id="2" creationId="{6F386E08-B0B8-46AA-9F84-C6ECF74081DB}"/>
          </ac:spMkLst>
        </pc:spChg>
        <pc:spChg chg="mod">
          <ac:chgData name="Teuku Raja Irfan Radarma" userId="cf428174-95ba-4576-8554-3a3b8ffa52b7" providerId="ADAL" clId="{0D23DAE7-6BF6-465B-A01F-2BDD01E2DC8F}" dt="2026-02-08T13:05:39.582" v="699" actId="20577"/>
          <ac:spMkLst>
            <pc:docMk/>
            <pc:sldMk cId="3512377796" sldId="652"/>
            <ac:spMk id="3" creationId="{87B6FF91-047A-4585-A5F3-7E576D72E89E}"/>
          </ac:spMkLst>
        </pc:spChg>
      </pc:sldChg>
      <pc:sldChg chg="modSp add mod ord">
        <pc:chgData name="Teuku Raja Irfan Radarma" userId="cf428174-95ba-4576-8554-3a3b8ffa52b7" providerId="ADAL" clId="{0D23DAE7-6BF6-465B-A01F-2BDD01E2DC8F}" dt="2026-02-07T03:39:17.054" v="613" actId="1076"/>
        <pc:sldMkLst>
          <pc:docMk/>
          <pc:sldMk cId="2442765501" sldId="653"/>
        </pc:sldMkLst>
        <pc:spChg chg="mod">
          <ac:chgData name="Teuku Raja Irfan Radarma" userId="cf428174-95ba-4576-8554-3a3b8ffa52b7" providerId="ADAL" clId="{0D23DAE7-6BF6-465B-A01F-2BDD01E2DC8F}" dt="2026-02-07T03:39:13.081" v="612" actId="6549"/>
          <ac:spMkLst>
            <pc:docMk/>
            <pc:sldMk cId="2442765501" sldId="653"/>
            <ac:spMk id="2" creationId="{1B5296E0-3715-9E62-299F-CC256B3BEC49}"/>
          </ac:spMkLst>
        </pc:spChg>
        <pc:spChg chg="mod">
          <ac:chgData name="Teuku Raja Irfan Radarma" userId="cf428174-95ba-4576-8554-3a3b8ffa52b7" providerId="ADAL" clId="{0D23DAE7-6BF6-465B-A01F-2BDD01E2DC8F}" dt="2026-02-07T03:39:17.054" v="613" actId="1076"/>
          <ac:spMkLst>
            <pc:docMk/>
            <pc:sldMk cId="2442765501" sldId="653"/>
            <ac:spMk id="3" creationId="{A096F501-400E-88A5-F85E-3E2FB217BFA0}"/>
          </ac:spMkLst>
        </pc:spChg>
      </pc:sldChg>
      <pc:sldChg chg="addSp delSp modSp new mod">
        <pc:chgData name="Teuku Raja Irfan Radarma" userId="cf428174-95ba-4576-8554-3a3b8ffa52b7" providerId="ADAL" clId="{0D23DAE7-6BF6-465B-A01F-2BDD01E2DC8F}" dt="2026-02-07T04:11:06.963" v="657" actId="20577"/>
        <pc:sldMkLst>
          <pc:docMk/>
          <pc:sldMk cId="3560834044" sldId="654"/>
        </pc:sldMkLst>
        <pc:spChg chg="mod">
          <ac:chgData name="Teuku Raja Irfan Radarma" userId="cf428174-95ba-4576-8554-3a3b8ffa52b7" providerId="ADAL" clId="{0D23DAE7-6BF6-465B-A01F-2BDD01E2DC8F}" dt="2026-02-07T04:11:06.963" v="657" actId="20577"/>
          <ac:spMkLst>
            <pc:docMk/>
            <pc:sldMk cId="3560834044" sldId="654"/>
            <ac:spMk id="2" creationId="{9816E9C4-C1AF-48E0-A095-8A0C45EC7BA6}"/>
          </ac:spMkLst>
        </pc:spChg>
        <pc:picChg chg="add mod ord">
          <ac:chgData name="Teuku Raja Irfan Radarma" userId="cf428174-95ba-4576-8554-3a3b8ffa52b7" providerId="ADAL" clId="{0D23DAE7-6BF6-465B-A01F-2BDD01E2DC8F}" dt="2026-02-07T04:05:01.613" v="633" actId="22"/>
          <ac:picMkLst>
            <pc:docMk/>
            <pc:sldMk cId="3560834044" sldId="654"/>
            <ac:picMk id="6" creationId="{134E4944-8B2A-4F67-8DD9-FA69C190653F}"/>
          </ac:picMkLst>
        </pc:picChg>
      </pc:sldChg>
      <pc:sldChg chg="modSp new mod">
        <pc:chgData name="Teuku Raja Irfan Radarma" userId="cf428174-95ba-4576-8554-3a3b8ffa52b7" providerId="ADAL" clId="{0D23DAE7-6BF6-465B-A01F-2BDD01E2DC8F}" dt="2026-02-09T23:20:45.032" v="2776" actId="20577"/>
        <pc:sldMkLst>
          <pc:docMk/>
          <pc:sldMk cId="2072892249" sldId="655"/>
        </pc:sldMkLst>
        <pc:spChg chg="mod">
          <ac:chgData name="Teuku Raja Irfan Radarma" userId="cf428174-95ba-4576-8554-3a3b8ffa52b7" providerId="ADAL" clId="{0D23DAE7-6BF6-465B-A01F-2BDD01E2DC8F}" dt="2026-02-09T23:20:45.032" v="2776" actId="20577"/>
          <ac:spMkLst>
            <pc:docMk/>
            <pc:sldMk cId="2072892249" sldId="655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09T14:45:35.445" v="2724" actId="20577"/>
          <ac:spMkLst>
            <pc:docMk/>
            <pc:sldMk cId="2072892249" sldId="655"/>
            <ac:spMk id="4" creationId="{3A4700CE-3193-4AC8-BB14-1CB09296A469}"/>
          </ac:spMkLst>
        </pc:spChg>
      </pc:sldChg>
      <pc:sldChg chg="addSp modSp new mod ord">
        <pc:chgData name="Teuku Raja Irfan Radarma" userId="cf428174-95ba-4576-8554-3a3b8ffa52b7" providerId="ADAL" clId="{0D23DAE7-6BF6-465B-A01F-2BDD01E2DC8F}" dt="2026-02-10T11:15:33.343" v="3179" actId="1076"/>
        <pc:sldMkLst>
          <pc:docMk/>
          <pc:sldMk cId="3364433924" sldId="656"/>
        </pc:sldMkLst>
        <pc:spChg chg="mod">
          <ac:chgData name="Teuku Raja Irfan Radarma" userId="cf428174-95ba-4576-8554-3a3b8ffa52b7" providerId="ADAL" clId="{0D23DAE7-6BF6-465B-A01F-2BDD01E2DC8F}" dt="2026-02-09T13:50:35.530" v="2547" actId="20577"/>
          <ac:spMkLst>
            <pc:docMk/>
            <pc:sldMk cId="3364433924" sldId="656"/>
            <ac:spMk id="2" creationId="{CCD655A6-8D58-43CF-8659-B238BB2E8F40}"/>
          </ac:spMkLst>
        </pc:spChg>
        <pc:spChg chg="mod">
          <ac:chgData name="Teuku Raja Irfan Radarma" userId="cf428174-95ba-4576-8554-3a3b8ffa52b7" providerId="ADAL" clId="{0D23DAE7-6BF6-465B-A01F-2BDD01E2DC8F}" dt="2026-02-09T23:32:27.106" v="3138" actId="27636"/>
          <ac:spMkLst>
            <pc:docMk/>
            <pc:sldMk cId="3364433924" sldId="656"/>
            <ac:spMk id="4" creationId="{EFF2E1A6-8621-4A2B-BF5A-C72317807BFE}"/>
          </ac:spMkLst>
        </pc:spChg>
        <pc:spChg chg="add mod">
          <ac:chgData name="Teuku Raja Irfan Radarma" userId="cf428174-95ba-4576-8554-3a3b8ffa52b7" providerId="ADAL" clId="{0D23DAE7-6BF6-465B-A01F-2BDD01E2DC8F}" dt="2026-02-10T11:15:33.343" v="3179" actId="1076"/>
          <ac:spMkLst>
            <pc:docMk/>
            <pc:sldMk cId="3364433924" sldId="656"/>
            <ac:spMk id="5" creationId="{542945EF-843B-493A-B833-5ACA8D7B7466}"/>
          </ac:spMkLst>
        </pc:spChg>
      </pc:sldChg>
      <pc:sldChg chg="modSp new mod ord">
        <pc:chgData name="Teuku Raja Irfan Radarma" userId="cf428174-95ba-4576-8554-3a3b8ffa52b7" providerId="ADAL" clId="{0D23DAE7-6BF6-465B-A01F-2BDD01E2DC8F}" dt="2026-02-09T13:52:05.346" v="2557" actId="207"/>
        <pc:sldMkLst>
          <pc:docMk/>
          <pc:sldMk cId="666818229" sldId="657"/>
        </pc:sldMkLst>
        <pc:spChg chg="mod">
          <ac:chgData name="Teuku Raja Irfan Radarma" userId="cf428174-95ba-4576-8554-3a3b8ffa52b7" providerId="ADAL" clId="{0D23DAE7-6BF6-465B-A01F-2BDD01E2DC8F}" dt="2026-02-09T13:50:41.610" v="2552" actId="20577"/>
          <ac:spMkLst>
            <pc:docMk/>
            <pc:sldMk cId="666818229" sldId="657"/>
            <ac:spMk id="2" creationId="{FA10CEB5-574B-4F10-9B3E-07ADA403C05D}"/>
          </ac:spMkLst>
        </pc:spChg>
        <pc:spChg chg="mod">
          <ac:chgData name="Teuku Raja Irfan Radarma" userId="cf428174-95ba-4576-8554-3a3b8ffa52b7" providerId="ADAL" clId="{0D23DAE7-6BF6-465B-A01F-2BDD01E2DC8F}" dt="2026-02-09T13:52:05.346" v="2557" actId="207"/>
          <ac:spMkLst>
            <pc:docMk/>
            <pc:sldMk cId="666818229" sldId="657"/>
            <ac:spMk id="4" creationId="{573659A7-1F32-4036-8015-0DB21147AE1F}"/>
          </ac:spMkLst>
        </pc:spChg>
      </pc:sldChg>
      <pc:sldChg chg="modSp new mod ord">
        <pc:chgData name="Teuku Raja Irfan Radarma" userId="cf428174-95ba-4576-8554-3a3b8ffa52b7" providerId="ADAL" clId="{0D23DAE7-6BF6-465B-A01F-2BDD01E2DC8F}" dt="2026-02-09T13:50:10.973" v="2525" actId="5793"/>
        <pc:sldMkLst>
          <pc:docMk/>
          <pc:sldMk cId="576909078" sldId="658"/>
        </pc:sldMkLst>
        <pc:spChg chg="mod">
          <ac:chgData name="Teuku Raja Irfan Radarma" userId="cf428174-95ba-4576-8554-3a3b8ffa52b7" providerId="ADAL" clId="{0D23DAE7-6BF6-465B-A01F-2BDD01E2DC8F}" dt="2026-02-09T13:49:59.483" v="2491" actId="20577"/>
          <ac:spMkLst>
            <pc:docMk/>
            <pc:sldMk cId="576909078" sldId="658"/>
            <ac:spMk id="2" creationId="{54259628-297D-4004-9C38-1A3150EF7E99}"/>
          </ac:spMkLst>
        </pc:spChg>
        <pc:spChg chg="mod">
          <ac:chgData name="Teuku Raja Irfan Radarma" userId="cf428174-95ba-4576-8554-3a3b8ffa52b7" providerId="ADAL" clId="{0D23DAE7-6BF6-465B-A01F-2BDD01E2DC8F}" dt="2026-02-09T13:50:10.973" v="2525" actId="5793"/>
          <ac:spMkLst>
            <pc:docMk/>
            <pc:sldMk cId="576909078" sldId="658"/>
            <ac:spMk id="4" creationId="{E23EAED5-6F98-4417-AA23-994822C201F8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10T08:33:10.437" v="3169" actId="20577"/>
        <pc:sldMkLst>
          <pc:docMk/>
          <pc:sldMk cId="3823053110" sldId="659"/>
        </pc:sldMkLst>
        <pc:spChg chg="mod">
          <ac:chgData name="Teuku Raja Irfan Radarma" userId="cf428174-95ba-4576-8554-3a3b8ffa52b7" providerId="ADAL" clId="{0D23DAE7-6BF6-465B-A01F-2BDD01E2DC8F}" dt="2026-02-09T23:21:08.153" v="2806" actId="14100"/>
          <ac:spMkLst>
            <pc:docMk/>
            <pc:sldMk cId="3823053110" sldId="659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10T08:33:10.437" v="3169" actId="20577"/>
          <ac:spMkLst>
            <pc:docMk/>
            <pc:sldMk cId="3823053110" sldId="659"/>
            <ac:spMk id="4" creationId="{3A4700CE-3193-4AC8-BB14-1CB09296A469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9T23:23:12.735" v="2954" actId="20577"/>
        <pc:sldMkLst>
          <pc:docMk/>
          <pc:sldMk cId="1746743047" sldId="660"/>
        </pc:sldMkLst>
        <pc:spChg chg="mod">
          <ac:chgData name="Teuku Raja Irfan Radarma" userId="cf428174-95ba-4576-8554-3a3b8ffa52b7" providerId="ADAL" clId="{0D23DAE7-6BF6-465B-A01F-2BDD01E2DC8F}" dt="2026-02-09T23:22:36.932" v="2845" actId="20577"/>
          <ac:spMkLst>
            <pc:docMk/>
            <pc:sldMk cId="1746743047" sldId="660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09T23:23:12.735" v="2954" actId="20577"/>
          <ac:spMkLst>
            <pc:docMk/>
            <pc:sldMk cId="1746743047" sldId="660"/>
            <ac:spMk id="4" creationId="{3A4700CE-3193-4AC8-BB14-1CB09296A469}"/>
          </ac:spMkLst>
        </pc:spChg>
      </pc:sldChg>
      <pc:sldMasterChg chg="modSldLayout">
        <pc:chgData name="Teuku Raja Irfan Radarma" userId="cf428174-95ba-4576-8554-3a3b8ffa52b7" providerId="ADAL" clId="{0D23DAE7-6BF6-465B-A01F-2BDD01E2DC8F}" dt="2026-02-07T03:26:28.071" v="311" actId="14100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0D23DAE7-6BF6-465B-A01F-2BDD01E2DC8F}" dt="2026-02-07T03:26:28.071" v="311" actId="14100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0D23DAE7-6BF6-465B-A01F-2BDD01E2DC8F}" dt="2026-02-07T03:26:26.083" v="310" actId="14100"/>
            <ac:spMkLst>
              <pc:docMk/>
              <pc:sldMasterMk cId="856379123" sldId="2147483648"/>
              <pc:sldLayoutMk cId="4051033477" sldId="2147483650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0D23DAE7-6BF6-465B-A01F-2BDD01E2DC8F}" dt="2026-02-07T03:26:28.071" v="311" actId="14100"/>
            <ac:spMkLst>
              <pc:docMk/>
              <pc:sldMasterMk cId="856379123" sldId="2147483648"/>
              <pc:sldLayoutMk cId="4051033477" sldId="2147483650"/>
              <ac:spMk id="3" creationId="{16CA9344-337A-6909-2D92-1C9349DCCECD}"/>
            </ac:spMkLst>
          </pc:spChg>
        </pc:sldLayoutChg>
      </pc:sldMasterChg>
    </pc:docChg>
  </pc:docChgLst>
  <pc:docChgLst>
    <pc:chgData name="Teuku Raja Irfan Radarma" userId="cf428174-95ba-4576-8554-3a3b8ffa52b7" providerId="ADAL" clId="{540AFE3B-2117-4D9E-8C33-E9480CF25E91}"/>
    <pc:docChg chg="undo custSel addSld delSld modSld sldOrd">
      <pc:chgData name="Teuku Raja Irfan Radarma" userId="cf428174-95ba-4576-8554-3a3b8ffa52b7" providerId="ADAL" clId="{540AFE3B-2117-4D9E-8C33-E9480CF25E91}" dt="2026-03-08T05:13:35.193" v="354" actId="14100"/>
      <pc:docMkLst>
        <pc:docMk/>
      </pc:docMkLst>
      <pc:sldChg chg="modSp mod">
        <pc:chgData name="Teuku Raja Irfan Radarma" userId="cf428174-95ba-4576-8554-3a3b8ffa52b7" providerId="ADAL" clId="{540AFE3B-2117-4D9E-8C33-E9480CF25E91}" dt="2026-03-08T05:06:42.506" v="5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540AFE3B-2117-4D9E-8C33-E9480CF25E91}" dt="2026-03-08T05:06:42.506" v="5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540AFE3B-2117-4D9E-8C33-E9480CF25E91}" dt="2026-03-08T05:06:35.190" v="2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540AFE3B-2117-4D9E-8C33-E9480CF25E91}" dt="2026-03-08T05:06:35.190" v="2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540AFE3B-2117-4D9E-8C33-E9480CF25E91}" dt="2026-03-08T05:09:37.902" v="145" actId="6549"/>
        <pc:sldMkLst>
          <pc:docMk/>
          <pc:sldMk cId="3835074240" sldId="263"/>
        </pc:sldMkLst>
        <pc:spChg chg="mod">
          <ac:chgData name="Teuku Raja Irfan Radarma" userId="cf428174-95ba-4576-8554-3a3b8ffa52b7" providerId="ADAL" clId="{540AFE3B-2117-4D9E-8C33-E9480CF25E91}" dt="2026-03-08T05:09:37.902" v="145" actId="6549"/>
          <ac:spMkLst>
            <pc:docMk/>
            <pc:sldMk cId="3835074240" sldId="263"/>
            <ac:spMk id="2" creationId="{2079CBE2-7ADF-23F1-83BE-26DF183A5B12}"/>
          </ac:spMkLst>
        </pc:spChg>
      </pc:sldChg>
      <pc:sldChg chg="del">
        <pc:chgData name="Teuku Raja Irfan Radarma" userId="cf428174-95ba-4576-8554-3a3b8ffa52b7" providerId="ADAL" clId="{540AFE3B-2117-4D9E-8C33-E9480CF25E91}" dt="2026-03-08T05:07:46.552" v="114" actId="47"/>
        <pc:sldMkLst>
          <pc:docMk/>
          <pc:sldMk cId="3543487194" sldId="327"/>
        </pc:sldMkLst>
      </pc:sldChg>
      <pc:sldChg chg="modSp mod">
        <pc:chgData name="Teuku Raja Irfan Radarma" userId="cf428174-95ba-4576-8554-3a3b8ffa52b7" providerId="ADAL" clId="{540AFE3B-2117-4D9E-8C33-E9480CF25E91}" dt="2026-03-08T05:11:24.010" v="223" actId="20577"/>
        <pc:sldMkLst>
          <pc:docMk/>
          <pc:sldMk cId="1318110064" sldId="354"/>
        </pc:sldMkLst>
        <pc:spChg chg="mod">
          <ac:chgData name="Teuku Raja Irfan Radarma" userId="cf428174-95ba-4576-8554-3a3b8ffa52b7" providerId="ADAL" clId="{540AFE3B-2117-4D9E-8C33-E9480CF25E91}" dt="2026-03-08T05:11:24.010" v="223" actId="20577"/>
          <ac:spMkLst>
            <pc:docMk/>
            <pc:sldMk cId="1318110064" sldId="354"/>
            <ac:spMk id="2" creationId="{274A785C-0877-4017-A9DC-6C8864073E3E}"/>
          </ac:spMkLst>
        </pc:spChg>
      </pc:sldChg>
      <pc:sldChg chg="addSp delSp mod">
        <pc:chgData name="Teuku Raja Irfan Radarma" userId="cf428174-95ba-4576-8554-3a3b8ffa52b7" providerId="ADAL" clId="{540AFE3B-2117-4D9E-8C33-E9480CF25E91}" dt="2026-03-08T05:09:44.921" v="147" actId="22"/>
        <pc:sldMkLst>
          <pc:docMk/>
          <pc:sldMk cId="330924077" sldId="359"/>
        </pc:sldMkLst>
        <pc:spChg chg="add del">
          <ac:chgData name="Teuku Raja Irfan Radarma" userId="cf428174-95ba-4576-8554-3a3b8ffa52b7" providerId="ADAL" clId="{540AFE3B-2117-4D9E-8C33-E9480CF25E91}" dt="2026-03-08T05:09:44.921" v="147" actId="22"/>
          <ac:spMkLst>
            <pc:docMk/>
            <pc:sldMk cId="330924077" sldId="359"/>
            <ac:spMk id="9" creationId="{FD7C23B0-F5E7-4BCD-8F20-32ECA6D56478}"/>
          </ac:spMkLst>
        </pc:spChg>
      </pc:sldChg>
      <pc:sldChg chg="del">
        <pc:chgData name="Teuku Raja Irfan Radarma" userId="cf428174-95ba-4576-8554-3a3b8ffa52b7" providerId="ADAL" clId="{540AFE3B-2117-4D9E-8C33-E9480CF25E91}" dt="2026-03-08T05:07:46.552" v="114" actId="47"/>
        <pc:sldMkLst>
          <pc:docMk/>
          <pc:sldMk cId="1793119782" sldId="641"/>
        </pc:sldMkLst>
      </pc:sldChg>
      <pc:sldChg chg="del">
        <pc:chgData name="Teuku Raja Irfan Radarma" userId="cf428174-95ba-4576-8554-3a3b8ffa52b7" providerId="ADAL" clId="{540AFE3B-2117-4D9E-8C33-E9480CF25E91}" dt="2026-03-08T05:07:49.427" v="115" actId="47"/>
        <pc:sldMkLst>
          <pc:docMk/>
          <pc:sldMk cId="575144279" sldId="644"/>
        </pc:sldMkLst>
      </pc:sldChg>
      <pc:sldChg chg="del">
        <pc:chgData name="Teuku Raja Irfan Radarma" userId="cf428174-95ba-4576-8554-3a3b8ffa52b7" providerId="ADAL" clId="{540AFE3B-2117-4D9E-8C33-E9480CF25E91}" dt="2026-03-08T05:07:49.427" v="115" actId="47"/>
        <pc:sldMkLst>
          <pc:docMk/>
          <pc:sldMk cId="1317602562" sldId="645"/>
        </pc:sldMkLst>
      </pc:sldChg>
      <pc:sldChg chg="modSp mod">
        <pc:chgData name="Teuku Raja Irfan Radarma" userId="cf428174-95ba-4576-8554-3a3b8ffa52b7" providerId="ADAL" clId="{540AFE3B-2117-4D9E-8C33-E9480CF25E91}" dt="2026-03-08T05:07:56.416" v="128" actId="20577"/>
        <pc:sldMkLst>
          <pc:docMk/>
          <pc:sldMk cId="2304873188" sldId="646"/>
        </pc:sldMkLst>
        <pc:spChg chg="mod">
          <ac:chgData name="Teuku Raja Irfan Radarma" userId="cf428174-95ba-4576-8554-3a3b8ffa52b7" providerId="ADAL" clId="{540AFE3B-2117-4D9E-8C33-E9480CF25E91}" dt="2026-03-08T05:07:56.416" v="128" actId="20577"/>
          <ac:spMkLst>
            <pc:docMk/>
            <pc:sldMk cId="2304873188" sldId="646"/>
            <ac:spMk id="2" creationId="{34BDE0C4-4FBA-493E-B083-8791FB60B6C7}"/>
          </ac:spMkLst>
        </pc:spChg>
      </pc:sldChg>
      <pc:sldChg chg="add del ord">
        <pc:chgData name="Teuku Raja Irfan Radarma" userId="cf428174-95ba-4576-8554-3a3b8ffa52b7" providerId="ADAL" clId="{540AFE3B-2117-4D9E-8C33-E9480CF25E91}" dt="2026-03-08T05:11:33.613" v="224" actId="47"/>
        <pc:sldMkLst>
          <pc:docMk/>
          <pc:sldMk cId="1728558790" sldId="647"/>
        </pc:sldMkLst>
      </pc:sldChg>
      <pc:sldChg chg="modSp add del mod ord">
        <pc:chgData name="Teuku Raja Irfan Radarma" userId="cf428174-95ba-4576-8554-3a3b8ffa52b7" providerId="ADAL" clId="{540AFE3B-2117-4D9E-8C33-E9480CF25E91}" dt="2026-03-08T05:10:49" v="200" actId="47"/>
        <pc:sldMkLst>
          <pc:docMk/>
          <pc:sldMk cId="948021168" sldId="648"/>
        </pc:sldMkLst>
        <pc:spChg chg="mod">
          <ac:chgData name="Teuku Raja Irfan Radarma" userId="cf428174-95ba-4576-8554-3a3b8ffa52b7" providerId="ADAL" clId="{540AFE3B-2117-4D9E-8C33-E9480CF25E91}" dt="2026-03-08T05:10:26.119" v="193" actId="20577"/>
          <ac:spMkLst>
            <pc:docMk/>
            <pc:sldMk cId="948021168" sldId="648"/>
            <ac:spMk id="5" creationId="{67012778-5E96-49A1-9776-8DC2B33F5A32}"/>
          </ac:spMkLst>
        </pc:spChg>
        <pc:spChg chg="mod">
          <ac:chgData name="Teuku Raja Irfan Radarma" userId="cf428174-95ba-4576-8554-3a3b8ffa52b7" providerId="ADAL" clId="{540AFE3B-2117-4D9E-8C33-E9480CF25E91}" dt="2026-03-08T05:10:29.449" v="197" actId="20577"/>
          <ac:spMkLst>
            <pc:docMk/>
            <pc:sldMk cId="948021168" sldId="648"/>
            <ac:spMk id="6" creationId="{C9B2050B-817B-45F2-BBCA-5137B317A097}"/>
          </ac:spMkLst>
        </pc:spChg>
      </pc:sldChg>
      <pc:sldChg chg="modSp add mod">
        <pc:chgData name="Teuku Raja Irfan Radarma" userId="cf428174-95ba-4576-8554-3a3b8ffa52b7" providerId="ADAL" clId="{540AFE3B-2117-4D9E-8C33-E9480CF25E91}" dt="2026-03-08T05:11:20.438" v="213" actId="20577"/>
        <pc:sldMkLst>
          <pc:docMk/>
          <pc:sldMk cId="1041055204" sldId="648"/>
        </pc:sldMkLst>
        <pc:spChg chg="mod">
          <ac:chgData name="Teuku Raja Irfan Radarma" userId="cf428174-95ba-4576-8554-3a3b8ffa52b7" providerId="ADAL" clId="{540AFE3B-2117-4D9E-8C33-E9480CF25E91}" dt="2026-03-08T05:11:20.438" v="213" actId="20577"/>
          <ac:spMkLst>
            <pc:docMk/>
            <pc:sldMk cId="1041055204" sldId="648"/>
            <ac:spMk id="2" creationId="{274A785C-0877-4017-A9DC-6C8864073E3E}"/>
          </ac:spMkLst>
        </pc:spChg>
        <pc:spChg chg="mod">
          <ac:chgData name="Teuku Raja Irfan Radarma" userId="cf428174-95ba-4576-8554-3a3b8ffa52b7" providerId="ADAL" clId="{540AFE3B-2117-4D9E-8C33-E9480CF25E91}" dt="2026-03-08T05:11:16.946" v="203" actId="20577"/>
          <ac:spMkLst>
            <pc:docMk/>
            <pc:sldMk cId="1041055204" sldId="648"/>
            <ac:spMk id="3" creationId="{B7977740-18E8-47D8-9845-C83E6ABF9F11}"/>
          </ac:spMkLst>
        </pc:spChg>
      </pc:sldChg>
      <pc:sldChg chg="add del">
        <pc:chgData name="Teuku Raja Irfan Radarma" userId="cf428174-95ba-4576-8554-3a3b8ffa52b7" providerId="ADAL" clId="{540AFE3B-2117-4D9E-8C33-E9480CF25E91}" dt="2026-03-08T05:10:02.186" v="150" actId="2890"/>
        <pc:sldMkLst>
          <pc:docMk/>
          <pc:sldMk cId="3963255431" sldId="648"/>
        </pc:sldMkLst>
      </pc:sldChg>
      <pc:sldChg chg="modSp add mod ord">
        <pc:chgData name="Teuku Raja Irfan Radarma" userId="cf428174-95ba-4576-8554-3a3b8ffa52b7" providerId="ADAL" clId="{540AFE3B-2117-4D9E-8C33-E9480CF25E91}" dt="2026-03-08T05:12:30.269" v="278" actId="20577"/>
        <pc:sldMkLst>
          <pc:docMk/>
          <pc:sldMk cId="2473983102" sldId="649"/>
        </pc:sldMkLst>
        <pc:spChg chg="mod">
          <ac:chgData name="Teuku Raja Irfan Radarma" userId="cf428174-95ba-4576-8554-3a3b8ffa52b7" providerId="ADAL" clId="{540AFE3B-2117-4D9E-8C33-E9480CF25E91}" dt="2026-03-08T05:12:30.269" v="278" actId="20577"/>
          <ac:spMkLst>
            <pc:docMk/>
            <pc:sldMk cId="2473983102" sldId="649"/>
            <ac:spMk id="2" creationId="{34BDE0C4-4FBA-493E-B083-8791FB60B6C7}"/>
          </ac:spMkLst>
        </pc:spChg>
      </pc:sldChg>
      <pc:sldChg chg="delSp modSp add mod">
        <pc:chgData name="Teuku Raja Irfan Radarma" userId="cf428174-95ba-4576-8554-3a3b8ffa52b7" providerId="ADAL" clId="{540AFE3B-2117-4D9E-8C33-E9480CF25E91}" dt="2026-03-08T05:13:35.193" v="354" actId="14100"/>
        <pc:sldMkLst>
          <pc:docMk/>
          <pc:sldMk cId="4076748425" sldId="650"/>
        </pc:sldMkLst>
        <pc:spChg chg="mod">
          <ac:chgData name="Teuku Raja Irfan Radarma" userId="cf428174-95ba-4576-8554-3a3b8ffa52b7" providerId="ADAL" clId="{540AFE3B-2117-4D9E-8C33-E9480CF25E91}" dt="2026-03-08T05:13:18.751" v="309" actId="20577"/>
          <ac:spMkLst>
            <pc:docMk/>
            <pc:sldMk cId="4076748425" sldId="650"/>
            <ac:spMk id="2" creationId="{466EF937-23F8-4304-AE45-2D7AD1B6CA92}"/>
          </ac:spMkLst>
        </pc:spChg>
        <pc:spChg chg="mod">
          <ac:chgData name="Teuku Raja Irfan Radarma" userId="cf428174-95ba-4576-8554-3a3b8ffa52b7" providerId="ADAL" clId="{540AFE3B-2117-4D9E-8C33-E9480CF25E91}" dt="2026-03-08T05:13:35.193" v="354" actId="14100"/>
          <ac:spMkLst>
            <pc:docMk/>
            <pc:sldMk cId="4076748425" sldId="650"/>
            <ac:spMk id="4" creationId="{BEBE1C5A-F890-4EFC-B831-D04C39EF1AC0}"/>
          </ac:spMkLst>
        </pc:spChg>
        <pc:spChg chg="del">
          <ac:chgData name="Teuku Raja Irfan Radarma" userId="cf428174-95ba-4576-8554-3a3b8ffa52b7" providerId="ADAL" clId="{540AFE3B-2117-4D9E-8C33-E9480CF25E91}" dt="2026-03-08T05:13:08.216" v="281" actId="478"/>
          <ac:spMkLst>
            <pc:docMk/>
            <pc:sldMk cId="4076748425" sldId="650"/>
            <ac:spMk id="8" creationId="{D00ECADA-9FF5-48FE-AB0C-3A0264A1AA5C}"/>
          </ac:spMkLst>
        </pc:spChg>
        <pc:picChg chg="del">
          <ac:chgData name="Teuku Raja Irfan Radarma" userId="cf428174-95ba-4576-8554-3a3b8ffa52b7" providerId="ADAL" clId="{540AFE3B-2117-4D9E-8C33-E9480CF25E91}" dt="2026-03-08T05:13:06.384" v="280" actId="478"/>
          <ac:picMkLst>
            <pc:docMk/>
            <pc:sldMk cId="4076748425" sldId="650"/>
            <ac:picMk id="5" creationId="{DF2EB447-4DE2-4974-8A76-C04203E46DD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b="1" dirty="0" err="1"/>
              <a:t>Terdapat</a:t>
            </a:r>
            <a:r>
              <a:rPr lang="en-ID" b="1" dirty="0"/>
              <a:t> </a:t>
            </a:r>
            <a:r>
              <a:rPr lang="en-ID" b="1" dirty="0" err="1"/>
              <a:t>bukti</a:t>
            </a:r>
            <a:r>
              <a:rPr lang="en-ID" b="1" dirty="0"/>
              <a:t> </a:t>
            </a:r>
            <a:r>
              <a:rPr lang="en-ID" b="1" dirty="0" err="1"/>
              <a:t>kuat</a:t>
            </a:r>
            <a:r>
              <a:rPr lang="en-ID" b="1" dirty="0"/>
              <a:t> </a:t>
            </a:r>
            <a:r>
              <a:rPr lang="en-ID" b="1" dirty="0" err="1"/>
              <a:t>adanya</a:t>
            </a:r>
            <a:r>
              <a:rPr lang="en-ID" b="1" dirty="0"/>
              <a:t> </a:t>
            </a:r>
            <a:r>
              <a:rPr lang="en-ID" b="1" dirty="0" err="1"/>
              <a:t>kesepakatan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Artinya</a:t>
            </a:r>
            <a:r>
              <a:rPr lang="en-ID" dirty="0"/>
              <a:t>, </a:t>
            </a:r>
            <a:r>
              <a:rPr lang="en-ID" dirty="0" err="1"/>
              <a:t>ada</a:t>
            </a:r>
            <a:r>
              <a:rPr lang="en-ID" dirty="0"/>
              <a:t> </a:t>
            </a:r>
            <a:r>
              <a:rPr lang="en-ID" dirty="0" err="1"/>
              <a:t>dokumen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kontrak</a:t>
            </a:r>
            <a:r>
              <a:rPr lang="en-ID" dirty="0"/>
              <a:t> yang </a:t>
            </a:r>
            <a:r>
              <a:rPr lang="en-ID" dirty="0" err="1"/>
              <a:t>menunjukkan</a:t>
            </a:r>
            <a:r>
              <a:rPr lang="en-ID" dirty="0"/>
              <a:t> </a:t>
            </a:r>
            <a:r>
              <a:rPr lang="en-ID" dirty="0" err="1"/>
              <a:t>bahwa</a:t>
            </a:r>
            <a:r>
              <a:rPr lang="en-ID" dirty="0"/>
              <a:t> </a:t>
            </a:r>
            <a:r>
              <a:rPr lang="en-ID" dirty="0" err="1"/>
              <a:t>kesepakatan</a:t>
            </a:r>
            <a:r>
              <a:rPr lang="en-ID" dirty="0"/>
              <a:t>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penjual</a:t>
            </a:r>
            <a:r>
              <a:rPr lang="en-ID" dirty="0"/>
              <a:t> dan </a:t>
            </a:r>
            <a:r>
              <a:rPr lang="en-ID" dirty="0" err="1"/>
              <a:t>pembeli</a:t>
            </a:r>
            <a:r>
              <a:rPr lang="en-ID" dirty="0"/>
              <a:t> </a:t>
            </a:r>
            <a:r>
              <a:rPr lang="en-ID" dirty="0" err="1"/>
              <a:t>benar-benar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.</a:t>
            </a:r>
          </a:p>
          <a:p>
            <a:r>
              <a:rPr lang="en-ID" b="1" dirty="0" err="1"/>
              <a:t>Pengiriman</a:t>
            </a:r>
            <a:r>
              <a:rPr lang="en-ID" b="1" dirty="0"/>
              <a:t> </a:t>
            </a:r>
            <a:r>
              <a:rPr lang="en-ID" b="1" dirty="0" err="1"/>
              <a:t>telah</a:t>
            </a:r>
            <a:r>
              <a:rPr lang="en-ID" b="1" dirty="0"/>
              <a:t> </a:t>
            </a:r>
            <a:r>
              <a:rPr lang="en-ID" b="1" dirty="0" err="1"/>
              <a:t>dilakukan</a:t>
            </a:r>
            <a:r>
              <a:rPr lang="en-ID" b="1" dirty="0"/>
              <a:t>, </a:t>
            </a:r>
            <a:r>
              <a:rPr lang="en-ID" b="1" dirty="0" err="1"/>
              <a:t>atau</a:t>
            </a:r>
            <a:r>
              <a:rPr lang="en-ID" b="1" dirty="0"/>
              <a:t> </a:t>
            </a:r>
            <a:r>
              <a:rPr lang="en-ID" b="1" dirty="0" err="1"/>
              <a:t>layanan</a:t>
            </a:r>
            <a:r>
              <a:rPr lang="en-ID" b="1" dirty="0"/>
              <a:t> </a:t>
            </a:r>
            <a:r>
              <a:rPr lang="en-ID" b="1" dirty="0" err="1"/>
              <a:t>telah</a:t>
            </a:r>
            <a:r>
              <a:rPr lang="en-ID" b="1" dirty="0"/>
              <a:t> </a:t>
            </a:r>
            <a:r>
              <a:rPr lang="en-ID" b="1" dirty="0" err="1"/>
              <a:t>diberikan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Artinya</a:t>
            </a:r>
            <a:r>
              <a:rPr lang="en-ID" dirty="0"/>
              <a:t>, </a:t>
            </a:r>
            <a:r>
              <a:rPr lang="en-ID" dirty="0" err="1"/>
              <a:t>barang</a:t>
            </a:r>
            <a:r>
              <a:rPr lang="en-ID" dirty="0"/>
              <a:t>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dikirim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layanan</a:t>
            </a:r>
            <a:r>
              <a:rPr lang="en-ID" dirty="0"/>
              <a:t>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diberikan</a:t>
            </a:r>
            <a:r>
              <a:rPr lang="en-ID" dirty="0"/>
              <a:t> </a:t>
            </a:r>
            <a:r>
              <a:rPr lang="en-ID" dirty="0" err="1"/>
              <a:t>kepada</a:t>
            </a:r>
            <a:r>
              <a:rPr lang="en-ID" dirty="0"/>
              <a:t> </a:t>
            </a:r>
            <a:r>
              <a:rPr lang="en-ID" dirty="0" err="1"/>
              <a:t>pembeli</a:t>
            </a:r>
            <a:r>
              <a:rPr lang="en-ID" dirty="0"/>
              <a:t>.</a:t>
            </a:r>
          </a:p>
          <a:p>
            <a:r>
              <a:rPr lang="en-ID" b="1" dirty="0"/>
              <a:t>Harga </a:t>
            </a:r>
            <a:r>
              <a:rPr lang="en-ID" b="1" dirty="0" err="1"/>
              <a:t>penjual</a:t>
            </a:r>
            <a:r>
              <a:rPr lang="en-ID" b="1" dirty="0"/>
              <a:t> </a:t>
            </a:r>
            <a:r>
              <a:rPr lang="en-ID" b="1" dirty="0" err="1"/>
              <a:t>kepada</a:t>
            </a:r>
            <a:r>
              <a:rPr lang="en-ID" b="1" dirty="0"/>
              <a:t> </a:t>
            </a:r>
            <a:r>
              <a:rPr lang="en-ID" b="1" dirty="0" err="1"/>
              <a:t>pembeli</a:t>
            </a:r>
            <a:r>
              <a:rPr lang="en-ID" b="1" dirty="0"/>
              <a:t> </a:t>
            </a:r>
            <a:r>
              <a:rPr lang="en-ID" b="1" dirty="0" err="1"/>
              <a:t>bersifat</a:t>
            </a:r>
            <a:r>
              <a:rPr lang="en-ID" b="1" dirty="0"/>
              <a:t> </a:t>
            </a:r>
            <a:r>
              <a:rPr lang="en-ID" b="1" dirty="0" err="1"/>
              <a:t>tetap</a:t>
            </a:r>
            <a:r>
              <a:rPr lang="en-ID" b="1" dirty="0"/>
              <a:t> </a:t>
            </a:r>
            <a:r>
              <a:rPr lang="en-ID" b="1" dirty="0" err="1"/>
              <a:t>atau</a:t>
            </a:r>
            <a:r>
              <a:rPr lang="en-ID" b="1" dirty="0"/>
              <a:t> </a:t>
            </a:r>
            <a:r>
              <a:rPr lang="en-ID" b="1" dirty="0" err="1"/>
              <a:t>dapat</a:t>
            </a:r>
            <a:r>
              <a:rPr lang="en-ID" b="1" dirty="0"/>
              <a:t> </a:t>
            </a:r>
            <a:r>
              <a:rPr lang="en-ID" b="1" dirty="0" err="1"/>
              <a:t>ditentukan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Artinya</a:t>
            </a:r>
            <a:r>
              <a:rPr lang="en-ID" dirty="0"/>
              <a:t>, </a:t>
            </a:r>
            <a:r>
              <a:rPr lang="en-ID" dirty="0" err="1"/>
              <a:t>harga</a:t>
            </a:r>
            <a:r>
              <a:rPr lang="en-ID" dirty="0"/>
              <a:t> yang </a:t>
            </a:r>
            <a:r>
              <a:rPr lang="en-ID" dirty="0" err="1"/>
              <a:t>harus</a:t>
            </a:r>
            <a:r>
              <a:rPr lang="en-ID" dirty="0"/>
              <a:t> </a:t>
            </a:r>
            <a:r>
              <a:rPr lang="en-ID" dirty="0" err="1"/>
              <a:t>dibayar</a:t>
            </a:r>
            <a:r>
              <a:rPr lang="en-ID" dirty="0"/>
              <a:t> oleh </a:t>
            </a:r>
            <a:r>
              <a:rPr lang="en-ID" dirty="0" err="1"/>
              <a:t>pembeli</a:t>
            </a:r>
            <a:r>
              <a:rPr lang="en-ID" dirty="0"/>
              <a:t>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jelas</a:t>
            </a:r>
            <a:r>
              <a:rPr lang="en-ID" dirty="0"/>
              <a:t> dan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berubah</a:t>
            </a:r>
            <a:r>
              <a:rPr lang="en-ID" dirty="0"/>
              <a:t>.</a:t>
            </a:r>
          </a:p>
          <a:p>
            <a:r>
              <a:rPr lang="en-ID" b="1" dirty="0" err="1"/>
              <a:t>Kemungkinan</a:t>
            </a:r>
            <a:r>
              <a:rPr lang="en-ID" b="1" dirty="0"/>
              <a:t> </a:t>
            </a:r>
            <a:r>
              <a:rPr lang="en-ID" b="1" dirty="0" err="1"/>
              <a:t>penagihan</a:t>
            </a:r>
            <a:r>
              <a:rPr lang="en-ID" b="1" dirty="0"/>
              <a:t> </a:t>
            </a:r>
            <a:r>
              <a:rPr lang="en-ID" b="1" dirty="0" err="1"/>
              <a:t>dapat</a:t>
            </a:r>
            <a:r>
              <a:rPr lang="en-ID" b="1" dirty="0"/>
              <a:t> </a:t>
            </a:r>
            <a:r>
              <a:rPr lang="en-ID" b="1" dirty="0" err="1"/>
              <a:t>dipastikan</a:t>
            </a:r>
            <a:r>
              <a:rPr lang="en-ID" b="1" dirty="0"/>
              <a:t> </a:t>
            </a:r>
            <a:r>
              <a:rPr lang="en-ID" b="1" dirty="0" err="1"/>
              <a:t>secara</a:t>
            </a:r>
            <a:r>
              <a:rPr lang="en-ID" b="1" dirty="0"/>
              <a:t> </a:t>
            </a:r>
            <a:r>
              <a:rPr lang="en-ID" b="1" dirty="0" err="1"/>
              <a:t>wajar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Artinya</a:t>
            </a:r>
            <a:r>
              <a:rPr lang="en-ID" dirty="0"/>
              <a:t>, </a:t>
            </a:r>
            <a:r>
              <a:rPr lang="en-ID" dirty="0" err="1"/>
              <a:t>penjual</a:t>
            </a:r>
            <a:r>
              <a:rPr lang="en-ID" dirty="0"/>
              <a:t> </a:t>
            </a:r>
            <a:r>
              <a:rPr lang="en-ID" dirty="0" err="1"/>
              <a:t>memiliki</a:t>
            </a:r>
            <a:r>
              <a:rPr lang="en-ID" dirty="0"/>
              <a:t> </a:t>
            </a:r>
            <a:r>
              <a:rPr lang="en-ID" dirty="0" err="1"/>
              <a:t>keyakinan</a:t>
            </a:r>
            <a:r>
              <a:rPr lang="en-ID" dirty="0"/>
              <a:t> yang </a:t>
            </a:r>
            <a:r>
              <a:rPr lang="en-ID" dirty="0" err="1"/>
              <a:t>cukup</a:t>
            </a:r>
            <a:r>
              <a:rPr lang="en-ID" dirty="0"/>
              <a:t> </a:t>
            </a:r>
            <a:r>
              <a:rPr lang="en-ID" dirty="0" err="1"/>
              <a:t>bahwa</a:t>
            </a:r>
            <a:r>
              <a:rPr lang="en-ID" dirty="0"/>
              <a:t> </a:t>
            </a:r>
            <a:r>
              <a:rPr lang="en-ID" dirty="0" err="1"/>
              <a:t>pembeli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membayar</a:t>
            </a:r>
            <a:r>
              <a:rPr lang="en-ID" dirty="0"/>
              <a:t> </a:t>
            </a:r>
            <a:r>
              <a:rPr lang="en-ID" dirty="0" err="1"/>
              <a:t>atas</a:t>
            </a:r>
            <a:r>
              <a:rPr lang="en-ID" dirty="0"/>
              <a:t> </a:t>
            </a:r>
            <a:r>
              <a:rPr lang="en-ID" dirty="0" err="1"/>
              <a:t>barang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jasa</a:t>
            </a:r>
            <a:r>
              <a:rPr lang="en-ID" dirty="0"/>
              <a:t>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diterima</a:t>
            </a:r>
            <a:r>
              <a:rPr lang="en-ID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C40E93-FF8B-448D-BBEA-F694856742D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5741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b="1" dirty="0" err="1"/>
              <a:t>Pengakuan</a:t>
            </a:r>
            <a:r>
              <a:rPr lang="en-ID" b="1" dirty="0"/>
              <a:t> </a:t>
            </a:r>
            <a:r>
              <a:rPr lang="en-ID" b="1" dirty="0" err="1"/>
              <a:t>pendapatan</a:t>
            </a:r>
            <a:r>
              <a:rPr lang="en-ID" b="1" dirty="0"/>
              <a:t> </a:t>
            </a:r>
            <a:r>
              <a:rPr lang="en-ID" b="1" dirty="0" err="1"/>
              <a:t>lebih</a:t>
            </a:r>
            <a:r>
              <a:rPr lang="en-ID" b="1" dirty="0"/>
              <a:t> </a:t>
            </a:r>
            <a:r>
              <a:rPr lang="en-ID" b="1" dirty="0" err="1"/>
              <a:t>awal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Mengakui</a:t>
            </a:r>
            <a:r>
              <a:rPr lang="en-ID" dirty="0"/>
              <a:t> </a:t>
            </a:r>
            <a:r>
              <a:rPr lang="en-ID" dirty="0" err="1"/>
              <a:t>pendapatan</a:t>
            </a:r>
            <a:r>
              <a:rPr lang="en-ID" dirty="0"/>
              <a:t> </a:t>
            </a:r>
            <a:r>
              <a:rPr lang="en-ID" dirty="0" err="1"/>
              <a:t>sebelum</a:t>
            </a:r>
            <a:r>
              <a:rPr lang="en-ID" dirty="0"/>
              <a:t> </a:t>
            </a:r>
            <a:r>
              <a:rPr lang="en-ID" dirty="0" err="1"/>
              <a:t>barang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jasa</a:t>
            </a:r>
            <a:r>
              <a:rPr lang="en-ID" dirty="0"/>
              <a:t> </a:t>
            </a:r>
            <a:r>
              <a:rPr lang="en-ID" dirty="0" err="1"/>
              <a:t>benar-benar</a:t>
            </a:r>
            <a:r>
              <a:rPr lang="en-ID" dirty="0"/>
              <a:t> </a:t>
            </a:r>
            <a:r>
              <a:rPr lang="en-ID" dirty="0" err="1"/>
              <a:t>dikirim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diselesaikan</a:t>
            </a:r>
            <a:r>
              <a:rPr lang="en-ID" dirty="0"/>
              <a:t>.</a:t>
            </a:r>
          </a:p>
          <a:p>
            <a:r>
              <a:rPr lang="en-ID" b="1" dirty="0" err="1"/>
              <a:t>Membiarkan</a:t>
            </a:r>
            <a:r>
              <a:rPr lang="en-ID" b="1" dirty="0"/>
              <a:t> </a:t>
            </a:r>
            <a:r>
              <a:rPr lang="en-ID" b="1" dirty="0" err="1"/>
              <a:t>pembukuan</a:t>
            </a:r>
            <a:r>
              <a:rPr lang="en-ID" b="1" dirty="0"/>
              <a:t> </a:t>
            </a:r>
            <a:r>
              <a:rPr lang="en-ID" b="1" dirty="0" err="1"/>
              <a:t>terbuka</a:t>
            </a:r>
            <a:r>
              <a:rPr lang="en-ID" b="1" dirty="0"/>
              <a:t> </a:t>
            </a:r>
            <a:r>
              <a:rPr lang="en-ID" b="1" dirty="0" err="1"/>
              <a:t>melewati</a:t>
            </a:r>
            <a:r>
              <a:rPr lang="en-ID" b="1" dirty="0"/>
              <a:t> </a:t>
            </a:r>
            <a:r>
              <a:rPr lang="en-ID" b="1" dirty="0" err="1"/>
              <a:t>periode</a:t>
            </a:r>
            <a:r>
              <a:rPr lang="en-ID" b="1" dirty="0"/>
              <a:t> </a:t>
            </a:r>
            <a:r>
              <a:rPr lang="en-ID" b="1" dirty="0" err="1"/>
              <a:t>akuntansi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Menunda</a:t>
            </a:r>
            <a:r>
              <a:rPr lang="en-ID" dirty="0"/>
              <a:t> </a:t>
            </a:r>
            <a:r>
              <a:rPr lang="en-ID" dirty="0" err="1"/>
              <a:t>penutupan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memasukkan</a:t>
            </a:r>
            <a:r>
              <a:rPr lang="en-ID" dirty="0"/>
              <a:t> </a:t>
            </a:r>
            <a:r>
              <a:rPr lang="en-ID" dirty="0" err="1"/>
              <a:t>transaksi</a:t>
            </a:r>
            <a:r>
              <a:rPr lang="en-ID" dirty="0"/>
              <a:t> yang </a:t>
            </a:r>
            <a:r>
              <a:rPr lang="en-ID" dirty="0" err="1"/>
              <a:t>seharusnya</a:t>
            </a:r>
            <a:r>
              <a:rPr lang="en-ID" dirty="0"/>
              <a:t> </a:t>
            </a:r>
            <a:r>
              <a:rPr lang="en-ID" dirty="0" err="1"/>
              <a:t>dicatat</a:t>
            </a:r>
            <a:r>
              <a:rPr lang="en-ID" dirty="0"/>
              <a:t> di </a:t>
            </a:r>
            <a:r>
              <a:rPr lang="en-ID" dirty="0" err="1"/>
              <a:t>periode</a:t>
            </a:r>
            <a:r>
              <a:rPr lang="en-ID" dirty="0"/>
              <a:t> </a:t>
            </a:r>
            <a:r>
              <a:rPr lang="en-ID" dirty="0" err="1"/>
              <a:t>berikutnya</a:t>
            </a:r>
            <a:r>
              <a:rPr lang="en-ID" dirty="0"/>
              <a:t>.</a:t>
            </a:r>
          </a:p>
          <a:p>
            <a:r>
              <a:rPr lang="en-ID" b="1" dirty="0" err="1"/>
              <a:t>Penjualan</a:t>
            </a:r>
            <a:r>
              <a:rPr lang="en-ID" b="1" dirty="0"/>
              <a:t> </a:t>
            </a:r>
            <a:r>
              <a:rPr lang="en-ID" b="1" dirty="0" err="1"/>
              <a:t>fiktif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Mencatat</a:t>
            </a:r>
            <a:r>
              <a:rPr lang="en-ID" dirty="0"/>
              <a:t> </a:t>
            </a:r>
            <a:r>
              <a:rPr lang="en-ID" dirty="0" err="1"/>
              <a:t>penjualan</a:t>
            </a:r>
            <a:r>
              <a:rPr lang="en-ID" dirty="0"/>
              <a:t> yang </a:t>
            </a:r>
            <a:r>
              <a:rPr lang="en-ID" dirty="0" err="1"/>
              <a:t>sebenarnya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terjadi</a:t>
            </a:r>
            <a:r>
              <a:rPr lang="en-ID" dirty="0"/>
              <a:t>.</a:t>
            </a:r>
          </a:p>
          <a:p>
            <a:r>
              <a:rPr lang="en-ID" b="1" dirty="0" err="1"/>
              <a:t>Kegagalan</a:t>
            </a:r>
            <a:r>
              <a:rPr lang="en-ID" b="1" dirty="0"/>
              <a:t> </a:t>
            </a:r>
            <a:r>
              <a:rPr lang="en-ID" b="1" dirty="0" err="1"/>
              <a:t>mencatat</a:t>
            </a:r>
            <a:r>
              <a:rPr lang="en-ID" b="1" dirty="0"/>
              <a:t> </a:t>
            </a:r>
            <a:r>
              <a:rPr lang="en-ID" b="1" dirty="0" err="1"/>
              <a:t>pengembalian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mencatat</a:t>
            </a:r>
            <a:r>
              <a:rPr lang="en-ID" dirty="0"/>
              <a:t> </a:t>
            </a:r>
            <a:r>
              <a:rPr lang="en-ID" dirty="0" err="1"/>
              <a:t>pengembalian</a:t>
            </a:r>
            <a:r>
              <a:rPr lang="en-ID" dirty="0"/>
              <a:t> </a:t>
            </a:r>
            <a:r>
              <a:rPr lang="en-ID" dirty="0" err="1"/>
              <a:t>barang</a:t>
            </a:r>
            <a:r>
              <a:rPr lang="en-ID" dirty="0"/>
              <a:t> yang </a:t>
            </a:r>
            <a:r>
              <a:rPr lang="en-ID" dirty="0" err="1"/>
              <a:t>diterima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pelanggan</a:t>
            </a:r>
            <a:r>
              <a:rPr lang="en-ID" dirty="0"/>
              <a:t>, </a:t>
            </a:r>
            <a:r>
              <a:rPr lang="en-ID" dirty="0" err="1"/>
              <a:t>sehingga</a:t>
            </a:r>
            <a:r>
              <a:rPr lang="en-ID" dirty="0"/>
              <a:t> </a:t>
            </a:r>
            <a:r>
              <a:rPr lang="en-ID" dirty="0" err="1"/>
              <a:t>pendapatan</a:t>
            </a:r>
            <a:r>
              <a:rPr lang="en-ID" dirty="0"/>
              <a:t> </a:t>
            </a:r>
            <a:r>
              <a:rPr lang="en-ID" dirty="0" err="1"/>
              <a:t>terlihat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tinggi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seharusnya</a:t>
            </a:r>
            <a:r>
              <a:rPr lang="en-ID" dirty="0"/>
              <a:t>.</a:t>
            </a:r>
          </a:p>
          <a:p>
            <a:r>
              <a:rPr lang="en-ID" b="1" dirty="0"/>
              <a:t>Fraud </a:t>
            </a:r>
            <a:r>
              <a:rPr lang="en-ID" b="1" dirty="0" err="1"/>
              <a:t>dalam</a:t>
            </a:r>
            <a:r>
              <a:rPr lang="en-ID" b="1" dirty="0"/>
              <a:t> </a:t>
            </a:r>
            <a:r>
              <a:rPr lang="en-ID" b="1" dirty="0" err="1"/>
              <a:t>metode</a:t>
            </a:r>
            <a:r>
              <a:rPr lang="en-ID" b="1" dirty="0"/>
              <a:t> </a:t>
            </a:r>
            <a:r>
              <a:rPr lang="en-ID" b="1" dirty="0" err="1"/>
              <a:t>persentase</a:t>
            </a:r>
            <a:r>
              <a:rPr lang="en-ID" b="1" dirty="0"/>
              <a:t> </a:t>
            </a:r>
            <a:r>
              <a:rPr lang="en-ID" b="1" dirty="0" err="1"/>
              <a:t>penyelesaian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Memanipulasi</a:t>
            </a:r>
            <a:r>
              <a:rPr lang="en-ID" dirty="0"/>
              <a:t> </a:t>
            </a:r>
            <a:r>
              <a:rPr lang="en-ID" dirty="0" err="1"/>
              <a:t>tingkat</a:t>
            </a:r>
            <a:r>
              <a:rPr lang="en-ID" dirty="0"/>
              <a:t> </a:t>
            </a:r>
            <a:r>
              <a:rPr lang="en-ID" dirty="0" err="1"/>
              <a:t>penyelesaian</a:t>
            </a:r>
            <a:r>
              <a:rPr lang="en-ID" dirty="0"/>
              <a:t> </a:t>
            </a:r>
            <a:r>
              <a:rPr lang="en-ID" dirty="0" err="1"/>
              <a:t>proyek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mengakui</a:t>
            </a:r>
            <a:r>
              <a:rPr lang="en-ID" dirty="0"/>
              <a:t> </a:t>
            </a:r>
            <a:r>
              <a:rPr lang="en-ID" dirty="0" err="1"/>
              <a:t>pendapatan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yang </a:t>
            </a:r>
            <a:r>
              <a:rPr lang="en-ID" dirty="0" err="1"/>
              <a:t>sebenarnya</a:t>
            </a:r>
            <a:r>
              <a:rPr lang="en-ID" dirty="0"/>
              <a:t>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diperoleh</a:t>
            </a:r>
            <a:r>
              <a:rPr lang="en-ID" dirty="0"/>
              <a:t>.</a:t>
            </a:r>
          </a:p>
          <a:p>
            <a:r>
              <a:rPr lang="en-ID" b="1" dirty="0" err="1"/>
              <a:t>Transaksi</a:t>
            </a:r>
            <a:r>
              <a:rPr lang="en-ID" b="1" dirty="0"/>
              <a:t> </a:t>
            </a:r>
            <a:r>
              <a:rPr lang="en-ID" b="1" dirty="0" err="1"/>
              <a:t>dengan</a:t>
            </a:r>
            <a:r>
              <a:rPr lang="en-ID" b="1" dirty="0"/>
              <a:t> </a:t>
            </a:r>
            <a:r>
              <a:rPr lang="en-ID" b="1" dirty="0" err="1"/>
              <a:t>pihak</a:t>
            </a:r>
            <a:r>
              <a:rPr lang="en-ID" b="1" dirty="0"/>
              <a:t> </a:t>
            </a:r>
            <a:r>
              <a:rPr lang="en-ID" b="1" dirty="0" err="1"/>
              <a:t>terkait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mengungkapkan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menyalahgunakan</a:t>
            </a:r>
            <a:r>
              <a:rPr lang="en-ID" dirty="0"/>
              <a:t> </a:t>
            </a:r>
            <a:r>
              <a:rPr lang="en-ID" dirty="0" err="1"/>
              <a:t>transaksi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pihak</a:t>
            </a:r>
            <a:r>
              <a:rPr lang="en-ID" dirty="0"/>
              <a:t> yang </a:t>
            </a:r>
            <a:r>
              <a:rPr lang="en-ID" dirty="0" err="1"/>
              <a:t>memiliki</a:t>
            </a:r>
            <a:r>
              <a:rPr lang="en-ID" dirty="0"/>
              <a:t> </a:t>
            </a:r>
            <a:r>
              <a:rPr lang="en-ID" dirty="0" err="1"/>
              <a:t>hubungan</a:t>
            </a:r>
            <a:r>
              <a:rPr lang="en-ID" dirty="0"/>
              <a:t> </a:t>
            </a:r>
            <a:r>
              <a:rPr lang="en-ID" dirty="0" err="1"/>
              <a:t>khusus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perusahaan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menguntungkan</a:t>
            </a:r>
            <a:r>
              <a:rPr lang="en-ID" dirty="0"/>
              <a:t> </a:t>
            </a:r>
            <a:r>
              <a:rPr lang="en-ID" dirty="0" err="1"/>
              <a:t>pihak</a:t>
            </a:r>
            <a:r>
              <a:rPr lang="en-ID" dirty="0"/>
              <a:t> </a:t>
            </a:r>
            <a:r>
              <a:rPr lang="en-ID" dirty="0" err="1"/>
              <a:t>terkait</a:t>
            </a:r>
            <a:r>
              <a:rPr lang="en-ID" dirty="0"/>
              <a:t> </a:t>
            </a:r>
            <a:r>
              <a:rPr lang="en-ID" dirty="0" err="1"/>
              <a:t>tersebut</a:t>
            </a:r>
            <a:r>
              <a:rPr lang="en-ID" dirty="0"/>
              <a:t>.</a:t>
            </a:r>
          </a:p>
          <a:p>
            <a:r>
              <a:rPr lang="en-ID" b="1" dirty="0" err="1"/>
              <a:t>Melebih-lebihkan</a:t>
            </a:r>
            <a:r>
              <a:rPr lang="en-ID" b="1" dirty="0"/>
              <a:t> </a:t>
            </a:r>
            <a:r>
              <a:rPr lang="en-ID" b="1" dirty="0" err="1"/>
              <a:t>piutang</a:t>
            </a:r>
            <a:r>
              <a:rPr lang="en-ID" b="1" dirty="0"/>
              <a:t> dan </a:t>
            </a:r>
            <a:r>
              <a:rPr lang="en-ID" b="1" dirty="0" err="1"/>
              <a:t>persediaan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Mencatat</a:t>
            </a:r>
            <a:r>
              <a:rPr lang="en-ID" dirty="0"/>
              <a:t> </a:t>
            </a:r>
            <a:r>
              <a:rPr lang="en-ID" dirty="0" err="1"/>
              <a:t>jumlah</a:t>
            </a:r>
            <a:r>
              <a:rPr lang="en-ID" dirty="0"/>
              <a:t> </a:t>
            </a:r>
            <a:r>
              <a:rPr lang="en-ID" dirty="0" err="1"/>
              <a:t>piutang</a:t>
            </a:r>
            <a:r>
              <a:rPr lang="en-ID" dirty="0"/>
              <a:t> dan </a:t>
            </a:r>
            <a:r>
              <a:rPr lang="en-ID" dirty="0" err="1"/>
              <a:t>persediaan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tinggi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yang </a:t>
            </a:r>
            <a:r>
              <a:rPr lang="en-ID" dirty="0" err="1"/>
              <a:t>sebenarnya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.</a:t>
            </a:r>
          </a:p>
          <a:p>
            <a:r>
              <a:rPr lang="en-ID" b="1" dirty="0" err="1"/>
              <a:t>Penghilangan</a:t>
            </a:r>
            <a:r>
              <a:rPr lang="en-ID" b="1" dirty="0"/>
              <a:t> </a:t>
            </a:r>
            <a:r>
              <a:rPr lang="en-ID" b="1" dirty="0" err="1"/>
              <a:t>kewajiban</a:t>
            </a:r>
            <a:r>
              <a:rPr lang="en-ID" b="1" dirty="0"/>
              <a:t> dan </a:t>
            </a:r>
            <a:r>
              <a:rPr lang="en-ID" b="1" dirty="0" err="1"/>
              <a:t>beban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mencatat</a:t>
            </a:r>
            <a:r>
              <a:rPr lang="en-ID" dirty="0"/>
              <a:t> </a:t>
            </a:r>
            <a:r>
              <a:rPr lang="en-ID" dirty="0" err="1"/>
              <a:t>kewajiban</a:t>
            </a:r>
            <a:r>
              <a:rPr lang="en-ID" dirty="0"/>
              <a:t> dan </a:t>
            </a:r>
            <a:r>
              <a:rPr lang="en-ID" dirty="0" err="1"/>
              <a:t>beban</a:t>
            </a:r>
            <a:r>
              <a:rPr lang="en-ID" dirty="0"/>
              <a:t> yang </a:t>
            </a:r>
            <a:r>
              <a:rPr lang="en-ID" dirty="0" err="1"/>
              <a:t>seharusnya</a:t>
            </a:r>
            <a:r>
              <a:rPr lang="en-ID" dirty="0"/>
              <a:t> </a:t>
            </a:r>
            <a:r>
              <a:rPr lang="en-ID" dirty="0" err="1"/>
              <a:t>dicatat</a:t>
            </a:r>
            <a:r>
              <a:rPr lang="en-ID" dirty="0"/>
              <a:t>, </a:t>
            </a:r>
            <a:r>
              <a:rPr lang="en-ID" dirty="0" err="1"/>
              <a:t>sehingga</a:t>
            </a:r>
            <a:r>
              <a:rPr lang="en-ID" dirty="0"/>
              <a:t> </a:t>
            </a:r>
            <a:r>
              <a:rPr lang="en-ID" dirty="0" err="1"/>
              <a:t>laporan</a:t>
            </a:r>
            <a:r>
              <a:rPr lang="en-ID" dirty="0"/>
              <a:t> </a:t>
            </a:r>
            <a:r>
              <a:rPr lang="en-ID" dirty="0" err="1"/>
              <a:t>keuangan</a:t>
            </a:r>
            <a:r>
              <a:rPr lang="en-ID" dirty="0"/>
              <a:t> </a:t>
            </a:r>
            <a:r>
              <a:rPr lang="en-ID" dirty="0" err="1"/>
              <a:t>terlihat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baik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yang </a:t>
            </a:r>
            <a:r>
              <a:rPr lang="en-ID" dirty="0" err="1"/>
              <a:t>sebenarnya</a:t>
            </a:r>
            <a:r>
              <a:rPr lang="en-ID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C40E93-FF8B-448D-BBEA-F694856742D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4393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b="1" dirty="0" err="1"/>
              <a:t>Pengakuan</a:t>
            </a:r>
            <a:r>
              <a:rPr lang="en-ID" b="1" dirty="0"/>
              <a:t> </a:t>
            </a:r>
            <a:r>
              <a:rPr lang="en-ID" b="1" dirty="0" err="1"/>
              <a:t>pendapatan</a:t>
            </a:r>
            <a:r>
              <a:rPr lang="en-ID" b="1" dirty="0"/>
              <a:t> </a:t>
            </a:r>
            <a:r>
              <a:rPr lang="en-ID" b="1" dirty="0" err="1"/>
              <a:t>lebih</a:t>
            </a:r>
            <a:r>
              <a:rPr lang="en-ID" b="1" dirty="0"/>
              <a:t> </a:t>
            </a:r>
            <a:r>
              <a:rPr lang="en-ID" b="1" dirty="0" err="1"/>
              <a:t>awal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Mengakui</a:t>
            </a:r>
            <a:r>
              <a:rPr lang="en-ID" dirty="0"/>
              <a:t> </a:t>
            </a:r>
            <a:r>
              <a:rPr lang="en-ID" dirty="0" err="1"/>
              <a:t>pendapatan</a:t>
            </a:r>
            <a:r>
              <a:rPr lang="en-ID" dirty="0"/>
              <a:t> </a:t>
            </a:r>
            <a:r>
              <a:rPr lang="en-ID" dirty="0" err="1"/>
              <a:t>sebelum</a:t>
            </a:r>
            <a:r>
              <a:rPr lang="en-ID" dirty="0"/>
              <a:t> </a:t>
            </a:r>
            <a:r>
              <a:rPr lang="en-ID" dirty="0" err="1"/>
              <a:t>barang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jasa</a:t>
            </a:r>
            <a:r>
              <a:rPr lang="en-ID" dirty="0"/>
              <a:t> </a:t>
            </a:r>
            <a:r>
              <a:rPr lang="en-ID" dirty="0" err="1"/>
              <a:t>benar-benar</a:t>
            </a:r>
            <a:r>
              <a:rPr lang="en-ID" dirty="0"/>
              <a:t> </a:t>
            </a:r>
            <a:r>
              <a:rPr lang="en-ID" dirty="0" err="1"/>
              <a:t>dikirim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diselesaikan</a:t>
            </a:r>
            <a:r>
              <a:rPr lang="en-ID" dirty="0"/>
              <a:t>.</a:t>
            </a:r>
          </a:p>
          <a:p>
            <a:r>
              <a:rPr lang="en-ID" b="1" dirty="0" err="1"/>
              <a:t>Membiarkan</a:t>
            </a:r>
            <a:r>
              <a:rPr lang="en-ID" b="1" dirty="0"/>
              <a:t> </a:t>
            </a:r>
            <a:r>
              <a:rPr lang="en-ID" b="1" dirty="0" err="1"/>
              <a:t>pembukuan</a:t>
            </a:r>
            <a:r>
              <a:rPr lang="en-ID" b="1" dirty="0"/>
              <a:t> </a:t>
            </a:r>
            <a:r>
              <a:rPr lang="en-ID" b="1" dirty="0" err="1"/>
              <a:t>terbuka</a:t>
            </a:r>
            <a:r>
              <a:rPr lang="en-ID" b="1" dirty="0"/>
              <a:t> </a:t>
            </a:r>
            <a:r>
              <a:rPr lang="en-ID" b="1" dirty="0" err="1"/>
              <a:t>melewati</a:t>
            </a:r>
            <a:r>
              <a:rPr lang="en-ID" b="1" dirty="0"/>
              <a:t> </a:t>
            </a:r>
            <a:r>
              <a:rPr lang="en-ID" b="1" dirty="0" err="1"/>
              <a:t>periode</a:t>
            </a:r>
            <a:r>
              <a:rPr lang="en-ID" b="1" dirty="0"/>
              <a:t> </a:t>
            </a:r>
            <a:r>
              <a:rPr lang="en-ID" b="1" dirty="0" err="1"/>
              <a:t>akuntansi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Menunda</a:t>
            </a:r>
            <a:r>
              <a:rPr lang="en-ID" dirty="0"/>
              <a:t> </a:t>
            </a:r>
            <a:r>
              <a:rPr lang="en-ID" dirty="0" err="1"/>
              <a:t>penutupan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memasukkan</a:t>
            </a:r>
            <a:r>
              <a:rPr lang="en-ID" dirty="0"/>
              <a:t> </a:t>
            </a:r>
            <a:r>
              <a:rPr lang="en-ID" dirty="0" err="1"/>
              <a:t>transaksi</a:t>
            </a:r>
            <a:r>
              <a:rPr lang="en-ID" dirty="0"/>
              <a:t> yang </a:t>
            </a:r>
            <a:r>
              <a:rPr lang="en-ID" dirty="0" err="1"/>
              <a:t>seharusnya</a:t>
            </a:r>
            <a:r>
              <a:rPr lang="en-ID" dirty="0"/>
              <a:t> </a:t>
            </a:r>
            <a:r>
              <a:rPr lang="en-ID" dirty="0" err="1"/>
              <a:t>dicatat</a:t>
            </a:r>
            <a:r>
              <a:rPr lang="en-ID" dirty="0"/>
              <a:t> di </a:t>
            </a:r>
            <a:r>
              <a:rPr lang="en-ID" dirty="0" err="1"/>
              <a:t>periode</a:t>
            </a:r>
            <a:r>
              <a:rPr lang="en-ID" dirty="0"/>
              <a:t> </a:t>
            </a:r>
            <a:r>
              <a:rPr lang="en-ID" dirty="0" err="1"/>
              <a:t>berikutnya</a:t>
            </a:r>
            <a:r>
              <a:rPr lang="en-ID" dirty="0"/>
              <a:t>.</a:t>
            </a:r>
          </a:p>
          <a:p>
            <a:r>
              <a:rPr lang="en-ID" b="1" dirty="0" err="1"/>
              <a:t>Penjualan</a:t>
            </a:r>
            <a:r>
              <a:rPr lang="en-ID" b="1" dirty="0"/>
              <a:t> </a:t>
            </a:r>
            <a:r>
              <a:rPr lang="en-ID" b="1" dirty="0" err="1"/>
              <a:t>fiktif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Mencatat</a:t>
            </a:r>
            <a:r>
              <a:rPr lang="en-ID" dirty="0"/>
              <a:t> </a:t>
            </a:r>
            <a:r>
              <a:rPr lang="en-ID" dirty="0" err="1"/>
              <a:t>penjualan</a:t>
            </a:r>
            <a:r>
              <a:rPr lang="en-ID" dirty="0"/>
              <a:t> yang </a:t>
            </a:r>
            <a:r>
              <a:rPr lang="en-ID" dirty="0" err="1"/>
              <a:t>sebenarnya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terjadi</a:t>
            </a:r>
            <a:r>
              <a:rPr lang="en-ID" dirty="0"/>
              <a:t>.</a:t>
            </a:r>
          </a:p>
          <a:p>
            <a:r>
              <a:rPr lang="en-ID" b="1" dirty="0" err="1"/>
              <a:t>Kegagalan</a:t>
            </a:r>
            <a:r>
              <a:rPr lang="en-ID" b="1" dirty="0"/>
              <a:t> </a:t>
            </a:r>
            <a:r>
              <a:rPr lang="en-ID" b="1" dirty="0" err="1"/>
              <a:t>mencatat</a:t>
            </a:r>
            <a:r>
              <a:rPr lang="en-ID" b="1" dirty="0"/>
              <a:t> </a:t>
            </a:r>
            <a:r>
              <a:rPr lang="en-ID" b="1" dirty="0" err="1"/>
              <a:t>pengembalian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mencatat</a:t>
            </a:r>
            <a:r>
              <a:rPr lang="en-ID" dirty="0"/>
              <a:t> </a:t>
            </a:r>
            <a:r>
              <a:rPr lang="en-ID" dirty="0" err="1"/>
              <a:t>pengembalian</a:t>
            </a:r>
            <a:r>
              <a:rPr lang="en-ID" dirty="0"/>
              <a:t> </a:t>
            </a:r>
            <a:r>
              <a:rPr lang="en-ID" dirty="0" err="1"/>
              <a:t>barang</a:t>
            </a:r>
            <a:r>
              <a:rPr lang="en-ID" dirty="0"/>
              <a:t> yang </a:t>
            </a:r>
            <a:r>
              <a:rPr lang="en-ID" dirty="0" err="1"/>
              <a:t>diterima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pelanggan</a:t>
            </a:r>
            <a:r>
              <a:rPr lang="en-ID" dirty="0"/>
              <a:t>, </a:t>
            </a:r>
            <a:r>
              <a:rPr lang="en-ID" dirty="0" err="1"/>
              <a:t>sehingga</a:t>
            </a:r>
            <a:r>
              <a:rPr lang="en-ID" dirty="0"/>
              <a:t> </a:t>
            </a:r>
            <a:r>
              <a:rPr lang="en-ID" dirty="0" err="1"/>
              <a:t>pendapatan</a:t>
            </a:r>
            <a:r>
              <a:rPr lang="en-ID" dirty="0"/>
              <a:t> </a:t>
            </a:r>
            <a:r>
              <a:rPr lang="en-ID" dirty="0" err="1"/>
              <a:t>terlihat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tinggi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seharusnya</a:t>
            </a:r>
            <a:r>
              <a:rPr lang="en-ID" dirty="0"/>
              <a:t>.</a:t>
            </a:r>
          </a:p>
          <a:p>
            <a:r>
              <a:rPr lang="en-ID" b="1" dirty="0"/>
              <a:t>Fraud </a:t>
            </a:r>
            <a:r>
              <a:rPr lang="en-ID" b="1" dirty="0" err="1"/>
              <a:t>dalam</a:t>
            </a:r>
            <a:r>
              <a:rPr lang="en-ID" b="1" dirty="0"/>
              <a:t> </a:t>
            </a:r>
            <a:r>
              <a:rPr lang="en-ID" b="1" dirty="0" err="1"/>
              <a:t>metode</a:t>
            </a:r>
            <a:r>
              <a:rPr lang="en-ID" b="1" dirty="0"/>
              <a:t> </a:t>
            </a:r>
            <a:r>
              <a:rPr lang="en-ID" b="1" dirty="0" err="1"/>
              <a:t>persentase</a:t>
            </a:r>
            <a:r>
              <a:rPr lang="en-ID" b="1" dirty="0"/>
              <a:t> </a:t>
            </a:r>
            <a:r>
              <a:rPr lang="en-ID" b="1" dirty="0" err="1"/>
              <a:t>penyelesaian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Memanipulasi</a:t>
            </a:r>
            <a:r>
              <a:rPr lang="en-ID" dirty="0"/>
              <a:t> </a:t>
            </a:r>
            <a:r>
              <a:rPr lang="en-ID" dirty="0" err="1"/>
              <a:t>tingkat</a:t>
            </a:r>
            <a:r>
              <a:rPr lang="en-ID" dirty="0"/>
              <a:t> </a:t>
            </a:r>
            <a:r>
              <a:rPr lang="en-ID" dirty="0" err="1"/>
              <a:t>penyelesaian</a:t>
            </a:r>
            <a:r>
              <a:rPr lang="en-ID" dirty="0"/>
              <a:t> </a:t>
            </a:r>
            <a:r>
              <a:rPr lang="en-ID" dirty="0" err="1"/>
              <a:t>proyek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mengakui</a:t>
            </a:r>
            <a:r>
              <a:rPr lang="en-ID" dirty="0"/>
              <a:t> </a:t>
            </a:r>
            <a:r>
              <a:rPr lang="en-ID" dirty="0" err="1"/>
              <a:t>pendapatan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yang </a:t>
            </a:r>
            <a:r>
              <a:rPr lang="en-ID" dirty="0" err="1"/>
              <a:t>sebenarnya</a:t>
            </a:r>
            <a:r>
              <a:rPr lang="en-ID" dirty="0"/>
              <a:t>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diperoleh</a:t>
            </a:r>
            <a:r>
              <a:rPr lang="en-ID" dirty="0"/>
              <a:t>.</a:t>
            </a:r>
          </a:p>
          <a:p>
            <a:r>
              <a:rPr lang="en-ID" b="1" dirty="0" err="1"/>
              <a:t>Transaksi</a:t>
            </a:r>
            <a:r>
              <a:rPr lang="en-ID" b="1" dirty="0"/>
              <a:t> </a:t>
            </a:r>
            <a:r>
              <a:rPr lang="en-ID" b="1" dirty="0" err="1"/>
              <a:t>dengan</a:t>
            </a:r>
            <a:r>
              <a:rPr lang="en-ID" b="1" dirty="0"/>
              <a:t> </a:t>
            </a:r>
            <a:r>
              <a:rPr lang="en-ID" b="1" dirty="0" err="1"/>
              <a:t>pihak</a:t>
            </a:r>
            <a:r>
              <a:rPr lang="en-ID" b="1" dirty="0"/>
              <a:t> </a:t>
            </a:r>
            <a:r>
              <a:rPr lang="en-ID" b="1" dirty="0" err="1"/>
              <a:t>terkait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mengungkapkan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menyalahgunakan</a:t>
            </a:r>
            <a:r>
              <a:rPr lang="en-ID" dirty="0"/>
              <a:t> </a:t>
            </a:r>
            <a:r>
              <a:rPr lang="en-ID" dirty="0" err="1"/>
              <a:t>transaksi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pihak</a:t>
            </a:r>
            <a:r>
              <a:rPr lang="en-ID" dirty="0"/>
              <a:t> yang </a:t>
            </a:r>
            <a:r>
              <a:rPr lang="en-ID" dirty="0" err="1"/>
              <a:t>memiliki</a:t>
            </a:r>
            <a:r>
              <a:rPr lang="en-ID" dirty="0"/>
              <a:t> </a:t>
            </a:r>
            <a:r>
              <a:rPr lang="en-ID" dirty="0" err="1"/>
              <a:t>hubungan</a:t>
            </a:r>
            <a:r>
              <a:rPr lang="en-ID" dirty="0"/>
              <a:t> </a:t>
            </a:r>
            <a:r>
              <a:rPr lang="en-ID" dirty="0" err="1"/>
              <a:t>khusus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perusahaan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menguntungkan</a:t>
            </a:r>
            <a:r>
              <a:rPr lang="en-ID" dirty="0"/>
              <a:t> </a:t>
            </a:r>
            <a:r>
              <a:rPr lang="en-ID" dirty="0" err="1"/>
              <a:t>pihak</a:t>
            </a:r>
            <a:r>
              <a:rPr lang="en-ID" dirty="0"/>
              <a:t> </a:t>
            </a:r>
            <a:r>
              <a:rPr lang="en-ID" dirty="0" err="1"/>
              <a:t>terkait</a:t>
            </a:r>
            <a:r>
              <a:rPr lang="en-ID" dirty="0"/>
              <a:t> </a:t>
            </a:r>
            <a:r>
              <a:rPr lang="en-ID" dirty="0" err="1"/>
              <a:t>tersebut</a:t>
            </a:r>
            <a:r>
              <a:rPr lang="en-ID" dirty="0"/>
              <a:t>.</a:t>
            </a:r>
          </a:p>
          <a:p>
            <a:r>
              <a:rPr lang="en-ID" b="1" dirty="0" err="1"/>
              <a:t>Melebih-lebihkan</a:t>
            </a:r>
            <a:r>
              <a:rPr lang="en-ID" b="1" dirty="0"/>
              <a:t> </a:t>
            </a:r>
            <a:r>
              <a:rPr lang="en-ID" b="1" dirty="0" err="1"/>
              <a:t>piutang</a:t>
            </a:r>
            <a:r>
              <a:rPr lang="en-ID" b="1" dirty="0"/>
              <a:t> dan </a:t>
            </a:r>
            <a:r>
              <a:rPr lang="en-ID" b="1" dirty="0" err="1"/>
              <a:t>persediaan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Mencatat</a:t>
            </a:r>
            <a:r>
              <a:rPr lang="en-ID" dirty="0"/>
              <a:t> </a:t>
            </a:r>
            <a:r>
              <a:rPr lang="en-ID" dirty="0" err="1"/>
              <a:t>jumlah</a:t>
            </a:r>
            <a:r>
              <a:rPr lang="en-ID" dirty="0"/>
              <a:t> </a:t>
            </a:r>
            <a:r>
              <a:rPr lang="en-ID" dirty="0" err="1"/>
              <a:t>piutang</a:t>
            </a:r>
            <a:r>
              <a:rPr lang="en-ID" dirty="0"/>
              <a:t> dan </a:t>
            </a:r>
            <a:r>
              <a:rPr lang="en-ID" dirty="0" err="1"/>
              <a:t>persediaan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tinggi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yang </a:t>
            </a:r>
            <a:r>
              <a:rPr lang="en-ID" dirty="0" err="1"/>
              <a:t>sebenarnya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.</a:t>
            </a:r>
          </a:p>
          <a:p>
            <a:r>
              <a:rPr lang="en-ID" b="1" dirty="0" err="1"/>
              <a:t>Penghilangan</a:t>
            </a:r>
            <a:r>
              <a:rPr lang="en-ID" b="1" dirty="0"/>
              <a:t> </a:t>
            </a:r>
            <a:r>
              <a:rPr lang="en-ID" b="1" dirty="0" err="1"/>
              <a:t>kewajiban</a:t>
            </a:r>
            <a:r>
              <a:rPr lang="en-ID" b="1" dirty="0"/>
              <a:t> dan </a:t>
            </a:r>
            <a:r>
              <a:rPr lang="en-ID" b="1" dirty="0" err="1"/>
              <a:t>beban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mencatat</a:t>
            </a:r>
            <a:r>
              <a:rPr lang="en-ID" dirty="0"/>
              <a:t> </a:t>
            </a:r>
            <a:r>
              <a:rPr lang="en-ID" dirty="0" err="1"/>
              <a:t>kewajiban</a:t>
            </a:r>
            <a:r>
              <a:rPr lang="en-ID" dirty="0"/>
              <a:t> dan </a:t>
            </a:r>
            <a:r>
              <a:rPr lang="en-ID" dirty="0" err="1"/>
              <a:t>beban</a:t>
            </a:r>
            <a:r>
              <a:rPr lang="en-ID" dirty="0"/>
              <a:t> yang </a:t>
            </a:r>
            <a:r>
              <a:rPr lang="en-ID" dirty="0" err="1"/>
              <a:t>seharusnya</a:t>
            </a:r>
            <a:r>
              <a:rPr lang="en-ID" dirty="0"/>
              <a:t> </a:t>
            </a:r>
            <a:r>
              <a:rPr lang="en-ID" dirty="0" err="1"/>
              <a:t>dicatat</a:t>
            </a:r>
            <a:r>
              <a:rPr lang="en-ID" dirty="0"/>
              <a:t>, </a:t>
            </a:r>
            <a:r>
              <a:rPr lang="en-ID" dirty="0" err="1"/>
              <a:t>sehingga</a:t>
            </a:r>
            <a:r>
              <a:rPr lang="en-ID" dirty="0"/>
              <a:t> </a:t>
            </a:r>
            <a:r>
              <a:rPr lang="en-ID" dirty="0" err="1"/>
              <a:t>laporan</a:t>
            </a:r>
            <a:r>
              <a:rPr lang="en-ID" dirty="0"/>
              <a:t> </a:t>
            </a:r>
            <a:r>
              <a:rPr lang="en-ID" dirty="0" err="1"/>
              <a:t>keuangan</a:t>
            </a:r>
            <a:r>
              <a:rPr lang="en-ID" dirty="0"/>
              <a:t> </a:t>
            </a:r>
            <a:r>
              <a:rPr lang="en-ID" dirty="0" err="1"/>
              <a:t>terlihat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baik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yang </a:t>
            </a:r>
            <a:r>
              <a:rPr lang="en-ID" dirty="0" err="1"/>
              <a:t>sebenarnya</a:t>
            </a:r>
            <a:r>
              <a:rPr lang="en-ID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C40E93-FF8B-448D-BBEA-F694856742D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6821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874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2746"/>
            <a:ext cx="10515600" cy="47142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7" t="31181" r="14660"/>
          <a:stretch/>
        </p:blipFill>
        <p:spPr>
          <a:xfrm>
            <a:off x="-18867" y="0"/>
            <a:ext cx="12210868" cy="7074443"/>
          </a:xfrm>
          <a:prstGeom prst="rect">
            <a:avLst/>
          </a:prstGeom>
        </p:spPr>
      </p:pic>
      <p:sp>
        <p:nvSpPr>
          <p:cNvPr id="8" name="Flowchart: Manual Input 7">
            <a:extLst>
              <a:ext uri="{FF2B5EF4-FFF2-40B4-BE49-F238E27FC236}">
                <a16:creationId xmlns:a16="http://schemas.microsoft.com/office/drawing/2014/main" id="{13D26EEB-0515-47E0-BDF2-6403F753F256}"/>
              </a:ext>
            </a:extLst>
          </p:cNvPr>
          <p:cNvSpPr/>
          <p:nvPr userDrawn="1"/>
        </p:nvSpPr>
        <p:spPr>
          <a:xfrm rot="10800000">
            <a:off x="-18868" y="-1"/>
            <a:ext cx="12210867" cy="5165559"/>
          </a:xfrm>
          <a:prstGeom prst="flowChartManualInput">
            <a:avLst/>
          </a:prstGeom>
          <a:solidFill>
            <a:srgbClr val="E4D304">
              <a:alpha val="81961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10596613" cy="2417687"/>
          </a:xfrm>
        </p:spPr>
        <p:txBody>
          <a:bodyPr anchor="b">
            <a:normAutofit/>
          </a:bodyPr>
          <a:lstStyle>
            <a:lvl1pPr>
              <a:defRPr sz="4800">
                <a:solidFill>
                  <a:srgbClr val="0202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044006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cxnSpLocks/>
          </p:cNvCxnSpPr>
          <p:nvPr userDrawn="1"/>
        </p:nvCxnSpPr>
        <p:spPr>
          <a:xfrm flipH="1">
            <a:off x="-18868" y="4151175"/>
            <a:ext cx="12210868" cy="1014384"/>
          </a:xfrm>
          <a:prstGeom prst="line">
            <a:avLst/>
          </a:prstGeom>
          <a:ln w="57150">
            <a:solidFill>
              <a:srgbClr val="02029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437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63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Audit </a:t>
            </a:r>
            <a:r>
              <a:rPr lang="en-US" dirty="0" err="1"/>
              <a:t>Siklus</a:t>
            </a:r>
            <a:r>
              <a:rPr lang="en-US" dirty="0"/>
              <a:t> </a:t>
            </a:r>
            <a:r>
              <a:rPr lang="en-US" dirty="0" err="1"/>
              <a:t>Penjualan</a:t>
            </a:r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XIV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0A5FA20-F084-433B-84D2-ED962813CD1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30" b="30430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I: Part A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II: Part B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b="1" dirty="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845"/>
            <a:ext cx="10515600" cy="2762032"/>
          </a:xfrm>
        </p:spPr>
        <p:txBody>
          <a:bodyPr>
            <a:normAutofit/>
          </a:bodyPr>
          <a:lstStyle/>
          <a:p>
            <a:r>
              <a:rPr lang="en-US" sz="2000" dirty="0"/>
              <a:t>Import data to spreadsheet</a:t>
            </a:r>
          </a:p>
          <a:p>
            <a:r>
              <a:rPr lang="en-US" sz="2000" dirty="0"/>
              <a:t>Do basic analysis using spreadsheet</a:t>
            </a:r>
          </a:p>
          <a:p>
            <a:r>
              <a:rPr lang="en-US" sz="2000" dirty="0"/>
              <a:t>Design and test (</a:t>
            </a:r>
            <a:r>
              <a:rPr lang="en-US" sz="2000" dirty="0" err="1"/>
              <a:t>ToD</a:t>
            </a:r>
            <a:r>
              <a:rPr lang="en-US" sz="2000" dirty="0"/>
              <a:t>) Basic </a:t>
            </a:r>
            <a:r>
              <a:rPr lang="en-US" sz="2000" dirty="0" err="1"/>
              <a:t>AppCon</a:t>
            </a:r>
            <a:endParaRPr lang="en-US" sz="2000" dirty="0"/>
          </a:p>
          <a:p>
            <a:r>
              <a:rPr lang="en-US" sz="2000" dirty="0"/>
              <a:t>Basic examples of </a:t>
            </a:r>
            <a:r>
              <a:rPr lang="en-US" sz="2000" dirty="0" err="1"/>
              <a:t>ToE</a:t>
            </a:r>
            <a:r>
              <a:rPr lang="en-US" sz="2000" dirty="0"/>
              <a:t> using spreadsheet</a:t>
            </a:r>
          </a:p>
          <a:p>
            <a:r>
              <a:rPr lang="en-US" sz="2000" dirty="0" err="1"/>
              <a:t>Simulasi</a:t>
            </a:r>
            <a:r>
              <a:rPr lang="en-US" sz="2000" dirty="0"/>
              <a:t> </a:t>
            </a:r>
            <a:r>
              <a:rPr lang="en-US" sz="2000" dirty="0" err="1"/>
              <a:t>Sejajar</a:t>
            </a:r>
            <a:r>
              <a:rPr lang="en-US" sz="2000" dirty="0"/>
              <a:t> </a:t>
            </a:r>
            <a:r>
              <a:rPr lang="en-US" sz="2000" dirty="0" err="1"/>
              <a:t>dalam</a:t>
            </a:r>
            <a:r>
              <a:rPr lang="en-US" sz="2000" dirty="0"/>
              <a:t> audit</a:t>
            </a:r>
          </a:p>
          <a:p>
            <a:r>
              <a:rPr lang="en-US" sz="2000" dirty="0"/>
              <a:t>Sampling, </a:t>
            </a:r>
            <a:r>
              <a:rPr lang="en-US" sz="2000" dirty="0" err="1"/>
              <a:t>Anomali</a:t>
            </a:r>
            <a:r>
              <a:rPr lang="en-US" sz="2000" dirty="0"/>
              <a:t> &amp; </a:t>
            </a:r>
            <a:r>
              <a:rPr lang="en-US" sz="2000" dirty="0" err="1"/>
              <a:t>Pendekatan</a:t>
            </a:r>
            <a:r>
              <a:rPr lang="en-US" sz="2000" dirty="0"/>
              <a:t> </a:t>
            </a:r>
            <a:r>
              <a:rPr lang="en-US" sz="2000" dirty="0" err="1"/>
              <a:t>Statistik</a:t>
            </a:r>
            <a:r>
              <a:rPr lang="en-US" sz="2000" dirty="0"/>
              <a:t> (Mean, Median, </a:t>
            </a:r>
            <a:r>
              <a:rPr lang="en-US" sz="2000" dirty="0" err="1"/>
              <a:t>Benford</a:t>
            </a:r>
            <a:r>
              <a:rPr lang="en-US" sz="20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4950" y="754084"/>
            <a:ext cx="5800725" cy="515012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Asersi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Contoh</a:t>
            </a:r>
            <a:r>
              <a:rPr lang="en-US" dirty="0"/>
              <a:t> pada </a:t>
            </a:r>
            <a:r>
              <a:rPr lang="en-US" dirty="0" err="1"/>
              <a:t>Siklus</a:t>
            </a:r>
            <a:r>
              <a:rPr lang="en-US" dirty="0"/>
              <a:t> </a:t>
            </a:r>
            <a:r>
              <a:rPr lang="en-US" dirty="0" err="1"/>
              <a:t>Penjualan</a:t>
            </a:r>
            <a:r>
              <a:rPr lang="en-US" dirty="0"/>
              <a:t> dan </a:t>
            </a:r>
            <a:r>
              <a:rPr lang="en-US" dirty="0" err="1"/>
              <a:t>Pengeluaran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DE0C4-4FBA-493E-B083-8791FB60B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Asersi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DC40A0-1F4D-478B-9E80-1ED98A4C3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04873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5AAE3-EF8A-4AB0-9573-6ED03C1EC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748141-075E-461E-BEF5-8CD776C00ED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102"/>
          <a:stretch/>
        </p:blipFill>
        <p:spPr>
          <a:xfrm>
            <a:off x="808030" y="612995"/>
            <a:ext cx="6863622" cy="53459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0597DC9-D600-409C-81CD-AEB1C81CBAD1}"/>
              </a:ext>
            </a:extLst>
          </p:cNvPr>
          <p:cNvSpPr txBox="1"/>
          <p:nvPr/>
        </p:nvSpPr>
        <p:spPr>
          <a:xfrm>
            <a:off x="8146750" y="5513407"/>
            <a:ext cx="2163264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100" dirty="0" err="1"/>
              <a:t>Sumber</a:t>
            </a:r>
            <a:r>
              <a:rPr lang="en-ID" sz="1100" dirty="0"/>
              <a:t>:</a:t>
            </a:r>
          </a:p>
          <a:p>
            <a:r>
              <a:rPr lang="en-ID" sz="1100" dirty="0"/>
              <a:t>https://www.merriam-webster.com/dictionary/assert</a:t>
            </a:r>
          </a:p>
        </p:txBody>
      </p:sp>
    </p:spTree>
    <p:extLst>
      <p:ext uri="{BB962C8B-B14F-4D97-AF65-F5344CB8AC3E}">
        <p14:creationId xmlns:p14="http://schemas.microsoft.com/office/powerpoint/2010/main" val="1054711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73A44-F584-4800-B626-F722E6535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Asersi</a:t>
            </a:r>
            <a:r>
              <a:rPr lang="en-US" dirty="0"/>
              <a:t> </a:t>
            </a:r>
            <a:r>
              <a:rPr lang="en-US" dirty="0" err="1"/>
              <a:t>Manajemen</a:t>
            </a:r>
            <a:r>
              <a:rPr lang="en-US" dirty="0"/>
              <a:t> (</a:t>
            </a:r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keuangan</a:t>
            </a:r>
            <a:r>
              <a:rPr lang="en-US" dirty="0"/>
              <a:t>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A82F9-8DF8-41D7-AD18-C3E66C580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Pernyataan</a:t>
            </a:r>
            <a:r>
              <a:rPr lang="en-US" dirty="0"/>
              <a:t> yang </a:t>
            </a:r>
            <a:r>
              <a:rPr lang="en-US" dirty="0" err="1"/>
              <a:t>dibuat</a:t>
            </a:r>
            <a:r>
              <a:rPr lang="en-US" dirty="0"/>
              <a:t> oleh </a:t>
            </a:r>
            <a:r>
              <a:rPr lang="en-US" dirty="0" err="1"/>
              <a:t>manajemen</a:t>
            </a:r>
            <a:r>
              <a:rPr lang="en-US" dirty="0"/>
              <a:t> (</a:t>
            </a:r>
            <a:r>
              <a:rPr lang="en-US" dirty="0" err="1"/>
              <a:t>secara</a:t>
            </a:r>
            <a:r>
              <a:rPr lang="en-US" dirty="0"/>
              <a:t> </a:t>
            </a:r>
            <a:r>
              <a:rPr lang="en-US" dirty="0" err="1"/>
              <a:t>eksplisit</a:t>
            </a:r>
            <a:r>
              <a:rPr lang="en-US" dirty="0"/>
              <a:t> </a:t>
            </a:r>
            <a:r>
              <a:rPr lang="en-US" dirty="0" err="1"/>
              <a:t>maupun</a:t>
            </a:r>
            <a:r>
              <a:rPr lang="en-US" dirty="0"/>
              <a:t> </a:t>
            </a:r>
            <a:r>
              <a:rPr lang="en-US" dirty="0" err="1"/>
              <a:t>implisit</a:t>
            </a:r>
            <a:r>
              <a:rPr lang="en-US" dirty="0"/>
              <a:t>) </a:t>
            </a:r>
            <a:r>
              <a:rPr lang="en-US" dirty="0" err="1"/>
              <a:t>bahwa</a:t>
            </a:r>
            <a:r>
              <a:rPr lang="en-US" dirty="0"/>
              <a:t> </a:t>
            </a:r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keuangan</a:t>
            </a:r>
            <a:r>
              <a:rPr lang="en-US" dirty="0"/>
              <a:t> yang </a:t>
            </a:r>
            <a:r>
              <a:rPr lang="en-US" dirty="0" err="1"/>
              <a:t>dibuat</a:t>
            </a:r>
            <a:r>
              <a:rPr lang="en-US" dirty="0"/>
              <a:t> </a:t>
            </a:r>
            <a:r>
              <a:rPr lang="en-US" dirty="0" err="1"/>
              <a:t>telah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prinsip</a:t>
            </a:r>
            <a:r>
              <a:rPr lang="en-US" dirty="0"/>
              <a:t> </a:t>
            </a:r>
            <a:r>
              <a:rPr lang="en-US" dirty="0" err="1"/>
              <a:t>akuntansi</a:t>
            </a:r>
            <a:r>
              <a:rPr lang="en-US" dirty="0"/>
              <a:t> yang </a:t>
            </a:r>
            <a:r>
              <a:rPr lang="en-US" dirty="0" err="1"/>
              <a:t>berlaku</a:t>
            </a:r>
            <a:r>
              <a:rPr lang="en-US" dirty="0"/>
              <a:t> </a:t>
            </a:r>
            <a:r>
              <a:rPr lang="en-US" dirty="0" err="1"/>
              <a:t>umum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7E8870-7654-471B-8F99-8FCC6D591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4360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96C236-4600-43D5-B30D-0F4F86C1B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BF93DC-F497-4F8E-BCE6-AC4BF90507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265" y="1135005"/>
            <a:ext cx="6794920" cy="364958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BFEBDC-6B71-4C15-870D-CB6A33080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4748" y="3972647"/>
            <a:ext cx="5491987" cy="186694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EA6DE75-4999-43A1-ADE8-144EE088A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94043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Asersi</a:t>
            </a:r>
            <a:r>
              <a:rPr lang="en-US" dirty="0"/>
              <a:t> </a:t>
            </a:r>
            <a:r>
              <a:rPr lang="en-US" dirty="0" err="1"/>
              <a:t>Eksplisit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5352858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60607-D291-40A1-AE50-605E50A67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Klasifikasi</a:t>
            </a:r>
            <a:r>
              <a:rPr lang="en-US" dirty="0"/>
              <a:t> </a:t>
            </a:r>
            <a:r>
              <a:rPr lang="en-US" dirty="0" err="1"/>
              <a:t>Asersi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73BAF-84F0-49DE-A3E3-CF99CB3E5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9460"/>
            <a:ext cx="10515600" cy="4587503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en-US" b="1" dirty="0" err="1"/>
              <a:t>Keberadaan</a:t>
            </a:r>
            <a:r>
              <a:rPr lang="en-US" b="1" dirty="0"/>
              <a:t>/</a:t>
            </a:r>
            <a:r>
              <a:rPr lang="en-US" b="1" dirty="0" err="1"/>
              <a:t>Keterjadian</a:t>
            </a:r>
            <a:r>
              <a:rPr lang="en-US" b="1" dirty="0"/>
              <a:t> </a:t>
            </a:r>
            <a:r>
              <a:rPr lang="en-US" dirty="0"/>
              <a:t>(</a:t>
            </a:r>
            <a:r>
              <a:rPr lang="en-US" i="1" dirty="0"/>
              <a:t>Existence / Occurrence</a:t>
            </a:r>
            <a:r>
              <a:rPr lang="en-US" dirty="0"/>
              <a:t>)</a:t>
            </a:r>
          </a:p>
          <a:p>
            <a:pPr lvl="1">
              <a:lnSpc>
                <a:spcPct val="120000"/>
              </a:lnSpc>
            </a:pPr>
            <a:r>
              <a:rPr lang="en-US" dirty="0" err="1"/>
              <a:t>Informasi</a:t>
            </a:r>
            <a:r>
              <a:rPr lang="en-US" dirty="0"/>
              <a:t> di </a:t>
            </a:r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keuangan</a:t>
            </a:r>
            <a:r>
              <a:rPr lang="en-US" dirty="0"/>
              <a:t> </a:t>
            </a:r>
            <a:r>
              <a:rPr lang="en-US" dirty="0" err="1"/>
              <a:t>didasari</a:t>
            </a:r>
            <a:r>
              <a:rPr lang="en-US" dirty="0"/>
              <a:t> oleh </a:t>
            </a:r>
            <a:r>
              <a:rPr lang="en-US" dirty="0" err="1"/>
              <a:t>sesuatu</a:t>
            </a:r>
            <a:r>
              <a:rPr lang="en-US" dirty="0"/>
              <a:t> yang </a:t>
            </a:r>
            <a:r>
              <a:rPr lang="en-US" dirty="0" err="1"/>
              <a:t>benar-benar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terjadi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b="1" dirty="0" err="1"/>
              <a:t>Kelengkapan</a:t>
            </a:r>
            <a:r>
              <a:rPr lang="en-US" dirty="0"/>
              <a:t> (</a:t>
            </a:r>
            <a:r>
              <a:rPr lang="en-US" i="1" dirty="0"/>
              <a:t>Completeness</a:t>
            </a:r>
            <a:r>
              <a:rPr lang="en-US" dirty="0"/>
              <a:t>)</a:t>
            </a:r>
          </a:p>
          <a:p>
            <a:pPr lvl="1">
              <a:lnSpc>
                <a:spcPct val="120000"/>
              </a:lnSpc>
            </a:pPr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keuangan</a:t>
            </a:r>
            <a:r>
              <a:rPr lang="en-US" dirty="0"/>
              <a:t> </a:t>
            </a:r>
            <a:r>
              <a:rPr lang="en-US" dirty="0" err="1"/>
              <a:t>telah</a:t>
            </a:r>
            <a:r>
              <a:rPr lang="en-US" dirty="0"/>
              <a:t> </a:t>
            </a:r>
            <a:r>
              <a:rPr lang="en-US" dirty="0" err="1"/>
              <a:t>memuat</a:t>
            </a:r>
            <a:r>
              <a:rPr lang="en-US" dirty="0"/>
              <a:t> </a:t>
            </a:r>
            <a:r>
              <a:rPr lang="en-US" dirty="0" err="1"/>
              <a:t>seluruh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yang </a:t>
            </a:r>
            <a:r>
              <a:rPr lang="en-US" dirty="0" err="1"/>
              <a:t>seharusnya</a:t>
            </a:r>
            <a:r>
              <a:rPr lang="en-US" dirty="0"/>
              <a:t> </a:t>
            </a:r>
            <a:r>
              <a:rPr lang="en-US" dirty="0" err="1"/>
              <a:t>dimuat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b="1" dirty="0" err="1"/>
              <a:t>Penilaian</a:t>
            </a:r>
            <a:r>
              <a:rPr lang="en-US" b="1" dirty="0"/>
              <a:t>/</a:t>
            </a:r>
            <a:r>
              <a:rPr lang="en-US" b="1" dirty="0" err="1"/>
              <a:t>Alokasi</a:t>
            </a:r>
            <a:r>
              <a:rPr lang="en-US" b="1" dirty="0"/>
              <a:t> </a:t>
            </a:r>
            <a:r>
              <a:rPr lang="en-US" dirty="0"/>
              <a:t>(</a:t>
            </a:r>
            <a:r>
              <a:rPr lang="en-US" i="1" dirty="0"/>
              <a:t>Valuation / Allocation</a:t>
            </a:r>
            <a:r>
              <a:rPr lang="en-US" dirty="0"/>
              <a:t>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Nilai yang </a:t>
            </a:r>
            <a:r>
              <a:rPr lang="en-US" dirty="0" err="1"/>
              <a:t>disajikan</a:t>
            </a:r>
            <a:r>
              <a:rPr lang="en-US" dirty="0"/>
              <a:t> di </a:t>
            </a:r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keuangan</a:t>
            </a:r>
            <a:r>
              <a:rPr lang="en-US" dirty="0"/>
              <a:t> </a:t>
            </a:r>
            <a:r>
              <a:rPr lang="en-US" dirty="0" err="1"/>
              <a:t>memiliki</a:t>
            </a:r>
            <a:r>
              <a:rPr lang="en-US" dirty="0"/>
              <a:t> </a:t>
            </a:r>
            <a:r>
              <a:rPr lang="en-US" dirty="0" err="1"/>
              <a:t>dasar</a:t>
            </a:r>
            <a:r>
              <a:rPr lang="en-US" dirty="0"/>
              <a:t> </a:t>
            </a:r>
            <a:r>
              <a:rPr lang="en-US" dirty="0" err="1"/>
              <a:t>perhitungan</a:t>
            </a:r>
            <a:r>
              <a:rPr lang="en-US" dirty="0"/>
              <a:t> yang </a:t>
            </a:r>
            <a:r>
              <a:rPr lang="en-US" dirty="0" err="1"/>
              <a:t>benar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b="1" dirty="0" err="1"/>
              <a:t>Hak</a:t>
            </a:r>
            <a:r>
              <a:rPr lang="en-US" b="1" dirty="0"/>
              <a:t> dan </a:t>
            </a:r>
            <a:r>
              <a:rPr lang="en-US" b="1" dirty="0" err="1"/>
              <a:t>Kewajiban</a:t>
            </a:r>
            <a:r>
              <a:rPr lang="en-US" dirty="0"/>
              <a:t> (</a:t>
            </a:r>
            <a:r>
              <a:rPr lang="en-US" i="1" dirty="0"/>
              <a:t>Rights and Obligation</a:t>
            </a:r>
            <a:r>
              <a:rPr lang="en-US" dirty="0"/>
              <a:t>)</a:t>
            </a:r>
          </a:p>
          <a:p>
            <a:pPr lvl="1">
              <a:lnSpc>
                <a:spcPct val="120000"/>
              </a:lnSpc>
            </a:pPr>
            <a:r>
              <a:rPr lang="en-US" dirty="0" err="1"/>
              <a:t>Objek</a:t>
            </a:r>
            <a:r>
              <a:rPr lang="en-US" dirty="0"/>
              <a:t> yang </a:t>
            </a:r>
            <a:r>
              <a:rPr lang="en-US" dirty="0" err="1"/>
              <a:t>menjadi</a:t>
            </a:r>
            <a:r>
              <a:rPr lang="en-US" dirty="0"/>
              <a:t> </a:t>
            </a:r>
            <a:r>
              <a:rPr lang="en-US" dirty="0" err="1"/>
              <a:t>dasar</a:t>
            </a:r>
            <a:r>
              <a:rPr lang="en-US" dirty="0"/>
              <a:t> </a:t>
            </a:r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keuangan</a:t>
            </a:r>
            <a:r>
              <a:rPr lang="en-US" dirty="0"/>
              <a:t> </a:t>
            </a:r>
            <a:r>
              <a:rPr lang="en-US" dirty="0" err="1"/>
              <a:t>merupakan</a:t>
            </a:r>
            <a:r>
              <a:rPr lang="en-US" dirty="0"/>
              <a:t> </a:t>
            </a:r>
            <a:r>
              <a:rPr lang="en-US" dirty="0" err="1"/>
              <a:t>hak</a:t>
            </a:r>
            <a:r>
              <a:rPr lang="en-US" dirty="0"/>
              <a:t> dan/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kewajiban</a:t>
            </a:r>
            <a:r>
              <a:rPr lang="en-US" dirty="0"/>
              <a:t> </a:t>
            </a:r>
            <a:r>
              <a:rPr lang="en-US" dirty="0" err="1"/>
              <a:t>manajemen</a:t>
            </a:r>
            <a:r>
              <a:rPr lang="en-US" dirty="0"/>
              <a:t> (</a:t>
            </a:r>
            <a:r>
              <a:rPr lang="en-US" dirty="0" err="1"/>
              <a:t>bukan</a:t>
            </a:r>
            <a:r>
              <a:rPr lang="en-US" dirty="0"/>
              <a:t> </a:t>
            </a:r>
            <a:r>
              <a:rPr lang="en-US" dirty="0" err="1"/>
              <a:t>pihak</a:t>
            </a:r>
            <a:r>
              <a:rPr lang="en-US" dirty="0"/>
              <a:t> lain)</a:t>
            </a:r>
          </a:p>
          <a:p>
            <a:pPr>
              <a:lnSpc>
                <a:spcPct val="120000"/>
              </a:lnSpc>
            </a:pPr>
            <a:r>
              <a:rPr lang="en-US" b="1" dirty="0" err="1"/>
              <a:t>Penyajian</a:t>
            </a:r>
            <a:r>
              <a:rPr lang="en-US" b="1" dirty="0"/>
              <a:t> dan </a:t>
            </a:r>
            <a:r>
              <a:rPr lang="en-US" b="1" dirty="0" err="1"/>
              <a:t>Pengungkapan</a:t>
            </a:r>
            <a:r>
              <a:rPr lang="en-US" dirty="0"/>
              <a:t> (</a:t>
            </a:r>
            <a:r>
              <a:rPr lang="en-US" i="1" dirty="0"/>
              <a:t>Presentation and Disclosure</a:t>
            </a:r>
            <a:r>
              <a:rPr lang="en-US" dirty="0"/>
              <a:t>)</a:t>
            </a:r>
          </a:p>
          <a:p>
            <a:pPr lvl="1">
              <a:lnSpc>
                <a:spcPct val="120000"/>
              </a:lnSpc>
            </a:pPr>
            <a:r>
              <a:rPr lang="en-US" dirty="0" err="1"/>
              <a:t>Informasi</a:t>
            </a:r>
            <a:r>
              <a:rPr lang="en-US" dirty="0"/>
              <a:t> di </a:t>
            </a:r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keuangan</a:t>
            </a:r>
            <a:r>
              <a:rPr lang="en-US" dirty="0"/>
              <a:t> </a:t>
            </a:r>
            <a:r>
              <a:rPr lang="en-US" dirty="0" err="1"/>
              <a:t>disajikan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cara</a:t>
            </a:r>
            <a:r>
              <a:rPr lang="en-US" dirty="0"/>
              <a:t> yang </a:t>
            </a:r>
            <a:r>
              <a:rPr lang="en-US" dirty="0" err="1"/>
              <a:t>benar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E454A8-B972-4754-B4DD-B406FABE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7198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57519-C39C-4987-A443-1175F234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59739"/>
          </a:xfrm>
        </p:spPr>
        <p:txBody>
          <a:bodyPr/>
          <a:lstStyle/>
          <a:p>
            <a:r>
              <a:rPr lang="en-US" dirty="0"/>
              <a:t>Peran Auditor</a:t>
            </a:r>
            <a:endParaRPr lang="en-ID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D0A096C8-A31D-43EC-AA3B-BF89F32170D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024864"/>
          <a:ext cx="10515600" cy="47067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0111">
                  <a:extLst>
                    <a:ext uri="{9D8B030D-6E8A-4147-A177-3AD203B41FA5}">
                      <a16:colId xmlns:a16="http://schemas.microsoft.com/office/drawing/2014/main" val="4283758070"/>
                    </a:ext>
                  </a:extLst>
                </a:gridCol>
                <a:gridCol w="3105278">
                  <a:extLst>
                    <a:ext uri="{9D8B030D-6E8A-4147-A177-3AD203B41FA5}">
                      <a16:colId xmlns:a16="http://schemas.microsoft.com/office/drawing/2014/main" val="3835962266"/>
                    </a:ext>
                  </a:extLst>
                </a:gridCol>
                <a:gridCol w="6800211">
                  <a:extLst>
                    <a:ext uri="{9D8B030D-6E8A-4147-A177-3AD203B41FA5}">
                      <a16:colId xmlns:a16="http://schemas.microsoft.com/office/drawing/2014/main" val="1521604122"/>
                    </a:ext>
                  </a:extLst>
                </a:gridCol>
              </a:tblGrid>
              <a:tr h="348121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No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Asersi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Contoh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Pertanyaan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0085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1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Keberadaan</a:t>
                      </a:r>
                      <a:r>
                        <a:rPr lang="en-US" sz="1600" dirty="0"/>
                        <a:t> / </a:t>
                      </a:r>
                      <a:r>
                        <a:rPr lang="en-US" sz="1600" dirty="0" err="1"/>
                        <a:t>Keterjadian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 err="1"/>
                        <a:t>Apakah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aset</a:t>
                      </a:r>
                      <a:r>
                        <a:rPr lang="en-US" sz="1600" dirty="0"/>
                        <a:t> yang </a:t>
                      </a:r>
                      <a:r>
                        <a:rPr lang="en-US" sz="1600" dirty="0" err="1"/>
                        <a:t>tercantum</a:t>
                      </a:r>
                      <a:r>
                        <a:rPr lang="en-US" sz="1600" dirty="0"/>
                        <a:t> pada </a:t>
                      </a:r>
                      <a:r>
                        <a:rPr lang="en-US" sz="1600" dirty="0" err="1"/>
                        <a:t>laporan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keuangan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benar-benar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ada</a:t>
                      </a:r>
                      <a:r>
                        <a:rPr lang="en-US" sz="1600" dirty="0"/>
                        <a:t>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 err="1"/>
                        <a:t>Apakah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transaksi-transaksi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tertentu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benar-benar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terjadi</a:t>
                      </a:r>
                      <a:r>
                        <a:rPr lang="en-US" sz="1600" dirty="0"/>
                        <a:t>?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05067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2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Kelengkapan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 err="1"/>
                        <a:t>Apakah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semua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transaksi</a:t>
                      </a:r>
                      <a:r>
                        <a:rPr lang="en-US" sz="1600" dirty="0"/>
                        <a:t> yang </a:t>
                      </a:r>
                      <a:r>
                        <a:rPr lang="en-US" sz="1600" dirty="0" err="1"/>
                        <a:t>terjadi</a:t>
                      </a:r>
                      <a:r>
                        <a:rPr lang="en-US" sz="1600" dirty="0"/>
                        <a:t> pada </a:t>
                      </a:r>
                      <a:r>
                        <a:rPr lang="en-US" sz="1600" dirty="0" err="1"/>
                        <a:t>periode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laporan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keuangan</a:t>
                      </a:r>
                      <a:r>
                        <a:rPr lang="en-US" sz="1600" dirty="0"/>
                        <a:t> (cut-off) </a:t>
                      </a:r>
                      <a:r>
                        <a:rPr lang="en-US" sz="1600" dirty="0" err="1"/>
                        <a:t>telah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dicatat</a:t>
                      </a:r>
                      <a:r>
                        <a:rPr lang="en-US" sz="1600" dirty="0"/>
                        <a:t> dan </a:t>
                      </a:r>
                      <a:r>
                        <a:rPr lang="en-US" sz="1600" dirty="0" err="1"/>
                        <a:t>dimuat</a:t>
                      </a:r>
                      <a:r>
                        <a:rPr lang="en-US" sz="1600" dirty="0"/>
                        <a:t> di </a:t>
                      </a:r>
                      <a:r>
                        <a:rPr lang="en-US" sz="1600" dirty="0" err="1"/>
                        <a:t>laporan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keuangan</a:t>
                      </a:r>
                      <a:r>
                        <a:rPr lang="en-US" sz="1600" dirty="0"/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5943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3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Penilaian</a:t>
                      </a:r>
                      <a:r>
                        <a:rPr lang="en-US" sz="1600" dirty="0"/>
                        <a:t> / </a:t>
                      </a:r>
                      <a:r>
                        <a:rPr lang="en-US" sz="1600" dirty="0" err="1"/>
                        <a:t>Alokasi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 err="1"/>
                        <a:t>Apakah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persediaan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dinilai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dengan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benar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sesuai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dengan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metode</a:t>
                      </a:r>
                      <a:r>
                        <a:rPr lang="en-ID" sz="1600" dirty="0"/>
                        <a:t> yang </a:t>
                      </a:r>
                      <a:r>
                        <a:rPr lang="en-ID" sz="1600" dirty="0" err="1"/>
                        <a:t>diterima</a:t>
                      </a:r>
                      <a:r>
                        <a:rPr lang="en-ID" sz="1600" dirty="0"/>
                        <a:t> (</a:t>
                      </a:r>
                      <a:r>
                        <a:rPr lang="en-ID" sz="1600" dirty="0" err="1"/>
                        <a:t>misalnya</a:t>
                      </a:r>
                      <a:r>
                        <a:rPr lang="en-ID" sz="1600" dirty="0"/>
                        <a:t> FIFO, LIFO)?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 err="1"/>
                        <a:t>Apakah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piutang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usaha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dicatat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dengan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nilai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bersih</a:t>
                      </a:r>
                      <a:r>
                        <a:rPr lang="en-ID" sz="1600" dirty="0"/>
                        <a:t> yang </a:t>
                      </a:r>
                      <a:r>
                        <a:rPr lang="en-ID" sz="1600" dirty="0" err="1"/>
                        <a:t>dapat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direalisasikan</a:t>
                      </a:r>
                      <a:r>
                        <a:rPr lang="en-ID" sz="1600" dirty="0"/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446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4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Hak</a:t>
                      </a:r>
                      <a:r>
                        <a:rPr lang="en-US" sz="1600" dirty="0"/>
                        <a:t> dan </a:t>
                      </a:r>
                      <a:r>
                        <a:rPr lang="en-US" sz="1600" dirty="0" err="1"/>
                        <a:t>Kewajiban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 err="1"/>
                        <a:t>Apakah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barang</a:t>
                      </a:r>
                      <a:r>
                        <a:rPr lang="en-ID" sz="1600" dirty="0"/>
                        <a:t> yang </a:t>
                      </a:r>
                      <a:r>
                        <a:rPr lang="en-ID" sz="1600" dirty="0" err="1"/>
                        <a:t>tercatat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memang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milik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perusahaan</a:t>
                      </a:r>
                      <a:r>
                        <a:rPr lang="en-ID" sz="1600" dirty="0"/>
                        <a:t>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 err="1"/>
                        <a:t>Apakah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hutang</a:t>
                      </a:r>
                      <a:r>
                        <a:rPr lang="en-ID" sz="1600" dirty="0"/>
                        <a:t> yang </a:t>
                      </a:r>
                      <a:r>
                        <a:rPr lang="en-ID" sz="1600" dirty="0" err="1"/>
                        <a:t>tercatat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memang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benar-benar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hutang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perusahaan</a:t>
                      </a:r>
                      <a:r>
                        <a:rPr lang="en-ID" sz="1600" dirty="0"/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77507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5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Penyajian</a:t>
                      </a:r>
                      <a:r>
                        <a:rPr lang="en-US" sz="1600" dirty="0"/>
                        <a:t> dan </a:t>
                      </a:r>
                      <a:r>
                        <a:rPr lang="en-US" sz="1600" dirty="0" err="1"/>
                        <a:t>Pengungkapan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 err="1"/>
                        <a:t>Apakah</a:t>
                      </a:r>
                      <a:r>
                        <a:rPr lang="en-ID" sz="1600" dirty="0"/>
                        <a:t> format </a:t>
                      </a:r>
                      <a:r>
                        <a:rPr lang="en-ID" sz="1600" dirty="0" err="1"/>
                        <a:t>laporan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keuangan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sesuai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dengan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standar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akuntansi</a:t>
                      </a:r>
                      <a:r>
                        <a:rPr lang="en-ID" sz="1600" dirty="0"/>
                        <a:t> yang </a:t>
                      </a:r>
                      <a:r>
                        <a:rPr lang="en-ID" sz="1600" dirty="0" err="1"/>
                        <a:t>berlaku</a:t>
                      </a:r>
                      <a:r>
                        <a:rPr lang="en-ID" sz="1600" dirty="0"/>
                        <a:t>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 err="1"/>
                        <a:t>Apakah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informasi</a:t>
                      </a:r>
                      <a:r>
                        <a:rPr lang="en-ID" sz="1600" dirty="0"/>
                        <a:t> yang </a:t>
                      </a:r>
                      <a:r>
                        <a:rPr lang="en-ID" sz="1600" dirty="0" err="1"/>
                        <a:t>relevan</a:t>
                      </a:r>
                      <a:r>
                        <a:rPr lang="en-ID" sz="1600" dirty="0"/>
                        <a:t> dan material </a:t>
                      </a:r>
                      <a:r>
                        <a:rPr lang="en-ID" sz="1600" dirty="0" err="1"/>
                        <a:t>sudah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diungkapkan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dalam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catatan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atas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laporan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keuangan</a:t>
                      </a:r>
                      <a:r>
                        <a:rPr lang="en-ID" sz="1600" dirty="0"/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3909576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200DC8-ECFC-4AAC-BC85-38271A9B5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3233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DE0C4-4FBA-493E-B083-8791FB60B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Contoh</a:t>
            </a:r>
            <a:r>
              <a:rPr lang="en-US" dirty="0"/>
              <a:t> pada </a:t>
            </a:r>
            <a:r>
              <a:rPr lang="en-US" dirty="0" err="1"/>
              <a:t>Siklus</a:t>
            </a:r>
            <a:r>
              <a:rPr lang="en-US" dirty="0"/>
              <a:t> </a:t>
            </a:r>
            <a:r>
              <a:rPr lang="en-US" dirty="0" err="1"/>
              <a:t>Penjualan</a:t>
            </a:r>
            <a:r>
              <a:rPr lang="en-US" dirty="0"/>
              <a:t> dan </a:t>
            </a:r>
            <a:r>
              <a:rPr lang="en-US" dirty="0" err="1"/>
              <a:t>Pembelian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DC40A0-1F4D-478B-9E80-1ED98A4C3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73983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1399C-30E2-473E-9CE9-168150DF3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Siklus</a:t>
            </a:r>
            <a:r>
              <a:rPr lang="en-US" dirty="0"/>
              <a:t> </a:t>
            </a:r>
            <a:r>
              <a:rPr lang="en-US" dirty="0" err="1"/>
              <a:t>Penjualan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F0A80F-9DFD-475C-BD10-0EA77F6AB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D46DF55-516D-4C9B-BAE6-8CC473FAFA5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159" y="1376132"/>
            <a:ext cx="11479793" cy="4588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72329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F67CB-25BE-4A04-A0E9-731D5A417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851"/>
            <a:ext cx="10515600" cy="1325563"/>
          </a:xfrm>
        </p:spPr>
        <p:txBody>
          <a:bodyPr/>
          <a:lstStyle/>
          <a:p>
            <a:r>
              <a:rPr lang="en-US" dirty="0" err="1"/>
              <a:t>Kriteria</a:t>
            </a:r>
            <a:r>
              <a:rPr lang="en-US" dirty="0"/>
              <a:t> </a:t>
            </a:r>
            <a:r>
              <a:rPr lang="en-US" dirty="0" err="1"/>
              <a:t>Umum</a:t>
            </a:r>
            <a:r>
              <a:rPr lang="en-US" dirty="0"/>
              <a:t> </a:t>
            </a:r>
            <a:r>
              <a:rPr lang="en-US" dirty="0" err="1"/>
              <a:t>Pengakuan</a:t>
            </a:r>
            <a:r>
              <a:rPr lang="en-US" dirty="0"/>
              <a:t> </a:t>
            </a:r>
            <a:r>
              <a:rPr lang="en-US" dirty="0" err="1"/>
              <a:t>Pendapatan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55F62-A8F2-4B95-B268-6510144593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3351"/>
            <a:ext cx="10515600" cy="4351338"/>
          </a:xfrm>
        </p:spPr>
        <p:txBody>
          <a:bodyPr/>
          <a:lstStyle/>
          <a:p>
            <a:r>
              <a:rPr lang="en-US" sz="2800" dirty="0" err="1"/>
              <a:t>Terdapat</a:t>
            </a:r>
            <a:r>
              <a:rPr lang="en-US" sz="2800" dirty="0"/>
              <a:t> </a:t>
            </a:r>
            <a:r>
              <a:rPr lang="en-US" sz="2800" dirty="0" err="1"/>
              <a:t>bukti</a:t>
            </a:r>
            <a:r>
              <a:rPr lang="en-US" sz="2800" dirty="0"/>
              <a:t> </a:t>
            </a:r>
            <a:r>
              <a:rPr lang="en-US" sz="2800" dirty="0" err="1"/>
              <a:t>kuat</a:t>
            </a:r>
            <a:r>
              <a:rPr lang="en-US" sz="2800" dirty="0"/>
              <a:t> </a:t>
            </a:r>
            <a:r>
              <a:rPr lang="en-US" sz="2800" dirty="0" err="1"/>
              <a:t>adanya</a:t>
            </a:r>
            <a:r>
              <a:rPr lang="en-US" sz="2800" dirty="0"/>
              <a:t> </a:t>
            </a:r>
            <a:r>
              <a:rPr lang="en-US" sz="2800" dirty="0" err="1"/>
              <a:t>kesepakatan</a:t>
            </a:r>
            <a:r>
              <a:rPr lang="en-US" sz="2800" dirty="0"/>
              <a:t>.</a:t>
            </a:r>
          </a:p>
          <a:p>
            <a:r>
              <a:rPr lang="en-US" sz="2800" dirty="0" err="1"/>
              <a:t>Pengiriman</a:t>
            </a:r>
            <a:r>
              <a:rPr lang="en-US" sz="2800" dirty="0"/>
              <a:t> </a:t>
            </a:r>
            <a:r>
              <a:rPr lang="en-US" sz="2800" dirty="0" err="1"/>
              <a:t>telah</a:t>
            </a:r>
            <a:r>
              <a:rPr lang="en-US" sz="2800" dirty="0"/>
              <a:t> </a:t>
            </a:r>
            <a:r>
              <a:rPr lang="en-US" sz="2800" dirty="0" err="1"/>
              <a:t>dilakukan</a:t>
            </a:r>
            <a:r>
              <a:rPr lang="en-US" sz="2800" dirty="0"/>
              <a:t>, </a:t>
            </a:r>
            <a:r>
              <a:rPr lang="en-US" sz="2800" dirty="0" err="1"/>
              <a:t>atau</a:t>
            </a:r>
            <a:r>
              <a:rPr lang="en-US" sz="2800" dirty="0"/>
              <a:t> </a:t>
            </a:r>
            <a:r>
              <a:rPr lang="en-US" sz="2800" dirty="0" err="1"/>
              <a:t>layanan</a:t>
            </a:r>
            <a:r>
              <a:rPr lang="en-US" sz="2800" dirty="0"/>
              <a:t> </a:t>
            </a:r>
            <a:r>
              <a:rPr lang="en-US" sz="2800" dirty="0" err="1"/>
              <a:t>telah</a:t>
            </a:r>
            <a:r>
              <a:rPr lang="en-US" sz="2800" dirty="0"/>
              <a:t> </a:t>
            </a:r>
            <a:r>
              <a:rPr lang="en-US" sz="2800" dirty="0" err="1"/>
              <a:t>diberikan</a:t>
            </a:r>
            <a:r>
              <a:rPr lang="en-US" sz="2800" dirty="0"/>
              <a:t>.</a:t>
            </a:r>
          </a:p>
          <a:p>
            <a:r>
              <a:rPr lang="en-US" sz="2800" dirty="0"/>
              <a:t>Harga </a:t>
            </a:r>
            <a:r>
              <a:rPr lang="en-US" sz="2800" dirty="0" err="1"/>
              <a:t>penjual</a:t>
            </a:r>
            <a:r>
              <a:rPr lang="en-US" sz="2800" dirty="0"/>
              <a:t> </a:t>
            </a:r>
            <a:r>
              <a:rPr lang="en-US" sz="2800" dirty="0" err="1"/>
              <a:t>kepada</a:t>
            </a:r>
            <a:r>
              <a:rPr lang="en-US" sz="2800" dirty="0"/>
              <a:t> </a:t>
            </a:r>
            <a:r>
              <a:rPr lang="en-US" sz="2800" dirty="0" err="1"/>
              <a:t>pembeli</a:t>
            </a:r>
            <a:r>
              <a:rPr lang="en-US" sz="2800" dirty="0"/>
              <a:t> </a:t>
            </a:r>
            <a:r>
              <a:rPr lang="en-US" sz="2800" dirty="0" err="1"/>
              <a:t>bersifat</a:t>
            </a:r>
            <a:r>
              <a:rPr lang="en-US" sz="2800" dirty="0"/>
              <a:t> </a:t>
            </a:r>
            <a:r>
              <a:rPr lang="en-US" sz="2800" dirty="0" err="1"/>
              <a:t>tetap</a:t>
            </a:r>
            <a:r>
              <a:rPr lang="en-US" sz="2800" dirty="0"/>
              <a:t> </a:t>
            </a:r>
            <a:r>
              <a:rPr lang="en-US" sz="2800" dirty="0" err="1"/>
              <a:t>atau</a:t>
            </a:r>
            <a:r>
              <a:rPr lang="en-US" sz="2800" dirty="0"/>
              <a:t> </a:t>
            </a:r>
            <a:r>
              <a:rPr lang="en-US" sz="2800" dirty="0" err="1"/>
              <a:t>dapat</a:t>
            </a:r>
            <a:r>
              <a:rPr lang="en-US" sz="2800" dirty="0"/>
              <a:t> </a:t>
            </a:r>
            <a:r>
              <a:rPr lang="en-US" sz="2800" dirty="0" err="1"/>
              <a:t>ditentukan</a:t>
            </a:r>
            <a:r>
              <a:rPr lang="en-US" sz="2800" dirty="0"/>
              <a:t>.</a:t>
            </a:r>
          </a:p>
          <a:p>
            <a:r>
              <a:rPr lang="en-US" sz="2800" dirty="0" err="1"/>
              <a:t>Kemungkinan</a:t>
            </a:r>
            <a:r>
              <a:rPr lang="en-US" sz="2800" dirty="0"/>
              <a:t> </a:t>
            </a:r>
            <a:r>
              <a:rPr lang="en-US" sz="2800" dirty="0" err="1"/>
              <a:t>penagihan</a:t>
            </a:r>
            <a:r>
              <a:rPr lang="en-US" sz="2800" dirty="0"/>
              <a:t> </a:t>
            </a:r>
            <a:r>
              <a:rPr lang="en-US" sz="2800" dirty="0" err="1"/>
              <a:t>dapat</a:t>
            </a:r>
            <a:r>
              <a:rPr lang="en-US" sz="2800" dirty="0"/>
              <a:t> </a:t>
            </a:r>
            <a:r>
              <a:rPr lang="en-US" sz="2800" dirty="0" err="1"/>
              <a:t>dipastikan</a:t>
            </a:r>
            <a:r>
              <a:rPr lang="en-US" sz="2800" dirty="0"/>
              <a:t> </a:t>
            </a:r>
            <a:r>
              <a:rPr lang="en-US" sz="2800" dirty="0" err="1"/>
              <a:t>secara</a:t>
            </a:r>
            <a:r>
              <a:rPr lang="en-US" sz="2800" dirty="0"/>
              <a:t> </a:t>
            </a:r>
            <a:r>
              <a:rPr lang="en-US" sz="2800" dirty="0" err="1"/>
              <a:t>wajar</a:t>
            </a:r>
            <a:r>
              <a:rPr lang="en-US" sz="2800" dirty="0"/>
              <a:t>.</a:t>
            </a:r>
            <a:endParaRPr lang="id-ID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AC74D2-A25E-4DDA-93B8-689D7023A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0319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A785C-0877-4017-A9DC-6C8864073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92285"/>
          </a:xfrm>
        </p:spPr>
        <p:txBody>
          <a:bodyPr/>
          <a:lstStyle/>
          <a:p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Kasus</a:t>
            </a:r>
            <a:r>
              <a:rPr lang="en-US" dirty="0"/>
              <a:t> Fraud </a:t>
            </a:r>
            <a:r>
              <a:rPr lang="en-US" dirty="0" err="1"/>
              <a:t>Penjualan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77740-18E8-47D8-9845-C83E6ABF9F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7410"/>
            <a:ext cx="10515600" cy="435133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Pengakuan</a:t>
            </a:r>
            <a:r>
              <a:rPr lang="en-US" sz="2800" dirty="0"/>
              <a:t> </a:t>
            </a:r>
            <a:r>
              <a:rPr lang="en-US" sz="2800" dirty="0" err="1"/>
              <a:t>pendapatan</a:t>
            </a:r>
            <a:r>
              <a:rPr lang="en-US" sz="2800" dirty="0"/>
              <a:t> </a:t>
            </a:r>
            <a:r>
              <a:rPr lang="en-US" sz="2800" dirty="0" err="1"/>
              <a:t>lebih</a:t>
            </a:r>
            <a:r>
              <a:rPr lang="en-US" sz="2800" dirty="0"/>
              <a:t> </a:t>
            </a:r>
            <a:r>
              <a:rPr lang="en-US" sz="2800" dirty="0" err="1"/>
              <a:t>awal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Membiarkan</a:t>
            </a:r>
            <a:r>
              <a:rPr lang="en-US" sz="2800" dirty="0"/>
              <a:t> </a:t>
            </a:r>
            <a:r>
              <a:rPr lang="en-US" sz="2800" dirty="0" err="1"/>
              <a:t>pembukuan</a:t>
            </a:r>
            <a:r>
              <a:rPr lang="en-US" sz="2800" dirty="0"/>
              <a:t> </a:t>
            </a:r>
            <a:r>
              <a:rPr lang="en-US" sz="2800" dirty="0" err="1"/>
              <a:t>terbuka</a:t>
            </a:r>
            <a:r>
              <a:rPr lang="en-US" sz="2800" dirty="0"/>
              <a:t> </a:t>
            </a:r>
            <a:r>
              <a:rPr lang="en-US" sz="2800" dirty="0" err="1"/>
              <a:t>melewati</a:t>
            </a:r>
            <a:r>
              <a:rPr lang="en-US" sz="2800" dirty="0"/>
              <a:t> </a:t>
            </a:r>
            <a:r>
              <a:rPr lang="en-US" sz="2800" dirty="0" err="1"/>
              <a:t>periode</a:t>
            </a:r>
            <a:r>
              <a:rPr lang="en-US" sz="2800" dirty="0"/>
              <a:t> </a:t>
            </a:r>
            <a:r>
              <a:rPr lang="en-US" sz="2800" dirty="0" err="1"/>
              <a:t>akuntansi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Penjualan</a:t>
            </a:r>
            <a:r>
              <a:rPr lang="en-US" sz="2800" dirty="0"/>
              <a:t> </a:t>
            </a:r>
            <a:r>
              <a:rPr lang="en-US" sz="2800" dirty="0" err="1"/>
              <a:t>fiktif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Kegagalan</a:t>
            </a:r>
            <a:r>
              <a:rPr lang="en-US" sz="2800" dirty="0"/>
              <a:t> </a:t>
            </a:r>
            <a:r>
              <a:rPr lang="en-US" sz="2800" dirty="0" err="1"/>
              <a:t>mencatat</a:t>
            </a:r>
            <a:r>
              <a:rPr lang="en-US" sz="2800" dirty="0"/>
              <a:t> </a:t>
            </a:r>
            <a:r>
              <a:rPr lang="en-US" sz="2800" dirty="0" err="1"/>
              <a:t>pengembalian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Fraud </a:t>
            </a:r>
            <a:r>
              <a:rPr lang="en-US" sz="2800" dirty="0" err="1"/>
              <a:t>dalam</a:t>
            </a:r>
            <a:r>
              <a:rPr lang="en-US" sz="2800" dirty="0"/>
              <a:t> </a:t>
            </a:r>
            <a:r>
              <a:rPr lang="en-US" sz="2800" dirty="0" err="1"/>
              <a:t>metode</a:t>
            </a:r>
            <a:r>
              <a:rPr lang="en-US" sz="2800" dirty="0"/>
              <a:t> </a:t>
            </a:r>
            <a:r>
              <a:rPr lang="en-US" sz="2800" dirty="0" err="1"/>
              <a:t>persentase</a:t>
            </a:r>
            <a:r>
              <a:rPr lang="en-US" sz="2800" dirty="0"/>
              <a:t> </a:t>
            </a:r>
            <a:r>
              <a:rPr lang="en-US" sz="2800" dirty="0" err="1"/>
              <a:t>penyelesaian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Transaksi</a:t>
            </a:r>
            <a:r>
              <a:rPr lang="en-US" sz="2800" dirty="0"/>
              <a:t> </a:t>
            </a:r>
            <a:r>
              <a:rPr lang="en-US" sz="2800" dirty="0" err="1"/>
              <a:t>dengan</a:t>
            </a:r>
            <a:r>
              <a:rPr lang="en-US" sz="2800" dirty="0"/>
              <a:t> </a:t>
            </a:r>
            <a:r>
              <a:rPr lang="en-US" sz="2800" dirty="0" err="1"/>
              <a:t>pihak</a:t>
            </a:r>
            <a:r>
              <a:rPr lang="en-US" sz="2800" dirty="0"/>
              <a:t> </a:t>
            </a:r>
            <a:r>
              <a:rPr lang="en-US" sz="2800" dirty="0" err="1"/>
              <a:t>terkait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Melebih-lebihkan</a:t>
            </a:r>
            <a:r>
              <a:rPr lang="en-US" sz="2800" dirty="0"/>
              <a:t> </a:t>
            </a:r>
            <a:r>
              <a:rPr lang="en-US" sz="2800" dirty="0" err="1"/>
              <a:t>piutang</a:t>
            </a:r>
            <a:r>
              <a:rPr lang="en-US" sz="2800" dirty="0"/>
              <a:t> dan </a:t>
            </a:r>
            <a:r>
              <a:rPr lang="en-US" sz="2800" dirty="0" err="1"/>
              <a:t>persediaan</a:t>
            </a:r>
            <a:r>
              <a:rPr lang="en-US" sz="2800" dirty="0"/>
              <a:t>; dan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Penghilangan</a:t>
            </a:r>
            <a:r>
              <a:rPr lang="en-US" sz="2800" dirty="0"/>
              <a:t> </a:t>
            </a:r>
            <a:r>
              <a:rPr lang="en-US" sz="2800" dirty="0" err="1"/>
              <a:t>kewajiban</a:t>
            </a:r>
            <a:r>
              <a:rPr lang="en-US" sz="2800" dirty="0"/>
              <a:t> dan </a:t>
            </a:r>
            <a:r>
              <a:rPr lang="en-US" sz="2800" dirty="0" err="1"/>
              <a:t>beban</a:t>
            </a:r>
            <a:r>
              <a:rPr lang="en-US" sz="2800" dirty="0"/>
              <a:t>.</a:t>
            </a:r>
            <a:endParaRPr lang="id-ID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09570A-925C-4728-8FB9-5DBEBEC2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1100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A785C-0877-4017-A9DC-6C8864073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92285"/>
          </a:xfrm>
        </p:spPr>
        <p:txBody>
          <a:bodyPr/>
          <a:lstStyle/>
          <a:p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Kasus</a:t>
            </a:r>
            <a:r>
              <a:rPr lang="en-US" dirty="0"/>
              <a:t> Fraud </a:t>
            </a:r>
            <a:r>
              <a:rPr lang="en-US" dirty="0" err="1"/>
              <a:t>Pembelian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77740-18E8-47D8-9845-C83E6ABF9F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7410"/>
            <a:ext cx="10515600" cy="435133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Pembelian</a:t>
            </a:r>
            <a:r>
              <a:rPr lang="en-US" sz="2800" dirty="0"/>
              <a:t> </a:t>
            </a:r>
            <a:r>
              <a:rPr lang="en-US" sz="2800" dirty="0" err="1"/>
              <a:t>Fiktif</a:t>
            </a:r>
            <a:endParaRPr lang="en-US" sz="2800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Pembelian</a:t>
            </a:r>
            <a:r>
              <a:rPr lang="en-US" dirty="0"/>
              <a:t> </a:t>
            </a:r>
            <a:r>
              <a:rPr lang="en-US" dirty="0" err="1"/>
              <a:t>Berlebihan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Kickback (</a:t>
            </a:r>
            <a:r>
              <a:rPr lang="en-US" sz="2800" dirty="0" err="1"/>
              <a:t>sogokan</a:t>
            </a:r>
            <a:r>
              <a:rPr lang="en-US" sz="280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Pembelian</a:t>
            </a:r>
            <a:r>
              <a:rPr lang="en-US" dirty="0"/>
              <a:t> </a:t>
            </a:r>
            <a:r>
              <a:rPr lang="en-US" dirty="0" err="1"/>
              <a:t>Barang</a:t>
            </a:r>
            <a:r>
              <a:rPr lang="en-US" dirty="0"/>
              <a:t> </a:t>
            </a:r>
            <a:r>
              <a:rPr lang="en-US" dirty="0" err="1"/>
              <a:t>Pribadi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Double Billing</a:t>
            </a:r>
            <a:r>
              <a:rPr lang="en-US" dirty="0"/>
              <a:t> (</a:t>
            </a:r>
            <a:r>
              <a:rPr lang="en-US" dirty="0" err="1"/>
              <a:t>penagihan</a:t>
            </a:r>
            <a:r>
              <a:rPr lang="en-US" dirty="0"/>
              <a:t> </a:t>
            </a:r>
            <a:r>
              <a:rPr lang="en-US" dirty="0" err="1"/>
              <a:t>ganda</a:t>
            </a:r>
            <a:r>
              <a:rPr lang="en-US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Skimming (</a:t>
            </a:r>
            <a:r>
              <a:rPr lang="en-US" sz="2800" dirty="0" err="1"/>
              <a:t>pengurangan</a:t>
            </a:r>
            <a:r>
              <a:rPr lang="en-US" sz="2800" dirty="0"/>
              <a:t>) dan </a:t>
            </a:r>
            <a:r>
              <a:rPr lang="en-US" sz="2800" dirty="0" err="1"/>
              <a:t>Pema</a:t>
            </a:r>
            <a:r>
              <a:rPr lang="en-US" dirty="0" err="1"/>
              <a:t>lsuan</a:t>
            </a:r>
            <a:r>
              <a:rPr lang="en-US" dirty="0"/>
              <a:t> </a:t>
            </a:r>
            <a:r>
              <a:rPr lang="en-US" dirty="0" err="1"/>
              <a:t>Dokumen</a:t>
            </a: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09570A-925C-4728-8FB9-5DBEBEC2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0552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22CCAB-AD74-4DA5-AEA7-C4423EA71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67012778-5E96-49A1-9776-8DC2B33F5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</p:spPr>
        <p:txBody>
          <a:bodyPr/>
          <a:lstStyle/>
          <a:p>
            <a:r>
              <a:rPr lang="en-US" b="1" dirty="0"/>
              <a:t>Assertions about Classes of Transactions</a:t>
            </a:r>
            <a:endParaRPr lang="id-ID" dirty="0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B2050B-817B-45F2-BBCA-5137B317A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131" y="1795167"/>
            <a:ext cx="10627919" cy="4096269"/>
          </a:xfrm>
        </p:spPr>
        <p:txBody>
          <a:bodyPr>
            <a:normAutofit/>
          </a:bodyPr>
          <a:lstStyle/>
          <a:p>
            <a:r>
              <a:rPr lang="en-US" sz="2000" b="1" dirty="0" err="1"/>
              <a:t>Keberadaan</a:t>
            </a:r>
            <a:r>
              <a:rPr lang="en-US" sz="2000" b="1" dirty="0"/>
              <a:t> (Occurrence): </a:t>
            </a:r>
            <a:r>
              <a:rPr lang="en-US" sz="2000" dirty="0" err="1"/>
              <a:t>Semua</a:t>
            </a:r>
            <a:r>
              <a:rPr lang="en-US" sz="2000" dirty="0"/>
              <a:t> </a:t>
            </a:r>
            <a:r>
              <a:rPr lang="en-US" sz="2000" dirty="0" err="1"/>
              <a:t>transaksi</a:t>
            </a:r>
            <a:r>
              <a:rPr lang="en-US" sz="2000" dirty="0"/>
              <a:t> dan </a:t>
            </a:r>
            <a:r>
              <a:rPr lang="en-US" sz="2000" dirty="0" err="1"/>
              <a:t>peristiwa</a:t>
            </a:r>
            <a:r>
              <a:rPr lang="en-US" sz="2000" dirty="0"/>
              <a:t> </a:t>
            </a:r>
            <a:r>
              <a:rPr lang="en-US" sz="2000" dirty="0" err="1"/>
              <a:t>penerimaan</a:t>
            </a:r>
            <a:r>
              <a:rPr lang="en-US" sz="2000" dirty="0"/>
              <a:t> </a:t>
            </a:r>
            <a:r>
              <a:rPr lang="en-US" sz="2000" dirty="0" err="1"/>
              <a:t>pendapatan</a:t>
            </a:r>
            <a:r>
              <a:rPr lang="en-US" sz="2000" dirty="0"/>
              <a:t> dan kas yang </a:t>
            </a:r>
            <a:r>
              <a:rPr lang="en-US" sz="2000" dirty="0" err="1"/>
              <a:t>telah</a:t>
            </a:r>
            <a:r>
              <a:rPr lang="en-US" sz="2000" dirty="0"/>
              <a:t> </a:t>
            </a:r>
            <a:r>
              <a:rPr lang="en-US" sz="2000" dirty="0" err="1"/>
              <a:t>dicatat</a:t>
            </a:r>
            <a:r>
              <a:rPr lang="en-US" sz="2000" dirty="0"/>
              <a:t> </a:t>
            </a:r>
            <a:r>
              <a:rPr lang="en-US" sz="2000" dirty="0" err="1"/>
              <a:t>memang</a:t>
            </a:r>
            <a:r>
              <a:rPr lang="en-US" sz="2000" dirty="0"/>
              <a:t> </a:t>
            </a:r>
            <a:r>
              <a:rPr lang="en-US" sz="2000" dirty="0" err="1"/>
              <a:t>terjadi</a:t>
            </a:r>
            <a:r>
              <a:rPr lang="en-US" sz="2000" dirty="0"/>
              <a:t> dan </a:t>
            </a:r>
            <a:r>
              <a:rPr lang="en-US" sz="2000" dirty="0" err="1"/>
              <a:t>berkaitan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dirty="0" err="1"/>
              <a:t>entitas</a:t>
            </a:r>
            <a:r>
              <a:rPr lang="en-US" sz="2000" dirty="0"/>
              <a:t> </a:t>
            </a:r>
            <a:r>
              <a:rPr lang="en-US" sz="2000" dirty="0" err="1"/>
              <a:t>tersebut</a:t>
            </a:r>
            <a:r>
              <a:rPr lang="en-US" sz="2000" dirty="0"/>
              <a:t>.</a:t>
            </a:r>
          </a:p>
          <a:p>
            <a:r>
              <a:rPr lang="en-US" sz="2000" b="1" dirty="0" err="1"/>
              <a:t>Kelengkapan</a:t>
            </a:r>
            <a:r>
              <a:rPr lang="en-US" sz="2000" b="1" dirty="0"/>
              <a:t> (Completeness): </a:t>
            </a:r>
            <a:r>
              <a:rPr lang="en-US" sz="2000" dirty="0" err="1"/>
              <a:t>Semua</a:t>
            </a:r>
            <a:r>
              <a:rPr lang="en-US" sz="2000" dirty="0"/>
              <a:t> </a:t>
            </a:r>
            <a:r>
              <a:rPr lang="en-US" sz="2000" dirty="0" err="1"/>
              <a:t>transaksi</a:t>
            </a:r>
            <a:r>
              <a:rPr lang="en-US" sz="2000" dirty="0"/>
              <a:t> dan </a:t>
            </a:r>
            <a:r>
              <a:rPr lang="en-US" sz="2000" dirty="0" err="1"/>
              <a:t>peristiwa</a:t>
            </a:r>
            <a:r>
              <a:rPr lang="en-US" sz="2000" dirty="0"/>
              <a:t> </a:t>
            </a:r>
            <a:r>
              <a:rPr lang="en-US" sz="2000" dirty="0" err="1"/>
              <a:t>penerimaan</a:t>
            </a:r>
            <a:r>
              <a:rPr lang="en-US" sz="2000" dirty="0"/>
              <a:t> </a:t>
            </a:r>
            <a:r>
              <a:rPr lang="en-US" sz="2000" dirty="0" err="1"/>
              <a:t>pendapatan</a:t>
            </a:r>
            <a:r>
              <a:rPr lang="en-US" sz="2000" dirty="0"/>
              <a:t> dan kas yang </a:t>
            </a:r>
            <a:r>
              <a:rPr lang="en-US" sz="2000" dirty="0" err="1"/>
              <a:t>seharusnya</a:t>
            </a:r>
            <a:r>
              <a:rPr lang="en-US" sz="2000" dirty="0"/>
              <a:t> </a:t>
            </a:r>
            <a:r>
              <a:rPr lang="en-US" sz="2000" dirty="0" err="1"/>
              <a:t>dicatat</a:t>
            </a:r>
            <a:r>
              <a:rPr lang="en-US" sz="2000" dirty="0"/>
              <a:t> </a:t>
            </a:r>
            <a:r>
              <a:rPr lang="en-US" sz="2000" dirty="0" err="1"/>
              <a:t>telah</a:t>
            </a:r>
            <a:r>
              <a:rPr lang="en-US" sz="2000" dirty="0"/>
              <a:t> </a:t>
            </a:r>
            <a:r>
              <a:rPr lang="en-US" sz="2000" dirty="0" err="1"/>
              <a:t>dicatat</a:t>
            </a:r>
            <a:r>
              <a:rPr lang="en-US" sz="2000" dirty="0"/>
              <a:t>.</a:t>
            </a:r>
          </a:p>
          <a:p>
            <a:r>
              <a:rPr lang="en-US" sz="2000" b="1" dirty="0" err="1"/>
              <a:t>Otorisasi</a:t>
            </a:r>
            <a:r>
              <a:rPr lang="en-US" sz="2000" b="1" dirty="0"/>
              <a:t> (Authorization): </a:t>
            </a:r>
            <a:r>
              <a:rPr lang="en-US" sz="2000" dirty="0" err="1"/>
              <a:t>Semua</a:t>
            </a:r>
            <a:r>
              <a:rPr lang="en-US" sz="2000" dirty="0"/>
              <a:t> </a:t>
            </a:r>
            <a:r>
              <a:rPr lang="en-US" sz="2000" dirty="0" err="1"/>
              <a:t>transaksi</a:t>
            </a:r>
            <a:r>
              <a:rPr lang="en-US" sz="2000" dirty="0"/>
              <a:t> dan </a:t>
            </a:r>
            <a:r>
              <a:rPr lang="en-US" sz="2000" dirty="0" err="1"/>
              <a:t>peristiwa</a:t>
            </a:r>
            <a:r>
              <a:rPr lang="en-US" sz="2000" dirty="0"/>
              <a:t> </a:t>
            </a:r>
            <a:r>
              <a:rPr lang="en-US" sz="2000" dirty="0" err="1"/>
              <a:t>penerimaan</a:t>
            </a:r>
            <a:r>
              <a:rPr lang="en-US" sz="2000" dirty="0"/>
              <a:t> </a:t>
            </a:r>
            <a:r>
              <a:rPr lang="en-US" sz="2000" dirty="0" err="1"/>
              <a:t>pendapatan</a:t>
            </a:r>
            <a:r>
              <a:rPr lang="en-US" sz="2000" dirty="0"/>
              <a:t> dan kas </a:t>
            </a:r>
            <a:r>
              <a:rPr lang="en-US" sz="2000" dirty="0" err="1"/>
              <a:t>telah</a:t>
            </a:r>
            <a:r>
              <a:rPr lang="en-US" sz="2000" dirty="0"/>
              <a:t> </a:t>
            </a:r>
            <a:r>
              <a:rPr lang="en-US" sz="2000" dirty="0" err="1"/>
              <a:t>diotorisasi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dirty="0" err="1"/>
              <a:t>benar</a:t>
            </a:r>
            <a:r>
              <a:rPr lang="en-US" sz="2000" dirty="0"/>
              <a:t>.</a:t>
            </a:r>
          </a:p>
          <a:p>
            <a:r>
              <a:rPr lang="en-US" sz="2000" b="1" dirty="0" err="1"/>
              <a:t>Ketepatan</a:t>
            </a:r>
            <a:r>
              <a:rPr lang="en-US" sz="2000" b="1" dirty="0"/>
              <a:t> (Accuracy): </a:t>
            </a:r>
            <a:r>
              <a:rPr lang="en-US" sz="2000" dirty="0" err="1"/>
              <a:t>Jumlah</a:t>
            </a:r>
            <a:r>
              <a:rPr lang="en-US" sz="2000" dirty="0"/>
              <a:t> dan data </a:t>
            </a:r>
            <a:r>
              <a:rPr lang="en-US" sz="2000" dirty="0" err="1"/>
              <a:t>lainnya</a:t>
            </a:r>
            <a:r>
              <a:rPr lang="en-US" sz="2000" dirty="0"/>
              <a:t> yang </a:t>
            </a:r>
            <a:r>
              <a:rPr lang="en-US" sz="2000" dirty="0" err="1"/>
              <a:t>berkaitan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dirty="0" err="1"/>
              <a:t>transaksi</a:t>
            </a:r>
            <a:r>
              <a:rPr lang="en-US" sz="2000" dirty="0"/>
              <a:t> dan </a:t>
            </a:r>
            <a:r>
              <a:rPr lang="en-US" sz="2000" dirty="0" err="1"/>
              <a:t>peristiwa</a:t>
            </a:r>
            <a:r>
              <a:rPr lang="en-US" sz="2000" dirty="0"/>
              <a:t> </a:t>
            </a:r>
            <a:r>
              <a:rPr lang="en-US" sz="2000" dirty="0" err="1"/>
              <a:t>penerimaan</a:t>
            </a:r>
            <a:r>
              <a:rPr lang="en-US" sz="2000" dirty="0"/>
              <a:t> </a:t>
            </a:r>
            <a:r>
              <a:rPr lang="en-US" sz="2000" dirty="0" err="1"/>
              <a:t>pendapatan</a:t>
            </a:r>
            <a:r>
              <a:rPr lang="en-US" sz="2000" dirty="0"/>
              <a:t> dan kas yang </a:t>
            </a:r>
            <a:r>
              <a:rPr lang="en-US" sz="2000" dirty="0" err="1"/>
              <a:t>dicatat</a:t>
            </a:r>
            <a:r>
              <a:rPr lang="en-US" sz="2000" dirty="0"/>
              <a:t> </a:t>
            </a:r>
            <a:r>
              <a:rPr lang="en-US" sz="2000" dirty="0" err="1"/>
              <a:t>telah</a:t>
            </a:r>
            <a:r>
              <a:rPr lang="en-US" sz="2000" dirty="0"/>
              <a:t> </a:t>
            </a:r>
            <a:r>
              <a:rPr lang="en-US" sz="2000" dirty="0" err="1"/>
              <a:t>dicatat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dirty="0" err="1"/>
              <a:t>tepat</a:t>
            </a:r>
            <a:r>
              <a:rPr lang="en-US" sz="2000" dirty="0"/>
              <a:t>.</a:t>
            </a:r>
          </a:p>
          <a:p>
            <a:r>
              <a:rPr lang="en-US" sz="2000" b="1" dirty="0" err="1"/>
              <a:t>Pemutusan</a:t>
            </a:r>
            <a:r>
              <a:rPr lang="en-US" sz="2000" b="1" dirty="0"/>
              <a:t> (Cutoff): </a:t>
            </a:r>
            <a:r>
              <a:rPr lang="en-US" sz="2000" dirty="0" err="1"/>
              <a:t>Semua</a:t>
            </a:r>
            <a:r>
              <a:rPr lang="en-US" sz="2000" dirty="0"/>
              <a:t> </a:t>
            </a:r>
            <a:r>
              <a:rPr lang="en-US" sz="2000" dirty="0" err="1"/>
              <a:t>transaksi</a:t>
            </a:r>
            <a:r>
              <a:rPr lang="en-US" sz="2000" dirty="0"/>
              <a:t> dan </a:t>
            </a:r>
            <a:r>
              <a:rPr lang="en-US" sz="2000" dirty="0" err="1"/>
              <a:t>peristiwa</a:t>
            </a:r>
            <a:r>
              <a:rPr lang="en-US" sz="2000" dirty="0"/>
              <a:t> </a:t>
            </a:r>
            <a:r>
              <a:rPr lang="en-US" sz="2000" dirty="0" err="1"/>
              <a:t>penerimaan</a:t>
            </a:r>
            <a:r>
              <a:rPr lang="en-US" sz="2000" dirty="0"/>
              <a:t> </a:t>
            </a:r>
            <a:r>
              <a:rPr lang="en-US" sz="2000" dirty="0" err="1"/>
              <a:t>pendapatan</a:t>
            </a:r>
            <a:r>
              <a:rPr lang="en-US" sz="2000" dirty="0"/>
              <a:t> dan kas </a:t>
            </a:r>
            <a:r>
              <a:rPr lang="en-US" sz="2000" dirty="0" err="1"/>
              <a:t>telah</a:t>
            </a:r>
            <a:r>
              <a:rPr lang="en-US" sz="2000" dirty="0"/>
              <a:t> </a:t>
            </a:r>
            <a:r>
              <a:rPr lang="en-US" sz="2000" dirty="0" err="1"/>
              <a:t>dicatat</a:t>
            </a:r>
            <a:r>
              <a:rPr lang="en-US" sz="2000" dirty="0"/>
              <a:t> pada </a:t>
            </a:r>
            <a:r>
              <a:rPr lang="en-US" sz="2000" dirty="0" err="1"/>
              <a:t>periode</a:t>
            </a:r>
            <a:r>
              <a:rPr lang="en-US" sz="2000" dirty="0"/>
              <a:t> </a:t>
            </a:r>
            <a:r>
              <a:rPr lang="en-US" sz="2000" dirty="0" err="1"/>
              <a:t>akuntansi</a:t>
            </a:r>
            <a:r>
              <a:rPr lang="en-US" sz="2000" dirty="0"/>
              <a:t> yang </a:t>
            </a:r>
            <a:r>
              <a:rPr lang="en-US" sz="2000" dirty="0" err="1"/>
              <a:t>benar</a:t>
            </a:r>
            <a:r>
              <a:rPr lang="en-US" sz="2000" dirty="0"/>
              <a:t>.</a:t>
            </a:r>
          </a:p>
          <a:p>
            <a:r>
              <a:rPr lang="en-US" sz="2000" b="1" dirty="0" err="1"/>
              <a:t>Klasifikasi</a:t>
            </a:r>
            <a:r>
              <a:rPr lang="en-US" sz="2000" b="1" dirty="0"/>
              <a:t> (Classification): </a:t>
            </a:r>
            <a:r>
              <a:rPr lang="en-US" sz="2000" dirty="0" err="1"/>
              <a:t>Semua</a:t>
            </a:r>
            <a:r>
              <a:rPr lang="en-US" sz="2000" dirty="0"/>
              <a:t> </a:t>
            </a:r>
            <a:r>
              <a:rPr lang="en-US" sz="2000" dirty="0" err="1"/>
              <a:t>transaksi</a:t>
            </a:r>
            <a:r>
              <a:rPr lang="en-US" sz="2000" dirty="0"/>
              <a:t> dan </a:t>
            </a:r>
            <a:r>
              <a:rPr lang="en-US" sz="2000" dirty="0" err="1"/>
              <a:t>peristiwa</a:t>
            </a:r>
            <a:r>
              <a:rPr lang="en-US" sz="2000" dirty="0"/>
              <a:t> </a:t>
            </a:r>
            <a:r>
              <a:rPr lang="en-US" sz="2000" dirty="0" err="1"/>
              <a:t>penerimaan</a:t>
            </a:r>
            <a:r>
              <a:rPr lang="en-US" sz="2000" dirty="0"/>
              <a:t> </a:t>
            </a:r>
            <a:r>
              <a:rPr lang="en-US" sz="2000" dirty="0" err="1"/>
              <a:t>pendapatan</a:t>
            </a:r>
            <a:r>
              <a:rPr lang="en-US" sz="2000" dirty="0"/>
              <a:t> dan kas </a:t>
            </a:r>
            <a:r>
              <a:rPr lang="en-US" sz="2000" dirty="0" err="1"/>
              <a:t>telah</a:t>
            </a:r>
            <a:r>
              <a:rPr lang="en-US" sz="2000" dirty="0"/>
              <a:t> </a:t>
            </a:r>
            <a:r>
              <a:rPr lang="en-US" sz="2000" dirty="0" err="1"/>
              <a:t>dicatat</a:t>
            </a:r>
            <a:r>
              <a:rPr lang="en-US" sz="2000" dirty="0"/>
              <a:t> </a:t>
            </a:r>
            <a:r>
              <a:rPr lang="en-US" sz="2000" dirty="0" err="1"/>
              <a:t>dalam</a:t>
            </a:r>
            <a:r>
              <a:rPr lang="en-US" sz="2000" dirty="0"/>
              <a:t> </a:t>
            </a:r>
            <a:r>
              <a:rPr lang="en-US" sz="2000" dirty="0" err="1"/>
              <a:t>akun</a:t>
            </a:r>
            <a:r>
              <a:rPr lang="en-US" sz="2000" dirty="0"/>
              <a:t> yang </a:t>
            </a:r>
            <a:r>
              <a:rPr lang="en-US" sz="2000" dirty="0" err="1"/>
              <a:t>benar</a:t>
            </a:r>
            <a:r>
              <a:rPr lang="en-US" sz="2000" dirty="0"/>
              <a:t>.</a:t>
            </a:r>
            <a:endParaRPr lang="id-ID" sz="2000" dirty="0"/>
          </a:p>
        </p:txBody>
      </p:sp>
    </p:spTree>
    <p:extLst>
      <p:ext uri="{BB962C8B-B14F-4D97-AF65-F5344CB8AC3E}">
        <p14:creationId xmlns:p14="http://schemas.microsoft.com/office/powerpoint/2010/main" val="12555923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EF937-23F8-4304-AE45-2D7AD1B6C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Konseptual</a:t>
            </a:r>
            <a:r>
              <a:rPr lang="en-US" dirty="0"/>
              <a:t> – think like a fraudster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A1954F0-8EFF-47CC-9A84-5620A55B9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BE1C5A-F890-4EFC-B831-D04C39EF1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836" y="1690688"/>
            <a:ext cx="5112328" cy="448843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 err="1"/>
              <a:t>Bagaimana</a:t>
            </a:r>
            <a:r>
              <a:rPr lang="en-US" dirty="0"/>
              <a:t> fraudster </a:t>
            </a:r>
            <a:r>
              <a:rPr lang="en-US" dirty="0" err="1"/>
              <a:t>mengakali</a:t>
            </a:r>
            <a:r>
              <a:rPr lang="en-US" dirty="0"/>
              <a:t> </a:t>
            </a:r>
            <a:r>
              <a:rPr lang="en-US" dirty="0" err="1"/>
              <a:t>siklus</a:t>
            </a:r>
            <a:r>
              <a:rPr lang="en-US" dirty="0"/>
              <a:t> </a:t>
            </a:r>
            <a:r>
              <a:rPr lang="en-US" dirty="0" err="1"/>
              <a:t>penjualan</a:t>
            </a:r>
            <a:r>
              <a:rPr lang="en-US" dirty="0"/>
              <a:t> di </a:t>
            </a:r>
            <a:r>
              <a:rPr lang="en-US" dirty="0" err="1"/>
              <a:t>samping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melakukan</a:t>
            </a:r>
            <a:r>
              <a:rPr lang="en-US" dirty="0"/>
              <a:t> fraud yang </a:t>
            </a:r>
            <a:r>
              <a:rPr lang="en-US" dirty="0" err="1"/>
              <a:t>antara</a:t>
            </a:r>
            <a:r>
              <a:rPr lang="en-US" dirty="0"/>
              <a:t> lain </a:t>
            </a:r>
            <a:r>
              <a:rPr lang="en-US" dirty="0" err="1"/>
              <a:t>namun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terbatas</a:t>
            </a:r>
            <a:r>
              <a:rPr lang="en-US" dirty="0"/>
              <a:t> pada </a:t>
            </a:r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berikut</a:t>
            </a:r>
            <a:r>
              <a:rPr lang="en-US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Pengakuan</a:t>
            </a:r>
            <a:r>
              <a:rPr lang="en-US" sz="2800" dirty="0"/>
              <a:t> </a:t>
            </a:r>
            <a:r>
              <a:rPr lang="en-US" sz="2800" dirty="0" err="1"/>
              <a:t>pendapatan</a:t>
            </a:r>
            <a:r>
              <a:rPr lang="en-US" sz="2800" dirty="0"/>
              <a:t> </a:t>
            </a:r>
            <a:r>
              <a:rPr lang="en-US" sz="2800" dirty="0" err="1"/>
              <a:t>lebih</a:t>
            </a:r>
            <a:r>
              <a:rPr lang="en-US" sz="2800" dirty="0"/>
              <a:t> </a:t>
            </a:r>
            <a:r>
              <a:rPr lang="en-US" sz="2800" dirty="0" err="1"/>
              <a:t>awal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Membiarkan</a:t>
            </a:r>
            <a:r>
              <a:rPr lang="en-US" sz="2800" dirty="0"/>
              <a:t> </a:t>
            </a:r>
            <a:r>
              <a:rPr lang="en-US" sz="2800" dirty="0" err="1"/>
              <a:t>pembukuan</a:t>
            </a:r>
            <a:r>
              <a:rPr lang="en-US" sz="2800" dirty="0"/>
              <a:t> </a:t>
            </a:r>
            <a:r>
              <a:rPr lang="en-US" sz="2800" dirty="0" err="1"/>
              <a:t>terbuka</a:t>
            </a:r>
            <a:r>
              <a:rPr lang="en-US" sz="2800" dirty="0"/>
              <a:t> </a:t>
            </a:r>
            <a:r>
              <a:rPr lang="en-US" sz="2800" dirty="0" err="1"/>
              <a:t>melewati</a:t>
            </a:r>
            <a:r>
              <a:rPr lang="en-US" sz="2800" dirty="0"/>
              <a:t> </a:t>
            </a:r>
            <a:r>
              <a:rPr lang="en-US" sz="2800" dirty="0" err="1"/>
              <a:t>periode</a:t>
            </a:r>
            <a:r>
              <a:rPr lang="en-US" sz="2800" dirty="0"/>
              <a:t> </a:t>
            </a:r>
            <a:r>
              <a:rPr lang="en-US" sz="2800" dirty="0" err="1"/>
              <a:t>akuntansi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Penjualan</a:t>
            </a:r>
            <a:r>
              <a:rPr lang="en-US" sz="2800" dirty="0"/>
              <a:t> </a:t>
            </a:r>
            <a:r>
              <a:rPr lang="en-US" sz="2800" dirty="0" err="1"/>
              <a:t>fiktif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Kegagalan</a:t>
            </a:r>
            <a:r>
              <a:rPr lang="en-US" sz="2800" dirty="0"/>
              <a:t> </a:t>
            </a:r>
            <a:r>
              <a:rPr lang="en-US" sz="2800" dirty="0" err="1"/>
              <a:t>mencatat</a:t>
            </a:r>
            <a:r>
              <a:rPr lang="en-US" sz="2800" dirty="0"/>
              <a:t> </a:t>
            </a:r>
            <a:r>
              <a:rPr lang="en-US" sz="2800" dirty="0" err="1"/>
              <a:t>pengembalian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Fraud </a:t>
            </a:r>
            <a:r>
              <a:rPr lang="en-US" sz="2800" dirty="0" err="1"/>
              <a:t>dalam</a:t>
            </a:r>
            <a:r>
              <a:rPr lang="en-US" sz="2800" dirty="0"/>
              <a:t> </a:t>
            </a:r>
            <a:r>
              <a:rPr lang="en-US" sz="2800" dirty="0" err="1"/>
              <a:t>metode</a:t>
            </a:r>
            <a:r>
              <a:rPr lang="en-US" sz="2800" dirty="0"/>
              <a:t> </a:t>
            </a:r>
            <a:r>
              <a:rPr lang="en-US" sz="2800" dirty="0" err="1"/>
              <a:t>persentase</a:t>
            </a:r>
            <a:r>
              <a:rPr lang="en-US" sz="2800" dirty="0"/>
              <a:t> </a:t>
            </a:r>
            <a:r>
              <a:rPr lang="en-US" sz="2800" dirty="0" err="1"/>
              <a:t>penyelesaian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Transaksi</a:t>
            </a:r>
            <a:r>
              <a:rPr lang="en-US" sz="2800" dirty="0"/>
              <a:t> </a:t>
            </a:r>
            <a:r>
              <a:rPr lang="en-US" sz="2800" dirty="0" err="1"/>
              <a:t>dengan</a:t>
            </a:r>
            <a:r>
              <a:rPr lang="en-US" sz="2800" dirty="0"/>
              <a:t> </a:t>
            </a:r>
            <a:r>
              <a:rPr lang="en-US" sz="2800" dirty="0" err="1"/>
              <a:t>pihak</a:t>
            </a:r>
            <a:r>
              <a:rPr lang="en-US" sz="2800" dirty="0"/>
              <a:t> </a:t>
            </a:r>
            <a:r>
              <a:rPr lang="en-US" sz="2800" dirty="0" err="1"/>
              <a:t>terkait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Melebih-lebihkan</a:t>
            </a:r>
            <a:r>
              <a:rPr lang="en-US" sz="2800" dirty="0"/>
              <a:t> </a:t>
            </a:r>
            <a:r>
              <a:rPr lang="en-US" sz="2800" dirty="0" err="1"/>
              <a:t>piutang</a:t>
            </a:r>
            <a:r>
              <a:rPr lang="en-US" sz="2800" dirty="0"/>
              <a:t> dan </a:t>
            </a:r>
            <a:r>
              <a:rPr lang="en-US" sz="2800" dirty="0" err="1"/>
              <a:t>persediaan</a:t>
            </a:r>
            <a:r>
              <a:rPr lang="en-US" sz="2800" dirty="0"/>
              <a:t>; dan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Penghilangan</a:t>
            </a:r>
            <a:r>
              <a:rPr lang="en-US" sz="2800" dirty="0"/>
              <a:t> </a:t>
            </a:r>
            <a:r>
              <a:rPr lang="en-US" sz="2800" dirty="0" err="1"/>
              <a:t>kewajiban</a:t>
            </a:r>
            <a:r>
              <a:rPr lang="en-US" sz="2800" dirty="0"/>
              <a:t> dan </a:t>
            </a:r>
            <a:r>
              <a:rPr lang="en-US" sz="2800" dirty="0" err="1"/>
              <a:t>beban</a:t>
            </a:r>
            <a:r>
              <a:rPr lang="en-US" sz="2800" dirty="0"/>
              <a:t>.</a:t>
            </a:r>
            <a:endParaRPr lang="id-ID" sz="2800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F2EB447-4DE2-4974-8A76-C04203E46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599" y="1838302"/>
            <a:ext cx="5915891" cy="236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00ECADA-9FF5-48FE-AB0C-3A0264A1AA5C}"/>
              </a:ext>
            </a:extLst>
          </p:cNvPr>
          <p:cNvSpPr txBox="1"/>
          <p:nvPr/>
        </p:nvSpPr>
        <p:spPr>
          <a:xfrm>
            <a:off x="6227616" y="4869873"/>
            <a:ext cx="534785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>
                <a:solidFill>
                  <a:schemeClr val="bg1"/>
                </a:solidFill>
              </a:rPr>
              <a:t>Bagaimana</a:t>
            </a:r>
            <a:r>
              <a:rPr lang="en-US" sz="2800" dirty="0">
                <a:solidFill>
                  <a:schemeClr val="bg1"/>
                </a:solidFill>
              </a:rPr>
              <a:t> auditor </a:t>
            </a:r>
            <a:r>
              <a:rPr lang="en-US" sz="2800" dirty="0" err="1">
                <a:solidFill>
                  <a:schemeClr val="bg1"/>
                </a:solidFill>
              </a:rPr>
              <a:t>mendeteksi</a:t>
            </a:r>
            <a:r>
              <a:rPr lang="en-US" sz="2800" dirty="0">
                <a:solidFill>
                  <a:schemeClr val="bg1"/>
                </a:solidFill>
              </a:rPr>
              <a:t> fraud </a:t>
            </a:r>
            <a:r>
              <a:rPr lang="en-US" sz="2800" dirty="0" err="1">
                <a:solidFill>
                  <a:schemeClr val="bg1"/>
                </a:solidFill>
              </a:rPr>
              <a:t>tersebut</a:t>
            </a:r>
            <a:r>
              <a:rPr lang="en-US" sz="2800" dirty="0">
                <a:solidFill>
                  <a:schemeClr val="bg1"/>
                </a:solidFill>
              </a:rPr>
              <a:t>?</a:t>
            </a:r>
            <a:endParaRPr lang="en-ID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9240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EF937-23F8-4304-AE45-2D7AD1B6C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Coba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A1954F0-8EFF-47CC-9A84-5620A55B9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BE1C5A-F890-4EFC-B831-D04C39EF1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690688"/>
            <a:ext cx="9841522" cy="44884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Uji </a:t>
            </a:r>
            <a:r>
              <a:rPr lang="en-US" sz="2800" dirty="0" err="1"/>
              <a:t>Asersi</a:t>
            </a:r>
            <a:r>
              <a:rPr lang="en-US" sz="2800" dirty="0"/>
              <a:t> </a:t>
            </a:r>
            <a:r>
              <a:rPr lang="en-US" sz="2800" dirty="0" err="1"/>
              <a:t>tertentu</a:t>
            </a:r>
            <a:r>
              <a:rPr lang="en-US" sz="2800" dirty="0"/>
              <a:t> pada data </a:t>
            </a:r>
            <a:r>
              <a:rPr lang="en-US" sz="2800" dirty="0" err="1"/>
              <a:t>pembelian</a:t>
            </a:r>
            <a:endParaRPr lang="id-ID" sz="2800" dirty="0"/>
          </a:p>
        </p:txBody>
      </p:sp>
    </p:spTree>
    <p:extLst>
      <p:ext uri="{BB962C8B-B14F-4D97-AF65-F5344CB8AC3E}">
        <p14:creationId xmlns:p14="http://schemas.microsoft.com/office/powerpoint/2010/main" val="40767484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3A5E78ECA1434D83AD500C97BBDA54" ma:contentTypeVersion="15" ma:contentTypeDescription="Create a new document." ma:contentTypeScope="" ma:versionID="7b6c68a6301f47c12555a24b30b278c4">
  <xsd:schema xmlns:xsd="http://www.w3.org/2001/XMLSchema" xmlns:xs="http://www.w3.org/2001/XMLSchema" xmlns:p="http://schemas.microsoft.com/office/2006/metadata/properties" xmlns:ns3="a956eed5-f0c9-4482-bcee-424a7f38c900" xmlns:ns4="ebe67ea8-4cd2-4da9-88bb-3e710b5f47b3" targetNamespace="http://schemas.microsoft.com/office/2006/metadata/properties" ma:root="true" ma:fieldsID="0d1995cf4d1019b8d8cf2178f347ea57" ns3:_="" ns4:_="">
    <xsd:import namespace="a956eed5-f0c9-4482-bcee-424a7f38c900"/>
    <xsd:import namespace="ebe67ea8-4cd2-4da9-88bb-3e710b5f47b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56eed5-f0c9-4482-bcee-424a7f38c9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e67ea8-4cd2-4da9-88bb-3e710b5f47b3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956eed5-f0c9-4482-bcee-424a7f38c90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012845A-2F7F-4196-B6AE-3CB8BC2873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56eed5-f0c9-4482-bcee-424a7f38c900"/>
    <ds:schemaRef ds:uri="ebe67ea8-4cd2-4da9-88bb-3e710b5f47b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A389D60-60E5-4A46-BEB4-51E42BB6383E}">
  <ds:schemaRefs>
    <ds:schemaRef ds:uri="ebe67ea8-4cd2-4da9-88bb-3e710b5f47b3"/>
    <ds:schemaRef ds:uri="http://purl.org/dc/elements/1.1/"/>
    <ds:schemaRef ds:uri="http://purl.org/dc/terms/"/>
    <ds:schemaRef ds:uri="http://purl.org/dc/dcmitype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a956eed5-f0c9-4482-bcee-424a7f38c900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41EBB399-21A5-499D-A647-2FCF5118F88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3150</TotalTime>
  <Words>1143</Words>
  <Application>Microsoft Office PowerPoint</Application>
  <PresentationFormat>Widescreen</PresentationFormat>
  <Paragraphs>149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Britannic Bold</vt:lpstr>
      <vt:lpstr>Calibri</vt:lpstr>
      <vt:lpstr>Monotype Corsiva</vt:lpstr>
      <vt:lpstr>Segoe UI</vt:lpstr>
      <vt:lpstr>Source Serif Pro Black</vt:lpstr>
      <vt:lpstr>Office Theme</vt:lpstr>
      <vt:lpstr>Audit Siklus Penjualan</vt:lpstr>
      <vt:lpstr>Class Recap</vt:lpstr>
      <vt:lpstr>Class Roadmap</vt:lpstr>
      <vt:lpstr>Covered So Far</vt:lpstr>
      <vt:lpstr>PowerPoint Presentation</vt:lpstr>
      <vt:lpstr>Konsep Asersi</vt:lpstr>
      <vt:lpstr>PowerPoint Presentation</vt:lpstr>
      <vt:lpstr>Asersi Manajemen (laporan keuangan)</vt:lpstr>
      <vt:lpstr>Contoh Asersi Eksplisit</vt:lpstr>
      <vt:lpstr>Klasifikasi Asersi</vt:lpstr>
      <vt:lpstr>Peran Auditor</vt:lpstr>
      <vt:lpstr>Contoh pada Siklus Penjualan dan Pembelian</vt:lpstr>
      <vt:lpstr>Contoh Siklus Penjualan</vt:lpstr>
      <vt:lpstr>Kriteria Umum Pengakuan Pendapatan</vt:lpstr>
      <vt:lpstr>Contoh Kasus Fraud Penjualan</vt:lpstr>
      <vt:lpstr>Contoh Kasus Fraud Pembelian</vt:lpstr>
      <vt:lpstr>Assertions about Classes of Transactions</vt:lpstr>
      <vt:lpstr>Konseptual – think like a fraudster</vt:lpstr>
      <vt:lpstr>Coba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71</cp:revision>
  <dcterms:created xsi:type="dcterms:W3CDTF">2023-09-18T04:21:25Z</dcterms:created>
  <dcterms:modified xsi:type="dcterms:W3CDTF">2026-03-08T05:13:40Z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0x010100583A5E78ECA1434D83AD500C97BBDA54</vt:lpwstr>
  </property>
</Properties>
</file>