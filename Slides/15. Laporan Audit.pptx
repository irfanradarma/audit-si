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62" r:id="rId5"/>
    <p:sldId id="260" r:id="rId6"/>
    <p:sldId id="257" r:id="rId7"/>
    <p:sldId id="263" r:id="rId8"/>
    <p:sldId id="650" r:id="rId9"/>
    <p:sldId id="651" r:id="rId10"/>
    <p:sldId id="652" r:id="rId11"/>
    <p:sldId id="65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E4D304"/>
    <a:srgbClr val="FFC000"/>
    <a:srgbClr val="172C51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0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8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073E092D-5DC3-4A3F-9AA4-2C5DE54D1ABC}"/>
    <pc:docChg chg="undo custSel addSld delSld modSld sldOrd">
      <pc:chgData name="Teuku Raja Irfan Radarma" userId="cf428174-95ba-4576-8554-3a3b8ffa52b7" providerId="ADAL" clId="{073E092D-5DC3-4A3F-9AA4-2C5DE54D1ABC}" dt="2026-02-22T03:53:04.549" v="535" actId="14100"/>
      <pc:docMkLst>
        <pc:docMk/>
      </pc:docMkLst>
      <pc:sldChg chg="modSp mod">
        <pc:chgData name="Teuku Raja Irfan Radarma" userId="cf428174-95ba-4576-8554-3a3b8ffa52b7" providerId="ADAL" clId="{073E092D-5DC3-4A3F-9AA4-2C5DE54D1ABC}" dt="2026-02-21T06:22:24.234" v="34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073E092D-5DC3-4A3F-9AA4-2C5DE54D1ABC}" dt="2026-02-21T06:22:24.234" v="34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073E092D-5DC3-4A3F-9AA4-2C5DE54D1ABC}" dt="2026-02-21T06:20:26.084" v="15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073E092D-5DC3-4A3F-9AA4-2C5DE54D1ABC}" dt="2026-02-21T06:20:26.084" v="15" actId="20577"/>
          <ac:spMkLst>
            <pc:docMk/>
            <pc:sldMk cId="1457204914" sldId="264"/>
            <ac:spMk id="2" creationId="{7E958052-05B2-9F29-B874-84F80A24B16B}"/>
          </ac:spMkLst>
        </pc:spChg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0828096" sldId="32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697196124" sldId="32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977528824" sldId="32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019111258" sldId="32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009964293" sldId="326"/>
        </pc:sldMkLst>
      </pc:sldChg>
      <pc:sldChg chg="add">
        <pc:chgData name="Teuku Raja Irfan Radarma" userId="cf428174-95ba-4576-8554-3a3b8ffa52b7" providerId="ADAL" clId="{073E092D-5DC3-4A3F-9AA4-2C5DE54D1ABC}" dt="2026-02-21T06:20:34.228" v="19"/>
        <pc:sldMkLst>
          <pc:docMk/>
          <pc:sldMk cId="2847064398" sldId="327"/>
        </pc:sldMkLst>
      </pc:sldChg>
      <pc:sldChg chg="modSp add mod">
        <pc:chgData name="Teuku Raja Irfan Radarma" userId="cf428174-95ba-4576-8554-3a3b8ffa52b7" providerId="ADAL" clId="{073E092D-5DC3-4A3F-9AA4-2C5DE54D1ABC}" dt="2026-02-21T06:20:54.939" v="23" actId="20577"/>
        <pc:sldMkLst>
          <pc:docMk/>
          <pc:sldMk cId="2435362320" sldId="328"/>
        </pc:sldMkLst>
        <pc:spChg chg="mod">
          <ac:chgData name="Teuku Raja Irfan Radarma" userId="cf428174-95ba-4576-8554-3a3b8ffa52b7" providerId="ADAL" clId="{073E092D-5DC3-4A3F-9AA4-2C5DE54D1ABC}" dt="2026-02-21T06:20:54.939" v="23" actId="20577"/>
          <ac:spMkLst>
            <pc:docMk/>
            <pc:sldMk cId="2435362320" sldId="328"/>
            <ac:spMk id="2" creationId="{3FB6771F-817F-4284-B42B-E916ADBE0961}"/>
          </ac:spMkLst>
        </pc:spChg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902416801" sldId="35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943788893" sldId="35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73170325" sldId="35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626562259" sldId="35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644787979" sldId="35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54813923" sldId="35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345025196" sldId="36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081291506" sldId="36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760450724" sldId="36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118906463" sldId="36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883404955" sldId="36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818265850" sldId="36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428653320" sldId="37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476058826" sldId="37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827338380" sldId="37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351922162" sldId="37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428924961" sldId="37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85147760" sldId="37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76553088" sldId="37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943294443" sldId="37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202183906" sldId="37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969276613" sldId="37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56693492" sldId="64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47162546" sldId="64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48817754" sldId="64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159381329" sldId="64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191860541" sldId="64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912879535" sldId="64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423058930" sldId="650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609841259" sldId="651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512377796" sldId="652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442765501" sldId="653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560834044" sldId="654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2072892249" sldId="655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364433924" sldId="656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666818229" sldId="657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576909078" sldId="658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3823053110" sldId="659"/>
        </pc:sldMkLst>
      </pc:sldChg>
      <pc:sldChg chg="del">
        <pc:chgData name="Teuku Raja Irfan Radarma" userId="cf428174-95ba-4576-8554-3a3b8ffa52b7" providerId="ADAL" clId="{073E092D-5DC3-4A3F-9AA4-2C5DE54D1ABC}" dt="2026-02-21T06:21:12.695" v="24" actId="47"/>
        <pc:sldMkLst>
          <pc:docMk/>
          <pc:sldMk cId="1746743047" sldId="660"/>
        </pc:sldMkLst>
      </pc:sldChg>
      <pc:sldChg chg="add ord">
        <pc:chgData name="Teuku Raja Irfan Radarma" userId="cf428174-95ba-4576-8554-3a3b8ffa52b7" providerId="ADAL" clId="{073E092D-5DC3-4A3F-9AA4-2C5DE54D1ABC}" dt="2026-02-21T06:20:29.500" v="18"/>
        <pc:sldMkLst>
          <pc:docMk/>
          <pc:sldMk cId="2130923464" sldId="661"/>
        </pc:sldMkLst>
      </pc:sldChg>
      <pc:sldChg chg="modSp add mod ord">
        <pc:chgData name="Teuku Raja Irfan Radarma" userId="cf428174-95ba-4576-8554-3a3b8ffa52b7" providerId="ADAL" clId="{073E092D-5DC3-4A3F-9AA4-2C5DE54D1ABC}" dt="2026-02-21T06:22:34.776" v="46"/>
        <pc:sldMkLst>
          <pc:docMk/>
          <pc:sldMk cId="2007793985" sldId="662"/>
        </pc:sldMkLst>
        <pc:spChg chg="mod">
          <ac:chgData name="Teuku Raja Irfan Radarma" userId="cf428174-95ba-4576-8554-3a3b8ffa52b7" providerId="ADAL" clId="{073E092D-5DC3-4A3F-9AA4-2C5DE54D1ABC}" dt="2026-02-21T06:22:32.163" v="44" actId="20577"/>
          <ac:spMkLst>
            <pc:docMk/>
            <pc:sldMk cId="2007793985" sldId="662"/>
            <ac:spMk id="2" creationId="{7E958052-05B2-9F29-B874-84F80A24B16B}"/>
          </ac:spMkLst>
        </pc:spChg>
      </pc:sldChg>
      <pc:sldChg chg="addSp delSp modSp new mod">
        <pc:chgData name="Teuku Raja Irfan Radarma" userId="cf428174-95ba-4576-8554-3a3b8ffa52b7" providerId="ADAL" clId="{073E092D-5DC3-4A3F-9AA4-2C5DE54D1ABC}" dt="2026-02-21T06:40:46.683" v="306" actId="1076"/>
        <pc:sldMkLst>
          <pc:docMk/>
          <pc:sldMk cId="15740253" sldId="663"/>
        </pc:sldMkLst>
        <pc:spChg chg="mod">
          <ac:chgData name="Teuku Raja Irfan Radarma" userId="cf428174-95ba-4576-8554-3a3b8ffa52b7" providerId="ADAL" clId="{073E092D-5DC3-4A3F-9AA4-2C5DE54D1ABC}" dt="2026-02-21T06:36:20.788" v="191" actId="20577"/>
          <ac:spMkLst>
            <pc:docMk/>
            <pc:sldMk cId="15740253" sldId="663"/>
            <ac:spMk id="2" creationId="{28F93732-35F8-4018-B536-CE0441289699}"/>
          </ac:spMkLst>
        </pc:spChg>
        <pc:spChg chg="add del">
          <ac:chgData name="Teuku Raja Irfan Radarma" userId="cf428174-95ba-4576-8554-3a3b8ffa52b7" providerId="ADAL" clId="{073E092D-5DC3-4A3F-9AA4-2C5DE54D1ABC}" dt="2026-02-21T06:24:07.592" v="60" actId="478"/>
          <ac:spMkLst>
            <pc:docMk/>
            <pc:sldMk cId="15740253" sldId="663"/>
            <ac:spMk id="4" creationId="{BE4550A3-608F-43F9-A498-17D78E02D08D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7" creationId="{A7B65D30-70F2-433C-A13A-791374F26080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8" creationId="{E0E77CFE-A0CE-4E4F-8C15-767B90911D69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9" creationId="{9674D6CA-E9BD-4787-B1E3-17678D27483F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0" creationId="{0A4F1B52-1FEF-4A30-B9E2-CD6E18A68B20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1" creationId="{033423EB-4F1A-41EF-8730-0649D9A99C93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2" creationId="{D7961246-F934-4E34-A8FA-9706AD5F805E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3" creationId="{8C5FCDE2-A06B-4C73-8B15-F3EBB691D29D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4" creationId="{6BD295EE-7770-411A-9215-832B80A0A679}"/>
          </ac:spMkLst>
        </pc:spChg>
        <pc:spChg chg="add mod">
          <ac:chgData name="Teuku Raja Irfan Radarma" userId="cf428174-95ba-4576-8554-3a3b8ffa52b7" providerId="ADAL" clId="{073E092D-5DC3-4A3F-9AA4-2C5DE54D1ABC}" dt="2026-02-21T06:36:15.624" v="177" actId="1076"/>
          <ac:spMkLst>
            <pc:docMk/>
            <pc:sldMk cId="15740253" sldId="663"/>
            <ac:spMk id="15" creationId="{69CE8D42-4328-4ED8-9EC2-0C4756E677DB}"/>
          </ac:spMkLst>
        </pc:spChg>
        <pc:spChg chg="add del">
          <ac:chgData name="Teuku Raja Irfan Radarma" userId="cf428174-95ba-4576-8554-3a3b8ffa52b7" providerId="ADAL" clId="{073E092D-5DC3-4A3F-9AA4-2C5DE54D1ABC}" dt="2026-02-21T06:40:14.968" v="272" actId="22"/>
          <ac:spMkLst>
            <pc:docMk/>
            <pc:sldMk cId="15740253" sldId="663"/>
            <ac:spMk id="17" creationId="{65CE9818-18C9-424B-A7FF-96C185D73467}"/>
          </ac:spMkLst>
        </pc:spChg>
        <pc:spChg chg="add mod">
          <ac:chgData name="Teuku Raja Irfan Radarma" userId="cf428174-95ba-4576-8554-3a3b8ffa52b7" providerId="ADAL" clId="{073E092D-5DC3-4A3F-9AA4-2C5DE54D1ABC}" dt="2026-02-21T06:40:41.407" v="305" actId="20577"/>
          <ac:spMkLst>
            <pc:docMk/>
            <pc:sldMk cId="15740253" sldId="663"/>
            <ac:spMk id="18" creationId="{5FE97B24-B4FC-4843-8E7D-488BF6AA9194}"/>
          </ac:spMkLst>
        </pc:spChg>
        <pc:picChg chg="add mod">
          <ac:chgData name="Teuku Raja Irfan Radarma" userId="cf428174-95ba-4576-8554-3a3b8ffa52b7" providerId="ADAL" clId="{073E092D-5DC3-4A3F-9AA4-2C5DE54D1ABC}" dt="2026-02-21T06:40:46.683" v="306" actId="1076"/>
          <ac:picMkLst>
            <pc:docMk/>
            <pc:sldMk cId="15740253" sldId="663"/>
            <ac:picMk id="19" creationId="{CF65F39A-E5FB-4F69-9793-550BDE7BC0D5}"/>
          </ac:picMkLst>
        </pc:picChg>
        <pc:cxnChg chg="add mod">
          <ac:chgData name="Teuku Raja Irfan Radarma" userId="cf428174-95ba-4576-8554-3a3b8ffa52b7" providerId="ADAL" clId="{073E092D-5DC3-4A3F-9AA4-2C5DE54D1ABC}" dt="2026-02-21T06:36:15.624" v="177" actId="1076"/>
          <ac:cxnSpMkLst>
            <pc:docMk/>
            <pc:sldMk cId="15740253" sldId="663"/>
            <ac:cxnSpMk id="6" creationId="{A80F8785-9D8C-44C2-AC9B-8DEF5B11AA99}"/>
          </ac:cxnSpMkLst>
        </pc:cxnChg>
      </pc:sldChg>
      <pc:sldChg chg="addSp modSp add mod">
        <pc:chgData name="Teuku Raja Irfan Radarma" userId="cf428174-95ba-4576-8554-3a3b8ffa52b7" providerId="ADAL" clId="{073E092D-5DC3-4A3F-9AA4-2C5DE54D1ABC}" dt="2026-02-21T06:39:56.224" v="270" actId="207"/>
        <pc:sldMkLst>
          <pc:docMk/>
          <pc:sldMk cId="3169595349" sldId="664"/>
        </pc:sldMkLst>
        <pc:spChg chg="mod">
          <ac:chgData name="Teuku Raja Irfan Radarma" userId="cf428174-95ba-4576-8554-3a3b8ffa52b7" providerId="ADAL" clId="{073E092D-5DC3-4A3F-9AA4-2C5DE54D1ABC}" dt="2026-02-21T06:36:29.495" v="198" actId="20577"/>
          <ac:spMkLst>
            <pc:docMk/>
            <pc:sldMk cId="3169595349" sldId="664"/>
            <ac:spMk id="2" creationId="{28F93732-35F8-4018-B536-CE0441289699}"/>
          </ac:spMkLst>
        </pc:spChg>
        <pc:spChg chg="mod">
          <ac:chgData name="Teuku Raja Irfan Radarma" userId="cf428174-95ba-4576-8554-3a3b8ffa52b7" providerId="ADAL" clId="{073E092D-5DC3-4A3F-9AA4-2C5DE54D1ABC}" dt="2026-02-21T06:37:29.123" v="207" actId="20577"/>
          <ac:spMkLst>
            <pc:docMk/>
            <pc:sldMk cId="3169595349" sldId="664"/>
            <ac:spMk id="11" creationId="{033423EB-4F1A-41EF-8730-0649D9A99C93}"/>
          </ac:spMkLst>
        </pc:spChg>
        <pc:spChg chg="mod">
          <ac:chgData name="Teuku Raja Irfan Radarma" userId="cf428174-95ba-4576-8554-3a3b8ffa52b7" providerId="ADAL" clId="{073E092D-5DC3-4A3F-9AA4-2C5DE54D1ABC}" dt="2026-02-21T06:37:48.856" v="214" actId="20577"/>
          <ac:spMkLst>
            <pc:docMk/>
            <pc:sldMk cId="3169595349" sldId="664"/>
            <ac:spMk id="14" creationId="{6BD295EE-7770-411A-9215-832B80A0A679}"/>
          </ac:spMkLst>
        </pc:spChg>
        <pc:spChg chg="add mod">
          <ac:chgData name="Teuku Raja Irfan Radarma" userId="cf428174-95ba-4576-8554-3a3b8ffa52b7" providerId="ADAL" clId="{073E092D-5DC3-4A3F-9AA4-2C5DE54D1ABC}" dt="2026-02-21T06:39:56.224" v="270" actId="207"/>
          <ac:spMkLst>
            <pc:docMk/>
            <pc:sldMk cId="3169595349" sldId="664"/>
            <ac:spMk id="16" creationId="{0EEE9A83-0561-4FBE-9DDA-E53B96A1CD21}"/>
          </ac:spMkLst>
        </pc:spChg>
        <pc:picChg chg="add mod">
          <ac:chgData name="Teuku Raja Irfan Radarma" userId="cf428174-95ba-4576-8554-3a3b8ffa52b7" providerId="ADAL" clId="{073E092D-5DC3-4A3F-9AA4-2C5DE54D1ABC}" dt="2026-02-21T06:39:12.491" v="224" actId="1076"/>
          <ac:picMkLst>
            <pc:docMk/>
            <pc:sldMk cId="3169595349" sldId="664"/>
            <ac:picMk id="17" creationId="{CADC5C48-1791-4551-B4F4-0F64BE531EA3}"/>
          </ac:picMkLst>
        </pc:picChg>
      </pc:sldChg>
      <pc:sldChg chg="modSp add mod">
        <pc:chgData name="Teuku Raja Irfan Radarma" userId="cf428174-95ba-4576-8554-3a3b8ffa52b7" providerId="ADAL" clId="{073E092D-5DC3-4A3F-9AA4-2C5DE54D1ABC}" dt="2026-02-21T06:41:31.836" v="332" actId="20577"/>
        <pc:sldMkLst>
          <pc:docMk/>
          <pc:sldMk cId="1482308421" sldId="665"/>
        </pc:sldMkLst>
        <pc:spChg chg="mod">
          <ac:chgData name="Teuku Raja Irfan Radarma" userId="cf428174-95ba-4576-8554-3a3b8ffa52b7" providerId="ADAL" clId="{073E092D-5DC3-4A3F-9AA4-2C5DE54D1ABC}" dt="2026-02-21T06:41:31.836" v="332" actId="20577"/>
          <ac:spMkLst>
            <pc:docMk/>
            <pc:sldMk cId="1482308421" sldId="665"/>
            <ac:spMk id="2" creationId="{7E958052-05B2-9F29-B874-84F80A24B16B}"/>
          </ac:spMkLst>
        </pc:spChg>
      </pc:sldChg>
      <pc:sldChg chg="delSp modSp add del mod ord">
        <pc:chgData name="Teuku Raja Irfan Radarma" userId="cf428174-95ba-4576-8554-3a3b8ffa52b7" providerId="ADAL" clId="{073E092D-5DC3-4A3F-9AA4-2C5DE54D1ABC}" dt="2026-02-22T03:22:59.443" v="372" actId="47"/>
        <pc:sldMkLst>
          <pc:docMk/>
          <pc:sldMk cId="4287258513" sldId="666"/>
        </pc:sldMkLst>
        <pc:spChg chg="mod">
          <ac:chgData name="Teuku Raja Irfan Radarma" userId="cf428174-95ba-4576-8554-3a3b8ffa52b7" providerId="ADAL" clId="{073E092D-5DC3-4A3F-9AA4-2C5DE54D1ABC}" dt="2026-02-21T06:41:42.827" v="342" actId="20577"/>
          <ac:spMkLst>
            <pc:docMk/>
            <pc:sldMk cId="4287258513" sldId="666"/>
            <ac:spMk id="2" creationId="{28F93732-35F8-4018-B536-CE044128969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7" creationId="{A7B65D30-70F2-433C-A13A-791374F26080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8" creationId="{E0E77CFE-A0CE-4E4F-8C15-767B90911D6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9" creationId="{9674D6CA-E9BD-4787-B1E3-17678D27483F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0" creationId="{0A4F1B52-1FEF-4A30-B9E2-CD6E18A68B20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1" creationId="{033423EB-4F1A-41EF-8730-0649D9A99C93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2" creationId="{D7961246-F934-4E34-A8FA-9706AD5F805E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3" creationId="{8C5FCDE2-A06B-4C73-8B15-F3EBB691D29D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4" creationId="{6BD295EE-7770-411A-9215-832B80A0A679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5" creationId="{69CE8D42-4328-4ED8-9EC2-0C4756E677DB}"/>
          </ac:spMkLst>
        </pc:spChg>
        <pc:spChg chg="del">
          <ac:chgData name="Teuku Raja Irfan Radarma" userId="cf428174-95ba-4576-8554-3a3b8ffa52b7" providerId="ADAL" clId="{073E092D-5DC3-4A3F-9AA4-2C5DE54D1ABC}" dt="2026-02-21T06:41:45.882" v="343" actId="478"/>
          <ac:spMkLst>
            <pc:docMk/>
            <pc:sldMk cId="4287258513" sldId="666"/>
            <ac:spMk id="16" creationId="{0EEE9A83-0561-4FBE-9DDA-E53B96A1CD21}"/>
          </ac:spMkLst>
        </pc:spChg>
        <pc:picChg chg="del">
          <ac:chgData name="Teuku Raja Irfan Radarma" userId="cf428174-95ba-4576-8554-3a3b8ffa52b7" providerId="ADAL" clId="{073E092D-5DC3-4A3F-9AA4-2C5DE54D1ABC}" dt="2026-02-21T06:41:45.882" v="343" actId="478"/>
          <ac:picMkLst>
            <pc:docMk/>
            <pc:sldMk cId="4287258513" sldId="666"/>
            <ac:picMk id="17" creationId="{CADC5C48-1791-4551-B4F4-0F64BE531EA3}"/>
          </ac:picMkLst>
        </pc:picChg>
        <pc:cxnChg chg="del">
          <ac:chgData name="Teuku Raja Irfan Radarma" userId="cf428174-95ba-4576-8554-3a3b8ffa52b7" providerId="ADAL" clId="{073E092D-5DC3-4A3F-9AA4-2C5DE54D1ABC}" dt="2026-02-21T06:41:45.882" v="343" actId="478"/>
          <ac:cxnSpMkLst>
            <pc:docMk/>
            <pc:sldMk cId="4287258513" sldId="666"/>
            <ac:cxnSpMk id="6" creationId="{A80F8785-9D8C-44C2-AC9B-8DEF5B11AA99}"/>
          </ac:cxnSpMkLst>
        </pc:cxnChg>
      </pc:sldChg>
      <pc:sldChg chg="modSp new mod">
        <pc:chgData name="Teuku Raja Irfan Radarma" userId="cf428174-95ba-4576-8554-3a3b8ffa52b7" providerId="ADAL" clId="{073E092D-5DC3-4A3F-9AA4-2C5DE54D1ABC}" dt="2026-02-22T03:22:48.824" v="366" actId="20577"/>
        <pc:sldMkLst>
          <pc:docMk/>
          <pc:sldMk cId="1341285866" sldId="667"/>
        </pc:sldMkLst>
        <pc:spChg chg="mod">
          <ac:chgData name="Teuku Raja Irfan Radarma" userId="cf428174-95ba-4576-8554-3a3b8ffa52b7" providerId="ADAL" clId="{073E092D-5DC3-4A3F-9AA4-2C5DE54D1ABC}" dt="2026-02-22T03:22:44.439" v="352" actId="20577"/>
          <ac:spMkLst>
            <pc:docMk/>
            <pc:sldMk cId="1341285866" sldId="667"/>
            <ac:spMk id="2" creationId="{66843766-21E1-4C23-9F13-67A6453E6A30}"/>
          </ac:spMkLst>
        </pc:spChg>
        <pc:spChg chg="mod">
          <ac:chgData name="Teuku Raja Irfan Radarma" userId="cf428174-95ba-4576-8554-3a3b8ffa52b7" providerId="ADAL" clId="{073E092D-5DC3-4A3F-9AA4-2C5DE54D1ABC}" dt="2026-02-22T03:22:48.824" v="366" actId="20577"/>
          <ac:spMkLst>
            <pc:docMk/>
            <pc:sldMk cId="1341285866" sldId="667"/>
            <ac:spMk id="4" creationId="{BEF24C4C-165B-4EFB-A63F-D182CC251C78}"/>
          </ac:spMkLst>
        </pc:spChg>
      </pc:sldChg>
      <pc:sldChg chg="modSp add mod">
        <pc:chgData name="Teuku Raja Irfan Radarma" userId="cf428174-95ba-4576-8554-3a3b8ffa52b7" providerId="ADAL" clId="{073E092D-5DC3-4A3F-9AA4-2C5DE54D1ABC}" dt="2026-02-22T03:29:21.612" v="498" actId="5793"/>
        <pc:sldMkLst>
          <pc:docMk/>
          <pc:sldMk cId="2096161781" sldId="668"/>
        </pc:sldMkLst>
        <pc:spChg chg="mod">
          <ac:chgData name="Teuku Raja Irfan Radarma" userId="cf428174-95ba-4576-8554-3a3b8ffa52b7" providerId="ADAL" clId="{073E092D-5DC3-4A3F-9AA4-2C5DE54D1ABC}" dt="2026-02-22T03:29:16.368" v="492" actId="20577"/>
          <ac:spMkLst>
            <pc:docMk/>
            <pc:sldMk cId="2096161781" sldId="668"/>
            <ac:spMk id="2" creationId="{66843766-21E1-4C23-9F13-67A6453E6A30}"/>
          </ac:spMkLst>
        </pc:spChg>
        <pc:spChg chg="mod">
          <ac:chgData name="Teuku Raja Irfan Radarma" userId="cf428174-95ba-4576-8554-3a3b8ffa52b7" providerId="ADAL" clId="{073E092D-5DC3-4A3F-9AA4-2C5DE54D1ABC}" dt="2026-02-22T03:29:21.612" v="498" actId="5793"/>
          <ac:spMkLst>
            <pc:docMk/>
            <pc:sldMk cId="2096161781" sldId="668"/>
            <ac:spMk id="4" creationId="{BEF24C4C-165B-4EFB-A63F-D182CC251C78}"/>
          </ac:spMkLst>
        </pc:spChg>
      </pc:sldChg>
      <pc:sldChg chg="new del">
        <pc:chgData name="Teuku Raja Irfan Radarma" userId="cf428174-95ba-4576-8554-3a3b8ffa52b7" providerId="ADAL" clId="{073E092D-5DC3-4A3F-9AA4-2C5DE54D1ABC}" dt="2026-02-22T03:22:57.133" v="370" actId="680"/>
        <pc:sldMkLst>
          <pc:docMk/>
          <pc:sldMk cId="2356850831" sldId="668"/>
        </pc:sldMkLst>
      </pc:sldChg>
      <pc:sldChg chg="delSp modSp add mod">
        <pc:chgData name="Teuku Raja Irfan Radarma" userId="cf428174-95ba-4576-8554-3a3b8ffa52b7" providerId="ADAL" clId="{073E092D-5DC3-4A3F-9AA4-2C5DE54D1ABC}" dt="2026-02-22T03:53:04.549" v="535" actId="14100"/>
        <pc:sldMkLst>
          <pc:docMk/>
          <pc:sldMk cId="1571765726" sldId="669"/>
        </pc:sldMkLst>
        <pc:spChg chg="mod">
          <ac:chgData name="Teuku Raja Irfan Radarma" userId="cf428174-95ba-4576-8554-3a3b8ffa52b7" providerId="ADAL" clId="{073E092D-5DC3-4A3F-9AA4-2C5DE54D1ABC}" dt="2026-02-22T03:53:04.549" v="535" actId="14100"/>
          <ac:spMkLst>
            <pc:docMk/>
            <pc:sldMk cId="1571765726" sldId="669"/>
            <ac:spMk id="2" creationId="{66843766-21E1-4C23-9F13-67A6453E6A30}"/>
          </ac:spMkLst>
        </pc:spChg>
        <pc:spChg chg="del mod">
          <ac:chgData name="Teuku Raja Irfan Radarma" userId="cf428174-95ba-4576-8554-3a3b8ffa52b7" providerId="ADAL" clId="{073E092D-5DC3-4A3F-9AA4-2C5DE54D1ABC}" dt="2026-02-22T03:52:54.132" v="524" actId="478"/>
          <ac:spMkLst>
            <pc:docMk/>
            <pc:sldMk cId="1571765726" sldId="669"/>
            <ac:spMk id="4" creationId="{BEF24C4C-165B-4EFB-A63F-D182CC251C78}"/>
          </ac:spMkLst>
        </pc:spChg>
      </pc:sldChg>
    </pc:docChg>
  </pc:docChgLst>
  <pc:docChgLst>
    <pc:chgData name="Teuku Raja Irfan Radarma" userId="cf428174-95ba-4576-8554-3a3b8ffa52b7" providerId="ADAL" clId="{3C01DB91-9C33-4457-81A7-6D67DA1D6A4D}"/>
    <pc:docChg chg="undo redo custSel addSld delSld modSld">
      <pc:chgData name="Teuku Raja Irfan Radarma" userId="cf428174-95ba-4576-8554-3a3b8ffa52b7" providerId="ADAL" clId="{3C01DB91-9C33-4457-81A7-6D67DA1D6A4D}" dt="2026-02-25T08:48:39.241" v="339" actId="1076"/>
      <pc:docMkLst>
        <pc:docMk/>
      </pc:docMkLst>
      <pc:sldChg chg="modSp mod">
        <pc:chgData name="Teuku Raja Irfan Radarma" userId="cf428174-95ba-4576-8554-3a3b8ffa52b7" providerId="ADAL" clId="{3C01DB91-9C33-4457-81A7-6D67DA1D6A4D}" dt="2026-02-22T07:39:15.201" v="41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3C01DB91-9C33-4457-81A7-6D67DA1D6A4D}" dt="2026-02-22T07:39:15.201" v="41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3C01DB91-9C33-4457-81A7-6D67DA1D6A4D}" dt="2026-02-22T07:39:08.156" v="3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3C01DB91-9C33-4457-81A7-6D67DA1D6A4D}" dt="2026-02-22T07:39:03.008" v="3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3C01DB91-9C33-4457-81A7-6D67DA1D6A4D}" dt="2026-02-22T07:39:08.156" v="38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3C01DB91-9C33-4457-81A7-6D67DA1D6A4D}" dt="2026-02-22T07:42:30.991" v="134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3C01DB91-9C33-4457-81A7-6D67DA1D6A4D}" dt="2026-02-22T07:42:30.991" v="134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add del">
        <pc:chgData name="Teuku Raja Irfan Radarma" userId="cf428174-95ba-4576-8554-3a3b8ffa52b7" providerId="ADAL" clId="{3C01DB91-9C33-4457-81A7-6D67DA1D6A4D}" dt="2026-02-22T07:40:58.299" v="111"/>
        <pc:sldMkLst>
          <pc:docMk/>
          <pc:sldMk cId="1457204914" sldId="26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75863148" sldId="26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8287481" sldId="271"/>
        </pc:sldMkLst>
      </pc:sldChg>
      <pc:sldChg chg="addSp modSp add">
        <pc:chgData name="Teuku Raja Irfan Radarma" userId="cf428174-95ba-4576-8554-3a3b8ffa52b7" providerId="ADAL" clId="{3C01DB91-9C33-4457-81A7-6D67DA1D6A4D}" dt="2026-02-25T08:48:35.876" v="337" actId="1076"/>
        <pc:sldMkLst>
          <pc:docMk/>
          <pc:sldMk cId="801049290" sldId="285"/>
        </pc:sldMkLst>
        <pc:picChg chg="add mod">
          <ac:chgData name="Teuku Raja Irfan Radarma" userId="cf428174-95ba-4576-8554-3a3b8ffa52b7" providerId="ADAL" clId="{3C01DB91-9C33-4457-81A7-6D67DA1D6A4D}" dt="2026-02-25T08:48:35.876" v="337" actId="1076"/>
          <ac:picMkLst>
            <pc:docMk/>
            <pc:sldMk cId="801049290" sldId="285"/>
            <ac:picMk id="1026" creationId="{EED8A402-F39F-4999-AA75-8D4313D43B49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50510589" sldId="301"/>
        </pc:sldMkLst>
      </pc:sldChg>
      <pc:sldChg chg="modSp mod">
        <pc:chgData name="Teuku Raja Irfan Radarma" userId="cf428174-95ba-4576-8554-3a3b8ffa52b7" providerId="ADAL" clId="{3C01DB91-9C33-4457-81A7-6D67DA1D6A4D}" dt="2026-02-22T07:39:47.499" v="90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3C01DB91-9C33-4457-81A7-6D67DA1D6A4D}" dt="2026-02-22T07:39:47.499" v="90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4T01:49:24.838" v="227" actId="20577"/>
        <pc:sldMkLst>
          <pc:docMk/>
          <pc:sldMk cId="2140043544" sldId="309"/>
        </pc:sldMkLst>
        <pc:spChg chg="mod">
          <ac:chgData name="Teuku Raja Irfan Radarma" userId="cf428174-95ba-4576-8554-3a3b8ffa52b7" providerId="ADAL" clId="{3C01DB91-9C33-4457-81A7-6D67DA1D6A4D}" dt="2026-02-24T01:49:24.838" v="227" actId="20577"/>
          <ac:spMkLst>
            <pc:docMk/>
            <pc:sldMk cId="2140043544" sldId="309"/>
            <ac:spMk id="2" creationId="{0C42CC2C-B944-4C25-BFC6-6429CA0902F7}"/>
          </ac:spMkLst>
        </pc:spChg>
        <pc:spChg chg="mod">
          <ac:chgData name="Teuku Raja Irfan Radarma" userId="cf428174-95ba-4576-8554-3a3b8ffa52b7" providerId="ADAL" clId="{3C01DB91-9C33-4457-81A7-6D67DA1D6A4D}" dt="2026-02-24T01:49:13.266" v="209" actId="20577"/>
          <ac:spMkLst>
            <pc:docMk/>
            <pc:sldMk cId="2140043544" sldId="309"/>
            <ac:spMk id="3" creationId="{FF965F0F-D707-4D34-B8CC-1D1457761B1C}"/>
          </ac:spMkLst>
        </pc:spChg>
      </pc:sldChg>
      <pc:sldChg chg="addSp delSp modSp add mod">
        <pc:chgData name="Teuku Raja Irfan Radarma" userId="cf428174-95ba-4576-8554-3a3b8ffa52b7" providerId="ADAL" clId="{3C01DB91-9C33-4457-81A7-6D67DA1D6A4D}" dt="2026-02-22T07:50:03.437" v="196" actId="21"/>
        <pc:sldMkLst>
          <pc:docMk/>
          <pc:sldMk cId="3407306040" sldId="310"/>
        </pc:sldMkLst>
        <pc:picChg chg="add del mod">
          <ac:chgData name="Teuku Raja Irfan Radarma" userId="cf428174-95ba-4576-8554-3a3b8ffa52b7" providerId="ADAL" clId="{3C01DB91-9C33-4457-81A7-6D67DA1D6A4D}" dt="2026-02-22T07:50:03.437" v="196" actId="21"/>
          <ac:picMkLst>
            <pc:docMk/>
            <pc:sldMk cId="3407306040" sldId="310"/>
            <ac:picMk id="6" creationId="{D841FE7D-D215-4F4C-B861-E11A6C85B4F7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931572100" sldId="311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89749584" sldId="312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117714241" sldId="31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525736091" sldId="31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767778035" sldId="315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566384604" sldId="316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628876292" sldId="31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405135630" sldId="31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603194126" sldId="319"/>
        </pc:sldMkLst>
      </pc:sldChg>
      <pc:sldChg chg="modSp add mod">
        <pc:chgData name="Teuku Raja Irfan Radarma" userId="cf428174-95ba-4576-8554-3a3b8ffa52b7" providerId="ADAL" clId="{3C01DB91-9C33-4457-81A7-6D67DA1D6A4D}" dt="2026-02-22T07:45:08.573" v="182" actId="1076"/>
        <pc:sldMkLst>
          <pc:docMk/>
          <pc:sldMk cId="1562574567" sldId="320"/>
        </pc:sldMkLst>
        <pc:spChg chg="mod">
          <ac:chgData name="Teuku Raja Irfan Radarma" userId="cf428174-95ba-4576-8554-3a3b8ffa52b7" providerId="ADAL" clId="{3C01DB91-9C33-4457-81A7-6D67DA1D6A4D}" dt="2026-02-22T07:45:08.573" v="182" actId="1076"/>
          <ac:spMkLst>
            <pc:docMk/>
            <pc:sldMk cId="1562574567" sldId="320"/>
            <ac:spMk id="3" creationId="{281B1D22-0EED-42B6-A38F-C7C8D196B747}"/>
          </ac:spMkLst>
        </pc:sp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516586" sldId="321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250707088" sldId="322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815195672" sldId="32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4021258611" sldId="324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956598728" sldId="325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120151068" sldId="326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847064398" sldId="32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3543487194" sldId="327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372899280" sldId="328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435362320" sldId="328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176252531" sldId="329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030245141" sldId="330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886870268" sldId="331"/>
        </pc:sldMkLst>
      </pc:sldChg>
      <pc:sldChg chg="modSp add mod">
        <pc:chgData name="Teuku Raja Irfan Radarma" userId="cf428174-95ba-4576-8554-3a3b8ffa52b7" providerId="ADAL" clId="{3C01DB91-9C33-4457-81A7-6D67DA1D6A4D}" dt="2026-02-22T07:51:54.213" v="205" actId="20577"/>
        <pc:sldMkLst>
          <pc:docMk/>
          <pc:sldMk cId="3918830678" sldId="332"/>
        </pc:sldMkLst>
        <pc:spChg chg="mod">
          <ac:chgData name="Teuku Raja Irfan Radarma" userId="cf428174-95ba-4576-8554-3a3b8ffa52b7" providerId="ADAL" clId="{3C01DB91-9C33-4457-81A7-6D67DA1D6A4D}" dt="2026-02-22T07:51:54.213" v="205" actId="20577"/>
          <ac:spMkLst>
            <pc:docMk/>
            <pc:sldMk cId="3918830678" sldId="332"/>
            <ac:spMk id="3" creationId="{EAC6EF32-ECD1-4A47-8FE1-DFCABBD43E06}"/>
          </ac:spMkLst>
        </pc:spChg>
        <pc:picChg chg="mod">
          <ac:chgData name="Teuku Raja Irfan Radarma" userId="cf428174-95ba-4576-8554-3a3b8ffa52b7" providerId="ADAL" clId="{3C01DB91-9C33-4457-81A7-6D67DA1D6A4D}" dt="2026-02-22T07:51:37.916" v="199" actId="1076"/>
          <ac:picMkLst>
            <pc:docMk/>
            <pc:sldMk cId="3918830678" sldId="332"/>
            <ac:picMk id="1028" creationId="{ABC001D2-91D1-44BD-A77E-D2FB09D3CE5A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240754387" sldId="333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1275038603" sldId="334"/>
        </pc:sldMkLst>
      </pc:sldChg>
      <pc:sldChg chg="addSp modSp add">
        <pc:chgData name="Teuku Raja Irfan Radarma" userId="cf428174-95ba-4576-8554-3a3b8ffa52b7" providerId="ADAL" clId="{3C01DB91-9C33-4457-81A7-6D67DA1D6A4D}" dt="2026-02-25T08:48:39.241" v="339" actId="1076"/>
        <pc:sldMkLst>
          <pc:docMk/>
          <pc:sldMk cId="198136088" sldId="335"/>
        </pc:sldMkLst>
        <pc:picChg chg="add mod">
          <ac:chgData name="Teuku Raja Irfan Radarma" userId="cf428174-95ba-4576-8554-3a3b8ffa52b7" providerId="ADAL" clId="{3C01DB91-9C33-4457-81A7-6D67DA1D6A4D}" dt="2026-02-25T08:48:39.241" v="339" actId="1076"/>
          <ac:picMkLst>
            <pc:docMk/>
            <pc:sldMk cId="198136088" sldId="335"/>
            <ac:picMk id="2050" creationId="{BC03CC82-156F-48C0-AEE7-BCB480E71C82}"/>
          </ac:picMkLst>
        </pc:picChg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2508547076" sldId="336"/>
        </pc:sldMkLst>
      </pc:sldChg>
      <pc:sldChg chg="add">
        <pc:chgData name="Teuku Raja Irfan Radarma" userId="cf428174-95ba-4576-8554-3a3b8ffa52b7" providerId="ADAL" clId="{3C01DB91-9C33-4457-81A7-6D67DA1D6A4D}" dt="2026-02-22T07:40:58.299" v="111"/>
        <pc:sldMkLst>
          <pc:docMk/>
          <pc:sldMk cId="961733192" sldId="337"/>
        </pc:sldMkLst>
      </pc:sldChg>
      <pc:sldChg chg="add del">
        <pc:chgData name="Teuku Raja Irfan Radarma" userId="cf428174-95ba-4576-8554-3a3b8ffa52b7" providerId="ADAL" clId="{3C01DB91-9C33-4457-81A7-6D67DA1D6A4D}" dt="2026-02-22T07:46:36.420" v="183" actId="47"/>
        <pc:sldMkLst>
          <pc:docMk/>
          <pc:sldMk cId="842161784" sldId="338"/>
        </pc:sldMkLst>
      </pc:sldChg>
      <pc:sldChg chg="add del">
        <pc:chgData name="Teuku Raja Irfan Radarma" userId="cf428174-95ba-4576-8554-3a3b8ffa52b7" providerId="ADAL" clId="{3C01DB91-9C33-4457-81A7-6D67DA1D6A4D}" dt="2026-02-22T07:46:36.420" v="183" actId="47"/>
        <pc:sldMkLst>
          <pc:docMk/>
          <pc:sldMk cId="1876405775" sldId="339"/>
        </pc:sldMkLst>
      </pc:sldChg>
      <pc:sldChg chg="modSp add mod">
        <pc:chgData name="Teuku Raja Irfan Radarma" userId="cf428174-95ba-4576-8554-3a3b8ffa52b7" providerId="ADAL" clId="{3C01DB91-9C33-4457-81A7-6D67DA1D6A4D}" dt="2026-02-22T07:42:58.074" v="152" actId="1076"/>
        <pc:sldMkLst>
          <pc:docMk/>
          <pc:sldMk cId="3234400314" sldId="632"/>
        </pc:sldMkLst>
        <pc:spChg chg="mod">
          <ac:chgData name="Teuku Raja Irfan Radarma" userId="cf428174-95ba-4576-8554-3a3b8ffa52b7" providerId="ADAL" clId="{3C01DB91-9C33-4457-81A7-6D67DA1D6A4D}" dt="2026-02-22T07:42:48.148" v="147" actId="1076"/>
          <ac:spMkLst>
            <pc:docMk/>
            <pc:sldMk cId="3234400314" sldId="632"/>
            <ac:spMk id="2" creationId="{73ABA98E-9719-FA7B-6A83-FDFCB2399788}"/>
          </ac:spMkLst>
        </pc:spChg>
        <pc:spChg chg="mod">
          <ac:chgData name="Teuku Raja Irfan Radarma" userId="cf428174-95ba-4576-8554-3a3b8ffa52b7" providerId="ADAL" clId="{3C01DB91-9C33-4457-81A7-6D67DA1D6A4D}" dt="2026-02-22T07:42:58.074" v="152" actId="1076"/>
          <ac:spMkLst>
            <pc:docMk/>
            <pc:sldMk cId="3234400314" sldId="632"/>
            <ac:spMk id="9" creationId="{C1C27A90-738D-A2B4-4848-6533717DF900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24.623" v="181" actId="404"/>
        <pc:sldMkLst>
          <pc:docMk/>
          <pc:sldMk cId="989082994" sldId="633"/>
        </pc:sldMkLst>
        <pc:spChg chg="mod">
          <ac:chgData name="Teuku Raja Irfan Radarma" userId="cf428174-95ba-4576-8554-3a3b8ffa52b7" providerId="ADAL" clId="{3C01DB91-9C33-4457-81A7-6D67DA1D6A4D}" dt="2026-02-22T07:43:24.630" v="154" actId="27636"/>
          <ac:spMkLst>
            <pc:docMk/>
            <pc:sldMk cId="989082994" sldId="633"/>
            <ac:spMk id="2" creationId="{FE8DC504-9BC7-05B7-6F90-AF418AF2109A}"/>
          </ac:spMkLst>
        </pc:spChg>
        <pc:spChg chg="mod">
          <ac:chgData name="Teuku Raja Irfan Radarma" userId="cf428174-95ba-4576-8554-3a3b8ffa52b7" providerId="ADAL" clId="{3C01DB91-9C33-4457-81A7-6D67DA1D6A4D}" dt="2026-02-22T07:44:24.623" v="181" actId="404"/>
          <ac:spMkLst>
            <pc:docMk/>
            <pc:sldMk cId="989082994" sldId="633"/>
            <ac:spMk id="3" creationId="{84FA5AAB-EE1A-B37C-EDD5-BD190DB2158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22.008" v="180" actId="404"/>
        <pc:sldMkLst>
          <pc:docMk/>
          <pc:sldMk cId="2373469779" sldId="634"/>
        </pc:sldMkLst>
        <pc:spChg chg="mod">
          <ac:chgData name="Teuku Raja Irfan Radarma" userId="cf428174-95ba-4576-8554-3a3b8ffa52b7" providerId="ADAL" clId="{3C01DB91-9C33-4457-81A7-6D67DA1D6A4D}" dt="2026-02-22T07:43:49.099" v="170" actId="1076"/>
          <ac:spMkLst>
            <pc:docMk/>
            <pc:sldMk cId="2373469779" sldId="634"/>
            <ac:spMk id="2" creationId="{1E0E0A5B-0B16-F378-DA7C-D2116666435F}"/>
          </ac:spMkLst>
        </pc:spChg>
        <pc:spChg chg="mod">
          <ac:chgData name="Teuku Raja Irfan Radarma" userId="cf428174-95ba-4576-8554-3a3b8ffa52b7" providerId="ADAL" clId="{3C01DB91-9C33-4457-81A7-6D67DA1D6A4D}" dt="2026-02-22T07:44:22.008" v="180" actId="404"/>
          <ac:spMkLst>
            <pc:docMk/>
            <pc:sldMk cId="2373469779" sldId="634"/>
            <ac:spMk id="3" creationId="{0970CEB3-2704-E100-BF20-17D911715202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3:58.468" v="171" actId="1076"/>
        <pc:sldMkLst>
          <pc:docMk/>
          <pc:sldMk cId="2075550474" sldId="635"/>
        </pc:sldMkLst>
        <pc:spChg chg="mod">
          <ac:chgData name="Teuku Raja Irfan Radarma" userId="cf428174-95ba-4576-8554-3a3b8ffa52b7" providerId="ADAL" clId="{3C01DB91-9C33-4457-81A7-6D67DA1D6A4D}" dt="2026-02-22T07:43:58.468" v="171" actId="1076"/>
          <ac:spMkLst>
            <pc:docMk/>
            <pc:sldMk cId="2075550474" sldId="635"/>
            <ac:spMk id="2" creationId="{DA5852C8-1BF4-3F1C-7027-E2C416705A6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03.916" v="172" actId="1076"/>
        <pc:sldMkLst>
          <pc:docMk/>
          <pc:sldMk cId="3550433920" sldId="639"/>
        </pc:sldMkLst>
        <pc:spChg chg="mod">
          <ac:chgData name="Teuku Raja Irfan Radarma" userId="cf428174-95ba-4576-8554-3a3b8ffa52b7" providerId="ADAL" clId="{3C01DB91-9C33-4457-81A7-6D67DA1D6A4D}" dt="2026-02-22T07:44:03.916" v="172" actId="1076"/>
          <ac:spMkLst>
            <pc:docMk/>
            <pc:sldMk cId="3550433920" sldId="639"/>
            <ac:spMk id="2" creationId="{0F71E74B-3AB7-A0C5-FD69-E5DD54FD36EF}"/>
          </ac:spMkLst>
        </pc:spChg>
      </pc:sldChg>
      <pc:sldChg chg="modSp add mod">
        <pc:chgData name="Teuku Raja Irfan Radarma" userId="cf428174-95ba-4576-8554-3a3b8ffa52b7" providerId="ADAL" clId="{3C01DB91-9C33-4457-81A7-6D67DA1D6A4D}" dt="2026-02-22T07:44:15.685" v="177" actId="27636"/>
        <pc:sldMkLst>
          <pc:docMk/>
          <pc:sldMk cId="126332185" sldId="640"/>
        </pc:sldMkLst>
        <pc:spChg chg="mod">
          <ac:chgData name="Teuku Raja Irfan Radarma" userId="cf428174-95ba-4576-8554-3a3b8ffa52b7" providerId="ADAL" clId="{3C01DB91-9C33-4457-81A7-6D67DA1D6A4D}" dt="2026-02-22T07:44:14.271" v="175" actId="1076"/>
          <ac:spMkLst>
            <pc:docMk/>
            <pc:sldMk cId="126332185" sldId="640"/>
            <ac:spMk id="2" creationId="{6F9F207D-A5B6-BAB9-37CF-A18C40B6770D}"/>
          </ac:spMkLst>
        </pc:spChg>
        <pc:spChg chg="mod">
          <ac:chgData name="Teuku Raja Irfan Radarma" userId="cf428174-95ba-4576-8554-3a3b8ffa52b7" providerId="ADAL" clId="{3C01DB91-9C33-4457-81A7-6D67DA1D6A4D}" dt="2026-02-22T07:44:15.685" v="177" actId="27636"/>
          <ac:spMkLst>
            <pc:docMk/>
            <pc:sldMk cId="126332185" sldId="640"/>
            <ac:spMk id="3" creationId="{9E7D8964-BEB7-2DA7-EF74-175F24693B83}"/>
          </ac:spMkLst>
        </pc:spChg>
      </pc:sldChg>
      <pc:sldChg chg="modSp new mod">
        <pc:chgData name="Teuku Raja Irfan Radarma" userId="cf428174-95ba-4576-8554-3a3b8ffa52b7" providerId="ADAL" clId="{3C01DB91-9C33-4457-81A7-6D67DA1D6A4D}" dt="2026-02-22T07:43:36.440" v="168" actId="20577"/>
        <pc:sldMkLst>
          <pc:docMk/>
          <pc:sldMk cId="1793119782" sldId="641"/>
        </pc:sldMkLst>
        <pc:spChg chg="mod">
          <ac:chgData name="Teuku Raja Irfan Radarma" userId="cf428174-95ba-4576-8554-3a3b8ffa52b7" providerId="ADAL" clId="{3C01DB91-9C33-4457-81A7-6D67DA1D6A4D}" dt="2026-02-22T07:43:36.440" v="168" actId="20577"/>
          <ac:spMkLst>
            <pc:docMk/>
            <pc:sldMk cId="1793119782" sldId="641"/>
            <ac:spMk id="2" creationId="{34BDE0C4-4FBA-493E-B083-8791FB60B6C7}"/>
          </ac:spMkLst>
        </pc:spChg>
      </pc:sldChg>
      <pc:sldChg chg="addSp delSp modSp add mod">
        <pc:chgData name="Teuku Raja Irfan Radarma" userId="cf428174-95ba-4576-8554-3a3b8ffa52b7" providerId="ADAL" clId="{3C01DB91-9C33-4457-81A7-6D67DA1D6A4D}" dt="2026-02-22T07:50:05.333" v="198"/>
        <pc:sldMkLst>
          <pc:docMk/>
          <pc:sldMk cId="2403279765" sldId="642"/>
        </pc:sldMkLst>
        <pc:picChg chg="del">
          <ac:chgData name="Teuku Raja Irfan Radarma" userId="cf428174-95ba-4576-8554-3a3b8ffa52b7" providerId="ADAL" clId="{3C01DB91-9C33-4457-81A7-6D67DA1D6A4D}" dt="2026-02-22T07:49:08.272" v="185" actId="478"/>
          <ac:picMkLst>
            <pc:docMk/>
            <pc:sldMk cId="2403279765" sldId="642"/>
            <ac:picMk id="5" creationId="{6F1DDE68-FFA7-4F21-B54D-C913701E2D37}"/>
          </ac:picMkLst>
        </pc:picChg>
        <pc:picChg chg="add del mod">
          <ac:chgData name="Teuku Raja Irfan Radarma" userId="cf428174-95ba-4576-8554-3a3b8ffa52b7" providerId="ADAL" clId="{3C01DB91-9C33-4457-81A7-6D67DA1D6A4D}" dt="2026-02-22T07:49:14.167" v="187" actId="478"/>
          <ac:picMkLst>
            <pc:docMk/>
            <pc:sldMk cId="2403279765" sldId="642"/>
            <ac:picMk id="6" creationId="{29126E61-FF59-4257-8724-08C028E65615}"/>
          </ac:picMkLst>
        </pc:picChg>
        <pc:picChg chg="add del mod">
          <ac:chgData name="Teuku Raja Irfan Radarma" userId="cf428174-95ba-4576-8554-3a3b8ffa52b7" providerId="ADAL" clId="{3C01DB91-9C33-4457-81A7-6D67DA1D6A4D}" dt="2026-02-22T07:49:15.696" v="189" actId="478"/>
          <ac:picMkLst>
            <pc:docMk/>
            <pc:sldMk cId="2403279765" sldId="642"/>
            <ac:picMk id="7" creationId="{63095D99-A3EC-4B84-8447-6494DB75CAF0}"/>
          </ac:picMkLst>
        </pc:picChg>
        <pc:picChg chg="add del mod">
          <ac:chgData name="Teuku Raja Irfan Radarma" userId="cf428174-95ba-4576-8554-3a3b8ffa52b7" providerId="ADAL" clId="{3C01DB91-9C33-4457-81A7-6D67DA1D6A4D}" dt="2026-02-22T07:50:05.028" v="197" actId="478"/>
          <ac:picMkLst>
            <pc:docMk/>
            <pc:sldMk cId="2403279765" sldId="642"/>
            <ac:picMk id="8" creationId="{6F2D679C-C24D-4B0A-9840-29EB96665E22}"/>
          </ac:picMkLst>
        </pc:picChg>
        <pc:picChg chg="add mod">
          <ac:chgData name="Teuku Raja Irfan Radarma" userId="cf428174-95ba-4576-8554-3a3b8ffa52b7" providerId="ADAL" clId="{3C01DB91-9C33-4457-81A7-6D67DA1D6A4D}" dt="2026-02-22T07:50:05.333" v="198"/>
          <ac:picMkLst>
            <pc:docMk/>
            <pc:sldMk cId="2403279765" sldId="642"/>
            <ac:picMk id="9" creationId="{BDD0FFA7-1FD2-4DA8-88DF-07A5852DAF51}"/>
          </ac:picMkLst>
        </pc:picChg>
      </pc:sldChg>
      <pc:sldChg chg="modSp new mod">
        <pc:chgData name="Teuku Raja Irfan Radarma" userId="cf428174-95ba-4576-8554-3a3b8ffa52b7" providerId="ADAL" clId="{3C01DB91-9C33-4457-81A7-6D67DA1D6A4D}" dt="2026-02-24T02:25:36.394" v="335"/>
        <pc:sldMkLst>
          <pc:docMk/>
          <pc:sldMk cId="3167336065" sldId="643"/>
        </pc:sldMkLst>
        <pc:spChg chg="mod">
          <ac:chgData name="Teuku Raja Irfan Radarma" userId="cf428174-95ba-4576-8554-3a3b8ffa52b7" providerId="ADAL" clId="{3C01DB91-9C33-4457-81A7-6D67DA1D6A4D}" dt="2026-02-24T02:25:08.108" v="242" actId="20577"/>
          <ac:spMkLst>
            <pc:docMk/>
            <pc:sldMk cId="3167336065" sldId="643"/>
            <ac:spMk id="2" creationId="{BA3468D8-09CC-405F-9B14-7717A7622755}"/>
          </ac:spMkLst>
        </pc:spChg>
        <pc:spChg chg="mod">
          <ac:chgData name="Teuku Raja Irfan Radarma" userId="cf428174-95ba-4576-8554-3a3b8ffa52b7" providerId="ADAL" clId="{3C01DB91-9C33-4457-81A7-6D67DA1D6A4D}" dt="2026-02-24T02:25:36.394" v="335"/>
          <ac:spMkLst>
            <pc:docMk/>
            <pc:sldMk cId="3167336065" sldId="643"/>
            <ac:spMk id="4" creationId="{B0CD25CD-69FD-4588-A206-390B403AC816}"/>
          </ac:spMkLst>
        </pc:spChg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130923464" sldId="661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007793985" sldId="662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5740253" sldId="663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3169595349" sldId="664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482308421" sldId="665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341285866" sldId="667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2096161781" sldId="668"/>
        </pc:sldMkLst>
      </pc:sldChg>
      <pc:sldChg chg="del">
        <pc:chgData name="Teuku Raja Irfan Radarma" userId="cf428174-95ba-4576-8554-3a3b8ffa52b7" providerId="ADAL" clId="{3C01DB91-9C33-4457-81A7-6D67DA1D6A4D}" dt="2026-02-22T07:40:13.356" v="92" actId="47"/>
        <pc:sldMkLst>
          <pc:docMk/>
          <pc:sldMk cId="1571765726" sldId="669"/>
        </pc:sldMkLst>
      </pc:sldChg>
    </pc:docChg>
  </pc:docChgLst>
  <pc:docChgLst>
    <pc:chgData name="Teuku Raja Irfan Radarma" userId="cf428174-95ba-4576-8554-3a3b8ffa52b7" providerId="ADAL" clId="{6C5D399A-8E2C-4907-9624-A2DD17609376}"/>
    <pc:docChg chg="undo custSel modSld">
      <pc:chgData name="Teuku Raja Irfan Radarma" userId="cf428174-95ba-4576-8554-3a3b8ffa52b7" providerId="ADAL" clId="{6C5D399A-8E2C-4907-9624-A2DD17609376}" dt="2026-02-18T03:29:52.555" v="182" actId="20577"/>
      <pc:docMkLst>
        <pc:docMk/>
      </pc:docMkLst>
      <pc:sldChg chg="modSp mod">
        <pc:chgData name="Teuku Raja Irfan Radarma" userId="cf428174-95ba-4576-8554-3a3b8ffa52b7" providerId="ADAL" clId="{6C5D399A-8E2C-4907-9624-A2DD17609376}" dt="2026-02-18T03:28:09.397" v="2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6C5D399A-8E2C-4907-9624-A2DD17609376}" dt="2026-02-18T03:28:09.397" v="2" actId="400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6C5D399A-8E2C-4907-9624-A2DD17609376}" dt="2026-02-18T03:29:52.555" v="182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6-02-18T03:29:52.555" v="182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6C5D399A-8E2C-4907-9624-A2DD17609376}" dt="2026-02-18T03:29:18.978" v="128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6C5D399A-8E2C-4907-9624-A2DD17609376}" dt="2026-02-18T03:29:18.978" v="128" actId="20577"/>
          <ac:spMkLst>
            <pc:docMk/>
            <pc:sldMk cId="2891726164" sldId="304"/>
            <ac:spMk id="3" creationId="{0EEF17E5-AD4D-CEBE-F9C3-691B024490D7}"/>
          </ac:spMkLst>
        </pc:spChg>
      </pc:sldChg>
    </pc:docChg>
  </pc:docChgLst>
  <pc:docChgLst>
    <pc:chgData name="Teuku Raja Irfan Radarma" userId="cf428174-95ba-4576-8554-3a3b8ffa52b7" providerId="ADAL" clId="{DAB7BA23-C11A-42E4-8EE5-ACC8ADECC21A}"/>
    <pc:docChg chg="custSel addSld delSld modSld sldOrd">
      <pc:chgData name="Teuku Raja Irfan Radarma" userId="cf428174-95ba-4576-8554-3a3b8ffa52b7" providerId="ADAL" clId="{DAB7BA23-C11A-42E4-8EE5-ACC8ADECC21A}" dt="2026-03-01T07:15:29.919" v="317"/>
      <pc:docMkLst>
        <pc:docMk/>
      </pc:docMkLst>
      <pc:sldChg chg="modSp mod">
        <pc:chgData name="Teuku Raja Irfan Radarma" userId="cf428174-95ba-4576-8554-3a3b8ffa52b7" providerId="ADAL" clId="{DAB7BA23-C11A-42E4-8EE5-ACC8ADECC21A}" dt="2026-03-01T07:12:12.824" v="2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DAB7BA23-C11A-42E4-8EE5-ACC8ADECC21A}" dt="2026-03-01T07:12:12.824" v="2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DAB7BA23-C11A-42E4-8EE5-ACC8ADECC21A}" dt="2026-03-01T07:12:37.594" v="67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DAB7BA23-C11A-42E4-8EE5-ACC8ADECC21A}" dt="2026-03-01T07:12:35.375" v="6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DAB7BA23-C11A-42E4-8EE5-ACC8ADECC21A}" dt="2026-03-01T07:12:37.594" v="67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DAB7BA23-C11A-42E4-8EE5-ACC8ADECC21A}" dt="2026-03-01T07:13:42.088" v="235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DAB7BA23-C11A-42E4-8EE5-ACC8ADECC21A}" dt="2026-03-01T07:13:42.088" v="235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457204914" sldId="264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675863148" sldId="268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08287481" sldId="271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801049290" sldId="285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650510589" sldId="301"/>
        </pc:sldMkLst>
      </pc:sldChg>
      <pc:sldChg chg="modSp mod">
        <pc:chgData name="Teuku Raja Irfan Radarma" userId="cf428174-95ba-4576-8554-3a3b8ffa52b7" providerId="ADAL" clId="{DAB7BA23-C11A-42E4-8EE5-ACC8ADECC21A}" dt="2026-03-01T07:13:28.149" v="195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DAB7BA23-C11A-42E4-8EE5-ACC8ADECC21A}" dt="2026-03-01T07:13:28.149" v="195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140043544" sldId="309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407306040" sldId="310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931572100" sldId="311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89749584" sldId="312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117714241" sldId="313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525736091" sldId="314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767778035" sldId="315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566384604" sldId="316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628876292" sldId="317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405135630" sldId="318"/>
        </pc:sldMkLst>
      </pc:sldChg>
      <pc:sldChg chg="del">
        <pc:chgData name="Teuku Raja Irfan Radarma" userId="cf428174-95ba-4576-8554-3a3b8ffa52b7" providerId="ADAL" clId="{DAB7BA23-C11A-42E4-8EE5-ACC8ADECC21A}" dt="2026-03-01T07:14:36.237" v="269" actId="47"/>
        <pc:sldMkLst>
          <pc:docMk/>
          <pc:sldMk cId="2603194126" sldId="319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562574567" sldId="320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0516586" sldId="321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250707088" sldId="322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815195672" sldId="323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4021258611" sldId="324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956598728" sldId="325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120151068" sldId="326"/>
        </pc:sldMkLst>
      </pc:sldChg>
      <pc:sldChg chg="addSp delSp modSp mod">
        <pc:chgData name="Teuku Raja Irfan Radarma" userId="cf428174-95ba-4576-8554-3a3b8ffa52b7" providerId="ADAL" clId="{DAB7BA23-C11A-42E4-8EE5-ACC8ADECC21A}" dt="2026-03-01T07:14:09.847" v="260" actId="478"/>
        <pc:sldMkLst>
          <pc:docMk/>
          <pc:sldMk cId="3543487194" sldId="327"/>
        </pc:sldMkLst>
        <pc:spChg chg="mod">
          <ac:chgData name="Teuku Raja Irfan Radarma" userId="cf428174-95ba-4576-8554-3a3b8ffa52b7" providerId="ADAL" clId="{DAB7BA23-C11A-42E4-8EE5-ACC8ADECC21A}" dt="2026-03-01T07:14:06.674" v="259" actId="20577"/>
          <ac:spMkLst>
            <pc:docMk/>
            <pc:sldMk cId="3543487194" sldId="327"/>
            <ac:spMk id="2" creationId="{EC7DAB5F-7E3E-4802-A8D9-5B0EB468243B}"/>
          </ac:spMkLst>
        </pc:spChg>
        <pc:spChg chg="del">
          <ac:chgData name="Teuku Raja Irfan Radarma" userId="cf428174-95ba-4576-8554-3a3b8ffa52b7" providerId="ADAL" clId="{DAB7BA23-C11A-42E4-8EE5-ACC8ADECC21A}" dt="2026-03-01T07:14:09.847" v="260" actId="478"/>
          <ac:spMkLst>
            <pc:docMk/>
            <pc:sldMk cId="3543487194" sldId="327"/>
            <ac:spMk id="4" creationId="{47A487F2-1B43-4670-B3E0-D4AFC3277D66}"/>
          </ac:spMkLst>
        </pc:spChg>
        <pc:spChg chg="add mod">
          <ac:chgData name="Teuku Raja Irfan Radarma" userId="cf428174-95ba-4576-8554-3a3b8ffa52b7" providerId="ADAL" clId="{DAB7BA23-C11A-42E4-8EE5-ACC8ADECC21A}" dt="2026-03-01T07:14:09.847" v="260" actId="478"/>
          <ac:spMkLst>
            <pc:docMk/>
            <pc:sldMk cId="3543487194" sldId="327"/>
            <ac:spMk id="6" creationId="{4A48B4EE-0240-4D61-94E9-F5B92DF5B7F9}"/>
          </ac:spMkLst>
        </pc:spChg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372899280" sldId="328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176252531" sldId="329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030245141" sldId="330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2886870268" sldId="331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3918830678" sldId="332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240754387" sldId="333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275038603" sldId="334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198136088" sldId="335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2508547076" sldId="336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961733192" sldId="337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1535285831" sldId="345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1054711420" sldId="346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4133436097" sldId="347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1838719807" sldId="348"/>
        </pc:sldMkLst>
      </pc:sldChg>
      <pc:sldChg chg="add">
        <pc:chgData name="Teuku Raja Irfan Radarma" userId="cf428174-95ba-4576-8554-3a3b8ffa52b7" providerId="ADAL" clId="{DAB7BA23-C11A-42E4-8EE5-ACC8ADECC21A}" dt="2026-03-01T07:15:17.276" v="315"/>
        <pc:sldMkLst>
          <pc:docMk/>
          <pc:sldMk cId="521323310" sldId="349"/>
        </pc:sldMkLst>
      </pc:sldChg>
      <pc:sldChg chg="add">
        <pc:chgData name="Teuku Raja Irfan Radarma" userId="cf428174-95ba-4576-8554-3a3b8ffa52b7" providerId="ADAL" clId="{DAB7BA23-C11A-42E4-8EE5-ACC8ADECC21A}" dt="2026-03-01T07:15:26.540" v="316"/>
        <pc:sldMkLst>
          <pc:docMk/>
          <pc:sldMk cId="4053031945" sldId="353"/>
        </pc:sldMkLst>
      </pc:sldChg>
      <pc:sldChg chg="add">
        <pc:chgData name="Teuku Raja Irfan Radarma" userId="cf428174-95ba-4576-8554-3a3b8ffa52b7" providerId="ADAL" clId="{DAB7BA23-C11A-42E4-8EE5-ACC8ADECC21A}" dt="2026-03-01T07:15:26.540" v="316"/>
        <pc:sldMkLst>
          <pc:docMk/>
          <pc:sldMk cId="1318110064" sldId="354"/>
        </pc:sldMkLst>
      </pc:sldChg>
      <pc:sldChg chg="add">
        <pc:chgData name="Teuku Raja Irfan Radarma" userId="cf428174-95ba-4576-8554-3a3b8ffa52b7" providerId="ADAL" clId="{DAB7BA23-C11A-42E4-8EE5-ACC8ADECC21A}" dt="2026-03-01T07:15:26.540" v="316"/>
        <pc:sldMkLst>
          <pc:docMk/>
          <pc:sldMk cId="3407232921" sldId="355"/>
        </pc:sldMkLst>
      </pc:sldChg>
      <pc:sldChg chg="add">
        <pc:chgData name="Teuku Raja Irfan Radarma" userId="cf428174-95ba-4576-8554-3a3b8ffa52b7" providerId="ADAL" clId="{DAB7BA23-C11A-42E4-8EE5-ACC8ADECC21A}" dt="2026-03-01T07:15:26.540" v="316"/>
        <pc:sldMkLst>
          <pc:docMk/>
          <pc:sldMk cId="1255592341" sldId="357"/>
        </pc:sldMkLst>
      </pc:sldChg>
      <pc:sldChg chg="add">
        <pc:chgData name="Teuku Raja Irfan Radarma" userId="cf428174-95ba-4576-8554-3a3b8ffa52b7" providerId="ADAL" clId="{DAB7BA23-C11A-42E4-8EE5-ACC8ADECC21A}" dt="2026-03-01T07:15:29.919" v="317"/>
        <pc:sldMkLst>
          <pc:docMk/>
          <pc:sldMk cId="330924077" sldId="359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234400314" sldId="632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989082994" sldId="633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373469779" sldId="634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075550474" sldId="635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3550433920" sldId="639"/>
        </pc:sldMkLst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126332185" sldId="640"/>
        </pc:sldMkLst>
      </pc:sldChg>
      <pc:sldChg chg="modSp mod">
        <pc:chgData name="Teuku Raja Irfan Radarma" userId="cf428174-95ba-4576-8554-3a3b8ffa52b7" providerId="ADAL" clId="{DAB7BA23-C11A-42E4-8EE5-ACC8ADECC21A}" dt="2026-03-01T07:13:50.441" v="246" actId="20577"/>
        <pc:sldMkLst>
          <pc:docMk/>
          <pc:sldMk cId="1793119782" sldId="641"/>
        </pc:sldMkLst>
        <pc:spChg chg="mod">
          <ac:chgData name="Teuku Raja Irfan Radarma" userId="cf428174-95ba-4576-8554-3a3b8ffa52b7" providerId="ADAL" clId="{DAB7BA23-C11A-42E4-8EE5-ACC8ADECC21A}" dt="2026-03-01T07:13:50.441" v="246" actId="20577"/>
          <ac:spMkLst>
            <pc:docMk/>
            <pc:sldMk cId="1793119782" sldId="641"/>
            <ac:spMk id="2" creationId="{34BDE0C4-4FBA-493E-B083-8791FB60B6C7}"/>
          </ac:spMkLst>
        </pc:spChg>
      </pc:sldChg>
      <pc:sldChg chg="del">
        <pc:chgData name="Teuku Raja Irfan Radarma" userId="cf428174-95ba-4576-8554-3a3b8ffa52b7" providerId="ADAL" clId="{DAB7BA23-C11A-42E4-8EE5-ACC8ADECC21A}" dt="2026-03-01T07:14:02.361" v="247" actId="47"/>
        <pc:sldMkLst>
          <pc:docMk/>
          <pc:sldMk cId="2403279765" sldId="642"/>
        </pc:sldMkLst>
      </pc:sldChg>
      <pc:sldChg chg="del">
        <pc:chgData name="Teuku Raja Irfan Radarma" userId="cf428174-95ba-4576-8554-3a3b8ffa52b7" providerId="ADAL" clId="{DAB7BA23-C11A-42E4-8EE5-ACC8ADECC21A}" dt="2026-03-01T07:15:14.648" v="314" actId="47"/>
        <pc:sldMkLst>
          <pc:docMk/>
          <pc:sldMk cId="3167336065" sldId="643"/>
        </pc:sldMkLst>
      </pc:sldChg>
      <pc:sldChg chg="modSp add mod ord">
        <pc:chgData name="Teuku Raja Irfan Radarma" userId="cf428174-95ba-4576-8554-3a3b8ffa52b7" providerId="ADAL" clId="{DAB7BA23-C11A-42E4-8EE5-ACC8ADECC21A}" dt="2026-03-01T07:14:25.808" v="267" actId="20577"/>
        <pc:sldMkLst>
          <pc:docMk/>
          <pc:sldMk cId="575144279" sldId="644"/>
        </pc:sldMkLst>
        <pc:spChg chg="mod">
          <ac:chgData name="Teuku Raja Irfan Radarma" userId="cf428174-95ba-4576-8554-3a3b8ffa52b7" providerId="ADAL" clId="{DAB7BA23-C11A-42E4-8EE5-ACC8ADECC21A}" dt="2026-03-01T07:14:25.808" v="267" actId="20577"/>
          <ac:spMkLst>
            <pc:docMk/>
            <pc:sldMk cId="575144279" sldId="644"/>
            <ac:spMk id="2" creationId="{34BDE0C4-4FBA-493E-B083-8791FB60B6C7}"/>
          </ac:spMkLst>
        </pc:spChg>
      </pc:sldChg>
      <pc:sldChg chg="modSp add mod">
        <pc:chgData name="Teuku Raja Irfan Radarma" userId="cf428174-95ba-4576-8554-3a3b8ffa52b7" providerId="ADAL" clId="{DAB7BA23-C11A-42E4-8EE5-ACC8ADECC21A}" dt="2026-03-01T07:14:40.033" v="285" actId="20577"/>
        <pc:sldMkLst>
          <pc:docMk/>
          <pc:sldMk cId="1317602562" sldId="645"/>
        </pc:sldMkLst>
        <pc:spChg chg="mod">
          <ac:chgData name="Teuku Raja Irfan Radarma" userId="cf428174-95ba-4576-8554-3a3b8ffa52b7" providerId="ADAL" clId="{DAB7BA23-C11A-42E4-8EE5-ACC8ADECC21A}" dt="2026-03-01T07:14:40.033" v="285" actId="20577"/>
          <ac:spMkLst>
            <pc:docMk/>
            <pc:sldMk cId="1317602562" sldId="645"/>
            <ac:spMk id="2" creationId="{EC7DAB5F-7E3E-4802-A8D9-5B0EB468243B}"/>
          </ac:spMkLst>
        </pc:spChg>
      </pc:sldChg>
      <pc:sldChg chg="modSp add mod">
        <pc:chgData name="Teuku Raja Irfan Radarma" userId="cf428174-95ba-4576-8554-3a3b8ffa52b7" providerId="ADAL" clId="{DAB7BA23-C11A-42E4-8EE5-ACC8ADECC21A}" dt="2026-03-01T07:14:47.904" v="313" actId="20577"/>
        <pc:sldMkLst>
          <pc:docMk/>
          <pc:sldMk cId="2304873188" sldId="646"/>
        </pc:sldMkLst>
        <pc:spChg chg="mod">
          <ac:chgData name="Teuku Raja Irfan Radarma" userId="cf428174-95ba-4576-8554-3a3b8ffa52b7" providerId="ADAL" clId="{DAB7BA23-C11A-42E4-8EE5-ACC8ADECC21A}" dt="2026-03-01T07:14:47.904" v="313" actId="20577"/>
          <ac:spMkLst>
            <pc:docMk/>
            <pc:sldMk cId="2304873188" sldId="646"/>
            <ac:spMk id="2" creationId="{34BDE0C4-4FBA-493E-B083-8791FB60B6C7}"/>
          </ac:spMkLst>
        </pc:spChg>
      </pc:sldChg>
    </pc:docChg>
  </pc:docChgLst>
  <pc:docChgLst>
    <pc:chgData name="Teuku Raja Irfan Radarma" userId="cf428174-95ba-4576-8554-3a3b8ffa52b7" providerId="ADAL" clId="{5F76268C-0FDD-4573-81E8-E132646E1AD5}"/>
    <pc:docChg chg="undo custSel addSld delSld modSld sldOrd modMainMaster">
      <pc:chgData name="Teuku Raja Irfan Radarma" userId="cf428174-95ba-4576-8554-3a3b8ffa52b7" providerId="ADAL" clId="{5F76268C-0FDD-4573-81E8-E132646E1AD5}" dt="2026-02-07T01:25:31.365" v="872"/>
      <pc:docMkLst>
        <pc:docMk/>
      </pc:docMkLst>
      <pc:sldChg chg="modSp mod">
        <pc:chgData name="Teuku Raja Irfan Radarma" userId="cf428174-95ba-4576-8554-3a3b8ffa52b7" providerId="ADAL" clId="{5F76268C-0FDD-4573-81E8-E132646E1AD5}" dt="2026-01-29T14:43:00.516" v="41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5F76268C-0FDD-4573-81E8-E132646E1AD5}" dt="2026-01-29T14:42:58.260" v="40" actId="400"/>
          <ac:spMkLst>
            <pc:docMk/>
            <pc:sldMk cId="4030995347" sldId="257"/>
            <ac:spMk id="3" creationId="{940F5DB3-7A6F-EDD4-9F33-B3FF6161C717}"/>
          </ac:spMkLst>
        </pc:spChg>
        <pc:spChg chg="mod">
          <ac:chgData name="Teuku Raja Irfan Radarma" userId="cf428174-95ba-4576-8554-3a3b8ffa52b7" providerId="ADAL" clId="{5F76268C-0FDD-4573-81E8-E132646E1AD5}" dt="2026-01-29T14:43:00.516" v="41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addSp delSp modSp mod">
        <pc:chgData name="Teuku Raja Irfan Radarma" userId="cf428174-95ba-4576-8554-3a3b8ffa52b7" providerId="ADAL" clId="{5F76268C-0FDD-4573-81E8-E132646E1AD5}" dt="2026-01-29T14:42:49.949" v="3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5F76268C-0FDD-4573-81E8-E132646E1AD5}" dt="2026-01-29T14:42:46.045" v="3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5F76268C-0FDD-4573-81E8-E132646E1AD5}" dt="2026-01-29T14:42:49.949" v="38" actId="20577"/>
          <ac:spMkLst>
            <pc:docMk/>
            <pc:sldMk cId="911610319" sldId="262"/>
            <ac:spMk id="4" creationId="{FFCC89D4-8169-77D5-D53F-1E998B469C40}"/>
          </ac:spMkLst>
        </pc:spChg>
        <pc:picChg chg="add mod">
          <ac:chgData name="Teuku Raja Irfan Radarma" userId="cf428174-95ba-4576-8554-3a3b8ffa52b7" providerId="ADAL" clId="{5F76268C-0FDD-4573-81E8-E132646E1AD5}" dt="2026-01-29T14:42:33.594" v="1"/>
          <ac:picMkLst>
            <pc:docMk/>
            <pc:sldMk cId="911610319" sldId="262"/>
            <ac:picMk id="7" creationId="{80A5FA20-F084-433B-84D2-ED962813CD1B}"/>
          </ac:picMkLst>
        </pc:picChg>
      </pc:sldChg>
      <pc:sldChg chg="modSp mod">
        <pc:chgData name="Teuku Raja Irfan Radarma" userId="cf428174-95ba-4576-8554-3a3b8ffa52b7" providerId="ADAL" clId="{5F76268C-0FDD-4573-81E8-E132646E1AD5}" dt="2026-01-29T14:54:38.263" v="32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5F76268C-0FDD-4573-81E8-E132646E1AD5}" dt="2026-01-29T14:54:38.263" v="32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5F76268C-0FDD-4573-81E8-E132646E1AD5}" dt="2026-01-29T14:59:14.213" v="355" actId="27636"/>
        <pc:sldMkLst>
          <pc:docMk/>
          <pc:sldMk cId="1457204914" sldId="264"/>
        </pc:sldMkLst>
        <pc:spChg chg="mod">
          <ac:chgData name="Teuku Raja Irfan Radarma" userId="cf428174-95ba-4576-8554-3a3b8ffa52b7" providerId="ADAL" clId="{5F76268C-0FDD-4573-81E8-E132646E1AD5}" dt="2026-01-29T14:59:14.213" v="355" actId="27636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5F76268C-0FDD-4573-81E8-E132646E1AD5}" dt="2026-01-29T14:47:29.311" v="203" actId="20577"/>
          <ac:spMkLst>
            <pc:docMk/>
            <pc:sldMk cId="1457204914" sldId="264"/>
            <ac:spMk id="4" creationId="{EE064B16-72CC-4606-A23D-7291843EEFBB}"/>
          </ac:spMkLst>
        </pc:spChg>
      </pc:sldChg>
      <pc:sldChg chg="delSp modSp mod">
        <pc:chgData name="Teuku Raja Irfan Radarma" userId="cf428174-95ba-4576-8554-3a3b8ffa52b7" providerId="ADAL" clId="{5F76268C-0FDD-4573-81E8-E132646E1AD5}" dt="2026-01-29T14:45:59.002" v="117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5F76268C-0FDD-4573-81E8-E132646E1AD5}" dt="2026-01-29T14:45:59.002" v="117" actId="20577"/>
          <ac:spMkLst>
            <pc:docMk/>
            <pc:sldMk cId="2891726164" sldId="304"/>
            <ac:spMk id="3" creationId="{0EEF17E5-AD4D-CEBE-F9C3-691B024490D7}"/>
          </ac:spMkLst>
        </pc:spChg>
      </pc:sldChg>
      <pc:sldMasterChg chg="addSldLayout modSldLayout">
        <pc:chgData name="Teuku Raja Irfan Radarma" userId="cf428174-95ba-4576-8554-3a3b8ffa52b7" providerId="ADAL" clId="{5F76268C-0FDD-4573-81E8-E132646E1AD5}" dt="2026-02-07T01:24:15.889" v="849" actId="14100"/>
        <pc:sldMasterMkLst>
          <pc:docMk/>
          <pc:sldMasterMk cId="856379123" sldId="2147483648"/>
        </pc:sldMasterMkLst>
        <pc:sldLayoutChg chg="addSp delSp modSp add mod modTransition">
          <pc:chgData name="Teuku Raja Irfan Radarma" userId="cf428174-95ba-4576-8554-3a3b8ffa52b7" providerId="ADAL" clId="{5F76268C-0FDD-4573-81E8-E132646E1AD5}" dt="2026-02-07T01:24:15.889" v="849" actId="14100"/>
          <pc:sldLayoutMkLst>
            <pc:docMk/>
            <pc:sldMasterMk cId="856379123" sldId="2147483648"/>
            <pc:sldLayoutMk cId="1704379807" sldId="2147483663"/>
          </pc:sldLayoutMkLst>
          <pc:spChg chg="mod">
            <ac:chgData name="Teuku Raja Irfan Radarma" userId="cf428174-95ba-4576-8554-3a3b8ffa52b7" providerId="ADAL" clId="{5F76268C-0FDD-4573-81E8-E132646E1AD5}" dt="2026-02-07T01:23:26.639" v="842" actId="404"/>
            <ac:spMkLst>
              <pc:docMk/>
              <pc:sldMasterMk cId="856379123" sldId="2147483648"/>
              <pc:sldLayoutMk cId="1704379807" sldId="2147483663"/>
              <ac:spMk id="2" creationId="{CDA4424C-1456-7F97-A7D5-3DFD9B8CDC8B}"/>
            </ac:spMkLst>
          </pc:spChg>
          <pc:spChg chg="mod">
            <ac:chgData name="Teuku Raja Irfan Radarma" userId="cf428174-95ba-4576-8554-3a3b8ffa52b7" providerId="ADAL" clId="{5F76268C-0FDD-4573-81E8-E132646E1AD5}" dt="2026-02-07T01:22:17.778" v="835" actId="207"/>
            <ac:spMkLst>
              <pc:docMk/>
              <pc:sldMasterMk cId="856379123" sldId="2147483648"/>
              <pc:sldLayoutMk cId="1704379807" sldId="2147483663"/>
              <ac:spMk id="3" creationId="{8A8E1FD0-24D3-2D6F-5433-75B6F1C968B0}"/>
            </ac:spMkLst>
          </pc:spChg>
          <pc:spChg chg="add mod ord">
            <ac:chgData name="Teuku Raja Irfan Radarma" userId="cf428174-95ba-4576-8554-3a3b8ffa52b7" providerId="ADAL" clId="{5F76268C-0FDD-4573-81E8-E132646E1AD5}" dt="2026-02-07T01:24:07.322" v="848" actId="207"/>
            <ac:spMkLst>
              <pc:docMk/>
              <pc:sldMasterMk cId="856379123" sldId="2147483648"/>
              <pc:sldLayoutMk cId="1704379807" sldId="2147483663"/>
              <ac:spMk id="8" creationId="{13D26EEB-0515-47E0-BDF2-6403F753F256}"/>
            </ac:spMkLst>
          </pc:spChg>
          <pc:picChg chg="mod ord modCrop">
            <ac:chgData name="Teuku Raja Irfan Radarma" userId="cf428174-95ba-4576-8554-3a3b8ffa52b7" providerId="ADAL" clId="{5F76268C-0FDD-4573-81E8-E132646E1AD5}" dt="2026-02-07T01:22:58.522" v="840" actId="732"/>
            <ac:picMkLst>
              <pc:docMk/>
              <pc:sldMasterMk cId="856379123" sldId="2147483648"/>
              <pc:sldLayoutMk cId="1704379807" sldId="2147483663"/>
              <ac:picMk id="12" creationId="{2E3B5FA6-2D9D-F25E-D8E6-3606BD33D99D}"/>
            </ac:picMkLst>
          </pc:picChg>
          <pc:cxnChg chg="mod">
            <ac:chgData name="Teuku Raja Irfan Radarma" userId="cf428174-95ba-4576-8554-3a3b8ffa52b7" providerId="ADAL" clId="{5F76268C-0FDD-4573-81E8-E132646E1AD5}" dt="2026-02-07T01:24:15.889" v="849" actId="14100"/>
            <ac:cxnSpMkLst>
              <pc:docMk/>
              <pc:sldMasterMk cId="856379123" sldId="2147483648"/>
              <pc:sldLayoutMk cId="1704379807" sldId="2147483663"/>
              <ac:cxnSpMk id="14" creationId="{1E527D52-8D29-D3D2-5F30-3F229C472DEE}"/>
            </ac:cxnSpMkLst>
          </pc:cxnChg>
        </pc:sldLayoutChg>
      </pc:sldMasterChg>
    </pc:docChg>
  </pc:docChgLst>
  <pc:docChgLst>
    <pc:chgData name="Teuku Raja Irfan Radarma" userId="cf428174-95ba-4576-8554-3a3b8ffa52b7" providerId="ADAL" clId="{C22CC7FA-A500-494A-898B-D614A8F6CBAF}"/>
    <pc:docChg chg="undo custSel addSld delSld modSld">
      <pc:chgData name="Teuku Raja Irfan Radarma" userId="cf428174-95ba-4576-8554-3a3b8ffa52b7" providerId="ADAL" clId="{C22CC7FA-A500-494A-898B-D614A8F6CBAF}" dt="2026-03-30T00:54:38.204" v="696" actId="47"/>
      <pc:docMkLst>
        <pc:docMk/>
      </pc:docMkLst>
      <pc:sldChg chg="modSp mod">
        <pc:chgData name="Teuku Raja Irfan Radarma" userId="cf428174-95ba-4576-8554-3a3b8ffa52b7" providerId="ADAL" clId="{C22CC7FA-A500-494A-898B-D614A8F6CBAF}" dt="2026-03-29T23:56:41.625" v="22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C22CC7FA-A500-494A-898B-D614A8F6CBAF}" dt="2026-03-29T23:56:41.625" v="22" actId="400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C22CC7FA-A500-494A-898B-D614A8F6CBAF}" dt="2026-03-29T23:56:27.535" v="17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C22CC7FA-A500-494A-898B-D614A8F6CBAF}" dt="2026-03-29T23:56:21.428" v="1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C22CC7FA-A500-494A-898B-D614A8F6CBAF}" dt="2026-03-29T23:56:27.535" v="17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C22CC7FA-A500-494A-898B-D614A8F6CBAF}" dt="2026-03-29T23:57:04.566" v="47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C22CC7FA-A500-494A-898B-D614A8F6CBAF}" dt="2026-03-29T23:57:04.566" v="47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del">
        <pc:chgData name="Teuku Raja Irfan Radarma" userId="cf428174-95ba-4576-8554-3a3b8ffa52b7" providerId="ADAL" clId="{C22CC7FA-A500-494A-898B-D614A8F6CBAF}" dt="2026-03-30T00:54:38.204" v="696" actId="47"/>
        <pc:sldMkLst>
          <pc:docMk/>
          <pc:sldMk cId="2891726164" sldId="304"/>
        </pc:sldMkLst>
      </pc:sldChg>
      <pc:sldChg chg="del">
        <pc:chgData name="Teuku Raja Irfan Radarma" userId="cf428174-95ba-4576-8554-3a3b8ffa52b7" providerId="ADAL" clId="{C22CC7FA-A500-494A-898B-D614A8F6CBAF}" dt="2026-03-29T23:57:18.026" v="48" actId="47"/>
        <pc:sldMkLst>
          <pc:docMk/>
          <pc:sldMk cId="1535285831" sldId="345"/>
        </pc:sldMkLst>
      </pc:sldChg>
      <pc:sldChg chg="del">
        <pc:chgData name="Teuku Raja Irfan Radarma" userId="cf428174-95ba-4576-8554-3a3b8ffa52b7" providerId="ADAL" clId="{C22CC7FA-A500-494A-898B-D614A8F6CBAF}" dt="2026-03-29T23:57:18.026" v="48" actId="47"/>
        <pc:sldMkLst>
          <pc:docMk/>
          <pc:sldMk cId="1054711420" sldId="346"/>
        </pc:sldMkLst>
      </pc:sldChg>
      <pc:sldChg chg="del">
        <pc:chgData name="Teuku Raja Irfan Radarma" userId="cf428174-95ba-4576-8554-3a3b8ffa52b7" providerId="ADAL" clId="{C22CC7FA-A500-494A-898B-D614A8F6CBAF}" dt="2026-03-29T23:57:18.026" v="48" actId="47"/>
        <pc:sldMkLst>
          <pc:docMk/>
          <pc:sldMk cId="4133436097" sldId="347"/>
        </pc:sldMkLst>
      </pc:sldChg>
      <pc:sldChg chg="del">
        <pc:chgData name="Teuku Raja Irfan Radarma" userId="cf428174-95ba-4576-8554-3a3b8ffa52b7" providerId="ADAL" clId="{C22CC7FA-A500-494A-898B-D614A8F6CBAF}" dt="2026-03-29T23:57:18.026" v="48" actId="47"/>
        <pc:sldMkLst>
          <pc:docMk/>
          <pc:sldMk cId="1838719807" sldId="348"/>
        </pc:sldMkLst>
      </pc:sldChg>
      <pc:sldChg chg="del">
        <pc:chgData name="Teuku Raja Irfan Radarma" userId="cf428174-95ba-4576-8554-3a3b8ffa52b7" providerId="ADAL" clId="{C22CC7FA-A500-494A-898B-D614A8F6CBAF}" dt="2026-03-29T23:57:18.026" v="48" actId="47"/>
        <pc:sldMkLst>
          <pc:docMk/>
          <pc:sldMk cId="521323310" sldId="349"/>
        </pc:sldMkLst>
      </pc:sldChg>
      <pc:sldChg chg="del">
        <pc:chgData name="Teuku Raja Irfan Radarma" userId="cf428174-95ba-4576-8554-3a3b8ffa52b7" providerId="ADAL" clId="{C22CC7FA-A500-494A-898B-D614A8F6CBAF}" dt="2026-03-29T23:57:18.026" v="48" actId="47"/>
        <pc:sldMkLst>
          <pc:docMk/>
          <pc:sldMk cId="4053031945" sldId="353"/>
        </pc:sldMkLst>
      </pc:sldChg>
      <pc:sldChg chg="del">
        <pc:chgData name="Teuku Raja Irfan Radarma" userId="cf428174-95ba-4576-8554-3a3b8ffa52b7" providerId="ADAL" clId="{C22CC7FA-A500-494A-898B-D614A8F6CBAF}" dt="2026-03-29T23:57:18.026" v="48" actId="47"/>
        <pc:sldMkLst>
          <pc:docMk/>
          <pc:sldMk cId="1318110064" sldId="354"/>
        </pc:sldMkLst>
      </pc:sldChg>
      <pc:sldChg chg="del">
        <pc:chgData name="Teuku Raja Irfan Radarma" userId="cf428174-95ba-4576-8554-3a3b8ffa52b7" providerId="ADAL" clId="{C22CC7FA-A500-494A-898B-D614A8F6CBAF}" dt="2026-03-29T23:57:18.026" v="48" actId="47"/>
        <pc:sldMkLst>
          <pc:docMk/>
          <pc:sldMk cId="3407232921" sldId="355"/>
        </pc:sldMkLst>
      </pc:sldChg>
      <pc:sldChg chg="del">
        <pc:chgData name="Teuku Raja Irfan Radarma" userId="cf428174-95ba-4576-8554-3a3b8ffa52b7" providerId="ADAL" clId="{C22CC7FA-A500-494A-898B-D614A8F6CBAF}" dt="2026-03-29T23:57:18.026" v="48" actId="47"/>
        <pc:sldMkLst>
          <pc:docMk/>
          <pc:sldMk cId="1255592341" sldId="357"/>
        </pc:sldMkLst>
      </pc:sldChg>
      <pc:sldChg chg="del">
        <pc:chgData name="Teuku Raja Irfan Radarma" userId="cf428174-95ba-4576-8554-3a3b8ffa52b7" providerId="ADAL" clId="{C22CC7FA-A500-494A-898B-D614A8F6CBAF}" dt="2026-03-29T23:57:18.026" v="48" actId="47"/>
        <pc:sldMkLst>
          <pc:docMk/>
          <pc:sldMk cId="330924077" sldId="359"/>
        </pc:sldMkLst>
      </pc:sldChg>
      <pc:sldChg chg="del">
        <pc:chgData name="Teuku Raja Irfan Radarma" userId="cf428174-95ba-4576-8554-3a3b8ffa52b7" providerId="ADAL" clId="{C22CC7FA-A500-494A-898B-D614A8F6CBAF}" dt="2026-03-29T23:57:18.026" v="48" actId="47"/>
        <pc:sldMkLst>
          <pc:docMk/>
          <pc:sldMk cId="2304873188" sldId="646"/>
        </pc:sldMkLst>
      </pc:sldChg>
      <pc:sldChg chg="del">
        <pc:chgData name="Teuku Raja Irfan Radarma" userId="cf428174-95ba-4576-8554-3a3b8ffa52b7" providerId="ADAL" clId="{C22CC7FA-A500-494A-898B-D614A8F6CBAF}" dt="2026-03-29T23:57:18.026" v="48" actId="47"/>
        <pc:sldMkLst>
          <pc:docMk/>
          <pc:sldMk cId="1041055204" sldId="648"/>
        </pc:sldMkLst>
      </pc:sldChg>
      <pc:sldChg chg="del">
        <pc:chgData name="Teuku Raja Irfan Radarma" userId="cf428174-95ba-4576-8554-3a3b8ffa52b7" providerId="ADAL" clId="{C22CC7FA-A500-494A-898B-D614A8F6CBAF}" dt="2026-03-29T23:57:18.026" v="48" actId="47"/>
        <pc:sldMkLst>
          <pc:docMk/>
          <pc:sldMk cId="2473983102" sldId="649"/>
        </pc:sldMkLst>
      </pc:sldChg>
      <pc:sldChg chg="modSp mod">
        <pc:chgData name="Teuku Raja Irfan Radarma" userId="cf428174-95ba-4576-8554-3a3b8ffa52b7" providerId="ADAL" clId="{C22CC7FA-A500-494A-898B-D614A8F6CBAF}" dt="2026-03-30T00:00:09.019" v="506" actId="20577"/>
        <pc:sldMkLst>
          <pc:docMk/>
          <pc:sldMk cId="4076748425" sldId="650"/>
        </pc:sldMkLst>
        <pc:spChg chg="mod">
          <ac:chgData name="Teuku Raja Irfan Radarma" userId="cf428174-95ba-4576-8554-3a3b8ffa52b7" providerId="ADAL" clId="{C22CC7FA-A500-494A-898B-D614A8F6CBAF}" dt="2026-03-29T23:57:20.619" v="52" actId="20577"/>
          <ac:spMkLst>
            <pc:docMk/>
            <pc:sldMk cId="4076748425" sldId="650"/>
            <ac:spMk id="2" creationId="{466EF937-23F8-4304-AE45-2D7AD1B6CA92}"/>
          </ac:spMkLst>
        </pc:spChg>
        <pc:spChg chg="mod">
          <ac:chgData name="Teuku Raja Irfan Radarma" userId="cf428174-95ba-4576-8554-3a3b8ffa52b7" providerId="ADAL" clId="{C22CC7FA-A500-494A-898B-D614A8F6CBAF}" dt="2026-03-30T00:00:09.019" v="506" actId="20577"/>
          <ac:spMkLst>
            <pc:docMk/>
            <pc:sldMk cId="4076748425" sldId="650"/>
            <ac:spMk id="4" creationId="{BEBE1C5A-F890-4EFC-B831-D04C39EF1AC0}"/>
          </ac:spMkLst>
        </pc:spChg>
      </pc:sldChg>
      <pc:sldChg chg="modSp add mod">
        <pc:chgData name="Teuku Raja Irfan Radarma" userId="cf428174-95ba-4576-8554-3a3b8ffa52b7" providerId="ADAL" clId="{C22CC7FA-A500-494A-898B-D614A8F6CBAF}" dt="2026-03-30T00:06:28.838" v="561" actId="5793"/>
        <pc:sldMkLst>
          <pc:docMk/>
          <pc:sldMk cId="965672555" sldId="651"/>
        </pc:sldMkLst>
        <pc:spChg chg="mod">
          <ac:chgData name="Teuku Raja Irfan Radarma" userId="cf428174-95ba-4576-8554-3a3b8ffa52b7" providerId="ADAL" clId="{C22CC7FA-A500-494A-898B-D614A8F6CBAF}" dt="2026-03-30T00:06:28.838" v="561" actId="5793"/>
          <ac:spMkLst>
            <pc:docMk/>
            <pc:sldMk cId="965672555" sldId="651"/>
            <ac:spMk id="4" creationId="{BEBE1C5A-F890-4EFC-B831-D04C39EF1AC0}"/>
          </ac:spMkLst>
        </pc:spChg>
      </pc:sldChg>
      <pc:sldChg chg="modSp new mod">
        <pc:chgData name="Teuku Raja Irfan Radarma" userId="cf428174-95ba-4576-8554-3a3b8ffa52b7" providerId="ADAL" clId="{C22CC7FA-A500-494A-898B-D614A8F6CBAF}" dt="2026-03-30T00:08:14.299" v="648" actId="20577"/>
        <pc:sldMkLst>
          <pc:docMk/>
          <pc:sldMk cId="430993439" sldId="652"/>
        </pc:sldMkLst>
        <pc:spChg chg="mod">
          <ac:chgData name="Teuku Raja Irfan Radarma" userId="cf428174-95ba-4576-8554-3a3b8ffa52b7" providerId="ADAL" clId="{C22CC7FA-A500-494A-898B-D614A8F6CBAF}" dt="2026-03-30T00:08:14.299" v="648" actId="20577"/>
          <ac:spMkLst>
            <pc:docMk/>
            <pc:sldMk cId="430993439" sldId="652"/>
            <ac:spMk id="2" creationId="{9FC7780E-0FAB-44C4-9FF8-D4747EB1F676}"/>
          </ac:spMkLst>
        </pc:spChg>
        <pc:spChg chg="mod">
          <ac:chgData name="Teuku Raja Irfan Radarma" userId="cf428174-95ba-4576-8554-3a3b8ffa52b7" providerId="ADAL" clId="{C22CC7FA-A500-494A-898B-D614A8F6CBAF}" dt="2026-03-30T00:08:09.795" v="646" actId="5793"/>
          <ac:spMkLst>
            <pc:docMk/>
            <pc:sldMk cId="430993439" sldId="652"/>
            <ac:spMk id="3" creationId="{2D870C76-FFE2-4E91-AD2C-554C17E1F560}"/>
          </ac:spMkLst>
        </pc:spChg>
      </pc:sldChg>
      <pc:sldChg chg="new del">
        <pc:chgData name="Teuku Raja Irfan Radarma" userId="cf428174-95ba-4576-8554-3a3b8ffa52b7" providerId="ADAL" clId="{C22CC7FA-A500-494A-898B-D614A8F6CBAF}" dt="2026-03-30T00:06:41.766" v="563" actId="680"/>
        <pc:sldMkLst>
          <pc:docMk/>
          <pc:sldMk cId="4247156954" sldId="652"/>
        </pc:sldMkLst>
      </pc:sldChg>
      <pc:sldChg chg="delSp modSp new mod">
        <pc:chgData name="Teuku Raja Irfan Radarma" userId="cf428174-95ba-4576-8554-3a3b8ffa52b7" providerId="ADAL" clId="{C22CC7FA-A500-494A-898B-D614A8F6CBAF}" dt="2026-03-30T00:12:39.702" v="695" actId="478"/>
        <pc:sldMkLst>
          <pc:docMk/>
          <pc:sldMk cId="229221837" sldId="653"/>
        </pc:sldMkLst>
        <pc:spChg chg="mod">
          <ac:chgData name="Teuku Raja Irfan Radarma" userId="cf428174-95ba-4576-8554-3a3b8ffa52b7" providerId="ADAL" clId="{C22CC7FA-A500-494A-898B-D614A8F6CBAF}" dt="2026-03-30T00:08:51.426" v="694" actId="14100"/>
          <ac:spMkLst>
            <pc:docMk/>
            <pc:sldMk cId="229221837" sldId="653"/>
            <ac:spMk id="2" creationId="{0EDD211D-A624-4CE4-AF5D-BAC8790D8BD5}"/>
          </ac:spMkLst>
        </pc:spChg>
        <pc:spChg chg="del mod">
          <ac:chgData name="Teuku Raja Irfan Radarma" userId="cf428174-95ba-4576-8554-3a3b8ffa52b7" providerId="ADAL" clId="{C22CC7FA-A500-494A-898B-D614A8F6CBAF}" dt="2026-03-30T00:12:39.702" v="695" actId="478"/>
          <ac:spMkLst>
            <pc:docMk/>
            <pc:sldMk cId="229221837" sldId="653"/>
            <ac:spMk id="4" creationId="{DB1C9927-502B-4C9E-A955-C0701C12F5D0}"/>
          </ac:spMkLst>
        </pc:spChg>
      </pc:sldChg>
    </pc:docChg>
  </pc:docChgLst>
  <pc:docChgLst>
    <pc:chgData name="Teuku Raja Irfan Radarma" userId="cf428174-95ba-4576-8554-3a3b8ffa52b7" providerId="ADAL" clId="{0D23DAE7-6BF6-465B-A01F-2BDD01E2DC8F}"/>
    <pc:docChg chg="undo custSel addSld delSld modSld sldOrd modMainMaster">
      <pc:chgData name="Teuku Raja Irfan Radarma" userId="cf428174-95ba-4576-8554-3a3b8ffa52b7" providerId="ADAL" clId="{0D23DAE7-6BF6-465B-A01F-2BDD01E2DC8F}" dt="2026-02-10T11:15:33.343" v="3179" actId="1076"/>
      <pc:docMkLst>
        <pc:docMk/>
      </pc:docMkLst>
      <pc:sldChg chg="modSp mod">
        <pc:chgData name="Teuku Raja Irfan Radarma" userId="cf428174-95ba-4576-8554-3a3b8ffa52b7" providerId="ADAL" clId="{0D23DAE7-6BF6-465B-A01F-2BDD01E2DC8F}" dt="2026-02-07T03:13:45.313" v="46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0D23DAE7-6BF6-465B-A01F-2BDD01E2DC8F}" dt="2026-02-07T03:13:45.313" v="46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13:38.576" v="4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0D23DAE7-6BF6-465B-A01F-2BDD01E2DC8F}" dt="2026-02-07T03:13:38.576" v="43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0D23DAE7-6BF6-465B-A01F-2BDD01E2DC8F}" dt="2026-02-07T03:13:20.403" v="0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37:59.095" v="573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0D23DAE7-6BF6-465B-A01F-2BDD01E2DC8F}" dt="2026-02-07T03:37:59.095" v="573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0D23DAE7-6BF6-465B-A01F-2BDD01E2DC8F}" dt="2026-02-10T07:00:27.537" v="3139" actId="6549"/>
        <pc:sldMkLst>
          <pc:docMk/>
          <pc:sldMk cId="1457204914" sldId="264"/>
        </pc:sldMkLst>
        <pc:spChg chg="mod">
          <ac:chgData name="Teuku Raja Irfan Radarma" userId="cf428174-95ba-4576-8554-3a3b8ffa52b7" providerId="ADAL" clId="{0D23DAE7-6BF6-465B-A01F-2BDD01E2DC8F}" dt="2026-02-07T03:35:26.419" v="495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0D23DAE7-6BF6-465B-A01F-2BDD01E2DC8F}" dt="2026-02-10T07:00:27.537" v="3139" actId="6549"/>
          <ac:spMkLst>
            <pc:docMk/>
            <pc:sldMk cId="1457204914" sldId="264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0D23DAE7-6BF6-465B-A01F-2BDD01E2DC8F}" dt="2026-02-07T03:14:39.484" v="129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0D23DAE7-6BF6-465B-A01F-2BDD01E2DC8F}" dt="2026-02-07T03:14:39.484" v="129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160828096" sldId="321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2697196124" sldId="323"/>
        </pc:sldMkLst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3977528824" sldId="324"/>
        </pc:sldMkLst>
      </pc:sldChg>
      <pc:sldChg chg="modSp add mod ord">
        <pc:chgData name="Teuku Raja Irfan Radarma" userId="cf428174-95ba-4576-8554-3a3b8ffa52b7" providerId="ADAL" clId="{0D23DAE7-6BF6-465B-A01F-2BDD01E2DC8F}" dt="2026-02-08T13:09:16.914" v="713" actId="20577"/>
        <pc:sldMkLst>
          <pc:docMk/>
          <pc:sldMk cId="4019111258" sldId="325"/>
        </pc:sldMkLst>
        <pc:graphicFrameChg chg="mod modGraphic">
          <ac:chgData name="Teuku Raja Irfan Radarma" userId="cf428174-95ba-4576-8554-3a3b8ffa52b7" providerId="ADAL" clId="{0D23DAE7-6BF6-465B-A01F-2BDD01E2DC8F}" dt="2026-02-08T13:09:16.914" v="713" actId="20577"/>
          <ac:graphicFrameMkLst>
            <pc:docMk/>
            <pc:sldMk cId="4019111258" sldId="325"/>
            <ac:graphicFrameMk id="5" creationId="{B98E2BF1-F8E2-4406-B058-DF63DD4B80FC}"/>
          </ac:graphicFrameMkLst>
        </pc:graphicFrameChg>
      </pc:sldChg>
      <pc:sldChg chg="add ord">
        <pc:chgData name="Teuku Raja Irfan Radarma" userId="cf428174-95ba-4576-8554-3a3b8ffa52b7" providerId="ADAL" clId="{0D23DAE7-6BF6-465B-A01F-2BDD01E2DC8F}" dt="2026-02-07T03:34:51.888" v="442"/>
        <pc:sldMkLst>
          <pc:docMk/>
          <pc:sldMk cId="4009964293" sldId="326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902416801" sldId="351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1943788893" sldId="352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73170325" sldId="353"/>
        </pc:sldMkLst>
      </pc:sldChg>
      <pc:sldChg chg="add">
        <pc:chgData name="Teuku Raja Irfan Radarma" userId="cf428174-95ba-4576-8554-3a3b8ffa52b7" providerId="ADAL" clId="{0D23DAE7-6BF6-465B-A01F-2BDD01E2DC8F}" dt="2026-02-07T03:33:40.949" v="392"/>
        <pc:sldMkLst>
          <pc:docMk/>
          <pc:sldMk cId="3626562259" sldId="354"/>
        </pc:sldMkLst>
      </pc:sldChg>
      <pc:sldChg chg="modSp add mod">
        <pc:chgData name="Teuku Raja Irfan Radarma" userId="cf428174-95ba-4576-8554-3a3b8ffa52b7" providerId="ADAL" clId="{0D23DAE7-6BF6-465B-A01F-2BDD01E2DC8F}" dt="2026-02-07T03:52:33.997" v="631" actId="20577"/>
        <pc:sldMkLst>
          <pc:docMk/>
          <pc:sldMk cId="644787979" sldId="356"/>
        </pc:sldMkLst>
        <pc:spChg chg="mod">
          <ac:chgData name="Teuku Raja Irfan Radarma" userId="cf428174-95ba-4576-8554-3a3b8ffa52b7" providerId="ADAL" clId="{0D23DAE7-6BF6-465B-A01F-2BDD01E2DC8F}" dt="2026-02-07T03:52:33.997" v="631" actId="20577"/>
          <ac:spMkLst>
            <pc:docMk/>
            <pc:sldMk cId="644787979" sldId="356"/>
            <ac:spMk id="2" creationId="{1B5296E0-3715-9E62-299F-CC256B3BEC49}"/>
          </ac:spMkLst>
        </pc:spChg>
        <pc:spChg chg="mod">
          <ac:chgData name="Teuku Raja Irfan Radarma" userId="cf428174-95ba-4576-8554-3a3b8ffa52b7" providerId="ADAL" clId="{0D23DAE7-6BF6-465B-A01F-2BDD01E2DC8F}" dt="2026-02-07T03:38:42.542" v="598" actId="1076"/>
          <ac:spMkLst>
            <pc:docMk/>
            <pc:sldMk cId="644787979" sldId="356"/>
            <ac:spMk id="3" creationId="{A096F501-400E-88A5-F85E-3E2FB217BFA0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4:10:58.683" v="645" actId="20577"/>
        <pc:sldMkLst>
          <pc:docMk/>
          <pc:sldMk cId="54813923" sldId="357"/>
        </pc:sldMkLst>
        <pc:spChg chg="mod">
          <ac:chgData name="Teuku Raja Irfan Radarma" userId="cf428174-95ba-4576-8554-3a3b8ffa52b7" providerId="ADAL" clId="{0D23DAE7-6BF6-465B-A01F-2BDD01E2DC8F}" dt="2026-02-07T04:10:58.683" v="645" actId="20577"/>
          <ac:spMkLst>
            <pc:docMk/>
            <pc:sldMk cId="54813923" sldId="357"/>
            <ac:spMk id="5" creationId="{7BBC77D1-8E43-8C33-4794-A47E6FAE2571}"/>
          </ac:spMkLst>
        </pc:spChg>
      </pc:sldChg>
      <pc:sldChg chg="addSp modSp new mod">
        <pc:chgData name="Teuku Raja Irfan Radarma" userId="cf428174-95ba-4576-8554-3a3b8ffa52b7" providerId="ADAL" clId="{0D23DAE7-6BF6-465B-A01F-2BDD01E2DC8F}" dt="2026-02-07T03:21:29.596" v="289" actId="113"/>
        <pc:sldMkLst>
          <pc:docMk/>
          <pc:sldMk cId="3345025196" sldId="360"/>
        </pc:sldMkLst>
        <pc:spChg chg="mod">
          <ac:chgData name="Teuku Raja Irfan Radarma" userId="cf428174-95ba-4576-8554-3a3b8ffa52b7" providerId="ADAL" clId="{0D23DAE7-6BF6-465B-A01F-2BDD01E2DC8F}" dt="2026-02-07T03:17:25.819" v="237" actId="14100"/>
          <ac:spMkLst>
            <pc:docMk/>
            <pc:sldMk cId="3345025196" sldId="360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18:19.314" v="244" actId="27636"/>
          <ac:spMkLst>
            <pc:docMk/>
            <pc:sldMk cId="3345025196" sldId="360"/>
            <ac:spMk id="3" creationId="{895D34AF-E406-4DCC-B2A0-2D1CA8E6200A}"/>
          </ac:spMkLst>
        </pc:spChg>
        <pc:spChg chg="add mod">
          <ac:chgData name="Teuku Raja Irfan Radarma" userId="cf428174-95ba-4576-8554-3a3b8ffa52b7" providerId="ADAL" clId="{0D23DAE7-6BF6-465B-A01F-2BDD01E2DC8F}" dt="2026-02-07T03:21:29.596" v="289" actId="113"/>
          <ac:spMkLst>
            <pc:docMk/>
            <pc:sldMk cId="3345025196" sldId="360"/>
            <ac:spMk id="5" creationId="{5D144B5E-7EA3-42C3-8226-987281C6E92A}"/>
          </ac:spMkLst>
        </pc:spChg>
      </pc:sldChg>
      <pc:sldChg chg="addSp modSp add mod">
        <pc:chgData name="Teuku Raja Irfan Radarma" userId="cf428174-95ba-4576-8554-3a3b8ffa52b7" providerId="ADAL" clId="{0D23DAE7-6BF6-465B-A01F-2BDD01E2DC8F}" dt="2026-02-07T03:21:44.854" v="294" actId="1076"/>
        <pc:sldMkLst>
          <pc:docMk/>
          <pc:sldMk cId="2081291506" sldId="361"/>
        </pc:sldMkLst>
        <pc:spChg chg="mod">
          <ac:chgData name="Teuku Raja Irfan Radarma" userId="cf428174-95ba-4576-8554-3a3b8ffa52b7" providerId="ADAL" clId="{0D23DAE7-6BF6-465B-A01F-2BDD01E2DC8F}" dt="2026-02-07T03:18:50.988" v="252"/>
          <ac:spMkLst>
            <pc:docMk/>
            <pc:sldMk cId="2081291506" sldId="361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19:28.070" v="268" actId="27636"/>
          <ac:spMkLst>
            <pc:docMk/>
            <pc:sldMk cId="2081291506" sldId="361"/>
            <ac:spMk id="3" creationId="{895D34AF-E406-4DCC-B2A0-2D1CA8E6200A}"/>
          </ac:spMkLst>
        </pc:spChg>
        <pc:spChg chg="mod">
          <ac:chgData name="Teuku Raja Irfan Radarma" userId="cf428174-95ba-4576-8554-3a3b8ffa52b7" providerId="ADAL" clId="{0D23DAE7-6BF6-465B-A01F-2BDD01E2DC8F}" dt="2026-02-07T03:21:44.854" v="294" actId="1076"/>
          <ac:spMkLst>
            <pc:docMk/>
            <pc:sldMk cId="2081291506" sldId="361"/>
            <ac:spMk id="5" creationId="{5D144B5E-7EA3-42C3-8226-987281C6E92A}"/>
          </ac:spMkLst>
        </pc:spChg>
        <pc:spChg chg="add mod">
          <ac:chgData name="Teuku Raja Irfan Radarma" userId="cf428174-95ba-4576-8554-3a3b8ffa52b7" providerId="ADAL" clId="{0D23DAE7-6BF6-465B-A01F-2BDD01E2DC8F}" dt="2026-02-07T03:21:44.854" v="294" actId="1076"/>
          <ac:spMkLst>
            <pc:docMk/>
            <pc:sldMk cId="2081291506" sldId="361"/>
            <ac:spMk id="6" creationId="{A75FE99E-8EF4-4EB3-86AB-6C62DEEBB383}"/>
          </ac:spMkLst>
        </pc:spChg>
      </pc:sldChg>
      <pc:sldChg chg="delSp modSp add mod">
        <pc:chgData name="Teuku Raja Irfan Radarma" userId="cf428174-95ba-4576-8554-3a3b8ffa52b7" providerId="ADAL" clId="{0D23DAE7-6BF6-465B-A01F-2BDD01E2DC8F}" dt="2026-02-07T03:20:29.640" v="280"/>
        <pc:sldMkLst>
          <pc:docMk/>
          <pc:sldMk cId="3760450724" sldId="362"/>
        </pc:sldMkLst>
        <pc:spChg chg="mod">
          <ac:chgData name="Teuku Raja Irfan Radarma" userId="cf428174-95ba-4576-8554-3a3b8ffa52b7" providerId="ADAL" clId="{0D23DAE7-6BF6-465B-A01F-2BDD01E2DC8F}" dt="2026-02-07T03:20:22.699" v="278"/>
          <ac:spMkLst>
            <pc:docMk/>
            <pc:sldMk cId="3760450724" sldId="362"/>
            <ac:spMk id="2" creationId="{C1ADC081-C76E-48A9-94A7-EBD5F8C0109A}"/>
          </ac:spMkLst>
        </pc:spChg>
        <pc:spChg chg="mod">
          <ac:chgData name="Teuku Raja Irfan Radarma" userId="cf428174-95ba-4576-8554-3a3b8ffa52b7" providerId="ADAL" clId="{0D23DAE7-6BF6-465B-A01F-2BDD01E2DC8F}" dt="2026-02-07T03:20:29.640" v="280"/>
          <ac:spMkLst>
            <pc:docMk/>
            <pc:sldMk cId="3760450724" sldId="362"/>
            <ac:spMk id="3" creationId="{895D34AF-E406-4DCC-B2A0-2D1CA8E6200A}"/>
          </ac:spMkLst>
        </pc:spChg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118906463" sldId="367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883404955" sldId="368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818265850" sldId="369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428653320" sldId="370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476058826" sldId="371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827338380" sldId="372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351922162" sldId="373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428924961" sldId="374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85147760" sldId="375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76553088" sldId="376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2943294443" sldId="377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3202183906" sldId="378"/>
        </pc:sldMkLst>
      </pc:sldChg>
      <pc:sldChg chg="add">
        <pc:chgData name="Teuku Raja Irfan Radarma" userId="cf428174-95ba-4576-8554-3a3b8ffa52b7" providerId="ADAL" clId="{0D23DAE7-6BF6-465B-A01F-2BDD01E2DC8F}" dt="2026-02-07T03:36:07.990" v="497"/>
        <pc:sldMkLst>
          <pc:docMk/>
          <pc:sldMk cId="1969276613" sldId="379"/>
        </pc:sldMkLst>
      </pc:sldChg>
      <pc:sldChg chg="modSp add mod">
        <pc:chgData name="Teuku Raja Irfan Radarma" userId="cf428174-95ba-4576-8554-3a3b8ffa52b7" providerId="ADAL" clId="{0D23DAE7-6BF6-465B-A01F-2BDD01E2DC8F}" dt="2026-02-07T03:24:01.504" v="295" actId="113"/>
        <pc:sldMkLst>
          <pc:docMk/>
          <pc:sldMk cId="1656693492" sldId="644"/>
        </pc:sldMkLst>
        <pc:spChg chg="mod">
          <ac:chgData name="Teuku Raja Irfan Radarma" userId="cf428174-95ba-4576-8554-3a3b8ffa52b7" providerId="ADAL" clId="{0D23DAE7-6BF6-465B-A01F-2BDD01E2DC8F}" dt="2026-02-07T03:21:04.277" v="284" actId="27636"/>
          <ac:spMkLst>
            <pc:docMk/>
            <pc:sldMk cId="1656693492" sldId="644"/>
            <ac:spMk id="2" creationId="{3CF2F193-E3D5-CA30-5948-CAF6549DFF73}"/>
          </ac:spMkLst>
        </pc:spChg>
        <pc:spChg chg="mod">
          <ac:chgData name="Teuku Raja Irfan Radarma" userId="cf428174-95ba-4576-8554-3a3b8ffa52b7" providerId="ADAL" clId="{0D23DAE7-6BF6-465B-A01F-2BDD01E2DC8F}" dt="2026-02-07T03:24:01.504" v="295" actId="113"/>
          <ac:spMkLst>
            <pc:docMk/>
            <pc:sldMk cId="1656693492" sldId="644"/>
            <ac:spMk id="5" creationId="{2EB720E2-7FC8-A399-4A72-0000F547D864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4:24.595" v="305" actId="1076"/>
        <pc:sldMkLst>
          <pc:docMk/>
          <pc:sldMk cId="47162546" sldId="645"/>
        </pc:sldMkLst>
        <pc:spChg chg="mod">
          <ac:chgData name="Teuku Raja Irfan Radarma" userId="cf428174-95ba-4576-8554-3a3b8ffa52b7" providerId="ADAL" clId="{0D23DAE7-6BF6-465B-A01F-2BDD01E2DC8F}" dt="2026-02-07T03:24:21.433" v="304" actId="14100"/>
          <ac:spMkLst>
            <pc:docMk/>
            <pc:sldMk cId="47162546" sldId="645"/>
            <ac:spMk id="2" creationId="{9E20621D-B0F8-3374-C276-6B2F348B6914}"/>
          </ac:spMkLst>
        </pc:spChg>
        <pc:spChg chg="mod">
          <ac:chgData name="Teuku Raja Irfan Radarma" userId="cf428174-95ba-4576-8554-3a3b8ffa52b7" providerId="ADAL" clId="{0D23DAE7-6BF6-465B-A01F-2BDD01E2DC8F}" dt="2026-02-07T03:24:18.580" v="303" actId="27636"/>
          <ac:spMkLst>
            <pc:docMk/>
            <pc:sldMk cId="47162546" sldId="645"/>
            <ac:spMk id="3" creationId="{311DC483-BC0B-7937-5F6A-A14140FE44D4}"/>
          </ac:spMkLst>
        </pc:spChg>
        <pc:spChg chg="mod">
          <ac:chgData name="Teuku Raja Irfan Radarma" userId="cf428174-95ba-4576-8554-3a3b8ffa52b7" providerId="ADAL" clId="{0D23DAE7-6BF6-465B-A01F-2BDD01E2DC8F}" dt="2026-02-07T03:24:24.595" v="305" actId="1076"/>
          <ac:spMkLst>
            <pc:docMk/>
            <pc:sldMk cId="47162546" sldId="645"/>
            <ac:spMk id="5" creationId="{D523D5D2-F493-AD75-DF03-563C1FC7E6CE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15.495" v="309" actId="14100"/>
        <pc:sldMkLst>
          <pc:docMk/>
          <pc:sldMk cId="348817754" sldId="646"/>
        </pc:sldMkLst>
        <pc:spChg chg="mod">
          <ac:chgData name="Teuku Raja Irfan Radarma" userId="cf428174-95ba-4576-8554-3a3b8ffa52b7" providerId="ADAL" clId="{0D23DAE7-6BF6-465B-A01F-2BDD01E2DC8F}" dt="2026-02-07T03:26:15.495" v="309" actId="14100"/>
          <ac:spMkLst>
            <pc:docMk/>
            <pc:sldMk cId="348817754" sldId="646"/>
            <ac:spMk id="2" creationId="{06FF7DE9-E86B-6DAA-D989-BADA471F4A4A}"/>
          </ac:spMkLst>
        </pc:spChg>
        <pc:spChg chg="mod">
          <ac:chgData name="Teuku Raja Irfan Radarma" userId="cf428174-95ba-4576-8554-3a3b8ffa52b7" providerId="ADAL" clId="{0D23DAE7-6BF6-465B-A01F-2BDD01E2DC8F}" dt="2026-02-07T03:26:13.482" v="308" actId="14100"/>
          <ac:spMkLst>
            <pc:docMk/>
            <pc:sldMk cId="348817754" sldId="646"/>
            <ac:spMk id="3" creationId="{99DD44BB-F332-D1E3-B9B1-DA96029656E3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42.608" v="313" actId="27636"/>
        <pc:sldMkLst>
          <pc:docMk/>
          <pc:sldMk cId="3159381329" sldId="647"/>
        </pc:sldMkLst>
        <pc:spChg chg="mod">
          <ac:chgData name="Teuku Raja Irfan Radarma" userId="cf428174-95ba-4576-8554-3a3b8ffa52b7" providerId="ADAL" clId="{0D23DAE7-6BF6-465B-A01F-2BDD01E2DC8F}" dt="2026-02-07T03:26:42.608" v="313" actId="27636"/>
          <ac:spMkLst>
            <pc:docMk/>
            <pc:sldMk cId="3159381329" sldId="647"/>
            <ac:spMk id="2" creationId="{BEA9CEAE-5057-CC60-3818-B4A619B0B8B8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51.153" v="315" actId="27636"/>
        <pc:sldMkLst>
          <pc:docMk/>
          <pc:sldMk cId="3191860541" sldId="648"/>
        </pc:sldMkLst>
        <pc:spChg chg="mod">
          <ac:chgData name="Teuku Raja Irfan Radarma" userId="cf428174-95ba-4576-8554-3a3b8ffa52b7" providerId="ADAL" clId="{0D23DAE7-6BF6-465B-A01F-2BDD01E2DC8F}" dt="2026-02-07T03:26:51.153" v="315" actId="27636"/>
          <ac:spMkLst>
            <pc:docMk/>
            <pc:sldMk cId="3191860541" sldId="648"/>
            <ac:spMk id="2" creationId="{EBA79CE3-1172-39F8-51EC-6ED047459149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6:56.969" v="317" actId="27636"/>
        <pc:sldMkLst>
          <pc:docMk/>
          <pc:sldMk cId="3912879535" sldId="649"/>
        </pc:sldMkLst>
        <pc:spChg chg="mod">
          <ac:chgData name="Teuku Raja Irfan Radarma" userId="cf428174-95ba-4576-8554-3a3b8ffa52b7" providerId="ADAL" clId="{0D23DAE7-6BF6-465B-A01F-2BDD01E2DC8F}" dt="2026-02-07T03:26:56.969" v="317" actId="27636"/>
          <ac:spMkLst>
            <pc:docMk/>
            <pc:sldMk cId="3912879535" sldId="649"/>
            <ac:spMk id="2" creationId="{673C415F-601F-DB6E-CFF8-744440D5F564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7:01.285" v="319" actId="27636"/>
        <pc:sldMkLst>
          <pc:docMk/>
          <pc:sldMk cId="1423058930" sldId="650"/>
        </pc:sldMkLst>
        <pc:spChg chg="mod">
          <ac:chgData name="Teuku Raja Irfan Radarma" userId="cf428174-95ba-4576-8554-3a3b8ffa52b7" providerId="ADAL" clId="{0D23DAE7-6BF6-465B-A01F-2BDD01E2DC8F}" dt="2026-02-07T03:27:01.285" v="319" actId="27636"/>
          <ac:spMkLst>
            <pc:docMk/>
            <pc:sldMk cId="1423058930" sldId="650"/>
            <ac:spMk id="2" creationId="{B52D6943-E19B-21A8-5750-E0E63D1B1E3C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7T03:27:04.481" v="321" actId="27636"/>
        <pc:sldMkLst>
          <pc:docMk/>
          <pc:sldMk cId="1609841259" sldId="651"/>
        </pc:sldMkLst>
        <pc:spChg chg="mod">
          <ac:chgData name="Teuku Raja Irfan Radarma" userId="cf428174-95ba-4576-8554-3a3b8ffa52b7" providerId="ADAL" clId="{0D23DAE7-6BF6-465B-A01F-2BDD01E2DC8F}" dt="2026-02-07T03:27:04.481" v="321" actId="27636"/>
          <ac:spMkLst>
            <pc:docMk/>
            <pc:sldMk cId="1609841259" sldId="651"/>
            <ac:spMk id="2" creationId="{8954A517-6415-BC9E-EEA8-538C180F2A36}"/>
          </ac:spMkLst>
        </pc:spChg>
      </pc:sldChg>
      <pc:sldChg chg="modSp new mod">
        <pc:chgData name="Teuku Raja Irfan Radarma" userId="cf428174-95ba-4576-8554-3a3b8ffa52b7" providerId="ADAL" clId="{0D23DAE7-6BF6-465B-A01F-2BDD01E2DC8F}" dt="2026-02-08T13:05:39.582" v="699" actId="20577"/>
        <pc:sldMkLst>
          <pc:docMk/>
          <pc:sldMk cId="3512377796" sldId="652"/>
        </pc:sldMkLst>
        <pc:spChg chg="mod">
          <ac:chgData name="Teuku Raja Irfan Radarma" userId="cf428174-95ba-4576-8554-3a3b8ffa52b7" providerId="ADAL" clId="{0D23DAE7-6BF6-465B-A01F-2BDD01E2DC8F}" dt="2026-02-07T03:35:13.022" v="459" actId="27636"/>
          <ac:spMkLst>
            <pc:docMk/>
            <pc:sldMk cId="3512377796" sldId="652"/>
            <ac:spMk id="2" creationId="{6F386E08-B0B8-46AA-9F84-C6ECF74081DB}"/>
          </ac:spMkLst>
        </pc:spChg>
        <pc:spChg chg="mod">
          <ac:chgData name="Teuku Raja Irfan Radarma" userId="cf428174-95ba-4576-8554-3a3b8ffa52b7" providerId="ADAL" clId="{0D23DAE7-6BF6-465B-A01F-2BDD01E2DC8F}" dt="2026-02-08T13:05:39.582" v="699" actId="20577"/>
          <ac:spMkLst>
            <pc:docMk/>
            <pc:sldMk cId="3512377796" sldId="652"/>
            <ac:spMk id="3" creationId="{87B6FF91-047A-4585-A5F3-7E576D72E89E}"/>
          </ac:spMkLst>
        </pc:spChg>
      </pc:sldChg>
      <pc:sldChg chg="modSp add mod ord">
        <pc:chgData name="Teuku Raja Irfan Radarma" userId="cf428174-95ba-4576-8554-3a3b8ffa52b7" providerId="ADAL" clId="{0D23DAE7-6BF6-465B-A01F-2BDD01E2DC8F}" dt="2026-02-07T03:39:17.054" v="613" actId="1076"/>
        <pc:sldMkLst>
          <pc:docMk/>
          <pc:sldMk cId="2442765501" sldId="653"/>
        </pc:sldMkLst>
        <pc:spChg chg="mod">
          <ac:chgData name="Teuku Raja Irfan Radarma" userId="cf428174-95ba-4576-8554-3a3b8ffa52b7" providerId="ADAL" clId="{0D23DAE7-6BF6-465B-A01F-2BDD01E2DC8F}" dt="2026-02-07T03:39:13.081" v="612" actId="6549"/>
          <ac:spMkLst>
            <pc:docMk/>
            <pc:sldMk cId="2442765501" sldId="653"/>
            <ac:spMk id="2" creationId="{1B5296E0-3715-9E62-299F-CC256B3BEC49}"/>
          </ac:spMkLst>
        </pc:spChg>
        <pc:spChg chg="mod">
          <ac:chgData name="Teuku Raja Irfan Radarma" userId="cf428174-95ba-4576-8554-3a3b8ffa52b7" providerId="ADAL" clId="{0D23DAE7-6BF6-465B-A01F-2BDD01E2DC8F}" dt="2026-02-07T03:39:17.054" v="613" actId="1076"/>
          <ac:spMkLst>
            <pc:docMk/>
            <pc:sldMk cId="2442765501" sldId="653"/>
            <ac:spMk id="3" creationId="{A096F501-400E-88A5-F85E-3E2FB217BFA0}"/>
          </ac:spMkLst>
        </pc:spChg>
      </pc:sldChg>
      <pc:sldChg chg="addSp delSp modSp new mod">
        <pc:chgData name="Teuku Raja Irfan Radarma" userId="cf428174-95ba-4576-8554-3a3b8ffa52b7" providerId="ADAL" clId="{0D23DAE7-6BF6-465B-A01F-2BDD01E2DC8F}" dt="2026-02-07T04:11:06.963" v="657" actId="20577"/>
        <pc:sldMkLst>
          <pc:docMk/>
          <pc:sldMk cId="3560834044" sldId="654"/>
        </pc:sldMkLst>
        <pc:spChg chg="mod">
          <ac:chgData name="Teuku Raja Irfan Radarma" userId="cf428174-95ba-4576-8554-3a3b8ffa52b7" providerId="ADAL" clId="{0D23DAE7-6BF6-465B-A01F-2BDD01E2DC8F}" dt="2026-02-07T04:11:06.963" v="657" actId="20577"/>
          <ac:spMkLst>
            <pc:docMk/>
            <pc:sldMk cId="3560834044" sldId="654"/>
            <ac:spMk id="2" creationId="{9816E9C4-C1AF-48E0-A095-8A0C45EC7BA6}"/>
          </ac:spMkLst>
        </pc:spChg>
        <pc:picChg chg="add mod ord">
          <ac:chgData name="Teuku Raja Irfan Radarma" userId="cf428174-95ba-4576-8554-3a3b8ffa52b7" providerId="ADAL" clId="{0D23DAE7-6BF6-465B-A01F-2BDD01E2DC8F}" dt="2026-02-07T04:05:01.613" v="633" actId="22"/>
          <ac:picMkLst>
            <pc:docMk/>
            <pc:sldMk cId="3560834044" sldId="654"/>
            <ac:picMk id="6" creationId="{134E4944-8B2A-4F67-8DD9-FA69C190653F}"/>
          </ac:picMkLst>
        </pc:picChg>
      </pc:sldChg>
      <pc:sldChg chg="modSp new mod">
        <pc:chgData name="Teuku Raja Irfan Radarma" userId="cf428174-95ba-4576-8554-3a3b8ffa52b7" providerId="ADAL" clId="{0D23DAE7-6BF6-465B-A01F-2BDD01E2DC8F}" dt="2026-02-09T23:20:45.032" v="2776" actId="20577"/>
        <pc:sldMkLst>
          <pc:docMk/>
          <pc:sldMk cId="2072892249" sldId="655"/>
        </pc:sldMkLst>
        <pc:spChg chg="mod">
          <ac:chgData name="Teuku Raja Irfan Radarma" userId="cf428174-95ba-4576-8554-3a3b8ffa52b7" providerId="ADAL" clId="{0D23DAE7-6BF6-465B-A01F-2BDD01E2DC8F}" dt="2026-02-09T23:20:45.032" v="2776" actId="20577"/>
          <ac:spMkLst>
            <pc:docMk/>
            <pc:sldMk cId="2072892249" sldId="655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14:45:35.445" v="2724" actId="20577"/>
          <ac:spMkLst>
            <pc:docMk/>
            <pc:sldMk cId="2072892249" sldId="655"/>
            <ac:spMk id="4" creationId="{3A4700CE-3193-4AC8-BB14-1CB09296A469}"/>
          </ac:spMkLst>
        </pc:spChg>
      </pc:sldChg>
      <pc:sldChg chg="addSp modSp new mod ord">
        <pc:chgData name="Teuku Raja Irfan Radarma" userId="cf428174-95ba-4576-8554-3a3b8ffa52b7" providerId="ADAL" clId="{0D23DAE7-6BF6-465B-A01F-2BDD01E2DC8F}" dt="2026-02-10T11:15:33.343" v="3179" actId="1076"/>
        <pc:sldMkLst>
          <pc:docMk/>
          <pc:sldMk cId="3364433924" sldId="656"/>
        </pc:sldMkLst>
        <pc:spChg chg="mod">
          <ac:chgData name="Teuku Raja Irfan Radarma" userId="cf428174-95ba-4576-8554-3a3b8ffa52b7" providerId="ADAL" clId="{0D23DAE7-6BF6-465B-A01F-2BDD01E2DC8F}" dt="2026-02-09T13:50:35.530" v="2547" actId="20577"/>
          <ac:spMkLst>
            <pc:docMk/>
            <pc:sldMk cId="3364433924" sldId="656"/>
            <ac:spMk id="2" creationId="{CCD655A6-8D58-43CF-8659-B238BB2E8F40}"/>
          </ac:spMkLst>
        </pc:spChg>
        <pc:spChg chg="mod">
          <ac:chgData name="Teuku Raja Irfan Radarma" userId="cf428174-95ba-4576-8554-3a3b8ffa52b7" providerId="ADAL" clId="{0D23DAE7-6BF6-465B-A01F-2BDD01E2DC8F}" dt="2026-02-09T23:32:27.106" v="3138" actId="27636"/>
          <ac:spMkLst>
            <pc:docMk/>
            <pc:sldMk cId="3364433924" sldId="656"/>
            <ac:spMk id="4" creationId="{EFF2E1A6-8621-4A2B-BF5A-C72317807BFE}"/>
          </ac:spMkLst>
        </pc:spChg>
        <pc:spChg chg="add mod">
          <ac:chgData name="Teuku Raja Irfan Radarma" userId="cf428174-95ba-4576-8554-3a3b8ffa52b7" providerId="ADAL" clId="{0D23DAE7-6BF6-465B-A01F-2BDD01E2DC8F}" dt="2026-02-10T11:15:33.343" v="3179" actId="1076"/>
          <ac:spMkLst>
            <pc:docMk/>
            <pc:sldMk cId="3364433924" sldId="656"/>
            <ac:spMk id="5" creationId="{542945EF-843B-493A-B833-5ACA8D7B7466}"/>
          </ac:spMkLst>
        </pc:spChg>
      </pc:sldChg>
      <pc:sldChg chg="modSp new mod ord">
        <pc:chgData name="Teuku Raja Irfan Radarma" userId="cf428174-95ba-4576-8554-3a3b8ffa52b7" providerId="ADAL" clId="{0D23DAE7-6BF6-465B-A01F-2BDD01E2DC8F}" dt="2026-02-09T13:52:05.346" v="2557" actId="207"/>
        <pc:sldMkLst>
          <pc:docMk/>
          <pc:sldMk cId="666818229" sldId="657"/>
        </pc:sldMkLst>
        <pc:spChg chg="mod">
          <ac:chgData name="Teuku Raja Irfan Radarma" userId="cf428174-95ba-4576-8554-3a3b8ffa52b7" providerId="ADAL" clId="{0D23DAE7-6BF6-465B-A01F-2BDD01E2DC8F}" dt="2026-02-09T13:50:41.610" v="2552" actId="20577"/>
          <ac:spMkLst>
            <pc:docMk/>
            <pc:sldMk cId="666818229" sldId="657"/>
            <ac:spMk id="2" creationId="{FA10CEB5-574B-4F10-9B3E-07ADA403C05D}"/>
          </ac:spMkLst>
        </pc:spChg>
        <pc:spChg chg="mod">
          <ac:chgData name="Teuku Raja Irfan Radarma" userId="cf428174-95ba-4576-8554-3a3b8ffa52b7" providerId="ADAL" clId="{0D23DAE7-6BF6-465B-A01F-2BDD01E2DC8F}" dt="2026-02-09T13:52:05.346" v="2557" actId="207"/>
          <ac:spMkLst>
            <pc:docMk/>
            <pc:sldMk cId="666818229" sldId="657"/>
            <ac:spMk id="4" creationId="{573659A7-1F32-4036-8015-0DB21147AE1F}"/>
          </ac:spMkLst>
        </pc:spChg>
      </pc:sldChg>
      <pc:sldChg chg="modSp new mod ord">
        <pc:chgData name="Teuku Raja Irfan Radarma" userId="cf428174-95ba-4576-8554-3a3b8ffa52b7" providerId="ADAL" clId="{0D23DAE7-6BF6-465B-A01F-2BDD01E2DC8F}" dt="2026-02-09T13:50:10.973" v="2525" actId="5793"/>
        <pc:sldMkLst>
          <pc:docMk/>
          <pc:sldMk cId="576909078" sldId="658"/>
        </pc:sldMkLst>
        <pc:spChg chg="mod">
          <ac:chgData name="Teuku Raja Irfan Radarma" userId="cf428174-95ba-4576-8554-3a3b8ffa52b7" providerId="ADAL" clId="{0D23DAE7-6BF6-465B-A01F-2BDD01E2DC8F}" dt="2026-02-09T13:49:59.483" v="2491" actId="20577"/>
          <ac:spMkLst>
            <pc:docMk/>
            <pc:sldMk cId="576909078" sldId="658"/>
            <ac:spMk id="2" creationId="{54259628-297D-4004-9C38-1A3150EF7E99}"/>
          </ac:spMkLst>
        </pc:spChg>
        <pc:spChg chg="mod">
          <ac:chgData name="Teuku Raja Irfan Radarma" userId="cf428174-95ba-4576-8554-3a3b8ffa52b7" providerId="ADAL" clId="{0D23DAE7-6BF6-465B-A01F-2BDD01E2DC8F}" dt="2026-02-09T13:50:10.973" v="2525" actId="5793"/>
          <ac:spMkLst>
            <pc:docMk/>
            <pc:sldMk cId="576909078" sldId="658"/>
            <ac:spMk id="4" creationId="{E23EAED5-6F98-4417-AA23-994822C201F8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10T08:33:10.437" v="3169" actId="20577"/>
        <pc:sldMkLst>
          <pc:docMk/>
          <pc:sldMk cId="3823053110" sldId="659"/>
        </pc:sldMkLst>
        <pc:spChg chg="mod">
          <ac:chgData name="Teuku Raja Irfan Radarma" userId="cf428174-95ba-4576-8554-3a3b8ffa52b7" providerId="ADAL" clId="{0D23DAE7-6BF6-465B-A01F-2BDD01E2DC8F}" dt="2026-02-09T23:21:08.153" v="2806" actId="14100"/>
          <ac:spMkLst>
            <pc:docMk/>
            <pc:sldMk cId="3823053110" sldId="659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10T08:33:10.437" v="3169" actId="20577"/>
          <ac:spMkLst>
            <pc:docMk/>
            <pc:sldMk cId="3823053110" sldId="659"/>
            <ac:spMk id="4" creationId="{3A4700CE-3193-4AC8-BB14-1CB09296A469}"/>
          </ac:spMkLst>
        </pc:spChg>
      </pc:sldChg>
      <pc:sldChg chg="modSp add mod">
        <pc:chgData name="Teuku Raja Irfan Radarma" userId="cf428174-95ba-4576-8554-3a3b8ffa52b7" providerId="ADAL" clId="{0D23DAE7-6BF6-465B-A01F-2BDD01E2DC8F}" dt="2026-02-09T23:23:12.735" v="2954" actId="20577"/>
        <pc:sldMkLst>
          <pc:docMk/>
          <pc:sldMk cId="1746743047" sldId="660"/>
        </pc:sldMkLst>
        <pc:spChg chg="mod">
          <ac:chgData name="Teuku Raja Irfan Radarma" userId="cf428174-95ba-4576-8554-3a3b8ffa52b7" providerId="ADAL" clId="{0D23DAE7-6BF6-465B-A01F-2BDD01E2DC8F}" dt="2026-02-09T23:22:36.932" v="2845" actId="20577"/>
          <ac:spMkLst>
            <pc:docMk/>
            <pc:sldMk cId="1746743047" sldId="660"/>
            <ac:spMk id="2" creationId="{3BD41354-D190-4002-8539-9418917A4F96}"/>
          </ac:spMkLst>
        </pc:spChg>
        <pc:spChg chg="mod">
          <ac:chgData name="Teuku Raja Irfan Radarma" userId="cf428174-95ba-4576-8554-3a3b8ffa52b7" providerId="ADAL" clId="{0D23DAE7-6BF6-465B-A01F-2BDD01E2DC8F}" dt="2026-02-09T23:23:12.735" v="2954" actId="20577"/>
          <ac:spMkLst>
            <pc:docMk/>
            <pc:sldMk cId="1746743047" sldId="660"/>
            <ac:spMk id="4" creationId="{3A4700CE-3193-4AC8-BB14-1CB09296A469}"/>
          </ac:spMkLst>
        </pc:spChg>
      </pc:sldChg>
      <pc:sldMasterChg chg="modSldLayout">
        <pc:chgData name="Teuku Raja Irfan Radarma" userId="cf428174-95ba-4576-8554-3a3b8ffa52b7" providerId="ADAL" clId="{0D23DAE7-6BF6-465B-A01F-2BDD01E2DC8F}" dt="2026-02-07T03:26:28.071" v="311" actId="14100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0D23DAE7-6BF6-465B-A01F-2BDD01E2DC8F}" dt="2026-02-07T03:26:28.071" v="311" actId="14100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0D23DAE7-6BF6-465B-A01F-2BDD01E2DC8F}" dt="2026-02-07T03:26:26.083" v="310" actId="14100"/>
            <ac:spMkLst>
              <pc:docMk/>
              <pc:sldMasterMk cId="856379123" sldId="2147483648"/>
              <pc:sldLayoutMk cId="4051033477" sldId="2147483650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0D23DAE7-6BF6-465B-A01F-2BDD01E2DC8F}" dt="2026-02-07T03:26:28.071" v="311" actId="14100"/>
            <ac:spMkLst>
              <pc:docMk/>
              <pc:sldMasterMk cId="856379123" sldId="2147483648"/>
              <pc:sldLayoutMk cId="4051033477" sldId="2147483650"/>
              <ac:spMk id="3" creationId="{16CA9344-337A-6909-2D92-1C9349DCCECD}"/>
            </ac:spMkLst>
          </pc:spChg>
        </pc:sldLayoutChg>
      </pc:sldMasterChg>
    </pc:docChg>
  </pc:docChgLst>
  <pc:docChgLst>
    <pc:chgData name="Teuku Raja Irfan Radarma" userId="cf428174-95ba-4576-8554-3a3b8ffa52b7" providerId="ADAL" clId="{540AFE3B-2117-4D9E-8C33-E9480CF25E91}"/>
    <pc:docChg chg="undo custSel addSld delSld modSld sldOrd">
      <pc:chgData name="Teuku Raja Irfan Radarma" userId="cf428174-95ba-4576-8554-3a3b8ffa52b7" providerId="ADAL" clId="{540AFE3B-2117-4D9E-8C33-E9480CF25E91}" dt="2026-03-09T03:26:47.805" v="366" actId="20577"/>
      <pc:docMkLst>
        <pc:docMk/>
      </pc:docMkLst>
      <pc:sldChg chg="modSp mod">
        <pc:chgData name="Teuku Raja Irfan Radarma" userId="cf428174-95ba-4576-8554-3a3b8ffa52b7" providerId="ADAL" clId="{540AFE3B-2117-4D9E-8C33-E9480CF25E91}" dt="2026-03-08T05:06:42.506" v="5" actId="113"/>
        <pc:sldMkLst>
          <pc:docMk/>
          <pc:sldMk cId="4030995347" sldId="257"/>
        </pc:sldMkLst>
        <pc:spChg chg="mod">
          <ac:chgData name="Teuku Raja Irfan Radarma" userId="cf428174-95ba-4576-8554-3a3b8ffa52b7" providerId="ADAL" clId="{540AFE3B-2117-4D9E-8C33-E9480CF25E91}" dt="2026-03-08T05:06:42.506" v="5" actId="113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540AFE3B-2117-4D9E-8C33-E9480CF25E91}" dt="2026-03-09T03:26:47.805" v="366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540AFE3B-2117-4D9E-8C33-E9480CF25E91}" dt="2026-03-09T03:26:47.805" v="366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540AFE3B-2117-4D9E-8C33-E9480CF25E91}" dt="2026-03-08T05:06:35.190" v="2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540AFE3B-2117-4D9E-8C33-E9480CF25E91}" dt="2026-03-08T05:09:37.902" v="145" actId="6549"/>
        <pc:sldMkLst>
          <pc:docMk/>
          <pc:sldMk cId="3835074240" sldId="263"/>
        </pc:sldMkLst>
        <pc:spChg chg="mod">
          <ac:chgData name="Teuku Raja Irfan Radarma" userId="cf428174-95ba-4576-8554-3a3b8ffa52b7" providerId="ADAL" clId="{540AFE3B-2117-4D9E-8C33-E9480CF25E91}" dt="2026-03-08T05:09:37.902" v="145" actId="6549"/>
          <ac:spMkLst>
            <pc:docMk/>
            <pc:sldMk cId="3835074240" sldId="263"/>
            <ac:spMk id="2" creationId="{2079CBE2-7ADF-23F1-83BE-26DF183A5B12}"/>
          </ac:spMkLst>
        </pc:spChg>
      </pc:sldChg>
      <pc:sldChg chg="del">
        <pc:chgData name="Teuku Raja Irfan Radarma" userId="cf428174-95ba-4576-8554-3a3b8ffa52b7" providerId="ADAL" clId="{540AFE3B-2117-4D9E-8C33-E9480CF25E91}" dt="2026-03-08T05:07:46.552" v="114" actId="47"/>
        <pc:sldMkLst>
          <pc:docMk/>
          <pc:sldMk cId="3543487194" sldId="327"/>
        </pc:sldMkLst>
      </pc:sldChg>
      <pc:sldChg chg="modSp mod">
        <pc:chgData name="Teuku Raja Irfan Radarma" userId="cf428174-95ba-4576-8554-3a3b8ffa52b7" providerId="ADAL" clId="{540AFE3B-2117-4D9E-8C33-E9480CF25E91}" dt="2026-03-08T05:11:24.010" v="223" actId="20577"/>
        <pc:sldMkLst>
          <pc:docMk/>
          <pc:sldMk cId="1318110064" sldId="354"/>
        </pc:sldMkLst>
        <pc:spChg chg="mod">
          <ac:chgData name="Teuku Raja Irfan Radarma" userId="cf428174-95ba-4576-8554-3a3b8ffa52b7" providerId="ADAL" clId="{540AFE3B-2117-4D9E-8C33-E9480CF25E91}" dt="2026-03-08T05:11:24.010" v="223" actId="20577"/>
          <ac:spMkLst>
            <pc:docMk/>
            <pc:sldMk cId="1318110064" sldId="354"/>
            <ac:spMk id="2" creationId="{274A785C-0877-4017-A9DC-6C8864073E3E}"/>
          </ac:spMkLst>
        </pc:spChg>
      </pc:sldChg>
      <pc:sldChg chg="addSp delSp mod">
        <pc:chgData name="Teuku Raja Irfan Radarma" userId="cf428174-95ba-4576-8554-3a3b8ffa52b7" providerId="ADAL" clId="{540AFE3B-2117-4D9E-8C33-E9480CF25E91}" dt="2026-03-08T05:09:44.921" v="147" actId="22"/>
        <pc:sldMkLst>
          <pc:docMk/>
          <pc:sldMk cId="330924077" sldId="359"/>
        </pc:sldMkLst>
        <pc:spChg chg="add del">
          <ac:chgData name="Teuku Raja Irfan Radarma" userId="cf428174-95ba-4576-8554-3a3b8ffa52b7" providerId="ADAL" clId="{540AFE3B-2117-4D9E-8C33-E9480CF25E91}" dt="2026-03-08T05:09:44.921" v="147" actId="22"/>
          <ac:spMkLst>
            <pc:docMk/>
            <pc:sldMk cId="330924077" sldId="359"/>
            <ac:spMk id="9" creationId="{FD7C23B0-F5E7-4BCD-8F20-32ECA6D56478}"/>
          </ac:spMkLst>
        </pc:spChg>
      </pc:sldChg>
      <pc:sldChg chg="del">
        <pc:chgData name="Teuku Raja Irfan Radarma" userId="cf428174-95ba-4576-8554-3a3b8ffa52b7" providerId="ADAL" clId="{540AFE3B-2117-4D9E-8C33-E9480CF25E91}" dt="2026-03-08T05:07:46.552" v="114" actId="47"/>
        <pc:sldMkLst>
          <pc:docMk/>
          <pc:sldMk cId="1793119782" sldId="641"/>
        </pc:sldMkLst>
      </pc:sldChg>
      <pc:sldChg chg="del">
        <pc:chgData name="Teuku Raja Irfan Radarma" userId="cf428174-95ba-4576-8554-3a3b8ffa52b7" providerId="ADAL" clId="{540AFE3B-2117-4D9E-8C33-E9480CF25E91}" dt="2026-03-08T05:07:49.427" v="115" actId="47"/>
        <pc:sldMkLst>
          <pc:docMk/>
          <pc:sldMk cId="575144279" sldId="644"/>
        </pc:sldMkLst>
      </pc:sldChg>
      <pc:sldChg chg="del">
        <pc:chgData name="Teuku Raja Irfan Radarma" userId="cf428174-95ba-4576-8554-3a3b8ffa52b7" providerId="ADAL" clId="{540AFE3B-2117-4D9E-8C33-E9480CF25E91}" dt="2026-03-08T05:07:49.427" v="115" actId="47"/>
        <pc:sldMkLst>
          <pc:docMk/>
          <pc:sldMk cId="1317602562" sldId="645"/>
        </pc:sldMkLst>
      </pc:sldChg>
      <pc:sldChg chg="modSp mod">
        <pc:chgData name="Teuku Raja Irfan Radarma" userId="cf428174-95ba-4576-8554-3a3b8ffa52b7" providerId="ADAL" clId="{540AFE3B-2117-4D9E-8C33-E9480CF25E91}" dt="2026-03-08T05:07:56.416" v="128" actId="20577"/>
        <pc:sldMkLst>
          <pc:docMk/>
          <pc:sldMk cId="2304873188" sldId="646"/>
        </pc:sldMkLst>
        <pc:spChg chg="mod">
          <ac:chgData name="Teuku Raja Irfan Radarma" userId="cf428174-95ba-4576-8554-3a3b8ffa52b7" providerId="ADAL" clId="{540AFE3B-2117-4D9E-8C33-E9480CF25E91}" dt="2026-03-08T05:07:56.416" v="128" actId="20577"/>
          <ac:spMkLst>
            <pc:docMk/>
            <pc:sldMk cId="2304873188" sldId="646"/>
            <ac:spMk id="2" creationId="{34BDE0C4-4FBA-493E-B083-8791FB60B6C7}"/>
          </ac:spMkLst>
        </pc:spChg>
      </pc:sldChg>
      <pc:sldChg chg="add del ord">
        <pc:chgData name="Teuku Raja Irfan Radarma" userId="cf428174-95ba-4576-8554-3a3b8ffa52b7" providerId="ADAL" clId="{540AFE3B-2117-4D9E-8C33-E9480CF25E91}" dt="2026-03-08T05:11:33.613" v="224" actId="47"/>
        <pc:sldMkLst>
          <pc:docMk/>
          <pc:sldMk cId="1728558790" sldId="647"/>
        </pc:sldMkLst>
      </pc:sldChg>
      <pc:sldChg chg="modSp add del mod ord">
        <pc:chgData name="Teuku Raja Irfan Radarma" userId="cf428174-95ba-4576-8554-3a3b8ffa52b7" providerId="ADAL" clId="{540AFE3B-2117-4D9E-8C33-E9480CF25E91}" dt="2026-03-08T05:10:49" v="200" actId="47"/>
        <pc:sldMkLst>
          <pc:docMk/>
          <pc:sldMk cId="948021168" sldId="648"/>
        </pc:sldMkLst>
        <pc:spChg chg="mod">
          <ac:chgData name="Teuku Raja Irfan Radarma" userId="cf428174-95ba-4576-8554-3a3b8ffa52b7" providerId="ADAL" clId="{540AFE3B-2117-4D9E-8C33-E9480CF25E91}" dt="2026-03-08T05:10:26.119" v="193" actId="20577"/>
          <ac:spMkLst>
            <pc:docMk/>
            <pc:sldMk cId="948021168" sldId="648"/>
            <ac:spMk id="5" creationId="{67012778-5E96-49A1-9776-8DC2B33F5A32}"/>
          </ac:spMkLst>
        </pc:spChg>
        <pc:spChg chg="mod">
          <ac:chgData name="Teuku Raja Irfan Radarma" userId="cf428174-95ba-4576-8554-3a3b8ffa52b7" providerId="ADAL" clId="{540AFE3B-2117-4D9E-8C33-E9480CF25E91}" dt="2026-03-08T05:10:29.449" v="197" actId="20577"/>
          <ac:spMkLst>
            <pc:docMk/>
            <pc:sldMk cId="948021168" sldId="648"/>
            <ac:spMk id="6" creationId="{C9B2050B-817B-45F2-BBCA-5137B317A097}"/>
          </ac:spMkLst>
        </pc:spChg>
      </pc:sldChg>
      <pc:sldChg chg="modSp add mod">
        <pc:chgData name="Teuku Raja Irfan Radarma" userId="cf428174-95ba-4576-8554-3a3b8ffa52b7" providerId="ADAL" clId="{540AFE3B-2117-4D9E-8C33-E9480CF25E91}" dt="2026-03-08T05:11:20.438" v="213" actId="20577"/>
        <pc:sldMkLst>
          <pc:docMk/>
          <pc:sldMk cId="1041055204" sldId="648"/>
        </pc:sldMkLst>
        <pc:spChg chg="mod">
          <ac:chgData name="Teuku Raja Irfan Radarma" userId="cf428174-95ba-4576-8554-3a3b8ffa52b7" providerId="ADAL" clId="{540AFE3B-2117-4D9E-8C33-E9480CF25E91}" dt="2026-03-08T05:11:20.438" v="213" actId="20577"/>
          <ac:spMkLst>
            <pc:docMk/>
            <pc:sldMk cId="1041055204" sldId="648"/>
            <ac:spMk id="2" creationId="{274A785C-0877-4017-A9DC-6C8864073E3E}"/>
          </ac:spMkLst>
        </pc:spChg>
        <pc:spChg chg="mod">
          <ac:chgData name="Teuku Raja Irfan Radarma" userId="cf428174-95ba-4576-8554-3a3b8ffa52b7" providerId="ADAL" clId="{540AFE3B-2117-4D9E-8C33-E9480CF25E91}" dt="2026-03-08T05:11:16.946" v="203" actId="20577"/>
          <ac:spMkLst>
            <pc:docMk/>
            <pc:sldMk cId="1041055204" sldId="648"/>
            <ac:spMk id="3" creationId="{B7977740-18E8-47D8-9845-C83E6ABF9F11}"/>
          </ac:spMkLst>
        </pc:spChg>
      </pc:sldChg>
      <pc:sldChg chg="add del">
        <pc:chgData name="Teuku Raja Irfan Radarma" userId="cf428174-95ba-4576-8554-3a3b8ffa52b7" providerId="ADAL" clId="{540AFE3B-2117-4D9E-8C33-E9480CF25E91}" dt="2026-03-08T05:10:02.186" v="150" actId="2890"/>
        <pc:sldMkLst>
          <pc:docMk/>
          <pc:sldMk cId="3963255431" sldId="648"/>
        </pc:sldMkLst>
      </pc:sldChg>
      <pc:sldChg chg="modSp add mod ord">
        <pc:chgData name="Teuku Raja Irfan Radarma" userId="cf428174-95ba-4576-8554-3a3b8ffa52b7" providerId="ADAL" clId="{540AFE3B-2117-4D9E-8C33-E9480CF25E91}" dt="2026-03-08T05:12:30.269" v="278" actId="20577"/>
        <pc:sldMkLst>
          <pc:docMk/>
          <pc:sldMk cId="2473983102" sldId="649"/>
        </pc:sldMkLst>
        <pc:spChg chg="mod">
          <ac:chgData name="Teuku Raja Irfan Radarma" userId="cf428174-95ba-4576-8554-3a3b8ffa52b7" providerId="ADAL" clId="{540AFE3B-2117-4D9E-8C33-E9480CF25E91}" dt="2026-03-08T05:12:30.269" v="278" actId="20577"/>
          <ac:spMkLst>
            <pc:docMk/>
            <pc:sldMk cId="2473983102" sldId="649"/>
            <ac:spMk id="2" creationId="{34BDE0C4-4FBA-493E-B083-8791FB60B6C7}"/>
          </ac:spMkLst>
        </pc:spChg>
      </pc:sldChg>
      <pc:sldChg chg="delSp modSp add mod">
        <pc:chgData name="Teuku Raja Irfan Radarma" userId="cf428174-95ba-4576-8554-3a3b8ffa52b7" providerId="ADAL" clId="{540AFE3B-2117-4D9E-8C33-E9480CF25E91}" dt="2026-03-08T05:13:35.193" v="354" actId="14100"/>
        <pc:sldMkLst>
          <pc:docMk/>
          <pc:sldMk cId="4076748425" sldId="650"/>
        </pc:sldMkLst>
        <pc:spChg chg="mod">
          <ac:chgData name="Teuku Raja Irfan Radarma" userId="cf428174-95ba-4576-8554-3a3b8ffa52b7" providerId="ADAL" clId="{540AFE3B-2117-4D9E-8C33-E9480CF25E91}" dt="2026-03-08T05:13:18.751" v="309" actId="20577"/>
          <ac:spMkLst>
            <pc:docMk/>
            <pc:sldMk cId="4076748425" sldId="650"/>
            <ac:spMk id="2" creationId="{466EF937-23F8-4304-AE45-2D7AD1B6CA92}"/>
          </ac:spMkLst>
        </pc:spChg>
        <pc:spChg chg="mod">
          <ac:chgData name="Teuku Raja Irfan Radarma" userId="cf428174-95ba-4576-8554-3a3b8ffa52b7" providerId="ADAL" clId="{540AFE3B-2117-4D9E-8C33-E9480CF25E91}" dt="2026-03-08T05:13:35.193" v="354" actId="14100"/>
          <ac:spMkLst>
            <pc:docMk/>
            <pc:sldMk cId="4076748425" sldId="650"/>
            <ac:spMk id="4" creationId="{BEBE1C5A-F890-4EFC-B831-D04C39EF1AC0}"/>
          </ac:spMkLst>
        </pc:spChg>
        <pc:spChg chg="del">
          <ac:chgData name="Teuku Raja Irfan Radarma" userId="cf428174-95ba-4576-8554-3a3b8ffa52b7" providerId="ADAL" clId="{540AFE3B-2117-4D9E-8C33-E9480CF25E91}" dt="2026-03-08T05:13:08.216" v="281" actId="478"/>
          <ac:spMkLst>
            <pc:docMk/>
            <pc:sldMk cId="4076748425" sldId="650"/>
            <ac:spMk id="8" creationId="{D00ECADA-9FF5-48FE-AB0C-3A0264A1AA5C}"/>
          </ac:spMkLst>
        </pc:spChg>
        <pc:picChg chg="del">
          <ac:chgData name="Teuku Raja Irfan Radarma" userId="cf428174-95ba-4576-8554-3a3b8ffa52b7" providerId="ADAL" clId="{540AFE3B-2117-4D9E-8C33-E9480CF25E91}" dt="2026-03-08T05:13:06.384" v="280" actId="478"/>
          <ac:picMkLst>
            <pc:docMk/>
            <pc:sldMk cId="4076748425" sldId="650"/>
            <ac:picMk id="5" creationId="{DF2EB447-4DE2-4974-8A76-C04203E46D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74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746"/>
            <a:ext cx="10515600" cy="4714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7" t="31181" r="14660"/>
          <a:stretch/>
        </p:blipFill>
        <p:spPr>
          <a:xfrm>
            <a:off x="-18867" y="0"/>
            <a:ext cx="12210868" cy="7074443"/>
          </a:xfrm>
          <a:prstGeom prst="rect">
            <a:avLst/>
          </a:prstGeom>
        </p:spPr>
      </p:pic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13D26EEB-0515-47E0-BDF2-6403F753F256}"/>
              </a:ext>
            </a:extLst>
          </p:cNvPr>
          <p:cNvSpPr/>
          <p:nvPr userDrawn="1"/>
        </p:nvSpPr>
        <p:spPr>
          <a:xfrm rot="10800000">
            <a:off x="-18868" y="-1"/>
            <a:ext cx="12210867" cy="5165559"/>
          </a:xfrm>
          <a:prstGeom prst="flowChartManualInput">
            <a:avLst/>
          </a:prstGeom>
          <a:solidFill>
            <a:srgbClr val="E4D304">
              <a:alpha val="8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10596613" cy="2417687"/>
          </a:xfrm>
        </p:spPr>
        <p:txBody>
          <a:bodyPr anchor="b">
            <a:normAutofit/>
          </a:bodyPr>
          <a:lstStyle>
            <a:lvl1pPr>
              <a:defRPr sz="4800">
                <a:solidFill>
                  <a:srgbClr val="02029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044006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cxnSpLocks/>
          </p:cNvCxnSpPr>
          <p:nvPr userDrawn="1"/>
        </p:nvCxnSpPr>
        <p:spPr>
          <a:xfrm flipH="1">
            <a:off x="-18868" y="4151175"/>
            <a:ext cx="12210868" cy="1014384"/>
          </a:xfrm>
          <a:prstGeom prst="line">
            <a:avLst/>
          </a:prstGeom>
          <a:ln w="57150">
            <a:solidFill>
              <a:srgbClr val="0202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37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Final Week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XV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0A5FA20-F084-433B-84D2-ED962813CD1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30" b="3043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I: Part A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Protection of Information Assets II: Part B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b="1" dirty="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4950" y="754084"/>
            <a:ext cx="5800725" cy="51501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Quiz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Bahas </a:t>
            </a:r>
            <a:r>
              <a:rPr lang="en-US" dirty="0" err="1"/>
              <a:t>Soal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Final Talk</a:t>
            </a:r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F937-23F8-4304-AE45-2D7AD1B6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1954F0-8EFF-47CC-9A84-5620A55B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E1C5A-F890-4EFC-B831-D04C39EF1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90688"/>
            <a:ext cx="9841522" cy="4488439"/>
          </a:xfrm>
        </p:spPr>
        <p:txBody>
          <a:bodyPr>
            <a:normAutofit/>
          </a:bodyPr>
          <a:lstStyle/>
          <a:p>
            <a:r>
              <a:rPr lang="en-US" sz="2800" dirty="0"/>
              <a:t>Waktu 60 </a:t>
            </a:r>
            <a:r>
              <a:rPr lang="en-US" dirty="0" err="1"/>
              <a:t>menit</a:t>
            </a:r>
            <a:endParaRPr lang="en-US" dirty="0"/>
          </a:p>
          <a:p>
            <a:r>
              <a:rPr lang="en-US" sz="2800" dirty="0" err="1"/>
              <a:t>Kerjakan</a:t>
            </a:r>
            <a:r>
              <a:rPr lang="en-US" sz="2800" dirty="0"/>
              <a:t> </a:t>
            </a:r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perintah</a:t>
            </a:r>
            <a:r>
              <a:rPr lang="en-US" sz="2800" dirty="0"/>
              <a:t> pada sheet PKA 1 – 8 (</a:t>
            </a:r>
            <a:r>
              <a:rPr lang="en-US" sz="2800" dirty="0" err="1"/>
              <a:t>isi</a:t>
            </a:r>
            <a:r>
              <a:rPr lang="en-US" sz="2800" dirty="0"/>
              <a:t> </a:t>
            </a:r>
            <a:r>
              <a:rPr lang="en-US" sz="2800" dirty="0" err="1"/>
              <a:t>sel</a:t>
            </a:r>
            <a:r>
              <a:rPr lang="en-US" sz="2800" dirty="0"/>
              <a:t> </a:t>
            </a:r>
            <a:r>
              <a:rPr lang="en-US" sz="2800" dirty="0" err="1"/>
              <a:t>berwarna</a:t>
            </a:r>
            <a:r>
              <a:rPr lang="en-US" sz="2800" dirty="0"/>
              <a:t> </a:t>
            </a:r>
            <a:r>
              <a:rPr lang="en-US" sz="2800" dirty="0" err="1"/>
              <a:t>biru</a:t>
            </a:r>
            <a:r>
              <a:rPr lang="en-US" sz="2800" dirty="0"/>
              <a:t>)</a:t>
            </a:r>
          </a:p>
          <a:p>
            <a:r>
              <a:rPr lang="en-US" sz="2800" dirty="0"/>
              <a:t>Sheet LMS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dirty="0" err="1"/>
              <a:t>rekap</a:t>
            </a:r>
            <a:r>
              <a:rPr lang="en-US" sz="2800" dirty="0"/>
              <a:t> </a:t>
            </a:r>
            <a:r>
              <a:rPr lang="en-US" sz="2800" dirty="0" err="1"/>
              <a:t>jawaban</a:t>
            </a:r>
            <a:r>
              <a:rPr lang="en-US" sz="2800" dirty="0"/>
              <a:t> Anda,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</a:t>
            </a:r>
            <a:r>
              <a:rPr lang="en-US" sz="2800" dirty="0" err="1"/>
              <a:t>acuan</a:t>
            </a:r>
            <a:r>
              <a:rPr lang="en-US" sz="2800" dirty="0"/>
              <a:t> </a:t>
            </a:r>
            <a:r>
              <a:rPr lang="en-US" sz="2800" dirty="0" err="1"/>
              <a:t>mengisi</a:t>
            </a:r>
            <a:r>
              <a:rPr lang="en-US" sz="2800" dirty="0"/>
              <a:t> </a:t>
            </a:r>
            <a:r>
              <a:rPr lang="en-US" sz="2800" dirty="0" err="1"/>
              <a:t>jawaban</a:t>
            </a:r>
            <a:r>
              <a:rPr lang="en-US" sz="2800" dirty="0"/>
              <a:t> pada LMS</a:t>
            </a:r>
          </a:p>
          <a:p>
            <a:r>
              <a:rPr lang="en-US" dirty="0" err="1"/>
              <a:t>Jawaban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dijawab</a:t>
            </a:r>
            <a:r>
              <a:rPr lang="en-US" dirty="0"/>
              <a:t> pada LMS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dievaluasi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748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F937-23F8-4304-AE45-2D7AD1B6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1954F0-8EFF-47CC-9A84-5620A55B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E1C5A-F890-4EFC-B831-D04C39EF1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90688"/>
            <a:ext cx="9841522" cy="44884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Upload file excel Anda di </a:t>
            </a:r>
            <a:r>
              <a:rPr lang="en-US" sz="2800" dirty="0" err="1"/>
              <a:t>sini</a:t>
            </a:r>
            <a:r>
              <a:rPr lang="en-US" sz="2800" dirty="0"/>
              <a:t>: https://forms.gle/F5yJLLjRUzoNpSfR6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672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7780E-0FAB-44C4-9FF8-D4747EB1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Reflection to wrap-up your almost 4-years journey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70C76-FFE2-4E91-AD2C-554C17E1F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https://www.youtube.com/watch?v=b2upHMCyDJ0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9D6CD-2E30-4AFC-8414-1F77A58A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93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211D-A624-4CE4-AF5D-BAC8790D8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90505"/>
          </a:xfrm>
        </p:spPr>
        <p:txBody>
          <a:bodyPr/>
          <a:lstStyle/>
          <a:p>
            <a:r>
              <a:rPr lang="en-US" dirty="0"/>
              <a:t>Ask Me Anything</a:t>
            </a:r>
            <a:br>
              <a:rPr lang="en-US" dirty="0"/>
            </a:br>
            <a:r>
              <a:rPr lang="en-US" dirty="0"/>
              <a:t>Ask Me Good Questions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3C7347-BD43-4B39-BDD8-B1C95F58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1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A5E78ECA1434D83AD500C97BBDA54" ma:contentTypeVersion="15" ma:contentTypeDescription="Create a new document." ma:contentTypeScope="" ma:versionID="7b6c68a6301f47c12555a24b30b278c4">
  <xsd:schema xmlns:xsd="http://www.w3.org/2001/XMLSchema" xmlns:xs="http://www.w3.org/2001/XMLSchema" xmlns:p="http://schemas.microsoft.com/office/2006/metadata/properties" xmlns:ns3="a956eed5-f0c9-4482-bcee-424a7f38c900" xmlns:ns4="ebe67ea8-4cd2-4da9-88bb-3e710b5f47b3" targetNamespace="http://schemas.microsoft.com/office/2006/metadata/properties" ma:root="true" ma:fieldsID="0d1995cf4d1019b8d8cf2178f347ea57" ns3:_="" ns4:_="">
    <xsd:import namespace="a956eed5-f0c9-4482-bcee-424a7f38c900"/>
    <xsd:import namespace="ebe67ea8-4cd2-4da9-88bb-3e710b5f47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56eed5-f0c9-4482-bcee-424a7f38c9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67ea8-4cd2-4da9-88bb-3e710b5f47b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56eed5-f0c9-4482-bcee-424a7f38c90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12845A-2F7F-4196-B6AE-3CB8BC2873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56eed5-f0c9-4482-bcee-424a7f38c900"/>
    <ds:schemaRef ds:uri="ebe67ea8-4cd2-4da9-88bb-3e710b5f47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389D60-60E5-4A46-BEB4-51E42BB6383E}">
  <ds:schemaRefs>
    <ds:schemaRef ds:uri="ebe67ea8-4cd2-4da9-88bb-3e710b5f47b3"/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956eed5-f0c9-4482-bcee-424a7f38c900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1EBB399-21A5-499D-A647-2FCF5118F8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3208</TotalTime>
  <Words>169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Britannic Bold</vt:lpstr>
      <vt:lpstr>Calibri</vt:lpstr>
      <vt:lpstr>Monotype Corsiva</vt:lpstr>
      <vt:lpstr>Segoe UI</vt:lpstr>
      <vt:lpstr>Source Serif Pro Black</vt:lpstr>
      <vt:lpstr>Office Theme</vt:lpstr>
      <vt:lpstr>Final Week</vt:lpstr>
      <vt:lpstr>Class Recap</vt:lpstr>
      <vt:lpstr>Class Roadmap</vt:lpstr>
      <vt:lpstr>PowerPoint Presentation</vt:lpstr>
      <vt:lpstr>Quiz</vt:lpstr>
      <vt:lpstr>Quiz</vt:lpstr>
      <vt:lpstr>Reflection to wrap-up your almost 4-years journey</vt:lpstr>
      <vt:lpstr>Ask Me Anything Ask Me Good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73</cp:revision>
  <dcterms:created xsi:type="dcterms:W3CDTF">2023-09-18T04:21:25Z</dcterms:created>
  <dcterms:modified xsi:type="dcterms:W3CDTF">2026-03-30T00:54:39Z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0x010100583A5E78ECA1434D83AD500C97BBDA54</vt:lpwstr>
  </property>
</Properties>
</file>