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62" r:id="rId2"/>
    <p:sldId id="263" r:id="rId3"/>
    <p:sldId id="260" r:id="rId4"/>
    <p:sldId id="257" r:id="rId5"/>
    <p:sldId id="304" r:id="rId6"/>
    <p:sldId id="264" r:id="rId7"/>
    <p:sldId id="306" r:id="rId8"/>
    <p:sldId id="310" r:id="rId9"/>
    <p:sldId id="258" r:id="rId10"/>
    <p:sldId id="307" r:id="rId11"/>
    <p:sldId id="308" r:id="rId12"/>
    <p:sldId id="309" r:id="rId13"/>
    <p:sldId id="311" r:id="rId14"/>
    <p:sldId id="313" r:id="rId15"/>
    <p:sldId id="314" r:id="rId16"/>
    <p:sldId id="315" r:id="rId17"/>
    <p:sldId id="316" r:id="rId18"/>
    <p:sldId id="312" r:id="rId19"/>
    <p:sldId id="317" r:id="rId20"/>
    <p:sldId id="318" r:id="rId21"/>
    <p:sldId id="319" r:id="rId22"/>
    <p:sldId id="303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56" r:id="rId37"/>
    <p:sldId id="357" r:id="rId38"/>
    <p:sldId id="358" r:id="rId39"/>
    <p:sldId id="27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4" r:id="rId61"/>
    <p:sldId id="35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delSld modSld">
      <pc:chgData name="Teuku Raja Irfan Radarma" userId="cf428174-95ba-4576-8554-3a3b8ffa52b7" providerId="ADAL" clId="{6C5D399A-8E2C-4907-9624-A2DD17609376}" dt="2025-11-28T04:18:43.461" v="68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5-11-28T04:18:43.461" v="68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8T04:18:43.461" v="68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5:12.052" v="44" actId="1076"/>
        <pc:sldMkLst>
          <pc:docMk/>
          <pc:sldMk cId="2054651574" sldId="328"/>
        </pc:sldMkLst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8" creationId="{461A5A67-48C8-72C4-E3FC-E7905607F744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9" creationId="{F1E62232-6F57-2580-B6AD-6E96F628728B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0" creationId="{30AE368C-479D-801D-CD9C-59CD620C2F77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2" creationId="{6C94F6CB-9233-0ADC-3D5C-BBDE9E8204FF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3" creationId="{F1587B93-8806-AA9C-93D9-3FB2A4F3DE6C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4" creationId="{FC1CFBBD-728C-E6C4-432B-2F1EFBF73EE9}"/>
          </ac:spMkLst>
        </pc:spChg>
        <pc:spChg chg="mod">
          <ac:chgData name="Teuku Raja Irfan Radarma" userId="cf428174-95ba-4576-8554-3a3b8ffa52b7" providerId="ADAL" clId="{6C5D399A-8E2C-4907-9624-A2DD17609376}" dt="2025-11-18T02:55:12.052" v="44" actId="1076"/>
          <ac:spMkLst>
            <pc:docMk/>
            <pc:sldMk cId="2054651574" sldId="328"/>
            <ac:spMk id="15" creationId="{9BA8AD15-32F5-F2C8-ACFE-007315226C41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52.928" v="40" actId="14100"/>
        <pc:sldMkLst>
          <pc:docMk/>
          <pc:sldMk cId="1938814478" sldId="329"/>
        </pc:sldMkLst>
        <pc:spChg chg="mod">
          <ac:chgData name="Teuku Raja Irfan Radarma" userId="cf428174-95ba-4576-8554-3a3b8ffa52b7" providerId="ADAL" clId="{6C5D399A-8E2C-4907-9624-A2DD17609376}" dt="2025-11-18T02:54:52.928" v="40" actId="14100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8" creationId="{903A5304-E21B-7EB6-A188-0FFE3519A501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9" creationId="{4B600C8C-2562-1ACF-744B-BFC500CE6E60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0" creationId="{A228D3D7-D86A-6749-46B7-688B045C05B6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1" creationId="{BAB25C66-98D8-2D4C-0E09-1F8943D382CB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3" creationId="{76C1F66C-7A28-397B-BE4A-24615A26B47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4" creationId="{DA32695B-B9C6-4503-B5BF-38D2847650C5}"/>
          </ac:spMkLst>
        </pc:spChg>
        <pc:spChg chg="mod">
          <ac:chgData name="Teuku Raja Irfan Radarma" userId="cf428174-95ba-4576-8554-3a3b8ffa52b7" providerId="ADAL" clId="{6C5D399A-8E2C-4907-9624-A2DD17609376}" dt="2025-11-18T02:54:49.581" v="39" actId="1076"/>
          <ac:spMkLst>
            <pc:docMk/>
            <pc:sldMk cId="1938814478" sldId="329"/>
            <ac:spMk id="15" creationId="{214910E5-F3D8-7EC3-F809-856362F5A7A3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04.640" v="34" actId="1076"/>
        <pc:sldMkLst>
          <pc:docMk/>
          <pc:sldMk cId="3261445024" sldId="330"/>
        </pc:sldMkLst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8" creationId="{8100A7F9-1C6E-E851-B0F7-1C38B96BCCF4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9" creationId="{3244463C-A854-6024-ED33-88CE90BD72A7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0" creationId="{CAC6D5AD-C8D0-D586-2DF1-D215108D3ECD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1" creationId="{1979799A-11CF-2D3D-5169-F4D017F6E73B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3" creationId="{A0699C83-5DFA-03E5-2F4B-2C5F0EFB37B5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4" creationId="{9C32B8FF-A075-FA32-6159-09985C795E50}"/>
          </ac:spMkLst>
        </pc:spChg>
        <pc:spChg chg="mod">
          <ac:chgData name="Teuku Raja Irfan Radarma" userId="cf428174-95ba-4576-8554-3a3b8ffa52b7" providerId="ADAL" clId="{6C5D399A-8E2C-4907-9624-A2DD17609376}" dt="2025-11-18T02:54:04.640" v="34" actId="1076"/>
          <ac:spMkLst>
            <pc:docMk/>
            <pc:sldMk cId="3261445024" sldId="330"/>
            <ac:spMk id="15" creationId="{FA95D1D2-55FC-7451-618C-9593FAD92F68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1-18T02:54:23.829" v="38" actId="1076"/>
        <pc:sldMkLst>
          <pc:docMk/>
          <pc:sldMk cId="542359556" sldId="331"/>
        </pc:sldMkLst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8" creationId="{CB61A62F-81CB-B1DD-1377-90D0878E603B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9" creationId="{71F0BAD4-5ABA-DAD2-7371-E136ABB2F173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0" creationId="{C092434B-E922-F9DC-56B6-75447493D810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1" creationId="{E8174F63-495E-FFF6-C516-B93944798142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3" creationId="{D36126AE-13A4-3A05-62CD-1865516E2166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4" creationId="{005AEE4C-29F5-D959-5910-BFCDF7279B62}"/>
          </ac:spMkLst>
        </pc:spChg>
        <pc:spChg chg="mod">
          <ac:chgData name="Teuku Raja Irfan Radarma" userId="cf428174-95ba-4576-8554-3a3b8ffa52b7" providerId="ADAL" clId="{6C5D399A-8E2C-4907-9624-A2DD17609376}" dt="2025-11-18T02:54:23.829" v="38" actId="1076"/>
          <ac:spMkLst>
            <pc:docMk/>
            <pc:sldMk cId="542359556" sldId="331"/>
            <ac:spMk id="15" creationId="{97A217AE-6955-0F0A-3036-C72F8BBF1173}"/>
          </ac:spMkLst>
        </pc:spChg>
      </pc:sldChg>
    </pc:docChg>
  </pc:docChgLst>
  <pc:docChgLst>
    <pc:chgData name="Teuku Raja Irfan Radarma" userId="cf428174-95ba-4576-8554-3a3b8ffa52b7" providerId="ADAL" clId="{09701579-EE7C-42D3-9864-837891AD94FE}"/>
    <pc:docChg chg="undo custSel addSld delSld modSld">
      <pc:chgData name="Teuku Raja Irfan Radarma" userId="cf428174-95ba-4576-8554-3a3b8ffa52b7" providerId="ADAL" clId="{09701579-EE7C-42D3-9864-837891AD94FE}" dt="2026-06-07T11:00:03.313" v="490" actId="20577"/>
      <pc:docMkLst>
        <pc:docMk/>
      </pc:docMkLst>
      <pc:sldChg chg="modSp mod">
        <pc:chgData name="Teuku Raja Irfan Radarma" userId="cf428174-95ba-4576-8554-3a3b8ffa52b7" providerId="ADAL" clId="{09701579-EE7C-42D3-9864-837891AD94FE}" dt="2026-06-06T06:14:42.604" v="0"/>
        <pc:sldMkLst>
          <pc:docMk/>
          <pc:sldMk cId="4030995347" sldId="257"/>
        </pc:sldMkLst>
        <pc:spChg chg="mod">
          <ac:chgData name="Teuku Raja Irfan Radarma" userId="cf428174-95ba-4576-8554-3a3b8ffa52b7" providerId="ADAL" clId="{09701579-EE7C-42D3-9864-837891AD94FE}" dt="2026-06-06T06:14:42.604" v="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9701579-EE7C-42D3-9864-837891AD94FE}" dt="2026-06-06T06:15:10.873" v="4"/>
        <pc:sldMkLst>
          <pc:docMk/>
          <pc:sldMk cId="2891726164" sldId="304"/>
        </pc:sldMkLst>
        <pc:spChg chg="mod">
          <ac:chgData name="Teuku Raja Irfan Radarma" userId="cf428174-95ba-4576-8554-3a3b8ffa52b7" providerId="ADAL" clId="{09701579-EE7C-42D3-9864-837891AD94FE}" dt="2026-06-06T06:15:10.873" v="4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09701579-EE7C-42D3-9864-837891AD94FE}" dt="2026-06-06T06:15:16.415" v="5" actId="47"/>
        <pc:sldMkLst>
          <pc:docMk/>
          <pc:sldMk cId="3404562138" sldId="305"/>
        </pc:sldMkLst>
      </pc:sldChg>
      <pc:sldChg chg="modSp mod">
        <pc:chgData name="Teuku Raja Irfan Radarma" userId="cf428174-95ba-4576-8554-3a3b8ffa52b7" providerId="ADAL" clId="{09701579-EE7C-42D3-9864-837891AD94FE}" dt="2026-06-06T06:16:26.366" v="12" actId="20577"/>
        <pc:sldMkLst>
          <pc:docMk/>
          <pc:sldMk cId="4030598052" sldId="348"/>
        </pc:sldMkLst>
        <pc:spChg chg="mod">
          <ac:chgData name="Teuku Raja Irfan Radarma" userId="cf428174-95ba-4576-8554-3a3b8ffa52b7" providerId="ADAL" clId="{09701579-EE7C-42D3-9864-837891AD94FE}" dt="2026-06-06T06:16:26.366" v="12" actId="20577"/>
          <ac:spMkLst>
            <pc:docMk/>
            <pc:sldMk cId="4030598052" sldId="348"/>
            <ac:spMk id="2" creationId="{1D645018-87D5-1EEC-18F0-7252B1453A6D}"/>
          </ac:spMkLst>
        </pc:spChg>
      </pc:sldChg>
      <pc:sldChg chg="modSp mod">
        <pc:chgData name="Teuku Raja Irfan Radarma" userId="cf428174-95ba-4576-8554-3a3b8ffa52b7" providerId="ADAL" clId="{09701579-EE7C-42D3-9864-837891AD94FE}" dt="2026-06-07T11:00:03.313" v="490" actId="20577"/>
        <pc:sldMkLst>
          <pc:docMk/>
          <pc:sldMk cId="437662986" sldId="350"/>
        </pc:sldMkLst>
        <pc:spChg chg="mod">
          <ac:chgData name="Teuku Raja Irfan Radarma" userId="cf428174-95ba-4576-8554-3a3b8ffa52b7" providerId="ADAL" clId="{09701579-EE7C-42D3-9864-837891AD94FE}" dt="2026-06-07T11:00:03.313" v="490" actId="20577"/>
          <ac:spMkLst>
            <pc:docMk/>
            <pc:sldMk cId="437662986" sldId="350"/>
            <ac:spMk id="4" creationId="{97D91AB9-412D-738E-B111-B04F210D8EE7}"/>
          </ac:spMkLst>
        </pc:spChg>
      </pc:sldChg>
      <pc:sldChg chg="modSp mod">
        <pc:chgData name="Teuku Raja Irfan Radarma" userId="cf428174-95ba-4576-8554-3a3b8ffa52b7" providerId="ADAL" clId="{09701579-EE7C-42D3-9864-837891AD94FE}" dt="2026-06-06T06:26:13.961" v="13"/>
        <pc:sldMkLst>
          <pc:docMk/>
          <pc:sldMk cId="390435890" sldId="355"/>
        </pc:sldMkLst>
        <pc:spChg chg="mod">
          <ac:chgData name="Teuku Raja Irfan Radarma" userId="cf428174-95ba-4576-8554-3a3b8ffa52b7" providerId="ADAL" clId="{09701579-EE7C-42D3-9864-837891AD94FE}" dt="2026-06-06T06:26:13.961" v="13"/>
          <ac:spMkLst>
            <pc:docMk/>
            <pc:sldMk cId="390435890" sldId="355"/>
            <ac:spMk id="4" creationId="{541BB6E2-BFBE-3CC6-4117-0F6023778159}"/>
          </ac:spMkLst>
        </pc:spChg>
      </pc:sldChg>
      <pc:sldChg chg="modSp new mod">
        <pc:chgData name="Teuku Raja Irfan Radarma" userId="cf428174-95ba-4576-8554-3a3b8ffa52b7" providerId="ADAL" clId="{09701579-EE7C-42D3-9864-837891AD94FE}" dt="2026-06-07T10:58:48.940" v="429" actId="20577"/>
        <pc:sldMkLst>
          <pc:docMk/>
          <pc:sldMk cId="2224542938" sldId="356"/>
        </pc:sldMkLst>
        <pc:spChg chg="mod">
          <ac:chgData name="Teuku Raja Irfan Radarma" userId="cf428174-95ba-4576-8554-3a3b8ffa52b7" providerId="ADAL" clId="{09701579-EE7C-42D3-9864-837891AD94FE}" dt="2026-06-07T10:26:31.153" v="67" actId="20577"/>
          <ac:spMkLst>
            <pc:docMk/>
            <pc:sldMk cId="2224542938" sldId="356"/>
            <ac:spMk id="2" creationId="{BBEF7CC3-46E2-4632-A34A-554FFCE62C0D}"/>
          </ac:spMkLst>
        </pc:spChg>
        <pc:spChg chg="mod">
          <ac:chgData name="Teuku Raja Irfan Radarma" userId="cf428174-95ba-4576-8554-3a3b8ffa52b7" providerId="ADAL" clId="{09701579-EE7C-42D3-9864-837891AD94FE}" dt="2026-06-07T10:58:48.940" v="429" actId="20577"/>
          <ac:spMkLst>
            <pc:docMk/>
            <pc:sldMk cId="2224542938" sldId="356"/>
            <ac:spMk id="4" creationId="{4B78F584-2DAC-4D22-BE6F-3C240B14260A}"/>
          </ac:spMkLst>
        </pc:spChg>
      </pc:sldChg>
      <pc:sldChg chg="modSp add mod">
        <pc:chgData name="Teuku Raja Irfan Radarma" userId="cf428174-95ba-4576-8554-3a3b8ffa52b7" providerId="ADAL" clId="{09701579-EE7C-42D3-9864-837891AD94FE}" dt="2026-06-07T10:51:42.300" v="123" actId="20577"/>
        <pc:sldMkLst>
          <pc:docMk/>
          <pc:sldMk cId="2633660154" sldId="357"/>
        </pc:sldMkLst>
        <pc:spChg chg="mod">
          <ac:chgData name="Teuku Raja Irfan Radarma" userId="cf428174-95ba-4576-8554-3a3b8ffa52b7" providerId="ADAL" clId="{09701579-EE7C-42D3-9864-837891AD94FE}" dt="2026-06-07T10:51:42.300" v="123" actId="20577"/>
          <ac:spMkLst>
            <pc:docMk/>
            <pc:sldMk cId="2633660154" sldId="357"/>
            <ac:spMk id="2" creationId="{BBEF7CC3-46E2-4632-A34A-554FFCE62C0D}"/>
          </ac:spMkLst>
        </pc:spChg>
        <pc:spChg chg="mod">
          <ac:chgData name="Teuku Raja Irfan Radarma" userId="cf428174-95ba-4576-8554-3a3b8ffa52b7" providerId="ADAL" clId="{09701579-EE7C-42D3-9864-837891AD94FE}" dt="2026-06-07T10:50:55.667" v="120" actId="113"/>
          <ac:spMkLst>
            <pc:docMk/>
            <pc:sldMk cId="2633660154" sldId="357"/>
            <ac:spMk id="4" creationId="{4B78F584-2DAC-4D22-BE6F-3C240B14260A}"/>
          </ac:spMkLst>
        </pc:spChg>
      </pc:sldChg>
      <pc:sldChg chg="modSp add mod">
        <pc:chgData name="Teuku Raja Irfan Radarma" userId="cf428174-95ba-4576-8554-3a3b8ffa52b7" providerId="ADAL" clId="{09701579-EE7C-42D3-9864-837891AD94FE}" dt="2026-06-07T10:52:00.093" v="132" actId="403"/>
        <pc:sldMkLst>
          <pc:docMk/>
          <pc:sldMk cId="245997129" sldId="358"/>
        </pc:sldMkLst>
        <pc:spChg chg="mod">
          <ac:chgData name="Teuku Raja Irfan Radarma" userId="cf428174-95ba-4576-8554-3a3b8ffa52b7" providerId="ADAL" clId="{09701579-EE7C-42D3-9864-837891AD94FE}" dt="2026-06-07T10:51:51.019" v="127" actId="27636"/>
          <ac:spMkLst>
            <pc:docMk/>
            <pc:sldMk cId="245997129" sldId="358"/>
            <ac:spMk id="2" creationId="{BBEF7CC3-46E2-4632-A34A-554FFCE62C0D}"/>
          </ac:spMkLst>
        </pc:spChg>
        <pc:spChg chg="mod">
          <ac:chgData name="Teuku Raja Irfan Radarma" userId="cf428174-95ba-4576-8554-3a3b8ffa52b7" providerId="ADAL" clId="{09701579-EE7C-42D3-9864-837891AD94FE}" dt="2026-06-07T10:52:00.093" v="132" actId="403"/>
          <ac:spMkLst>
            <pc:docMk/>
            <pc:sldMk cId="245997129" sldId="358"/>
            <ac:spMk id="4" creationId="{4B78F584-2DAC-4D22-BE6F-3C240B14260A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17T00:07:41.614" v="9797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16T04:21:21.367" v="3814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16T04:21:21.367" v="3814" actId="400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delSp modSp mod">
        <pc:chgData name="Teuku Raja Irfan Radarma" userId="cf428174-95ba-4576-8554-3a3b8ffa52b7" providerId="ADAL" clId="{A80269FD-1647-41EA-9465-E4829927D3E9}" dt="2025-11-16T04:35:08.356" v="4454" actId="12"/>
        <pc:sldMkLst>
          <pc:docMk/>
          <pc:sldMk cId="336491319" sldId="258"/>
        </pc:sldMkLst>
        <pc:spChg chg="mod">
          <ac:chgData name="Teuku Raja Irfan Radarma" userId="cf428174-95ba-4576-8554-3a3b8ffa52b7" providerId="ADAL" clId="{A80269FD-1647-41EA-9465-E4829927D3E9}" dt="2025-11-16T04:33:57.529" v="4272" actId="20577"/>
          <ac:spMkLst>
            <pc:docMk/>
            <pc:sldMk cId="336491319" sldId="258"/>
            <ac:spMk id="2" creationId="{AEEF8F37-A50D-160F-959B-451148F4295E}"/>
          </ac:spMkLst>
        </pc:spChg>
        <pc:spChg chg="mod">
          <ac:chgData name="Teuku Raja Irfan Radarma" userId="cf428174-95ba-4576-8554-3a3b8ffa52b7" providerId="ADAL" clId="{A80269FD-1647-41EA-9465-E4829927D3E9}" dt="2025-11-16T04:35:08.356" v="4454" actId="12"/>
          <ac:spMkLst>
            <pc:docMk/>
            <pc:sldMk cId="336491319" sldId="258"/>
            <ac:spMk id="3" creationId="{EF89DAE2-B333-C41A-41EF-77E619569729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17.486" v="3791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16T04:20:17.486" v="3791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6:02:24.773" v="57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16T06:02:24.773" v="5795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add del mod ord">
        <pc:chgData name="Teuku Raja Irfan Radarma" userId="cf428174-95ba-4576-8554-3a3b8ffa52b7" providerId="ADAL" clId="{A80269FD-1647-41EA-9465-E4829927D3E9}" dt="2025-11-16T07:08:58.948" v="7541" actId="20577"/>
        <pc:sldMkLst>
          <pc:docMk/>
          <pc:sldMk cId="1479797784" sldId="272"/>
        </pc:sldMkLst>
        <pc:spChg chg="mod">
          <ac:chgData name="Teuku Raja Irfan Radarma" userId="cf428174-95ba-4576-8554-3a3b8ffa52b7" providerId="ADAL" clId="{A80269FD-1647-41EA-9465-E4829927D3E9}" dt="2025-11-16T07:08:58.948" v="7541" actId="20577"/>
          <ac:spMkLst>
            <pc:docMk/>
            <pc:sldMk cId="1479797784" sldId="272"/>
            <ac:spMk id="2" creationId="{7901BDFF-B4B4-3CEB-104E-CD2180BE8F41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6:20:41.788" v="6021" actId="1076"/>
        <pc:sldMkLst>
          <pc:docMk/>
          <pc:sldMk cId="3664726336" sldId="303"/>
        </pc:sldMkLst>
        <pc:spChg chg="mod">
          <ac:chgData name="Teuku Raja Irfan Radarma" userId="cf428174-95ba-4576-8554-3a3b8ffa52b7" providerId="ADAL" clId="{A80269FD-1647-41EA-9465-E4829927D3E9}" dt="2025-11-16T06:20:40.882" v="6020" actId="14100"/>
          <ac:spMkLst>
            <pc:docMk/>
            <pc:sldMk cId="3664726336" sldId="303"/>
            <ac:spMk id="2" creationId="{9E44D2E5-8856-DBD5-D8A0-B5ED5DB322E9}"/>
          </ac:spMkLst>
        </pc:spChg>
        <pc:picChg chg="add mod">
          <ac:chgData name="Teuku Raja Irfan Radarma" userId="cf428174-95ba-4576-8554-3a3b8ffa52b7" providerId="ADAL" clId="{A80269FD-1647-41EA-9465-E4829927D3E9}" dt="2025-11-16T06:20:41.788" v="6021" actId="1076"/>
          <ac:picMkLst>
            <pc:docMk/>
            <pc:sldMk cId="3664726336" sldId="303"/>
            <ac:picMk id="9218" creationId="{97513380-5F0C-BA46-33D9-304554373B81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16T04:22:40.974" v="4023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13:54:37.265" v="976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4:33:24.228" v="4247" actId="12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16T04:33:24.228" v="4247" actId="12"/>
          <ac:spMkLst>
            <pc:docMk/>
            <pc:sldMk cId="3051451500" sldId="306"/>
            <ac:spMk id="6" creationId="{C6007249-6724-8E38-EC48-6E0C4748BD12}"/>
          </ac:spMkLst>
        </pc:spChg>
        <pc:spChg chg="add mod">
          <ac:chgData name="Teuku Raja Irfan Radarma" userId="cf428174-95ba-4576-8554-3a3b8ffa52b7" providerId="ADAL" clId="{A80269FD-1647-41EA-9465-E4829927D3E9}" dt="2025-11-16T04:32:49.824" v="4241" actId="207"/>
          <ac:spMkLst>
            <pc:docMk/>
            <pc:sldMk cId="3051451500" sldId="306"/>
            <ac:spMk id="7" creationId="{DDF16751-09F9-6761-2E34-EAF32CEF3755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37:46.117" v="4772" actId="1076"/>
        <pc:sldMkLst>
          <pc:docMk/>
          <pc:sldMk cId="1925635915" sldId="307"/>
        </pc:sldMkLst>
        <pc:spChg chg="mod">
          <ac:chgData name="Teuku Raja Irfan Radarma" userId="cf428174-95ba-4576-8554-3a3b8ffa52b7" providerId="ADAL" clId="{A80269FD-1647-41EA-9465-E4829927D3E9}" dt="2025-11-16T04:35:32.763" v="4511" actId="20577"/>
          <ac:spMkLst>
            <pc:docMk/>
            <pc:sldMk cId="1925635915" sldId="307"/>
            <ac:spMk id="2" creationId="{F64DB71F-C16B-DA79-68B6-1A727EADB663}"/>
          </ac:spMkLst>
        </pc:spChg>
        <pc:spChg chg="mod">
          <ac:chgData name="Teuku Raja Irfan Radarma" userId="cf428174-95ba-4576-8554-3a3b8ffa52b7" providerId="ADAL" clId="{A80269FD-1647-41EA-9465-E4829927D3E9}" dt="2025-11-16T04:37:46.117" v="4772" actId="1076"/>
          <ac:spMkLst>
            <pc:docMk/>
            <pc:sldMk cId="1925635915" sldId="307"/>
            <ac:spMk id="3" creationId="{13E99E53-CB05-4A46-CA8D-0FB20301CF45}"/>
          </ac:spMkLst>
        </pc:spChg>
        <pc:spChg chg="add mod">
          <ac:chgData name="Teuku Raja Irfan Radarma" userId="cf428174-95ba-4576-8554-3a3b8ffa52b7" providerId="ADAL" clId="{A80269FD-1647-41EA-9465-E4829927D3E9}" dt="2025-11-16T04:37:39.648" v="4771" actId="114"/>
          <ac:spMkLst>
            <pc:docMk/>
            <pc:sldMk cId="1925635915" sldId="307"/>
            <ac:spMk id="5" creationId="{244F15F2-5210-6A75-7B83-C56C12B10AE3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4:45:07.562" v="5106" actId="14100"/>
        <pc:sldMkLst>
          <pc:docMk/>
          <pc:sldMk cId="11299863" sldId="308"/>
        </pc:sldMkLst>
        <pc:spChg chg="mod">
          <ac:chgData name="Teuku Raja Irfan Radarma" userId="cf428174-95ba-4576-8554-3a3b8ffa52b7" providerId="ADAL" clId="{A80269FD-1647-41EA-9465-E4829927D3E9}" dt="2025-11-16T04:40:56.853" v="4935" actId="14100"/>
          <ac:spMkLst>
            <pc:docMk/>
            <pc:sldMk cId="11299863" sldId="308"/>
            <ac:spMk id="2" creationId="{73637D1F-3895-A963-A777-7BE4CF16C0D1}"/>
          </ac:spMkLst>
        </pc:spChg>
        <pc:spChg chg="mod">
          <ac:chgData name="Teuku Raja Irfan Radarma" userId="cf428174-95ba-4576-8554-3a3b8ffa52b7" providerId="ADAL" clId="{A80269FD-1647-41EA-9465-E4829927D3E9}" dt="2025-11-16T04:41:01.739" v="4937" actId="14100"/>
          <ac:spMkLst>
            <pc:docMk/>
            <pc:sldMk cId="11299863" sldId="308"/>
            <ac:spMk id="3" creationId="{AA25202D-5A2D-45F0-F71E-1919EDF619A2}"/>
          </ac:spMkLst>
        </pc:spChg>
        <pc:graphicFrameChg chg="add mod modGraphic">
          <ac:chgData name="Teuku Raja Irfan Radarma" userId="cf428174-95ba-4576-8554-3a3b8ffa52b7" providerId="ADAL" clId="{A80269FD-1647-41EA-9465-E4829927D3E9}" dt="2025-11-16T04:45:07.562" v="5106" actId="14100"/>
          <ac:graphicFrameMkLst>
            <pc:docMk/>
            <pc:sldMk cId="11299863" sldId="308"/>
            <ac:graphicFrameMk id="5" creationId="{8E567EFA-076E-51A4-47A8-D7DF3E434B2A}"/>
          </ac:graphicFrameMkLst>
        </pc:graphicFrameChg>
      </pc:sldChg>
      <pc:sldChg chg="addSp delSp modSp new mod">
        <pc:chgData name="Teuku Raja Irfan Radarma" userId="cf428174-95ba-4576-8554-3a3b8ffa52b7" providerId="ADAL" clId="{A80269FD-1647-41EA-9465-E4829927D3E9}" dt="2025-11-16T04:50:34.774" v="5478"/>
        <pc:sldMkLst>
          <pc:docMk/>
          <pc:sldMk cId="1447098636" sldId="309"/>
        </pc:sldMkLst>
        <pc:spChg chg="mod">
          <ac:chgData name="Teuku Raja Irfan Radarma" userId="cf428174-95ba-4576-8554-3a3b8ffa52b7" providerId="ADAL" clId="{A80269FD-1647-41EA-9465-E4829927D3E9}" dt="2025-11-16T04:48:11.733" v="5171" actId="14100"/>
          <ac:spMkLst>
            <pc:docMk/>
            <pc:sldMk cId="1447098636" sldId="309"/>
            <ac:spMk id="2" creationId="{71E20F38-3733-71F0-2050-A31316E16077}"/>
          </ac:spMkLst>
        </pc:spChg>
        <pc:spChg chg="mod">
          <ac:chgData name="Teuku Raja Irfan Radarma" userId="cf428174-95ba-4576-8554-3a3b8ffa52b7" providerId="ADAL" clId="{A80269FD-1647-41EA-9465-E4829927D3E9}" dt="2025-11-16T04:50:34.774" v="5478"/>
          <ac:spMkLst>
            <pc:docMk/>
            <pc:sldMk cId="1447098636" sldId="309"/>
            <ac:spMk id="3" creationId="{954FBCC0-297A-2C29-C2EA-E124E6902E00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4:54:32.704" v="558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16T04:54:32.704" v="5582" actId="14100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16T04:54:31.085" v="558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4:59:46.359" v="5646" actId="948"/>
        <pc:sldMkLst>
          <pc:docMk/>
          <pc:sldMk cId="1005904008" sldId="311"/>
        </pc:sldMkLst>
        <pc:spChg chg="mod">
          <ac:chgData name="Teuku Raja Irfan Radarma" userId="cf428174-95ba-4576-8554-3a3b8ffa52b7" providerId="ADAL" clId="{A80269FD-1647-41EA-9465-E4829927D3E9}" dt="2025-11-16T04:58:36.833" v="5606" actId="14100"/>
          <ac:spMkLst>
            <pc:docMk/>
            <pc:sldMk cId="1005904008" sldId="311"/>
            <ac:spMk id="2" creationId="{B27106D5-2EFC-C90D-D5A1-173EA25B7630}"/>
          </ac:spMkLst>
        </pc:spChg>
        <pc:spChg chg="mod">
          <ac:chgData name="Teuku Raja Irfan Radarma" userId="cf428174-95ba-4576-8554-3a3b8ffa52b7" providerId="ADAL" clId="{A80269FD-1647-41EA-9465-E4829927D3E9}" dt="2025-11-16T04:59:46.359" v="5646" actId="948"/>
          <ac:spMkLst>
            <pc:docMk/>
            <pc:sldMk cId="1005904008" sldId="311"/>
            <ac:spMk id="3" creationId="{B3DA75EF-9DB9-C3C3-0723-1DB30A95566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9:50.701" v="5903" actId="1076"/>
        <pc:sldMkLst>
          <pc:docMk/>
          <pc:sldMk cId="64752020" sldId="312"/>
        </pc:sldMkLst>
        <pc:spChg chg="mod">
          <ac:chgData name="Teuku Raja Irfan Radarma" userId="cf428174-95ba-4576-8554-3a3b8ffa52b7" providerId="ADAL" clId="{A80269FD-1647-41EA-9465-E4829927D3E9}" dt="2025-11-16T06:09:47.895" v="5902" actId="14100"/>
          <ac:spMkLst>
            <pc:docMk/>
            <pc:sldMk cId="64752020" sldId="312"/>
            <ac:spMk id="2" creationId="{94B119D0-7A6F-6ED2-A29B-C502DC2EFBE6}"/>
          </ac:spMkLst>
        </pc:spChg>
        <pc:spChg chg="mod">
          <ac:chgData name="Teuku Raja Irfan Radarma" userId="cf428174-95ba-4576-8554-3a3b8ffa52b7" providerId="ADAL" clId="{A80269FD-1647-41EA-9465-E4829927D3E9}" dt="2025-11-16T06:09:50.701" v="5903" actId="1076"/>
          <ac:spMkLst>
            <pc:docMk/>
            <pc:sldMk cId="64752020" sldId="312"/>
            <ac:spMk id="3" creationId="{CCCA65FC-C1E2-F034-168A-B97B59DE0DE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5:01:13.898" v="5666" actId="113"/>
        <pc:sldMkLst>
          <pc:docMk/>
          <pc:sldMk cId="3925586966" sldId="313"/>
        </pc:sldMkLst>
        <pc:spChg chg="mod">
          <ac:chgData name="Teuku Raja Irfan Radarma" userId="cf428174-95ba-4576-8554-3a3b8ffa52b7" providerId="ADAL" clId="{A80269FD-1647-41EA-9465-E4829927D3E9}" dt="2025-11-16T05:00:35.466" v="5649"/>
          <ac:spMkLst>
            <pc:docMk/>
            <pc:sldMk cId="3925586966" sldId="313"/>
            <ac:spMk id="2" creationId="{E170EFB3-BF99-001F-2758-BC81CD55AD88}"/>
          </ac:spMkLst>
        </pc:spChg>
        <pc:spChg chg="mod">
          <ac:chgData name="Teuku Raja Irfan Radarma" userId="cf428174-95ba-4576-8554-3a3b8ffa52b7" providerId="ADAL" clId="{A80269FD-1647-41EA-9465-E4829927D3E9}" dt="2025-11-16T05:01:13.898" v="5666" actId="113"/>
          <ac:spMkLst>
            <pc:docMk/>
            <pc:sldMk cId="3925586966" sldId="313"/>
            <ac:spMk id="3" creationId="{C7CB81B8-7902-185F-F7B7-8FBC8A0E03E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5:03:02.002" v="5714" actId="20577"/>
        <pc:sldMkLst>
          <pc:docMk/>
          <pc:sldMk cId="902099203" sldId="314"/>
        </pc:sldMkLst>
        <pc:spChg chg="mod">
          <ac:chgData name="Teuku Raja Irfan Radarma" userId="cf428174-95ba-4576-8554-3a3b8ffa52b7" providerId="ADAL" clId="{A80269FD-1647-41EA-9465-E4829927D3E9}" dt="2025-11-16T05:01:37.585" v="5669"/>
          <ac:spMkLst>
            <pc:docMk/>
            <pc:sldMk cId="902099203" sldId="314"/>
            <ac:spMk id="2" creationId="{15A761E3-09BC-7400-E5AD-CFCD1683B33F}"/>
          </ac:spMkLst>
        </pc:spChg>
        <pc:spChg chg="mod">
          <ac:chgData name="Teuku Raja Irfan Radarma" userId="cf428174-95ba-4576-8554-3a3b8ffa52b7" providerId="ADAL" clId="{A80269FD-1647-41EA-9465-E4829927D3E9}" dt="2025-11-16T05:03:02.002" v="5714" actId="20577"/>
          <ac:spMkLst>
            <pc:docMk/>
            <pc:sldMk cId="902099203" sldId="314"/>
            <ac:spMk id="3" creationId="{738369CC-119B-4D91-6CD7-59AD04958692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16T06:42:45.105" v="6870" actId="27636"/>
        <pc:sldMkLst>
          <pc:docMk/>
          <pc:sldMk cId="632387429" sldId="315"/>
        </pc:sldMkLst>
        <pc:spChg chg="mod">
          <ac:chgData name="Teuku Raja Irfan Radarma" userId="cf428174-95ba-4576-8554-3a3b8ffa52b7" providerId="ADAL" clId="{A80269FD-1647-41EA-9465-E4829927D3E9}" dt="2025-11-16T06:42:45.105" v="6870" actId="27636"/>
          <ac:spMkLst>
            <pc:docMk/>
            <pc:sldMk cId="632387429" sldId="315"/>
            <ac:spMk id="2" creationId="{BB6677CD-384D-148D-66D1-0FBE983E84BE}"/>
          </ac:spMkLst>
        </pc:spChg>
        <pc:spChg chg="mod">
          <ac:chgData name="Teuku Raja Irfan Radarma" userId="cf428174-95ba-4576-8554-3a3b8ffa52b7" providerId="ADAL" clId="{A80269FD-1647-41EA-9465-E4829927D3E9}" dt="2025-11-16T05:04:14.044" v="5726" actId="113"/>
          <ac:spMkLst>
            <pc:docMk/>
            <pc:sldMk cId="632387429" sldId="315"/>
            <ac:spMk id="3" creationId="{72289A41-0B70-3994-CA35-72159633C70F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6:02:45.410" v="5834" actId="20577"/>
        <pc:sldMkLst>
          <pc:docMk/>
          <pc:sldMk cId="960341126" sldId="316"/>
        </pc:sldMkLst>
        <pc:spChg chg="mod">
          <ac:chgData name="Teuku Raja Irfan Radarma" userId="cf428174-95ba-4576-8554-3a3b8ffa52b7" providerId="ADAL" clId="{A80269FD-1647-41EA-9465-E4829927D3E9}" dt="2025-11-16T05:05:07.973" v="5737" actId="20577"/>
          <ac:spMkLst>
            <pc:docMk/>
            <pc:sldMk cId="960341126" sldId="316"/>
            <ac:spMk id="2" creationId="{D74F498C-0FF3-E666-3A1C-3F256AED0935}"/>
          </ac:spMkLst>
        </pc:spChg>
        <pc:spChg chg="mod">
          <ac:chgData name="Teuku Raja Irfan Radarma" userId="cf428174-95ba-4576-8554-3a3b8ffa52b7" providerId="ADAL" clId="{A80269FD-1647-41EA-9465-E4829927D3E9}" dt="2025-11-16T06:02:45.410" v="5834" actId="20577"/>
          <ac:spMkLst>
            <pc:docMk/>
            <pc:sldMk cId="960341126" sldId="316"/>
            <ac:spMk id="3" creationId="{4DE5C577-0330-D3C2-04DE-E4A8299886DF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07:03.847" v="5879" actId="1035"/>
        <pc:sldMkLst>
          <pc:docMk/>
          <pc:sldMk cId="1813489887" sldId="317"/>
        </pc:sldMkLst>
        <pc:picChg chg="add mod">
          <ac:chgData name="Teuku Raja Irfan Radarma" userId="cf428174-95ba-4576-8554-3a3b8ffa52b7" providerId="ADAL" clId="{A80269FD-1647-41EA-9465-E4829927D3E9}" dt="2025-11-16T06:07:03.847" v="5879" actId="1035"/>
          <ac:picMkLst>
            <pc:docMk/>
            <pc:sldMk cId="1813489887" sldId="317"/>
            <ac:picMk id="4098" creationId="{760321F6-9164-8342-6C8C-D3A6ECA7CB6D}"/>
          </ac:picMkLst>
        </pc:picChg>
      </pc:sldChg>
      <pc:sldChg chg="addSp delSp modSp add">
        <pc:chgData name="Teuku Raja Irfan Radarma" userId="cf428174-95ba-4576-8554-3a3b8ffa52b7" providerId="ADAL" clId="{A80269FD-1647-41EA-9465-E4829927D3E9}" dt="2025-11-16T06:09:34.016" v="5901" actId="1076"/>
        <pc:sldMkLst>
          <pc:docMk/>
          <pc:sldMk cId="1332730147" sldId="318"/>
        </pc:sldMkLst>
        <pc:picChg chg="add mod">
          <ac:chgData name="Teuku Raja Irfan Radarma" userId="cf428174-95ba-4576-8554-3a3b8ffa52b7" providerId="ADAL" clId="{A80269FD-1647-41EA-9465-E4829927D3E9}" dt="2025-11-16T06:09:34.016" v="5901" actId="1076"/>
          <ac:picMkLst>
            <pc:docMk/>
            <pc:sldMk cId="1332730147" sldId="318"/>
            <ac:picMk id="5122" creationId="{3EA40A69-3F95-E4B6-D25D-CA4B18C084F1}"/>
          </ac:picMkLst>
        </pc:picChg>
      </pc:sldChg>
      <pc:sldChg chg="addSp modSp new mod">
        <pc:chgData name="Teuku Raja Irfan Radarma" userId="cf428174-95ba-4576-8554-3a3b8ffa52b7" providerId="ADAL" clId="{A80269FD-1647-41EA-9465-E4829927D3E9}" dt="2025-11-16T06:30:38.180" v="6692" actId="1076"/>
        <pc:sldMkLst>
          <pc:docMk/>
          <pc:sldMk cId="4007420529" sldId="319"/>
        </pc:sldMkLst>
        <pc:spChg chg="mod">
          <ac:chgData name="Teuku Raja Irfan Radarma" userId="cf428174-95ba-4576-8554-3a3b8ffa52b7" providerId="ADAL" clId="{A80269FD-1647-41EA-9465-E4829927D3E9}" dt="2025-11-16T06:19:36.056" v="6003" actId="20577"/>
          <ac:spMkLst>
            <pc:docMk/>
            <pc:sldMk cId="4007420529" sldId="319"/>
            <ac:spMk id="2" creationId="{56EB44F4-A23E-9CD5-73D4-02F6DD889C73}"/>
          </ac:spMkLst>
        </pc:spChg>
        <pc:spChg chg="mod">
          <ac:chgData name="Teuku Raja Irfan Radarma" userId="cf428174-95ba-4576-8554-3a3b8ffa52b7" providerId="ADAL" clId="{A80269FD-1647-41EA-9465-E4829927D3E9}" dt="2025-11-16T06:30:38.180" v="6692" actId="1076"/>
          <ac:spMkLst>
            <pc:docMk/>
            <pc:sldMk cId="4007420529" sldId="319"/>
            <ac:spMk id="3" creationId="{352BE743-BC50-0049-2458-BF190837457E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5" creationId="{FC4EBA60-15C2-D1FA-A2F3-AFAFB3623BD5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6" creationId="{BC41C5ED-BE46-A12A-8B28-5AC12A98DA0F}"/>
          </ac:spMkLst>
        </pc:spChg>
        <pc:spChg chg="add mod">
          <ac:chgData name="Teuku Raja Irfan Radarma" userId="cf428174-95ba-4576-8554-3a3b8ffa52b7" providerId="ADAL" clId="{A80269FD-1647-41EA-9465-E4829927D3E9}" dt="2025-11-16T06:30:33.775" v="6691" actId="207"/>
          <ac:spMkLst>
            <pc:docMk/>
            <pc:sldMk cId="4007420529" sldId="319"/>
            <ac:spMk id="7" creationId="{68F31AAF-870E-A41A-4CC0-8D77EF212CF2}"/>
          </ac:spMkLst>
        </pc:spChg>
        <pc:spChg chg="add mod">
          <ac:chgData name="Teuku Raja Irfan Radarma" userId="cf428174-95ba-4576-8554-3a3b8ffa52b7" providerId="ADAL" clId="{A80269FD-1647-41EA-9465-E4829927D3E9}" dt="2025-11-16T06:30:24.910" v="6689" actId="2085"/>
          <ac:spMkLst>
            <pc:docMk/>
            <pc:sldMk cId="4007420529" sldId="319"/>
            <ac:spMk id="8" creationId="{E87B47E8-6F53-7CCB-9AC6-D73A4E8FCF16}"/>
          </ac:spMkLst>
        </pc:spChg>
        <pc:spChg chg="add mod">
          <ac:chgData name="Teuku Raja Irfan Radarma" userId="cf428174-95ba-4576-8554-3a3b8ffa52b7" providerId="ADAL" clId="{A80269FD-1647-41EA-9465-E4829927D3E9}" dt="2025-11-16T06:30:27.810" v="6690" actId="571"/>
          <ac:spMkLst>
            <pc:docMk/>
            <pc:sldMk cId="4007420529" sldId="319"/>
            <ac:spMk id="9" creationId="{3AE3B5DD-556E-852F-48A1-B8566F18C881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28:06.186" v="6600" actId="1076"/>
        <pc:sldMkLst>
          <pc:docMk/>
          <pc:sldMk cId="2016869744" sldId="320"/>
        </pc:sldMkLst>
        <pc:spChg chg="mod">
          <ac:chgData name="Teuku Raja Irfan Radarma" userId="cf428174-95ba-4576-8554-3a3b8ffa52b7" providerId="ADAL" clId="{A80269FD-1647-41EA-9465-E4829927D3E9}" dt="2025-11-16T06:28:01.852" v="6599" actId="14100"/>
          <ac:spMkLst>
            <pc:docMk/>
            <pc:sldMk cId="2016869744" sldId="320"/>
            <ac:spMk id="2" creationId="{A3860E74-65D0-77B4-A112-4FDDDB84044C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3" creationId="{FEA42EA5-DAA4-CE2B-06D3-8EF7D7C00422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5" creationId="{F75D4BE8-6214-B8E6-2763-5AF81A68DBD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6" creationId="{EA2D4251-15F6-1DC8-5576-9EB02BB828FC}"/>
          </ac:spMkLst>
        </pc:spChg>
        <pc:spChg chg="mod">
          <ac:chgData name="Teuku Raja Irfan Radarma" userId="cf428174-95ba-4576-8554-3a3b8ffa52b7" providerId="ADAL" clId="{A80269FD-1647-41EA-9465-E4829927D3E9}" dt="2025-11-16T06:25:09.430" v="6269" actId="403"/>
          <ac:spMkLst>
            <pc:docMk/>
            <pc:sldMk cId="2016869744" sldId="320"/>
            <ac:spMk id="7" creationId="{6F561814-07EA-F1D1-4F41-BE78904A03B7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8" creationId="{67DAC3B8-1D54-608B-851E-AF16139AA02E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9" creationId="{41D4F3D9-78E6-3D06-A245-C34C61A12B5D}"/>
          </ac:spMkLst>
        </pc:spChg>
        <pc:spChg chg="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0" creationId="{ADDC2C1D-ECBF-7768-FB13-042E1188D18C}"/>
          </ac:spMkLst>
        </pc:spChg>
        <pc:spChg chg="add mod">
          <ac:chgData name="Teuku Raja Irfan Radarma" userId="cf428174-95ba-4576-8554-3a3b8ffa52b7" providerId="ADAL" clId="{A80269FD-1647-41EA-9465-E4829927D3E9}" dt="2025-11-16T06:23:02.144" v="6076" actId="1076"/>
          <ac:spMkLst>
            <pc:docMk/>
            <pc:sldMk cId="2016869744" sldId="320"/>
            <ac:spMk id="11" creationId="{6499697B-13F5-321C-3565-3C92BA269D67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2" creationId="{6AF53AC2-5B4A-E2D3-634C-D4878EB25699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4" creationId="{481FADA5-C9E4-3E31-6CA0-DEE9B4850948}"/>
          </ac:spMkLst>
        </pc:spChg>
        <pc:spChg chg="add mod">
          <ac:chgData name="Teuku Raja Irfan Radarma" userId="cf428174-95ba-4576-8554-3a3b8ffa52b7" providerId="ADAL" clId="{A80269FD-1647-41EA-9465-E4829927D3E9}" dt="2025-11-16T06:27:10.347" v="6499" actId="20577"/>
          <ac:spMkLst>
            <pc:docMk/>
            <pc:sldMk cId="2016869744" sldId="320"/>
            <ac:spMk id="17" creationId="{54C837A2-64FB-C64B-71BE-34AEF2D1D9B8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8" creationId="{05CBFC1C-CA8B-EEE4-941B-B1A698A978E3}"/>
          </ac:spMkLst>
        </pc:spChg>
        <pc:spChg chg="add mod">
          <ac:chgData name="Teuku Raja Irfan Radarma" userId="cf428174-95ba-4576-8554-3a3b8ffa52b7" providerId="ADAL" clId="{A80269FD-1647-41EA-9465-E4829927D3E9}" dt="2025-11-16T06:28:06.186" v="6600" actId="1076"/>
          <ac:spMkLst>
            <pc:docMk/>
            <pc:sldMk cId="2016869744" sldId="320"/>
            <ac:spMk id="19" creationId="{0E712A9A-F33C-2C72-FA31-6B1EBCF7FB4A}"/>
          </ac:spMkLst>
        </pc:spChg>
        <pc:spChg chg="add mod">
          <ac:chgData name="Teuku Raja Irfan Radarma" userId="cf428174-95ba-4576-8554-3a3b8ffa52b7" providerId="ADAL" clId="{A80269FD-1647-41EA-9465-E4829927D3E9}" dt="2025-11-16T06:27:30.068" v="6596" actId="20577"/>
          <ac:spMkLst>
            <pc:docMk/>
            <pc:sldMk cId="2016869744" sldId="320"/>
            <ac:spMk id="22" creationId="{7508AB5D-A80D-6DBA-ED25-3C685EB1A60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6:34:40.934" v="6804" actId="14100"/>
        <pc:sldMkLst>
          <pc:docMk/>
          <pc:sldMk cId="2668339624" sldId="321"/>
        </pc:sldMkLst>
        <pc:spChg chg="mod">
          <ac:chgData name="Teuku Raja Irfan Radarma" userId="cf428174-95ba-4576-8554-3a3b8ffa52b7" providerId="ADAL" clId="{A80269FD-1647-41EA-9465-E4829927D3E9}" dt="2025-11-16T06:34:36.253" v="6802" actId="14100"/>
          <ac:spMkLst>
            <pc:docMk/>
            <pc:sldMk cId="2668339624" sldId="321"/>
            <ac:spMk id="2" creationId="{B691802E-0B82-AB15-C413-C900B07FDF43}"/>
          </ac:spMkLst>
        </pc:spChg>
        <pc:spChg chg="add mod">
          <ac:chgData name="Teuku Raja Irfan Radarma" userId="cf428174-95ba-4576-8554-3a3b8ffa52b7" providerId="ADAL" clId="{A80269FD-1647-41EA-9465-E4829927D3E9}" dt="2025-11-16T06:34:40.934" v="6804" actId="14100"/>
          <ac:spMkLst>
            <pc:docMk/>
            <pc:sldMk cId="2668339624" sldId="321"/>
            <ac:spMk id="13" creationId="{3B1287F0-4AA7-F02B-ED5A-AE6DDD1D0776}"/>
          </ac:spMkLst>
        </pc:spChg>
        <pc:picChg chg="add mod">
          <ac:chgData name="Teuku Raja Irfan Radarma" userId="cf428174-95ba-4576-8554-3a3b8ffa52b7" providerId="ADAL" clId="{A80269FD-1647-41EA-9465-E4829927D3E9}" dt="2025-11-16T06:34:29.153" v="6799" actId="1076"/>
          <ac:picMkLst>
            <pc:docMk/>
            <pc:sldMk cId="2668339624" sldId="321"/>
            <ac:picMk id="6148" creationId="{7C9142CC-D175-61AF-38D3-B20FF2B6D229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16T06:46:04.115" v="6908" actId="478"/>
        <pc:sldMkLst>
          <pc:docMk/>
          <pc:sldMk cId="650684436" sldId="322"/>
        </pc:sldMkLst>
        <pc:spChg chg="mod">
          <ac:chgData name="Teuku Raja Irfan Radarma" userId="cf428174-95ba-4576-8554-3a3b8ffa52b7" providerId="ADAL" clId="{A80269FD-1647-41EA-9465-E4829927D3E9}" dt="2025-11-16T06:40:31.311" v="6866" actId="14100"/>
          <ac:spMkLst>
            <pc:docMk/>
            <pc:sldMk cId="650684436" sldId="322"/>
            <ac:spMk id="2" creationId="{2DA0EBFD-38DA-3469-C0B4-D2A78EF098CC}"/>
          </ac:spMkLst>
        </pc:spChg>
        <pc:spChg chg="mod">
          <ac:chgData name="Teuku Raja Irfan Radarma" userId="cf428174-95ba-4576-8554-3a3b8ffa52b7" providerId="ADAL" clId="{A80269FD-1647-41EA-9465-E4829927D3E9}" dt="2025-11-16T06:45:38.450" v="6904" actId="14100"/>
          <ac:spMkLst>
            <pc:docMk/>
            <pc:sldMk cId="650684436" sldId="322"/>
            <ac:spMk id="3" creationId="{6244124D-4497-B910-3C1A-2AD37F7E89B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6:47:21.635" v="6991"/>
        <pc:sldMkLst>
          <pc:docMk/>
          <pc:sldMk cId="2375577549" sldId="323"/>
        </pc:sldMkLst>
        <pc:spChg chg="mod">
          <ac:chgData name="Teuku Raja Irfan Radarma" userId="cf428174-95ba-4576-8554-3a3b8ffa52b7" providerId="ADAL" clId="{A80269FD-1647-41EA-9465-E4829927D3E9}" dt="2025-11-16T06:46:56.050" v="6982" actId="404"/>
          <ac:spMkLst>
            <pc:docMk/>
            <pc:sldMk cId="2375577549" sldId="323"/>
            <ac:spMk id="2" creationId="{0F035DBF-373D-D64F-56DA-E007820FE5FA}"/>
          </ac:spMkLst>
        </pc:spChg>
        <pc:spChg chg="mod">
          <ac:chgData name="Teuku Raja Irfan Radarma" userId="cf428174-95ba-4576-8554-3a3b8ffa52b7" providerId="ADAL" clId="{A80269FD-1647-41EA-9465-E4829927D3E9}" dt="2025-11-16T06:47:21.635" v="6991"/>
          <ac:spMkLst>
            <pc:docMk/>
            <pc:sldMk cId="2375577549" sldId="323"/>
            <ac:spMk id="3" creationId="{1DECF930-FF64-86BE-9063-F88B1FC5F059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6:50:09.503" v="7075" actId="14100"/>
        <pc:sldMkLst>
          <pc:docMk/>
          <pc:sldMk cId="194573792" sldId="324"/>
        </pc:sldMkLst>
        <pc:spChg chg="mod">
          <ac:chgData name="Teuku Raja Irfan Radarma" userId="cf428174-95ba-4576-8554-3a3b8ffa52b7" providerId="ADAL" clId="{A80269FD-1647-41EA-9465-E4829927D3E9}" dt="2025-11-16T06:48:06.202" v="7049" actId="20577"/>
          <ac:spMkLst>
            <pc:docMk/>
            <pc:sldMk cId="194573792" sldId="324"/>
            <ac:spMk id="2" creationId="{9E279F7A-D53C-4D76-4C64-FD3C16A60B10}"/>
          </ac:spMkLst>
        </pc:spChg>
        <pc:spChg chg="add mod">
          <ac:chgData name="Teuku Raja Irfan Radarma" userId="cf428174-95ba-4576-8554-3a3b8ffa52b7" providerId="ADAL" clId="{A80269FD-1647-41EA-9465-E4829927D3E9}" dt="2025-11-16T06:49:15.029" v="7066" actId="14100"/>
          <ac:spMkLst>
            <pc:docMk/>
            <pc:sldMk cId="194573792" sldId="324"/>
            <ac:spMk id="6" creationId="{31E0FA37-F208-E2D1-D6FB-0E5B9EC05E7F}"/>
          </ac:spMkLst>
        </pc:spChg>
        <pc:spChg chg="add mod">
          <ac:chgData name="Teuku Raja Irfan Radarma" userId="cf428174-95ba-4576-8554-3a3b8ffa52b7" providerId="ADAL" clId="{A80269FD-1647-41EA-9465-E4829927D3E9}" dt="2025-11-16T06:50:09.503" v="7075" actId="14100"/>
          <ac:spMkLst>
            <pc:docMk/>
            <pc:sldMk cId="194573792" sldId="324"/>
            <ac:spMk id="7" creationId="{9DBD997B-B61B-7345-025C-BC6C71C9C395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02:46.063" v="7408"/>
        <pc:sldMkLst>
          <pc:docMk/>
          <pc:sldMk cId="2458852138" sldId="325"/>
        </pc:sldMkLst>
        <pc:spChg chg="mod">
          <ac:chgData name="Teuku Raja Irfan Radarma" userId="cf428174-95ba-4576-8554-3a3b8ffa52b7" providerId="ADAL" clId="{A80269FD-1647-41EA-9465-E4829927D3E9}" dt="2025-11-16T06:51:19.025" v="7090" actId="1076"/>
          <ac:spMkLst>
            <pc:docMk/>
            <pc:sldMk cId="2458852138" sldId="325"/>
            <ac:spMk id="2" creationId="{02028223-8FF0-72FC-F908-21E6FAB2438F}"/>
          </ac:spMkLst>
        </pc:spChg>
        <pc:spChg chg="add mod">
          <ac:chgData name="Teuku Raja Irfan Radarma" userId="cf428174-95ba-4576-8554-3a3b8ffa52b7" providerId="ADAL" clId="{A80269FD-1647-41EA-9465-E4829927D3E9}" dt="2025-11-16T06:50:25.523" v="7079" actId="1076"/>
          <ac:spMkLst>
            <pc:docMk/>
            <pc:sldMk cId="2458852138" sldId="325"/>
            <ac:spMk id="4" creationId="{BFD6E802-890B-7699-2603-84C9B81646F0}"/>
          </ac:spMkLst>
        </pc:spChg>
        <pc:spChg chg="mod">
          <ac:chgData name="Teuku Raja Irfan Radarma" userId="cf428174-95ba-4576-8554-3a3b8ffa52b7" providerId="ADAL" clId="{A80269FD-1647-41EA-9465-E4829927D3E9}" dt="2025-11-16T06:51:40.655" v="7099" actId="27636"/>
          <ac:spMkLst>
            <pc:docMk/>
            <pc:sldMk cId="2458852138" sldId="325"/>
            <ac:spMk id="6" creationId="{EBC33127-2813-C91D-E683-838DAE103CC5}"/>
          </ac:spMkLst>
        </pc:spChg>
        <pc:spChg chg="mod">
          <ac:chgData name="Teuku Raja Irfan Radarma" userId="cf428174-95ba-4576-8554-3a3b8ffa52b7" providerId="ADAL" clId="{A80269FD-1647-41EA-9465-E4829927D3E9}" dt="2025-11-16T06:51:20.968" v="7091" actId="14100"/>
          <ac:spMkLst>
            <pc:docMk/>
            <pc:sldMk cId="2458852138" sldId="325"/>
            <ac:spMk id="7" creationId="{51996618-9B90-1526-D970-055F1E8F307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12:06.960" v="7578" actId="1076"/>
        <pc:sldMkLst>
          <pc:docMk/>
          <pc:sldMk cId="850212325" sldId="326"/>
        </pc:sldMkLst>
        <pc:spChg chg="mod">
          <ac:chgData name="Teuku Raja Irfan Radarma" userId="cf428174-95ba-4576-8554-3a3b8ffa52b7" providerId="ADAL" clId="{A80269FD-1647-41EA-9465-E4829927D3E9}" dt="2025-11-16T06:52:10.150" v="7102"/>
          <ac:spMkLst>
            <pc:docMk/>
            <pc:sldMk cId="850212325" sldId="326"/>
            <ac:spMk id="2" creationId="{C19BB153-0D26-6272-CE27-EEE3A73BED69}"/>
          </ac:spMkLst>
        </pc:spChg>
        <pc:spChg chg="add mod">
          <ac:chgData name="Teuku Raja Irfan Radarma" userId="cf428174-95ba-4576-8554-3a3b8ffa52b7" providerId="ADAL" clId="{A80269FD-1647-41EA-9465-E4829927D3E9}" dt="2025-11-16T07:12:06.960" v="7578" actId="1076"/>
          <ac:spMkLst>
            <pc:docMk/>
            <pc:sldMk cId="850212325" sldId="326"/>
            <ac:spMk id="5" creationId="{47F3A7F0-DBB4-CFAF-8E03-020737DC303E}"/>
          </ac:spMkLst>
        </pc:spChg>
        <pc:spChg chg="mod">
          <ac:chgData name="Teuku Raja Irfan Radarma" userId="cf428174-95ba-4576-8554-3a3b8ffa52b7" providerId="ADAL" clId="{A80269FD-1647-41EA-9465-E4829927D3E9}" dt="2025-11-16T06:52:45.913" v="7118" actId="2710"/>
          <ac:spMkLst>
            <pc:docMk/>
            <pc:sldMk cId="850212325" sldId="326"/>
            <ac:spMk id="6" creationId="{FAEDC4B5-7E7D-8710-C0A2-446E51D22B05}"/>
          </ac:spMkLst>
        </pc:spChg>
        <pc:spChg chg="mod">
          <ac:chgData name="Teuku Raja Irfan Radarma" userId="cf428174-95ba-4576-8554-3a3b8ffa52b7" providerId="ADAL" clId="{A80269FD-1647-41EA-9465-E4829927D3E9}" dt="2025-11-16T06:52:13.362" v="7103" actId="14100"/>
          <ac:spMkLst>
            <pc:docMk/>
            <pc:sldMk cId="850212325" sldId="326"/>
            <ac:spMk id="7" creationId="{B7C6EF0C-860E-C20C-09DB-1A5FB7E4FCD1}"/>
          </ac:spMkLst>
        </pc:spChg>
        <pc:picChg chg="add mod">
          <ac:chgData name="Teuku Raja Irfan Radarma" userId="cf428174-95ba-4576-8554-3a3b8ffa52b7" providerId="ADAL" clId="{A80269FD-1647-41EA-9465-E4829927D3E9}" dt="2025-11-16T07:11:51.010" v="7547" actId="1076"/>
          <ac:picMkLst>
            <pc:docMk/>
            <pc:sldMk cId="850212325" sldId="326"/>
            <ac:picMk id="8194" creationId="{69D48A12-CE5A-63C9-5B38-CF64DB3871B4}"/>
          </ac:picMkLst>
        </pc:picChg>
      </pc:sldChg>
      <pc:sldChg chg="addSp delSp modSp add mod modTransition">
        <pc:chgData name="Teuku Raja Irfan Radarma" userId="cf428174-95ba-4576-8554-3a3b8ffa52b7" providerId="ADAL" clId="{A80269FD-1647-41EA-9465-E4829927D3E9}" dt="2025-11-16T07:03:15.437" v="7412"/>
        <pc:sldMkLst>
          <pc:docMk/>
          <pc:sldMk cId="2632540083" sldId="327"/>
        </pc:sldMkLst>
        <pc:spChg chg="mod">
          <ac:chgData name="Teuku Raja Irfan Radarma" userId="cf428174-95ba-4576-8554-3a3b8ffa52b7" providerId="ADAL" clId="{A80269FD-1647-41EA-9465-E4829927D3E9}" dt="2025-11-16T06:53:04.421" v="7121" actId="20577"/>
          <ac:spMkLst>
            <pc:docMk/>
            <pc:sldMk cId="2632540083" sldId="327"/>
            <ac:spMk id="2" creationId="{32D088CF-8F89-1A6F-2E92-A49E304F2CDB}"/>
          </ac:spMkLst>
        </pc:spChg>
        <pc:spChg chg="mod">
          <ac:chgData name="Teuku Raja Irfan Radarma" userId="cf428174-95ba-4576-8554-3a3b8ffa52b7" providerId="ADAL" clId="{A80269FD-1647-41EA-9465-E4829927D3E9}" dt="2025-11-16T06:57:57.259" v="7300" actId="1076"/>
          <ac:spMkLst>
            <pc:docMk/>
            <pc:sldMk cId="2632540083" sldId="327"/>
            <ac:spMk id="4" creationId="{FE2DD680-4810-232B-DCD5-CD09FDB8D757}"/>
          </ac:spMkLst>
        </pc:spChg>
        <pc:spChg chg="add mod">
          <ac:chgData name="Teuku Raja Irfan Radarma" userId="cf428174-95ba-4576-8554-3a3b8ffa52b7" providerId="ADAL" clId="{A80269FD-1647-41EA-9465-E4829927D3E9}" dt="2025-11-16T07:01:56.234" v="7396" actId="207"/>
          <ac:spMkLst>
            <pc:docMk/>
            <pc:sldMk cId="2632540083" sldId="327"/>
            <ac:spMk id="5" creationId="{440B21DB-D5B3-4C88-359D-426DAB29F9AB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8" creationId="{87D754B8-09D9-0355-DEAD-8353F2A07D20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3" creationId="{7A703691-F695-559D-D978-5A0D5BABD779}"/>
          </ac:spMkLst>
        </pc:spChg>
        <pc:spChg chg="add mod">
          <ac:chgData name="Teuku Raja Irfan Radarma" userId="cf428174-95ba-4576-8554-3a3b8ffa52b7" providerId="ADAL" clId="{A80269FD-1647-41EA-9465-E4829927D3E9}" dt="2025-11-16T06:57:36.738" v="7295" actId="1076"/>
          <ac:spMkLst>
            <pc:docMk/>
            <pc:sldMk cId="2632540083" sldId="327"/>
            <ac:spMk id="14" creationId="{F98C7B1A-32D9-7800-8919-D3A48381904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5" creationId="{9F9FE808-C5FC-365C-9039-F519C3775027}"/>
          </ac:spMkLst>
        </pc:spChg>
        <pc:spChg chg="add mod">
          <ac:chgData name="Teuku Raja Irfan Radarma" userId="cf428174-95ba-4576-8554-3a3b8ffa52b7" providerId="ADAL" clId="{A80269FD-1647-41EA-9465-E4829927D3E9}" dt="2025-11-16T06:58:29.690" v="7312" actId="1076"/>
          <ac:spMkLst>
            <pc:docMk/>
            <pc:sldMk cId="2632540083" sldId="327"/>
            <ac:spMk id="17" creationId="{B01E59D3-D0D0-E721-E632-7EDD52172A9C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18" creationId="{7A51C538-2159-D9CA-33AC-B089BDF3A30E}"/>
          </ac:spMkLst>
        </pc:spChg>
        <pc:spChg chg="add mod">
          <ac:chgData name="Teuku Raja Irfan Radarma" userId="cf428174-95ba-4576-8554-3a3b8ffa52b7" providerId="ADAL" clId="{A80269FD-1647-41EA-9465-E4829927D3E9}" dt="2025-11-16T06:58:45.550" v="7338" actId="20577"/>
          <ac:spMkLst>
            <pc:docMk/>
            <pc:sldMk cId="2632540083" sldId="327"/>
            <ac:spMk id="19" creationId="{323F5F5A-2932-CA2B-626C-AB6DC13B7B45}"/>
          </ac:spMkLst>
        </pc:spChg>
        <pc:spChg chg="add mod">
          <ac:chgData name="Teuku Raja Irfan Radarma" userId="cf428174-95ba-4576-8554-3a3b8ffa52b7" providerId="ADAL" clId="{A80269FD-1647-41EA-9465-E4829927D3E9}" dt="2025-11-16T06:58:58.281" v="7356" actId="20577"/>
          <ac:spMkLst>
            <pc:docMk/>
            <pc:sldMk cId="2632540083" sldId="327"/>
            <ac:spMk id="20" creationId="{062E7BF4-7095-5CE8-AD5B-D6C3E52337BE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1" creationId="{D100E149-C965-9A52-C807-CAF0B27F9083}"/>
          </ac:spMkLst>
        </pc:spChg>
        <pc:spChg chg="add mod">
          <ac:chgData name="Teuku Raja Irfan Radarma" userId="cf428174-95ba-4576-8554-3a3b8ffa52b7" providerId="ADAL" clId="{A80269FD-1647-41EA-9465-E4829927D3E9}" dt="2025-11-16T06:59:30.941" v="7365" actId="207"/>
          <ac:spMkLst>
            <pc:docMk/>
            <pc:sldMk cId="2632540083" sldId="327"/>
            <ac:spMk id="22" creationId="{8E75F5EC-3305-DACC-061B-CD31BCE7E94B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23" creationId="{0769CC8A-9105-A951-D194-9165D5F05C5B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4" creationId="{728467C4-2886-D1FD-0D0B-07E64CBECB09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5" creationId="{BC9AE684-7B6F-3FB8-7272-3D0E903050AE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6" creationId="{813E17C0-7AFD-FDE5-0A6F-E762C74401C4}"/>
          </ac:spMkLst>
        </pc:spChg>
        <pc:spChg chg="add mod">
          <ac:chgData name="Teuku Raja Irfan Radarma" userId="cf428174-95ba-4576-8554-3a3b8ffa52b7" providerId="ADAL" clId="{A80269FD-1647-41EA-9465-E4829927D3E9}" dt="2025-11-16T07:00:18.913" v="7376" actId="2711"/>
          <ac:spMkLst>
            <pc:docMk/>
            <pc:sldMk cId="2632540083" sldId="327"/>
            <ac:spMk id="27" creationId="{71D246E6-121B-B8DF-2F27-E0F4D05D4A5F}"/>
          </ac:spMkLst>
        </pc:spChg>
        <pc:spChg chg="add mod">
          <ac:chgData name="Teuku Raja Irfan Radarma" userId="cf428174-95ba-4576-8554-3a3b8ffa52b7" providerId="ADAL" clId="{A80269FD-1647-41EA-9465-E4829927D3E9}" dt="2025-11-16T06:58:17.920" v="7306" actId="571"/>
          <ac:spMkLst>
            <pc:docMk/>
            <pc:sldMk cId="2632540083" sldId="327"/>
            <ac:spMk id="28" creationId="{27863979-03B3-31D4-1BBD-74E23CEFDCC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29" creationId="{814C2758-DF4D-41B2-53D2-5B5749A999FA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0" creationId="{DEF8A951-EDFE-5993-3933-F4F3D222CA8D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1" creationId="{23CFB1B0-A7CA-FE83-19D3-83A6209ECBE1}"/>
          </ac:spMkLst>
        </pc:spChg>
        <pc:spChg chg="add mod">
          <ac:chgData name="Teuku Raja Irfan Radarma" userId="cf428174-95ba-4576-8554-3a3b8ffa52b7" providerId="ADAL" clId="{A80269FD-1647-41EA-9465-E4829927D3E9}" dt="2025-11-16T06:58:26.050" v="7311" actId="1037"/>
          <ac:spMkLst>
            <pc:docMk/>
            <pc:sldMk cId="2632540083" sldId="327"/>
            <ac:spMk id="33" creationId="{AD07296B-791B-3666-E733-9CC47DE83461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4" creationId="{A3E4CDA7-08AE-9081-6B43-CF03C3848E4B}"/>
          </ac:spMkLst>
        </pc:spChg>
        <pc:spChg chg="add mod">
          <ac:chgData name="Teuku Raja Irfan Radarma" userId="cf428174-95ba-4576-8554-3a3b8ffa52b7" providerId="ADAL" clId="{A80269FD-1647-41EA-9465-E4829927D3E9}" dt="2025-11-16T07:01:37.289" v="7392" actId="2711"/>
          <ac:spMkLst>
            <pc:docMk/>
            <pc:sldMk cId="2632540083" sldId="327"/>
            <ac:spMk id="35" creationId="{31DDF0DA-3281-9205-07C3-DAFAF1255339}"/>
          </ac:spMkLst>
        </pc:spChg>
        <pc:spChg chg="add mod">
          <ac:chgData name="Teuku Raja Irfan Radarma" userId="cf428174-95ba-4576-8554-3a3b8ffa52b7" providerId="ADAL" clId="{A80269FD-1647-41EA-9465-E4829927D3E9}" dt="2025-11-16T06:59:44.387" v="7367"/>
          <ac:spMkLst>
            <pc:docMk/>
            <pc:sldMk cId="2632540083" sldId="327"/>
            <ac:spMk id="38" creationId="{F61C7271-A514-0E35-10B6-CBB0BB5A6A00}"/>
          </ac:spMkLst>
        </pc:spChg>
        <pc:spChg chg="add mod">
          <ac:chgData name="Teuku Raja Irfan Radarma" userId="cf428174-95ba-4576-8554-3a3b8ffa52b7" providerId="ADAL" clId="{A80269FD-1647-41EA-9465-E4829927D3E9}" dt="2025-11-16T07:00:32.852" v="7379" actId="1076"/>
          <ac:spMkLst>
            <pc:docMk/>
            <pc:sldMk cId="2632540083" sldId="327"/>
            <ac:spMk id="41" creationId="{B215C87E-263C-A191-94E1-71C3519AE29E}"/>
          </ac:spMkLst>
        </pc:spChg>
        <pc:spChg chg="add mod">
          <ac:chgData name="Teuku Raja Irfan Radarma" userId="cf428174-95ba-4576-8554-3a3b8ffa52b7" providerId="ADAL" clId="{A80269FD-1647-41EA-9465-E4829927D3E9}" dt="2025-11-16T07:01:16.703" v="7387"/>
          <ac:spMkLst>
            <pc:docMk/>
            <pc:sldMk cId="2632540083" sldId="327"/>
            <ac:spMk id="44" creationId="{7F18DB46-F718-6893-4959-61D3299AA09B}"/>
          </ac:spMkLst>
        </pc:spChg>
        <pc:spChg chg="add mod">
          <ac:chgData name="Teuku Raja Irfan Radarma" userId="cf428174-95ba-4576-8554-3a3b8ffa52b7" providerId="ADAL" clId="{A80269FD-1647-41EA-9465-E4829927D3E9}" dt="2025-11-16T07:01:47.834" v="7395" actId="1076"/>
          <ac:spMkLst>
            <pc:docMk/>
            <pc:sldMk cId="2632540083" sldId="327"/>
            <ac:spMk id="45" creationId="{0530DD47-1011-8D35-157D-93E38236D16E}"/>
          </ac:spMkLst>
        </pc:spChg>
      </pc:sldChg>
      <pc:sldChg chg="addSp delSp modSp add mod ord">
        <pc:chgData name="Teuku Raja Irfan Radarma" userId="cf428174-95ba-4576-8554-3a3b8ffa52b7" providerId="ADAL" clId="{A80269FD-1647-41EA-9465-E4829927D3E9}" dt="2025-11-16T07:28:35.765" v="8056" actId="404"/>
        <pc:sldMkLst>
          <pc:docMk/>
          <pc:sldMk cId="2054651574" sldId="328"/>
        </pc:sldMkLst>
        <pc:spChg chg="mod">
          <ac:chgData name="Teuku Raja Irfan Radarma" userId="cf428174-95ba-4576-8554-3a3b8ffa52b7" providerId="ADAL" clId="{A80269FD-1647-41EA-9465-E4829927D3E9}" dt="2025-11-16T07:04:12.208" v="7434" actId="403"/>
          <ac:spMkLst>
            <pc:docMk/>
            <pc:sldMk cId="2054651574" sldId="328"/>
            <ac:spMk id="2" creationId="{E395B0C6-C0D5-DAC1-1387-44A6ECF39679}"/>
          </ac:spMkLst>
        </pc:spChg>
        <pc:spChg chg="add mod">
          <ac:chgData name="Teuku Raja Irfan Radarma" userId="cf428174-95ba-4576-8554-3a3b8ffa52b7" providerId="ADAL" clId="{A80269FD-1647-41EA-9465-E4829927D3E9}" dt="2025-11-16T07:14:56.786" v="7671" actId="404"/>
          <ac:spMkLst>
            <pc:docMk/>
            <pc:sldMk cId="2054651574" sldId="328"/>
            <ac:spMk id="5" creationId="{70550D46-BACD-DC32-11FB-7BD82FE579E8}"/>
          </ac:spMkLst>
        </pc:spChg>
        <pc:spChg chg="mod">
          <ac:chgData name="Teuku Raja Irfan Radarma" userId="cf428174-95ba-4576-8554-3a3b8ffa52b7" providerId="ADAL" clId="{A80269FD-1647-41EA-9465-E4829927D3E9}" dt="2025-11-16T07:19:41.447" v="7878"/>
          <ac:spMkLst>
            <pc:docMk/>
            <pc:sldMk cId="2054651574" sldId="328"/>
            <ac:spMk id="6" creationId="{00B81064-203E-5ADF-82F4-8EC118BA6E0F}"/>
          </ac:spMkLst>
        </pc:spChg>
        <pc:spChg chg="add mod">
          <ac:chgData name="Teuku Raja Irfan Radarma" userId="cf428174-95ba-4576-8554-3a3b8ffa52b7" providerId="ADAL" clId="{A80269FD-1647-41EA-9465-E4829927D3E9}" dt="2025-11-16T07:15:31.257" v="7723" actId="20577"/>
          <ac:spMkLst>
            <pc:docMk/>
            <pc:sldMk cId="2054651574" sldId="328"/>
            <ac:spMk id="8" creationId="{461A5A67-48C8-72C4-E3FC-E7905607F744}"/>
          </ac:spMkLst>
        </pc:spChg>
        <pc:spChg chg="add mod">
          <ac:chgData name="Teuku Raja Irfan Radarma" userId="cf428174-95ba-4576-8554-3a3b8ffa52b7" providerId="ADAL" clId="{A80269FD-1647-41EA-9465-E4829927D3E9}" dt="2025-11-16T07:15:34.857" v="7725" actId="20577"/>
          <ac:spMkLst>
            <pc:docMk/>
            <pc:sldMk cId="2054651574" sldId="328"/>
            <ac:spMk id="9" creationId="{F1E62232-6F57-2580-B6AD-6E96F628728B}"/>
          </ac:spMkLst>
        </pc:spChg>
        <pc:spChg chg="add mod">
          <ac:chgData name="Teuku Raja Irfan Radarma" userId="cf428174-95ba-4576-8554-3a3b8ffa52b7" providerId="ADAL" clId="{A80269FD-1647-41EA-9465-E4829927D3E9}" dt="2025-11-16T07:15:36.727" v="7727" actId="20577"/>
          <ac:spMkLst>
            <pc:docMk/>
            <pc:sldMk cId="2054651574" sldId="328"/>
            <ac:spMk id="10" creationId="{30AE368C-479D-801D-CD9C-59CD620C2F77}"/>
          </ac:spMkLst>
        </pc:spChg>
        <pc:spChg chg="add mod">
          <ac:chgData name="Teuku Raja Irfan Radarma" userId="cf428174-95ba-4576-8554-3a3b8ffa52b7" providerId="ADAL" clId="{A80269FD-1647-41EA-9465-E4829927D3E9}" dt="2025-11-16T07:15:48.018" v="7755" actId="20577"/>
          <ac:spMkLst>
            <pc:docMk/>
            <pc:sldMk cId="2054651574" sldId="328"/>
            <ac:spMk id="12" creationId="{6C94F6CB-9233-0ADC-3D5C-BBDE9E8204FF}"/>
          </ac:spMkLst>
        </pc:spChg>
        <pc:spChg chg="add mod">
          <ac:chgData name="Teuku Raja Irfan Radarma" userId="cf428174-95ba-4576-8554-3a3b8ffa52b7" providerId="ADAL" clId="{A80269FD-1647-41EA-9465-E4829927D3E9}" dt="2025-11-16T07:15:59.628" v="7783" actId="20577"/>
          <ac:spMkLst>
            <pc:docMk/>
            <pc:sldMk cId="2054651574" sldId="328"/>
            <ac:spMk id="13" creationId="{F1587B93-8806-AA9C-93D9-3FB2A4F3DE6C}"/>
          </ac:spMkLst>
        </pc:spChg>
        <pc:spChg chg="add mod">
          <ac:chgData name="Teuku Raja Irfan Radarma" userId="cf428174-95ba-4576-8554-3a3b8ffa52b7" providerId="ADAL" clId="{A80269FD-1647-41EA-9465-E4829927D3E9}" dt="2025-11-16T07:19:06.780" v="7860" actId="20577"/>
          <ac:spMkLst>
            <pc:docMk/>
            <pc:sldMk cId="2054651574" sldId="328"/>
            <ac:spMk id="14" creationId="{FC1CFBBD-728C-E6C4-432B-2F1EFBF73EE9}"/>
          </ac:spMkLst>
        </pc:spChg>
        <pc:spChg chg="add del mod ord">
          <ac:chgData name="Teuku Raja Irfan Radarma" userId="cf428174-95ba-4576-8554-3a3b8ffa52b7" providerId="ADAL" clId="{A80269FD-1647-41EA-9465-E4829927D3E9}" dt="2025-11-16T07:28:35.765" v="8056" actId="404"/>
          <ac:spMkLst>
            <pc:docMk/>
            <pc:sldMk cId="2054651574" sldId="328"/>
            <ac:spMk id="15" creationId="{9BA8AD15-32F5-F2C8-ACFE-007315226C41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30.965" v="8054" actId="404"/>
        <pc:sldMkLst>
          <pc:docMk/>
          <pc:sldMk cId="1938814478" sldId="329"/>
        </pc:sldMkLst>
        <pc:spChg chg="add mod">
          <ac:chgData name="Teuku Raja Irfan Radarma" userId="cf428174-95ba-4576-8554-3a3b8ffa52b7" providerId="ADAL" clId="{A80269FD-1647-41EA-9465-E4829927D3E9}" dt="2025-11-16T07:28:30.965" v="8054" actId="404"/>
          <ac:spMkLst>
            <pc:docMk/>
            <pc:sldMk cId="1938814478" sldId="329"/>
            <ac:spMk id="5" creationId="{3A430A9C-A6EF-E8F4-3799-8E0E5E484D27}"/>
          </ac:spMkLst>
        </pc:spChg>
        <pc:spChg chg="mod">
          <ac:chgData name="Teuku Raja Irfan Radarma" userId="cf428174-95ba-4576-8554-3a3b8ffa52b7" providerId="ADAL" clId="{A80269FD-1647-41EA-9465-E4829927D3E9}" dt="2025-11-16T07:19:29.404" v="7876"/>
          <ac:spMkLst>
            <pc:docMk/>
            <pc:sldMk cId="1938814478" sldId="329"/>
            <ac:spMk id="6" creationId="{A7AE372D-E457-AAC6-C7CC-8B68B00A91AD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8" creationId="{903A5304-E21B-7EB6-A188-0FFE3519A501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9" creationId="{4B600C8C-2562-1ACF-744B-BFC500CE6E60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0" creationId="{A228D3D7-D86A-6749-46B7-688B045C05B6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1" creationId="{BAB25C66-98D8-2D4C-0E09-1F8943D382CB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3" creationId="{76C1F66C-7A28-397B-BE4A-24615A26B47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4" creationId="{DA32695B-B9C6-4503-B5BF-38D2847650C5}"/>
          </ac:spMkLst>
        </pc:spChg>
        <pc:spChg chg="add mod">
          <ac:chgData name="Teuku Raja Irfan Radarma" userId="cf428174-95ba-4576-8554-3a3b8ffa52b7" providerId="ADAL" clId="{A80269FD-1647-41EA-9465-E4829927D3E9}" dt="2025-11-16T07:18:29.306" v="7834"/>
          <ac:spMkLst>
            <pc:docMk/>
            <pc:sldMk cId="1938814478" sldId="329"/>
            <ac:spMk id="15" creationId="{214910E5-F3D8-7EC3-F809-856362F5A7A3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23.363" v="8050" actId="404"/>
        <pc:sldMkLst>
          <pc:docMk/>
          <pc:sldMk cId="3261445024" sldId="330"/>
        </pc:sldMkLst>
        <pc:spChg chg="add mod">
          <ac:chgData name="Teuku Raja Irfan Radarma" userId="cf428174-95ba-4576-8554-3a3b8ffa52b7" providerId="ADAL" clId="{A80269FD-1647-41EA-9465-E4829927D3E9}" dt="2025-11-16T07:28:23.363" v="8050" actId="404"/>
          <ac:spMkLst>
            <pc:docMk/>
            <pc:sldMk cId="3261445024" sldId="330"/>
            <ac:spMk id="5" creationId="{FBBBAFA0-540B-68CC-81EB-DBDACF1A7C87}"/>
          </ac:spMkLst>
        </pc:spChg>
        <pc:spChg chg="mod">
          <ac:chgData name="Teuku Raja Irfan Radarma" userId="cf428174-95ba-4576-8554-3a3b8ffa52b7" providerId="ADAL" clId="{A80269FD-1647-41EA-9465-E4829927D3E9}" dt="2025-11-16T07:19:07.313" v="7874" actId="14100"/>
          <ac:spMkLst>
            <pc:docMk/>
            <pc:sldMk cId="3261445024" sldId="330"/>
            <ac:spMk id="6" creationId="{49225416-9DF0-A6ED-916D-B0EC8DD8E4F1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8" creationId="{8100A7F9-1C6E-E851-B0F7-1C38B96BCCF4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9" creationId="{3244463C-A854-6024-ED33-88CE90BD72A7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0" creationId="{CAC6D5AD-C8D0-D586-2DF1-D215108D3ECD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1" creationId="{1979799A-11CF-2D3D-5169-F4D017F6E73B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3" creationId="{A0699C83-5DFA-03E5-2F4B-2C5F0EFB37B5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4" creationId="{9C32B8FF-A075-FA32-6159-09985C795E50}"/>
          </ac:spMkLst>
        </pc:spChg>
        <pc:spChg chg="add mod">
          <ac:chgData name="Teuku Raja Irfan Radarma" userId="cf428174-95ba-4576-8554-3a3b8ffa52b7" providerId="ADAL" clId="{A80269FD-1647-41EA-9465-E4829927D3E9}" dt="2025-11-16T07:18:46.835" v="7840"/>
          <ac:spMkLst>
            <pc:docMk/>
            <pc:sldMk cId="3261445024" sldId="330"/>
            <ac:spMk id="15" creationId="{FA95D1D2-55FC-7451-618C-9593FAD92F68}"/>
          </ac:spMkLst>
        </pc:spChg>
      </pc:sldChg>
      <pc:sldChg chg="addSp modSp add mod modTransition">
        <pc:chgData name="Teuku Raja Irfan Radarma" userId="cf428174-95ba-4576-8554-3a3b8ffa52b7" providerId="ADAL" clId="{A80269FD-1647-41EA-9465-E4829927D3E9}" dt="2025-11-16T07:28:18.616" v="8048" actId="113"/>
        <pc:sldMkLst>
          <pc:docMk/>
          <pc:sldMk cId="542359556" sldId="331"/>
        </pc:sldMkLst>
        <pc:spChg chg="add mod">
          <ac:chgData name="Teuku Raja Irfan Radarma" userId="cf428174-95ba-4576-8554-3a3b8ffa52b7" providerId="ADAL" clId="{A80269FD-1647-41EA-9465-E4829927D3E9}" dt="2025-11-16T07:28:18.616" v="8048" actId="113"/>
          <ac:spMkLst>
            <pc:docMk/>
            <pc:sldMk cId="542359556" sldId="331"/>
            <ac:spMk id="5" creationId="{BF77C613-F3F8-AB9C-0F05-EADECB260C28}"/>
          </ac:spMkLst>
        </pc:spChg>
        <pc:spChg chg="mod">
          <ac:chgData name="Teuku Raja Irfan Radarma" userId="cf428174-95ba-4576-8554-3a3b8ffa52b7" providerId="ADAL" clId="{A80269FD-1647-41EA-9465-E4829927D3E9}" dt="2025-11-16T07:19:58.678" v="7880" actId="14100"/>
          <ac:spMkLst>
            <pc:docMk/>
            <pc:sldMk cId="542359556" sldId="331"/>
            <ac:spMk id="6" creationId="{7D76152A-2957-68EE-9F6A-9510C480CBD5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8" creationId="{CB61A62F-81CB-B1DD-1377-90D0878E603B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9" creationId="{71F0BAD4-5ABA-DAD2-7371-E136ABB2F173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0" creationId="{C092434B-E922-F9DC-56B6-75447493D810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1" creationId="{E8174F63-495E-FFF6-C516-B9394479814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3" creationId="{D36126AE-13A4-3A05-62CD-1865516E2166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4" creationId="{005AEE4C-29F5-D959-5910-BFCDF7279B62}"/>
          </ac:spMkLst>
        </pc:spChg>
        <pc:spChg chg="add mod">
          <ac:chgData name="Teuku Raja Irfan Radarma" userId="cf428174-95ba-4576-8554-3a3b8ffa52b7" providerId="ADAL" clId="{A80269FD-1647-41EA-9465-E4829927D3E9}" dt="2025-11-16T07:20:03.218" v="7881"/>
          <ac:spMkLst>
            <pc:docMk/>
            <pc:sldMk cId="542359556" sldId="331"/>
            <ac:spMk id="15" creationId="{97A217AE-6955-0F0A-3036-C72F8BBF1173}"/>
          </ac:spMkLst>
        </pc:spChg>
      </pc:sldChg>
      <pc:sldChg chg="delSp modSp add mod">
        <pc:chgData name="Teuku Raja Irfan Radarma" userId="cf428174-95ba-4576-8554-3a3b8ffa52b7" providerId="ADAL" clId="{A80269FD-1647-41EA-9465-E4829927D3E9}" dt="2025-11-16T07:08:30.932" v="7503" actId="14100"/>
        <pc:sldMkLst>
          <pc:docMk/>
          <pc:sldMk cId="3885916245" sldId="332"/>
        </pc:sldMkLst>
        <pc:spChg chg="mod">
          <ac:chgData name="Teuku Raja Irfan Radarma" userId="cf428174-95ba-4576-8554-3a3b8ffa52b7" providerId="ADAL" clId="{A80269FD-1647-41EA-9465-E4829927D3E9}" dt="2025-11-16T07:07:51.803" v="7472" actId="14100"/>
          <ac:spMkLst>
            <pc:docMk/>
            <pc:sldMk cId="3885916245" sldId="332"/>
            <ac:spMk id="2" creationId="{C693CA06-38AA-83F2-AC2D-E0184BF51C1A}"/>
          </ac:spMkLst>
        </pc:spChg>
        <pc:spChg chg="mod">
          <ac:chgData name="Teuku Raja Irfan Radarma" userId="cf428174-95ba-4576-8554-3a3b8ffa52b7" providerId="ADAL" clId="{A80269FD-1647-41EA-9465-E4829927D3E9}" dt="2025-11-16T07:08:30.932" v="7503" actId="14100"/>
          <ac:spMkLst>
            <pc:docMk/>
            <pc:sldMk cId="3885916245" sldId="332"/>
            <ac:spMk id="6" creationId="{72BE637E-17AF-3A32-3D48-62B61564D1DE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7:30:20.180" v="8082" actId="207"/>
        <pc:sldMkLst>
          <pc:docMk/>
          <pc:sldMk cId="1954776806" sldId="333"/>
        </pc:sldMkLst>
        <pc:spChg chg="mod">
          <ac:chgData name="Teuku Raja Irfan Radarma" userId="cf428174-95ba-4576-8554-3a3b8ffa52b7" providerId="ADAL" clId="{A80269FD-1647-41EA-9465-E4829927D3E9}" dt="2025-11-16T07:21:13.193" v="7919" actId="20577"/>
          <ac:spMkLst>
            <pc:docMk/>
            <pc:sldMk cId="1954776806" sldId="333"/>
            <ac:spMk id="2" creationId="{F7803F4A-1D49-9E25-94A7-566EB15D9C25}"/>
          </ac:spMkLst>
        </pc:spChg>
        <pc:spChg chg="mod">
          <ac:chgData name="Teuku Raja Irfan Radarma" userId="cf428174-95ba-4576-8554-3a3b8ffa52b7" providerId="ADAL" clId="{A80269FD-1647-41EA-9465-E4829927D3E9}" dt="2025-11-16T07:22:03.117" v="7936" actId="14100"/>
          <ac:spMkLst>
            <pc:docMk/>
            <pc:sldMk cId="1954776806" sldId="333"/>
            <ac:spMk id="3" creationId="{3C9D5C4A-CC76-D9DB-9ACE-49B4F775949B}"/>
          </ac:spMkLst>
        </pc:spChg>
        <pc:spChg chg="add mod">
          <ac:chgData name="Teuku Raja Irfan Radarma" userId="cf428174-95ba-4576-8554-3a3b8ffa52b7" providerId="ADAL" clId="{A80269FD-1647-41EA-9465-E4829927D3E9}" dt="2025-11-16T07:30:20.180" v="8082" actId="207"/>
          <ac:spMkLst>
            <pc:docMk/>
            <pc:sldMk cId="1954776806" sldId="333"/>
            <ac:spMk id="8" creationId="{74EE535D-EA89-C6A3-EAB2-F8A153B58C04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7:23:08.290" v="7950"/>
        <pc:sldMkLst>
          <pc:docMk/>
          <pc:sldMk cId="1547837787" sldId="334"/>
        </pc:sldMkLst>
        <pc:spChg chg="mod">
          <ac:chgData name="Teuku Raja Irfan Radarma" userId="cf428174-95ba-4576-8554-3a3b8ffa52b7" providerId="ADAL" clId="{A80269FD-1647-41EA-9465-E4829927D3E9}" dt="2025-11-16T07:22:41.777" v="7945"/>
          <ac:spMkLst>
            <pc:docMk/>
            <pc:sldMk cId="1547837787" sldId="334"/>
            <ac:spMk id="2" creationId="{48ADDC65-9C57-A797-E029-AA6FB2DB817D}"/>
          </ac:spMkLst>
        </pc:spChg>
        <pc:spChg chg="mod">
          <ac:chgData name="Teuku Raja Irfan Radarma" userId="cf428174-95ba-4576-8554-3a3b8ffa52b7" providerId="ADAL" clId="{A80269FD-1647-41EA-9465-E4829927D3E9}" dt="2025-11-16T07:23:08.290" v="7950"/>
          <ac:spMkLst>
            <pc:docMk/>
            <pc:sldMk cId="1547837787" sldId="334"/>
            <ac:spMk id="3" creationId="{66931B3B-5CC4-EEF1-62DB-80AF367BF6C7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7:26:29.714" v="7987" actId="1076"/>
        <pc:sldMkLst>
          <pc:docMk/>
          <pc:sldMk cId="1886525034" sldId="335"/>
        </pc:sldMkLst>
        <pc:spChg chg="mod">
          <ac:chgData name="Teuku Raja Irfan Radarma" userId="cf428174-95ba-4576-8554-3a3b8ffa52b7" providerId="ADAL" clId="{A80269FD-1647-41EA-9465-E4829927D3E9}" dt="2025-11-16T07:23:25.752" v="7952"/>
          <ac:spMkLst>
            <pc:docMk/>
            <pc:sldMk cId="1886525034" sldId="335"/>
            <ac:spMk id="2" creationId="{B6F1DF47-EFEF-3350-38EC-AE722B99141D}"/>
          </ac:spMkLst>
        </pc:spChg>
        <pc:spChg chg="add del mod">
          <ac:chgData name="Teuku Raja Irfan Radarma" userId="cf428174-95ba-4576-8554-3a3b8ffa52b7" providerId="ADAL" clId="{A80269FD-1647-41EA-9465-E4829927D3E9}" dt="2025-11-16T07:24:23.247" v="7958" actId="20577"/>
          <ac:spMkLst>
            <pc:docMk/>
            <pc:sldMk cId="1886525034" sldId="335"/>
            <ac:spMk id="3" creationId="{1A6DDA76-000B-232B-20A9-7BCD0EBCC0F8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6" creationId="{9E2E44FB-3489-9917-95F3-D82A12A7F1E1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7" creationId="{76E86B0F-D9FC-6B49-2D02-268A9D1B5626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8" creationId="{6ED99FE0-BD5D-E81E-548B-E597FFB50064}"/>
          </ac:spMkLst>
        </pc:spChg>
        <pc:spChg chg="add mod">
          <ac:chgData name="Teuku Raja Irfan Radarma" userId="cf428174-95ba-4576-8554-3a3b8ffa52b7" providerId="ADAL" clId="{A80269FD-1647-41EA-9465-E4829927D3E9}" dt="2025-11-16T07:26:29.714" v="7987" actId="1076"/>
          <ac:spMkLst>
            <pc:docMk/>
            <pc:sldMk cId="1886525034" sldId="335"/>
            <ac:spMk id="11" creationId="{E73EA4C7-8051-7783-8C45-24826B69C1E4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36:05.131" v="9122" actId="20577"/>
        <pc:sldMkLst>
          <pc:docMk/>
          <pc:sldMk cId="4278665831" sldId="336"/>
        </pc:sldMkLst>
        <pc:spChg chg="mod">
          <ac:chgData name="Teuku Raja Irfan Radarma" userId="cf428174-95ba-4576-8554-3a3b8ffa52b7" providerId="ADAL" clId="{A80269FD-1647-41EA-9465-E4829927D3E9}" dt="2025-11-16T07:27:08.680" v="8026" actId="20577"/>
          <ac:spMkLst>
            <pc:docMk/>
            <pc:sldMk cId="4278665831" sldId="336"/>
            <ac:spMk id="2" creationId="{CFF8FE1B-F450-54CE-C7BB-57E0E4A318D8}"/>
          </ac:spMkLst>
        </pc:spChg>
        <pc:spChg chg="mod">
          <ac:chgData name="Teuku Raja Irfan Radarma" userId="cf428174-95ba-4576-8554-3a3b8ffa52b7" providerId="ADAL" clId="{A80269FD-1647-41EA-9465-E4829927D3E9}" dt="2025-11-16T08:36:05.131" v="9122" actId="20577"/>
          <ac:spMkLst>
            <pc:docMk/>
            <pc:sldMk cId="4278665831" sldId="336"/>
            <ac:spMk id="3" creationId="{658ED902-B363-9F6D-5149-1C534DCF9CDF}"/>
          </ac:spMkLst>
        </pc:spChg>
        <pc:spChg chg="add mod">
          <ac:chgData name="Teuku Raja Irfan Radarma" userId="cf428174-95ba-4576-8554-3a3b8ffa52b7" providerId="ADAL" clId="{A80269FD-1647-41EA-9465-E4829927D3E9}" dt="2025-11-16T07:30:06.349" v="8080" actId="207"/>
          <ac:spMkLst>
            <pc:docMk/>
            <pc:sldMk cId="4278665831" sldId="336"/>
            <ac:spMk id="10" creationId="{9784F59A-2554-7C3C-478E-861A63FCB31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4:31.244" v="8528" actId="20577"/>
        <pc:sldMkLst>
          <pc:docMk/>
          <pc:sldMk cId="793532728" sldId="337"/>
        </pc:sldMkLst>
        <pc:spChg chg="mod">
          <ac:chgData name="Teuku Raja Irfan Radarma" userId="cf428174-95ba-4576-8554-3a3b8ffa52b7" providerId="ADAL" clId="{A80269FD-1647-41EA-9465-E4829927D3E9}" dt="2025-11-16T07:59:15.547" v="8084"/>
          <ac:spMkLst>
            <pc:docMk/>
            <pc:sldMk cId="793532728" sldId="337"/>
            <ac:spMk id="2" creationId="{BF113CE5-D0E5-C154-6622-EBDD7B4DA32E}"/>
          </ac:spMkLst>
        </pc:spChg>
        <pc:spChg chg="mod">
          <ac:chgData name="Teuku Raja Irfan Radarma" userId="cf428174-95ba-4576-8554-3a3b8ffa52b7" providerId="ADAL" clId="{A80269FD-1647-41EA-9465-E4829927D3E9}" dt="2025-11-16T08:14:31.244" v="8528" actId="20577"/>
          <ac:spMkLst>
            <pc:docMk/>
            <pc:sldMk cId="793532728" sldId="337"/>
            <ac:spMk id="3" creationId="{1107E53C-3392-A600-92D0-93F502C3C688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8:08:38.837" v="8426" actId="1076"/>
        <pc:sldMkLst>
          <pc:docMk/>
          <pc:sldMk cId="3404868594" sldId="338"/>
        </pc:sldMkLst>
        <pc:spChg chg="mod">
          <ac:chgData name="Teuku Raja Irfan Radarma" userId="cf428174-95ba-4576-8554-3a3b8ffa52b7" providerId="ADAL" clId="{A80269FD-1647-41EA-9465-E4829927D3E9}" dt="2025-11-16T08:04:39.876" v="8378" actId="20577"/>
          <ac:spMkLst>
            <pc:docMk/>
            <pc:sldMk cId="3404868594" sldId="338"/>
            <ac:spMk id="2" creationId="{DC5447ED-0E1D-B4D7-B9AA-7BA277FE8F17}"/>
          </ac:spMkLst>
        </pc:spChg>
        <pc:spChg chg="mod">
          <ac:chgData name="Teuku Raja Irfan Radarma" userId="cf428174-95ba-4576-8554-3a3b8ffa52b7" providerId="ADAL" clId="{A80269FD-1647-41EA-9465-E4829927D3E9}" dt="2025-11-16T08:08:20.681" v="8421" actId="14100"/>
          <ac:spMkLst>
            <pc:docMk/>
            <pc:sldMk cId="3404868594" sldId="338"/>
            <ac:spMk id="3" creationId="{4449B494-87DD-09EB-620C-34E88CEC395A}"/>
          </ac:spMkLst>
        </pc:spChg>
        <pc:spChg chg="add mod">
          <ac:chgData name="Teuku Raja Irfan Radarma" userId="cf428174-95ba-4576-8554-3a3b8ffa52b7" providerId="ADAL" clId="{A80269FD-1647-41EA-9465-E4829927D3E9}" dt="2025-11-16T08:08:38.837" v="8426" actId="1076"/>
          <ac:spMkLst>
            <pc:docMk/>
            <pc:sldMk cId="3404868594" sldId="338"/>
            <ac:spMk id="5" creationId="{E0CB57BD-8764-F240-2891-7944FD4F953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3.552" v="9124" actId="113"/>
        <pc:sldMkLst>
          <pc:docMk/>
          <pc:sldMk cId="1794000066" sldId="339"/>
        </pc:sldMkLst>
        <pc:spChg chg="mod">
          <ac:chgData name="Teuku Raja Irfan Radarma" userId="cf428174-95ba-4576-8554-3a3b8ffa52b7" providerId="ADAL" clId="{A80269FD-1647-41EA-9465-E4829927D3E9}" dt="2025-11-16T08:09:59.058" v="8435"/>
          <ac:spMkLst>
            <pc:docMk/>
            <pc:sldMk cId="1794000066" sldId="339"/>
            <ac:spMk id="2" creationId="{8659BEB0-ACB1-6C12-4A16-47BFD6D567C1}"/>
          </ac:spMkLst>
        </pc:spChg>
        <pc:spChg chg="mod">
          <ac:chgData name="Teuku Raja Irfan Radarma" userId="cf428174-95ba-4576-8554-3a3b8ffa52b7" providerId="ADAL" clId="{A80269FD-1647-41EA-9465-E4829927D3E9}" dt="2025-11-16T08:09:44.643" v="8433" actId="113"/>
          <ac:spMkLst>
            <pc:docMk/>
            <pc:sldMk cId="1794000066" sldId="339"/>
            <ac:spMk id="3" creationId="{8E962599-D143-5141-A03B-B3431EF33450}"/>
          </ac:spMkLst>
        </pc:spChg>
        <pc:spChg chg="mod">
          <ac:chgData name="Teuku Raja Irfan Radarma" userId="cf428174-95ba-4576-8554-3a3b8ffa52b7" providerId="ADAL" clId="{A80269FD-1647-41EA-9465-E4829927D3E9}" dt="2025-11-16T08:38:43.552" v="9124" actId="113"/>
          <ac:spMkLst>
            <pc:docMk/>
            <pc:sldMk cId="1794000066" sldId="339"/>
            <ac:spMk id="5" creationId="{A95DA4ED-173F-AA4C-1CCB-F82E51F2D30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38:48.182" v="9128" actId="27636"/>
        <pc:sldMkLst>
          <pc:docMk/>
          <pc:sldMk cId="3428136827" sldId="340"/>
        </pc:sldMkLst>
        <pc:spChg chg="mod">
          <ac:chgData name="Teuku Raja Irfan Radarma" userId="cf428174-95ba-4576-8554-3a3b8ffa52b7" providerId="ADAL" clId="{A80269FD-1647-41EA-9465-E4829927D3E9}" dt="2025-11-16T08:10:22.690" v="8443" actId="27636"/>
          <ac:spMkLst>
            <pc:docMk/>
            <pc:sldMk cId="3428136827" sldId="340"/>
            <ac:spMk id="2" creationId="{1FC30817-9425-6EEE-600E-E7FEE866643C}"/>
          </ac:spMkLst>
        </pc:spChg>
        <pc:spChg chg="mod">
          <ac:chgData name="Teuku Raja Irfan Radarma" userId="cf428174-95ba-4576-8554-3a3b8ffa52b7" providerId="ADAL" clId="{A80269FD-1647-41EA-9465-E4829927D3E9}" dt="2025-11-16T08:10:39.013" v="8449" actId="5793"/>
          <ac:spMkLst>
            <pc:docMk/>
            <pc:sldMk cId="3428136827" sldId="340"/>
            <ac:spMk id="3" creationId="{730992CA-8836-DB0B-38A5-846D28CF17C9}"/>
          </ac:spMkLst>
        </pc:spChg>
        <pc:spChg chg="mod">
          <ac:chgData name="Teuku Raja Irfan Radarma" userId="cf428174-95ba-4576-8554-3a3b8ffa52b7" providerId="ADAL" clId="{A80269FD-1647-41EA-9465-E4829927D3E9}" dt="2025-11-16T08:38:48.182" v="9128" actId="27636"/>
          <ac:spMkLst>
            <pc:docMk/>
            <pc:sldMk cId="3428136827" sldId="340"/>
            <ac:spMk id="5" creationId="{89DE8B58-A11D-5AB6-5053-E0DD668ADB23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38.919" v="8587" actId="5793"/>
        <pc:sldMkLst>
          <pc:docMk/>
          <pc:sldMk cId="3152488734" sldId="341"/>
        </pc:sldMkLst>
        <pc:spChg chg="mod">
          <ac:chgData name="Teuku Raja Irfan Radarma" userId="cf428174-95ba-4576-8554-3a3b8ffa52b7" providerId="ADAL" clId="{A80269FD-1647-41EA-9465-E4829927D3E9}" dt="2025-11-16T08:12:01.983" v="8460" actId="20577"/>
          <ac:spMkLst>
            <pc:docMk/>
            <pc:sldMk cId="3152488734" sldId="341"/>
            <ac:spMk id="2" creationId="{0082186E-E172-F218-3A50-483BAE52164F}"/>
          </ac:spMkLst>
        </pc:spChg>
        <pc:spChg chg="mod">
          <ac:chgData name="Teuku Raja Irfan Radarma" userId="cf428174-95ba-4576-8554-3a3b8ffa52b7" providerId="ADAL" clId="{A80269FD-1647-41EA-9465-E4829927D3E9}" dt="2025-11-16T08:13:02.471" v="8498" actId="27636"/>
          <ac:spMkLst>
            <pc:docMk/>
            <pc:sldMk cId="3152488734" sldId="341"/>
            <ac:spMk id="3" creationId="{4EB1E29E-A2E5-85B4-566F-58B3143F2B4D}"/>
          </ac:spMkLst>
        </pc:spChg>
        <pc:spChg chg="mod">
          <ac:chgData name="Teuku Raja Irfan Radarma" userId="cf428174-95ba-4576-8554-3a3b8ffa52b7" providerId="ADAL" clId="{A80269FD-1647-41EA-9465-E4829927D3E9}" dt="2025-11-16T08:16:38.919" v="8587" actId="5793"/>
          <ac:spMkLst>
            <pc:docMk/>
            <pc:sldMk cId="3152488734" sldId="341"/>
            <ac:spMk id="5" creationId="{206B9B6F-16A8-EF02-1B77-C7936933E8EC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6:53.937" v="8590" actId="5793"/>
        <pc:sldMkLst>
          <pc:docMk/>
          <pc:sldMk cId="1034730479" sldId="342"/>
        </pc:sldMkLst>
        <pc:spChg chg="mod">
          <ac:chgData name="Teuku Raja Irfan Radarma" userId="cf428174-95ba-4576-8554-3a3b8ffa52b7" providerId="ADAL" clId="{A80269FD-1647-41EA-9465-E4829927D3E9}" dt="2025-11-16T08:14:15.321" v="8519" actId="20577"/>
          <ac:spMkLst>
            <pc:docMk/>
            <pc:sldMk cId="1034730479" sldId="342"/>
            <ac:spMk id="2" creationId="{6844FDF9-7E3D-79B7-C70F-D149650592B7}"/>
          </ac:spMkLst>
        </pc:spChg>
        <pc:spChg chg="mod">
          <ac:chgData name="Teuku Raja Irfan Radarma" userId="cf428174-95ba-4576-8554-3a3b8ffa52b7" providerId="ADAL" clId="{A80269FD-1647-41EA-9465-E4829927D3E9}" dt="2025-11-16T08:14:19.644" v="8520" actId="2710"/>
          <ac:spMkLst>
            <pc:docMk/>
            <pc:sldMk cId="1034730479" sldId="342"/>
            <ac:spMk id="3" creationId="{7485DD9A-15F9-E047-2604-23C2848EA399}"/>
          </ac:spMkLst>
        </pc:spChg>
        <pc:spChg chg="mod">
          <ac:chgData name="Teuku Raja Irfan Radarma" userId="cf428174-95ba-4576-8554-3a3b8ffa52b7" providerId="ADAL" clId="{A80269FD-1647-41EA-9465-E4829927D3E9}" dt="2025-11-16T08:16:53.937" v="8590" actId="5793"/>
          <ac:spMkLst>
            <pc:docMk/>
            <pc:sldMk cId="1034730479" sldId="342"/>
            <ac:spMk id="5" creationId="{1C4C3321-8577-BC50-346A-654909F72A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17:19.553" v="8598" actId="27636"/>
        <pc:sldMkLst>
          <pc:docMk/>
          <pc:sldMk cId="3332033869" sldId="343"/>
        </pc:sldMkLst>
        <pc:spChg chg="mod">
          <ac:chgData name="Teuku Raja Irfan Radarma" userId="cf428174-95ba-4576-8554-3a3b8ffa52b7" providerId="ADAL" clId="{A80269FD-1647-41EA-9465-E4829927D3E9}" dt="2025-11-16T08:14:54.550" v="8569" actId="20577"/>
          <ac:spMkLst>
            <pc:docMk/>
            <pc:sldMk cId="3332033869" sldId="343"/>
            <ac:spMk id="2" creationId="{3A2C90E3-B596-DEA0-C218-9C86F3E7E920}"/>
          </ac:spMkLst>
        </pc:spChg>
        <pc:spChg chg="mod">
          <ac:chgData name="Teuku Raja Irfan Radarma" userId="cf428174-95ba-4576-8554-3a3b8ffa52b7" providerId="ADAL" clId="{A80269FD-1647-41EA-9465-E4829927D3E9}" dt="2025-11-16T08:15:09.410" v="8574" actId="27636"/>
          <ac:spMkLst>
            <pc:docMk/>
            <pc:sldMk cId="3332033869" sldId="343"/>
            <ac:spMk id="3" creationId="{1C5E3FE7-CCAA-6A08-70BD-0B9A19D2C57C}"/>
          </ac:spMkLst>
        </pc:spChg>
        <pc:spChg chg="mod">
          <ac:chgData name="Teuku Raja Irfan Radarma" userId="cf428174-95ba-4576-8554-3a3b8ffa52b7" providerId="ADAL" clId="{A80269FD-1647-41EA-9465-E4829927D3E9}" dt="2025-11-16T08:17:19.553" v="8598" actId="27636"/>
          <ac:spMkLst>
            <pc:docMk/>
            <pc:sldMk cId="3332033869" sldId="343"/>
            <ac:spMk id="5" creationId="{48AEB297-22E6-A6E4-8B0F-9B15526413D0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16T08:18:18.165" v="8639" actId="20577"/>
        <pc:sldMkLst>
          <pc:docMk/>
          <pc:sldMk cId="426277938" sldId="344"/>
        </pc:sldMkLst>
        <pc:spChg chg="mod">
          <ac:chgData name="Teuku Raja Irfan Radarma" userId="cf428174-95ba-4576-8554-3a3b8ffa52b7" providerId="ADAL" clId="{A80269FD-1647-41EA-9465-E4829927D3E9}" dt="2025-11-16T08:18:06.259" v="8626" actId="20577"/>
          <ac:spMkLst>
            <pc:docMk/>
            <pc:sldMk cId="426277938" sldId="344"/>
            <ac:spMk id="2" creationId="{F37DA65F-4339-69E1-C9F9-63616120BA0E}"/>
          </ac:spMkLst>
        </pc:spChg>
        <pc:spChg chg="mod">
          <ac:chgData name="Teuku Raja Irfan Radarma" userId="cf428174-95ba-4576-8554-3a3b8ffa52b7" providerId="ADAL" clId="{A80269FD-1647-41EA-9465-E4829927D3E9}" dt="2025-11-16T08:18:18.165" v="8639" actId="20577"/>
          <ac:spMkLst>
            <pc:docMk/>
            <pc:sldMk cId="426277938" sldId="344"/>
            <ac:spMk id="3" creationId="{2CEA849F-8DC2-638A-CD2F-95612186930A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24:11.822" v="9094" actId="478"/>
        <pc:sldMkLst>
          <pc:docMk/>
          <pc:sldMk cId="1186569357" sldId="345"/>
        </pc:sldMkLst>
        <pc:spChg chg="mod">
          <ac:chgData name="Teuku Raja Irfan Radarma" userId="cf428174-95ba-4576-8554-3a3b8ffa52b7" providerId="ADAL" clId="{A80269FD-1647-41EA-9465-E4829927D3E9}" dt="2025-11-16T08:18:40.787" v="8695" actId="20577"/>
          <ac:spMkLst>
            <pc:docMk/>
            <pc:sldMk cId="1186569357" sldId="345"/>
            <ac:spMk id="2" creationId="{B2AAEFD2-D5E2-6752-D832-4D847F2A448A}"/>
          </ac:spMkLst>
        </pc:spChg>
        <pc:spChg chg="mod">
          <ac:chgData name="Teuku Raja Irfan Radarma" userId="cf428174-95ba-4576-8554-3a3b8ffa52b7" providerId="ADAL" clId="{A80269FD-1647-41EA-9465-E4829927D3E9}" dt="2025-11-16T08:22:39.176" v="9024" actId="14100"/>
          <ac:spMkLst>
            <pc:docMk/>
            <pc:sldMk cId="1186569357" sldId="345"/>
            <ac:spMk id="3" creationId="{DF1902C1-5F7D-FBCA-1397-F1648CDB7443}"/>
          </ac:spMkLst>
        </pc:spChg>
        <pc:spChg chg="add mod">
          <ac:chgData name="Teuku Raja Irfan Radarma" userId="cf428174-95ba-4576-8554-3a3b8ffa52b7" providerId="ADAL" clId="{A80269FD-1647-41EA-9465-E4829927D3E9}" dt="2025-11-16T08:23:54.551" v="9091" actId="207"/>
          <ac:spMkLst>
            <pc:docMk/>
            <pc:sldMk cId="1186569357" sldId="345"/>
            <ac:spMk id="6" creationId="{37D30045-3CD5-1C01-4019-DFA2F081BC92}"/>
          </ac:spMkLst>
        </pc:spChg>
        <pc:spChg chg="add mod">
          <ac:chgData name="Teuku Raja Irfan Radarma" userId="cf428174-95ba-4576-8554-3a3b8ffa52b7" providerId="ADAL" clId="{A80269FD-1647-41EA-9465-E4829927D3E9}" dt="2025-11-16T08:23:50.235" v="9090" actId="207"/>
          <ac:spMkLst>
            <pc:docMk/>
            <pc:sldMk cId="1186569357" sldId="345"/>
            <ac:spMk id="7" creationId="{B0A8F291-948F-B3ED-3957-E116EEF24512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15.996" v="9114" actId="20577"/>
        <pc:sldMkLst>
          <pc:docMk/>
          <pc:sldMk cId="2378158088" sldId="346"/>
        </pc:sldMkLst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9" creationId="{5A8B9A21-2775-DA9E-3F84-59B3B231030C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0" creationId="{E0944340-8D74-5944-8568-CA78E02ACACF}"/>
          </ac:spMkLst>
        </pc:spChg>
        <pc:spChg chg="add mod">
          <ac:chgData name="Teuku Raja Irfan Radarma" userId="cf428174-95ba-4576-8554-3a3b8ffa52b7" providerId="ADAL" clId="{A80269FD-1647-41EA-9465-E4829927D3E9}" dt="2025-11-16T08:25:03.405" v="9099" actId="1076"/>
          <ac:spMkLst>
            <pc:docMk/>
            <pc:sldMk cId="2378158088" sldId="346"/>
            <ac:spMk id="11" creationId="{18031638-F7C4-0070-9FD0-714E873E618F}"/>
          </ac:spMkLst>
        </pc:spChg>
        <pc:spChg chg="add mod">
          <ac:chgData name="Teuku Raja Irfan Radarma" userId="cf428174-95ba-4576-8554-3a3b8ffa52b7" providerId="ADAL" clId="{A80269FD-1647-41EA-9465-E4829927D3E9}" dt="2025-11-16T08:25:54.665" v="9106" actId="20577"/>
          <ac:spMkLst>
            <pc:docMk/>
            <pc:sldMk cId="2378158088" sldId="346"/>
            <ac:spMk id="12" creationId="{30268A24-1EA0-8790-8DAC-973CB3132020}"/>
          </ac:spMkLst>
        </pc:spChg>
        <pc:spChg chg="add mod">
          <ac:chgData name="Teuku Raja Irfan Radarma" userId="cf428174-95ba-4576-8554-3a3b8ffa52b7" providerId="ADAL" clId="{A80269FD-1647-41EA-9465-E4829927D3E9}" dt="2025-11-16T08:26:06.440" v="9110" actId="20577"/>
          <ac:spMkLst>
            <pc:docMk/>
            <pc:sldMk cId="2378158088" sldId="346"/>
            <ac:spMk id="13" creationId="{14944150-F86B-821E-5C02-23F3D13C9668}"/>
          </ac:spMkLst>
        </pc:spChg>
        <pc:spChg chg="add mod">
          <ac:chgData name="Teuku Raja Irfan Radarma" userId="cf428174-95ba-4576-8554-3a3b8ffa52b7" providerId="ADAL" clId="{A80269FD-1647-41EA-9465-E4829927D3E9}" dt="2025-11-16T08:26:15.996" v="9114" actId="20577"/>
          <ac:spMkLst>
            <pc:docMk/>
            <pc:sldMk cId="2378158088" sldId="346"/>
            <ac:spMk id="14" creationId="{CBB78542-08B6-5D7E-B8ED-C14C609CA91A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16T08:26:38.783" v="9118" actId="1076"/>
        <pc:sldMkLst>
          <pc:docMk/>
          <pc:sldMk cId="2073425657" sldId="347"/>
        </pc:sldMkLst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3" creationId="{05154078-A189-EB5A-50F8-01D4A12B135C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5" creationId="{0438DA8F-AA82-6A1F-0CE6-7B89D2D49D6A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6" creationId="{72215784-D0E5-CF53-4B6A-914A79F90A0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7" creationId="{336F64B8-E1FA-3A4D-3251-1CE9D870EF2B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8" creationId="{68EA5E59-4FDE-4430-1879-47DD53FA1638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19" creationId="{B0316E0D-6534-588D-FEE4-B50859D2FBA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0" creationId="{9A08AF72-5625-DEA1-E1D8-8A5E0EA6BA83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1" creationId="{29EBA80D-1A1B-1EBF-7E3F-69B9664254AD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2" creationId="{C58F65E5-3846-FA56-C45C-7B2176A14AE9}"/>
          </ac:spMkLst>
        </pc:spChg>
        <pc:spChg chg="add mod">
          <ac:chgData name="Teuku Raja Irfan Radarma" userId="cf428174-95ba-4576-8554-3a3b8ffa52b7" providerId="ADAL" clId="{A80269FD-1647-41EA-9465-E4829927D3E9}" dt="2025-11-16T08:26:38.783" v="9118" actId="1076"/>
          <ac:spMkLst>
            <pc:docMk/>
            <pc:sldMk cId="2073425657" sldId="347"/>
            <ac:spMk id="23" creationId="{6555341C-D545-E71C-6A49-E97A49E73689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16T09:00:42.352" v="9572" actId="1076"/>
        <pc:sldMkLst>
          <pc:docMk/>
          <pc:sldMk cId="4030598052" sldId="348"/>
        </pc:sldMkLst>
        <pc:spChg chg="mod">
          <ac:chgData name="Teuku Raja Irfan Radarma" userId="cf428174-95ba-4576-8554-3a3b8ffa52b7" providerId="ADAL" clId="{A80269FD-1647-41EA-9465-E4829927D3E9}" dt="2025-11-16T09:00:39.071" v="9571" actId="20577"/>
          <ac:spMkLst>
            <pc:docMk/>
            <pc:sldMk cId="4030598052" sldId="348"/>
            <ac:spMk id="2" creationId="{1D645018-87D5-1EEC-18F0-7252B1453A6D}"/>
          </ac:spMkLst>
        </pc:spChg>
        <pc:spChg chg="mod">
          <ac:chgData name="Teuku Raja Irfan Radarma" userId="cf428174-95ba-4576-8554-3a3b8ffa52b7" providerId="ADAL" clId="{A80269FD-1647-41EA-9465-E4829927D3E9}" dt="2025-11-16T09:00:42.352" v="9572" actId="1076"/>
          <ac:spMkLst>
            <pc:docMk/>
            <pc:sldMk cId="4030598052" sldId="348"/>
            <ac:spMk id="4" creationId="{F72A8703-1BF8-63A8-E17B-22A432EA3F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2:06.042" v="9369" actId="27636"/>
        <pc:sldMkLst>
          <pc:docMk/>
          <pc:sldMk cId="184288217" sldId="349"/>
        </pc:sldMkLst>
        <pc:spChg chg="mod">
          <ac:chgData name="Teuku Raja Irfan Radarma" userId="cf428174-95ba-4576-8554-3a3b8ffa52b7" providerId="ADAL" clId="{A80269FD-1647-41EA-9465-E4829927D3E9}" dt="2025-11-16T08:51:25.598" v="9350"/>
          <ac:spMkLst>
            <pc:docMk/>
            <pc:sldMk cId="184288217" sldId="349"/>
            <ac:spMk id="2" creationId="{4AB7F51F-1571-669A-C31F-4DEDD96B2F17}"/>
          </ac:spMkLst>
        </pc:spChg>
        <pc:spChg chg="mod">
          <ac:chgData name="Teuku Raja Irfan Radarma" userId="cf428174-95ba-4576-8554-3a3b8ffa52b7" providerId="ADAL" clId="{A80269FD-1647-41EA-9465-E4829927D3E9}" dt="2025-11-16T08:52:06.042" v="9369" actId="27636"/>
          <ac:spMkLst>
            <pc:docMk/>
            <pc:sldMk cId="184288217" sldId="349"/>
            <ac:spMk id="4" creationId="{F9323583-129F-732F-3E8C-FFA686138ED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7:51.397" v="9515" actId="14100"/>
        <pc:sldMkLst>
          <pc:docMk/>
          <pc:sldMk cId="437662986" sldId="350"/>
        </pc:sldMkLst>
        <pc:spChg chg="mod">
          <ac:chgData name="Teuku Raja Irfan Radarma" userId="cf428174-95ba-4576-8554-3a3b8ffa52b7" providerId="ADAL" clId="{A80269FD-1647-41EA-9465-E4829927D3E9}" dt="2025-11-16T08:57:51.397" v="9515" actId="14100"/>
          <ac:spMkLst>
            <pc:docMk/>
            <pc:sldMk cId="437662986" sldId="350"/>
            <ac:spMk id="4" creationId="{97D91AB9-412D-738E-B111-B04F210D8EE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16T08:54:01.830" v="9430" actId="27636"/>
        <pc:sldMkLst>
          <pc:docMk/>
          <pc:sldMk cId="323715114" sldId="351"/>
        </pc:sldMkLst>
        <pc:spChg chg="mod">
          <ac:chgData name="Teuku Raja Irfan Radarma" userId="cf428174-95ba-4576-8554-3a3b8ffa52b7" providerId="ADAL" clId="{A80269FD-1647-41EA-9465-E4829927D3E9}" dt="2025-11-16T08:53:21.545" v="9408"/>
          <ac:spMkLst>
            <pc:docMk/>
            <pc:sldMk cId="323715114" sldId="351"/>
            <ac:spMk id="2" creationId="{0422515D-063D-A3CF-3C2C-C15F4BC15A4D}"/>
          </ac:spMkLst>
        </pc:spChg>
        <pc:spChg chg="mod">
          <ac:chgData name="Teuku Raja Irfan Radarma" userId="cf428174-95ba-4576-8554-3a3b8ffa52b7" providerId="ADAL" clId="{A80269FD-1647-41EA-9465-E4829927D3E9}" dt="2025-11-16T08:54:01.830" v="9430" actId="27636"/>
          <ac:spMkLst>
            <pc:docMk/>
            <pc:sldMk cId="323715114" sldId="351"/>
            <ac:spMk id="4" creationId="{EC410417-CB3C-5403-A168-816FA97C1868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6T09:00:08.491" v="9553"/>
        <pc:sldMkLst>
          <pc:docMk/>
          <pc:sldMk cId="3901029982" sldId="352"/>
        </pc:sldMkLst>
        <pc:spChg chg="mod">
          <ac:chgData name="Teuku Raja Irfan Radarma" userId="cf428174-95ba-4576-8554-3a3b8ffa52b7" providerId="ADAL" clId="{A80269FD-1647-41EA-9465-E4829927D3E9}" dt="2025-11-16T08:54:30.014" v="9435"/>
          <ac:spMkLst>
            <pc:docMk/>
            <pc:sldMk cId="3901029982" sldId="352"/>
            <ac:spMk id="2" creationId="{A3AB73BD-8BBB-C6A5-87FD-7BE36C86A867}"/>
          </ac:spMkLst>
        </pc:spChg>
        <pc:spChg chg="mod">
          <ac:chgData name="Teuku Raja Irfan Radarma" userId="cf428174-95ba-4576-8554-3a3b8ffa52b7" providerId="ADAL" clId="{A80269FD-1647-41EA-9465-E4829927D3E9}" dt="2025-11-16T08:57:22.329" v="9509" actId="20577"/>
          <ac:spMkLst>
            <pc:docMk/>
            <pc:sldMk cId="3901029982" sldId="352"/>
            <ac:spMk id="4" creationId="{22597969-0FE1-1E33-690A-2F9E0D0161C8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8:59:43.265" v="9550" actId="403"/>
        <pc:sldMkLst>
          <pc:docMk/>
          <pc:sldMk cId="717219447" sldId="354"/>
        </pc:sldMkLst>
        <pc:spChg chg="add mod">
          <ac:chgData name="Teuku Raja Irfan Radarma" userId="cf428174-95ba-4576-8554-3a3b8ffa52b7" providerId="ADAL" clId="{A80269FD-1647-41EA-9465-E4829927D3E9}" dt="2025-11-16T08:58:46.171" v="9529" actId="20577"/>
          <ac:spMkLst>
            <pc:docMk/>
            <pc:sldMk cId="717219447" sldId="354"/>
            <ac:spMk id="4" creationId="{19E83176-7C1A-CE5F-7BB0-28B1D3F70214}"/>
          </ac:spMkLst>
        </pc:spChg>
        <pc:spChg chg="add mod">
          <ac:chgData name="Teuku Raja Irfan Radarma" userId="cf428174-95ba-4576-8554-3a3b8ffa52b7" providerId="ADAL" clId="{A80269FD-1647-41EA-9465-E4829927D3E9}" dt="2025-11-16T08:59:43.265" v="9550" actId="403"/>
          <ac:spMkLst>
            <pc:docMk/>
            <pc:sldMk cId="717219447" sldId="354"/>
            <ac:spMk id="5" creationId="{B07E3BB3-5A73-84AF-FC26-5AB014F57403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17T00:07:41.614" v="9797" actId="20577"/>
        <pc:sldMkLst>
          <pc:docMk/>
          <pc:sldMk cId="390435890" sldId="355"/>
        </pc:sldMkLst>
        <pc:spChg chg="mod">
          <ac:chgData name="Teuku Raja Irfan Radarma" userId="cf428174-95ba-4576-8554-3a3b8ffa52b7" providerId="ADAL" clId="{A80269FD-1647-41EA-9465-E4829927D3E9}" dt="2025-11-16T09:00:19.886" v="9560" actId="404"/>
          <ac:spMkLst>
            <pc:docMk/>
            <pc:sldMk cId="390435890" sldId="355"/>
            <ac:spMk id="2" creationId="{B0003AA4-F0EE-099A-1F0F-6558EC516318}"/>
          </ac:spMkLst>
        </pc:spChg>
        <pc:spChg chg="mod">
          <ac:chgData name="Teuku Raja Irfan Radarma" userId="cf428174-95ba-4576-8554-3a3b8ffa52b7" providerId="ADAL" clId="{A80269FD-1647-41EA-9465-E4829927D3E9}" dt="2025-11-17T00:07:41.614" v="9797" actId="20577"/>
          <ac:spMkLst>
            <pc:docMk/>
            <pc:sldMk cId="390435890" sldId="355"/>
            <ac:spMk id="4" creationId="{541BB6E2-BFBE-3CC6-4117-0F6023778159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Governance Audit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Audit &amp; Standards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COBIT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Auditing IT Governance using COBIT 2019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Governance?</a:t>
            </a:r>
          </a:p>
          <a:p>
            <a:r>
              <a:rPr lang="en-US" sz="2400" dirty="0"/>
              <a:t>What is IT Governance?</a:t>
            </a:r>
          </a:p>
          <a:p>
            <a:r>
              <a:rPr lang="en-US" sz="2400" dirty="0"/>
              <a:t>Why IT Governance matters</a:t>
            </a:r>
          </a:p>
          <a:p>
            <a:r>
              <a:rPr lang="en-US" sz="2400" dirty="0"/>
              <a:t>Governance vs Management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Audit &amp;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#criteria #objectivity #repeatability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/>
          <a:lstStyle/>
          <a:p>
            <a:r>
              <a:rPr lang="en-US" dirty="0"/>
              <a:t>Remember What Arens said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3160755"/>
            <a:ext cx="105155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This definition gives us three pillars: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Evidence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Information being evaluated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Criteria (the benchmark used to judge the information)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>
              <a:buNone/>
            </a:pPr>
            <a:r>
              <a:rPr lang="en-US" sz="2000" dirty="0"/>
              <a:t>Most students and even professionals often forget that the </a:t>
            </a:r>
            <a:r>
              <a:rPr lang="en-US" sz="2000" b="1" dirty="0"/>
              <a:t>criteria</a:t>
            </a:r>
            <a:r>
              <a:rPr lang="en-US" sz="2000" dirty="0"/>
              <a:t> is the centerpiece.</a:t>
            </a:r>
          </a:p>
          <a:p>
            <a:pPr>
              <a:buNone/>
            </a:pPr>
            <a:r>
              <a:rPr lang="en-US" sz="2000" dirty="0"/>
              <a:t>Without criteria, there is no audit, only opinion.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F16751-09F9-6761-2E34-EAF32CEF3755}"/>
              </a:ext>
            </a:extLst>
          </p:cNvPr>
          <p:cNvSpPr/>
          <p:nvPr/>
        </p:nvSpPr>
        <p:spPr>
          <a:xfrm>
            <a:off x="838199" y="1450476"/>
            <a:ext cx="10515599" cy="1373034"/>
          </a:xfrm>
          <a:prstGeom prst="rect">
            <a:avLst/>
          </a:prstGeom>
          <a:solidFill>
            <a:srgbClr val="E4D304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“Auditing is the accumulation and evaluation of evidence about information to determine and report on the degree of correspondence between the information and </a:t>
            </a:r>
            <a:r>
              <a:rPr lang="en-US" sz="2400" b="1" i="1" dirty="0">
                <a:solidFill>
                  <a:schemeClr val="tx1"/>
                </a:solidFill>
              </a:rPr>
              <a:t>established criteria</a:t>
            </a:r>
            <a:r>
              <a:rPr lang="en-US" sz="2400" i="1" dirty="0">
                <a:solidFill>
                  <a:schemeClr val="tx1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Established Criteria Matters in Auditing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3"/>
            <a:ext cx="10515600" cy="469835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makes judgments objective</a:t>
            </a:r>
          </a:p>
          <a:p>
            <a:pPr>
              <a:lnSpc>
                <a:spcPct val="100000"/>
              </a:lnSpc>
            </a:pPr>
            <a:r>
              <a:rPr lang="en-US" dirty="0"/>
              <a:t>It defines “what good looks like”</a:t>
            </a:r>
          </a:p>
          <a:p>
            <a:pPr>
              <a:lnSpc>
                <a:spcPct val="100000"/>
              </a:lnSpc>
            </a:pPr>
            <a:r>
              <a:rPr lang="en-US" dirty="0"/>
              <a:t>It reduces arguments with management</a:t>
            </a:r>
          </a:p>
          <a:p>
            <a:pPr>
              <a:lnSpc>
                <a:spcPct val="100000"/>
              </a:lnSpc>
            </a:pPr>
            <a:r>
              <a:rPr lang="en-US" dirty="0"/>
              <a:t>It ensures audits are repeatable and comparable</a:t>
            </a:r>
          </a:p>
          <a:p>
            <a:pPr>
              <a:lnSpc>
                <a:spcPct val="100000"/>
              </a:lnSpc>
            </a:pPr>
            <a:r>
              <a:rPr lang="en-US" dirty="0"/>
              <a:t>It protects the auditor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F37-A50D-160F-959B-451148F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Reflection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DAE2-B333-C41A-41EF-77E61956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64538"/>
          </a:xfrm>
        </p:spPr>
        <p:txBody>
          <a:bodyPr/>
          <a:lstStyle/>
          <a:p>
            <a:r>
              <a:rPr lang="en-US" dirty="0"/>
              <a:t>In financial audit, what are the traditional criteria?</a:t>
            </a:r>
          </a:p>
          <a:p>
            <a:endParaRPr lang="en-US" dirty="0"/>
          </a:p>
          <a:p>
            <a:r>
              <a:rPr lang="en-US" dirty="0"/>
              <a:t>In IT/IS Auditing, what is the equivalent of that traditional criteria?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AD7F-78E8-3D5C-5B0C-29E8CD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71F-C16B-DA79-68B6-1A727EAD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Landscape of Establishing Criteria in IT/IS Auditing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99E53-CB05-4A46-CA8D-0FB20301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47205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Because IT is broad, fast-changing, and context-dependent, IT auditors deal with multiple domains under “IT” such 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3EA0-6327-F28B-AD8A-29CCEADA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4F15F2-5210-6A75-7B83-C56C12B10AE3}"/>
              </a:ext>
            </a:extLst>
          </p:cNvPr>
          <p:cNvSpPr txBox="1">
            <a:spLocks/>
          </p:cNvSpPr>
          <p:nvPr/>
        </p:nvSpPr>
        <p:spPr>
          <a:xfrm>
            <a:off x="838200" y="2883866"/>
            <a:ext cx="10515600" cy="2941899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IT Governance</a:t>
            </a:r>
          </a:p>
          <a:p>
            <a:pPr>
              <a:lnSpc>
                <a:spcPct val="100000"/>
              </a:lnSpc>
            </a:pPr>
            <a:r>
              <a:rPr lang="en-US" dirty="0"/>
              <a:t>Information Security</a:t>
            </a:r>
          </a:p>
          <a:p>
            <a:pPr>
              <a:lnSpc>
                <a:spcPct val="100000"/>
              </a:lnSpc>
            </a:pPr>
            <a:r>
              <a:rPr lang="en-US" dirty="0"/>
              <a:t>IT Operations</a:t>
            </a:r>
          </a:p>
          <a:p>
            <a:pPr>
              <a:lnSpc>
                <a:spcPct val="100000"/>
              </a:lnSpc>
            </a:pPr>
            <a:r>
              <a:rPr lang="en-US" dirty="0"/>
              <a:t>System Development</a:t>
            </a:r>
          </a:p>
          <a:p>
            <a:pPr>
              <a:lnSpc>
                <a:spcPct val="100000"/>
              </a:lnSpc>
            </a:pPr>
            <a:r>
              <a:rPr lang="en-US" dirty="0"/>
              <a:t>Data Management</a:t>
            </a:r>
          </a:p>
          <a:p>
            <a:pPr>
              <a:lnSpc>
                <a:spcPct val="100000"/>
              </a:lnSpc>
            </a:pPr>
            <a:r>
              <a:rPr lang="en-US" dirty="0"/>
              <a:t>Infrastructure</a:t>
            </a:r>
          </a:p>
          <a:p>
            <a:pPr>
              <a:lnSpc>
                <a:spcPct val="100000"/>
              </a:lnSpc>
            </a:pPr>
            <a:r>
              <a:rPr lang="en-US" dirty="0"/>
              <a:t>Cloud Service</a:t>
            </a:r>
          </a:p>
          <a:p>
            <a:pPr>
              <a:lnSpc>
                <a:spcPct val="100000"/>
              </a:lnSpc>
            </a:pPr>
            <a:r>
              <a:rPr lang="en-US" dirty="0"/>
              <a:t>Privacy</a:t>
            </a:r>
          </a:p>
          <a:p>
            <a:pPr>
              <a:lnSpc>
                <a:spcPct val="100000"/>
              </a:lnSpc>
            </a:pPr>
            <a:r>
              <a:rPr lang="en-US" dirty="0"/>
              <a:t>Cybersecurity</a:t>
            </a:r>
          </a:p>
          <a:p>
            <a:pPr>
              <a:lnSpc>
                <a:spcPct val="100000"/>
              </a:lnSpc>
            </a:pPr>
            <a:r>
              <a:rPr lang="en-US" i="1" dirty="0"/>
              <a:t>And so many more!</a:t>
            </a:r>
          </a:p>
        </p:txBody>
      </p:sp>
    </p:spTree>
    <p:extLst>
      <p:ext uri="{BB962C8B-B14F-4D97-AF65-F5344CB8AC3E}">
        <p14:creationId xmlns:p14="http://schemas.microsoft.com/office/powerpoint/2010/main" val="192563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7D1F-3895-A963-A777-7BE4CF16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en-US" dirty="0"/>
              <a:t>Diverse Standards Used as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202D-5A2D-45F0-F71E-1919EDF6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120776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There is no single “GAAP for IT.”</a:t>
            </a:r>
            <a:br>
              <a:rPr lang="en-US" dirty="0"/>
            </a:br>
            <a:r>
              <a:rPr lang="en-US" dirty="0"/>
              <a:t>IT auditors typically rely on combinations of: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B4DF-A164-B636-C282-5F31C701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67EFA-076E-51A4-47A8-D7DF3E43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41349"/>
              </p:ext>
            </p:extLst>
          </p:nvPr>
        </p:nvGraphicFramePr>
        <p:xfrm>
          <a:off x="934126" y="2461098"/>
          <a:ext cx="10323747" cy="338801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419369">
                  <a:extLst>
                    <a:ext uri="{9D8B030D-6E8A-4147-A177-3AD203B41FA5}">
                      <a16:colId xmlns:a16="http://schemas.microsoft.com/office/drawing/2014/main" val="933440076"/>
                    </a:ext>
                  </a:extLst>
                </a:gridCol>
                <a:gridCol w="3092045">
                  <a:extLst>
                    <a:ext uri="{9D8B030D-6E8A-4147-A177-3AD203B41FA5}">
                      <a16:colId xmlns:a16="http://schemas.microsoft.com/office/drawing/2014/main" val="846357383"/>
                    </a:ext>
                  </a:extLst>
                </a:gridCol>
                <a:gridCol w="6812333">
                  <a:extLst>
                    <a:ext uri="{9D8B030D-6E8A-4147-A177-3AD203B41FA5}">
                      <a16:colId xmlns:a16="http://schemas.microsoft.com/office/drawing/2014/main" val="3384507886"/>
                    </a:ext>
                  </a:extLst>
                </a:gridCol>
              </a:tblGrid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ISACA Standards &amp; COBIT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backbone</a:t>
                      </a:r>
                      <a:r>
                        <a:rPr lang="en-US" dirty="0"/>
                        <a:t> of professional IS auditing and IT governance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124159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ISO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universal best-practice yardsticks</a:t>
                      </a:r>
                      <a:r>
                        <a:rPr lang="en-US" dirty="0"/>
                        <a:t> for IT processes, security, and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355300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NIST Standards &amp;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technical and cyber-focused criteria</a:t>
                      </a:r>
                      <a:r>
                        <a:rPr lang="en-US" dirty="0"/>
                        <a:t> for controls and risk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86313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service quality and IT operations benchmark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55296"/>
                  </a:ext>
                </a:extLst>
              </a:tr>
              <a:tr h="3805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Regulations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non-negotiable legal compliance yardstick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630573"/>
                  </a:ext>
                </a:extLst>
              </a:tr>
              <a:tr h="65675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Internal Standards, Policies, SOPs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The </a:t>
                      </a:r>
                      <a:r>
                        <a:rPr lang="en-US" i="1" dirty="0"/>
                        <a:t>organization’s own promises</a:t>
                      </a:r>
                      <a:r>
                        <a:rPr lang="en-US" dirty="0"/>
                        <a:t> and auditors verify whether those promises are kept.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7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9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0F38-3733-71F0-2050-A31316E1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373"/>
          </a:xfrm>
        </p:spPr>
        <p:txBody>
          <a:bodyPr/>
          <a:lstStyle/>
          <a:p>
            <a:r>
              <a:rPr lang="en-US" dirty="0"/>
              <a:t>In IT Auditing, Criteria Selection is Strategic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BCC0-297A-2C29-C2EA-E124E690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047"/>
            <a:ext cx="10515600" cy="49999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Auditor must understand context hence the audit objective determines the standard.</a:t>
            </a:r>
          </a:p>
          <a:p>
            <a:pPr>
              <a:lnSpc>
                <a:spcPct val="100000"/>
              </a:lnSpc>
            </a:pPr>
            <a:r>
              <a:rPr lang="en-US" dirty="0"/>
              <a:t>However, ensuring the standards use is challenging because (for example:</a:t>
            </a:r>
          </a:p>
          <a:p>
            <a:pPr lvl="1"/>
            <a:r>
              <a:rPr lang="en-US" dirty="0"/>
              <a:t>Not every organization uses the same framework</a:t>
            </a:r>
          </a:p>
          <a:p>
            <a:pPr lvl="1"/>
            <a:r>
              <a:rPr lang="en-US" dirty="0"/>
              <a:t>Many controls are custom or informal</a:t>
            </a:r>
          </a:p>
          <a:p>
            <a:pPr lvl="1"/>
            <a:r>
              <a:rPr lang="en-US" dirty="0"/>
              <a:t>Technology evolves faster than standards</a:t>
            </a:r>
          </a:p>
          <a:p>
            <a:pPr lvl="1"/>
            <a:r>
              <a:rPr lang="en-US" dirty="0"/>
              <a:t>Organizations use 3</a:t>
            </a:r>
            <a:r>
              <a:rPr lang="en-US" baseline="30000" dirty="0"/>
              <a:t>rd</a:t>
            </a:r>
            <a:r>
              <a:rPr lang="en-US" dirty="0"/>
              <a:t> party services/providers</a:t>
            </a:r>
          </a:p>
          <a:p>
            <a:r>
              <a:rPr lang="en-US" dirty="0"/>
              <a:t>Thus, IT audit requires professional judgment to establish </a:t>
            </a:r>
            <a:r>
              <a:rPr lang="en-US" b="1" dirty="0"/>
              <a:t>fit-for-purpose criteria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5ED8E-4C61-5234-ED01-80B1C008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06D5-2EFC-C90D-D5A1-173EA25B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1: Audit of IT Service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75EF-9DB9-C3C3-0723-1DB30A95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the effectiveness of the company’s incident management, change management, and service delivery.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ITIL (best practice for incidents, changes, service desk)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ISO 20000 (formal ITSM standard)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Internal SOPs (who approves changes, escalation paths)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 operations rely on process maturity more than policy frameworks.</a:t>
            </a:r>
            <a:br>
              <a:rPr lang="en-US" sz="1800" dirty="0"/>
            </a:br>
            <a:r>
              <a:rPr lang="en-US" sz="1800" dirty="0"/>
              <a:t>ITIL provides detailed process guidance, while ISO 20000 sets formal service management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B779-09BE-4247-4224-F7E2D729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0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8348-0F5E-13AD-2477-68A33329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EFB3-BF99-001F-2758-BC81CD5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2: Audit of Information Security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81B8-7902-185F-F7B7-8FBC8A0E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Evaluate whether the company has adequate information security governance and controls to protect critical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ISO 27001 → Core security controls</a:t>
            </a:r>
          </a:p>
          <a:p>
            <a:r>
              <a:rPr lang="en-US" sz="1800" dirty="0"/>
              <a:t>NIST 800-53 → Technical/operational controls (detailed)</a:t>
            </a:r>
          </a:p>
          <a:p>
            <a:r>
              <a:rPr lang="en-US" sz="1800" dirty="0"/>
              <a:t>Internal security policy → Whether the company follows its own rules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Security controls are best evaluated using recognized security frameworks, not ITIL or COBIT alone.</a:t>
            </a:r>
            <a:br>
              <a:rPr lang="en-US" sz="1800" dirty="0"/>
            </a:br>
            <a:r>
              <a:rPr lang="en-US" sz="1800" dirty="0"/>
              <a:t>ISO 27001 provides a high-level ISMS structure, while NIST 800-53 provides deep technical control benchmarks.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A61A-28BD-A059-55C7-1BA56E3B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86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9BCC-D169-1D92-93DB-819131FC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61E3-09BC-7400-E5AD-CFCD1683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en-US" dirty="0"/>
              <a:t>Case 3: Audit of Data Privacy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369CC-119B-4D91-6CD7-59AD0495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PI/PD is collected, processed, stored, and deleted in compliance with laws.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GDPR / PDPA / UU PDP (depending on jurisdiction)</a:t>
            </a:r>
          </a:p>
          <a:p>
            <a:r>
              <a:rPr lang="en-US" sz="1800" dirty="0"/>
              <a:t>Internal data protection policy</a:t>
            </a:r>
          </a:p>
          <a:p>
            <a:r>
              <a:rPr lang="en-US" sz="1800" dirty="0"/>
              <a:t>ISO 27701 (privacy extension to ISMS)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Privacy audits are compliance-driven hence the law is the primary criterion, not ITIL or COBIT.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D3921-D034-FAF3-EC6F-E3E3CB61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99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D1C6-651C-26DE-36D1-545FB002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77CD-384D-148D-66D1-0FBE983E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>
            <a:normAutofit/>
          </a:bodyPr>
          <a:lstStyle/>
          <a:p>
            <a:r>
              <a:rPr lang="en-US" dirty="0"/>
              <a:t>Case 4: Audit of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9A41-0B70-3994-CA35-72159633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1" dirty="0"/>
              <a:t>Audit Objective: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/>
              <a:t>Assess whether IT activities align with business goals and risks are properly managed.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Appropriate Standards:</a:t>
            </a:r>
          </a:p>
          <a:p>
            <a:r>
              <a:rPr lang="en-US" sz="1800" dirty="0"/>
              <a:t>COBIT 2019 → Core governance &amp; management objectives</a:t>
            </a:r>
          </a:p>
          <a:p>
            <a:r>
              <a:rPr lang="en-US" sz="1800" dirty="0"/>
              <a:t>ISO 38500 → Board-level IT governance principles</a:t>
            </a:r>
          </a:p>
          <a:p>
            <a:r>
              <a:rPr lang="en-US" sz="1800" dirty="0"/>
              <a:t>Internal governance policies → Decision-making roles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Why these standards?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This is a governance audit, so operational frameworks (e.g., ITIL) are not central.</a:t>
            </a:r>
            <a:br>
              <a:rPr lang="en-US" sz="1800" dirty="0"/>
            </a:br>
            <a:r>
              <a:rPr lang="en-US" sz="1800" dirty="0"/>
              <a:t>COBIT provides end-to-end criteria for alignment, value delivery, risk management, and performance measurement.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25B8A-AE87-1FEF-33F4-75448D82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87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498C-0FF3-E666-3A1C-3F256AED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5C577-0330-D3C2-04DE-E4A829988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#Governance #Alignment #ValueCreation</a:t>
            </a:r>
          </a:p>
        </p:txBody>
      </p:sp>
    </p:spTree>
    <p:extLst>
      <p:ext uri="{BB962C8B-B14F-4D97-AF65-F5344CB8AC3E}">
        <p14:creationId xmlns:p14="http://schemas.microsoft.com/office/powerpoint/2010/main" val="960341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19D0-7A6F-6ED2-A29B-C502DC2E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8642"/>
          </a:xfrm>
        </p:spPr>
        <p:txBody>
          <a:bodyPr/>
          <a:lstStyle/>
          <a:p>
            <a:r>
              <a:rPr lang="en-US" dirty="0"/>
              <a:t>What is COBIT?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65FC-C1E2-F034-168A-B97B59DE0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</a:t>
            </a:r>
            <a:r>
              <a:rPr lang="en-US" dirty="0"/>
              <a:t>ontrol </a:t>
            </a:r>
            <a:r>
              <a:rPr lang="en-US" b="1" dirty="0" err="1"/>
              <a:t>OB</a:t>
            </a:r>
            <a:r>
              <a:rPr lang="en-US" dirty="0" err="1"/>
              <a:t>jectives</a:t>
            </a:r>
            <a:r>
              <a:rPr lang="en-US" dirty="0"/>
              <a:t> for </a:t>
            </a:r>
            <a:r>
              <a:rPr lang="en-US" b="1" dirty="0"/>
              <a:t>I</a:t>
            </a:r>
            <a:r>
              <a:rPr lang="en-US" dirty="0"/>
              <a:t>nformation and related </a:t>
            </a:r>
            <a:r>
              <a:rPr lang="en-US" b="1" dirty="0"/>
              <a:t>T</a:t>
            </a:r>
            <a:r>
              <a:rPr lang="en-US" dirty="0"/>
              <a:t>echnology.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COBIT is the map + compass specifically designed for governing and managing enterprise IT.</a:t>
            </a:r>
          </a:p>
          <a:p>
            <a:r>
              <a:rPr lang="en-US" dirty="0"/>
              <a:t>COBIT helps ensure:</a:t>
            </a:r>
          </a:p>
          <a:p>
            <a:pPr lvl="1"/>
            <a:r>
              <a:rPr lang="en-US" dirty="0"/>
              <a:t>IT decisions support business goals</a:t>
            </a:r>
          </a:p>
          <a:p>
            <a:pPr lvl="1"/>
            <a:r>
              <a:rPr lang="en-US" dirty="0"/>
              <a:t>Risks are understood and controlled</a:t>
            </a:r>
          </a:p>
          <a:p>
            <a:pPr lvl="1"/>
            <a:r>
              <a:rPr lang="en-US" dirty="0"/>
              <a:t>Resources (people, systems, data) are used responsibly</a:t>
            </a:r>
          </a:p>
          <a:p>
            <a:pPr lvl="1"/>
            <a:r>
              <a:rPr lang="en-US" dirty="0"/>
              <a:t>Everyone knows their roles &amp; boundaries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F402-5164-54D9-BB27-56F21108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6419-305C-8B67-D209-9BA2133B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CD30-7234-A9FE-E903-A677F607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0321F6-9164-8342-6C8C-D3A6ECA7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61" y="-136188"/>
            <a:ext cx="11679678" cy="765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489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751E-61A9-6417-BF70-1FF29676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EDD78-EDA6-77D4-189C-64D10D72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122" name="Picture 2" descr="COBIT 2019: Key principles and framework for IT governance">
            <a:extLst>
              <a:ext uri="{FF2B5EF4-FFF2-40B4-BE49-F238E27FC236}">
                <a16:creationId xmlns:a16="http://schemas.microsoft.com/office/drawing/2014/main" id="{3EA40A69-3F95-E4B6-D25D-CA4B18C08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2066"/>
            <a:ext cx="12192000" cy="714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730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44F4-A23E-9CD5-73D4-02F6DD8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COBIT 2019 Core Focus: EGIT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E743-BC50-0049-2458-BF1908374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725"/>
            <a:ext cx="10515600" cy="4351338"/>
          </a:xfrm>
        </p:spPr>
        <p:txBody>
          <a:bodyPr/>
          <a:lstStyle/>
          <a:p>
            <a:r>
              <a:rPr lang="en-US" dirty="0"/>
              <a:t>COBIT 2019 focuses on Enterprise Governance of Information and Technology (EGIT).</a:t>
            </a:r>
          </a:p>
          <a:p>
            <a:r>
              <a:rPr lang="en-US" dirty="0"/>
              <a:t>It's not just about managing technology</a:t>
            </a:r>
          </a:p>
          <a:p>
            <a:r>
              <a:rPr lang="en-US" dirty="0"/>
              <a:t>It's about the governance system that ensures I&amp;T aligns with business strategy.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46034-2098-E589-8360-A988FDC9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4EBA60-15C2-D1FA-A2F3-AFAFB3623BD5}"/>
              </a:ext>
            </a:extLst>
          </p:cNvPr>
          <p:cNvSpPr/>
          <p:nvPr/>
        </p:nvSpPr>
        <p:spPr>
          <a:xfrm>
            <a:off x="838200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Enterprise Governance of 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41C5ED-BE46-A12A-8B28-5AC12A98DA0F}"/>
              </a:ext>
            </a:extLst>
          </p:cNvPr>
          <p:cNvSpPr/>
          <p:nvPr/>
        </p:nvSpPr>
        <p:spPr>
          <a:xfrm>
            <a:off x="4647389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Business/IT Alignment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31AAF-870E-A41A-4CC0-8D77EF212CF2}"/>
              </a:ext>
            </a:extLst>
          </p:cNvPr>
          <p:cNvSpPr/>
          <p:nvPr/>
        </p:nvSpPr>
        <p:spPr>
          <a:xfrm>
            <a:off x="8456578" y="4435813"/>
            <a:ext cx="2897221" cy="1556425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 SemiBold" panose="020B0004020202020204" pitchFamily="34" charset="0"/>
              </a:rPr>
              <a:t>Value Creation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7B47E8-6F53-7CCB-9AC6-D73A4E8FCF16}"/>
              </a:ext>
            </a:extLst>
          </p:cNvPr>
          <p:cNvSpPr/>
          <p:nvPr/>
        </p:nvSpPr>
        <p:spPr>
          <a:xfrm>
            <a:off x="4001715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AE3B5DD-556E-852F-48A1-B8566F18C881}"/>
              </a:ext>
            </a:extLst>
          </p:cNvPr>
          <p:cNvSpPr/>
          <p:nvPr/>
        </p:nvSpPr>
        <p:spPr>
          <a:xfrm>
            <a:off x="7728219" y="4897876"/>
            <a:ext cx="544749" cy="63229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20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FCF4-BFAA-23DF-EB1D-E56AD6E0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nderstanding COBIT Framework: Definition, Components, and Benefits -  CyberTalents">
            <a:extLst>
              <a:ext uri="{FF2B5EF4-FFF2-40B4-BE49-F238E27FC236}">
                <a16:creationId xmlns:a16="http://schemas.microsoft.com/office/drawing/2014/main" id="{97513380-5F0C-BA46-33D9-304554373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53" y="1238491"/>
            <a:ext cx="8529680" cy="47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4D2E5-8856-DBD5-D8A0-B5ED5DB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366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F327-5A65-2BA0-314E-A15114F3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5DA7-A5D6-5708-E5F7-9BACD7DB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42EA5-DAA4-CE2B-06D3-8EF7D7C00422}"/>
              </a:ext>
            </a:extLst>
          </p:cNvPr>
          <p:cNvSpPr/>
          <p:nvPr/>
        </p:nvSpPr>
        <p:spPr>
          <a:xfrm>
            <a:off x="838200" y="1696747"/>
            <a:ext cx="2009172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D4BE8-6214-B8E6-2763-5AF81A68DBDE}"/>
              </a:ext>
            </a:extLst>
          </p:cNvPr>
          <p:cNvSpPr/>
          <p:nvPr/>
        </p:nvSpPr>
        <p:spPr>
          <a:xfrm>
            <a:off x="3095263" y="1696747"/>
            <a:ext cx="8195038" cy="362428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60E74-65D0-77B4-A112-4FDDDB84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971"/>
          </a:xfrm>
        </p:spPr>
        <p:txBody>
          <a:bodyPr>
            <a:normAutofit/>
          </a:bodyPr>
          <a:lstStyle/>
          <a:p>
            <a:r>
              <a:rPr lang="en-US" dirty="0"/>
              <a:t>COBIT 2019 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6ECB-075F-9125-1E6D-DBB75D0D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D4251-15F6-1DC8-5576-9EB02BB828FC}"/>
              </a:ext>
            </a:extLst>
          </p:cNvPr>
          <p:cNvSpPr/>
          <p:nvPr/>
        </p:nvSpPr>
        <p:spPr>
          <a:xfrm>
            <a:off x="960699" y="2613538"/>
            <a:ext cx="1782501" cy="1099595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EDM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Evaluate, Direct and Monitor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61814-07EA-F1D1-4F41-BE78904A03B7}"/>
              </a:ext>
            </a:extLst>
          </p:cNvPr>
          <p:cNvSpPr/>
          <p:nvPr/>
        </p:nvSpPr>
        <p:spPr>
          <a:xfrm>
            <a:off x="3240912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APO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Align, Plan and Organize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AC3B8-1D54-608B-851E-AF16139AA02E}"/>
              </a:ext>
            </a:extLst>
          </p:cNvPr>
          <p:cNvSpPr/>
          <p:nvPr/>
        </p:nvSpPr>
        <p:spPr>
          <a:xfrm>
            <a:off x="5271304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BAI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Build, Acquire and Implement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4F3D9-78E6-3D06-A245-C34C61A12B5D}"/>
              </a:ext>
            </a:extLst>
          </p:cNvPr>
          <p:cNvSpPr/>
          <p:nvPr/>
        </p:nvSpPr>
        <p:spPr>
          <a:xfrm>
            <a:off x="7301696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DSS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Deliver, Service and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C2C1D-ECBF-7768-FB13-042E1188D18C}"/>
              </a:ext>
            </a:extLst>
          </p:cNvPr>
          <p:cNvSpPr/>
          <p:nvPr/>
        </p:nvSpPr>
        <p:spPr>
          <a:xfrm>
            <a:off x="9332088" y="2613538"/>
            <a:ext cx="1782501" cy="1099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MEA</a:t>
            </a:r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Monitor, Evaluate and Assess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9697B-13F5-321C-3565-3C92BA269D67}"/>
              </a:ext>
            </a:extLst>
          </p:cNvPr>
          <p:cNvSpPr txBox="1"/>
          <p:nvPr/>
        </p:nvSpPr>
        <p:spPr>
          <a:xfrm>
            <a:off x="1104715" y="1754059"/>
            <a:ext cx="147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Governance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53AC2-5B4A-E2D3-634C-D4878EB25699}"/>
              </a:ext>
            </a:extLst>
          </p:cNvPr>
          <p:cNvSpPr txBox="1"/>
          <p:nvPr/>
        </p:nvSpPr>
        <p:spPr>
          <a:xfrm>
            <a:off x="6360244" y="1754059"/>
            <a:ext cx="1665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Management 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FADA5-C9E4-3E31-6CA0-DEE9B4850948}"/>
              </a:ext>
            </a:extLst>
          </p:cNvPr>
          <p:cNvSpPr txBox="1"/>
          <p:nvPr/>
        </p:nvSpPr>
        <p:spPr>
          <a:xfrm>
            <a:off x="951534" y="3868027"/>
            <a:ext cx="17825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Evaluate strategic options, direct the chosen options and monitor strategy achievement.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C837A2-64FB-C64B-71BE-34AEF2D1D9B8}"/>
              </a:ext>
            </a:extLst>
          </p:cNvPr>
          <p:cNvSpPr txBox="1"/>
          <p:nvPr/>
        </p:nvSpPr>
        <p:spPr>
          <a:xfrm>
            <a:off x="3240912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Organize strategy and supporting activities for I&amp;T.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BFC1C-CA8B-EEE4-941B-B1A698A978E3}"/>
              </a:ext>
            </a:extLst>
          </p:cNvPr>
          <p:cNvSpPr txBox="1"/>
          <p:nvPr/>
        </p:nvSpPr>
        <p:spPr>
          <a:xfrm>
            <a:off x="5271304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Define, acquire and implement I&amp;T solutions.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712A9A-F33C-2C72-FA31-6B1EBCF7FB4A}"/>
              </a:ext>
            </a:extLst>
          </p:cNvPr>
          <p:cNvSpPr txBox="1"/>
          <p:nvPr/>
        </p:nvSpPr>
        <p:spPr>
          <a:xfrm>
            <a:off x="7301695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Operational delivery and support of I&amp;T services.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08AB5D-A80D-6DBA-ED25-3C685EB1A60C}"/>
              </a:ext>
            </a:extLst>
          </p:cNvPr>
          <p:cNvSpPr txBox="1"/>
          <p:nvPr/>
        </p:nvSpPr>
        <p:spPr>
          <a:xfrm>
            <a:off x="9332088" y="3868027"/>
            <a:ext cx="178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SemiBold" panose="020B0004020202020204" pitchFamily="34" charset="0"/>
                <a:cs typeface="Arial" panose="020B0604020202020204" pitchFamily="34" charset="0"/>
              </a:rPr>
              <a:t>Monitor performance and conformance of I&amp;T.</a:t>
            </a:r>
          </a:p>
        </p:txBody>
      </p:sp>
    </p:spTree>
    <p:extLst>
      <p:ext uri="{BB962C8B-B14F-4D97-AF65-F5344CB8AC3E}">
        <p14:creationId xmlns:p14="http://schemas.microsoft.com/office/powerpoint/2010/main" val="2016869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059F-F83B-64D5-436E-99E35F44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802E-0B82-AB15-C413-C900B07F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274"/>
            <a:ext cx="2490281" cy="1315152"/>
          </a:xfrm>
        </p:spPr>
        <p:txBody>
          <a:bodyPr>
            <a:normAutofit fontScale="90000"/>
          </a:bodyPr>
          <a:lstStyle/>
          <a:p>
            <a:r>
              <a:rPr lang="en-US" dirty="0"/>
              <a:t>COBIT 2019 Core 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B3B9-3C32-3A07-CAE2-5E9AD061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287F0-4AA7-F02B-ED5A-AE6DDD1D0776}"/>
              </a:ext>
            </a:extLst>
          </p:cNvPr>
          <p:cNvSpPr txBox="1"/>
          <p:nvPr/>
        </p:nvSpPr>
        <p:spPr>
          <a:xfrm>
            <a:off x="0" y="1362520"/>
            <a:ext cx="241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40 objectives grouped in 5 domains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C9142CC-D175-61AF-38D3-B20FF2B6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79" y="0"/>
            <a:ext cx="9777920" cy="684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339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EBFD-38DA-3469-C0B4-D2A78EF0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/>
          <a:lstStyle/>
          <a:p>
            <a:r>
              <a:rPr lang="en-US" dirty="0"/>
              <a:t>What is The Core Model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4124D-4497-B910-3C1A-2AD37F7E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Represent </a:t>
            </a:r>
            <a:r>
              <a:rPr lang="en-US" sz="2400" i="1" dirty="0"/>
              <a:t>everything</a:t>
            </a:r>
            <a:r>
              <a:rPr lang="en-US" sz="2400" dirty="0"/>
              <a:t> an organization must govern and manage in relation to IT.</a:t>
            </a:r>
          </a:p>
          <a:p>
            <a:r>
              <a:rPr lang="en-US" sz="2400" dirty="0"/>
              <a:t>Act as a structured “to-do list” for effective IT governance.</a:t>
            </a:r>
          </a:p>
          <a:p>
            <a:r>
              <a:rPr lang="en-US" sz="2400" dirty="0"/>
              <a:t>Serve as a universal criteria for auditors.</a:t>
            </a:r>
          </a:p>
          <a:p>
            <a:r>
              <a:rPr lang="en-US" sz="2400" dirty="0"/>
              <a:t>Ensure consistency across organizations and industries.</a:t>
            </a:r>
          </a:p>
          <a:p>
            <a:r>
              <a:rPr lang="en-US" sz="2400" dirty="0"/>
              <a:t>Help organizations design or improve their IT governance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83B3-DDDC-5467-E429-FB70FCFD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4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47ED-2A5C-789A-9AAC-BFE8B86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5DBF-373D-D64F-56DA-E007820F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37798"/>
          </a:xfrm>
        </p:spPr>
        <p:txBody>
          <a:bodyPr>
            <a:normAutofit/>
          </a:bodyPr>
          <a:lstStyle/>
          <a:p>
            <a:r>
              <a:rPr lang="en-US" sz="3200" dirty="0"/>
              <a:t>The 40 Objectives are “Catalog” not a “Mandatory”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CF930-FF64-86BE-9063-F88B1FC5F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2840478"/>
          </a:xfrm>
        </p:spPr>
        <p:txBody>
          <a:bodyPr>
            <a:normAutofit/>
          </a:bodyPr>
          <a:lstStyle/>
          <a:p>
            <a:r>
              <a:rPr lang="en-US" sz="2400" dirty="0"/>
              <a:t>Different organizations have different risks, strategies, and levels of IT dependency.</a:t>
            </a:r>
          </a:p>
          <a:p>
            <a:r>
              <a:rPr lang="en-US" sz="2400" dirty="0"/>
              <a:t>COBIT is a “design-your-own” governance framework.</a:t>
            </a:r>
          </a:p>
          <a:p>
            <a:r>
              <a:rPr lang="en-US" sz="2400" dirty="0"/>
              <a:t>Not all objectives are equally critical at all maturity levels.</a:t>
            </a:r>
          </a:p>
          <a:p>
            <a:r>
              <a:rPr lang="en-US" sz="2400" dirty="0"/>
              <a:t>Governance must be cost-effective.</a:t>
            </a:r>
          </a:p>
          <a:p>
            <a:r>
              <a:rPr lang="en-US" sz="2400" dirty="0"/>
              <a:t>The catalog ensures coverage, but not obligation.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51A6-86E6-E3B9-3980-9F0B9632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77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9F7A-D53C-4D76-4C64-FD3C16A6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Illustration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7E395-6971-590D-9A27-C17B5933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E0FA37-F208-E2D1-D6FB-0E5B9EC05E7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A large retail company, </a:t>
            </a:r>
            <a:r>
              <a:rPr lang="en-US" sz="2400" dirty="0" err="1"/>
              <a:t>MegaMart</a:t>
            </a:r>
            <a:r>
              <a:rPr lang="en-US" sz="2400" dirty="0"/>
              <a:t> Indonesia, is evolving rapidly: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Moving from traditional stores → omnichannel (mobile app + e-commerce + physical stores)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Managing 20M customer accounts and loyalty points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Facing supply chain digitization and cybersecurity incidents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Needing better alignment between IT and business operations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The CEO says: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“We need IT to stop being just a support function.</a:t>
            </a:r>
            <a:br>
              <a:rPr lang="en-US" sz="2400" dirty="0"/>
            </a:br>
            <a:r>
              <a:rPr lang="en-US" sz="2400" dirty="0"/>
              <a:t>IT must help us innovate — safely, efficiently, and reliably.”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 CIO proposes using COBIT 2019 as the governance framework.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BD997B-B61B-7345-025C-BC6C71C9C395}"/>
              </a:ext>
            </a:extLst>
          </p:cNvPr>
          <p:cNvSpPr/>
          <p:nvPr/>
        </p:nvSpPr>
        <p:spPr>
          <a:xfrm>
            <a:off x="4990289" y="221472"/>
            <a:ext cx="7548664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3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3381-99BD-EC77-A106-37F66AF3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8223-8FF0-72FC-F908-21E6FAB2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 Understanding the Enterprise Needs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B6994-B3FD-28EE-8C34-BE04B62B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C33127-2813-C91D-E683-838DAE103CC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COBIT begins with </a:t>
            </a:r>
            <a:r>
              <a:rPr lang="en-US" sz="2400" i="1" dirty="0"/>
              <a:t>goals</a:t>
            </a:r>
            <a:r>
              <a:rPr lang="en-US" sz="2400" dirty="0"/>
              <a:t>, not with technology.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Enterprise goals for </a:t>
            </a:r>
            <a:r>
              <a:rPr lang="en-US" sz="2400" b="1" dirty="0" err="1"/>
              <a:t>MegaMart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Increase online revenue by 25%</a:t>
            </a:r>
          </a:p>
          <a:p>
            <a:r>
              <a:rPr lang="en-US" sz="2400" dirty="0"/>
              <a:t>Improve customer data protection</a:t>
            </a:r>
          </a:p>
          <a:p>
            <a:r>
              <a:rPr lang="en-US" sz="2400" dirty="0"/>
              <a:t>Reduce IT service outages</a:t>
            </a:r>
          </a:p>
          <a:p>
            <a:r>
              <a:rPr lang="en-US" sz="2400" dirty="0"/>
              <a:t>Optimize supply chain digitalization</a:t>
            </a:r>
          </a:p>
          <a:p>
            <a:r>
              <a:rPr lang="en-US" sz="2400" dirty="0"/>
              <a:t>Meet compliance requirements (PDPA-style regulations)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goals become inputs into selecting relevant objectives.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996618-9B90-1526-D970-055F1E8F3073}"/>
              </a:ext>
            </a:extLst>
          </p:cNvPr>
          <p:cNvSpPr/>
          <p:nvPr/>
        </p:nvSpPr>
        <p:spPr>
          <a:xfrm>
            <a:off x="11013331" y="221472"/>
            <a:ext cx="1525621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FD6E802-890B-7699-2603-84C9B81646F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52138"/>
      </p:ext>
    </p:extLst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A875E-1712-DB20-7C51-C17F5558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B153-0D26-6272-CE27-EEE3A73B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Using the Core Model as a Catalog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5BF49-9502-284E-8DF2-F7723907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EDC4B5-7E7D-8710-C0A2-446E51D22B0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The CIO reviews the </a:t>
            </a:r>
            <a:r>
              <a:rPr lang="en-US" sz="2400" b="1" dirty="0"/>
              <a:t>40 COBIT objectives</a:t>
            </a:r>
            <a:r>
              <a:rPr lang="en-US" sz="2400" dirty="0"/>
              <a:t> as a </a:t>
            </a:r>
            <a:r>
              <a:rPr lang="en-US" sz="2400" i="1" dirty="0"/>
              <a:t>menu</a:t>
            </a:r>
            <a:r>
              <a:rPr lang="en-US" sz="2400" dirty="0"/>
              <a:t> or catalog.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point is </a:t>
            </a:r>
            <a:r>
              <a:rPr lang="en-US" sz="2400" b="1" dirty="0"/>
              <a:t>not</a:t>
            </a:r>
            <a:r>
              <a:rPr lang="en-US" sz="2400" dirty="0"/>
              <a:t> to implement all 40.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Instead, </a:t>
            </a:r>
            <a:r>
              <a:rPr lang="en-US" sz="2400" dirty="0" err="1"/>
              <a:t>MegaMart</a:t>
            </a:r>
            <a:r>
              <a:rPr lang="en-US" sz="2400" dirty="0"/>
              <a:t> identifies </a:t>
            </a:r>
            <a:r>
              <a:rPr lang="en-US" sz="2400" b="1" dirty="0"/>
              <a:t>which objectives matter</a:t>
            </a:r>
            <a:r>
              <a:rPr lang="en-US" sz="2400" dirty="0"/>
              <a:t> based on:</a:t>
            </a:r>
          </a:p>
          <a:p>
            <a:r>
              <a:rPr lang="en-US" sz="2400" dirty="0"/>
              <a:t>strategy</a:t>
            </a:r>
          </a:p>
          <a:p>
            <a:r>
              <a:rPr lang="en-US" sz="2400" dirty="0"/>
              <a:t>risk profile</a:t>
            </a:r>
          </a:p>
          <a:p>
            <a:r>
              <a:rPr lang="en-US" sz="2400" dirty="0"/>
              <a:t>scale</a:t>
            </a:r>
          </a:p>
          <a:p>
            <a:r>
              <a:rPr lang="en-US" sz="2400" dirty="0"/>
              <a:t>regulatory pressure</a:t>
            </a:r>
          </a:p>
          <a:p>
            <a:r>
              <a:rPr lang="en-US" sz="2400" dirty="0"/>
              <a:t>IT reliance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is where COBIT's </a:t>
            </a:r>
            <a:r>
              <a:rPr lang="en-US" sz="2400" b="1" dirty="0"/>
              <a:t>Design Factors</a:t>
            </a:r>
            <a:r>
              <a:rPr lang="en-US" sz="2400" dirty="0"/>
              <a:t> come in.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C6EF0C-860E-C20C-09DB-1A5FB7E4FCD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120E318-8AB6-BD45-6ABC-3E3D64A701DA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Figure 4">
            <a:extLst>
              <a:ext uri="{FF2B5EF4-FFF2-40B4-BE49-F238E27FC236}">
                <a16:creationId xmlns:a16="http://schemas.microsoft.com/office/drawing/2014/main" id="{69D48A12-CE5A-63C9-5B38-CF64DB387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677" y="3706238"/>
            <a:ext cx="4764063" cy="19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F3A7F0-DBB4-CFAF-8E03-020737DC303E}"/>
              </a:ext>
            </a:extLst>
          </p:cNvPr>
          <p:cNvSpPr txBox="1"/>
          <p:nvPr/>
        </p:nvSpPr>
        <p:spPr>
          <a:xfrm>
            <a:off x="8015591" y="5813433"/>
            <a:ext cx="2922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COBIT 2019 Design Factors</a:t>
            </a:r>
          </a:p>
        </p:txBody>
      </p:sp>
    </p:spTree>
    <p:extLst>
      <p:ext uri="{BB962C8B-B14F-4D97-AF65-F5344CB8AC3E}">
        <p14:creationId xmlns:p14="http://schemas.microsoft.com/office/powerpoint/2010/main" val="850212325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C99F-D530-EA17-D443-C50313D2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88CF-8F89-1A6F-2E92-A49E304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3. Choosing the Relevant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EFD31-B2D2-2BE2-62CF-7C6215F5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30</a:t>
            </a:fld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53358A-7B56-7EFB-20CB-1B9F5BD86E31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2DD680-4810-232B-DCD5-CD09FDB8D757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B21DB-D5B3-4C88-359D-426DAB29F9AB}"/>
              </a:ext>
            </a:extLst>
          </p:cNvPr>
          <p:cNvSpPr/>
          <p:nvPr/>
        </p:nvSpPr>
        <p:spPr>
          <a:xfrm>
            <a:off x="225354" y="1892369"/>
            <a:ext cx="2245469" cy="3778857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754B8-09D9-0355-DEAD-8353F2A07D20}"/>
              </a:ext>
            </a:extLst>
          </p:cNvPr>
          <p:cNvSpPr/>
          <p:nvPr/>
        </p:nvSpPr>
        <p:spPr>
          <a:xfrm>
            <a:off x="402075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EDM01 – Ensures Governance Framework Setting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703691-F695-559D-D978-5A0D5BABD779}"/>
              </a:ext>
            </a:extLst>
          </p:cNvPr>
          <p:cNvSpPr/>
          <p:nvPr/>
        </p:nvSpPr>
        <p:spPr>
          <a:xfrm>
            <a:off x="402075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EDM02 – Ensures Benefits Delivery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8C7B1A-32D9-7800-8919-D3A483819041}"/>
              </a:ext>
            </a:extLst>
          </p:cNvPr>
          <p:cNvSpPr/>
          <p:nvPr/>
        </p:nvSpPr>
        <p:spPr>
          <a:xfrm>
            <a:off x="402075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EDM03 – Ensures Risk Optimization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9FE808-C5FC-365C-9039-F519C3775027}"/>
              </a:ext>
            </a:extLst>
          </p:cNvPr>
          <p:cNvSpPr/>
          <p:nvPr/>
        </p:nvSpPr>
        <p:spPr>
          <a:xfrm>
            <a:off x="402075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EDM05 – Ensures Stakeholder Engagement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E59D3-D0D0-E721-E632-7EDD52172A9C}"/>
              </a:ext>
            </a:extLst>
          </p:cNvPr>
          <p:cNvSpPr txBox="1"/>
          <p:nvPr/>
        </p:nvSpPr>
        <p:spPr>
          <a:xfrm>
            <a:off x="254539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Board wants structured oversight of IT investments and risks.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1C538-2159-D9CA-33AC-B089BDF3A30E}"/>
              </a:ext>
            </a:extLst>
          </p:cNvPr>
          <p:cNvSpPr/>
          <p:nvPr/>
        </p:nvSpPr>
        <p:spPr>
          <a:xfrm>
            <a:off x="2607818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3F5F5A-2932-CA2B-626C-AB6DC13B7B45}"/>
              </a:ext>
            </a:extLst>
          </p:cNvPr>
          <p:cNvSpPr/>
          <p:nvPr/>
        </p:nvSpPr>
        <p:spPr>
          <a:xfrm>
            <a:off x="2784539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APO02 – Managed Strategy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2E7BF4-7095-5CE8-AD5B-D6C3E52337BE}"/>
              </a:ext>
            </a:extLst>
          </p:cNvPr>
          <p:cNvSpPr/>
          <p:nvPr/>
        </p:nvSpPr>
        <p:spPr>
          <a:xfrm>
            <a:off x="2784539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APO12 – Managed Risk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00E149-C965-9A52-C807-CAF0B27F9083}"/>
              </a:ext>
            </a:extLst>
          </p:cNvPr>
          <p:cNvSpPr/>
          <p:nvPr/>
        </p:nvSpPr>
        <p:spPr>
          <a:xfrm>
            <a:off x="2784539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APO13 – Managed Security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75F5EC-3305-DACC-061B-CD31BCE7E94B}"/>
              </a:ext>
            </a:extLst>
          </p:cNvPr>
          <p:cNvSpPr/>
          <p:nvPr/>
        </p:nvSpPr>
        <p:spPr>
          <a:xfrm>
            <a:off x="2784539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APO14 – Managed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69CC8A-9105-A951-D194-9165D5F05C5B}"/>
              </a:ext>
            </a:extLst>
          </p:cNvPr>
          <p:cNvSpPr/>
          <p:nvPr/>
        </p:nvSpPr>
        <p:spPr>
          <a:xfrm>
            <a:off x="4990282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8467C4-2886-D1FD-0D0B-07E64CBECB09}"/>
              </a:ext>
            </a:extLst>
          </p:cNvPr>
          <p:cNvSpPr/>
          <p:nvPr/>
        </p:nvSpPr>
        <p:spPr>
          <a:xfrm>
            <a:off x="5167003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BAI03 – Managed Solutions Build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AE684-7B6F-3FB8-7272-3D0E903050AE}"/>
              </a:ext>
            </a:extLst>
          </p:cNvPr>
          <p:cNvSpPr/>
          <p:nvPr/>
        </p:nvSpPr>
        <p:spPr>
          <a:xfrm>
            <a:off x="5167003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BAI06 – Managed Change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3E17C0-7AFD-FDE5-0A6F-E762C74401C4}"/>
              </a:ext>
            </a:extLst>
          </p:cNvPr>
          <p:cNvSpPr/>
          <p:nvPr/>
        </p:nvSpPr>
        <p:spPr>
          <a:xfrm>
            <a:off x="5167003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BAI08 – Managed Knowledge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D246E6-121B-B8DF-2F27-E0F4D05D4A5F}"/>
              </a:ext>
            </a:extLst>
          </p:cNvPr>
          <p:cNvSpPr/>
          <p:nvPr/>
        </p:nvSpPr>
        <p:spPr>
          <a:xfrm>
            <a:off x="5167003" y="4681127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BAI09 – Managed Assets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863979-03B3-31D4-1BBD-74E23CEFDCC1}"/>
              </a:ext>
            </a:extLst>
          </p:cNvPr>
          <p:cNvSpPr/>
          <p:nvPr/>
        </p:nvSpPr>
        <p:spPr>
          <a:xfrm>
            <a:off x="7372746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4C2758-DF4D-41B2-53D2-5B5749A999FA}"/>
              </a:ext>
            </a:extLst>
          </p:cNvPr>
          <p:cNvSpPr/>
          <p:nvPr/>
        </p:nvSpPr>
        <p:spPr>
          <a:xfrm>
            <a:off x="7549467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DSS01 – Managed Operations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F8A951-EDFE-5993-3933-F4F3D222CA8D}"/>
              </a:ext>
            </a:extLst>
          </p:cNvPr>
          <p:cNvSpPr/>
          <p:nvPr/>
        </p:nvSpPr>
        <p:spPr>
          <a:xfrm>
            <a:off x="7549467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DSS02 – Managed Incidents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3CFB1B0-A7CA-FE83-19D3-83A6209ECBE1}"/>
              </a:ext>
            </a:extLst>
          </p:cNvPr>
          <p:cNvSpPr/>
          <p:nvPr/>
        </p:nvSpPr>
        <p:spPr>
          <a:xfrm>
            <a:off x="7549467" y="3792831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DSS05 – Managed Security Services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07296B-791B-3666-E733-9CC47DE83461}"/>
              </a:ext>
            </a:extLst>
          </p:cNvPr>
          <p:cNvSpPr/>
          <p:nvPr/>
        </p:nvSpPr>
        <p:spPr>
          <a:xfrm>
            <a:off x="9755210" y="1892369"/>
            <a:ext cx="2245469" cy="37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E4CDA7-08AE-9081-6B43-CF03C3848E4B}"/>
              </a:ext>
            </a:extLst>
          </p:cNvPr>
          <p:cNvSpPr/>
          <p:nvPr/>
        </p:nvSpPr>
        <p:spPr>
          <a:xfrm>
            <a:off x="9931931" y="2016239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MEA01 – Performance Monitoring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DDF0DA-3281-9205-07C3-DAFAF1255339}"/>
              </a:ext>
            </a:extLst>
          </p:cNvPr>
          <p:cNvSpPr/>
          <p:nvPr/>
        </p:nvSpPr>
        <p:spPr>
          <a:xfrm>
            <a:off x="9931931" y="2904535"/>
            <a:ext cx="1806102" cy="805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 SemiBold" panose="020B0004020202020204" pitchFamily="34" charset="0"/>
              </a:rPr>
              <a:t>MEA03 – Compliance Monitoring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C7271-A514-0E35-10B6-CBB0BB5A6A00}"/>
              </a:ext>
            </a:extLst>
          </p:cNvPr>
          <p:cNvSpPr txBox="1"/>
          <p:nvPr/>
        </p:nvSpPr>
        <p:spPr>
          <a:xfrm>
            <a:off x="256485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IT strategy, cybersecurity, and data governance are top priorities.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5C87E-263C-A191-94E1-71C3519AE29E}"/>
              </a:ext>
            </a:extLst>
          </p:cNvPr>
          <p:cNvSpPr txBox="1"/>
          <p:nvPr/>
        </p:nvSpPr>
        <p:spPr>
          <a:xfrm>
            <a:off x="497326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MegaMart</a:t>
            </a:r>
            <a:r>
              <a:rPr lang="en-US" sz="1200" dirty="0"/>
              <a:t> is integrating ERP + e-commerce + loyalty systems.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18DB46-F718-6893-4959-61D3299AA09B}"/>
              </a:ext>
            </a:extLst>
          </p:cNvPr>
          <p:cNvSpPr txBox="1"/>
          <p:nvPr/>
        </p:nvSpPr>
        <p:spPr>
          <a:xfrm>
            <a:off x="737274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Outages and cyber incidents directly impact sales and customer trust.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30DD47-1011-8D35-157D-93E38236D16E}"/>
              </a:ext>
            </a:extLst>
          </p:cNvPr>
          <p:cNvSpPr txBox="1"/>
          <p:nvPr/>
        </p:nvSpPr>
        <p:spPr>
          <a:xfrm>
            <a:off x="9772226" y="5814879"/>
            <a:ext cx="2245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Executives want dashboards showing IT performance and compliance status.</a:t>
            </a:r>
          </a:p>
        </p:txBody>
      </p:sp>
    </p:spTree>
    <p:extLst>
      <p:ext uri="{BB962C8B-B14F-4D97-AF65-F5344CB8AC3E}">
        <p14:creationId xmlns:p14="http://schemas.microsoft.com/office/powerpoint/2010/main" val="2632540083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C316-381B-2E21-AC2C-1C3518B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9BA8AD15-32F5-F2C8-ACFE-007315226C41}"/>
              </a:ext>
            </a:extLst>
          </p:cNvPr>
          <p:cNvSpPr/>
          <p:nvPr/>
        </p:nvSpPr>
        <p:spPr>
          <a:xfrm>
            <a:off x="9358009" y="2658752"/>
            <a:ext cx="2743200" cy="3530133"/>
          </a:xfrm>
          <a:prstGeom prst="wedgeRectCallout">
            <a:avLst>
              <a:gd name="adj1" fmla="val -112322"/>
              <a:gd name="adj2" fmla="val 2877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5B0C6-C0D5-DAC1-1387-44A6ECF3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DC57E1-37A4-4A56-C12A-2C067633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B81064-203E-5ADF-82F4-8EC118BA6E0F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1: EDM01 → Building the Governance Framework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Form an </a:t>
            </a:r>
            <a:r>
              <a:rPr lang="en-US" sz="2400" b="1" dirty="0"/>
              <a:t>IT Governance Committee</a:t>
            </a:r>
          </a:p>
          <a:p>
            <a:r>
              <a:rPr lang="en-US" sz="2400" dirty="0"/>
              <a:t>Define roles for CIO, CISO, Data Steward, Architecture Lead</a:t>
            </a:r>
          </a:p>
          <a:p>
            <a:r>
              <a:rPr lang="en-US" sz="2400" dirty="0"/>
              <a:t>Establish decision rights (who approves what)</a:t>
            </a:r>
          </a:p>
          <a:p>
            <a:r>
              <a:rPr lang="en-US" sz="2400" dirty="0"/>
              <a:t>Create policies (security, data, change, outsourcing)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the structure for each element.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5E0025D-3C5D-2A7D-F24D-3938A4A8F515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0DE5F5-E3C5-F777-14C4-44D2B1359A41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50D46-BACD-DC32-11FB-7BD82FE579E8}"/>
              </a:ext>
            </a:extLst>
          </p:cNvPr>
          <p:cNvSpPr/>
          <p:nvPr/>
        </p:nvSpPr>
        <p:spPr>
          <a:xfrm>
            <a:off x="9533919" y="30867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A5A67-48C8-72C4-E3FC-E7905607F744}"/>
              </a:ext>
            </a:extLst>
          </p:cNvPr>
          <p:cNvSpPr/>
          <p:nvPr/>
        </p:nvSpPr>
        <p:spPr>
          <a:xfrm>
            <a:off x="9533919" y="35194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62232-6F57-2580-B6AD-6E96F628728B}"/>
              </a:ext>
            </a:extLst>
          </p:cNvPr>
          <p:cNvSpPr/>
          <p:nvPr/>
        </p:nvSpPr>
        <p:spPr>
          <a:xfrm>
            <a:off x="9533919" y="39521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AE368C-479D-801D-CD9C-59CD620C2F77}"/>
              </a:ext>
            </a:extLst>
          </p:cNvPr>
          <p:cNvSpPr/>
          <p:nvPr/>
        </p:nvSpPr>
        <p:spPr>
          <a:xfrm>
            <a:off x="9533919" y="438490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4F6CB-9233-0ADC-3D5C-BBDE9E8204FF}"/>
              </a:ext>
            </a:extLst>
          </p:cNvPr>
          <p:cNvSpPr/>
          <p:nvPr/>
        </p:nvSpPr>
        <p:spPr>
          <a:xfrm>
            <a:off x="9533919" y="4827855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587B93-8806-AA9C-93D9-3FB2A4F3DE6C}"/>
              </a:ext>
            </a:extLst>
          </p:cNvPr>
          <p:cNvSpPr/>
          <p:nvPr/>
        </p:nvSpPr>
        <p:spPr>
          <a:xfrm>
            <a:off x="9533919" y="526056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1CFBBD-728C-E6C4-432B-2F1EFBF73EE9}"/>
              </a:ext>
            </a:extLst>
          </p:cNvPr>
          <p:cNvSpPr/>
          <p:nvPr/>
        </p:nvSpPr>
        <p:spPr>
          <a:xfrm>
            <a:off x="9533919" y="569327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2054651574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8796-A112-84F0-848D-7A841597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F632-D64E-C36E-EA64-1EA31E3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24D36C-012D-8644-CD7D-79325874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AE372D-E457-AAC6-C7CC-8B68B00A91AD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451715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2: APO02 → Align IT Strategy with Business Goals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Create an </a:t>
            </a:r>
            <a:r>
              <a:rPr lang="en-US" sz="2400" b="1" dirty="0"/>
              <a:t>IT Roadmap</a:t>
            </a:r>
            <a:r>
              <a:rPr lang="en-US" sz="2400" dirty="0"/>
              <a:t> aligning with omnichannel expansion</a:t>
            </a:r>
          </a:p>
          <a:p>
            <a:r>
              <a:rPr lang="en-US" sz="2400" dirty="0"/>
              <a:t>Ensure each IT initiative links to specific enterprise goals</a:t>
            </a:r>
          </a:p>
          <a:p>
            <a:r>
              <a:rPr lang="en-US" sz="2400" dirty="0"/>
              <a:t>Define KPIs (e.g., app uptime, online conversion rate)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alignment principles and strategy practices.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CB9B377-5F91-315C-5FDB-F264F3086A78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84BBC82-CAB0-76DB-FC6E-DA65F4839C2B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A430A9C-A6EF-E8F4-3799-8E0E5E484D27}"/>
              </a:ext>
            </a:extLst>
          </p:cNvPr>
          <p:cNvSpPr/>
          <p:nvPr/>
        </p:nvSpPr>
        <p:spPr>
          <a:xfrm>
            <a:off x="9358009" y="2768189"/>
            <a:ext cx="2743200" cy="3530133"/>
          </a:xfrm>
          <a:prstGeom prst="wedgeRectCallout">
            <a:avLst>
              <a:gd name="adj1" fmla="val -62292"/>
              <a:gd name="adj2" fmla="val 31434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A5304-E21B-7EB6-A188-0FFE3519A501}"/>
              </a:ext>
            </a:extLst>
          </p:cNvPr>
          <p:cNvSpPr/>
          <p:nvPr/>
        </p:nvSpPr>
        <p:spPr>
          <a:xfrm>
            <a:off x="9533919" y="319620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600C8C-2562-1ACF-744B-BFC500CE6E60}"/>
              </a:ext>
            </a:extLst>
          </p:cNvPr>
          <p:cNvSpPr/>
          <p:nvPr/>
        </p:nvSpPr>
        <p:spPr>
          <a:xfrm>
            <a:off x="9533919" y="362891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8D3D7-D86A-6749-46B7-688B045C05B6}"/>
              </a:ext>
            </a:extLst>
          </p:cNvPr>
          <p:cNvSpPr/>
          <p:nvPr/>
        </p:nvSpPr>
        <p:spPr>
          <a:xfrm>
            <a:off x="9533919" y="406162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25C66-98D8-2D4C-0E09-1F8943D382CB}"/>
              </a:ext>
            </a:extLst>
          </p:cNvPr>
          <p:cNvSpPr/>
          <p:nvPr/>
        </p:nvSpPr>
        <p:spPr>
          <a:xfrm>
            <a:off x="9533919" y="449433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C1F66C-7A28-397B-BE4A-24615A26B475}"/>
              </a:ext>
            </a:extLst>
          </p:cNvPr>
          <p:cNvSpPr/>
          <p:nvPr/>
        </p:nvSpPr>
        <p:spPr>
          <a:xfrm>
            <a:off x="9533919" y="49372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2695B-B9C6-4503-B5BF-38D2847650C5}"/>
              </a:ext>
            </a:extLst>
          </p:cNvPr>
          <p:cNvSpPr/>
          <p:nvPr/>
        </p:nvSpPr>
        <p:spPr>
          <a:xfrm>
            <a:off x="9533919" y="5370003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910E5-F3D8-7EC3-F809-856362F5A7A3}"/>
              </a:ext>
            </a:extLst>
          </p:cNvPr>
          <p:cNvSpPr/>
          <p:nvPr/>
        </p:nvSpPr>
        <p:spPr>
          <a:xfrm>
            <a:off x="9533919" y="5802714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193881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FF3A0-2860-CFA2-F43A-D7556FA96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9E6E-D31C-EE6F-8433-FC37E5E0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1D70B-92A2-D060-C8C4-B5F5A1DA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225416-9DF0-A6ED-916D-B0EC8DD8E4F1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305800" cy="44163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3: APO14 → Implementing Data Governance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Assign </a:t>
            </a:r>
            <a:r>
              <a:rPr lang="en-US" sz="2400" b="1" dirty="0"/>
              <a:t>data owners</a:t>
            </a:r>
            <a:r>
              <a:rPr lang="en-US" sz="2400" dirty="0"/>
              <a:t> for customer, product, and transaction data</a:t>
            </a:r>
          </a:p>
          <a:p>
            <a:r>
              <a:rPr lang="en-US" sz="2400" dirty="0"/>
              <a:t>Establish data lifecycle rules</a:t>
            </a:r>
          </a:p>
          <a:p>
            <a:r>
              <a:rPr lang="en-US" sz="2400" dirty="0"/>
              <a:t>Implement data quality monitoring</a:t>
            </a:r>
          </a:p>
          <a:p>
            <a:r>
              <a:rPr lang="en-US" sz="2400" dirty="0"/>
              <a:t>Define access criteria for personal information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guidance for ownership, quality, lifecycle, and security.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CE26F1F-B12A-B998-0646-98E1A6FEC273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C79AD40-C50C-7BEB-76A0-597A444B4460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FBBBAFA0-540B-68CC-81EB-DBDACF1A7C87}"/>
              </a:ext>
            </a:extLst>
          </p:cNvPr>
          <p:cNvSpPr/>
          <p:nvPr/>
        </p:nvSpPr>
        <p:spPr>
          <a:xfrm>
            <a:off x="9358009" y="2648241"/>
            <a:ext cx="2743200" cy="3540644"/>
          </a:xfrm>
          <a:prstGeom prst="wedgeRectCallout">
            <a:avLst>
              <a:gd name="adj1" fmla="val -71896"/>
              <a:gd name="adj2" fmla="val 309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0A7F9-1C6E-E851-B0F7-1C38B96BCCF4}"/>
              </a:ext>
            </a:extLst>
          </p:cNvPr>
          <p:cNvSpPr/>
          <p:nvPr/>
        </p:nvSpPr>
        <p:spPr>
          <a:xfrm>
            <a:off x="9533919" y="307625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4463C-A854-6024-ED33-88CE90BD72A7}"/>
              </a:ext>
            </a:extLst>
          </p:cNvPr>
          <p:cNvSpPr/>
          <p:nvPr/>
        </p:nvSpPr>
        <p:spPr>
          <a:xfrm>
            <a:off x="9533919" y="350896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6D5AD-C8D0-D586-2DF1-D215108D3ECD}"/>
              </a:ext>
            </a:extLst>
          </p:cNvPr>
          <p:cNvSpPr/>
          <p:nvPr/>
        </p:nvSpPr>
        <p:spPr>
          <a:xfrm>
            <a:off x="9533919" y="394168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79799A-11CF-2D3D-5169-F4D017F6E73B}"/>
              </a:ext>
            </a:extLst>
          </p:cNvPr>
          <p:cNvSpPr/>
          <p:nvPr/>
        </p:nvSpPr>
        <p:spPr>
          <a:xfrm>
            <a:off x="9533919" y="437439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99C83-5DFA-03E5-2F4B-2C5F0EFB37B5}"/>
              </a:ext>
            </a:extLst>
          </p:cNvPr>
          <p:cNvSpPr/>
          <p:nvPr/>
        </p:nvSpPr>
        <p:spPr>
          <a:xfrm>
            <a:off x="9533919" y="482990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32B8FF-A075-FA32-6159-09985C795E50}"/>
              </a:ext>
            </a:extLst>
          </p:cNvPr>
          <p:cNvSpPr/>
          <p:nvPr/>
        </p:nvSpPr>
        <p:spPr>
          <a:xfrm>
            <a:off x="9533919" y="526261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5D1D2-55FC-7451-618C-9593FAD92F68}"/>
              </a:ext>
            </a:extLst>
          </p:cNvPr>
          <p:cNvSpPr/>
          <p:nvPr/>
        </p:nvSpPr>
        <p:spPr>
          <a:xfrm>
            <a:off x="9533919" y="569533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326144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4DED-A6D4-5E11-EA55-6BAACD46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7F5-831A-5869-B45E-03D0CDA0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 Building IT Gov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386C9C-1EAF-37E0-F156-6D50F973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76152A-2957-68EE-9F6A-9510C480CBD5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8276617" cy="44163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Example 4: MEA01 → Monitoring and Dashboards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Actions:</a:t>
            </a:r>
          </a:p>
          <a:p>
            <a:r>
              <a:rPr lang="en-US" sz="2400" dirty="0"/>
              <a:t>Develop KPIs for service uptime, security, incidents, change success</a:t>
            </a:r>
          </a:p>
          <a:p>
            <a:r>
              <a:rPr lang="en-US" sz="2400" dirty="0"/>
              <a:t>Create monthly performance reports to governance committee</a:t>
            </a:r>
          </a:p>
          <a:p>
            <a:r>
              <a:rPr lang="en-US" sz="2400" dirty="0"/>
              <a:t>Benchmark performance against COBIT practices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COBIT provides recommended performance metrics.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1F2C84F-9136-32B4-54A8-BCF423C6E762}"/>
              </a:ext>
            </a:extLst>
          </p:cNvPr>
          <p:cNvSpPr/>
          <p:nvPr/>
        </p:nvSpPr>
        <p:spPr>
          <a:xfrm>
            <a:off x="10126495" y="221472"/>
            <a:ext cx="241245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3B8352E-F59C-B47B-63AF-E173D931707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F77C613-F3F8-AB9C-0F05-EADECB260C28}"/>
              </a:ext>
            </a:extLst>
          </p:cNvPr>
          <p:cNvSpPr/>
          <p:nvPr/>
        </p:nvSpPr>
        <p:spPr>
          <a:xfrm>
            <a:off x="9358009" y="2789209"/>
            <a:ext cx="2743200" cy="3509113"/>
          </a:xfrm>
          <a:prstGeom prst="wedgeRectCallout">
            <a:avLst>
              <a:gd name="adj1" fmla="val -95300"/>
              <a:gd name="adj2" fmla="val 32643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Components of Gov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1A62F-81CB-B1DD-1377-90D0878E603B}"/>
              </a:ext>
            </a:extLst>
          </p:cNvPr>
          <p:cNvSpPr/>
          <p:nvPr/>
        </p:nvSpPr>
        <p:spPr>
          <a:xfrm>
            <a:off x="9533919" y="3217226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F0BAD4-5ABA-DAD2-7371-E136ABB2F173}"/>
              </a:ext>
            </a:extLst>
          </p:cNvPr>
          <p:cNvSpPr/>
          <p:nvPr/>
        </p:nvSpPr>
        <p:spPr>
          <a:xfrm>
            <a:off x="9533919" y="3649937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Organizational structures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2434B-E922-F9DC-56B6-75447493D810}"/>
              </a:ext>
            </a:extLst>
          </p:cNvPr>
          <p:cNvSpPr/>
          <p:nvPr/>
        </p:nvSpPr>
        <p:spPr>
          <a:xfrm>
            <a:off x="9533919" y="4082648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Information items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74F63-495E-FFF6-C516-B93944798142}"/>
              </a:ext>
            </a:extLst>
          </p:cNvPr>
          <p:cNvSpPr/>
          <p:nvPr/>
        </p:nvSpPr>
        <p:spPr>
          <a:xfrm>
            <a:off x="9533919" y="4515359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Skills and competencies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126AE-13A4-3A05-62CD-1865516E2166}"/>
              </a:ext>
            </a:extLst>
          </p:cNvPr>
          <p:cNvSpPr/>
          <p:nvPr/>
        </p:nvSpPr>
        <p:spPr>
          <a:xfrm>
            <a:off x="9533919" y="4948070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Culture and behavior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AEE4C-29F5-D959-5910-BFCDF7279B62}"/>
              </a:ext>
            </a:extLst>
          </p:cNvPr>
          <p:cNvSpPr/>
          <p:nvPr/>
        </p:nvSpPr>
        <p:spPr>
          <a:xfrm>
            <a:off x="9533919" y="5380781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Policies and procedures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217AE-6955-0F0A-3036-C72F8BBF1173}"/>
              </a:ext>
            </a:extLst>
          </p:cNvPr>
          <p:cNvSpPr/>
          <p:nvPr/>
        </p:nvSpPr>
        <p:spPr>
          <a:xfrm>
            <a:off x="9533919" y="5813492"/>
            <a:ext cx="2412457" cy="369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Services, infra, and app</a:t>
            </a:r>
          </a:p>
        </p:txBody>
      </p:sp>
    </p:spTree>
    <p:extLst>
      <p:ext uri="{BB962C8B-B14F-4D97-AF65-F5344CB8AC3E}">
        <p14:creationId xmlns:p14="http://schemas.microsoft.com/office/powerpoint/2010/main" val="542359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BD27-B31F-122C-5206-5A29E18F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CA06-38AA-83F2-AC2D-E0184BF5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31" y="365125"/>
            <a:ext cx="11243554" cy="1325563"/>
          </a:xfrm>
        </p:spPr>
        <p:txBody>
          <a:bodyPr>
            <a:normAutofit/>
          </a:bodyPr>
          <a:lstStyle/>
          <a:p>
            <a:r>
              <a:rPr lang="en-US" dirty="0"/>
              <a:t>5. Final Result: A Practical IT Governance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C552-3D4C-3074-22E7-7977894B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BE637E-17AF-3A32-3D48-62B61564D1DE}"/>
              </a:ext>
            </a:extLst>
          </p:cNvPr>
          <p:cNvSpPr txBox="1">
            <a:spLocks/>
          </p:cNvSpPr>
          <p:nvPr/>
        </p:nvSpPr>
        <p:spPr>
          <a:xfrm>
            <a:off x="838200" y="1605063"/>
            <a:ext cx="10515600" cy="45136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After 6 months, </a:t>
            </a:r>
            <a:r>
              <a:rPr lang="en-US" sz="2400" dirty="0" err="1"/>
              <a:t>MegaMart</a:t>
            </a:r>
            <a:r>
              <a:rPr lang="en-US" sz="2400" dirty="0"/>
              <a:t> achieves:</a:t>
            </a:r>
          </a:p>
          <a:p>
            <a:r>
              <a:rPr lang="en-US" sz="2400" dirty="0"/>
              <a:t>Clear IT decision-making structure</a:t>
            </a:r>
          </a:p>
          <a:p>
            <a:r>
              <a:rPr lang="en-US" sz="2400" dirty="0"/>
              <a:t>Improved alignment across business–IT initiatives</a:t>
            </a:r>
          </a:p>
          <a:p>
            <a:r>
              <a:rPr lang="en-US" sz="2400" dirty="0"/>
              <a:t>Reduced emergency changes by 40%</a:t>
            </a:r>
          </a:p>
          <a:p>
            <a:r>
              <a:rPr lang="en-US" sz="2400" dirty="0"/>
              <a:t>Faster incident response (improved by 30%)</a:t>
            </a:r>
          </a:p>
          <a:p>
            <a:r>
              <a:rPr lang="en-US" sz="2400" dirty="0"/>
              <a:t>Better data governance for customer protection</a:t>
            </a:r>
          </a:p>
          <a:p>
            <a:r>
              <a:rPr lang="en-US" sz="2400" dirty="0"/>
              <a:t>More reliable online services</a:t>
            </a:r>
          </a:p>
          <a:p>
            <a:r>
              <a:rPr lang="en-US" sz="2400" dirty="0"/>
              <a:t>Transparent reporting to leadership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Everything is built using </a:t>
            </a:r>
            <a:r>
              <a:rPr lang="en-US" sz="2400" b="1" dirty="0"/>
              <a:t>selected</a:t>
            </a:r>
            <a:r>
              <a:rPr lang="en-US" sz="2400" dirty="0"/>
              <a:t> COBIT 2019 Core Model objectives.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AC1F595-1959-E4ED-CE1B-8AD585D2E98D}"/>
              </a:ext>
            </a:extLst>
          </p:cNvPr>
          <p:cNvSpPr/>
          <p:nvPr/>
        </p:nvSpPr>
        <p:spPr>
          <a:xfrm>
            <a:off x="-1585608" y="221472"/>
            <a:ext cx="2016868" cy="1527244"/>
          </a:xfrm>
          <a:prstGeom prst="rightArrow">
            <a:avLst/>
          </a:prstGeom>
          <a:solidFill>
            <a:srgbClr val="4472C4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6245"/>
      </p:ext>
    </p:extLst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7CC3-46E2-4632-A34A-554FFCE6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Exercise – COBIT 2019 Design Toolkit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33B85-BC81-4DA7-A080-9972521F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8F584-2DAC-4D22-BE6F-3C240B142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Form a group of 2</a:t>
            </a:r>
          </a:p>
          <a:p>
            <a:r>
              <a:rPr lang="en-ID" dirty="0"/>
              <a:t>Pick one out of two company profiles provided in the following slides</a:t>
            </a:r>
          </a:p>
          <a:p>
            <a:r>
              <a:rPr lang="en-ID" dirty="0"/>
              <a:t>Open COBIT 2019 Design Toolkit</a:t>
            </a:r>
          </a:p>
          <a:p>
            <a:r>
              <a:rPr lang="en-ID" dirty="0"/>
              <a:t>Fill out DF1 – DF10 that represents the company you picked</a:t>
            </a:r>
          </a:p>
          <a:p>
            <a:r>
              <a:rPr lang="en-ID" dirty="0"/>
              <a:t>Check out the Step 3 Summary: Which objectives are important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4542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7CC3-46E2-4632-A34A-554FFCE6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847"/>
          </a:xfrm>
        </p:spPr>
        <p:txBody>
          <a:bodyPr/>
          <a:lstStyle/>
          <a:p>
            <a:r>
              <a:rPr lang="en-ID" b="1" dirty="0"/>
              <a:t>1. PT Digital Nusantara </a:t>
            </a:r>
            <a:r>
              <a:rPr lang="en-ID" b="1" dirty="0" err="1"/>
              <a:t>Finansial</a:t>
            </a:r>
            <a:r>
              <a:rPr lang="en-ID" b="1" dirty="0"/>
              <a:t> (DNF)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33B85-BC81-4DA7-A080-9972521F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8F584-2DAC-4D22-BE6F-3C240B14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066"/>
            <a:ext cx="10447266" cy="497315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D" sz="1200" dirty="0"/>
              <a:t>PT Digital Nusantara </a:t>
            </a:r>
            <a:r>
              <a:rPr lang="en-ID" sz="1200" dirty="0" err="1"/>
              <a:t>Finansial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 bank digital </a:t>
            </a:r>
            <a:r>
              <a:rPr lang="en-ID" sz="1200" dirty="0" err="1"/>
              <a:t>sekaligus</a:t>
            </a:r>
            <a:r>
              <a:rPr lang="en-ID" sz="1200" dirty="0"/>
              <a:t> </a:t>
            </a:r>
            <a:r>
              <a:rPr lang="en-ID" sz="1200" dirty="0" err="1"/>
              <a:t>penyedia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fintech yang </a:t>
            </a:r>
            <a:r>
              <a:rPr lang="en-ID" sz="1200" dirty="0" err="1"/>
              <a:t>sudah</a:t>
            </a:r>
            <a:r>
              <a:rPr lang="en-ID" sz="1200" dirty="0"/>
              <a:t> </a:t>
            </a:r>
            <a:r>
              <a:rPr lang="en-ID" sz="1200" dirty="0" err="1"/>
              <a:t>enam</a:t>
            </a:r>
            <a:r>
              <a:rPr lang="en-ID" sz="1200" dirty="0"/>
              <a:t> </a:t>
            </a:r>
            <a:r>
              <a:rPr lang="en-ID" sz="1200" dirty="0" err="1"/>
              <a:t>tahun</a:t>
            </a:r>
            <a:r>
              <a:rPr lang="en-ID" sz="1200" dirty="0"/>
              <a:t> </a:t>
            </a:r>
            <a:r>
              <a:rPr lang="en-ID" sz="1200" dirty="0" err="1"/>
              <a:t>beroperasi</a:t>
            </a:r>
            <a:r>
              <a:rPr lang="en-ID" sz="1200" dirty="0"/>
              <a:t>. </a:t>
            </a:r>
            <a:r>
              <a:rPr lang="en-ID" sz="1200" dirty="0" err="1"/>
              <a:t>Seluruh</a:t>
            </a:r>
            <a:r>
              <a:rPr lang="en-ID" sz="1200" dirty="0"/>
              <a:t> </a:t>
            </a:r>
            <a:r>
              <a:rPr lang="en-ID" sz="1200" dirty="0" err="1"/>
              <a:t>layanannya</a:t>
            </a:r>
            <a:r>
              <a:rPr lang="en-ID" sz="1200" dirty="0"/>
              <a:t> — </a:t>
            </a:r>
            <a:r>
              <a:rPr lang="en-ID" sz="1200" dirty="0" err="1"/>
              <a:t>pembukaan</a:t>
            </a:r>
            <a:r>
              <a:rPr lang="en-ID" sz="1200" dirty="0"/>
              <a:t> </a:t>
            </a:r>
            <a:r>
              <a:rPr lang="en-ID" sz="1200" dirty="0" err="1"/>
              <a:t>rekening</a:t>
            </a:r>
            <a:r>
              <a:rPr lang="en-ID" sz="1200" dirty="0"/>
              <a:t>, </a:t>
            </a:r>
            <a:r>
              <a:rPr lang="en-ID" sz="1200" dirty="0" err="1"/>
              <a:t>pinjaman</a:t>
            </a:r>
            <a:r>
              <a:rPr lang="en-ID" sz="1200" dirty="0"/>
              <a:t> </a:t>
            </a:r>
            <a:r>
              <a:rPr lang="en-ID" sz="1200" dirty="0" err="1"/>
              <a:t>mikro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UMKM, </a:t>
            </a:r>
            <a:r>
              <a:rPr lang="en-ID" sz="1200" dirty="0" err="1"/>
              <a:t>pembayaran</a:t>
            </a:r>
            <a:r>
              <a:rPr lang="en-ID" sz="1200" dirty="0"/>
              <a:t>, </a:t>
            </a:r>
            <a:r>
              <a:rPr lang="en-ID" sz="1200" dirty="0" err="1"/>
              <a:t>hingga</a:t>
            </a:r>
            <a:r>
              <a:rPr lang="en-ID" sz="1200" dirty="0"/>
              <a:t> </a:t>
            </a:r>
            <a:r>
              <a:rPr lang="en-ID" sz="1200" dirty="0" err="1"/>
              <a:t>investasi</a:t>
            </a:r>
            <a:r>
              <a:rPr lang="en-ID" sz="1200" dirty="0"/>
              <a:t> </a:t>
            </a:r>
            <a:r>
              <a:rPr lang="en-ID" sz="1200" dirty="0" err="1"/>
              <a:t>ritel</a:t>
            </a:r>
            <a:r>
              <a:rPr lang="en-ID" sz="1200" dirty="0"/>
              <a:t> — </a:t>
            </a:r>
            <a:r>
              <a:rPr lang="en-ID" sz="1200" dirty="0" err="1"/>
              <a:t>diberikan</a:t>
            </a:r>
            <a:r>
              <a:rPr lang="en-ID" sz="1200" dirty="0"/>
              <a:t> </a:t>
            </a:r>
            <a:r>
              <a:rPr lang="en-ID" sz="1200" dirty="0" err="1"/>
              <a:t>lewat</a:t>
            </a:r>
            <a:r>
              <a:rPr lang="en-ID" sz="1200" dirty="0"/>
              <a:t> </a:t>
            </a:r>
            <a:r>
              <a:rPr lang="en-ID" sz="1200" dirty="0" err="1"/>
              <a:t>aplikasi</a:t>
            </a:r>
            <a:r>
              <a:rPr lang="en-ID" sz="1200" dirty="0"/>
              <a:t> mobile, </a:t>
            </a:r>
            <a:r>
              <a:rPr lang="en-ID" sz="1200" dirty="0" err="1"/>
              <a:t>tanpa</a:t>
            </a:r>
            <a:r>
              <a:rPr lang="en-ID" sz="1200" dirty="0"/>
              <a:t> </a:t>
            </a:r>
            <a:r>
              <a:rPr lang="en-ID" sz="1200" dirty="0" err="1"/>
              <a:t>satu</a:t>
            </a:r>
            <a:r>
              <a:rPr lang="en-ID" sz="1200" dirty="0"/>
              <a:t> pun </a:t>
            </a:r>
            <a:r>
              <a:rPr lang="en-ID" sz="1200" dirty="0" err="1"/>
              <a:t>kantor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</a:t>
            </a:r>
            <a:r>
              <a:rPr lang="en-ID" sz="1200" dirty="0" err="1"/>
              <a:t>fisik</a:t>
            </a:r>
            <a:r>
              <a:rPr lang="en-ID" sz="1200" dirty="0"/>
              <a:t>. </a:t>
            </a:r>
            <a:r>
              <a:rPr lang="en-ID" sz="1200" dirty="0" err="1"/>
              <a:t>Saat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mempekerjakan</a:t>
            </a:r>
            <a:r>
              <a:rPr lang="en-ID" sz="1200" dirty="0"/>
              <a:t> </a:t>
            </a:r>
            <a:r>
              <a:rPr lang="en-ID" sz="1200" dirty="0" err="1"/>
              <a:t>sekitar</a:t>
            </a:r>
            <a:r>
              <a:rPr lang="en-ID" sz="1200" dirty="0"/>
              <a:t> 900 orang,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porsi</a:t>
            </a:r>
            <a:r>
              <a:rPr lang="en-ID" sz="1200" dirty="0"/>
              <a:t> </a:t>
            </a:r>
            <a:r>
              <a:rPr lang="en-ID" sz="1200" dirty="0" err="1"/>
              <a:t>terbesar</a:t>
            </a:r>
            <a:r>
              <a:rPr lang="en-ID" sz="1200" dirty="0"/>
              <a:t> </a:t>
            </a:r>
            <a:r>
              <a:rPr lang="en-ID" sz="1200" dirty="0" err="1"/>
              <a:t>berada</a:t>
            </a:r>
            <a:r>
              <a:rPr lang="en-ID" sz="1200" dirty="0"/>
              <a:t> di divisi </a:t>
            </a:r>
            <a:r>
              <a:rPr lang="en-ID" sz="1200" dirty="0" err="1"/>
              <a:t>teknologi</a:t>
            </a:r>
            <a:r>
              <a:rPr lang="en-ID" sz="1200" dirty="0"/>
              <a:t> dan </a:t>
            </a:r>
            <a:r>
              <a:rPr lang="en-ID" sz="1200" dirty="0" err="1"/>
              <a:t>produk</a:t>
            </a:r>
            <a:r>
              <a:rPr lang="en-ID" sz="1200" dirty="0"/>
              <a:t>.</a:t>
            </a:r>
          </a:p>
          <a:p>
            <a:pPr>
              <a:lnSpc>
                <a:spcPct val="120000"/>
              </a:lnSpc>
            </a:pPr>
            <a:r>
              <a:rPr lang="en-ID" sz="1200" dirty="0" err="1"/>
              <a:t>Sejak</a:t>
            </a:r>
            <a:r>
              <a:rPr lang="en-ID" sz="1200" dirty="0"/>
              <a:t> </a:t>
            </a:r>
            <a:r>
              <a:rPr lang="en-ID" sz="1200" dirty="0" err="1"/>
              <a:t>awal</a:t>
            </a:r>
            <a:r>
              <a:rPr lang="en-ID" sz="1200" dirty="0"/>
              <a:t>, DNF </a:t>
            </a:r>
            <a:r>
              <a:rPr lang="en-ID" sz="1200" dirty="0" err="1"/>
              <a:t>memposisikan</a:t>
            </a:r>
            <a:r>
              <a:rPr lang="en-ID" sz="1200" dirty="0"/>
              <a:t> </a:t>
            </a:r>
            <a:r>
              <a:rPr lang="en-ID" sz="1200" dirty="0" err="1"/>
              <a:t>diri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penantang</a:t>
            </a:r>
            <a:r>
              <a:rPr lang="en-ID" sz="1200" dirty="0"/>
              <a:t> bank </a:t>
            </a:r>
            <a:r>
              <a:rPr lang="en-ID" sz="1200" dirty="0" err="1"/>
              <a:t>konvensional</a:t>
            </a:r>
            <a:r>
              <a:rPr lang="en-ID" sz="1200" dirty="0"/>
              <a:t>. Yang </a:t>
            </a:r>
            <a:r>
              <a:rPr lang="en-ID" sz="1200" dirty="0" err="1"/>
              <a:t>mereka</a:t>
            </a:r>
            <a:r>
              <a:rPr lang="en-ID" sz="1200" dirty="0"/>
              <a:t> </a:t>
            </a:r>
            <a:r>
              <a:rPr lang="en-ID" sz="1200" dirty="0" err="1"/>
              <a:t>jual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pengalaman</a:t>
            </a:r>
            <a:r>
              <a:rPr lang="en-ID" sz="1200" dirty="0"/>
              <a:t> digital yang </a:t>
            </a:r>
            <a:r>
              <a:rPr lang="en-ID" sz="1200" dirty="0" err="1"/>
              <a:t>mulus</a:t>
            </a:r>
            <a:r>
              <a:rPr lang="en-ID" sz="1200" dirty="0"/>
              <a:t> dan </a:t>
            </a:r>
            <a:r>
              <a:rPr lang="en-ID" sz="1200" dirty="0" err="1"/>
              <a:t>fitur-fitur</a:t>
            </a:r>
            <a:r>
              <a:rPr lang="en-ID" sz="1200" dirty="0"/>
              <a:t> </a:t>
            </a:r>
            <a:r>
              <a:rPr lang="en-ID" sz="1200" dirty="0" err="1"/>
              <a:t>baru</a:t>
            </a:r>
            <a:r>
              <a:rPr lang="en-ID" sz="1200" dirty="0"/>
              <a:t> yang </a:t>
            </a:r>
            <a:r>
              <a:rPr lang="en-ID" sz="1200" dirty="0" err="1"/>
              <a:t>terus</a:t>
            </a:r>
            <a:r>
              <a:rPr lang="en-ID" sz="1200" dirty="0"/>
              <a:t> </a:t>
            </a:r>
            <a:r>
              <a:rPr lang="en-ID" sz="1200" dirty="0" err="1"/>
              <a:t>bermunculan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cepat</a:t>
            </a:r>
            <a:r>
              <a:rPr lang="en-ID" sz="1200" dirty="0"/>
              <a:t> </a:t>
            </a:r>
            <a:r>
              <a:rPr lang="en-ID" sz="1200" dirty="0" err="1"/>
              <a:t>daripada</a:t>
            </a:r>
            <a:r>
              <a:rPr lang="en-ID" sz="1200" dirty="0"/>
              <a:t> </a:t>
            </a:r>
            <a:r>
              <a:rPr lang="en-ID" sz="1200" dirty="0" err="1"/>
              <a:t>pesaing</a:t>
            </a:r>
            <a:r>
              <a:rPr lang="en-ID" sz="1200" dirty="0"/>
              <a:t>. </a:t>
            </a:r>
            <a:r>
              <a:rPr lang="en-ID" sz="1200" dirty="0" err="1"/>
              <a:t>Manajemen</a:t>
            </a:r>
            <a:r>
              <a:rPr lang="en-ID" sz="1200" dirty="0"/>
              <a:t> </a:t>
            </a:r>
            <a:r>
              <a:rPr lang="en-ID" sz="1200" dirty="0" err="1"/>
              <a:t>kerap</a:t>
            </a:r>
            <a:r>
              <a:rPr lang="en-ID" sz="1200" dirty="0"/>
              <a:t> </a:t>
            </a:r>
            <a:r>
              <a:rPr lang="en-ID" sz="1200" dirty="0" err="1"/>
              <a:t>menekankan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"</a:t>
            </a:r>
            <a:r>
              <a:rPr lang="en-ID" sz="1200" dirty="0" err="1"/>
              <a:t>kalau</a:t>
            </a:r>
            <a:r>
              <a:rPr lang="en-ID" sz="1200" dirty="0"/>
              <a:t> </a:t>
            </a:r>
            <a:r>
              <a:rPr lang="en-ID" sz="1200" dirty="0" err="1"/>
              <a:t>berhenti</a:t>
            </a:r>
            <a:r>
              <a:rPr lang="en-ID" sz="1200" dirty="0"/>
              <a:t> </a:t>
            </a:r>
            <a:r>
              <a:rPr lang="en-ID" sz="1200" dirty="0" err="1"/>
              <a:t>berinovasi</a:t>
            </a:r>
            <a:r>
              <a:rPr lang="en-ID" sz="1200" dirty="0"/>
              <a:t>, kami </a:t>
            </a:r>
            <a:r>
              <a:rPr lang="en-ID" sz="1200" dirty="0" err="1"/>
              <a:t>mati</a:t>
            </a:r>
            <a:r>
              <a:rPr lang="en-ID" sz="1200" dirty="0"/>
              <a:t>", dan target </a:t>
            </a:r>
            <a:r>
              <a:rPr lang="en-ID" sz="1200" dirty="0" err="1"/>
              <a:t>pertumbuhan</a:t>
            </a:r>
            <a:r>
              <a:rPr lang="en-ID" sz="1200" dirty="0"/>
              <a:t> </a:t>
            </a:r>
            <a:r>
              <a:rPr lang="en-ID" sz="1200" dirty="0" err="1"/>
              <a:t>jumlah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tiap</a:t>
            </a:r>
            <a:r>
              <a:rPr lang="en-ID" sz="1200" dirty="0"/>
              <a:t> </a:t>
            </a:r>
            <a:r>
              <a:rPr lang="en-ID" sz="1200" dirty="0" err="1"/>
              <a:t>kuartal</a:t>
            </a:r>
            <a:r>
              <a:rPr lang="en-ID" sz="1200" dirty="0"/>
              <a:t> </a:t>
            </a:r>
            <a:r>
              <a:rPr lang="en-ID" sz="1200" dirty="0" err="1"/>
              <a:t>selalu</a:t>
            </a:r>
            <a:r>
              <a:rPr lang="en-ID" sz="1200" dirty="0"/>
              <a:t> </a:t>
            </a:r>
            <a:r>
              <a:rPr lang="en-ID" sz="1200" dirty="0" err="1"/>
              <a:t>agresif</a:t>
            </a:r>
            <a:r>
              <a:rPr lang="en-ID" sz="1200" dirty="0"/>
              <a:t>. </a:t>
            </a:r>
            <a:r>
              <a:rPr lang="en-ID" sz="1200" dirty="0" err="1"/>
              <a:t>Efisiensi</a:t>
            </a:r>
            <a:r>
              <a:rPr lang="en-ID" sz="1200" dirty="0"/>
              <a:t> </a:t>
            </a:r>
            <a:r>
              <a:rPr lang="en-ID" sz="1200" dirty="0" err="1"/>
              <a:t>biaya</a:t>
            </a:r>
            <a:r>
              <a:rPr lang="en-ID" sz="1200" dirty="0"/>
              <a:t> </a:t>
            </a:r>
            <a:r>
              <a:rPr lang="en-ID" sz="1200" dirty="0" err="1"/>
              <a:t>bukannya</a:t>
            </a:r>
            <a:r>
              <a:rPr lang="en-ID" sz="1200" dirty="0"/>
              <a:t> </a:t>
            </a:r>
            <a:r>
              <a:rPr lang="en-ID" sz="1200" dirty="0" err="1"/>
              <a:t>diabaikan</a:t>
            </a:r>
            <a:r>
              <a:rPr lang="en-ID" sz="1200" dirty="0"/>
              <a:t>, </a:t>
            </a:r>
            <a:r>
              <a:rPr lang="en-ID" sz="1200" dirty="0" err="1"/>
              <a:t>tetapi</a:t>
            </a:r>
            <a:r>
              <a:rPr lang="en-ID" sz="1200" dirty="0"/>
              <a:t> </a:t>
            </a:r>
            <a:r>
              <a:rPr lang="en-ID" sz="1200" dirty="0" err="1"/>
              <a:t>jelas</a:t>
            </a:r>
            <a:r>
              <a:rPr lang="en-ID" sz="1200" dirty="0"/>
              <a:t> </a:t>
            </a:r>
            <a:r>
              <a:rPr lang="en-ID" sz="1200" dirty="0" err="1"/>
              <a:t>bukan</a:t>
            </a:r>
            <a:r>
              <a:rPr lang="en-ID" sz="1200" dirty="0"/>
              <a:t> yang </a:t>
            </a:r>
            <a:r>
              <a:rPr lang="en-ID" sz="1200" dirty="0" err="1"/>
              <a:t>utama</a:t>
            </a:r>
            <a:r>
              <a:rPr lang="en-ID" sz="1200" dirty="0"/>
              <a:t>; </a:t>
            </a:r>
            <a:r>
              <a:rPr lang="en-ID" sz="1200" dirty="0" err="1"/>
              <a:t>mereka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rela</a:t>
            </a:r>
            <a:r>
              <a:rPr lang="en-ID" sz="1200" dirty="0"/>
              <a:t> </a:t>
            </a:r>
            <a:r>
              <a:rPr lang="en-ID" sz="1200" dirty="0" err="1"/>
              <a:t>membakar</a:t>
            </a:r>
            <a:r>
              <a:rPr lang="en-ID" sz="1200" dirty="0"/>
              <a:t> </a:t>
            </a:r>
            <a:r>
              <a:rPr lang="en-ID" sz="1200" dirty="0" err="1"/>
              <a:t>anggaran</a:t>
            </a:r>
            <a:r>
              <a:rPr lang="en-ID" sz="1200" dirty="0"/>
              <a:t> demi </a:t>
            </a:r>
            <a:r>
              <a:rPr lang="en-ID" sz="1200" dirty="0" err="1"/>
              <a:t>akuisisi</a:t>
            </a:r>
            <a:r>
              <a:rPr lang="en-ID" sz="1200" dirty="0"/>
              <a:t> </a:t>
            </a:r>
            <a:r>
              <a:rPr lang="en-ID" sz="1200" dirty="0" err="1"/>
              <a:t>pengguna</a:t>
            </a:r>
            <a:r>
              <a:rPr lang="en-ID" sz="1200" dirty="0"/>
              <a:t> dan </a:t>
            </a:r>
            <a:r>
              <a:rPr lang="en-ID" sz="1200" dirty="0" err="1"/>
              <a:t>peluncuran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</a:t>
            </a:r>
            <a:r>
              <a:rPr lang="en-ID" sz="1200" dirty="0" err="1"/>
              <a:t>baru</a:t>
            </a:r>
            <a:r>
              <a:rPr lang="en-ID" sz="1200" dirty="0"/>
              <a:t>.</a:t>
            </a:r>
          </a:p>
          <a:p>
            <a:pPr>
              <a:lnSpc>
                <a:spcPct val="120000"/>
              </a:lnSpc>
            </a:pPr>
            <a:r>
              <a:rPr lang="en-ID" sz="1200" dirty="0"/>
              <a:t>Karena </a:t>
            </a:r>
            <a:r>
              <a:rPr lang="en-ID" sz="1200" dirty="0" err="1"/>
              <a:t>seluruh</a:t>
            </a:r>
            <a:r>
              <a:rPr lang="en-ID" sz="1200" dirty="0"/>
              <a:t> model </a:t>
            </a:r>
            <a:r>
              <a:rPr lang="en-ID" sz="1200" dirty="0" err="1"/>
              <a:t>bisnisnya</a:t>
            </a:r>
            <a:r>
              <a:rPr lang="en-ID" sz="1200" dirty="0"/>
              <a:t> </a:t>
            </a:r>
            <a:r>
              <a:rPr lang="en-ID" sz="1200" dirty="0" err="1"/>
              <a:t>berdiri</a:t>
            </a:r>
            <a:r>
              <a:rPr lang="en-ID" sz="1200" dirty="0"/>
              <a:t> di </a:t>
            </a:r>
            <a:r>
              <a:rPr lang="en-ID" sz="1200" dirty="0" err="1"/>
              <a:t>atas</a:t>
            </a:r>
            <a:r>
              <a:rPr lang="en-ID" sz="1200" dirty="0"/>
              <a:t> </a:t>
            </a:r>
            <a:r>
              <a:rPr lang="en-ID" sz="1200" dirty="0" err="1"/>
              <a:t>perangkat</a:t>
            </a:r>
            <a:r>
              <a:rPr lang="en-ID" sz="1200" dirty="0"/>
              <a:t> </a:t>
            </a:r>
            <a:r>
              <a:rPr lang="en-ID" sz="1200" dirty="0" err="1"/>
              <a:t>lunak</a:t>
            </a:r>
            <a:r>
              <a:rPr lang="en-ID" sz="1200" dirty="0"/>
              <a:t>, downtime </a:t>
            </a:r>
            <a:r>
              <a:rPr lang="en-ID" sz="1200" dirty="0" err="1"/>
              <a:t>aplikasi</a:t>
            </a:r>
            <a:r>
              <a:rPr lang="en-ID" sz="1200" dirty="0"/>
              <a:t> </a:t>
            </a:r>
            <a:r>
              <a:rPr lang="en-ID" sz="1200" dirty="0" err="1"/>
              <a:t>walau</a:t>
            </a:r>
            <a:r>
              <a:rPr lang="en-ID" sz="1200" dirty="0"/>
              <a:t> </a:t>
            </a:r>
            <a:r>
              <a:rPr lang="en-ID" sz="1200" dirty="0" err="1"/>
              <a:t>hanya</a:t>
            </a:r>
            <a:r>
              <a:rPr lang="en-ID" sz="1200" dirty="0"/>
              <a:t>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menit</a:t>
            </a:r>
            <a:r>
              <a:rPr lang="en-ID" sz="1200" dirty="0"/>
              <a:t> </a:t>
            </a:r>
            <a:r>
              <a:rPr lang="en-ID" sz="1200" dirty="0" err="1"/>
              <a:t>langsung</a:t>
            </a:r>
            <a:r>
              <a:rPr lang="en-ID" sz="1200" dirty="0"/>
              <a:t> </a:t>
            </a:r>
            <a:r>
              <a:rPr lang="en-ID" sz="1200" dirty="0" err="1"/>
              <a:t>berdampak</a:t>
            </a:r>
            <a:r>
              <a:rPr lang="en-ID" sz="1200" dirty="0"/>
              <a:t> pada </a:t>
            </a:r>
            <a:r>
              <a:rPr lang="en-ID" sz="1200" dirty="0" err="1"/>
              <a:t>reputasi</a:t>
            </a:r>
            <a:r>
              <a:rPr lang="en-ID" sz="1200" dirty="0"/>
              <a:t> dan </a:t>
            </a:r>
            <a:r>
              <a:rPr lang="en-ID" sz="1200" dirty="0" err="1"/>
              <a:t>kepercayaan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. Tim </a:t>
            </a:r>
            <a:r>
              <a:rPr lang="en-ID" sz="1200" dirty="0" err="1"/>
              <a:t>merilis</a:t>
            </a:r>
            <a:r>
              <a:rPr lang="en-ID" sz="1200" dirty="0"/>
              <a:t> </a:t>
            </a:r>
            <a:r>
              <a:rPr lang="en-ID" sz="1200" dirty="0" err="1"/>
              <a:t>pembaruan</a:t>
            </a:r>
            <a:r>
              <a:rPr lang="en-ID" sz="1200" dirty="0"/>
              <a:t> </a:t>
            </a:r>
            <a:r>
              <a:rPr lang="en-ID" sz="1200" dirty="0" err="1"/>
              <a:t>aplikasi</a:t>
            </a:r>
            <a:r>
              <a:rPr lang="en-ID" sz="1200" dirty="0"/>
              <a:t> </a:t>
            </a:r>
            <a:r>
              <a:rPr lang="en-ID" sz="1200" dirty="0" err="1"/>
              <a:t>nyaris</a:t>
            </a:r>
            <a:r>
              <a:rPr lang="en-ID" sz="1200" dirty="0"/>
              <a:t> </a:t>
            </a:r>
            <a:r>
              <a:rPr lang="en-ID" sz="1200" dirty="0" err="1"/>
              <a:t>setiap</a:t>
            </a:r>
            <a:r>
              <a:rPr lang="en-ID" sz="1200" dirty="0"/>
              <a:t> pekan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dirty="0" err="1"/>
              <a:t>pendekatan</a:t>
            </a:r>
            <a:r>
              <a:rPr lang="en-ID" sz="1200" dirty="0"/>
              <a:t> </a:t>
            </a:r>
            <a:r>
              <a:rPr lang="en-ID" sz="1200" dirty="0" err="1"/>
              <a:t>pengembangan</a:t>
            </a:r>
            <a:r>
              <a:rPr lang="en-ID" sz="1200" dirty="0"/>
              <a:t> modern yang sangat </a:t>
            </a:r>
            <a:r>
              <a:rPr lang="en-ID" sz="1200" dirty="0" err="1"/>
              <a:t>mengandalkan</a:t>
            </a:r>
            <a:r>
              <a:rPr lang="en-ID" sz="1200" dirty="0"/>
              <a:t> </a:t>
            </a:r>
            <a:r>
              <a:rPr lang="en-ID" sz="1200" dirty="0" err="1"/>
              <a:t>rilis</a:t>
            </a:r>
            <a:r>
              <a:rPr lang="en-ID" sz="1200" dirty="0"/>
              <a:t> </a:t>
            </a:r>
            <a:r>
              <a:rPr lang="en-ID" sz="1200" dirty="0" err="1"/>
              <a:t>cepat</a:t>
            </a:r>
            <a:r>
              <a:rPr lang="en-ID" sz="1200" dirty="0"/>
              <a:t> dan </a:t>
            </a:r>
            <a:r>
              <a:rPr lang="en-ID" sz="1200" dirty="0" err="1"/>
              <a:t>otomatisasi</a:t>
            </a:r>
            <a:r>
              <a:rPr lang="en-ID" sz="1200" dirty="0"/>
              <a:t>. Sebagian </a:t>
            </a:r>
            <a:r>
              <a:rPr lang="en-ID" sz="1200" dirty="0" err="1"/>
              <a:t>besar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inti </a:t>
            </a:r>
            <a:r>
              <a:rPr lang="en-ID" sz="1200" dirty="0" err="1"/>
              <a:t>berjalan</a:t>
            </a:r>
            <a:r>
              <a:rPr lang="en-ID" sz="1200" dirty="0"/>
              <a:t> di </a:t>
            </a:r>
            <a:r>
              <a:rPr lang="en-ID" sz="1200" dirty="0" err="1"/>
              <a:t>layanan</a:t>
            </a:r>
            <a:r>
              <a:rPr lang="en-ID" sz="1200" dirty="0"/>
              <a:t> cloud </a:t>
            </a:r>
            <a:r>
              <a:rPr lang="en-ID" sz="1200" dirty="0" err="1"/>
              <a:t>publik</a:t>
            </a:r>
            <a:r>
              <a:rPr lang="en-ID" sz="1200" dirty="0"/>
              <a:t>,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sebagian</a:t>
            </a:r>
            <a:r>
              <a:rPr lang="en-ID" sz="1200" dirty="0"/>
              <a:t> </a:t>
            </a:r>
            <a:r>
              <a:rPr lang="en-ID" sz="1200" dirty="0" err="1"/>
              <a:t>kecil</a:t>
            </a:r>
            <a:r>
              <a:rPr lang="en-ID" sz="1200" dirty="0"/>
              <a:t> </a:t>
            </a:r>
            <a:r>
              <a:rPr lang="en-ID" sz="1200" dirty="0" err="1"/>
              <a:t>komponen</a:t>
            </a:r>
            <a:r>
              <a:rPr lang="en-ID" sz="1200" dirty="0"/>
              <a:t> </a:t>
            </a:r>
            <a:r>
              <a:rPr lang="en-ID" sz="1200" dirty="0" err="1"/>
              <a:t>sensitif</a:t>
            </a:r>
            <a:r>
              <a:rPr lang="en-ID" sz="1200" dirty="0"/>
              <a:t> </a:t>
            </a:r>
            <a:r>
              <a:rPr lang="en-ID" sz="1200" dirty="0" err="1"/>
              <a:t>masih</a:t>
            </a:r>
            <a:r>
              <a:rPr lang="en-ID" sz="1200" dirty="0"/>
              <a:t> </a:t>
            </a:r>
            <a:r>
              <a:rPr lang="en-ID" sz="1200" dirty="0" err="1"/>
              <a:t>dikelola</a:t>
            </a:r>
            <a:r>
              <a:rPr lang="en-ID" sz="1200" dirty="0"/>
              <a:t> </a:t>
            </a:r>
            <a:r>
              <a:rPr lang="en-ID" sz="1200" dirty="0" err="1"/>
              <a:t>sendiri</a:t>
            </a:r>
            <a:r>
              <a:rPr lang="en-ID" sz="1200" dirty="0"/>
              <a:t>, dan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fungsi</a:t>
            </a:r>
            <a:r>
              <a:rPr lang="en-ID" sz="1200" dirty="0"/>
              <a:t> </a:t>
            </a:r>
            <a:r>
              <a:rPr lang="en-ID" sz="1200" dirty="0" err="1"/>
              <a:t>pendukung</a:t>
            </a:r>
            <a:r>
              <a:rPr lang="en-ID" sz="1200" dirty="0"/>
              <a:t> </a:t>
            </a:r>
            <a:r>
              <a:rPr lang="en-ID" sz="1200" dirty="0" err="1"/>
              <a:t>diserahkan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vendor </a:t>
            </a:r>
            <a:r>
              <a:rPr lang="en-ID" sz="1200" dirty="0" err="1"/>
              <a:t>melalui</a:t>
            </a:r>
            <a:r>
              <a:rPr lang="en-ID" sz="1200" dirty="0"/>
              <a:t> </a:t>
            </a:r>
            <a:r>
              <a:rPr lang="en-ID" sz="1200" dirty="0" err="1"/>
              <a:t>integrasi</a:t>
            </a:r>
            <a:r>
              <a:rPr lang="en-ID" sz="1200" dirty="0"/>
              <a:t> API, </a:t>
            </a:r>
            <a:r>
              <a:rPr lang="en-ID" sz="1200" dirty="0" err="1"/>
              <a:t>termasuk</a:t>
            </a:r>
            <a:r>
              <a:rPr lang="en-ID" sz="1200" dirty="0"/>
              <a:t> </a:t>
            </a:r>
            <a:r>
              <a:rPr lang="en-ID" sz="1200" dirty="0" err="1"/>
              <a:t>skema</a:t>
            </a:r>
            <a:r>
              <a:rPr lang="en-ID" sz="1200" dirty="0"/>
              <a:t> open banking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mitra</a:t>
            </a:r>
            <a:r>
              <a:rPr lang="en-ID" sz="1200" dirty="0"/>
              <a:t>.</a:t>
            </a:r>
          </a:p>
          <a:p>
            <a:pPr>
              <a:lnSpc>
                <a:spcPct val="120000"/>
              </a:lnSpc>
            </a:pPr>
            <a:r>
              <a:rPr lang="en-ID" sz="1200" dirty="0"/>
              <a:t>DNF </a:t>
            </a:r>
            <a:r>
              <a:rPr lang="en-ID" sz="1200" dirty="0" err="1"/>
              <a:t>beroperasi</a:t>
            </a:r>
            <a:r>
              <a:rPr lang="en-ID" sz="1200" dirty="0"/>
              <a:t> di </a:t>
            </a:r>
            <a:r>
              <a:rPr lang="en-ID" sz="1200" dirty="0" err="1"/>
              <a:t>industri</a:t>
            </a:r>
            <a:r>
              <a:rPr lang="en-ID" sz="1200" dirty="0"/>
              <a:t> yang sangat </a:t>
            </a:r>
            <a:r>
              <a:rPr lang="en-ID" sz="1200" dirty="0" err="1"/>
              <a:t>ketat</a:t>
            </a:r>
            <a:r>
              <a:rPr lang="en-ID" sz="1200" dirty="0"/>
              <a:t> </a:t>
            </a:r>
            <a:r>
              <a:rPr lang="en-ID" sz="1200" dirty="0" err="1"/>
              <a:t>pengawasannya</a:t>
            </a:r>
            <a:r>
              <a:rPr lang="en-ID" sz="1200" dirty="0"/>
              <a:t>. </a:t>
            </a:r>
            <a:r>
              <a:rPr lang="en-ID" sz="1200" dirty="0" err="1"/>
              <a:t>Otoritas</a:t>
            </a:r>
            <a:r>
              <a:rPr lang="en-ID" sz="1200" dirty="0"/>
              <a:t> </a:t>
            </a:r>
            <a:r>
              <a:rPr lang="en-ID" sz="1200" dirty="0" err="1"/>
              <a:t>jasa</a:t>
            </a:r>
            <a:r>
              <a:rPr lang="en-ID" sz="1200" dirty="0"/>
              <a:t> </a:t>
            </a:r>
            <a:r>
              <a:rPr lang="en-ID" sz="1200" dirty="0" err="1"/>
              <a:t>keuangan</a:t>
            </a:r>
            <a:r>
              <a:rPr lang="en-ID" sz="1200" dirty="0"/>
              <a:t> dan bank </a:t>
            </a:r>
            <a:r>
              <a:rPr lang="en-ID" sz="1200" dirty="0" err="1"/>
              <a:t>sentral</a:t>
            </a:r>
            <a:r>
              <a:rPr lang="en-ID" sz="1200" dirty="0"/>
              <a:t> </a:t>
            </a:r>
            <a:r>
              <a:rPr lang="en-ID" sz="1200" dirty="0" err="1"/>
              <a:t>menuntut</a:t>
            </a:r>
            <a:r>
              <a:rPr lang="en-ID" sz="1200" dirty="0"/>
              <a:t> </a:t>
            </a:r>
            <a:r>
              <a:rPr lang="en-ID" sz="1200" dirty="0" err="1"/>
              <a:t>kepatuhan</a:t>
            </a:r>
            <a:r>
              <a:rPr lang="en-ID" sz="1200" dirty="0"/>
              <a:t> yang </a:t>
            </a:r>
            <a:r>
              <a:rPr lang="en-ID" sz="1200" dirty="0" err="1"/>
              <a:t>tinggi</a:t>
            </a:r>
            <a:r>
              <a:rPr lang="en-ID" sz="1200" dirty="0"/>
              <a:t>, dan </a:t>
            </a:r>
            <a:r>
              <a:rPr lang="en-ID" sz="1200" dirty="0" err="1"/>
              <a:t>aturannya</a:t>
            </a:r>
            <a:r>
              <a:rPr lang="en-ID" sz="1200" dirty="0"/>
              <a:t> </a:t>
            </a:r>
            <a:r>
              <a:rPr lang="en-ID" sz="1200" dirty="0" err="1"/>
              <a:t>sering</a:t>
            </a:r>
            <a:r>
              <a:rPr lang="en-ID" sz="1200" dirty="0"/>
              <a:t> </a:t>
            </a:r>
            <a:r>
              <a:rPr lang="en-ID" sz="1200" dirty="0" err="1"/>
              <a:t>berubah</a:t>
            </a:r>
            <a:r>
              <a:rPr lang="en-ID" sz="1200" dirty="0"/>
              <a:t> </a:t>
            </a:r>
            <a:r>
              <a:rPr lang="en-ID" sz="1200" dirty="0" err="1"/>
              <a:t>mengikuti</a:t>
            </a:r>
            <a:r>
              <a:rPr lang="en-ID" sz="1200" dirty="0"/>
              <a:t> </a:t>
            </a:r>
            <a:r>
              <a:rPr lang="en-ID" sz="1200" dirty="0" err="1"/>
              <a:t>perkembangan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finansial</a:t>
            </a:r>
            <a:r>
              <a:rPr lang="en-ID" sz="1200" dirty="0"/>
              <a:t>.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pemegang</a:t>
            </a:r>
            <a:r>
              <a:rPr lang="en-ID" sz="1200" dirty="0"/>
              <a:t> data </a:t>
            </a:r>
            <a:r>
              <a:rPr lang="en-ID" sz="1200" dirty="0" err="1"/>
              <a:t>keuangan</a:t>
            </a:r>
            <a:r>
              <a:rPr lang="en-ID" sz="1200" dirty="0"/>
              <a:t> </a:t>
            </a:r>
            <a:r>
              <a:rPr lang="en-ID" sz="1200" dirty="0" err="1"/>
              <a:t>jutaan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 juga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sasaran</a:t>
            </a:r>
            <a:r>
              <a:rPr lang="en-ID" sz="1200" dirty="0"/>
              <a:t> </a:t>
            </a:r>
            <a:r>
              <a:rPr lang="en-ID" sz="1200" dirty="0" err="1"/>
              <a:t>empuk</a:t>
            </a:r>
            <a:r>
              <a:rPr lang="en-ID" sz="1200" dirty="0"/>
              <a:t> </a:t>
            </a:r>
            <a:r>
              <a:rPr lang="en-ID" sz="1200" dirty="0" err="1"/>
              <a:t>serangan</a:t>
            </a:r>
            <a:r>
              <a:rPr lang="en-ID" sz="1200" dirty="0"/>
              <a:t> </a:t>
            </a:r>
            <a:r>
              <a:rPr lang="en-ID" sz="1200" dirty="0" err="1"/>
              <a:t>siber</a:t>
            </a:r>
            <a:r>
              <a:rPr lang="en-ID" sz="1200" dirty="0"/>
              <a:t>; </a:t>
            </a:r>
            <a:r>
              <a:rPr lang="en-ID" sz="1200" dirty="0" err="1"/>
              <a:t>upaya</a:t>
            </a:r>
            <a:r>
              <a:rPr lang="en-ID" sz="1200" dirty="0"/>
              <a:t> </a:t>
            </a:r>
            <a:r>
              <a:rPr lang="en-ID" sz="1200" dirty="0" err="1"/>
              <a:t>peretasan</a:t>
            </a:r>
            <a:r>
              <a:rPr lang="en-ID" sz="1200" dirty="0"/>
              <a:t>, </a:t>
            </a:r>
            <a:r>
              <a:rPr lang="en-ID" sz="1200" dirty="0" err="1"/>
              <a:t>penipuan</a:t>
            </a:r>
            <a:r>
              <a:rPr lang="en-ID" sz="1200" dirty="0"/>
              <a:t>, dan phishing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terjadi</a:t>
            </a:r>
            <a:r>
              <a:rPr lang="en-ID" sz="1200" dirty="0"/>
              <a:t> </a:t>
            </a:r>
            <a:r>
              <a:rPr lang="en-ID" sz="1200" dirty="0" err="1"/>
              <a:t>nyaris</a:t>
            </a:r>
            <a:r>
              <a:rPr lang="en-ID" sz="1200" dirty="0"/>
              <a:t> </a:t>
            </a:r>
            <a:r>
              <a:rPr lang="en-ID" sz="1200" dirty="0" err="1"/>
              <a:t>setiap</a:t>
            </a:r>
            <a:r>
              <a:rPr lang="en-ID" sz="1200" dirty="0"/>
              <a:t> </a:t>
            </a:r>
            <a:r>
              <a:rPr lang="en-ID" sz="1200" dirty="0" err="1"/>
              <a:t>hari</a:t>
            </a:r>
            <a:r>
              <a:rPr lang="en-ID" sz="1200" dirty="0"/>
              <a:t>, dan </a:t>
            </a:r>
            <a:r>
              <a:rPr lang="en-ID" sz="1200" dirty="0" err="1"/>
              <a:t>satu</a:t>
            </a:r>
            <a:r>
              <a:rPr lang="en-ID" sz="1200" dirty="0"/>
              <a:t> </a:t>
            </a:r>
            <a:r>
              <a:rPr lang="en-ID" sz="1200" dirty="0" err="1"/>
              <a:t>kebocoran</a:t>
            </a:r>
            <a:r>
              <a:rPr lang="en-ID" sz="1200" dirty="0"/>
              <a:t> data </a:t>
            </a:r>
            <a:r>
              <a:rPr lang="en-ID" sz="1200" dirty="0" err="1"/>
              <a:t>saja</a:t>
            </a:r>
            <a:r>
              <a:rPr lang="en-ID" sz="1200" dirty="0"/>
              <a:t> </a:t>
            </a:r>
            <a:r>
              <a:rPr lang="en-ID" sz="1200" dirty="0" err="1"/>
              <a:t>bisa</a:t>
            </a:r>
            <a:r>
              <a:rPr lang="en-ID" sz="1200" dirty="0"/>
              <a:t> </a:t>
            </a:r>
            <a:r>
              <a:rPr lang="en-ID" sz="1200" dirty="0" err="1"/>
              <a:t>berakibat</a:t>
            </a:r>
            <a:r>
              <a:rPr lang="en-ID" sz="1200" dirty="0"/>
              <a:t> fatal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hukum</a:t>
            </a:r>
            <a:r>
              <a:rPr lang="en-ID" sz="1200" dirty="0"/>
              <a:t> </a:t>
            </a:r>
            <a:r>
              <a:rPr lang="en-ID" sz="1200" dirty="0" err="1"/>
              <a:t>maupun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. </a:t>
            </a:r>
            <a:r>
              <a:rPr lang="en-ID" sz="1200" dirty="0" err="1"/>
              <a:t>Tantangan</a:t>
            </a:r>
            <a:r>
              <a:rPr lang="en-ID" sz="1200" dirty="0"/>
              <a:t> lain yang </a:t>
            </a:r>
            <a:r>
              <a:rPr lang="en-ID" sz="1200" dirty="0" err="1"/>
              <a:t>sering</a:t>
            </a:r>
            <a:r>
              <a:rPr lang="en-ID" sz="1200" dirty="0"/>
              <a:t> </a:t>
            </a:r>
            <a:r>
              <a:rPr lang="en-ID" sz="1200" dirty="0" err="1"/>
              <a:t>dikeluhkan</a:t>
            </a:r>
            <a:r>
              <a:rPr lang="en-ID" sz="1200" dirty="0"/>
              <a:t> internal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sulitnya</a:t>
            </a:r>
            <a:r>
              <a:rPr lang="en-ID" sz="1200" dirty="0"/>
              <a:t> </a:t>
            </a:r>
            <a:r>
              <a:rPr lang="en-ID" sz="1200" dirty="0" err="1"/>
              <a:t>merekrut</a:t>
            </a:r>
            <a:r>
              <a:rPr lang="en-ID" sz="1200" dirty="0"/>
              <a:t> dan </a:t>
            </a:r>
            <a:r>
              <a:rPr lang="en-ID" sz="1200" dirty="0" err="1"/>
              <a:t>mempertahankan</a:t>
            </a:r>
            <a:r>
              <a:rPr lang="en-ID" sz="1200" dirty="0"/>
              <a:t> </a:t>
            </a:r>
            <a:r>
              <a:rPr lang="en-ID" sz="1200" dirty="0" err="1"/>
              <a:t>talenta</a:t>
            </a:r>
            <a:r>
              <a:rPr lang="en-ID" sz="1200" dirty="0"/>
              <a:t> digital,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ketegangan</a:t>
            </a:r>
            <a:r>
              <a:rPr lang="en-ID" sz="1200" dirty="0"/>
              <a:t> </a:t>
            </a:r>
            <a:r>
              <a:rPr lang="en-ID" sz="1200" dirty="0" err="1"/>
              <a:t>abadi</a:t>
            </a:r>
            <a:r>
              <a:rPr lang="en-ID" sz="1200" dirty="0"/>
              <a:t> </a:t>
            </a:r>
            <a:r>
              <a:rPr lang="en-ID" sz="1200" dirty="0" err="1"/>
              <a:t>antara</a:t>
            </a:r>
            <a:r>
              <a:rPr lang="en-ID" sz="1200" dirty="0"/>
              <a:t> </a:t>
            </a:r>
            <a:r>
              <a:rPr lang="en-ID" sz="1200" dirty="0" err="1"/>
              <a:t>keinginan</a:t>
            </a:r>
            <a:r>
              <a:rPr lang="en-ID" sz="1200" dirty="0"/>
              <a:t> </a:t>
            </a:r>
            <a:r>
              <a:rPr lang="en-ID" sz="1200" dirty="0" err="1"/>
              <a:t>merilis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secepat</a:t>
            </a:r>
            <a:r>
              <a:rPr lang="en-ID" sz="1200" dirty="0"/>
              <a:t> </a:t>
            </a:r>
            <a:r>
              <a:rPr lang="en-ID" sz="1200" dirty="0" err="1"/>
              <a:t>mungkin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kewajiban</a:t>
            </a:r>
            <a:r>
              <a:rPr lang="en-ID" sz="1200" dirty="0"/>
              <a:t> </a:t>
            </a:r>
            <a:r>
              <a:rPr lang="en-ID" sz="1200" dirty="0" err="1"/>
              <a:t>menjaga</a:t>
            </a:r>
            <a:r>
              <a:rPr lang="en-ID" sz="1200" dirty="0"/>
              <a:t> </a:t>
            </a:r>
            <a:r>
              <a:rPr lang="en-ID" sz="1200" dirty="0" err="1"/>
              <a:t>keamanan</a:t>
            </a:r>
            <a:r>
              <a:rPr lang="en-ID" sz="1200" dirty="0"/>
              <a:t> dan </a:t>
            </a:r>
            <a:r>
              <a:rPr lang="en-ID" sz="1200" dirty="0" err="1"/>
              <a:t>stabilitas</a:t>
            </a:r>
            <a:r>
              <a:rPr lang="en-ID" sz="1200" dirty="0"/>
              <a:t>.</a:t>
            </a:r>
          </a:p>
          <a:p>
            <a:pPr>
              <a:lnSpc>
                <a:spcPct val="120000"/>
              </a:lnSpc>
            </a:pP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hal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, DNF </a:t>
            </a:r>
            <a:r>
              <a:rPr lang="en-ID" sz="1200" dirty="0" err="1"/>
              <a:t>dikenal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yang </a:t>
            </a:r>
            <a:r>
              <a:rPr lang="en-ID" sz="1200" dirty="0" err="1"/>
              <a:t>berani</a:t>
            </a:r>
            <a:r>
              <a:rPr lang="en-ID" sz="1200" dirty="0"/>
              <a:t> </a:t>
            </a:r>
            <a:r>
              <a:rPr lang="en-ID" sz="1200" dirty="0" err="1"/>
              <a:t>mencoba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dulu</a:t>
            </a:r>
            <a:r>
              <a:rPr lang="en-ID" sz="1200" dirty="0"/>
              <a:t>. </a:t>
            </a:r>
            <a:r>
              <a:rPr lang="en-ID" sz="1200" dirty="0" err="1"/>
              <a:t>Mereka</a:t>
            </a:r>
            <a:r>
              <a:rPr lang="en-ID" sz="1200" dirty="0"/>
              <a:t> </a:t>
            </a:r>
            <a:r>
              <a:rPr lang="en-ID" sz="1200" dirty="0" err="1"/>
              <a:t>termasuk</a:t>
            </a:r>
            <a:r>
              <a:rPr lang="en-ID" sz="1200" dirty="0"/>
              <a:t> yang paling </a:t>
            </a:r>
            <a:r>
              <a:rPr lang="en-ID" sz="1200" dirty="0" err="1"/>
              <a:t>awal</a:t>
            </a:r>
            <a:r>
              <a:rPr lang="en-ID" sz="1200" dirty="0"/>
              <a:t> </a:t>
            </a:r>
            <a:r>
              <a:rPr lang="en-ID" sz="1200" dirty="0" err="1"/>
              <a:t>mengadopsi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baru</a:t>
            </a:r>
            <a:r>
              <a:rPr lang="en-ID" sz="1200" dirty="0"/>
              <a:t> di pasar, </a:t>
            </a:r>
            <a:r>
              <a:rPr lang="en-ID" sz="1200" dirty="0" err="1"/>
              <a:t>kadang</a:t>
            </a:r>
            <a:r>
              <a:rPr lang="en-ID" sz="1200" dirty="0"/>
              <a:t> </a:t>
            </a:r>
            <a:r>
              <a:rPr lang="en-ID" sz="1200" dirty="0" err="1"/>
              <a:t>sebelum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itu</a:t>
            </a:r>
            <a:r>
              <a:rPr lang="en-ID" sz="1200" dirty="0"/>
              <a:t> </a:t>
            </a:r>
            <a:r>
              <a:rPr lang="en-ID" sz="1200" dirty="0" err="1"/>
              <a:t>benar-benar</a:t>
            </a:r>
            <a:r>
              <a:rPr lang="en-ID" sz="1200" dirty="0"/>
              <a:t> </a:t>
            </a:r>
            <a:r>
              <a:rPr lang="en-ID" sz="1200" dirty="0" err="1"/>
              <a:t>matang</a:t>
            </a:r>
            <a:r>
              <a:rPr lang="en-ID" sz="1200" dirty="0"/>
              <a:t>, </a:t>
            </a:r>
            <a:r>
              <a:rPr lang="en-ID" sz="1200" dirty="0" err="1"/>
              <a:t>karena</a:t>
            </a:r>
            <a:r>
              <a:rPr lang="en-ID" sz="1200" dirty="0"/>
              <a:t> </a:t>
            </a:r>
            <a:r>
              <a:rPr lang="en-ID" sz="1200" dirty="0" err="1"/>
              <a:t>percaya</a:t>
            </a:r>
            <a:r>
              <a:rPr lang="en-ID" sz="1200" dirty="0"/>
              <a:t> </a:t>
            </a:r>
            <a:r>
              <a:rPr lang="en-ID" sz="1200" dirty="0" err="1"/>
              <a:t>keunggulan</a:t>
            </a:r>
            <a:r>
              <a:rPr lang="en-ID" sz="1200" dirty="0"/>
              <a:t> </a:t>
            </a:r>
            <a:r>
              <a:rPr lang="en-ID" sz="1200" dirty="0" err="1"/>
              <a:t>kompetitif</a:t>
            </a:r>
            <a:r>
              <a:rPr lang="en-ID" sz="1200" dirty="0"/>
              <a:t> </a:t>
            </a:r>
            <a:r>
              <a:rPr lang="en-ID" sz="1200" dirty="0" err="1"/>
              <a:t>lahir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sana</a:t>
            </a:r>
            <a:r>
              <a:rPr lang="en-ID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660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7CC3-46E2-4632-A34A-554FFCE6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847"/>
          </a:xfrm>
        </p:spPr>
        <p:txBody>
          <a:bodyPr>
            <a:normAutofit fontScale="90000"/>
          </a:bodyPr>
          <a:lstStyle/>
          <a:p>
            <a:r>
              <a:rPr lang="en-ID" b="1" dirty="0"/>
              <a:t>2. </a:t>
            </a:r>
            <a:r>
              <a:rPr lang="it-IT" dirty="0"/>
              <a:t>PT Sentosa Manufaktur Indonesia (SMI)</a:t>
            </a:r>
            <a:endParaRPr lang="en-ID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33B85-BC81-4DA7-A080-9972521F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8F584-2DAC-4D22-BE6F-3C240B14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066"/>
            <a:ext cx="10447266" cy="4973156"/>
          </a:xfrm>
        </p:spPr>
        <p:txBody>
          <a:bodyPr>
            <a:normAutofit/>
          </a:bodyPr>
          <a:lstStyle/>
          <a:p>
            <a:r>
              <a:rPr lang="en-ID" sz="1400" dirty="0"/>
              <a:t>PT Sentosa </a:t>
            </a:r>
            <a:r>
              <a:rPr lang="en-ID" sz="1400" dirty="0" err="1"/>
              <a:t>Manufaktur</a:t>
            </a:r>
            <a:r>
              <a:rPr lang="en-ID" sz="1400" dirty="0"/>
              <a:t> Indonesia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produsen</a:t>
            </a:r>
            <a:r>
              <a:rPr lang="en-ID" sz="1400" dirty="0"/>
              <a:t> </a:t>
            </a:r>
            <a:r>
              <a:rPr lang="en-ID" sz="1400" dirty="0" err="1"/>
              <a:t>komponen</a:t>
            </a:r>
            <a:r>
              <a:rPr lang="en-ID" sz="1400" dirty="0"/>
              <a:t> </a:t>
            </a:r>
            <a:r>
              <a:rPr lang="en-ID" sz="1400" dirty="0" err="1"/>
              <a:t>otomotif</a:t>
            </a:r>
            <a:r>
              <a:rPr lang="en-ID" sz="1400" dirty="0"/>
              <a:t> yang 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berdiri</a:t>
            </a:r>
            <a:r>
              <a:rPr lang="en-ID" sz="1400" dirty="0"/>
              <a:t> 25 </a:t>
            </a:r>
            <a:r>
              <a:rPr lang="en-ID" sz="1400" dirty="0" err="1"/>
              <a:t>tahun</a:t>
            </a:r>
            <a:r>
              <a:rPr lang="en-ID" sz="1400" dirty="0"/>
              <a:t>. </a:t>
            </a:r>
            <a:r>
              <a:rPr lang="en-ID" sz="1400" dirty="0" err="1"/>
              <a:t>Pelanggan</a:t>
            </a:r>
            <a:r>
              <a:rPr lang="en-ID" sz="1400" dirty="0"/>
              <a:t> </a:t>
            </a:r>
            <a:r>
              <a:rPr lang="en-ID" sz="1400" dirty="0" err="1"/>
              <a:t>utamanya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perusahaan</a:t>
            </a:r>
            <a:r>
              <a:rPr lang="en-ID" sz="1400" dirty="0"/>
              <a:t> </a:t>
            </a:r>
            <a:r>
              <a:rPr lang="en-ID" sz="1400" dirty="0" err="1"/>
              <a:t>perakitan</a:t>
            </a:r>
            <a:r>
              <a:rPr lang="en-ID" sz="1400" dirty="0"/>
              <a:t> </a:t>
            </a:r>
            <a:r>
              <a:rPr lang="en-ID" sz="1400" dirty="0" err="1"/>
              <a:t>kendaraan</a:t>
            </a:r>
            <a:r>
              <a:rPr lang="en-ID" sz="1400" dirty="0"/>
              <a:t> (OEM) yang </a:t>
            </a:r>
            <a:r>
              <a:rPr lang="en-ID" sz="1400" dirty="0" err="1"/>
              <a:t>menuntut</a:t>
            </a:r>
            <a:r>
              <a:rPr lang="en-ID" sz="1400" dirty="0"/>
              <a:t> </a:t>
            </a:r>
            <a:r>
              <a:rPr lang="en-ID" sz="1400" dirty="0" err="1"/>
              <a:t>harga</a:t>
            </a:r>
            <a:r>
              <a:rPr lang="en-ID" sz="1400" dirty="0"/>
              <a:t> </a:t>
            </a:r>
            <a:r>
              <a:rPr lang="en-ID" sz="1400" dirty="0" err="1"/>
              <a:t>kompetitif</a:t>
            </a:r>
            <a:r>
              <a:rPr lang="en-ID" sz="1400" dirty="0"/>
              <a:t>, </a:t>
            </a:r>
            <a:r>
              <a:rPr lang="en-ID" sz="1400" dirty="0" err="1"/>
              <a:t>kualitas</a:t>
            </a:r>
            <a:r>
              <a:rPr lang="en-ID" sz="1400" dirty="0"/>
              <a:t> </a:t>
            </a:r>
            <a:r>
              <a:rPr lang="en-ID" sz="1400" dirty="0" err="1"/>
              <a:t>konsisten</a:t>
            </a:r>
            <a:r>
              <a:rPr lang="en-ID" sz="1400" dirty="0"/>
              <a:t>, dan </a:t>
            </a:r>
            <a:r>
              <a:rPr lang="en-ID" sz="1400" dirty="0" err="1"/>
              <a:t>pasokan</a:t>
            </a:r>
            <a:r>
              <a:rPr lang="en-ID" sz="1400" dirty="0"/>
              <a:t> yang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pernah</a:t>
            </a:r>
            <a:r>
              <a:rPr lang="en-ID" sz="1400" dirty="0"/>
              <a:t> </a:t>
            </a:r>
            <a:r>
              <a:rPr lang="en-ID" sz="1400" dirty="0" err="1"/>
              <a:t>telat</a:t>
            </a:r>
            <a:r>
              <a:rPr lang="en-ID" sz="1400" dirty="0"/>
              <a:t>. Perusahaan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sekitar</a:t>
            </a:r>
            <a:r>
              <a:rPr lang="en-ID" sz="1400" dirty="0"/>
              <a:t> 700 </a:t>
            </a:r>
            <a:r>
              <a:rPr lang="en-ID" sz="1400" dirty="0" err="1"/>
              <a:t>karyawan</a:t>
            </a:r>
            <a:r>
              <a:rPr lang="en-ID" sz="1400" dirty="0"/>
              <a:t>, </a:t>
            </a:r>
            <a:r>
              <a:rPr lang="en-ID" sz="1400" dirty="0" err="1"/>
              <a:t>sebagian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bekerja</a:t>
            </a:r>
            <a:r>
              <a:rPr lang="en-ID" sz="1400" dirty="0"/>
              <a:t> di </a:t>
            </a:r>
            <a:r>
              <a:rPr lang="en-ID" sz="1400" dirty="0" err="1"/>
              <a:t>pabrik</a:t>
            </a:r>
            <a:r>
              <a:rPr lang="en-ID" sz="1400" dirty="0"/>
              <a:t>,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tim</a:t>
            </a:r>
            <a:r>
              <a:rPr lang="en-ID" sz="1400" dirty="0"/>
              <a:t> </a:t>
            </a:r>
            <a:r>
              <a:rPr lang="en-ID" sz="1400" dirty="0" err="1"/>
              <a:t>teknologi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 yang </a:t>
            </a:r>
            <a:r>
              <a:rPr lang="en-ID" sz="1400" dirty="0" err="1"/>
              <a:t>kecil</a:t>
            </a:r>
            <a:r>
              <a:rPr lang="en-ID" sz="1400" dirty="0"/>
              <a:t> dan ramping.</a:t>
            </a:r>
          </a:p>
          <a:p>
            <a:r>
              <a:rPr lang="en-ID" sz="1400" dirty="0" err="1"/>
              <a:t>Daya</a:t>
            </a:r>
            <a:r>
              <a:rPr lang="en-ID" sz="1400" dirty="0"/>
              <a:t> </a:t>
            </a:r>
            <a:r>
              <a:rPr lang="en-ID" sz="1400" dirty="0" err="1"/>
              <a:t>saing</a:t>
            </a:r>
            <a:r>
              <a:rPr lang="en-ID" sz="1400" dirty="0"/>
              <a:t> SMI </a:t>
            </a:r>
            <a:r>
              <a:rPr lang="en-ID" sz="1400" dirty="0" err="1"/>
              <a:t>bertumpu</a:t>
            </a:r>
            <a:r>
              <a:rPr lang="en-ID" sz="1400" dirty="0"/>
              <a:t> pada </a:t>
            </a:r>
            <a:r>
              <a:rPr lang="en-ID" sz="1400" dirty="0" err="1"/>
              <a:t>efisiensi</a:t>
            </a:r>
            <a:r>
              <a:rPr lang="en-ID" sz="1400" dirty="0"/>
              <a:t> </a:t>
            </a:r>
            <a:r>
              <a:rPr lang="en-ID" sz="1400" dirty="0" err="1"/>
              <a:t>biaya</a:t>
            </a:r>
            <a:r>
              <a:rPr lang="en-ID" sz="1400" dirty="0"/>
              <a:t> dan </a:t>
            </a:r>
            <a:r>
              <a:rPr lang="en-ID" sz="1400" dirty="0" err="1"/>
              <a:t>keandalan</a:t>
            </a:r>
            <a:r>
              <a:rPr lang="en-ID" sz="1400" dirty="0"/>
              <a:t>. Margin di </a:t>
            </a:r>
            <a:r>
              <a:rPr lang="en-ID" sz="1400" dirty="0" err="1"/>
              <a:t>industri</a:t>
            </a:r>
            <a:r>
              <a:rPr lang="en-ID" sz="1400" dirty="0"/>
              <a:t> </a:t>
            </a:r>
            <a:r>
              <a:rPr lang="en-ID" sz="1400" dirty="0" err="1"/>
              <a:t>komponen</a:t>
            </a:r>
            <a:r>
              <a:rPr lang="en-ID" sz="1400" dirty="0"/>
              <a:t> tipis,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manajemen</a:t>
            </a:r>
            <a:r>
              <a:rPr lang="en-ID" sz="1400" dirty="0"/>
              <a:t> sangat </a:t>
            </a:r>
            <a:r>
              <a:rPr lang="en-ID" sz="1400" dirty="0" err="1"/>
              <a:t>fokus</a:t>
            </a:r>
            <a:r>
              <a:rPr lang="en-ID" sz="1400" dirty="0"/>
              <a:t> </a:t>
            </a:r>
            <a:r>
              <a:rPr lang="en-ID" sz="1400" dirty="0" err="1"/>
              <a:t>menekan</a:t>
            </a:r>
            <a:r>
              <a:rPr lang="en-ID" sz="1400" dirty="0"/>
              <a:t> </a:t>
            </a:r>
            <a:r>
              <a:rPr lang="en-ID" sz="1400" dirty="0" err="1"/>
              <a:t>biaya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r>
              <a:rPr lang="en-ID" sz="1400" dirty="0"/>
              <a:t>, </a:t>
            </a:r>
            <a:r>
              <a:rPr lang="en-ID" sz="1400" dirty="0" err="1"/>
              <a:t>merapikan</a:t>
            </a:r>
            <a:r>
              <a:rPr lang="en-ID" sz="1400" dirty="0"/>
              <a:t> proses, dan </a:t>
            </a:r>
            <a:r>
              <a:rPr lang="en-ID" sz="1400" dirty="0" err="1"/>
              <a:t>menjaga</a:t>
            </a:r>
            <a:r>
              <a:rPr lang="en-ID" sz="1400" dirty="0"/>
              <a:t> agar </a:t>
            </a:r>
            <a:r>
              <a:rPr lang="en-ID" sz="1400" dirty="0" err="1"/>
              <a:t>lini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r>
              <a:rPr lang="en-ID" sz="1400" dirty="0"/>
              <a:t> </a:t>
            </a:r>
            <a:r>
              <a:rPr lang="en-ID" sz="1400" dirty="0" err="1"/>
              <a:t>terus</a:t>
            </a:r>
            <a:r>
              <a:rPr lang="en-ID" sz="1400" dirty="0"/>
              <a:t> </a:t>
            </a:r>
            <a:r>
              <a:rPr lang="en-ID" sz="1400" dirty="0" err="1"/>
              <a:t>berjalan</a:t>
            </a:r>
            <a:r>
              <a:rPr lang="en-ID" sz="1400" dirty="0"/>
              <a:t> </a:t>
            </a:r>
            <a:r>
              <a:rPr lang="en-ID" sz="1400" dirty="0" err="1"/>
              <a:t>tanpa</a:t>
            </a:r>
            <a:r>
              <a:rPr lang="en-ID" sz="1400" dirty="0"/>
              <a:t> </a:t>
            </a:r>
            <a:r>
              <a:rPr lang="en-ID" sz="1400" dirty="0" err="1"/>
              <a:t>gangguan</a:t>
            </a:r>
            <a:r>
              <a:rPr lang="en-ID" sz="1400" dirty="0"/>
              <a:t>. </a:t>
            </a:r>
            <a:r>
              <a:rPr lang="en-ID" sz="1400" dirty="0" err="1"/>
              <a:t>Pertumbuhan</a:t>
            </a:r>
            <a:r>
              <a:rPr lang="en-ID" sz="1400" dirty="0"/>
              <a:t> </a:t>
            </a:r>
            <a:r>
              <a:rPr lang="en-ID" sz="1400" dirty="0" err="1"/>
              <a:t>tetap</a:t>
            </a:r>
            <a:r>
              <a:rPr lang="en-ID" sz="1400" dirty="0"/>
              <a:t> </a:t>
            </a:r>
            <a:r>
              <a:rPr lang="en-ID" sz="1400" dirty="0" err="1"/>
              <a:t>diinginkan</a:t>
            </a:r>
            <a:r>
              <a:rPr lang="en-ID" sz="1400" dirty="0"/>
              <a:t>, </a:t>
            </a:r>
            <a:r>
              <a:rPr lang="en-ID" sz="1400" dirty="0" err="1"/>
              <a:t>tetapi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cara</a:t>
            </a:r>
            <a:r>
              <a:rPr lang="en-ID" sz="1400" dirty="0"/>
              <a:t> yang </a:t>
            </a:r>
            <a:r>
              <a:rPr lang="en-ID" sz="1400" dirty="0" err="1"/>
              <a:t>hati-hati</a:t>
            </a:r>
            <a:r>
              <a:rPr lang="en-ID" sz="1400" dirty="0"/>
              <a:t> dan </a:t>
            </a:r>
            <a:r>
              <a:rPr lang="en-ID" sz="1400" dirty="0" err="1"/>
              <a:t>bertahap</a:t>
            </a:r>
            <a:r>
              <a:rPr lang="en-ID" sz="1400" dirty="0"/>
              <a:t>; </a:t>
            </a:r>
            <a:r>
              <a:rPr lang="en-ID" sz="1400" dirty="0" err="1"/>
              <a:t>inovasi</a:t>
            </a:r>
            <a:r>
              <a:rPr lang="en-ID" sz="1400" dirty="0"/>
              <a:t> </a:t>
            </a:r>
            <a:r>
              <a:rPr lang="en-ID" sz="1400" dirty="0" err="1"/>
              <a:t>produk</a:t>
            </a:r>
            <a:r>
              <a:rPr lang="en-ID" sz="1400" dirty="0"/>
              <a:t> </a:t>
            </a:r>
            <a:r>
              <a:rPr lang="en-ID" sz="1400" dirty="0" err="1"/>
              <a:t>bukanlah</a:t>
            </a:r>
            <a:r>
              <a:rPr lang="en-ID" sz="1400" dirty="0"/>
              <a:t> </a:t>
            </a:r>
            <a:r>
              <a:rPr lang="en-ID" sz="1400" dirty="0" err="1"/>
              <a:t>hal</a:t>
            </a:r>
            <a:r>
              <a:rPr lang="en-ID" sz="1400" dirty="0"/>
              <a:t> yang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kejar</a:t>
            </a:r>
            <a:r>
              <a:rPr lang="en-ID" sz="1400" dirty="0"/>
              <a:t>, </a:t>
            </a:r>
            <a:r>
              <a:rPr lang="en-ID" sz="1400" dirty="0" err="1"/>
              <a:t>sebab</a:t>
            </a:r>
            <a:r>
              <a:rPr lang="en-ID" sz="1400" dirty="0"/>
              <a:t> </a:t>
            </a:r>
            <a:r>
              <a:rPr lang="en-ID" sz="1400" dirty="0" err="1"/>
              <a:t>spesifikasi</a:t>
            </a:r>
            <a:r>
              <a:rPr lang="en-ID" sz="1400" dirty="0"/>
              <a:t> </a:t>
            </a:r>
            <a:r>
              <a:rPr lang="en-ID" sz="1400" dirty="0" err="1"/>
              <a:t>komponen</a:t>
            </a:r>
            <a:r>
              <a:rPr lang="en-ID" sz="1400" dirty="0"/>
              <a:t> </a:t>
            </a:r>
            <a:r>
              <a:rPr lang="en-ID" sz="1400" dirty="0" err="1"/>
              <a:t>umumnya</a:t>
            </a:r>
            <a:r>
              <a:rPr lang="en-ID" sz="1400" dirty="0"/>
              <a:t> 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ditentukan</a:t>
            </a:r>
            <a:r>
              <a:rPr lang="en-ID" sz="1400" dirty="0"/>
              <a:t> oleh </a:t>
            </a:r>
            <a:r>
              <a:rPr lang="en-ID" sz="1400" dirty="0" err="1"/>
              <a:t>pelanggan</a:t>
            </a:r>
            <a:r>
              <a:rPr lang="en-ID" sz="1400" dirty="0"/>
              <a:t> OEM.</a:t>
            </a:r>
          </a:p>
          <a:p>
            <a:r>
              <a:rPr lang="en-ID" sz="1400" dirty="0" err="1"/>
              <a:t>Teknologi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 di SMI </a:t>
            </a:r>
            <a:r>
              <a:rPr lang="en-ID" sz="1400" dirty="0" err="1"/>
              <a:t>berperan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penopang</a:t>
            </a:r>
            <a:r>
              <a:rPr lang="en-ID" sz="1400" dirty="0"/>
              <a:t> </a:t>
            </a:r>
            <a:r>
              <a:rPr lang="en-ID" sz="1400" dirty="0" err="1"/>
              <a:t>operasional</a:t>
            </a:r>
            <a:r>
              <a:rPr lang="en-ID" sz="1400" dirty="0"/>
              <a:t>, </a:t>
            </a:r>
            <a:r>
              <a:rPr lang="en-ID" sz="1400" dirty="0" err="1"/>
              <a:t>bukan</a:t>
            </a:r>
            <a:r>
              <a:rPr lang="en-ID" sz="1400" dirty="0"/>
              <a:t> </a:t>
            </a:r>
            <a:r>
              <a:rPr lang="en-ID" sz="1400" dirty="0" err="1"/>
              <a:t>sumber</a:t>
            </a:r>
            <a:r>
              <a:rPr lang="en-ID" sz="1400" dirty="0"/>
              <a:t> </a:t>
            </a:r>
            <a:r>
              <a:rPr lang="en-ID" sz="1400" dirty="0" err="1"/>
              <a:t>keunggulan</a:t>
            </a:r>
            <a:r>
              <a:rPr lang="en-ID" sz="1400" dirty="0"/>
              <a:t> </a:t>
            </a:r>
            <a:r>
              <a:rPr lang="en-ID" sz="1400" dirty="0" err="1"/>
              <a:t>kompetitif</a:t>
            </a:r>
            <a:r>
              <a:rPr lang="en-ID" sz="1400" dirty="0"/>
              <a:t>.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mengandalkan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ERP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keuangan</a:t>
            </a:r>
            <a:r>
              <a:rPr lang="en-ID" sz="1400" dirty="0"/>
              <a:t> dan </a:t>
            </a:r>
            <a:r>
              <a:rPr lang="en-ID" sz="1400" dirty="0" err="1"/>
              <a:t>logistik</a:t>
            </a:r>
            <a:r>
              <a:rPr lang="en-ID" sz="1400" dirty="0"/>
              <a:t>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di </a:t>
            </a:r>
            <a:r>
              <a:rPr lang="en-ID" sz="1400" dirty="0" err="1"/>
              <a:t>lantai</a:t>
            </a:r>
            <a:r>
              <a:rPr lang="en-ID" sz="1400" dirty="0"/>
              <a:t> </a:t>
            </a:r>
            <a:r>
              <a:rPr lang="en-ID" sz="1400" dirty="0" err="1"/>
              <a:t>pabrik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mengatur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r>
              <a:rPr lang="en-ID" sz="1400" dirty="0"/>
              <a:t>. </a:t>
            </a:r>
            <a:r>
              <a:rPr lang="en-ID" sz="1400" dirty="0" err="1"/>
              <a:t>Sistem-sistem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sebagian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berjalan</a:t>
            </a:r>
            <a:r>
              <a:rPr lang="en-ID" sz="1400" dirty="0"/>
              <a:t> </a:t>
            </a:r>
            <a:r>
              <a:rPr lang="en-ID" sz="1400" dirty="0" err="1"/>
              <a:t>bertahun-tahun</a:t>
            </a:r>
            <a:r>
              <a:rPr lang="en-ID" sz="1400" dirty="0"/>
              <a:t>, </a:t>
            </a:r>
            <a:r>
              <a:rPr lang="en-ID" sz="1400" dirty="0" err="1"/>
              <a:t>stabil</a:t>
            </a:r>
            <a:r>
              <a:rPr lang="en-ID" sz="1400" dirty="0"/>
              <a:t>, dan </a:t>
            </a:r>
            <a:r>
              <a:rPr lang="en-ID" sz="1400" dirty="0" err="1"/>
              <a:t>jarang</a:t>
            </a:r>
            <a:r>
              <a:rPr lang="en-ID" sz="1400" dirty="0"/>
              <a:t> </a:t>
            </a:r>
            <a:r>
              <a:rPr lang="en-ID" sz="1400" dirty="0" err="1"/>
              <a:t>diubah</a:t>
            </a:r>
            <a:r>
              <a:rPr lang="en-ID" sz="1400" dirty="0"/>
              <a:t>. </a:t>
            </a:r>
            <a:r>
              <a:rPr lang="en-ID" sz="1400" dirty="0" err="1"/>
              <a:t>Bila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r>
              <a:rPr lang="en-ID" sz="1400" dirty="0"/>
              <a:t> </a:t>
            </a:r>
            <a:r>
              <a:rPr lang="en-ID" sz="1400" dirty="0" err="1"/>
              <a:t>terganggu</a:t>
            </a:r>
            <a:r>
              <a:rPr lang="en-ID" sz="1400" dirty="0"/>
              <a:t>, </a:t>
            </a:r>
            <a:r>
              <a:rPr lang="en-ID" sz="1400" dirty="0" err="1"/>
              <a:t>jalur</a:t>
            </a:r>
            <a:r>
              <a:rPr lang="en-ID" sz="1400" dirty="0"/>
              <a:t> </a:t>
            </a:r>
            <a:r>
              <a:rPr lang="en-ID" sz="1400" dirty="0" err="1"/>
              <a:t>perakitan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berhenti</a:t>
            </a:r>
            <a:r>
              <a:rPr lang="en-ID" sz="1400" dirty="0"/>
              <a:t> dan </a:t>
            </a:r>
            <a:r>
              <a:rPr lang="en-ID" sz="1400" dirty="0" err="1"/>
              <a:t>pengiriman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pelanggan</a:t>
            </a:r>
            <a:r>
              <a:rPr lang="en-ID" sz="1400" dirty="0"/>
              <a:t> </a:t>
            </a:r>
            <a:r>
              <a:rPr lang="en-ID" sz="1400" dirty="0" err="1"/>
              <a:t>terlambat</a:t>
            </a:r>
            <a:r>
              <a:rPr lang="en-ID" sz="1400" dirty="0"/>
              <a:t> — </a:t>
            </a:r>
            <a:r>
              <a:rPr lang="en-ID" sz="1400" dirty="0" err="1"/>
              <a:t>inilah</a:t>
            </a:r>
            <a:r>
              <a:rPr lang="en-ID" sz="1400" dirty="0"/>
              <a:t> </a:t>
            </a:r>
            <a:r>
              <a:rPr lang="en-ID" sz="1400" dirty="0" err="1"/>
              <a:t>risiko</a:t>
            </a:r>
            <a:r>
              <a:rPr lang="en-ID" sz="1400" dirty="0"/>
              <a:t> </a:t>
            </a:r>
            <a:r>
              <a:rPr lang="en-ID" sz="1400" dirty="0" err="1"/>
              <a:t>operasional</a:t>
            </a:r>
            <a:r>
              <a:rPr lang="en-ID" sz="1400" dirty="0"/>
              <a:t> yang paling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takuti</a:t>
            </a:r>
            <a:r>
              <a:rPr lang="en-ID" sz="1400" dirty="0"/>
              <a:t>. </a:t>
            </a:r>
            <a:r>
              <a:rPr lang="en-ID" sz="1400" dirty="0" err="1"/>
              <a:t>Pengembangan</a:t>
            </a:r>
            <a:r>
              <a:rPr lang="en-ID" sz="1400" dirty="0"/>
              <a:t> dan </a:t>
            </a:r>
            <a:r>
              <a:rPr lang="en-ID" sz="1400" dirty="0" err="1"/>
              <a:t>perubahan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perlahan</a:t>
            </a:r>
            <a:r>
              <a:rPr lang="en-ID" sz="1400" dirty="0"/>
              <a:t> dan </a:t>
            </a:r>
            <a:r>
              <a:rPr lang="en-ID" sz="1400" dirty="0" err="1"/>
              <a:t>terencana</a:t>
            </a:r>
            <a:r>
              <a:rPr lang="en-ID" sz="1400" dirty="0"/>
              <a:t>, </a:t>
            </a:r>
            <a:r>
              <a:rPr lang="en-ID" sz="1400" dirty="0" err="1"/>
              <a:t>biasanya</a:t>
            </a:r>
            <a:r>
              <a:rPr lang="en-ID" sz="1400" dirty="0"/>
              <a:t> </a:t>
            </a:r>
            <a:r>
              <a:rPr lang="en-ID" sz="1400" dirty="0" err="1"/>
              <a:t>lewat</a:t>
            </a:r>
            <a:r>
              <a:rPr lang="en-ID" sz="1400" dirty="0"/>
              <a:t> </a:t>
            </a:r>
            <a:r>
              <a:rPr lang="en-ID" sz="1400" dirty="0" err="1"/>
              <a:t>proyek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yang </a:t>
            </a:r>
            <a:r>
              <a:rPr lang="en-ID" sz="1400" dirty="0" err="1"/>
              <a:t>jarang</a:t>
            </a:r>
            <a:r>
              <a:rPr lang="en-ID" sz="1400" dirty="0"/>
              <a:t> </a:t>
            </a:r>
            <a:r>
              <a:rPr lang="en-ID" sz="1400" dirty="0" err="1"/>
              <a:t>frekuensinya</a:t>
            </a:r>
            <a:r>
              <a:rPr lang="en-ID" sz="1400" dirty="0"/>
              <a:t>,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pekerjaan</a:t>
            </a:r>
            <a:r>
              <a:rPr lang="en-ID" sz="1400" dirty="0"/>
              <a:t> </a:t>
            </a:r>
            <a:r>
              <a:rPr lang="en-ID" sz="1400" dirty="0" err="1"/>
              <a:t>implementasi</a:t>
            </a:r>
            <a:r>
              <a:rPr lang="en-ID" sz="1400" dirty="0"/>
              <a:t> </a:t>
            </a:r>
            <a:r>
              <a:rPr lang="en-ID" sz="1400" dirty="0" err="1"/>
              <a:t>diserahkan</a:t>
            </a:r>
            <a:r>
              <a:rPr lang="en-ID" sz="1400" dirty="0"/>
              <a:t> </a:t>
            </a:r>
            <a:r>
              <a:rPr lang="en-ID" sz="1400" dirty="0" err="1"/>
              <a:t>kepada</a:t>
            </a:r>
            <a:r>
              <a:rPr lang="en-ID" sz="1400" dirty="0"/>
              <a:t> vendor </a:t>
            </a:r>
            <a:r>
              <a:rPr lang="en-ID" sz="1400" dirty="0" err="1"/>
              <a:t>penyedia</a:t>
            </a:r>
            <a:r>
              <a:rPr lang="en-ID" sz="1400" dirty="0"/>
              <a:t> ERP dan </a:t>
            </a:r>
            <a:r>
              <a:rPr lang="en-ID" sz="1400" dirty="0" err="1"/>
              <a:t>mitra</a:t>
            </a:r>
            <a:r>
              <a:rPr lang="en-ID" sz="1400" dirty="0"/>
              <a:t> integrator. </a:t>
            </a:r>
            <a:r>
              <a:rPr lang="en-ID" sz="1400" dirty="0" err="1"/>
              <a:t>Infrastruktur</a:t>
            </a:r>
            <a:r>
              <a:rPr lang="en-ID" sz="1400" dirty="0"/>
              <a:t> </a:t>
            </a:r>
            <a:r>
              <a:rPr lang="en-ID" sz="1400" dirty="0" err="1"/>
              <a:t>masih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dikelola</a:t>
            </a:r>
            <a:r>
              <a:rPr lang="en-ID" sz="1400" dirty="0"/>
              <a:t> di </a:t>
            </a:r>
            <a:r>
              <a:rPr lang="en-ID" sz="1400" dirty="0" err="1"/>
              <a:t>pusat</a:t>
            </a:r>
            <a:r>
              <a:rPr lang="en-ID" sz="1400" dirty="0"/>
              <a:t> data </a:t>
            </a:r>
            <a:r>
              <a:rPr lang="en-ID" sz="1400" dirty="0" err="1"/>
              <a:t>sendiri</a:t>
            </a:r>
            <a:r>
              <a:rPr lang="en-ID" sz="1400" dirty="0"/>
              <a:t>.</a:t>
            </a:r>
          </a:p>
          <a:p>
            <a:r>
              <a:rPr lang="en-ID" sz="1400" dirty="0"/>
              <a:t>SMI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berada</a:t>
            </a:r>
            <a:r>
              <a:rPr lang="en-ID" sz="1400" dirty="0"/>
              <a:t> di </a:t>
            </a:r>
            <a:r>
              <a:rPr lang="en-ID" sz="1400" dirty="0" err="1"/>
              <a:t>industri</a:t>
            </a:r>
            <a:r>
              <a:rPr lang="en-ID" sz="1400" dirty="0"/>
              <a:t> yang </a:t>
            </a:r>
            <a:r>
              <a:rPr lang="en-ID" sz="1400" dirty="0" err="1"/>
              <a:t>superketat</a:t>
            </a:r>
            <a:r>
              <a:rPr lang="en-ID" sz="1400" dirty="0"/>
              <a:t> </a:t>
            </a:r>
            <a:r>
              <a:rPr lang="en-ID" sz="1400" dirty="0" err="1"/>
              <a:t>regulasi</a:t>
            </a:r>
            <a:r>
              <a:rPr lang="en-ID" sz="1400" dirty="0"/>
              <a:t> </a:t>
            </a:r>
            <a:r>
              <a:rPr lang="en-ID" sz="1400" dirty="0" err="1"/>
              <a:t>keuangan</a:t>
            </a:r>
            <a:r>
              <a:rPr lang="en-ID" sz="1400" dirty="0"/>
              <a:t>, </a:t>
            </a:r>
            <a:r>
              <a:rPr lang="en-ID" sz="1400" dirty="0" err="1"/>
              <a:t>tetapi</a:t>
            </a:r>
            <a:r>
              <a:rPr lang="en-ID" sz="1400" dirty="0"/>
              <a:t> </a:t>
            </a:r>
            <a:r>
              <a:rPr lang="en-ID" sz="1400" dirty="0" err="1"/>
              <a:t>tetap</a:t>
            </a:r>
            <a:r>
              <a:rPr lang="en-ID" sz="1400" dirty="0"/>
              <a:t>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mematuhi</a:t>
            </a:r>
            <a:r>
              <a:rPr lang="en-ID" sz="1400" dirty="0"/>
              <a:t> </a:t>
            </a:r>
            <a:r>
              <a:rPr lang="en-ID" sz="1400" dirty="0" err="1"/>
              <a:t>standar</a:t>
            </a:r>
            <a:r>
              <a:rPr lang="en-ID" sz="1400" dirty="0"/>
              <a:t> </a:t>
            </a:r>
            <a:r>
              <a:rPr lang="en-ID" sz="1400" dirty="0" err="1"/>
              <a:t>mutu</a:t>
            </a:r>
            <a:r>
              <a:rPr lang="en-ID" sz="1400" dirty="0"/>
              <a:t> </a:t>
            </a:r>
            <a:r>
              <a:rPr lang="en-ID" sz="1400" dirty="0" err="1"/>
              <a:t>otomotif</a:t>
            </a:r>
            <a:r>
              <a:rPr lang="en-ID" sz="1400" dirty="0"/>
              <a:t>, </a:t>
            </a:r>
            <a:r>
              <a:rPr lang="en-ID" sz="1400" dirty="0" err="1"/>
              <a:t>aturan</a:t>
            </a:r>
            <a:r>
              <a:rPr lang="en-ID" sz="1400" dirty="0"/>
              <a:t> </a:t>
            </a:r>
            <a:r>
              <a:rPr lang="en-ID" sz="1400" dirty="0" err="1"/>
              <a:t>ketenagakerjaan</a:t>
            </a:r>
            <a:r>
              <a:rPr lang="en-ID" sz="1400" dirty="0"/>
              <a:t>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ketentuan</a:t>
            </a:r>
            <a:r>
              <a:rPr lang="en-ID" sz="1400" dirty="0"/>
              <a:t> </a:t>
            </a:r>
            <a:r>
              <a:rPr lang="en-ID" sz="1400" dirty="0" err="1"/>
              <a:t>keselamatan</a:t>
            </a:r>
            <a:r>
              <a:rPr lang="en-ID" sz="1400" dirty="0"/>
              <a:t> dan </a:t>
            </a:r>
            <a:r>
              <a:rPr lang="en-ID" sz="1400" dirty="0" err="1"/>
              <a:t>lingkungan</a:t>
            </a:r>
            <a:r>
              <a:rPr lang="en-ID" sz="1400" dirty="0"/>
              <a:t>. </a:t>
            </a:r>
            <a:r>
              <a:rPr lang="en-ID" sz="1400" dirty="0" err="1"/>
              <a:t>Ancaman</a:t>
            </a:r>
            <a:r>
              <a:rPr lang="en-ID" sz="1400" dirty="0"/>
              <a:t> </a:t>
            </a:r>
            <a:r>
              <a:rPr lang="en-ID" sz="1400" dirty="0" err="1"/>
              <a:t>siber</a:t>
            </a:r>
            <a:r>
              <a:rPr lang="en-ID" sz="1400" dirty="0"/>
              <a:t> </a:t>
            </a:r>
            <a:r>
              <a:rPr lang="en-ID" sz="1400" dirty="0" err="1"/>
              <a:t>memang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, </a:t>
            </a:r>
            <a:r>
              <a:rPr lang="en-ID" sz="1400" dirty="0" err="1"/>
              <a:t>tetapi</a:t>
            </a:r>
            <a:r>
              <a:rPr lang="en-ID" sz="1400" dirty="0"/>
              <a:t> </a:t>
            </a:r>
            <a:r>
              <a:rPr lang="en-ID" sz="1400" dirty="0" err="1"/>
              <a:t>profilnya</a:t>
            </a:r>
            <a:r>
              <a:rPr lang="en-ID" sz="1400" dirty="0"/>
              <a:t> </a:t>
            </a:r>
            <a:r>
              <a:rPr lang="en-ID" sz="1400" dirty="0" err="1"/>
              <a:t>relatif</a:t>
            </a:r>
            <a:r>
              <a:rPr lang="en-ID" sz="1400" dirty="0"/>
              <a:t> normal </a:t>
            </a:r>
            <a:r>
              <a:rPr lang="en-ID" sz="1400" dirty="0" err="1"/>
              <a:t>dibanding</a:t>
            </a:r>
            <a:r>
              <a:rPr lang="en-ID" sz="1400" dirty="0"/>
              <a:t> </a:t>
            </a:r>
            <a:r>
              <a:rPr lang="en-ID" sz="1400" dirty="0" err="1"/>
              <a:t>sektor</a:t>
            </a:r>
            <a:r>
              <a:rPr lang="en-ID" sz="1400" dirty="0"/>
              <a:t> </a:t>
            </a:r>
            <a:r>
              <a:rPr lang="en-ID" sz="1400" dirty="0" err="1"/>
              <a:t>keuangan</a:t>
            </a:r>
            <a:r>
              <a:rPr lang="en-ID" sz="1400" dirty="0"/>
              <a:t>; </a:t>
            </a:r>
            <a:r>
              <a:rPr lang="en-ID" sz="1400" dirty="0" err="1"/>
              <a:t>perhatian</a:t>
            </a:r>
            <a:r>
              <a:rPr lang="en-ID" sz="1400" dirty="0"/>
              <a:t>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pada </a:t>
            </a:r>
            <a:r>
              <a:rPr lang="en-ID" sz="1400" dirty="0" err="1"/>
              <a:t>keandalan</a:t>
            </a:r>
            <a:r>
              <a:rPr lang="en-ID" sz="1400" dirty="0"/>
              <a:t> </a:t>
            </a:r>
            <a:r>
              <a:rPr lang="en-ID" sz="1400" dirty="0" err="1"/>
              <a:t>pemasok</a:t>
            </a:r>
            <a:r>
              <a:rPr lang="en-ID" sz="1400" dirty="0"/>
              <a:t> dan </a:t>
            </a:r>
            <a:r>
              <a:rPr lang="en-ID" sz="1400" dirty="0" err="1"/>
              <a:t>kontinuitas</a:t>
            </a:r>
            <a:r>
              <a:rPr lang="en-ID" sz="1400" dirty="0"/>
              <a:t> </a:t>
            </a:r>
            <a:r>
              <a:rPr lang="en-ID" sz="1400" dirty="0" err="1"/>
              <a:t>rantai</a:t>
            </a:r>
            <a:r>
              <a:rPr lang="en-ID" sz="1400" dirty="0"/>
              <a:t> </a:t>
            </a:r>
            <a:r>
              <a:rPr lang="en-ID" sz="1400" dirty="0" err="1"/>
              <a:t>pasok</a:t>
            </a:r>
            <a:r>
              <a:rPr lang="en-ID" sz="1400" dirty="0"/>
              <a:t>,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keterlambatan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pemasok</a:t>
            </a:r>
            <a:r>
              <a:rPr lang="en-ID" sz="1400" dirty="0"/>
              <a:t> </a:t>
            </a:r>
            <a:r>
              <a:rPr lang="en-ID" sz="1400" dirty="0" err="1"/>
              <a:t>bahan</a:t>
            </a:r>
            <a:r>
              <a:rPr lang="en-ID" sz="1400" dirty="0"/>
              <a:t> </a:t>
            </a:r>
            <a:r>
              <a:rPr lang="en-ID" sz="1400" dirty="0" err="1"/>
              <a:t>baku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mengganggu</a:t>
            </a:r>
            <a:r>
              <a:rPr lang="en-ID" sz="1400" dirty="0"/>
              <a:t>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jadwal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Soal</a:t>
            </a:r>
            <a:r>
              <a:rPr lang="en-ID" sz="1400" dirty="0"/>
              <a:t> </a:t>
            </a:r>
            <a:r>
              <a:rPr lang="en-ID" sz="1400" dirty="0" err="1"/>
              <a:t>teknologi</a:t>
            </a:r>
            <a:r>
              <a:rPr lang="en-ID" sz="1400" dirty="0"/>
              <a:t>, SMI </a:t>
            </a:r>
            <a:r>
              <a:rPr lang="en-ID" sz="1400" dirty="0" err="1"/>
              <a:t>cenderung</a:t>
            </a:r>
            <a:r>
              <a:rPr lang="en-ID" sz="1400" dirty="0"/>
              <a:t> </a:t>
            </a:r>
            <a:r>
              <a:rPr lang="en-ID" sz="1400" dirty="0" err="1"/>
              <a:t>menunggu</a:t>
            </a:r>
            <a:r>
              <a:rPr lang="en-ID" sz="1400" dirty="0"/>
              <a:t>.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baru</a:t>
            </a:r>
            <a:r>
              <a:rPr lang="en-ID" sz="1400" dirty="0"/>
              <a:t> </a:t>
            </a:r>
            <a:r>
              <a:rPr lang="en-ID" sz="1400" dirty="0" err="1"/>
              <a:t>mengadopsi</a:t>
            </a:r>
            <a:r>
              <a:rPr lang="en-ID" sz="1400" dirty="0"/>
              <a:t> </a:t>
            </a:r>
            <a:r>
              <a:rPr lang="en-ID" sz="1400" dirty="0" err="1"/>
              <a:t>teknologi</a:t>
            </a:r>
            <a:r>
              <a:rPr lang="en-ID" sz="1400" dirty="0"/>
              <a:t> </a:t>
            </a:r>
            <a:r>
              <a:rPr lang="en-ID" sz="1400" dirty="0" err="1"/>
              <a:t>baru</a:t>
            </a:r>
            <a:r>
              <a:rPr lang="en-ID" sz="1400" dirty="0"/>
              <a:t> </a:t>
            </a:r>
            <a:r>
              <a:rPr lang="en-ID" sz="1400" dirty="0" err="1"/>
              <a:t>setelah</a:t>
            </a:r>
            <a:r>
              <a:rPr lang="en-ID" sz="1400" dirty="0"/>
              <a:t> </a:t>
            </a:r>
            <a:r>
              <a:rPr lang="en-ID" sz="1400" dirty="0" err="1"/>
              <a:t>terbukti</a:t>
            </a:r>
            <a:r>
              <a:rPr lang="en-ID" sz="1400" dirty="0"/>
              <a:t> </a:t>
            </a:r>
            <a:r>
              <a:rPr lang="en-ID" sz="1400" dirty="0" err="1"/>
              <a:t>matang</a:t>
            </a:r>
            <a:r>
              <a:rPr lang="en-ID" sz="1400" dirty="0"/>
              <a:t>, </a:t>
            </a:r>
            <a:r>
              <a:rPr lang="en-ID" sz="1400" dirty="0" err="1"/>
              <a:t>andal</a:t>
            </a:r>
            <a:r>
              <a:rPr lang="en-ID" sz="1400" dirty="0"/>
              <a:t>, dan </a:t>
            </a:r>
            <a:r>
              <a:rPr lang="en-ID" sz="1400" dirty="0" err="1"/>
              <a:t>jelas</a:t>
            </a:r>
            <a:r>
              <a:rPr lang="en-ID" sz="1400" dirty="0"/>
              <a:t> </a:t>
            </a:r>
            <a:r>
              <a:rPr lang="en-ID" sz="1400" dirty="0" err="1"/>
              <a:t>memberi</a:t>
            </a:r>
            <a:r>
              <a:rPr lang="en-ID" sz="1400" dirty="0"/>
              <a:t> </a:t>
            </a:r>
            <a:r>
              <a:rPr lang="en-ID" sz="1400" dirty="0" err="1"/>
              <a:t>penghematan</a:t>
            </a:r>
            <a:r>
              <a:rPr lang="en-ID" sz="1400" dirty="0"/>
              <a:t> </a:t>
            </a:r>
            <a:r>
              <a:rPr lang="en-ID" sz="1400" dirty="0" err="1"/>
              <a:t>biaya</a:t>
            </a:r>
            <a:r>
              <a:rPr lang="en-ID" sz="1400" dirty="0"/>
              <a:t>. </a:t>
            </a:r>
            <a:r>
              <a:rPr lang="en-ID" sz="1400" dirty="0" err="1"/>
              <a:t>Filosofi</a:t>
            </a:r>
            <a:r>
              <a:rPr lang="en-ID" sz="1400" dirty="0"/>
              <a:t> </a:t>
            </a:r>
            <a:r>
              <a:rPr lang="en-ID" sz="1400" dirty="0" err="1"/>
              <a:t>mereka</a:t>
            </a:r>
            <a:r>
              <a:rPr lang="en-ID" sz="1400" dirty="0"/>
              <a:t>: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baik</a:t>
            </a:r>
            <a:r>
              <a:rPr lang="en-ID" sz="1400" dirty="0"/>
              <a:t> </a:t>
            </a:r>
            <a:r>
              <a:rPr lang="en-ID" sz="1400" dirty="0" err="1"/>
              <a:t>telat</a:t>
            </a:r>
            <a:r>
              <a:rPr lang="en-ID" sz="1400" dirty="0"/>
              <a:t> </a:t>
            </a:r>
            <a:r>
              <a:rPr lang="en-ID" sz="1400" dirty="0" err="1"/>
              <a:t>tetapi</a:t>
            </a:r>
            <a:r>
              <a:rPr lang="en-ID" sz="1400" dirty="0"/>
              <a:t> </a:t>
            </a:r>
            <a:r>
              <a:rPr lang="en-ID" sz="1400" dirty="0" err="1"/>
              <a:t>aman</a:t>
            </a:r>
            <a:r>
              <a:rPr lang="en-ID" sz="1400" dirty="0"/>
              <a:t>, </a:t>
            </a:r>
            <a:r>
              <a:rPr lang="en-ID" sz="1400" dirty="0" err="1"/>
              <a:t>daripada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kelinci</a:t>
            </a:r>
            <a:r>
              <a:rPr lang="en-ID" sz="1400" dirty="0"/>
              <a:t> </a:t>
            </a:r>
            <a:r>
              <a:rPr lang="en-ID" sz="1400" dirty="0" err="1"/>
              <a:t>percobaan</a:t>
            </a:r>
            <a:r>
              <a:rPr lang="en-ID" sz="1400" dirty="0"/>
              <a:t> </a:t>
            </a:r>
            <a:r>
              <a:rPr lang="en-ID" sz="1400" dirty="0" err="1"/>
              <a:t>teknologi</a:t>
            </a:r>
            <a:r>
              <a:rPr lang="en-ID" sz="1400" dirty="0"/>
              <a:t> yang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teruji</a:t>
            </a:r>
            <a:r>
              <a:rPr lang="en-ID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97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BDFF-B4B4-3CEB-104E-CD2180BE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Auditing IT Governance</a:t>
            </a:r>
          </a:p>
        </p:txBody>
      </p:sp>
    </p:spTree>
    <p:extLst>
      <p:ext uri="{BB962C8B-B14F-4D97-AF65-F5344CB8AC3E}">
        <p14:creationId xmlns:p14="http://schemas.microsoft.com/office/powerpoint/2010/main" val="1479797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3F4A-1D49-9E25-94A7-566EB15D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Urgency of Auditing IT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5C4A-CC76-D9DB-9ACE-49B4F7759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41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Governance failures cause:</a:t>
            </a:r>
          </a:p>
          <a:p>
            <a:r>
              <a:rPr lang="en-US" dirty="0"/>
              <a:t>misalignment</a:t>
            </a:r>
          </a:p>
          <a:p>
            <a:r>
              <a:rPr lang="en-US" dirty="0"/>
              <a:t>project failure</a:t>
            </a:r>
          </a:p>
          <a:p>
            <a:r>
              <a:rPr lang="en-US" dirty="0"/>
              <a:t>data breaches</a:t>
            </a:r>
          </a:p>
          <a:p>
            <a:r>
              <a:rPr lang="en-US" dirty="0"/>
              <a:t>operational losses</a:t>
            </a:r>
          </a:p>
          <a:p>
            <a:r>
              <a:rPr lang="en-US" dirty="0"/>
              <a:t>compliance issues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B82C7-3AF6-D5C2-8D05-6A779DCB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E535D-EA89-C6A3-EAB2-F8A153B58C04}"/>
              </a:ext>
            </a:extLst>
          </p:cNvPr>
          <p:cNvSpPr txBox="1"/>
          <p:nvPr/>
        </p:nvSpPr>
        <p:spPr>
          <a:xfrm>
            <a:off x="7327359" y="1951672"/>
            <a:ext cx="3470343" cy="1477328"/>
          </a:xfrm>
          <a:prstGeom prst="rect">
            <a:avLst/>
          </a:prstGeom>
          <a:solidFill>
            <a:srgbClr val="E4D304">
              <a:alpha val="43137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We audit IT Governance to ensure direction, oversight, and accountability are working as intended.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76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DC65-9C57-A797-E029-AA6FB2DB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COBIT 2019 as Audit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B3B-5CC4-EEF1-62DB-80AF367B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COBIT is suitable for governance auditing:</a:t>
            </a:r>
          </a:p>
          <a:p>
            <a:r>
              <a:rPr lang="en-US" dirty="0"/>
              <a:t>internationally recognized</a:t>
            </a:r>
          </a:p>
          <a:p>
            <a:r>
              <a:rPr lang="en-US" dirty="0"/>
              <a:t>covers all governance &amp; management components</a:t>
            </a:r>
          </a:p>
          <a:p>
            <a:r>
              <a:rPr lang="en-US" dirty="0"/>
              <a:t>provides </a:t>
            </a:r>
            <a:r>
              <a:rPr lang="en-US" i="1" dirty="0"/>
              <a:t>criteria, activities, and practices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COBIT gives auditors a structured, neutral, complete criteria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951A4-595D-3E6B-8A63-7DD86F14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37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DF47-EFEF-3350-38EC-AE722B99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Relevant COBIT Objectives for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DA76-000B-232B-20A9-7BCD0EBCC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7936" cy="4351338"/>
          </a:xfrm>
        </p:spPr>
        <p:txBody>
          <a:bodyPr/>
          <a:lstStyle/>
          <a:p>
            <a:r>
              <a:rPr lang="en-US" dirty="0"/>
              <a:t>Auditors don’t audit all 40 objectives</a:t>
            </a:r>
          </a:p>
          <a:p>
            <a:r>
              <a:rPr lang="en-US" dirty="0"/>
              <a:t>Selection depends on:</a:t>
            </a:r>
          </a:p>
          <a:p>
            <a:pPr lvl="1"/>
            <a:r>
              <a:rPr lang="en-US" dirty="0"/>
              <a:t>organization’s strategy</a:t>
            </a:r>
          </a:p>
          <a:p>
            <a:pPr lvl="1"/>
            <a:r>
              <a:rPr lang="en-US" dirty="0"/>
              <a:t>risk profile</a:t>
            </a:r>
          </a:p>
          <a:p>
            <a:pPr lvl="1"/>
            <a:r>
              <a:rPr lang="en-US" dirty="0"/>
              <a:t>regulatory requirements</a:t>
            </a:r>
          </a:p>
          <a:p>
            <a:pPr lvl="1"/>
            <a:r>
              <a:rPr lang="en-US" dirty="0"/>
              <a:t>current maturity</a:t>
            </a:r>
          </a:p>
          <a:p>
            <a:pPr lvl="1"/>
            <a:r>
              <a:rPr lang="en-US" dirty="0"/>
              <a:t>known pain points</a:t>
            </a:r>
          </a:p>
          <a:p>
            <a:r>
              <a:rPr lang="en-US" dirty="0"/>
              <a:t>Link back to the </a:t>
            </a:r>
            <a:r>
              <a:rPr lang="en-US" i="1" dirty="0" err="1"/>
              <a:t>MegaMart</a:t>
            </a:r>
            <a:r>
              <a:rPr lang="en-US" dirty="0"/>
              <a:t>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72E0-0762-35ED-A1D3-2A8CFC1B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9E2E44FB-3489-9917-95F3-D82A12A7F1E1}"/>
              </a:ext>
            </a:extLst>
          </p:cNvPr>
          <p:cNvSpPr/>
          <p:nvPr/>
        </p:nvSpPr>
        <p:spPr>
          <a:xfrm>
            <a:off x="7636213" y="2106039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Understand enterprise goals</a:t>
            </a:r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76E86B0F-D9FC-6B49-2D02-268A9D1B5626}"/>
              </a:ext>
            </a:extLst>
          </p:cNvPr>
          <p:cNvSpPr/>
          <p:nvPr/>
        </p:nvSpPr>
        <p:spPr>
          <a:xfrm>
            <a:off x="7636213" y="3000983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 IT environment</a:t>
            </a:r>
          </a:p>
        </p:txBody>
      </p:sp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6ED99FE0-BD5D-E81E-548B-E597FFB50064}"/>
              </a:ext>
            </a:extLst>
          </p:cNvPr>
          <p:cNvSpPr/>
          <p:nvPr/>
        </p:nvSpPr>
        <p:spPr>
          <a:xfrm>
            <a:off x="7636213" y="3895927"/>
            <a:ext cx="3618690" cy="894944"/>
          </a:xfrm>
          <a:prstGeom prst="downArrowCallou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 high-risk COBIT domains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EA4C7-8051-7783-8C45-24826B69C1E4}"/>
              </a:ext>
            </a:extLst>
          </p:cNvPr>
          <p:cNvSpPr/>
          <p:nvPr/>
        </p:nvSpPr>
        <p:spPr>
          <a:xfrm>
            <a:off x="7636213" y="4790871"/>
            <a:ext cx="3618690" cy="583659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relevant objectives</a:t>
            </a:r>
          </a:p>
        </p:txBody>
      </p:sp>
    </p:spTree>
    <p:extLst>
      <p:ext uri="{BB962C8B-B14F-4D97-AF65-F5344CB8AC3E}">
        <p14:creationId xmlns:p14="http://schemas.microsoft.com/office/powerpoint/2010/main" val="1886525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8D3B-BFBB-A34A-578C-FBC9E694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FE1B-F450-54CE-C7BB-57E0E4A3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COBIT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D902-B363-9F6D-5149-1C534DCF9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2876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Each COBIT objective contains: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Objective statement → what it must achieve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Purpose → why it exists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Gov/Management practices → </a:t>
            </a:r>
            <a:r>
              <a:rPr lang="en-US" sz="2400" b="1" dirty="0"/>
              <a:t>the “audit criteria”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Inputs / Outputs → audit evidence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RACI → roles to interview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Metrics → performance &amp; conformance indicators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5EA98-8C47-367B-370E-C08F926C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4F59A-2554-7C3C-478E-861A63FCB310}"/>
              </a:ext>
            </a:extLst>
          </p:cNvPr>
          <p:cNvSpPr txBox="1"/>
          <p:nvPr/>
        </p:nvSpPr>
        <p:spPr>
          <a:xfrm>
            <a:off x="8698959" y="2150212"/>
            <a:ext cx="2312751" cy="1477328"/>
          </a:xfrm>
          <a:prstGeom prst="rect">
            <a:avLst/>
          </a:prstGeom>
          <a:solidFill>
            <a:srgbClr val="E4D304">
              <a:alpha val="45882"/>
            </a:srgb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i="1" dirty="0"/>
              <a:t>This structure tells auditors what to test, who to ask, and what evidence to collect.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65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3CE5-D0E5-C154-6622-EBDD7B4D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an Audit of IT Governance Using COBIT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E53C-3392-A600-92D0-93F502C3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Plan the Audit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Governance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Design of Controls / Governance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Control and Activities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Assess Capability or Maturity (Optional)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Conclusions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F84C-D384-4256-3207-6E70DC60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32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47ED-0E1D-B4D7-B9AA-7BA277FE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Plan the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B494-87DD-09EB-620C-34E88CEC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You define what you are auditing, why, and against which criteria (COBIT objectives).</a:t>
            </a:r>
          </a:p>
          <a:p>
            <a:pPr marL="0" indent="0">
              <a:buNone/>
            </a:pPr>
            <a:r>
              <a:rPr lang="en-US" sz="2000" dirty="0"/>
              <a:t>You must identify:</a:t>
            </a:r>
          </a:p>
          <a:p>
            <a:r>
              <a:rPr lang="en-US" sz="2000" dirty="0"/>
              <a:t>Objective (e.g., “Is IT Governance effective?”)</a:t>
            </a:r>
          </a:p>
          <a:p>
            <a:r>
              <a:rPr lang="en-US" sz="2000" dirty="0"/>
              <a:t>Scope (which COBIT objectives? EDM01? APO01? etc.)</a:t>
            </a:r>
          </a:p>
          <a:p>
            <a:r>
              <a:rPr lang="en-US" sz="2000" dirty="0"/>
              <a:t>Risks</a:t>
            </a:r>
          </a:p>
          <a:p>
            <a:r>
              <a:rPr lang="en-US" sz="2000" dirty="0"/>
              <a:t>Resources and schedule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E0976-6007-AA4B-7485-14B31BF5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CB57BD-8764-F240-2891-7944FD4F953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dirty="0"/>
              <a:t>A retail company, “</a:t>
            </a:r>
            <a:r>
              <a:rPr lang="en-US" sz="2000" dirty="0" err="1"/>
              <a:t>ShopNow</a:t>
            </a:r>
            <a:r>
              <a:rPr lang="en-US" sz="2000" dirty="0"/>
              <a:t>”, is rolling out a new customer-facing mobile app.</a:t>
            </a:r>
            <a:br>
              <a:rPr lang="en-US" sz="2000" dirty="0"/>
            </a:br>
            <a:r>
              <a:rPr lang="en-US" sz="2000" dirty="0"/>
              <a:t>Audit scope is focused on IT governance over digital services, specifically the COBIT objectives: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EDM02 (Ensure Benefits Delivery)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APO01 (Manage the IT Management Framework)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APO12 (Manage Risk)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868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7D6A-548F-D5B3-A8C1-AE213745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BEB0-ACB1-6C12-4A16-47BFD6D5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Understand the Governance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2599-D143-5141-A03B-B3431EF3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Here you learn how IT decisions are actually made inside the organization.</a:t>
            </a:r>
          </a:p>
          <a:p>
            <a:pPr marL="0" indent="0">
              <a:buNone/>
            </a:pPr>
            <a:r>
              <a:rPr lang="en-US" sz="2000" dirty="0"/>
              <a:t>You examine:</a:t>
            </a:r>
          </a:p>
          <a:p>
            <a:r>
              <a:rPr lang="en-US" sz="2000" dirty="0"/>
              <a:t>Governance bodies (board, IT steering committee)</a:t>
            </a:r>
          </a:p>
          <a:p>
            <a:r>
              <a:rPr lang="en-US" sz="2000" dirty="0"/>
              <a:t>Decision rights (who approves what)</a:t>
            </a:r>
          </a:p>
          <a:p>
            <a:r>
              <a:rPr lang="en-US" sz="2000" dirty="0"/>
              <a:t>Policies &amp; charters</a:t>
            </a:r>
          </a:p>
          <a:p>
            <a:r>
              <a:rPr lang="en-US" sz="2000" dirty="0"/>
              <a:t>Enterprise goals &amp; IT alignment</a:t>
            </a:r>
          </a:p>
          <a:p>
            <a:r>
              <a:rPr lang="en-US" sz="2000" dirty="0"/>
              <a:t>Reporting lines</a:t>
            </a:r>
          </a:p>
          <a:p>
            <a:r>
              <a:rPr lang="en-US" sz="2000" dirty="0"/>
              <a:t>COBIT Governance System Components</a:t>
            </a:r>
          </a:p>
          <a:p>
            <a:r>
              <a:rPr lang="en-US" sz="2000" dirty="0"/>
              <a:t>This forms the baseline of what “exists” before testing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FFD1-CD61-5918-FF3C-0D791DD8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5DA4ED-173F-AA4C-1CCB-F82E51F2D307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During interviews, the auditor learns:</a:t>
            </a:r>
          </a:p>
          <a:p>
            <a:r>
              <a:rPr lang="en-US" sz="2000" dirty="0"/>
              <a:t>There is an IT Steering Committee but it has not met for 4 months.</a:t>
            </a:r>
          </a:p>
          <a:p>
            <a:r>
              <a:rPr lang="en-US" sz="2000" dirty="0"/>
              <a:t>The CIO reports directly to the COO, but the digital product team bypasses IT governance in urgent releases.</a:t>
            </a:r>
          </a:p>
          <a:p>
            <a:r>
              <a:rPr lang="en-US" sz="2000" dirty="0"/>
              <a:t>The risk function is not involved in sprint planning.</a:t>
            </a:r>
          </a:p>
          <a:p>
            <a:pPr marL="0" indent="0">
              <a:buNone/>
            </a:pPr>
            <a:r>
              <a:rPr lang="en-US" sz="2000" dirty="0"/>
              <a:t>This helps the auditor understand where governance may be weak.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4000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F372-57C4-4E42-7C89-72D078A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0817-9425-6EEE-600E-E7FEE866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Evaluate Design of Controls / Governance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92CA-8836-DB0B-38A5-846D28CF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Now you compare the organization’s governance design to COBIT’s recommended practices.</a:t>
            </a:r>
          </a:p>
          <a:p>
            <a:pPr marL="0" indent="0">
              <a:buNone/>
            </a:pPr>
            <a:r>
              <a:rPr lang="en-US" sz="2000" dirty="0"/>
              <a:t>You check:</a:t>
            </a:r>
          </a:p>
          <a:p>
            <a:r>
              <a:rPr lang="en-US" sz="2000" dirty="0"/>
              <a:t>Are the right policies defined?</a:t>
            </a:r>
          </a:p>
          <a:p>
            <a:r>
              <a:rPr lang="en-US" sz="2000" dirty="0"/>
              <a:t>Are governance committees structured appropriately?</a:t>
            </a:r>
          </a:p>
          <a:p>
            <a:r>
              <a:rPr lang="en-US" sz="2000" dirty="0"/>
              <a:t>Are roles aligned with COBIT’s RACI?</a:t>
            </a:r>
          </a:p>
          <a:p>
            <a:r>
              <a:rPr lang="en-US" sz="2000" dirty="0"/>
              <a:t>Do the expected practices exist in the design?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E340-6103-2846-C19D-445D2B3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DE8B58-A11D-5AB6-5053-E0DD668ADB23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For EDM02, COBIT expects benefit delivery mechanisms.</a:t>
            </a:r>
            <a:br>
              <a:rPr lang="en-US" sz="2000" dirty="0"/>
            </a:br>
            <a:r>
              <a:rPr lang="en-US" sz="2000" dirty="0"/>
              <a:t>The auditor reviews </a:t>
            </a:r>
            <a:r>
              <a:rPr lang="en-US" sz="2000" dirty="0" err="1"/>
              <a:t>ShopNow’s</a:t>
            </a:r>
            <a:r>
              <a:rPr lang="en-US" sz="2000" dirty="0"/>
              <a:t> governance practices and finds:</a:t>
            </a:r>
          </a:p>
          <a:p>
            <a:r>
              <a:rPr lang="en-US" sz="2000" dirty="0"/>
              <a:t>Business case exists, but no benefit tracking after app release.</a:t>
            </a:r>
          </a:p>
          <a:p>
            <a:r>
              <a:rPr lang="en-US" sz="2000" dirty="0"/>
              <a:t>No governance trigger when expected customer adoption falls below target.</a:t>
            </a:r>
          </a:p>
          <a:p>
            <a:r>
              <a:rPr lang="en-US" sz="2000" dirty="0"/>
              <a:t>No clear owner assigned to track KPIs.</a:t>
            </a:r>
          </a:p>
          <a:p>
            <a:pPr marL="0" indent="0">
              <a:buNone/>
            </a:pPr>
            <a:r>
              <a:rPr lang="en-US" sz="2000" dirty="0"/>
              <a:t>This shows gaps in governance design and operation.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81368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4DF3-7432-1758-20C4-959C1A32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186E-E172-F218-3A50-483BAE52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Test Control and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E29E-A2E5-85B4-566F-58B3143F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Now you check whether the governance practices actually work in real life.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Methods include: Interviews, Document review, Observation, Evidence sampling, Decision trail examination, Meeting minutes analysis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You test whether: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Meetings happen as chartered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Risks are being escalated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Projects are prioritized correctly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IT investments are monitored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Policies are followed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23BC-2BE3-DD2D-8017-9B2E9D39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6B9B6F-16A8-EF02-1B77-C7936933E8EC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The auditor tests if risk assessments (APO12) are happening before major releases:</a:t>
            </a:r>
          </a:p>
          <a:p>
            <a:r>
              <a:rPr lang="en-US" sz="2000" dirty="0"/>
              <a:t>Reviews three release cycles → only one has a documented risk assessment.</a:t>
            </a:r>
          </a:p>
          <a:p>
            <a:r>
              <a:rPr lang="en-US" sz="2000" dirty="0"/>
              <a:t>Risk mitigation decisions are not approved by any governance body.</a:t>
            </a:r>
          </a:p>
          <a:p>
            <a:r>
              <a:rPr lang="en-US" sz="2000" dirty="0"/>
              <a:t>Evidence shows developers pushed a hotfix directly to production without oversight.</a:t>
            </a:r>
          </a:p>
          <a:p>
            <a:pPr marL="0" indent="0">
              <a:buNone/>
            </a:pPr>
            <a:r>
              <a:rPr lang="en-US" sz="2000" dirty="0"/>
              <a:t>Testing confirms that governance controls exist on paper but do not operate consistently.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2488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42D9-C522-2889-E3BC-6AB7973B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FDF9-7E3D-79B7-C70F-D1496505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Assess Capability or Maturity 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DD9A-15F9-E047-2604-23C2848EA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Using COBIT’s Performance Management Model, auditors can score how mature or capable each objective is (0–5).</a:t>
            </a:r>
            <a:br>
              <a:rPr lang="en-US" sz="2000" dirty="0"/>
            </a:br>
            <a:r>
              <a:rPr lang="en-US" sz="2000" dirty="0"/>
              <a:t>This is optional but often requested by management.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rating helps communicate: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How strong the governance process is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Where improvements are needed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Progress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8E26-8963-8F8C-A8A3-19E258D4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4C3321-8577-BC50-346A-654909F72A88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Based on evidence:</a:t>
            </a:r>
          </a:p>
          <a:p>
            <a:r>
              <a:rPr lang="en-US" sz="2000" b="1" dirty="0"/>
              <a:t>EDM02</a:t>
            </a:r>
            <a:r>
              <a:rPr lang="en-US" sz="2000" dirty="0"/>
              <a:t>: Level 1 (Performed) – benefits are identified but not systematically monitored.</a:t>
            </a:r>
          </a:p>
          <a:p>
            <a:r>
              <a:rPr lang="en-US" sz="2000" b="1" dirty="0"/>
              <a:t>APO12</a:t>
            </a:r>
            <a:r>
              <a:rPr lang="en-US" sz="2000" dirty="0"/>
              <a:t>: Level 0–1 – risk management is inconsistent and mostly reactive.</a:t>
            </a:r>
          </a:p>
          <a:p>
            <a:r>
              <a:rPr lang="en-US" sz="2000" b="1" dirty="0"/>
              <a:t>APO01</a:t>
            </a:r>
            <a:r>
              <a:rPr lang="en-US" sz="2000" dirty="0"/>
              <a:t>: Level 2 – there is an IT management framework but not fully embedded.</a:t>
            </a:r>
          </a:p>
          <a:p>
            <a:pPr marL="0" indent="0">
              <a:buNone/>
            </a:pPr>
            <a:r>
              <a:rPr lang="en-US" sz="2000" dirty="0"/>
              <a:t>Simple, consistent scoring supports improvement planning.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47304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CBF8-DFEB-E324-2F07-848AD381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90E3-B596-DEA0-C218-9C86F3E7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Form Conclusions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3FE7-CCAA-6A08-70BD-0B9A19D2C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648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Finally, auditors:</a:t>
            </a:r>
          </a:p>
          <a:p>
            <a:r>
              <a:rPr lang="en-US" sz="2000" dirty="0"/>
              <a:t>Summarize gaps</a:t>
            </a:r>
          </a:p>
          <a:p>
            <a:r>
              <a:rPr lang="en-US" sz="2000" dirty="0"/>
              <a:t>Explain risks</a:t>
            </a:r>
          </a:p>
          <a:p>
            <a:r>
              <a:rPr lang="en-US" sz="2000" dirty="0"/>
              <a:t>Conclude on governance effectiveness</a:t>
            </a:r>
          </a:p>
          <a:p>
            <a:r>
              <a:rPr lang="en-US" sz="2000" dirty="0"/>
              <a:t>Provide prioritized recommendations</a:t>
            </a:r>
          </a:p>
          <a:p>
            <a:r>
              <a:rPr lang="en-US" sz="2000" dirty="0"/>
              <a:t>Align findings with enterprise goals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Recommendations must be:</a:t>
            </a:r>
          </a:p>
          <a:p>
            <a:r>
              <a:rPr lang="en-US" sz="2000" dirty="0"/>
              <a:t>Practical</a:t>
            </a:r>
          </a:p>
          <a:p>
            <a:r>
              <a:rPr lang="en-US" sz="2000" dirty="0"/>
              <a:t>Risk-based</a:t>
            </a:r>
          </a:p>
          <a:p>
            <a:r>
              <a:rPr lang="en-US" sz="2000" dirty="0"/>
              <a:t>Aligned with COBIT Design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96EEA-4507-235F-EFC9-03DC2C5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AEB297-22E6-A6E4-8B0F-9B15526413D0}"/>
              </a:ext>
            </a:extLst>
          </p:cNvPr>
          <p:cNvSpPr txBox="1">
            <a:spLocks/>
          </p:cNvSpPr>
          <p:nvPr/>
        </p:nvSpPr>
        <p:spPr>
          <a:xfrm>
            <a:off x="6498077" y="1580509"/>
            <a:ext cx="4855723" cy="4351338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r>
              <a:rPr lang="en-US" sz="2000" dirty="0"/>
              <a:t>Conclusion for </a:t>
            </a:r>
            <a:r>
              <a:rPr lang="en-US" sz="2000" dirty="0" err="1"/>
              <a:t>ShopNow</a:t>
            </a:r>
            <a:r>
              <a:rPr lang="en-US" sz="2000" dirty="0"/>
              <a:t>:</a:t>
            </a:r>
          </a:p>
          <a:p>
            <a:r>
              <a:rPr lang="en-US" sz="2000" dirty="0"/>
              <a:t>Governance bodies are not functioning effectively.</a:t>
            </a:r>
          </a:p>
          <a:p>
            <a:r>
              <a:rPr lang="en-US" sz="2000" dirty="0"/>
              <a:t>Benefits and risks of the mobile app are not governed systematically.</a:t>
            </a:r>
          </a:p>
          <a:p>
            <a:r>
              <a:rPr lang="en-US" sz="2000" dirty="0"/>
              <a:t>Governance roles are blurred between IT, digital product, and risk teams.</a:t>
            </a:r>
          </a:p>
          <a:p>
            <a:pPr marL="0" indent="0">
              <a:buNone/>
            </a:pPr>
            <a:r>
              <a:rPr lang="en-US" sz="2000" dirty="0"/>
              <a:t>Recommendations:</a:t>
            </a:r>
          </a:p>
          <a:p>
            <a:r>
              <a:rPr lang="en-US" sz="2000" dirty="0"/>
              <a:t>Reactivate IT Steering Committee with monthly meetings.</a:t>
            </a:r>
          </a:p>
          <a:p>
            <a:r>
              <a:rPr lang="en-US" sz="2000" dirty="0"/>
              <a:t>Assign an owner responsible for benefit tracking and KPI reviews.</a:t>
            </a:r>
          </a:p>
          <a:p>
            <a:r>
              <a:rPr lang="en-US" sz="2000" dirty="0"/>
              <a:t>Require risk assessment for every major release before approval.</a:t>
            </a:r>
          </a:p>
          <a:p>
            <a:r>
              <a:rPr lang="en-US" sz="2000" dirty="0"/>
              <a:t>Integrate product teams into the formal governance framework (APO01).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20338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A65F-4339-69E1-C9F9-63616120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Cheatsheet</a:t>
            </a:r>
            <a:r>
              <a:rPr lang="en-US" dirty="0"/>
              <a:t> of Auditing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A849F-8DC2-638A-CD2F-956121869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#ToD #ToE #ST</a:t>
            </a:r>
          </a:p>
        </p:txBody>
      </p:sp>
    </p:spTree>
    <p:extLst>
      <p:ext uri="{BB962C8B-B14F-4D97-AF65-F5344CB8AC3E}">
        <p14:creationId xmlns:p14="http://schemas.microsoft.com/office/powerpoint/2010/main" val="426277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FD2-D5E2-6752-D832-4D847F2A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02C1-5F7D-FBCA-1397-F1648CDB7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0613"/>
          </a:xfrm>
        </p:spPr>
        <p:txBody>
          <a:bodyPr/>
          <a:lstStyle/>
          <a:p>
            <a:r>
              <a:rPr lang="en-US" dirty="0"/>
              <a:t>In most cases, audit is about evaluating whether certain risks are threatening the achievement of objectives or not.</a:t>
            </a:r>
          </a:p>
          <a:p>
            <a:r>
              <a:rPr lang="en-US" dirty="0"/>
              <a:t>The most practical way of doing it is through testing the existing controls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7CF97-84BB-3DAB-A6F8-C5A85FEF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D30045-3CD5-1C01-4019-DFA2F081BC92}"/>
              </a:ext>
            </a:extLst>
          </p:cNvPr>
          <p:cNvSpPr/>
          <p:nvPr/>
        </p:nvSpPr>
        <p:spPr>
          <a:xfrm>
            <a:off x="6780179" y="3803515"/>
            <a:ext cx="3813242" cy="573932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Substantive Test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0A8F291-948F-B3ED-3957-E116EEF24512}"/>
              </a:ext>
            </a:extLst>
          </p:cNvPr>
          <p:cNvSpPr/>
          <p:nvPr/>
        </p:nvSpPr>
        <p:spPr>
          <a:xfrm>
            <a:off x="1332689" y="3550257"/>
            <a:ext cx="5933872" cy="112354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Control</a:t>
            </a:r>
          </a:p>
        </p:txBody>
      </p:sp>
    </p:spTree>
    <p:extLst>
      <p:ext uri="{BB962C8B-B14F-4D97-AF65-F5344CB8AC3E}">
        <p14:creationId xmlns:p14="http://schemas.microsoft.com/office/powerpoint/2010/main" val="11865693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16BE-7C28-D4AC-3E8C-9658AF8D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7AE1-94BE-1CEE-21BF-986CD23F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D674-70D7-90D6-BDD1-5EA9E28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8B9A21-2775-DA9E-3F84-59B3B231030C}"/>
              </a:ext>
            </a:extLst>
          </p:cNvPr>
          <p:cNvSpPr/>
          <p:nvPr/>
        </p:nvSpPr>
        <p:spPr>
          <a:xfrm>
            <a:off x="7322130" y="141443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0944340-8D74-5944-8568-CA78E02ACACF}"/>
              </a:ext>
            </a:extLst>
          </p:cNvPr>
          <p:cNvSpPr/>
          <p:nvPr/>
        </p:nvSpPr>
        <p:spPr>
          <a:xfrm>
            <a:off x="4080165" y="141443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8031638-F7C4-0070-9FD0-714E873E618F}"/>
              </a:ext>
            </a:extLst>
          </p:cNvPr>
          <p:cNvSpPr/>
          <p:nvPr/>
        </p:nvSpPr>
        <p:spPr>
          <a:xfrm>
            <a:off x="838200" y="141443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68A24-1EA0-8790-8DAC-973CB3132020}"/>
              </a:ext>
            </a:extLst>
          </p:cNvPr>
          <p:cNvSpPr txBox="1"/>
          <p:nvPr/>
        </p:nvSpPr>
        <p:spPr>
          <a:xfrm>
            <a:off x="838200" y="2419219"/>
            <a:ext cx="31345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Evaluate whether the control is designed properly to prevent, detect, or correct errors.</a:t>
            </a:r>
          </a:p>
          <a:p>
            <a:br>
              <a:rPr lang="en-US" dirty="0"/>
            </a:br>
            <a:r>
              <a:rPr lang="en-US" dirty="0"/>
              <a:t>You check policies, procedures, responsibilities, workflows, and whether the design </a:t>
            </a:r>
            <a:r>
              <a:rPr lang="en-US" i="1" dirty="0"/>
              <a:t>makes sense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44150-F86B-821E-5C02-23F3D13C9668}"/>
              </a:ext>
            </a:extLst>
          </p:cNvPr>
          <p:cNvSpPr txBox="1"/>
          <p:nvPr/>
        </p:nvSpPr>
        <p:spPr>
          <a:xfrm>
            <a:off x="4080165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whether the control actually works in practice, not just on paper.</a:t>
            </a:r>
          </a:p>
          <a:p>
            <a:br>
              <a:rPr lang="en-US" dirty="0"/>
            </a:br>
            <a:r>
              <a:rPr lang="en-US" dirty="0"/>
              <a:t>You verify evidence, logs, samples of activities, or observe how the process runs daily.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78542-08B6-5D7E-B8ED-C14C609CA91A}"/>
              </a:ext>
            </a:extLst>
          </p:cNvPr>
          <p:cNvSpPr txBox="1"/>
          <p:nvPr/>
        </p:nvSpPr>
        <p:spPr>
          <a:xfrm>
            <a:off x="7429537" y="2419219"/>
            <a:ext cx="31345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Directly test the transactions, records, or results to detect misstatements or irregularities.</a:t>
            </a:r>
          </a:p>
          <a:p>
            <a:br>
              <a:rPr lang="en-US" dirty="0"/>
            </a:br>
            <a:r>
              <a:rPr lang="en-US" dirty="0"/>
              <a:t>This step checks the actual outcome, especially when controls are weak.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78158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8FDC-1AD7-E502-A337-714248A1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4A50-7FDC-F2F2-488A-4B0B3A30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Step Simplification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028F5-DAD6-18CB-4969-297D6DC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05154078-A189-EB5A-50F8-01D4A12B135C}"/>
              </a:ext>
            </a:extLst>
          </p:cNvPr>
          <p:cNvSpPr/>
          <p:nvPr/>
        </p:nvSpPr>
        <p:spPr>
          <a:xfrm>
            <a:off x="759866" y="2646146"/>
            <a:ext cx="2552007" cy="1787236"/>
          </a:xfrm>
          <a:prstGeom prst="flowChartDecision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Desain </a:t>
            </a:r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Memadai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438DA8F-AA82-6A1F-0CE6-7B89D2D49D6A}"/>
              </a:ext>
            </a:extLst>
          </p:cNvPr>
          <p:cNvSpPr/>
          <p:nvPr/>
        </p:nvSpPr>
        <p:spPr>
          <a:xfrm>
            <a:off x="8390623" y="4878121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Uji </a:t>
            </a:r>
            <a:r>
              <a:rPr lang="en-US" dirty="0" err="1"/>
              <a:t>Substantif</a:t>
            </a:r>
            <a:r>
              <a:rPr lang="en-US" dirty="0"/>
              <a:t> </a:t>
            </a:r>
            <a:r>
              <a:rPr lang="en-US" dirty="0" err="1"/>
              <a:t>Mendalam</a:t>
            </a:r>
            <a:endParaRPr lang="en-ID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72215784-D0E5-CF53-4B6A-914A79F90A0D}"/>
              </a:ext>
            </a:extLst>
          </p:cNvPr>
          <p:cNvSpPr/>
          <p:nvPr/>
        </p:nvSpPr>
        <p:spPr>
          <a:xfrm>
            <a:off x="4517219" y="2646146"/>
            <a:ext cx="2552007" cy="1787236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Berfungsi</a:t>
            </a:r>
            <a:r>
              <a:rPr lang="en-US" sz="1400" dirty="0"/>
              <a:t>?</a:t>
            </a:r>
            <a:endParaRPr lang="en-ID" sz="1400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36F64B8-E1FA-3A4D-3251-1CE9D870EF2B}"/>
              </a:ext>
            </a:extLst>
          </p:cNvPr>
          <p:cNvSpPr/>
          <p:nvPr/>
        </p:nvSpPr>
        <p:spPr>
          <a:xfrm>
            <a:off x="8439440" y="2951293"/>
            <a:ext cx="2443942" cy="118872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/ Uji </a:t>
            </a:r>
            <a:r>
              <a:rPr lang="en-US" dirty="0" err="1"/>
              <a:t>Petik</a:t>
            </a:r>
            <a:endParaRPr lang="en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98DB3-CA2F-8105-143B-70F8728045A5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311873" y="3539764"/>
            <a:ext cx="12053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B1E3D0-C120-BDF2-2E12-70EF805FE10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69226" y="3539764"/>
            <a:ext cx="1370214" cy="58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5DE55A9-7919-ABFA-A706-1EF5766C3623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4693697" y="1775554"/>
            <a:ext cx="1039099" cy="635475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23DFC8E-09BE-3E7F-A490-CF95F8F5775A}"/>
              </a:ext>
            </a:extLst>
          </p:cNvPr>
          <p:cNvCxnSpPr>
            <a:stCxn id="6" idx="2"/>
            <a:endCxn id="5" idx="1"/>
          </p:cNvCxnSpPr>
          <p:nvPr/>
        </p:nvCxnSpPr>
        <p:spPr>
          <a:xfrm rot="16200000" flipH="1">
            <a:off x="6572374" y="3654231"/>
            <a:ext cx="1039099" cy="25974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EA5E59-4FDE-4430-1879-47DD53FA1638}"/>
              </a:ext>
            </a:extLst>
          </p:cNvPr>
          <p:cNvSpPr txBox="1"/>
          <p:nvPr/>
        </p:nvSpPr>
        <p:spPr>
          <a:xfrm>
            <a:off x="33857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16E0D-6534-588D-FEE4-B50859D2FBA9}"/>
              </a:ext>
            </a:extLst>
          </p:cNvPr>
          <p:cNvSpPr txBox="1"/>
          <p:nvPr/>
        </p:nvSpPr>
        <p:spPr>
          <a:xfrm>
            <a:off x="2131386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08AF72-5625-DEA1-E1D8-8A5E0EA6BA83}"/>
              </a:ext>
            </a:extLst>
          </p:cNvPr>
          <p:cNvSpPr txBox="1"/>
          <p:nvPr/>
        </p:nvSpPr>
        <p:spPr>
          <a:xfrm>
            <a:off x="7040054" y="306051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Ya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BA80D-1A1B-1EBF-7E3F-69B9664254AD}"/>
              </a:ext>
            </a:extLst>
          </p:cNvPr>
          <p:cNvSpPr txBox="1"/>
          <p:nvPr/>
        </p:nvSpPr>
        <p:spPr>
          <a:xfrm>
            <a:off x="5866572" y="455244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endParaRPr lang="en-ID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58F65E5-3846-FA56-C45C-7B2176A14AE9}"/>
              </a:ext>
            </a:extLst>
          </p:cNvPr>
          <p:cNvSpPr/>
          <p:nvPr/>
        </p:nvSpPr>
        <p:spPr>
          <a:xfrm>
            <a:off x="7243796" y="1322208"/>
            <a:ext cx="3644406" cy="107405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Substantive Test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555341C-D545-E71C-6A49-E97A49E73689}"/>
              </a:ext>
            </a:extLst>
          </p:cNvPr>
          <p:cNvSpPr/>
          <p:nvPr/>
        </p:nvSpPr>
        <p:spPr>
          <a:xfrm>
            <a:off x="4001831" y="1322208"/>
            <a:ext cx="3644406" cy="107405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Effectiveness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2741AEC-9FD6-100F-1422-F9D4330DBB48}"/>
              </a:ext>
            </a:extLst>
          </p:cNvPr>
          <p:cNvSpPr/>
          <p:nvPr/>
        </p:nvSpPr>
        <p:spPr>
          <a:xfrm>
            <a:off x="759866" y="1322207"/>
            <a:ext cx="3644406" cy="1074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of Design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256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5018-87D5-1EEC-18F0-7252B145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I – Design Audit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C08417-8AEF-8B62-9503-4FEB1E0F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A8703-1BF8-63A8-E17B-22A432EA3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242"/>
            <a:ext cx="9492574" cy="38645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assignment trains you to: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Read and understand a practical organizational context.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Identify relevant COBIT 2019 governance and management objectives that should be included in an audit scope.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Explain </a:t>
            </a:r>
            <a:r>
              <a:rPr lang="en-US" i="1" dirty="0"/>
              <a:t>why</a:t>
            </a:r>
            <a:r>
              <a:rPr lang="en-US" dirty="0"/>
              <a:t> those objectives matter based on risks or conditions in the case.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Extract governance/management practices and activities directly from the COBIT 2019 Governance &amp; Management Objectives book.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Connect the COBIT model to real auditing decisions.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need to use COBIT 2019 Framework Governance &amp; Management Objectives publication as attached in class logistic.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980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0E3A-C52D-5A5B-79DA-CD607E6D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F51F-1571-669A-C31F-4DEDD96B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CASE: PT Sinar Jaya Digital (SJD)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37911-A925-4A03-0E5E-BFBEA0DD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23583-129F-732F-3E8C-FFA68613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66566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 is a mid-sized e-commerce company facing rapid growth. The company relies heavily on IT to process transactions, handle customer data, and manage its logistics partners. Several issues have emerged: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board receives limited reporting on IT risks and performance.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IT decisions are made by the IT Manager without clear alignment to business priorities.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There is no formal risk management, although the company has experienced 2 outages in the past 6 months.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Change requests (new features, bug fixes) are handled informally through WhatsApp.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Customer complaints spike whenever the website suffers slowdowns.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No one is clearly accountable for cybersecurity measures; employees mix personal and corporate credentials.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 company plans major expansion next year, but IT planning is mostly reactive.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SJD’s Internal Audit is asked to perform a limited-scope IT Governance review to determine whether IT is being managed properly to support business objectives.</a:t>
            </a:r>
          </a:p>
        </p:txBody>
      </p:sp>
    </p:spTree>
    <p:extLst>
      <p:ext uri="{BB962C8B-B14F-4D97-AF65-F5344CB8AC3E}">
        <p14:creationId xmlns:p14="http://schemas.microsoft.com/office/powerpoint/2010/main" val="184288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47E9-A4F1-4595-7F07-4A4269C7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A38D-634E-5339-56E6-B6A85DD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Instructions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75EB1-A1F9-B950-6D25-559423D3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91AB9-412D-738E-B111-B04F210D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903085" cy="38645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Use COBIT 2019 Design Toolkit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Select COBIT Objectives (1 Governance + 3 Management) based on the importance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Extract the Practices and Activities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Submit a Structured Document (PDF)</a:t>
            </a:r>
          </a:p>
        </p:txBody>
      </p:sp>
    </p:spTree>
    <p:extLst>
      <p:ext uri="{BB962C8B-B14F-4D97-AF65-F5344CB8AC3E}">
        <p14:creationId xmlns:p14="http://schemas.microsoft.com/office/powerpoint/2010/main" val="4376629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6C7B-6519-9CEB-429E-E897428B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515D-063D-A3CF-3C2C-C15F4BC1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Select COBIT Objectives 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859AD-614C-DEC7-A2D4-55AE1615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10417-CB3C-5403-A168-816FA97C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1 Governance Objective (EDM domain) relevant to SJD’s situation.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en-US" dirty="0"/>
              <a:t>Choose at least 3 Management Objectives (APO, BAI, DSS, MEA domains) that should be included in the audit scope.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Your output must include:</a:t>
            </a:r>
          </a:p>
          <a:p>
            <a:pPr>
              <a:lnSpc>
                <a:spcPct val="120000"/>
              </a:lnSpc>
            </a:pPr>
            <a:r>
              <a:rPr lang="en-US" dirty="0"/>
              <a:t>The selected objectives (e.g., EDM02, APO12, BAI06…)</a:t>
            </a:r>
          </a:p>
          <a:p>
            <a:pPr>
              <a:lnSpc>
                <a:spcPct val="120000"/>
              </a:lnSpc>
            </a:pPr>
            <a:r>
              <a:rPr lang="en-US" dirty="0"/>
              <a:t>A brief explanation (5–7 sentences total) answering: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is this objective relevant to the case?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risk or problem does it address?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Why should Internal Audit review it now?</a:t>
            </a:r>
          </a:p>
        </p:txBody>
      </p:sp>
    </p:spTree>
    <p:extLst>
      <p:ext uri="{BB962C8B-B14F-4D97-AF65-F5344CB8AC3E}">
        <p14:creationId xmlns:p14="http://schemas.microsoft.com/office/powerpoint/2010/main" val="3237151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3EAC-CDB0-96D4-175B-4D984188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73BD-8BBB-C6A5-87FD-7BE36C86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Extract the Practices and Activities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C0EB2-2DCF-89C3-79D0-0E71558C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97969-0FE1-1E33-690A-2F9E0D01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For each selected objective:</a:t>
            </a:r>
          </a:p>
          <a:p>
            <a:r>
              <a:rPr lang="en-US" dirty="0"/>
              <a:t>List all Governance or Management Practices</a:t>
            </a:r>
          </a:p>
          <a:p>
            <a:r>
              <a:rPr lang="en-US" dirty="0"/>
              <a:t>Under each practice, list the activities related to it</a:t>
            </a:r>
          </a:p>
          <a:p>
            <a:r>
              <a:rPr lang="en-US" dirty="0"/>
              <a:t>Attach screenshots from the COBIT 2019 Governance &amp; Management Objectives book showing the practices and activities.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Instructions for evidence:</a:t>
            </a:r>
          </a:p>
          <a:p>
            <a:r>
              <a:rPr lang="en-US" dirty="0"/>
              <a:t>Screenshot must clearly show the objective title, each practice and its activities</a:t>
            </a:r>
          </a:p>
          <a:p>
            <a:r>
              <a:rPr lang="en-US" dirty="0"/>
              <a:t>You must not share PDFs; only screenshots of the parts used</a:t>
            </a:r>
          </a:p>
        </p:txBody>
      </p:sp>
    </p:spTree>
    <p:extLst>
      <p:ext uri="{BB962C8B-B14F-4D97-AF65-F5344CB8AC3E}">
        <p14:creationId xmlns:p14="http://schemas.microsoft.com/office/powerpoint/2010/main" val="39010299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E83176-7C1A-CE5F-7BB0-28B1D3F7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  <a:endParaRPr lang="en-US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07E3BB3-5A73-84AF-FC26-5AB014F5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Objective: APO12 Managed Risk</a:t>
            </a:r>
          </a:p>
          <a:p>
            <a:r>
              <a:rPr lang="en-US" sz="2800" b="1" dirty="0"/>
              <a:t>Practice: APO12.01 – Collect and Maintain Risk Information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of each activity copied from the book</a:t>
            </a:r>
          </a:p>
          <a:p>
            <a:r>
              <a:rPr lang="en-US" sz="2800" b="1" dirty="0"/>
              <a:t>Practice: APO12.02 – Analyze Risk</a:t>
            </a:r>
            <a:endParaRPr lang="en-US" sz="2800" dirty="0"/>
          </a:p>
          <a:p>
            <a:pPr lvl="1"/>
            <a:r>
              <a:rPr lang="en-US" sz="2800" i="1" dirty="0"/>
              <a:t>Activities (from book)</a:t>
            </a:r>
            <a:endParaRPr lang="en-US" sz="2800" dirty="0"/>
          </a:p>
          <a:p>
            <a:pPr lvl="2"/>
            <a:r>
              <a:rPr lang="en-US" sz="2800" dirty="0"/>
              <a:t>Screenshot provided</a:t>
            </a:r>
          </a:p>
          <a:p>
            <a:pPr lvl="2"/>
            <a:r>
              <a:rPr lang="en-US" sz="2800" dirty="0"/>
              <a:t>Bullet summary copied</a:t>
            </a:r>
          </a:p>
          <a:p>
            <a:r>
              <a:rPr lang="en-US" sz="2800" i="1" dirty="0"/>
              <a:t>(Repeat for all practices)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72194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2CE2-B592-FE33-4031-292A32DA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3AA4-F0EE-099A-1F0F-6558EC5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sz="4000" dirty="0"/>
              <a:t>Submit a Structured Document (PDF)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E8F56-8C28-AECB-F010-CDB0CA96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B6E2-BFBE-3CC6-4117-0F602377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91800" cy="4564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submission must include:</a:t>
            </a:r>
          </a:p>
          <a:p>
            <a:r>
              <a:rPr lang="en-US" dirty="0"/>
              <a:t>Selected Objectives + Rationale</a:t>
            </a:r>
          </a:p>
          <a:p>
            <a:r>
              <a:rPr lang="en-US" dirty="0"/>
              <a:t>Practices &amp; activities (with screenshot evidence)</a:t>
            </a:r>
          </a:p>
          <a:p>
            <a:r>
              <a:rPr lang="en-US" dirty="0"/>
              <a:t>Short conclusion:</a:t>
            </a:r>
            <a:br>
              <a:rPr lang="en-US" dirty="0"/>
            </a:br>
            <a:r>
              <a:rPr lang="en-US" dirty="0"/>
              <a:t>“What would be the main audit focus if these objectives are selected?”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Submit your report here:</a:t>
            </a:r>
          </a:p>
          <a:p>
            <a:pPr marL="0" indent="0">
              <a:buNone/>
            </a:pPr>
            <a:r>
              <a:rPr lang="en-US" dirty="0"/>
              <a:t>https://forms.gle/ewcaJ5Tv7xs1rrHM6</a:t>
            </a:r>
          </a:p>
        </p:txBody>
      </p:sp>
    </p:spTree>
    <p:extLst>
      <p:ext uri="{BB962C8B-B14F-4D97-AF65-F5344CB8AC3E}">
        <p14:creationId xmlns:p14="http://schemas.microsoft.com/office/powerpoint/2010/main" val="39043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4166</TotalTime>
  <Words>4443</Words>
  <Application>Microsoft Office PowerPoint</Application>
  <PresentationFormat>Widescreen</PresentationFormat>
  <Paragraphs>619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Aptos</vt:lpstr>
      <vt:lpstr>Aptos SemiBold</vt:lpstr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IT Governance Audit</vt:lpstr>
      <vt:lpstr>PowerPoint Presentation</vt:lpstr>
      <vt:lpstr>Class Recap</vt:lpstr>
      <vt:lpstr>Class Roadmap</vt:lpstr>
      <vt:lpstr>Covered Last Week</vt:lpstr>
      <vt:lpstr>Audit &amp; Standards</vt:lpstr>
      <vt:lpstr>Remember What Arens said</vt:lpstr>
      <vt:lpstr>Why Established Criteria Matters in Auditing</vt:lpstr>
      <vt:lpstr>Reflection Question</vt:lpstr>
      <vt:lpstr>The Landscape of Establishing Criteria in IT/IS Auditing</vt:lpstr>
      <vt:lpstr>Diverse Standards Used as Criteria</vt:lpstr>
      <vt:lpstr>In IT Auditing, Criteria Selection is Strategic</vt:lpstr>
      <vt:lpstr>Case 1: Audit of IT Service Management</vt:lpstr>
      <vt:lpstr>Case 2: Audit of Information Security Controls</vt:lpstr>
      <vt:lpstr>Case 3: Audit of Data Privacy Compliance</vt:lpstr>
      <vt:lpstr>Case 4: Audit of IT Governance</vt:lpstr>
      <vt:lpstr>COBIT 2019</vt:lpstr>
      <vt:lpstr>What is COBIT?</vt:lpstr>
      <vt:lpstr>PowerPoint Presentation</vt:lpstr>
      <vt:lpstr>PowerPoint Presentation</vt:lpstr>
      <vt:lpstr>COBIT 2019 Core Focus: EGIT</vt:lpstr>
      <vt:lpstr>COBIT 2019 Domains</vt:lpstr>
      <vt:lpstr>COBIT 2019 Domains</vt:lpstr>
      <vt:lpstr>COBIT 2019 Core  Model</vt:lpstr>
      <vt:lpstr>What is The Core Model for?</vt:lpstr>
      <vt:lpstr>The 40 Objectives are “Catalog” not a “Mandatory”</vt:lpstr>
      <vt:lpstr>An Illustration</vt:lpstr>
      <vt:lpstr>1. Understanding the Enterprise Needs</vt:lpstr>
      <vt:lpstr>2. Using the Core Model as a Catalog</vt:lpstr>
      <vt:lpstr>3. Choosing the Relevant Objectives</vt:lpstr>
      <vt:lpstr>4. Building IT Gov Structure</vt:lpstr>
      <vt:lpstr>4. Building IT Gov Structure</vt:lpstr>
      <vt:lpstr>4. Building IT Gov Structure</vt:lpstr>
      <vt:lpstr>4. Building IT Gov Structure</vt:lpstr>
      <vt:lpstr>5. Final Result: A Practical IT Governance</vt:lpstr>
      <vt:lpstr>Exercise – COBIT 2019 Design Toolkit</vt:lpstr>
      <vt:lpstr>1. PT Digital Nusantara Finansial (DNF)</vt:lpstr>
      <vt:lpstr>2. PT Sentosa Manufaktur Indonesia (SMI)</vt:lpstr>
      <vt:lpstr>Auditing IT Governance</vt:lpstr>
      <vt:lpstr>The Urgency of Auditing IT Governance</vt:lpstr>
      <vt:lpstr>Using COBIT 2019 as Audit Criteria</vt:lpstr>
      <vt:lpstr>Selecting Relevant COBIT Objectives for Audit</vt:lpstr>
      <vt:lpstr>Understanding COBIT Components</vt:lpstr>
      <vt:lpstr>How to Perform an Audit of IT Governance Using COBIT</vt:lpstr>
      <vt:lpstr>1. Plan the Audit</vt:lpstr>
      <vt:lpstr>2. Understand the Governance System</vt:lpstr>
      <vt:lpstr>3. Evaluate Design of Controls / Governance Practices</vt:lpstr>
      <vt:lpstr>4. Test Control and Activities</vt:lpstr>
      <vt:lpstr>5. Assess Capability or Maturity  (Optional)</vt:lpstr>
      <vt:lpstr>6. Form Conclusions and Recommendations</vt:lpstr>
      <vt:lpstr>Cheatsheet of Auditing</vt:lpstr>
      <vt:lpstr>Audit Step Simplification</vt:lpstr>
      <vt:lpstr>Audit Step Simplification</vt:lpstr>
      <vt:lpstr>Audit Step Simplification</vt:lpstr>
      <vt:lpstr>Assignment I – Design Audit Scope</vt:lpstr>
      <vt:lpstr>CASE: PT Sinar Jaya Digital (SJD)</vt:lpstr>
      <vt:lpstr>Task Instructions</vt:lpstr>
      <vt:lpstr>1. Select COBIT Objectives </vt:lpstr>
      <vt:lpstr>2. Extract the Practices and Activities</vt:lpstr>
      <vt:lpstr>Example</vt:lpstr>
      <vt:lpstr>3. Submit a Structured Document (PDF)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6</cp:revision>
  <dcterms:created xsi:type="dcterms:W3CDTF">2023-09-18T04:21:25Z</dcterms:created>
  <dcterms:modified xsi:type="dcterms:W3CDTF">2026-06-07T11:00:10Z</dcterms:modified>
</cp:coreProperties>
</file>