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7"/>
  </p:notesMasterIdLst>
  <p:sldIdLst>
    <p:sldId id="262" r:id="rId2"/>
    <p:sldId id="260" r:id="rId3"/>
    <p:sldId id="257" r:id="rId4"/>
    <p:sldId id="304" r:id="rId5"/>
    <p:sldId id="305" r:id="rId6"/>
    <p:sldId id="263" r:id="rId7"/>
    <p:sldId id="264" r:id="rId8"/>
    <p:sldId id="306" r:id="rId9"/>
    <p:sldId id="310" r:id="rId10"/>
    <p:sldId id="356" r:id="rId11"/>
    <p:sldId id="357" r:id="rId12"/>
    <p:sldId id="358" r:id="rId13"/>
    <p:sldId id="372" r:id="rId14"/>
    <p:sldId id="394" r:id="rId15"/>
    <p:sldId id="395" r:id="rId16"/>
    <p:sldId id="368" r:id="rId17"/>
    <p:sldId id="369" r:id="rId18"/>
    <p:sldId id="370" r:id="rId19"/>
    <p:sldId id="371" r:id="rId20"/>
    <p:sldId id="359" r:id="rId21"/>
    <p:sldId id="363" r:id="rId22"/>
    <p:sldId id="364" r:id="rId23"/>
    <p:sldId id="366" r:id="rId24"/>
    <p:sldId id="367" r:id="rId25"/>
    <p:sldId id="360" r:id="rId26"/>
    <p:sldId id="375" r:id="rId27"/>
    <p:sldId id="376" r:id="rId28"/>
    <p:sldId id="377" r:id="rId29"/>
    <p:sldId id="378" r:id="rId30"/>
    <p:sldId id="361" r:id="rId31"/>
    <p:sldId id="379" r:id="rId32"/>
    <p:sldId id="380" r:id="rId33"/>
    <p:sldId id="383" r:id="rId34"/>
    <p:sldId id="384" r:id="rId35"/>
    <p:sldId id="385" r:id="rId36"/>
    <p:sldId id="362" r:id="rId37"/>
    <p:sldId id="386" r:id="rId38"/>
    <p:sldId id="387" r:id="rId39"/>
    <p:sldId id="388" r:id="rId40"/>
    <p:sldId id="391" r:id="rId41"/>
    <p:sldId id="390" r:id="rId42"/>
    <p:sldId id="389" r:id="rId43"/>
    <p:sldId id="392" r:id="rId44"/>
    <p:sldId id="374" r:id="rId45"/>
    <p:sldId id="393" r:id="rId4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20294"/>
    <a:srgbClr val="FFC000"/>
    <a:srgbClr val="172C51"/>
    <a:srgbClr val="E4D304"/>
    <a:srgbClr val="4472C4"/>
    <a:srgbClr val="3F396D"/>
    <a:srgbClr val="20386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244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euku Raja Irfan Radarma" userId="cf428174-95ba-4576-8554-3a3b8ffa52b7" providerId="ADAL" clId="{6C5D399A-8E2C-4907-9624-A2DD17609376}"/>
    <pc:docChg chg="undo custSel addSld delSld modSld sldOrd">
      <pc:chgData name="Teuku Raja Irfan Radarma" userId="cf428174-95ba-4576-8554-3a3b8ffa52b7" providerId="ADAL" clId="{6C5D399A-8E2C-4907-9624-A2DD17609376}" dt="2025-11-24T07:00:54.057" v="1792"/>
      <pc:docMkLst>
        <pc:docMk/>
      </pc:docMkLst>
      <pc:sldChg chg="modSp mod">
        <pc:chgData name="Teuku Raja Irfan Radarma" userId="cf428174-95ba-4576-8554-3a3b8ffa52b7" providerId="ADAL" clId="{6C5D399A-8E2C-4907-9624-A2DD17609376}" dt="2025-11-22T04:32:40.769" v="980" actId="20577"/>
        <pc:sldMkLst>
          <pc:docMk/>
          <pc:sldMk cId="4030995347" sldId="257"/>
        </pc:sldMkLst>
        <pc:spChg chg="mod">
          <ac:chgData name="Teuku Raja Irfan Radarma" userId="cf428174-95ba-4576-8554-3a3b8ffa52b7" providerId="ADAL" clId="{6C5D399A-8E2C-4907-9624-A2DD17609376}" dt="2025-11-22T04:32:40.769" v="980" actId="20577"/>
          <ac:spMkLst>
            <pc:docMk/>
            <pc:sldMk cId="4030995347" sldId="257"/>
            <ac:spMk id="3" creationId="{940F5DB3-7A6F-EDD4-9F33-B3FF6161C717}"/>
          </ac:spMkLst>
        </pc:spChg>
      </pc:sldChg>
      <pc:sldChg chg="modSp mod">
        <pc:chgData name="Teuku Raja Irfan Radarma" userId="cf428174-95ba-4576-8554-3a3b8ffa52b7" providerId="ADAL" clId="{6C5D399A-8E2C-4907-9624-A2DD17609376}" dt="2025-11-22T04:24:43.797" v="98" actId="20577"/>
        <pc:sldMkLst>
          <pc:docMk/>
          <pc:sldMk cId="911610319" sldId="262"/>
        </pc:sldMkLst>
        <pc:spChg chg="mod">
          <ac:chgData name="Teuku Raja Irfan Radarma" userId="cf428174-95ba-4576-8554-3a3b8ffa52b7" providerId="ADAL" clId="{6C5D399A-8E2C-4907-9624-A2DD17609376}" dt="2025-11-22T04:24:41.294" v="97" actId="20577"/>
          <ac:spMkLst>
            <pc:docMk/>
            <pc:sldMk cId="911610319" sldId="262"/>
            <ac:spMk id="3" creationId="{B17BBDE0-3A4E-3EA2-60B0-F9756E347209}"/>
          </ac:spMkLst>
        </pc:spChg>
        <pc:spChg chg="mod">
          <ac:chgData name="Teuku Raja Irfan Radarma" userId="cf428174-95ba-4576-8554-3a3b8ffa52b7" providerId="ADAL" clId="{6C5D399A-8E2C-4907-9624-A2DD17609376}" dt="2025-11-22T04:24:43.797" v="98" actId="20577"/>
          <ac:spMkLst>
            <pc:docMk/>
            <pc:sldMk cId="911610319" sldId="262"/>
            <ac:spMk id="4" creationId="{FFCC89D4-8169-77D5-D53F-1E998B469C40}"/>
          </ac:spMkLst>
        </pc:spChg>
      </pc:sldChg>
      <pc:sldChg chg="modSp mod ord">
        <pc:chgData name="Teuku Raja Irfan Radarma" userId="cf428174-95ba-4576-8554-3a3b8ffa52b7" providerId="ADAL" clId="{6C5D399A-8E2C-4907-9624-A2DD17609376}" dt="2025-11-22T04:35:15.488" v="1224" actId="20577"/>
        <pc:sldMkLst>
          <pc:docMk/>
          <pc:sldMk cId="3835074240" sldId="263"/>
        </pc:sldMkLst>
        <pc:spChg chg="mod">
          <ac:chgData name="Teuku Raja Irfan Radarma" userId="cf428174-95ba-4576-8554-3a3b8ffa52b7" providerId="ADAL" clId="{6C5D399A-8E2C-4907-9624-A2DD17609376}" dt="2025-11-22T04:35:15.488" v="1224" actId="20577"/>
          <ac:spMkLst>
            <pc:docMk/>
            <pc:sldMk cId="3835074240" sldId="263"/>
            <ac:spMk id="2" creationId="{2079CBE2-7ADF-23F1-83BE-26DF183A5B12}"/>
          </ac:spMkLst>
        </pc:spChg>
      </pc:sldChg>
      <pc:sldChg chg="modSp mod">
        <pc:chgData name="Teuku Raja Irfan Radarma" userId="cf428174-95ba-4576-8554-3a3b8ffa52b7" providerId="ADAL" clId="{6C5D399A-8E2C-4907-9624-A2DD17609376}" dt="2025-11-22T04:37:01.464" v="1262" actId="20577"/>
        <pc:sldMkLst>
          <pc:docMk/>
          <pc:sldMk cId="1457204914" sldId="264"/>
        </pc:sldMkLst>
        <pc:spChg chg="mod">
          <ac:chgData name="Teuku Raja Irfan Radarma" userId="cf428174-95ba-4576-8554-3a3b8ffa52b7" providerId="ADAL" clId="{6C5D399A-8E2C-4907-9624-A2DD17609376}" dt="2025-11-22T04:36:46.769" v="1237" actId="20577"/>
          <ac:spMkLst>
            <pc:docMk/>
            <pc:sldMk cId="1457204914" sldId="264"/>
            <ac:spMk id="2" creationId="{7E958052-05B2-9F29-B874-84F80A24B16B}"/>
          </ac:spMkLst>
        </pc:spChg>
        <pc:spChg chg="mod">
          <ac:chgData name="Teuku Raja Irfan Radarma" userId="cf428174-95ba-4576-8554-3a3b8ffa52b7" providerId="ADAL" clId="{6C5D399A-8E2C-4907-9624-A2DD17609376}" dt="2025-11-22T04:37:01.464" v="1262" actId="20577"/>
          <ac:spMkLst>
            <pc:docMk/>
            <pc:sldMk cId="1457204914" sldId="264"/>
            <ac:spMk id="3" creationId="{ED136815-6D1A-2136-FEB7-5B68FA9A3B40}"/>
          </ac:spMkLst>
        </pc:spChg>
      </pc:sldChg>
      <pc:sldChg chg="modSp mod">
        <pc:chgData name="Teuku Raja Irfan Radarma" userId="cf428174-95ba-4576-8554-3a3b8ffa52b7" providerId="ADAL" clId="{6C5D399A-8E2C-4907-9624-A2DD17609376}" dt="2025-11-22T04:26:55.848" v="309" actId="20577"/>
        <pc:sldMkLst>
          <pc:docMk/>
          <pc:sldMk cId="2891726164" sldId="304"/>
        </pc:sldMkLst>
        <pc:spChg chg="mod">
          <ac:chgData name="Teuku Raja Irfan Radarma" userId="cf428174-95ba-4576-8554-3a3b8ffa52b7" providerId="ADAL" clId="{6C5D399A-8E2C-4907-9624-A2DD17609376}" dt="2025-11-22T04:25:58.366" v="109" actId="20577"/>
          <ac:spMkLst>
            <pc:docMk/>
            <pc:sldMk cId="2891726164" sldId="304"/>
            <ac:spMk id="2" creationId="{FE2F06DC-C82D-49A7-49E8-24B02235CE1B}"/>
          </ac:spMkLst>
        </pc:spChg>
        <pc:spChg chg="mod">
          <ac:chgData name="Teuku Raja Irfan Radarma" userId="cf428174-95ba-4576-8554-3a3b8ffa52b7" providerId="ADAL" clId="{6C5D399A-8E2C-4907-9624-A2DD17609376}" dt="2025-11-22T04:26:55.848" v="309" actId="20577"/>
          <ac:spMkLst>
            <pc:docMk/>
            <pc:sldMk cId="2891726164" sldId="304"/>
            <ac:spMk id="3" creationId="{0EEF17E5-AD4D-CEBE-F9C3-691B024490D7}"/>
          </ac:spMkLst>
        </pc:spChg>
      </pc:sldChg>
      <pc:sldChg chg="modSp mod">
        <pc:chgData name="Teuku Raja Irfan Radarma" userId="cf428174-95ba-4576-8554-3a3b8ffa52b7" providerId="ADAL" clId="{6C5D399A-8E2C-4907-9624-A2DD17609376}" dt="2025-11-22T04:31:36.625" v="927" actId="20577"/>
        <pc:sldMkLst>
          <pc:docMk/>
          <pc:sldMk cId="3404562138" sldId="305"/>
        </pc:sldMkLst>
        <pc:spChg chg="mod">
          <ac:chgData name="Teuku Raja Irfan Radarma" userId="cf428174-95ba-4576-8554-3a3b8ffa52b7" providerId="ADAL" clId="{6C5D399A-8E2C-4907-9624-A2DD17609376}" dt="2025-11-22T04:27:21.097" v="338" actId="20577"/>
          <ac:spMkLst>
            <pc:docMk/>
            <pc:sldMk cId="3404562138" sldId="305"/>
            <ac:spMk id="2" creationId="{59E61678-8156-B5D7-6985-8F8C864E2A3D}"/>
          </ac:spMkLst>
        </pc:spChg>
        <pc:spChg chg="mod">
          <ac:chgData name="Teuku Raja Irfan Radarma" userId="cf428174-95ba-4576-8554-3a3b8ffa52b7" providerId="ADAL" clId="{6C5D399A-8E2C-4907-9624-A2DD17609376}" dt="2025-11-22T04:31:36.625" v="927" actId="20577"/>
          <ac:spMkLst>
            <pc:docMk/>
            <pc:sldMk cId="3404562138" sldId="305"/>
            <ac:spMk id="3" creationId="{8BA43A71-550D-6448-8070-817ACA416DEE}"/>
          </ac:spMkLst>
        </pc:spChg>
      </pc:sldChg>
      <pc:sldChg chg="addSp delSp modSp mod">
        <pc:chgData name="Teuku Raja Irfan Radarma" userId="cf428174-95ba-4576-8554-3a3b8ffa52b7" providerId="ADAL" clId="{6C5D399A-8E2C-4907-9624-A2DD17609376}" dt="2025-11-22T04:45:15.534" v="1733" actId="20577"/>
        <pc:sldMkLst>
          <pc:docMk/>
          <pc:sldMk cId="3051451500" sldId="306"/>
        </pc:sldMkLst>
        <pc:spChg chg="mod">
          <ac:chgData name="Teuku Raja Irfan Radarma" userId="cf428174-95ba-4576-8554-3a3b8ffa52b7" providerId="ADAL" clId="{6C5D399A-8E2C-4907-9624-A2DD17609376}" dt="2025-11-22T04:37:38.774" v="1355" actId="20577"/>
          <ac:spMkLst>
            <pc:docMk/>
            <pc:sldMk cId="3051451500" sldId="306"/>
            <ac:spMk id="2" creationId="{31B9DD37-A529-C0FC-5CA8-591ADC5F0314}"/>
          </ac:spMkLst>
        </pc:spChg>
        <pc:spChg chg="mod">
          <ac:chgData name="Teuku Raja Irfan Radarma" userId="cf428174-95ba-4576-8554-3a3b8ffa52b7" providerId="ADAL" clId="{6C5D399A-8E2C-4907-9624-A2DD17609376}" dt="2025-11-22T04:42:59.576" v="1707" actId="404"/>
          <ac:spMkLst>
            <pc:docMk/>
            <pc:sldMk cId="3051451500" sldId="306"/>
            <ac:spMk id="6" creationId="{C6007249-6724-8E38-EC48-6E0C4748BD12}"/>
          </ac:spMkLst>
        </pc:spChg>
        <pc:spChg chg="add mod">
          <ac:chgData name="Teuku Raja Irfan Radarma" userId="cf428174-95ba-4576-8554-3a3b8ffa52b7" providerId="ADAL" clId="{6C5D399A-8E2C-4907-9624-A2DD17609376}" dt="2025-11-22T04:43:06.193" v="1708" actId="1076"/>
          <ac:spMkLst>
            <pc:docMk/>
            <pc:sldMk cId="3051451500" sldId="306"/>
            <ac:spMk id="8" creationId="{4C214459-AF61-BBE7-F19C-A8F8278DF35C}"/>
          </ac:spMkLst>
        </pc:spChg>
        <pc:spChg chg="add mod">
          <ac:chgData name="Teuku Raja Irfan Radarma" userId="cf428174-95ba-4576-8554-3a3b8ffa52b7" providerId="ADAL" clId="{6C5D399A-8E2C-4907-9624-A2DD17609376}" dt="2025-11-22T04:43:06.193" v="1708" actId="1076"/>
          <ac:spMkLst>
            <pc:docMk/>
            <pc:sldMk cId="3051451500" sldId="306"/>
            <ac:spMk id="9" creationId="{2BFC5A99-AA86-FB16-348A-4F01402003A7}"/>
          </ac:spMkLst>
        </pc:spChg>
        <pc:spChg chg="add mod">
          <ac:chgData name="Teuku Raja Irfan Radarma" userId="cf428174-95ba-4576-8554-3a3b8ffa52b7" providerId="ADAL" clId="{6C5D399A-8E2C-4907-9624-A2DD17609376}" dt="2025-11-22T04:44:58.823" v="1731" actId="20577"/>
          <ac:spMkLst>
            <pc:docMk/>
            <pc:sldMk cId="3051451500" sldId="306"/>
            <ac:spMk id="10" creationId="{A81E38FB-E151-2B35-2B05-EC05413EE571}"/>
          </ac:spMkLst>
        </pc:spChg>
        <pc:spChg chg="add mod">
          <ac:chgData name="Teuku Raja Irfan Radarma" userId="cf428174-95ba-4576-8554-3a3b8ffa52b7" providerId="ADAL" clId="{6C5D399A-8E2C-4907-9624-A2DD17609376}" dt="2025-11-22T04:45:15.534" v="1733" actId="20577"/>
          <ac:spMkLst>
            <pc:docMk/>
            <pc:sldMk cId="3051451500" sldId="306"/>
            <ac:spMk id="11" creationId="{D10B4733-33BA-0DF4-C39B-2F735E6D52EB}"/>
          </ac:spMkLst>
        </pc:spChg>
        <pc:picChg chg="add mod">
          <ac:chgData name="Teuku Raja Irfan Radarma" userId="cf428174-95ba-4576-8554-3a3b8ffa52b7" providerId="ADAL" clId="{6C5D399A-8E2C-4907-9624-A2DD17609376}" dt="2025-11-22T04:43:06.193" v="1708" actId="1076"/>
          <ac:picMkLst>
            <pc:docMk/>
            <pc:sldMk cId="3051451500" sldId="306"/>
            <ac:picMk id="3" creationId="{ED84208F-3FCB-342A-1B74-AD8BAC29A265}"/>
          </ac:picMkLst>
        </pc:picChg>
      </pc:sldChg>
      <pc:sldChg chg="addSp modSp mod">
        <pc:chgData name="Teuku Raja Irfan Radarma" userId="cf428174-95ba-4576-8554-3a3b8ffa52b7" providerId="ADAL" clId="{6C5D399A-8E2C-4907-9624-A2DD17609376}" dt="2025-11-22T04:46:38.099" v="1752" actId="14100"/>
        <pc:sldMkLst>
          <pc:docMk/>
          <pc:sldMk cId="4133513380" sldId="310"/>
        </pc:sldMkLst>
        <pc:spChg chg="mod">
          <ac:chgData name="Teuku Raja Irfan Radarma" userId="cf428174-95ba-4576-8554-3a3b8ffa52b7" providerId="ADAL" clId="{6C5D399A-8E2C-4907-9624-A2DD17609376}" dt="2025-11-22T04:40:58.918" v="1694" actId="20577"/>
          <ac:spMkLst>
            <pc:docMk/>
            <pc:sldMk cId="4133513380" sldId="310"/>
            <ac:spMk id="2" creationId="{F4204DA2-4008-E351-CEE8-31BD3B9DC7B0}"/>
          </ac:spMkLst>
        </pc:spChg>
        <pc:spChg chg="mod">
          <ac:chgData name="Teuku Raja Irfan Radarma" userId="cf428174-95ba-4576-8554-3a3b8ffa52b7" providerId="ADAL" clId="{6C5D399A-8E2C-4907-9624-A2DD17609376}" dt="2025-11-22T04:46:01.275" v="1741" actId="14100"/>
          <ac:spMkLst>
            <pc:docMk/>
            <pc:sldMk cId="4133513380" sldId="310"/>
            <ac:spMk id="3" creationId="{BD9E2BB4-0C99-4A5A-63A6-F98A68A6FA16}"/>
          </ac:spMkLst>
        </pc:spChg>
        <pc:spChg chg="add mod">
          <ac:chgData name="Teuku Raja Irfan Radarma" userId="cf428174-95ba-4576-8554-3a3b8ffa52b7" providerId="ADAL" clId="{6C5D399A-8E2C-4907-9624-A2DD17609376}" dt="2025-11-22T04:46:38.099" v="1752" actId="14100"/>
          <ac:spMkLst>
            <pc:docMk/>
            <pc:sldMk cId="4133513380" sldId="310"/>
            <ac:spMk id="5" creationId="{6A9B22AE-C51A-5392-0984-874BBFD212C4}"/>
          </ac:spMkLst>
        </pc:spChg>
      </pc:sldChg>
      <pc:sldChg chg="addSp delSp modSp new mod ord">
        <pc:chgData name="Teuku Raja Irfan Radarma" userId="cf428174-95ba-4576-8554-3a3b8ffa52b7" providerId="ADAL" clId="{6C5D399A-8E2C-4907-9624-A2DD17609376}" dt="2025-11-22T04:50:00.747" v="1791"/>
        <pc:sldMkLst>
          <pc:docMk/>
          <pc:sldMk cId="788678985" sldId="356"/>
        </pc:sldMkLst>
        <pc:spChg chg="mod">
          <ac:chgData name="Teuku Raja Irfan Radarma" userId="cf428174-95ba-4576-8554-3a3b8ffa52b7" providerId="ADAL" clId="{6C5D399A-8E2C-4907-9624-A2DD17609376}" dt="2025-11-22T04:47:03.560" v="1771" actId="20577"/>
          <ac:spMkLst>
            <pc:docMk/>
            <pc:sldMk cId="788678985" sldId="356"/>
            <ac:spMk id="2" creationId="{24A6F8D9-F661-35CB-CB29-522048F0FC1A}"/>
          </ac:spMkLst>
        </pc:spChg>
      </pc:sldChg>
      <pc:sldChg chg="modSp">
        <pc:chgData name="Teuku Raja Irfan Radarma" userId="cf428174-95ba-4576-8554-3a3b8ffa52b7" providerId="ADAL" clId="{6C5D399A-8E2C-4907-9624-A2DD17609376}" dt="2025-11-24T07:00:54.057" v="1792"/>
        <pc:sldMkLst>
          <pc:docMk/>
          <pc:sldMk cId="2008764988" sldId="383"/>
        </pc:sldMkLst>
        <pc:spChg chg="mod">
          <ac:chgData name="Teuku Raja Irfan Radarma" userId="cf428174-95ba-4576-8554-3a3b8ffa52b7" providerId="ADAL" clId="{6C5D399A-8E2C-4907-9624-A2DD17609376}" dt="2025-11-24T07:00:54.057" v="1792"/>
          <ac:spMkLst>
            <pc:docMk/>
            <pc:sldMk cId="2008764988" sldId="383"/>
            <ac:spMk id="21" creationId="{9CE1D816-F9A3-C089-6E09-F2D9E414B3A3}"/>
          </ac:spMkLst>
        </pc:spChg>
      </pc:sldChg>
    </pc:docChg>
  </pc:docChgLst>
  <pc:docChgLst>
    <pc:chgData name="Teuku Raja Irfan Radarma" userId="cf428174-95ba-4576-8554-3a3b8ffa52b7" providerId="ADAL" clId="{D26C1D1F-D88C-48FE-90F9-D47E93F282A1}"/>
    <pc:docChg chg="undo custSel addSld delSld modSld">
      <pc:chgData name="Teuku Raja Irfan Radarma" userId="cf428174-95ba-4576-8554-3a3b8ffa52b7" providerId="ADAL" clId="{D26C1D1F-D88C-48FE-90F9-D47E93F282A1}" dt="2026-06-14T23:38:04.638" v="1007" actId="20577"/>
      <pc:docMkLst>
        <pc:docMk/>
      </pc:docMkLst>
      <pc:sldChg chg="modSp mod">
        <pc:chgData name="Teuku Raja Irfan Radarma" userId="cf428174-95ba-4576-8554-3a3b8ffa52b7" providerId="ADAL" clId="{D26C1D1F-D88C-48FE-90F9-D47E93F282A1}" dt="2026-06-14T14:26:13.579" v="671" actId="20577"/>
        <pc:sldMkLst>
          <pc:docMk/>
          <pc:sldMk cId="4030995347" sldId="257"/>
        </pc:sldMkLst>
        <pc:spChg chg="mod">
          <ac:chgData name="Teuku Raja Irfan Radarma" userId="cf428174-95ba-4576-8554-3a3b8ffa52b7" providerId="ADAL" clId="{D26C1D1F-D88C-48FE-90F9-D47E93F282A1}" dt="2026-06-14T14:26:13.579" v="671" actId="20577"/>
          <ac:spMkLst>
            <pc:docMk/>
            <pc:sldMk cId="4030995347" sldId="257"/>
            <ac:spMk id="3" creationId="{940F5DB3-7A6F-EDD4-9F33-B3FF6161C717}"/>
          </ac:spMkLst>
        </pc:spChg>
        <pc:spChg chg="mod">
          <ac:chgData name="Teuku Raja Irfan Radarma" userId="cf428174-95ba-4576-8554-3a3b8ffa52b7" providerId="ADAL" clId="{D26C1D1F-D88C-48FE-90F9-D47E93F282A1}" dt="2026-06-14T00:15:50.602" v="0"/>
          <ac:spMkLst>
            <pc:docMk/>
            <pc:sldMk cId="4030995347" sldId="257"/>
            <ac:spMk id="4" creationId="{6C09DF7A-9B78-AB11-FA80-26BA72C3D29B}"/>
          </ac:spMkLst>
        </pc:spChg>
      </pc:sldChg>
      <pc:sldChg chg="modSp mod">
        <pc:chgData name="Teuku Raja Irfan Radarma" userId="cf428174-95ba-4576-8554-3a3b8ffa52b7" providerId="ADAL" clId="{D26C1D1F-D88C-48FE-90F9-D47E93F282A1}" dt="2026-06-14T10:46:22.881" v="545" actId="20577"/>
        <pc:sldMkLst>
          <pc:docMk/>
          <pc:sldMk cId="2661301634" sldId="372"/>
        </pc:sldMkLst>
        <pc:spChg chg="mod">
          <ac:chgData name="Teuku Raja Irfan Radarma" userId="cf428174-95ba-4576-8554-3a3b8ffa52b7" providerId="ADAL" clId="{D26C1D1F-D88C-48FE-90F9-D47E93F282A1}" dt="2026-06-14T10:46:22.881" v="545" actId="20577"/>
          <ac:spMkLst>
            <pc:docMk/>
            <pc:sldMk cId="2661301634" sldId="372"/>
            <ac:spMk id="4" creationId="{66471DFC-754E-2FC5-EFDE-BF6BC7C0EE5E}"/>
          </ac:spMkLst>
        </pc:spChg>
      </pc:sldChg>
      <pc:sldChg chg="modSp add del mod">
        <pc:chgData name="Teuku Raja Irfan Radarma" userId="cf428174-95ba-4576-8554-3a3b8ffa52b7" providerId="ADAL" clId="{D26C1D1F-D88C-48FE-90F9-D47E93F282A1}" dt="2026-06-14T23:34:24.764" v="884" actId="47"/>
        <pc:sldMkLst>
          <pc:docMk/>
          <pc:sldMk cId="2319660178" sldId="373"/>
        </pc:sldMkLst>
        <pc:spChg chg="mod">
          <ac:chgData name="Teuku Raja Irfan Radarma" userId="cf428174-95ba-4576-8554-3a3b8ffa52b7" providerId="ADAL" clId="{D26C1D1F-D88C-48FE-90F9-D47E93F282A1}" dt="2026-06-14T10:45:04.208" v="465" actId="20577"/>
          <ac:spMkLst>
            <pc:docMk/>
            <pc:sldMk cId="2319660178" sldId="373"/>
            <ac:spMk id="2" creationId="{74FBABD0-6155-54BD-79EE-632EEBFA4D4F}"/>
          </ac:spMkLst>
        </pc:spChg>
      </pc:sldChg>
      <pc:sldChg chg="modSp mod">
        <pc:chgData name="Teuku Raja Irfan Radarma" userId="cf428174-95ba-4576-8554-3a3b8ffa52b7" providerId="ADAL" clId="{D26C1D1F-D88C-48FE-90F9-D47E93F282A1}" dt="2026-06-14T23:38:04.638" v="1007" actId="20577"/>
        <pc:sldMkLst>
          <pc:docMk/>
          <pc:sldMk cId="3887449466" sldId="374"/>
        </pc:sldMkLst>
        <pc:spChg chg="mod">
          <ac:chgData name="Teuku Raja Irfan Radarma" userId="cf428174-95ba-4576-8554-3a3b8ffa52b7" providerId="ADAL" clId="{D26C1D1F-D88C-48FE-90F9-D47E93F282A1}" dt="2026-06-14T10:48:05.597" v="587" actId="20577"/>
          <ac:spMkLst>
            <pc:docMk/>
            <pc:sldMk cId="3887449466" sldId="374"/>
            <ac:spMk id="2" creationId="{2EFF2390-A351-2BC1-BB12-FE12FE55FE51}"/>
          </ac:spMkLst>
        </pc:spChg>
        <pc:spChg chg="mod">
          <ac:chgData name="Teuku Raja Irfan Radarma" userId="cf428174-95ba-4576-8554-3a3b8ffa52b7" providerId="ADAL" clId="{D26C1D1F-D88C-48FE-90F9-D47E93F282A1}" dt="2026-06-14T23:38:04.638" v="1007" actId="20577"/>
          <ac:spMkLst>
            <pc:docMk/>
            <pc:sldMk cId="3887449466" sldId="374"/>
            <ac:spMk id="4" creationId="{5DFB2A37-0B4B-405A-2CAA-C05F9F347F73}"/>
          </ac:spMkLst>
        </pc:spChg>
      </pc:sldChg>
      <pc:sldChg chg="modSp new mod">
        <pc:chgData name="Teuku Raja Irfan Radarma" userId="cf428174-95ba-4576-8554-3a3b8ffa52b7" providerId="ADAL" clId="{D26C1D1F-D88C-48FE-90F9-D47E93F282A1}" dt="2026-06-14T11:53:21.201" v="634" actId="20577"/>
        <pc:sldMkLst>
          <pc:docMk/>
          <pc:sldMk cId="376766264" sldId="393"/>
        </pc:sldMkLst>
        <pc:spChg chg="mod">
          <ac:chgData name="Teuku Raja Irfan Radarma" userId="cf428174-95ba-4576-8554-3a3b8ffa52b7" providerId="ADAL" clId="{D26C1D1F-D88C-48FE-90F9-D47E93F282A1}" dt="2026-06-14T11:53:09.962" v="603" actId="20577"/>
          <ac:spMkLst>
            <pc:docMk/>
            <pc:sldMk cId="376766264" sldId="393"/>
            <ac:spMk id="2" creationId="{29F67ECE-561D-4B8A-B81C-41E13E231154}"/>
          </ac:spMkLst>
        </pc:spChg>
        <pc:spChg chg="mod">
          <ac:chgData name="Teuku Raja Irfan Radarma" userId="cf428174-95ba-4576-8554-3a3b8ffa52b7" providerId="ADAL" clId="{D26C1D1F-D88C-48FE-90F9-D47E93F282A1}" dt="2026-06-14T11:53:21.201" v="634" actId="20577"/>
          <ac:spMkLst>
            <pc:docMk/>
            <pc:sldMk cId="376766264" sldId="393"/>
            <ac:spMk id="4" creationId="{FD0E7987-DEA2-459B-BCF0-AE234DC1611A}"/>
          </ac:spMkLst>
        </pc:spChg>
      </pc:sldChg>
      <pc:sldChg chg="modSp add mod">
        <pc:chgData name="Teuku Raja Irfan Radarma" userId="cf428174-95ba-4576-8554-3a3b8ffa52b7" providerId="ADAL" clId="{D26C1D1F-D88C-48FE-90F9-D47E93F282A1}" dt="2026-06-14T23:37:19.945" v="981" actId="20577"/>
        <pc:sldMkLst>
          <pc:docMk/>
          <pc:sldMk cId="1312589727" sldId="394"/>
        </pc:sldMkLst>
        <pc:spChg chg="mod">
          <ac:chgData name="Teuku Raja Irfan Radarma" userId="cf428174-95ba-4576-8554-3a3b8ffa52b7" providerId="ADAL" clId="{D26C1D1F-D88C-48FE-90F9-D47E93F282A1}" dt="2026-06-14T23:37:00.812" v="911" actId="20577"/>
          <ac:spMkLst>
            <pc:docMk/>
            <pc:sldMk cId="1312589727" sldId="394"/>
            <ac:spMk id="2" creationId="{5C635264-2B01-F8AA-7DF7-2F2979A43631}"/>
          </ac:spMkLst>
        </pc:spChg>
        <pc:spChg chg="mod">
          <ac:chgData name="Teuku Raja Irfan Radarma" userId="cf428174-95ba-4576-8554-3a3b8ffa52b7" providerId="ADAL" clId="{D26C1D1F-D88C-48FE-90F9-D47E93F282A1}" dt="2026-06-14T23:37:19.945" v="981" actId="20577"/>
          <ac:spMkLst>
            <pc:docMk/>
            <pc:sldMk cId="1312589727" sldId="394"/>
            <ac:spMk id="4" creationId="{66471DFC-754E-2FC5-EFDE-BF6BC7C0EE5E}"/>
          </ac:spMkLst>
        </pc:spChg>
      </pc:sldChg>
      <pc:sldChg chg="modSp add mod">
        <pc:chgData name="Teuku Raja Irfan Radarma" userId="cf428174-95ba-4576-8554-3a3b8ffa52b7" providerId="ADAL" clId="{D26C1D1F-D88C-48FE-90F9-D47E93F282A1}" dt="2026-06-14T23:37:49.975" v="1006" actId="20577"/>
        <pc:sldMkLst>
          <pc:docMk/>
          <pc:sldMk cId="406697057" sldId="395"/>
        </pc:sldMkLst>
        <pc:spChg chg="mod">
          <ac:chgData name="Teuku Raja Irfan Radarma" userId="cf428174-95ba-4576-8554-3a3b8ffa52b7" providerId="ADAL" clId="{D26C1D1F-D88C-48FE-90F9-D47E93F282A1}" dt="2026-06-14T23:37:45.235" v="1005" actId="20577"/>
          <ac:spMkLst>
            <pc:docMk/>
            <pc:sldMk cId="406697057" sldId="395"/>
            <ac:spMk id="2" creationId="{5C635264-2B01-F8AA-7DF7-2F2979A43631}"/>
          </ac:spMkLst>
        </pc:spChg>
        <pc:spChg chg="mod">
          <ac:chgData name="Teuku Raja Irfan Radarma" userId="cf428174-95ba-4576-8554-3a3b8ffa52b7" providerId="ADAL" clId="{D26C1D1F-D88C-48FE-90F9-D47E93F282A1}" dt="2026-06-14T23:37:49.975" v="1006" actId="20577"/>
          <ac:spMkLst>
            <pc:docMk/>
            <pc:sldMk cId="406697057" sldId="395"/>
            <ac:spMk id="4" creationId="{66471DFC-754E-2FC5-EFDE-BF6BC7C0EE5E}"/>
          </ac:spMkLst>
        </pc:spChg>
      </pc:sldChg>
    </pc:docChg>
  </pc:docChgLst>
  <pc:docChgLst>
    <pc:chgData name="Teuku Raja Irfan Radarma" userId="cf428174-95ba-4576-8554-3a3b8ffa52b7" providerId="ADAL" clId="{A80269FD-1647-41EA-9465-E4829927D3E9}"/>
    <pc:docChg chg="undo redo custSel addSld delSld modSld sldOrd modMainMaster">
      <pc:chgData name="Teuku Raja Irfan Radarma" userId="cf428174-95ba-4576-8554-3a3b8ffa52b7" providerId="ADAL" clId="{A80269FD-1647-41EA-9465-E4829927D3E9}" dt="2025-11-23T13:50:01.983" v="14397" actId="20577"/>
      <pc:docMkLst>
        <pc:docMk/>
      </pc:docMkLst>
      <pc:sldChg chg="addSp delSp modSp mod ord">
        <pc:chgData name="Teuku Raja Irfan Radarma" userId="cf428174-95ba-4576-8554-3a3b8ffa52b7" providerId="ADAL" clId="{A80269FD-1647-41EA-9465-E4829927D3E9}" dt="2025-11-22T13:20:34.214" v="9975" actId="20577"/>
        <pc:sldMkLst>
          <pc:docMk/>
          <pc:sldMk cId="4030995347" sldId="257"/>
        </pc:sldMkLst>
        <pc:spChg chg="mod">
          <ac:chgData name="Teuku Raja Irfan Radarma" userId="cf428174-95ba-4576-8554-3a3b8ffa52b7" providerId="ADAL" clId="{A80269FD-1647-41EA-9465-E4829927D3E9}" dt="2025-11-09T09:18:31.053" v="735" actId="403"/>
          <ac:spMkLst>
            <pc:docMk/>
            <pc:sldMk cId="4030995347" sldId="257"/>
            <ac:spMk id="2" creationId="{5067157F-D729-D43A-6721-923C7B23828A}"/>
          </ac:spMkLst>
        </pc:spChg>
        <pc:spChg chg="mod">
          <ac:chgData name="Teuku Raja Irfan Radarma" userId="cf428174-95ba-4576-8554-3a3b8ffa52b7" providerId="ADAL" clId="{A80269FD-1647-41EA-9465-E4829927D3E9}" dt="2025-11-22T13:20:34.214" v="9975" actId="20577"/>
          <ac:spMkLst>
            <pc:docMk/>
            <pc:sldMk cId="4030995347" sldId="257"/>
            <ac:spMk id="3" creationId="{940F5DB3-7A6F-EDD4-9F33-B3FF6161C717}"/>
          </ac:spMkLst>
        </pc:spChg>
        <pc:spChg chg="add mod">
          <ac:chgData name="Teuku Raja Irfan Radarma" userId="cf428174-95ba-4576-8554-3a3b8ffa52b7" providerId="ADAL" clId="{A80269FD-1647-41EA-9465-E4829927D3E9}" dt="2025-11-09T09:20:21.260" v="962" actId="1076"/>
          <ac:spMkLst>
            <pc:docMk/>
            <pc:sldMk cId="4030995347" sldId="257"/>
            <ac:spMk id="4" creationId="{6C09DF7A-9B78-AB11-FA80-26BA72C3D29B}"/>
          </ac:spMkLst>
        </pc:spChg>
      </pc:sldChg>
      <pc:sldChg chg="modSp mod">
        <pc:chgData name="Teuku Raja Irfan Radarma" userId="cf428174-95ba-4576-8554-3a3b8ffa52b7" providerId="ADAL" clId="{A80269FD-1647-41EA-9465-E4829927D3E9}" dt="2025-11-16T04:20:40.085" v="3802" actId="20577"/>
        <pc:sldMkLst>
          <pc:docMk/>
          <pc:sldMk cId="2021974124" sldId="260"/>
        </pc:sldMkLst>
        <pc:spChg chg="mod">
          <ac:chgData name="Teuku Raja Irfan Radarma" userId="cf428174-95ba-4576-8554-3a3b8ffa52b7" providerId="ADAL" clId="{A80269FD-1647-41EA-9465-E4829927D3E9}" dt="2025-11-16T04:20:40.085" v="3802" actId="20577"/>
          <ac:spMkLst>
            <pc:docMk/>
            <pc:sldMk cId="2021974124" sldId="260"/>
            <ac:spMk id="3" creationId="{2952C04A-BCBB-9364-2819-8725E6696366}"/>
          </ac:spMkLst>
        </pc:spChg>
      </pc:sldChg>
      <pc:sldChg chg="modSp mod">
        <pc:chgData name="Teuku Raja Irfan Radarma" userId="cf428174-95ba-4576-8554-3a3b8ffa52b7" providerId="ADAL" clId="{A80269FD-1647-41EA-9465-E4829927D3E9}" dt="2025-11-16T04:19:10.368" v="3693" actId="20577"/>
        <pc:sldMkLst>
          <pc:docMk/>
          <pc:sldMk cId="911610319" sldId="262"/>
        </pc:sldMkLst>
        <pc:spChg chg="mod">
          <ac:chgData name="Teuku Raja Irfan Radarma" userId="cf428174-95ba-4576-8554-3a3b8ffa52b7" providerId="ADAL" clId="{A80269FD-1647-41EA-9465-E4829927D3E9}" dt="2025-11-16T04:19:08.622" v="3692" actId="20577"/>
          <ac:spMkLst>
            <pc:docMk/>
            <pc:sldMk cId="911610319" sldId="262"/>
            <ac:spMk id="3" creationId="{B17BBDE0-3A4E-3EA2-60B0-F9756E347209}"/>
          </ac:spMkLst>
        </pc:spChg>
        <pc:spChg chg="mod">
          <ac:chgData name="Teuku Raja Irfan Radarma" userId="cf428174-95ba-4576-8554-3a3b8ffa52b7" providerId="ADAL" clId="{A80269FD-1647-41EA-9465-E4829927D3E9}" dt="2025-11-16T04:19:10.368" v="3693" actId="20577"/>
          <ac:spMkLst>
            <pc:docMk/>
            <pc:sldMk cId="911610319" sldId="262"/>
            <ac:spMk id="4" creationId="{FFCC89D4-8169-77D5-D53F-1E998B469C40}"/>
          </ac:spMkLst>
        </pc:spChg>
      </pc:sldChg>
      <pc:sldChg chg="modSp mod">
        <pc:chgData name="Teuku Raja Irfan Radarma" userId="cf428174-95ba-4576-8554-3a3b8ffa52b7" providerId="ADAL" clId="{A80269FD-1647-41EA-9465-E4829927D3E9}" dt="2025-11-22T13:30:56.461" v="10252" actId="2710"/>
        <pc:sldMkLst>
          <pc:docMk/>
          <pc:sldMk cId="3835074240" sldId="263"/>
        </pc:sldMkLst>
        <pc:spChg chg="mod">
          <ac:chgData name="Teuku Raja Irfan Radarma" userId="cf428174-95ba-4576-8554-3a3b8ffa52b7" providerId="ADAL" clId="{A80269FD-1647-41EA-9465-E4829927D3E9}" dt="2025-11-22T13:30:56.461" v="10252" actId="2710"/>
          <ac:spMkLst>
            <pc:docMk/>
            <pc:sldMk cId="3835074240" sldId="263"/>
            <ac:spMk id="2" creationId="{2079CBE2-7ADF-23F1-83BE-26DF183A5B12}"/>
          </ac:spMkLst>
        </pc:spChg>
      </pc:sldChg>
      <pc:sldChg chg="modSp mod">
        <pc:chgData name="Teuku Raja Irfan Radarma" userId="cf428174-95ba-4576-8554-3a3b8ffa52b7" providerId="ADAL" clId="{A80269FD-1647-41EA-9465-E4829927D3E9}" dt="2025-11-16T06:02:24.773" v="5795" actId="20577"/>
        <pc:sldMkLst>
          <pc:docMk/>
          <pc:sldMk cId="1457204914" sldId="264"/>
        </pc:sldMkLst>
        <pc:spChg chg="mod">
          <ac:chgData name="Teuku Raja Irfan Radarma" userId="cf428174-95ba-4576-8554-3a3b8ffa52b7" providerId="ADAL" clId="{A80269FD-1647-41EA-9465-E4829927D3E9}" dt="2025-11-16T04:23:14.220" v="4080" actId="20577"/>
          <ac:spMkLst>
            <pc:docMk/>
            <pc:sldMk cId="1457204914" sldId="264"/>
            <ac:spMk id="2" creationId="{7E958052-05B2-9F29-B874-84F80A24B16B}"/>
          </ac:spMkLst>
        </pc:spChg>
        <pc:spChg chg="mod">
          <ac:chgData name="Teuku Raja Irfan Radarma" userId="cf428174-95ba-4576-8554-3a3b8ffa52b7" providerId="ADAL" clId="{A80269FD-1647-41EA-9465-E4829927D3E9}" dt="2025-11-16T06:02:24.773" v="5795" actId="20577"/>
          <ac:spMkLst>
            <pc:docMk/>
            <pc:sldMk cId="1457204914" sldId="264"/>
            <ac:spMk id="3" creationId="{ED136815-6D1A-2136-FEB7-5B68FA9A3B40}"/>
          </ac:spMkLst>
        </pc:spChg>
      </pc:sldChg>
      <pc:sldChg chg="addSp modSp new mod">
        <pc:chgData name="Teuku Raja Irfan Radarma" userId="cf428174-95ba-4576-8554-3a3b8ffa52b7" providerId="ADAL" clId="{A80269FD-1647-41EA-9465-E4829927D3E9}" dt="2025-11-23T13:03:03.131" v="13907" actId="207"/>
        <pc:sldMkLst>
          <pc:docMk/>
          <pc:sldMk cId="2891726164" sldId="304"/>
        </pc:sldMkLst>
        <pc:spChg chg="mod">
          <ac:chgData name="Teuku Raja Irfan Radarma" userId="cf428174-95ba-4576-8554-3a3b8ffa52b7" providerId="ADAL" clId="{A80269FD-1647-41EA-9465-E4829927D3E9}" dt="2025-11-16T04:21:35.033" v="3840" actId="20577"/>
          <ac:spMkLst>
            <pc:docMk/>
            <pc:sldMk cId="2891726164" sldId="304"/>
            <ac:spMk id="2" creationId="{FE2F06DC-C82D-49A7-49E8-24B02235CE1B}"/>
          </ac:spMkLst>
        </pc:spChg>
        <pc:spChg chg="mod">
          <ac:chgData name="Teuku Raja Irfan Radarma" userId="cf428174-95ba-4576-8554-3a3b8ffa52b7" providerId="ADAL" clId="{A80269FD-1647-41EA-9465-E4829927D3E9}" dt="2025-11-16T04:22:40.974" v="4023" actId="404"/>
          <ac:spMkLst>
            <pc:docMk/>
            <pc:sldMk cId="2891726164" sldId="304"/>
            <ac:spMk id="3" creationId="{0EEF17E5-AD4D-CEBE-F9C3-691B024490D7}"/>
          </ac:spMkLst>
        </pc:spChg>
        <pc:spChg chg="add mod">
          <ac:chgData name="Teuku Raja Irfan Radarma" userId="cf428174-95ba-4576-8554-3a3b8ffa52b7" providerId="ADAL" clId="{A80269FD-1647-41EA-9465-E4829927D3E9}" dt="2025-11-23T13:02:24.833" v="13901" actId="20577"/>
          <ac:spMkLst>
            <pc:docMk/>
            <pc:sldMk cId="2891726164" sldId="304"/>
            <ac:spMk id="5" creationId="{7D1C4826-0D9F-82A9-71DC-D0E6749679B2}"/>
          </ac:spMkLst>
        </pc:spChg>
        <pc:picChg chg="add mod">
          <ac:chgData name="Teuku Raja Irfan Radarma" userId="cf428174-95ba-4576-8554-3a3b8ffa52b7" providerId="ADAL" clId="{A80269FD-1647-41EA-9465-E4829927D3E9}" dt="2025-11-23T13:02:29.623" v="13902" actId="1076"/>
          <ac:picMkLst>
            <pc:docMk/>
            <pc:sldMk cId="2891726164" sldId="304"/>
            <ac:picMk id="7" creationId="{49B6D3FE-8769-21BC-BF58-6C31B83C8104}"/>
          </ac:picMkLst>
        </pc:picChg>
        <pc:picChg chg="add mod">
          <ac:chgData name="Teuku Raja Irfan Radarma" userId="cf428174-95ba-4576-8554-3a3b8ffa52b7" providerId="ADAL" clId="{A80269FD-1647-41EA-9465-E4829927D3E9}" dt="2025-11-23T13:03:03.131" v="13907" actId="207"/>
          <ac:picMkLst>
            <pc:docMk/>
            <pc:sldMk cId="2891726164" sldId="304"/>
            <ac:picMk id="8" creationId="{1DF48BA0-E2AC-E6EA-A883-0DABBD93C5DC}"/>
          </ac:picMkLst>
        </pc:picChg>
      </pc:sldChg>
      <pc:sldChg chg="modSp new mod">
        <pc:chgData name="Teuku Raja Irfan Radarma" userId="cf428174-95ba-4576-8554-3a3b8ffa52b7" providerId="ADAL" clId="{A80269FD-1647-41EA-9465-E4829927D3E9}" dt="2025-11-16T13:54:37.265" v="9765" actId="20577"/>
        <pc:sldMkLst>
          <pc:docMk/>
          <pc:sldMk cId="3404562138" sldId="305"/>
        </pc:sldMkLst>
        <pc:spChg chg="mod">
          <ac:chgData name="Teuku Raja Irfan Radarma" userId="cf428174-95ba-4576-8554-3a3b8ffa52b7" providerId="ADAL" clId="{A80269FD-1647-41EA-9465-E4829927D3E9}" dt="2025-11-16T13:48:47.008" v="9712" actId="14100"/>
          <ac:spMkLst>
            <pc:docMk/>
            <pc:sldMk cId="3404562138" sldId="305"/>
            <ac:spMk id="2" creationId="{59E61678-8156-B5D7-6985-8F8C864E2A3D}"/>
          </ac:spMkLst>
        </pc:spChg>
        <pc:spChg chg="mod">
          <ac:chgData name="Teuku Raja Irfan Radarma" userId="cf428174-95ba-4576-8554-3a3b8ffa52b7" providerId="ADAL" clId="{A80269FD-1647-41EA-9465-E4829927D3E9}" dt="2025-11-16T13:54:37.265" v="9765" actId="20577"/>
          <ac:spMkLst>
            <pc:docMk/>
            <pc:sldMk cId="3404562138" sldId="305"/>
            <ac:spMk id="3" creationId="{8BA43A71-550D-6448-8070-817ACA416DEE}"/>
          </ac:spMkLst>
        </pc:spChg>
      </pc:sldChg>
      <pc:sldChg chg="addSp delSp modSp new mod">
        <pc:chgData name="Teuku Raja Irfan Radarma" userId="cf428174-95ba-4576-8554-3a3b8ffa52b7" providerId="ADAL" clId="{A80269FD-1647-41EA-9465-E4829927D3E9}" dt="2025-11-23T13:50:01.983" v="14397" actId="20577"/>
        <pc:sldMkLst>
          <pc:docMk/>
          <pc:sldMk cId="3051451500" sldId="306"/>
        </pc:sldMkLst>
        <pc:spChg chg="mod">
          <ac:chgData name="Teuku Raja Irfan Radarma" userId="cf428174-95ba-4576-8554-3a3b8ffa52b7" providerId="ADAL" clId="{A80269FD-1647-41EA-9465-E4829927D3E9}" dt="2025-11-23T13:50:01.983" v="14397" actId="20577"/>
          <ac:spMkLst>
            <pc:docMk/>
            <pc:sldMk cId="3051451500" sldId="306"/>
            <ac:spMk id="2" creationId="{31B9DD37-A529-C0FC-5CA8-591ADC5F0314}"/>
          </ac:spMkLst>
        </pc:spChg>
        <pc:spChg chg="mod">
          <ac:chgData name="Teuku Raja Irfan Radarma" userId="cf428174-95ba-4576-8554-3a3b8ffa52b7" providerId="ADAL" clId="{A80269FD-1647-41EA-9465-E4829927D3E9}" dt="2025-11-16T04:31:46.568" v="4218" actId="403"/>
          <ac:spMkLst>
            <pc:docMk/>
            <pc:sldMk cId="3051451500" sldId="306"/>
            <ac:spMk id="4" creationId="{1EBF9B3F-1891-0D88-A0F9-6164A522FA62}"/>
          </ac:spMkLst>
        </pc:spChg>
        <pc:spChg chg="add mod">
          <ac:chgData name="Teuku Raja Irfan Radarma" userId="cf428174-95ba-4576-8554-3a3b8ffa52b7" providerId="ADAL" clId="{A80269FD-1647-41EA-9465-E4829927D3E9}" dt="2025-11-16T04:33:24.228" v="4247" actId="12"/>
          <ac:spMkLst>
            <pc:docMk/>
            <pc:sldMk cId="3051451500" sldId="306"/>
            <ac:spMk id="6" creationId="{C6007249-6724-8E38-EC48-6E0C4748BD12}"/>
          </ac:spMkLst>
        </pc:spChg>
      </pc:sldChg>
      <pc:sldChg chg="modSp add mod ord">
        <pc:chgData name="Teuku Raja Irfan Radarma" userId="cf428174-95ba-4576-8554-3a3b8ffa52b7" providerId="ADAL" clId="{A80269FD-1647-41EA-9465-E4829927D3E9}" dt="2025-11-16T04:54:32.704" v="5582" actId="14100"/>
        <pc:sldMkLst>
          <pc:docMk/>
          <pc:sldMk cId="4133513380" sldId="310"/>
        </pc:sldMkLst>
        <pc:spChg chg="mod">
          <ac:chgData name="Teuku Raja Irfan Radarma" userId="cf428174-95ba-4576-8554-3a3b8ffa52b7" providerId="ADAL" clId="{A80269FD-1647-41EA-9465-E4829927D3E9}" dt="2025-11-16T04:54:32.704" v="5582" actId="14100"/>
          <ac:spMkLst>
            <pc:docMk/>
            <pc:sldMk cId="4133513380" sldId="310"/>
            <ac:spMk id="2" creationId="{F4204DA2-4008-E351-CEE8-31BD3B9DC7B0}"/>
          </ac:spMkLst>
        </pc:spChg>
        <pc:spChg chg="mod">
          <ac:chgData name="Teuku Raja Irfan Radarma" userId="cf428174-95ba-4576-8554-3a3b8ffa52b7" providerId="ADAL" clId="{A80269FD-1647-41EA-9465-E4829927D3E9}" dt="2025-11-16T04:54:31.085" v="5581" actId="14100"/>
          <ac:spMkLst>
            <pc:docMk/>
            <pc:sldMk cId="4133513380" sldId="310"/>
            <ac:spMk id="3" creationId="{BD9E2BB4-0C99-4A5A-63A6-F98A68A6FA16}"/>
          </ac:spMkLst>
        </pc:spChg>
      </pc:sldChg>
      <pc:sldChg chg="addSp delSp modSp mod">
        <pc:chgData name="Teuku Raja Irfan Radarma" userId="cf428174-95ba-4576-8554-3a3b8ffa52b7" providerId="ADAL" clId="{A80269FD-1647-41EA-9465-E4829927D3E9}" dt="2025-11-22T13:02:20.462" v="9832" actId="122"/>
        <pc:sldMkLst>
          <pc:docMk/>
          <pc:sldMk cId="788678985" sldId="356"/>
        </pc:sldMkLst>
        <pc:graphicFrameChg chg="add mod modGraphic">
          <ac:chgData name="Teuku Raja Irfan Radarma" userId="cf428174-95ba-4576-8554-3a3b8ffa52b7" providerId="ADAL" clId="{A80269FD-1647-41EA-9465-E4829927D3E9}" dt="2025-11-22T13:02:20.462" v="9832" actId="122"/>
          <ac:graphicFrameMkLst>
            <pc:docMk/>
            <pc:sldMk cId="788678985" sldId="356"/>
            <ac:graphicFrameMk id="7" creationId="{2A45CD78-C63B-CE59-610D-BC81DDBEA5A1}"/>
          </ac:graphicFrameMkLst>
        </pc:graphicFrameChg>
      </pc:sldChg>
      <pc:sldChg chg="modSp new mod">
        <pc:chgData name="Teuku Raja Irfan Radarma" userId="cf428174-95ba-4576-8554-3a3b8ffa52b7" providerId="ADAL" clId="{A80269FD-1647-41EA-9465-E4829927D3E9}" dt="2025-11-22T13:03:18.033" v="9843" actId="14100"/>
        <pc:sldMkLst>
          <pc:docMk/>
          <pc:sldMk cId="3553490152" sldId="357"/>
        </pc:sldMkLst>
        <pc:spChg chg="mod">
          <ac:chgData name="Teuku Raja Irfan Radarma" userId="cf428174-95ba-4576-8554-3a3b8ffa52b7" providerId="ADAL" clId="{A80269FD-1647-41EA-9465-E4829927D3E9}" dt="2025-11-22T13:03:00.654" v="9835"/>
          <ac:spMkLst>
            <pc:docMk/>
            <pc:sldMk cId="3553490152" sldId="357"/>
            <ac:spMk id="2" creationId="{30BF18F0-2597-8903-CC5D-5CAED3CF96C6}"/>
          </ac:spMkLst>
        </pc:spChg>
        <pc:spChg chg="mod">
          <ac:chgData name="Teuku Raja Irfan Radarma" userId="cf428174-95ba-4576-8554-3a3b8ffa52b7" providerId="ADAL" clId="{A80269FD-1647-41EA-9465-E4829927D3E9}" dt="2025-11-22T13:03:18.033" v="9843" actId="14100"/>
          <ac:spMkLst>
            <pc:docMk/>
            <pc:sldMk cId="3553490152" sldId="357"/>
            <ac:spMk id="3" creationId="{E28203E7-48B3-52D0-8994-AE75E38F00AA}"/>
          </ac:spMkLst>
        </pc:spChg>
      </pc:sldChg>
      <pc:sldChg chg="modSp new mod">
        <pc:chgData name="Teuku Raja Irfan Radarma" userId="cf428174-95ba-4576-8554-3a3b8ffa52b7" providerId="ADAL" clId="{A80269FD-1647-41EA-9465-E4829927D3E9}" dt="2025-11-23T10:01:58.082" v="13048" actId="20577"/>
        <pc:sldMkLst>
          <pc:docMk/>
          <pc:sldMk cId="403227103" sldId="358"/>
        </pc:sldMkLst>
        <pc:spChg chg="mod">
          <ac:chgData name="Teuku Raja Irfan Radarma" userId="cf428174-95ba-4576-8554-3a3b8ffa52b7" providerId="ADAL" clId="{A80269FD-1647-41EA-9465-E4829927D3E9}" dt="2025-11-22T13:04:14.525" v="9895" actId="20577"/>
          <ac:spMkLst>
            <pc:docMk/>
            <pc:sldMk cId="403227103" sldId="358"/>
            <ac:spMk id="2" creationId="{07EF561B-1CC2-F80D-E37D-3EF4C66806BE}"/>
          </ac:spMkLst>
        </pc:spChg>
        <pc:spChg chg="mod">
          <ac:chgData name="Teuku Raja Irfan Radarma" userId="cf428174-95ba-4576-8554-3a3b8ffa52b7" providerId="ADAL" clId="{A80269FD-1647-41EA-9465-E4829927D3E9}" dt="2025-11-23T10:01:58.082" v="13048" actId="20577"/>
          <ac:spMkLst>
            <pc:docMk/>
            <pc:sldMk cId="403227103" sldId="358"/>
            <ac:spMk id="3" creationId="{CA9941E1-632D-ED61-5374-366652099FB7}"/>
          </ac:spMkLst>
        </pc:spChg>
      </pc:sldChg>
      <pc:sldChg chg="modSp add mod ord">
        <pc:chgData name="Teuku Raja Irfan Radarma" userId="cf428174-95ba-4576-8554-3a3b8ffa52b7" providerId="ADAL" clId="{A80269FD-1647-41EA-9465-E4829927D3E9}" dt="2025-11-22T13:33:32.455" v="10287" actId="20577"/>
        <pc:sldMkLst>
          <pc:docMk/>
          <pc:sldMk cId="62413706" sldId="359"/>
        </pc:sldMkLst>
        <pc:spChg chg="mod">
          <ac:chgData name="Teuku Raja Irfan Radarma" userId="cf428174-95ba-4576-8554-3a3b8ffa52b7" providerId="ADAL" clId="{A80269FD-1647-41EA-9465-E4829927D3E9}" dt="2025-11-22T13:31:38.482" v="10256" actId="27636"/>
          <ac:spMkLst>
            <pc:docMk/>
            <pc:sldMk cId="62413706" sldId="359"/>
            <ac:spMk id="2" creationId="{86D1BB63-4350-72A4-F5A6-7BC05C8ACCEA}"/>
          </ac:spMkLst>
        </pc:spChg>
        <pc:spChg chg="mod">
          <ac:chgData name="Teuku Raja Irfan Radarma" userId="cf428174-95ba-4576-8554-3a3b8ffa52b7" providerId="ADAL" clId="{A80269FD-1647-41EA-9465-E4829927D3E9}" dt="2025-11-22T13:33:32.455" v="10287" actId="20577"/>
          <ac:spMkLst>
            <pc:docMk/>
            <pc:sldMk cId="62413706" sldId="359"/>
            <ac:spMk id="3" creationId="{10DAE108-9E44-567B-9E8A-3F62785A8106}"/>
          </ac:spMkLst>
        </pc:spChg>
      </pc:sldChg>
      <pc:sldChg chg="modSp add mod">
        <pc:chgData name="Teuku Raja Irfan Radarma" userId="cf428174-95ba-4576-8554-3a3b8ffa52b7" providerId="ADAL" clId="{A80269FD-1647-41EA-9465-E4829927D3E9}" dt="2025-11-23T09:43:50.114" v="12712" actId="20577"/>
        <pc:sldMkLst>
          <pc:docMk/>
          <pc:sldMk cId="2404744056" sldId="360"/>
        </pc:sldMkLst>
        <pc:spChg chg="mod">
          <ac:chgData name="Teuku Raja Irfan Radarma" userId="cf428174-95ba-4576-8554-3a3b8ffa52b7" providerId="ADAL" clId="{A80269FD-1647-41EA-9465-E4829927D3E9}" dt="2025-11-22T13:31:49.282" v="10260" actId="27636"/>
          <ac:spMkLst>
            <pc:docMk/>
            <pc:sldMk cId="2404744056" sldId="360"/>
            <ac:spMk id="2" creationId="{92D33C5B-666B-44AF-F5DA-F291DC227033}"/>
          </ac:spMkLst>
        </pc:spChg>
        <pc:spChg chg="mod">
          <ac:chgData name="Teuku Raja Irfan Radarma" userId="cf428174-95ba-4576-8554-3a3b8ffa52b7" providerId="ADAL" clId="{A80269FD-1647-41EA-9465-E4829927D3E9}" dt="2025-11-23T09:43:50.114" v="12712" actId="20577"/>
          <ac:spMkLst>
            <pc:docMk/>
            <pc:sldMk cId="2404744056" sldId="360"/>
            <ac:spMk id="3" creationId="{F8BDAA9C-22C0-D55D-1EF7-51DBED1171A8}"/>
          </ac:spMkLst>
        </pc:spChg>
      </pc:sldChg>
      <pc:sldChg chg="modSp add mod">
        <pc:chgData name="Teuku Raja Irfan Radarma" userId="cf428174-95ba-4576-8554-3a3b8ffa52b7" providerId="ADAL" clId="{A80269FD-1647-41EA-9465-E4829927D3E9}" dt="2025-11-22T13:34:10.716" v="10331" actId="20577"/>
        <pc:sldMkLst>
          <pc:docMk/>
          <pc:sldMk cId="2842273901" sldId="361"/>
        </pc:sldMkLst>
        <pc:spChg chg="mod">
          <ac:chgData name="Teuku Raja Irfan Radarma" userId="cf428174-95ba-4576-8554-3a3b8ffa52b7" providerId="ADAL" clId="{A80269FD-1647-41EA-9465-E4829927D3E9}" dt="2025-11-22T13:32:01.453" v="10262" actId="5793"/>
          <ac:spMkLst>
            <pc:docMk/>
            <pc:sldMk cId="2842273901" sldId="361"/>
            <ac:spMk id="2" creationId="{371AC606-9CA3-A16A-AC54-A351C99D82CC}"/>
          </ac:spMkLst>
        </pc:spChg>
        <pc:spChg chg="mod">
          <ac:chgData name="Teuku Raja Irfan Radarma" userId="cf428174-95ba-4576-8554-3a3b8ffa52b7" providerId="ADAL" clId="{A80269FD-1647-41EA-9465-E4829927D3E9}" dt="2025-11-22T13:34:10.716" v="10331" actId="20577"/>
          <ac:spMkLst>
            <pc:docMk/>
            <pc:sldMk cId="2842273901" sldId="361"/>
            <ac:spMk id="3" creationId="{A873FDAF-A69D-CD40-D4B3-06E89828D610}"/>
          </ac:spMkLst>
        </pc:spChg>
      </pc:sldChg>
      <pc:sldChg chg="modSp add mod">
        <pc:chgData name="Teuku Raja Irfan Radarma" userId="cf428174-95ba-4576-8554-3a3b8ffa52b7" providerId="ADAL" clId="{A80269FD-1647-41EA-9465-E4829927D3E9}" dt="2025-11-22T13:34:25.477" v="10357" actId="20577"/>
        <pc:sldMkLst>
          <pc:docMk/>
          <pc:sldMk cId="2948661724" sldId="362"/>
        </pc:sldMkLst>
        <pc:spChg chg="mod">
          <ac:chgData name="Teuku Raja Irfan Radarma" userId="cf428174-95ba-4576-8554-3a3b8ffa52b7" providerId="ADAL" clId="{A80269FD-1647-41EA-9465-E4829927D3E9}" dt="2025-11-22T13:32:17.590" v="10264" actId="5793"/>
          <ac:spMkLst>
            <pc:docMk/>
            <pc:sldMk cId="2948661724" sldId="362"/>
            <ac:spMk id="2" creationId="{1F5DF6D6-8F52-BE2D-5E23-48D0F43EDCEB}"/>
          </ac:spMkLst>
        </pc:spChg>
        <pc:spChg chg="mod">
          <ac:chgData name="Teuku Raja Irfan Radarma" userId="cf428174-95ba-4576-8554-3a3b8ffa52b7" providerId="ADAL" clId="{A80269FD-1647-41EA-9465-E4829927D3E9}" dt="2025-11-22T13:34:25.477" v="10357" actId="20577"/>
          <ac:spMkLst>
            <pc:docMk/>
            <pc:sldMk cId="2948661724" sldId="362"/>
            <ac:spMk id="3" creationId="{69551409-D9D6-781E-9386-25124D216DAF}"/>
          </ac:spMkLst>
        </pc:spChg>
      </pc:sldChg>
      <pc:sldChg chg="addSp modSp new mod">
        <pc:chgData name="Teuku Raja Irfan Radarma" userId="cf428174-95ba-4576-8554-3a3b8ffa52b7" providerId="ADAL" clId="{A80269FD-1647-41EA-9465-E4829927D3E9}" dt="2025-11-22T13:39:05.849" v="10400" actId="1076"/>
        <pc:sldMkLst>
          <pc:docMk/>
          <pc:sldMk cId="1044276249" sldId="363"/>
        </pc:sldMkLst>
        <pc:spChg chg="mod">
          <ac:chgData name="Teuku Raja Irfan Radarma" userId="cf428174-95ba-4576-8554-3a3b8ffa52b7" providerId="ADAL" clId="{A80269FD-1647-41EA-9465-E4829927D3E9}" dt="2025-11-22T13:36:32.370" v="10359"/>
          <ac:spMkLst>
            <pc:docMk/>
            <pc:sldMk cId="1044276249" sldId="363"/>
            <ac:spMk id="2" creationId="{A125681A-45A2-7128-DE7A-C52014C27119}"/>
          </ac:spMkLst>
        </pc:spChg>
        <pc:spChg chg="mod">
          <ac:chgData name="Teuku Raja Irfan Radarma" userId="cf428174-95ba-4576-8554-3a3b8ffa52b7" providerId="ADAL" clId="{A80269FD-1647-41EA-9465-E4829927D3E9}" dt="2025-11-22T13:39:00.585" v="10398" actId="1076"/>
          <ac:spMkLst>
            <pc:docMk/>
            <pc:sldMk cId="1044276249" sldId="363"/>
            <ac:spMk id="3" creationId="{CD81C06D-494C-27A0-0E5F-98BA47AD48B7}"/>
          </ac:spMkLst>
        </pc:spChg>
        <pc:spChg chg="add mod">
          <ac:chgData name="Teuku Raja Irfan Radarma" userId="cf428174-95ba-4576-8554-3a3b8ffa52b7" providerId="ADAL" clId="{A80269FD-1647-41EA-9465-E4829927D3E9}" dt="2025-11-22T13:38:56.910" v="10397" actId="1076"/>
          <ac:spMkLst>
            <pc:docMk/>
            <pc:sldMk cId="1044276249" sldId="363"/>
            <ac:spMk id="5" creationId="{2E89AC33-9A1B-0BD4-C2BA-C56E0FE16C83}"/>
          </ac:spMkLst>
        </pc:spChg>
        <pc:spChg chg="add mod">
          <ac:chgData name="Teuku Raja Irfan Radarma" userId="cf428174-95ba-4576-8554-3a3b8ffa52b7" providerId="ADAL" clId="{A80269FD-1647-41EA-9465-E4829927D3E9}" dt="2025-11-22T13:39:05.849" v="10400" actId="1076"/>
          <ac:spMkLst>
            <pc:docMk/>
            <pc:sldMk cId="1044276249" sldId="363"/>
            <ac:spMk id="6" creationId="{00CA8178-C5D9-B7AC-2EB9-8CAE37EAAF27}"/>
          </ac:spMkLst>
        </pc:spChg>
      </pc:sldChg>
      <pc:sldChg chg="addSp delSp modSp add mod">
        <pc:chgData name="Teuku Raja Irfan Radarma" userId="cf428174-95ba-4576-8554-3a3b8ffa52b7" providerId="ADAL" clId="{A80269FD-1647-41EA-9465-E4829927D3E9}" dt="2025-11-22T13:40:05.688" v="10424" actId="27636"/>
        <pc:sldMkLst>
          <pc:docMk/>
          <pc:sldMk cId="3369179900" sldId="364"/>
        </pc:sldMkLst>
        <pc:spChg chg="mod">
          <ac:chgData name="Teuku Raja Irfan Radarma" userId="cf428174-95ba-4576-8554-3a3b8ffa52b7" providerId="ADAL" clId="{A80269FD-1647-41EA-9465-E4829927D3E9}" dt="2025-11-22T13:39:18.565" v="10402"/>
          <ac:spMkLst>
            <pc:docMk/>
            <pc:sldMk cId="3369179900" sldId="364"/>
            <ac:spMk id="2" creationId="{9355AC7A-A396-196D-64A6-0D798170A028}"/>
          </ac:spMkLst>
        </pc:spChg>
        <pc:spChg chg="mod">
          <ac:chgData name="Teuku Raja Irfan Radarma" userId="cf428174-95ba-4576-8554-3a3b8ffa52b7" providerId="ADAL" clId="{A80269FD-1647-41EA-9465-E4829927D3E9}" dt="2025-11-22T13:40:05.688" v="10424" actId="27636"/>
          <ac:spMkLst>
            <pc:docMk/>
            <pc:sldMk cId="3369179900" sldId="364"/>
            <ac:spMk id="6" creationId="{DA02822E-99EC-C2AA-3F8B-FB9F20D07F69}"/>
          </ac:spMkLst>
        </pc:spChg>
      </pc:sldChg>
      <pc:sldChg chg="addSp delSp modSp add del mod">
        <pc:chgData name="Teuku Raja Irfan Radarma" userId="cf428174-95ba-4576-8554-3a3b8ffa52b7" providerId="ADAL" clId="{A80269FD-1647-41EA-9465-E4829927D3E9}" dt="2025-11-23T05:26:17.480" v="10849" actId="47"/>
        <pc:sldMkLst>
          <pc:docMk/>
          <pc:sldMk cId="2965404108" sldId="365"/>
        </pc:sldMkLst>
      </pc:sldChg>
      <pc:sldChg chg="addSp delSp modSp add mod">
        <pc:chgData name="Teuku Raja Irfan Radarma" userId="cf428174-95ba-4576-8554-3a3b8ffa52b7" providerId="ADAL" clId="{A80269FD-1647-41EA-9465-E4829927D3E9}" dt="2025-11-22T13:56:09.587" v="10825" actId="478"/>
        <pc:sldMkLst>
          <pc:docMk/>
          <pc:sldMk cId="1607815187" sldId="366"/>
        </pc:sldMkLst>
        <pc:spChg chg="add mod">
          <ac:chgData name="Teuku Raja Irfan Radarma" userId="cf428174-95ba-4576-8554-3a3b8ffa52b7" providerId="ADAL" clId="{A80269FD-1647-41EA-9465-E4829927D3E9}" dt="2025-11-22T13:53:46.022" v="10753" actId="14100"/>
          <ac:spMkLst>
            <pc:docMk/>
            <pc:sldMk cId="1607815187" sldId="366"/>
            <ac:spMk id="19" creationId="{6586CAD0-1065-8875-975F-FD7816B8A9B8}"/>
          </ac:spMkLst>
        </pc:spChg>
        <pc:spChg chg="add mod">
          <ac:chgData name="Teuku Raja Irfan Radarma" userId="cf428174-95ba-4576-8554-3a3b8ffa52b7" providerId="ADAL" clId="{A80269FD-1647-41EA-9465-E4829927D3E9}" dt="2025-11-22T13:54:04.219" v="10758" actId="14100"/>
          <ac:spMkLst>
            <pc:docMk/>
            <pc:sldMk cId="1607815187" sldId="366"/>
            <ac:spMk id="20" creationId="{B1445C34-02C4-5FDC-142E-E7E299945BCD}"/>
          </ac:spMkLst>
        </pc:spChg>
        <pc:spChg chg="add mod">
          <ac:chgData name="Teuku Raja Irfan Radarma" userId="cf428174-95ba-4576-8554-3a3b8ffa52b7" providerId="ADAL" clId="{A80269FD-1647-41EA-9465-E4829927D3E9}" dt="2025-11-22T13:55:26.243" v="10816" actId="1076"/>
          <ac:spMkLst>
            <pc:docMk/>
            <pc:sldMk cId="1607815187" sldId="366"/>
            <ac:spMk id="22" creationId="{575204F1-C5AB-A6FD-A1F9-495AEA9402D8}"/>
          </ac:spMkLst>
        </pc:spChg>
        <pc:graphicFrameChg chg="add mod modGraphic">
          <ac:chgData name="Teuku Raja Irfan Radarma" userId="cf428174-95ba-4576-8554-3a3b8ffa52b7" providerId="ADAL" clId="{A80269FD-1647-41EA-9465-E4829927D3E9}" dt="2025-11-22T13:55:14.063" v="10814" actId="20577"/>
          <ac:graphicFrameMkLst>
            <pc:docMk/>
            <pc:sldMk cId="1607815187" sldId="366"/>
            <ac:graphicFrameMk id="6" creationId="{99BDDA31-16A7-A215-C728-952FEBB4B328}"/>
          </ac:graphicFrameMkLst>
        </pc:graphicFrameChg>
      </pc:sldChg>
      <pc:sldChg chg="modSp new mod">
        <pc:chgData name="Teuku Raja Irfan Radarma" userId="cf428174-95ba-4576-8554-3a3b8ffa52b7" providerId="ADAL" clId="{A80269FD-1647-41EA-9465-E4829927D3E9}" dt="2025-11-22T13:57:02.716" v="10848" actId="27636"/>
        <pc:sldMkLst>
          <pc:docMk/>
          <pc:sldMk cId="1665639214" sldId="367"/>
        </pc:sldMkLst>
        <pc:spChg chg="mod">
          <ac:chgData name="Teuku Raja Irfan Radarma" userId="cf428174-95ba-4576-8554-3a3b8ffa52b7" providerId="ADAL" clId="{A80269FD-1647-41EA-9465-E4829927D3E9}" dt="2025-11-22T13:56:56.015" v="10844" actId="14100"/>
          <ac:spMkLst>
            <pc:docMk/>
            <pc:sldMk cId="1665639214" sldId="367"/>
            <ac:spMk id="2" creationId="{F7C0AA7C-D81E-FE2D-2231-151B86834004}"/>
          </ac:spMkLst>
        </pc:spChg>
        <pc:spChg chg="mod">
          <ac:chgData name="Teuku Raja Irfan Radarma" userId="cf428174-95ba-4576-8554-3a3b8ffa52b7" providerId="ADAL" clId="{A80269FD-1647-41EA-9465-E4829927D3E9}" dt="2025-11-22T13:57:02.716" v="10848" actId="27636"/>
          <ac:spMkLst>
            <pc:docMk/>
            <pc:sldMk cId="1665639214" sldId="367"/>
            <ac:spMk id="3" creationId="{CC6A691E-A129-6B6B-3FE6-51787CCD4B17}"/>
          </ac:spMkLst>
        </pc:spChg>
      </pc:sldChg>
      <pc:sldChg chg="modSp new mod ord">
        <pc:chgData name="Teuku Raja Irfan Radarma" userId="cf428174-95ba-4576-8554-3a3b8ffa52b7" providerId="ADAL" clId="{A80269FD-1647-41EA-9465-E4829927D3E9}" dt="2025-11-23T06:00:43.998" v="11998" actId="27636"/>
        <pc:sldMkLst>
          <pc:docMk/>
          <pc:sldMk cId="220906709" sldId="368"/>
        </pc:sldMkLst>
        <pc:spChg chg="mod">
          <ac:chgData name="Teuku Raja Irfan Radarma" userId="cf428174-95ba-4576-8554-3a3b8ffa52b7" providerId="ADAL" clId="{A80269FD-1647-41EA-9465-E4829927D3E9}" dt="2025-11-23T05:34:16.721" v="11303"/>
          <ac:spMkLst>
            <pc:docMk/>
            <pc:sldMk cId="220906709" sldId="368"/>
            <ac:spMk id="2" creationId="{DBD477D0-B4A0-A754-DEAF-F93C0FC5C981}"/>
          </ac:spMkLst>
        </pc:spChg>
        <pc:spChg chg="mod">
          <ac:chgData name="Teuku Raja Irfan Radarma" userId="cf428174-95ba-4576-8554-3a3b8ffa52b7" providerId="ADAL" clId="{A80269FD-1647-41EA-9465-E4829927D3E9}" dt="2025-11-23T06:00:43.998" v="11998" actId="27636"/>
          <ac:spMkLst>
            <pc:docMk/>
            <pc:sldMk cId="220906709" sldId="368"/>
            <ac:spMk id="3" creationId="{A54BFDEF-D35A-78C0-263A-41EA5B93A542}"/>
          </ac:spMkLst>
        </pc:spChg>
      </pc:sldChg>
      <pc:sldChg chg="modSp add mod">
        <pc:chgData name="Teuku Raja Irfan Radarma" userId="cf428174-95ba-4576-8554-3a3b8ffa52b7" providerId="ADAL" clId="{A80269FD-1647-41EA-9465-E4829927D3E9}" dt="2025-11-23T06:00:40.855" v="11996" actId="20577"/>
        <pc:sldMkLst>
          <pc:docMk/>
          <pc:sldMk cId="279956807" sldId="369"/>
        </pc:sldMkLst>
        <pc:spChg chg="mod">
          <ac:chgData name="Teuku Raja Irfan Radarma" userId="cf428174-95ba-4576-8554-3a3b8ffa52b7" providerId="ADAL" clId="{A80269FD-1647-41EA-9465-E4829927D3E9}" dt="2025-11-23T05:34:31.747" v="11344" actId="20577"/>
          <ac:spMkLst>
            <pc:docMk/>
            <pc:sldMk cId="279956807" sldId="369"/>
            <ac:spMk id="2" creationId="{DADF56F9-75A4-AFBB-FD69-78B5698B1C83}"/>
          </ac:spMkLst>
        </pc:spChg>
        <pc:spChg chg="mod">
          <ac:chgData name="Teuku Raja Irfan Radarma" userId="cf428174-95ba-4576-8554-3a3b8ffa52b7" providerId="ADAL" clId="{A80269FD-1647-41EA-9465-E4829927D3E9}" dt="2025-11-23T06:00:40.855" v="11996" actId="20577"/>
          <ac:spMkLst>
            <pc:docMk/>
            <pc:sldMk cId="279956807" sldId="369"/>
            <ac:spMk id="3" creationId="{AC6D7342-342C-B5C0-6FA7-0D81715593E3}"/>
          </ac:spMkLst>
        </pc:spChg>
      </pc:sldChg>
      <pc:sldChg chg="modSp add mod">
        <pc:chgData name="Teuku Raja Irfan Radarma" userId="cf428174-95ba-4576-8554-3a3b8ffa52b7" providerId="ADAL" clId="{A80269FD-1647-41EA-9465-E4829927D3E9}" dt="2025-11-23T06:02:05.091" v="12117" actId="27636"/>
        <pc:sldMkLst>
          <pc:docMk/>
          <pc:sldMk cId="4246891256" sldId="370"/>
        </pc:sldMkLst>
        <pc:spChg chg="mod">
          <ac:chgData name="Teuku Raja Irfan Radarma" userId="cf428174-95ba-4576-8554-3a3b8ffa52b7" providerId="ADAL" clId="{A80269FD-1647-41EA-9465-E4829927D3E9}" dt="2025-11-23T05:37:01.442" v="11485"/>
          <ac:spMkLst>
            <pc:docMk/>
            <pc:sldMk cId="4246891256" sldId="370"/>
            <ac:spMk id="2" creationId="{163E463A-559E-3BF2-7423-5DC0C345C129}"/>
          </ac:spMkLst>
        </pc:spChg>
        <pc:spChg chg="mod">
          <ac:chgData name="Teuku Raja Irfan Radarma" userId="cf428174-95ba-4576-8554-3a3b8ffa52b7" providerId="ADAL" clId="{A80269FD-1647-41EA-9465-E4829927D3E9}" dt="2025-11-23T06:02:05.091" v="12117" actId="27636"/>
          <ac:spMkLst>
            <pc:docMk/>
            <pc:sldMk cId="4246891256" sldId="370"/>
            <ac:spMk id="3" creationId="{F84CFF49-7024-21CC-A7B6-B82171D8C2CA}"/>
          </ac:spMkLst>
        </pc:spChg>
      </pc:sldChg>
      <pc:sldChg chg="modSp add mod">
        <pc:chgData name="Teuku Raja Irfan Radarma" userId="cf428174-95ba-4576-8554-3a3b8ffa52b7" providerId="ADAL" clId="{A80269FD-1647-41EA-9465-E4829927D3E9}" dt="2025-11-23T06:01:24.943" v="12115" actId="20577"/>
        <pc:sldMkLst>
          <pc:docMk/>
          <pc:sldMk cId="934609450" sldId="371"/>
        </pc:sldMkLst>
        <pc:spChg chg="mod">
          <ac:chgData name="Teuku Raja Irfan Radarma" userId="cf428174-95ba-4576-8554-3a3b8ffa52b7" providerId="ADAL" clId="{A80269FD-1647-41EA-9465-E4829927D3E9}" dt="2025-11-23T05:50:18.358" v="11778"/>
          <ac:spMkLst>
            <pc:docMk/>
            <pc:sldMk cId="934609450" sldId="371"/>
            <ac:spMk id="2" creationId="{8A304E36-E8E4-5F86-2D09-54C6A0A1447C}"/>
          </ac:spMkLst>
        </pc:spChg>
        <pc:spChg chg="mod">
          <ac:chgData name="Teuku Raja Irfan Radarma" userId="cf428174-95ba-4576-8554-3a3b8ffa52b7" providerId="ADAL" clId="{A80269FD-1647-41EA-9465-E4829927D3E9}" dt="2025-11-23T06:01:24.943" v="12115" actId="20577"/>
          <ac:spMkLst>
            <pc:docMk/>
            <pc:sldMk cId="934609450" sldId="371"/>
            <ac:spMk id="3" creationId="{AF7C1625-9EA0-F506-BAF0-189C25928C79}"/>
          </ac:spMkLst>
        </pc:spChg>
      </pc:sldChg>
      <pc:sldChg chg="addSp delSp modSp new mod">
        <pc:chgData name="Teuku Raja Irfan Radarma" userId="cf428174-95ba-4576-8554-3a3b8ffa52b7" providerId="ADAL" clId="{A80269FD-1647-41EA-9465-E4829927D3E9}" dt="2025-11-23T13:18:41.462" v="14250" actId="27636"/>
        <pc:sldMkLst>
          <pc:docMk/>
          <pc:sldMk cId="2661301634" sldId="372"/>
        </pc:sldMkLst>
        <pc:spChg chg="mod">
          <ac:chgData name="Teuku Raja Irfan Radarma" userId="cf428174-95ba-4576-8554-3a3b8ffa52b7" providerId="ADAL" clId="{A80269FD-1647-41EA-9465-E4829927D3E9}" dt="2025-11-23T06:02:45.753" v="12150" actId="20577"/>
          <ac:spMkLst>
            <pc:docMk/>
            <pc:sldMk cId="2661301634" sldId="372"/>
            <ac:spMk id="2" creationId="{5C635264-2B01-F8AA-7DF7-2F2979A43631}"/>
          </ac:spMkLst>
        </pc:spChg>
        <pc:spChg chg="mod">
          <ac:chgData name="Teuku Raja Irfan Radarma" userId="cf428174-95ba-4576-8554-3a3b8ffa52b7" providerId="ADAL" clId="{A80269FD-1647-41EA-9465-E4829927D3E9}" dt="2025-11-23T13:18:41.462" v="14250" actId="27636"/>
          <ac:spMkLst>
            <pc:docMk/>
            <pc:sldMk cId="2661301634" sldId="372"/>
            <ac:spMk id="4" creationId="{66471DFC-754E-2FC5-EFDE-BF6BC7C0EE5E}"/>
          </ac:spMkLst>
        </pc:spChg>
        <pc:spChg chg="add del">
          <ac:chgData name="Teuku Raja Irfan Radarma" userId="cf428174-95ba-4576-8554-3a3b8ffa52b7" providerId="ADAL" clId="{A80269FD-1647-41EA-9465-E4829927D3E9}" dt="2025-11-23T09:40:12.973" v="12453" actId="22"/>
          <ac:spMkLst>
            <pc:docMk/>
            <pc:sldMk cId="2661301634" sldId="372"/>
            <ac:spMk id="6" creationId="{78E7E891-165C-FD94-6088-FB8A32D87C96}"/>
          </ac:spMkLst>
        </pc:spChg>
      </pc:sldChg>
      <pc:sldChg chg="modSp new mod">
        <pc:chgData name="Teuku Raja Irfan Radarma" userId="cf428174-95ba-4576-8554-3a3b8ffa52b7" providerId="ADAL" clId="{A80269FD-1647-41EA-9465-E4829927D3E9}" dt="2025-11-23T09:42:22.864" v="12529" actId="5793"/>
        <pc:sldMkLst>
          <pc:docMk/>
          <pc:sldMk cId="2319660178" sldId="373"/>
        </pc:sldMkLst>
        <pc:spChg chg="mod">
          <ac:chgData name="Teuku Raja Irfan Radarma" userId="cf428174-95ba-4576-8554-3a3b8ffa52b7" providerId="ADAL" clId="{A80269FD-1647-41EA-9465-E4829927D3E9}" dt="2025-11-23T09:42:07.361" v="12498" actId="20577"/>
          <ac:spMkLst>
            <pc:docMk/>
            <pc:sldMk cId="2319660178" sldId="373"/>
            <ac:spMk id="2" creationId="{74FBABD0-6155-54BD-79EE-632EEBFA4D4F}"/>
          </ac:spMkLst>
        </pc:spChg>
        <pc:spChg chg="mod">
          <ac:chgData name="Teuku Raja Irfan Radarma" userId="cf428174-95ba-4576-8554-3a3b8ffa52b7" providerId="ADAL" clId="{A80269FD-1647-41EA-9465-E4829927D3E9}" dt="2025-11-23T09:42:22.864" v="12529" actId="5793"/>
          <ac:spMkLst>
            <pc:docMk/>
            <pc:sldMk cId="2319660178" sldId="373"/>
            <ac:spMk id="4" creationId="{3794AD2B-5F8B-5A3F-A446-29A9F4FB975B}"/>
          </ac:spMkLst>
        </pc:spChg>
      </pc:sldChg>
      <pc:sldChg chg="modSp add mod">
        <pc:chgData name="Teuku Raja Irfan Radarma" userId="cf428174-95ba-4576-8554-3a3b8ffa52b7" providerId="ADAL" clId="{A80269FD-1647-41EA-9465-E4829927D3E9}" dt="2025-11-23T13:19:32.748" v="14393" actId="27636"/>
        <pc:sldMkLst>
          <pc:docMk/>
          <pc:sldMk cId="3887449466" sldId="374"/>
        </pc:sldMkLst>
        <pc:spChg chg="mod">
          <ac:chgData name="Teuku Raja Irfan Radarma" userId="cf428174-95ba-4576-8554-3a3b8ffa52b7" providerId="ADAL" clId="{A80269FD-1647-41EA-9465-E4829927D3E9}" dt="2025-11-23T09:42:43.237" v="12581" actId="404"/>
          <ac:spMkLst>
            <pc:docMk/>
            <pc:sldMk cId="3887449466" sldId="374"/>
            <ac:spMk id="2" creationId="{2EFF2390-A351-2BC1-BB12-FE12FE55FE51}"/>
          </ac:spMkLst>
        </pc:spChg>
        <pc:spChg chg="mod">
          <ac:chgData name="Teuku Raja Irfan Radarma" userId="cf428174-95ba-4576-8554-3a3b8ffa52b7" providerId="ADAL" clId="{A80269FD-1647-41EA-9465-E4829927D3E9}" dt="2025-11-23T13:19:32.748" v="14393" actId="27636"/>
          <ac:spMkLst>
            <pc:docMk/>
            <pc:sldMk cId="3887449466" sldId="374"/>
            <ac:spMk id="4" creationId="{5DFB2A37-0B4B-405A-2CAA-C05F9F347F73}"/>
          </ac:spMkLst>
        </pc:spChg>
      </pc:sldChg>
      <pc:sldChg chg="modSp new mod">
        <pc:chgData name="Teuku Raja Irfan Radarma" userId="cf428174-95ba-4576-8554-3a3b8ffa52b7" providerId="ADAL" clId="{A80269FD-1647-41EA-9465-E4829927D3E9}" dt="2025-11-23T09:48:23.658" v="12942" actId="14100"/>
        <pc:sldMkLst>
          <pc:docMk/>
          <pc:sldMk cId="3681168979" sldId="375"/>
        </pc:sldMkLst>
        <pc:spChg chg="mod">
          <ac:chgData name="Teuku Raja Irfan Radarma" userId="cf428174-95ba-4576-8554-3a3b8ffa52b7" providerId="ADAL" clId="{A80269FD-1647-41EA-9465-E4829927D3E9}" dt="2025-11-23T09:48:20.393" v="12939" actId="14100"/>
          <ac:spMkLst>
            <pc:docMk/>
            <pc:sldMk cId="3681168979" sldId="375"/>
            <ac:spMk id="2" creationId="{364633BB-D74D-FC4C-AE63-46D0CE85E220}"/>
          </ac:spMkLst>
        </pc:spChg>
        <pc:spChg chg="mod">
          <ac:chgData name="Teuku Raja Irfan Radarma" userId="cf428174-95ba-4576-8554-3a3b8ffa52b7" providerId="ADAL" clId="{A80269FD-1647-41EA-9465-E4829927D3E9}" dt="2025-11-23T09:48:23.658" v="12942" actId="14100"/>
          <ac:spMkLst>
            <pc:docMk/>
            <pc:sldMk cId="3681168979" sldId="375"/>
            <ac:spMk id="3" creationId="{F434CB59-B9B2-408E-598F-1718021403D3}"/>
          </ac:spMkLst>
        </pc:spChg>
      </pc:sldChg>
      <pc:sldChg chg="new del">
        <pc:chgData name="Teuku Raja Irfan Radarma" userId="cf428174-95ba-4576-8554-3a3b8ffa52b7" providerId="ADAL" clId="{A80269FD-1647-41EA-9465-E4829927D3E9}" dt="2025-11-23T09:43:59.207" v="12714" actId="680"/>
        <pc:sldMkLst>
          <pc:docMk/>
          <pc:sldMk cId="3965548846" sldId="375"/>
        </pc:sldMkLst>
      </pc:sldChg>
      <pc:sldChg chg="delSp modSp add mod ord">
        <pc:chgData name="Teuku Raja Irfan Radarma" userId="cf428174-95ba-4576-8554-3a3b8ffa52b7" providerId="ADAL" clId="{A80269FD-1647-41EA-9465-E4829927D3E9}" dt="2025-11-23T09:52:45.083" v="12967" actId="12"/>
        <pc:sldMkLst>
          <pc:docMk/>
          <pc:sldMk cId="2149270284" sldId="376"/>
        </pc:sldMkLst>
        <pc:spChg chg="del">
          <ac:chgData name="Teuku Raja Irfan Radarma" userId="cf428174-95ba-4576-8554-3a3b8ffa52b7" providerId="ADAL" clId="{A80269FD-1647-41EA-9465-E4829927D3E9}" dt="2025-11-23T09:52:06.439" v="12958" actId="478"/>
          <ac:spMkLst>
            <pc:docMk/>
            <pc:sldMk cId="2149270284" sldId="376"/>
            <ac:spMk id="19" creationId="{FBD5B4CA-1B53-BFC1-157F-37DC9BA8AA2F}"/>
          </ac:spMkLst>
        </pc:spChg>
        <pc:spChg chg="del">
          <ac:chgData name="Teuku Raja Irfan Radarma" userId="cf428174-95ba-4576-8554-3a3b8ffa52b7" providerId="ADAL" clId="{A80269FD-1647-41EA-9465-E4829927D3E9}" dt="2025-11-23T09:52:06.439" v="12958" actId="478"/>
          <ac:spMkLst>
            <pc:docMk/>
            <pc:sldMk cId="2149270284" sldId="376"/>
            <ac:spMk id="20" creationId="{8F9EC7D3-CDFA-2D8E-E614-179F4D0E6A07}"/>
          </ac:spMkLst>
        </pc:spChg>
        <pc:spChg chg="del">
          <ac:chgData name="Teuku Raja Irfan Radarma" userId="cf428174-95ba-4576-8554-3a3b8ffa52b7" providerId="ADAL" clId="{A80269FD-1647-41EA-9465-E4829927D3E9}" dt="2025-11-23T09:52:06.439" v="12958" actId="478"/>
          <ac:spMkLst>
            <pc:docMk/>
            <pc:sldMk cId="2149270284" sldId="376"/>
            <ac:spMk id="22" creationId="{20540D43-41D3-6548-254A-737ABC26F739}"/>
          </ac:spMkLst>
        </pc:spChg>
        <pc:graphicFrameChg chg="mod modGraphic">
          <ac:chgData name="Teuku Raja Irfan Radarma" userId="cf428174-95ba-4576-8554-3a3b8ffa52b7" providerId="ADAL" clId="{A80269FD-1647-41EA-9465-E4829927D3E9}" dt="2025-11-23T09:52:45.083" v="12967" actId="12"/>
          <ac:graphicFrameMkLst>
            <pc:docMk/>
            <pc:sldMk cId="2149270284" sldId="376"/>
            <ac:graphicFrameMk id="6" creationId="{EC7FF61E-6088-6B22-AD41-E5BC3E88F3C5}"/>
          </ac:graphicFrameMkLst>
        </pc:graphicFrameChg>
      </pc:sldChg>
      <pc:sldChg chg="addSp delSp modSp add mod">
        <pc:chgData name="Teuku Raja Irfan Radarma" userId="cf428174-95ba-4576-8554-3a3b8ffa52b7" providerId="ADAL" clId="{A80269FD-1647-41EA-9465-E4829927D3E9}" dt="2025-11-23T09:55:22.146" v="13019" actId="1076"/>
        <pc:sldMkLst>
          <pc:docMk/>
          <pc:sldMk cId="3671432061" sldId="377"/>
        </pc:sldMkLst>
        <pc:spChg chg="mod">
          <ac:chgData name="Teuku Raja Irfan Radarma" userId="cf428174-95ba-4576-8554-3a3b8ffa52b7" providerId="ADAL" clId="{A80269FD-1647-41EA-9465-E4829927D3E9}" dt="2025-11-23T09:53:02.982" v="12979" actId="20577"/>
          <ac:spMkLst>
            <pc:docMk/>
            <pc:sldMk cId="3671432061" sldId="377"/>
            <ac:spMk id="2" creationId="{8C7A13C9-784F-C92E-4D8F-C1AF04C2A387}"/>
          </ac:spMkLst>
        </pc:spChg>
        <pc:spChg chg="add mod">
          <ac:chgData name="Teuku Raja Irfan Radarma" userId="cf428174-95ba-4576-8554-3a3b8ffa52b7" providerId="ADAL" clId="{A80269FD-1647-41EA-9465-E4829927D3E9}" dt="2025-11-23T09:53:43.798" v="12992" actId="14100"/>
          <ac:spMkLst>
            <pc:docMk/>
            <pc:sldMk cId="3671432061" sldId="377"/>
            <ac:spMk id="3" creationId="{C8AFD79F-37B9-34EC-A81A-59FCC97EB517}"/>
          </ac:spMkLst>
        </pc:spChg>
        <pc:spChg chg="add">
          <ac:chgData name="Teuku Raja Irfan Radarma" userId="cf428174-95ba-4576-8554-3a3b8ffa52b7" providerId="ADAL" clId="{A80269FD-1647-41EA-9465-E4829927D3E9}" dt="2025-11-23T09:53:30.784" v="12988"/>
          <ac:spMkLst>
            <pc:docMk/>
            <pc:sldMk cId="3671432061" sldId="377"/>
            <ac:spMk id="5" creationId="{9BD36764-AC29-A15A-96E3-A48CDC52F808}"/>
          </ac:spMkLst>
        </pc:spChg>
        <pc:graphicFrameChg chg="del">
          <ac:chgData name="Teuku Raja Irfan Radarma" userId="cf428174-95ba-4576-8554-3a3b8ffa52b7" providerId="ADAL" clId="{A80269FD-1647-41EA-9465-E4829927D3E9}" dt="2025-11-23T09:53:10.330" v="12980" actId="478"/>
          <ac:graphicFrameMkLst>
            <pc:docMk/>
            <pc:sldMk cId="3671432061" sldId="377"/>
            <ac:graphicFrameMk id="6" creationId="{5FDDB9A7-643D-81CA-0560-CADB8513EC1B}"/>
          </ac:graphicFrameMkLst>
        </pc:graphicFrameChg>
        <pc:graphicFrameChg chg="add mod modGraphic">
          <ac:chgData name="Teuku Raja Irfan Radarma" userId="cf428174-95ba-4576-8554-3a3b8ffa52b7" providerId="ADAL" clId="{A80269FD-1647-41EA-9465-E4829927D3E9}" dt="2025-11-23T09:55:22.146" v="13019" actId="1076"/>
          <ac:graphicFrameMkLst>
            <pc:docMk/>
            <pc:sldMk cId="3671432061" sldId="377"/>
            <ac:graphicFrameMk id="7" creationId="{086040E4-5B16-F1B0-320D-2E1EBB9404A4}"/>
          </ac:graphicFrameMkLst>
        </pc:graphicFrameChg>
      </pc:sldChg>
      <pc:sldChg chg="addSp delSp modSp add mod">
        <pc:chgData name="Teuku Raja Irfan Radarma" userId="cf428174-95ba-4576-8554-3a3b8ffa52b7" providerId="ADAL" clId="{A80269FD-1647-41EA-9465-E4829927D3E9}" dt="2025-11-23T09:57:15.352" v="13043" actId="14100"/>
        <pc:sldMkLst>
          <pc:docMk/>
          <pc:sldMk cId="2485184506" sldId="378"/>
        </pc:sldMkLst>
        <pc:spChg chg="mod">
          <ac:chgData name="Teuku Raja Irfan Radarma" userId="cf428174-95ba-4576-8554-3a3b8ffa52b7" providerId="ADAL" clId="{A80269FD-1647-41EA-9465-E4829927D3E9}" dt="2025-11-23T09:56:13.116" v="13021"/>
          <ac:spMkLst>
            <pc:docMk/>
            <pc:sldMk cId="2485184506" sldId="378"/>
            <ac:spMk id="2" creationId="{E643469D-6B3D-DB4C-5F2C-D89064AC5394}"/>
          </ac:spMkLst>
        </pc:spChg>
        <pc:spChg chg="del">
          <ac:chgData name="Teuku Raja Irfan Radarma" userId="cf428174-95ba-4576-8554-3a3b8ffa52b7" providerId="ADAL" clId="{A80269FD-1647-41EA-9465-E4829927D3E9}" dt="2025-11-23T09:56:43.769" v="13031" actId="478"/>
          <ac:spMkLst>
            <pc:docMk/>
            <pc:sldMk cId="2485184506" sldId="378"/>
            <ac:spMk id="3" creationId="{F5C6C1B1-BC90-2A2C-7C05-4D22E1FE5235}"/>
          </ac:spMkLst>
        </pc:spChg>
        <pc:spChg chg="add mod">
          <ac:chgData name="Teuku Raja Irfan Radarma" userId="cf428174-95ba-4576-8554-3a3b8ffa52b7" providerId="ADAL" clId="{A80269FD-1647-41EA-9465-E4829927D3E9}" dt="2025-11-23T09:57:15.352" v="13043" actId="14100"/>
          <ac:spMkLst>
            <pc:docMk/>
            <pc:sldMk cId="2485184506" sldId="378"/>
            <ac:spMk id="5" creationId="{E579AC86-3D9B-C497-A520-2FC9B11FFFEC}"/>
          </ac:spMkLst>
        </pc:spChg>
        <pc:spChg chg="add del mod">
          <ac:chgData name="Teuku Raja Irfan Radarma" userId="cf428174-95ba-4576-8554-3a3b8ffa52b7" providerId="ADAL" clId="{A80269FD-1647-41EA-9465-E4829927D3E9}" dt="2025-11-23T09:56:46.595" v="13032" actId="478"/>
          <ac:spMkLst>
            <pc:docMk/>
            <pc:sldMk cId="2485184506" sldId="378"/>
            <ac:spMk id="8" creationId="{3F7089A6-2122-8AB8-7ED9-FE9799C41296}"/>
          </ac:spMkLst>
        </pc:spChg>
        <pc:graphicFrameChg chg="del">
          <ac:chgData name="Teuku Raja Irfan Radarma" userId="cf428174-95ba-4576-8554-3a3b8ffa52b7" providerId="ADAL" clId="{A80269FD-1647-41EA-9465-E4829927D3E9}" dt="2025-11-23T09:56:23.256" v="13022" actId="478"/>
          <ac:graphicFrameMkLst>
            <pc:docMk/>
            <pc:sldMk cId="2485184506" sldId="378"/>
            <ac:graphicFrameMk id="7" creationId="{A4001E12-C2F2-566F-8232-8128FAA3C56E}"/>
          </ac:graphicFrameMkLst>
        </pc:graphicFrameChg>
      </pc:sldChg>
      <pc:sldChg chg="modSp new mod">
        <pc:chgData name="Teuku Raja Irfan Radarma" userId="cf428174-95ba-4576-8554-3a3b8ffa52b7" providerId="ADAL" clId="{A80269FD-1647-41EA-9465-E4829927D3E9}" dt="2025-11-23T10:02:33.453" v="13056"/>
        <pc:sldMkLst>
          <pc:docMk/>
          <pc:sldMk cId="1463845629" sldId="379"/>
        </pc:sldMkLst>
        <pc:spChg chg="mod">
          <ac:chgData name="Teuku Raja Irfan Radarma" userId="cf428174-95ba-4576-8554-3a3b8ffa52b7" providerId="ADAL" clId="{A80269FD-1647-41EA-9465-E4829927D3E9}" dt="2025-11-23T10:01:45.296" v="13045"/>
          <ac:spMkLst>
            <pc:docMk/>
            <pc:sldMk cId="1463845629" sldId="379"/>
            <ac:spMk id="2" creationId="{8587709F-527A-279A-9EA8-87932AD6FF66}"/>
          </ac:spMkLst>
        </pc:spChg>
        <pc:spChg chg="mod">
          <ac:chgData name="Teuku Raja Irfan Radarma" userId="cf428174-95ba-4576-8554-3a3b8ffa52b7" providerId="ADAL" clId="{A80269FD-1647-41EA-9465-E4829927D3E9}" dt="2025-11-23T10:02:33.453" v="13056"/>
          <ac:spMkLst>
            <pc:docMk/>
            <pc:sldMk cId="1463845629" sldId="379"/>
            <ac:spMk id="3" creationId="{AC7550E4-568C-5650-BF87-98D8FF69AE98}"/>
          </ac:spMkLst>
        </pc:spChg>
      </pc:sldChg>
      <pc:sldChg chg="addSp delSp modSp add mod">
        <pc:chgData name="Teuku Raja Irfan Radarma" userId="cf428174-95ba-4576-8554-3a3b8ffa52b7" providerId="ADAL" clId="{A80269FD-1647-41EA-9465-E4829927D3E9}" dt="2025-11-23T13:14:10.419" v="14075" actId="113"/>
        <pc:sldMkLst>
          <pc:docMk/>
          <pc:sldMk cId="1814904752" sldId="380"/>
        </pc:sldMkLst>
        <pc:spChg chg="mod">
          <ac:chgData name="Teuku Raja Irfan Radarma" userId="cf428174-95ba-4576-8554-3a3b8ffa52b7" providerId="ADAL" clId="{A80269FD-1647-41EA-9465-E4829927D3E9}" dt="2025-11-23T10:09:13.317" v="13299" actId="1076"/>
          <ac:spMkLst>
            <pc:docMk/>
            <pc:sldMk cId="1814904752" sldId="380"/>
            <ac:spMk id="2" creationId="{B96D2B3C-2FEE-CFFC-2620-2E12B5487BC6}"/>
          </ac:spMkLst>
        </pc:spChg>
        <pc:spChg chg="del">
          <ac:chgData name="Teuku Raja Irfan Radarma" userId="cf428174-95ba-4576-8554-3a3b8ffa52b7" providerId="ADAL" clId="{A80269FD-1647-41EA-9465-E4829927D3E9}" dt="2025-11-23T10:03:00.737" v="13060" actId="478"/>
          <ac:spMkLst>
            <pc:docMk/>
            <pc:sldMk cId="1814904752" sldId="380"/>
            <ac:spMk id="3" creationId="{7F3BD456-F999-A381-3564-27DE13FA913D}"/>
          </ac:spMkLst>
        </pc:spChg>
        <pc:spChg chg="add del mod">
          <ac:chgData name="Teuku Raja Irfan Radarma" userId="cf428174-95ba-4576-8554-3a3b8ffa52b7" providerId="ADAL" clId="{A80269FD-1647-41EA-9465-E4829927D3E9}" dt="2025-11-23T10:03:01.917" v="13061" actId="478"/>
          <ac:spMkLst>
            <pc:docMk/>
            <pc:sldMk cId="1814904752" sldId="380"/>
            <ac:spMk id="6" creationId="{5A549676-AC85-FDB1-BBCF-B33C4CC0F3CB}"/>
          </ac:spMkLst>
        </pc:spChg>
        <pc:spChg chg="add del">
          <ac:chgData name="Teuku Raja Irfan Radarma" userId="cf428174-95ba-4576-8554-3a3b8ffa52b7" providerId="ADAL" clId="{A80269FD-1647-41EA-9465-E4829927D3E9}" dt="2025-11-23T10:03:05.544" v="13064" actId="22"/>
          <ac:spMkLst>
            <pc:docMk/>
            <pc:sldMk cId="1814904752" sldId="380"/>
            <ac:spMk id="8" creationId="{D356B541-91E4-CEF6-3678-B39E059C6C30}"/>
          </ac:spMkLst>
        </pc:spChg>
        <pc:graphicFrameChg chg="add mod modGraphic">
          <ac:chgData name="Teuku Raja Irfan Radarma" userId="cf428174-95ba-4576-8554-3a3b8ffa52b7" providerId="ADAL" clId="{A80269FD-1647-41EA-9465-E4829927D3E9}" dt="2025-11-23T13:14:10.419" v="14075" actId="113"/>
          <ac:graphicFrameMkLst>
            <pc:docMk/>
            <pc:sldMk cId="1814904752" sldId="380"/>
            <ac:graphicFrameMk id="9" creationId="{52716B68-2925-244C-35E6-BFBD3F0A1E00}"/>
          </ac:graphicFrameMkLst>
        </pc:graphicFrameChg>
      </pc:sldChg>
      <pc:sldChg chg="add del">
        <pc:chgData name="Teuku Raja Irfan Radarma" userId="cf428174-95ba-4576-8554-3a3b8ffa52b7" providerId="ADAL" clId="{A80269FD-1647-41EA-9465-E4829927D3E9}" dt="2025-11-23T13:13:59.302" v="14071" actId="47"/>
        <pc:sldMkLst>
          <pc:docMk/>
          <pc:sldMk cId="2292263291" sldId="381"/>
        </pc:sldMkLst>
      </pc:sldChg>
      <pc:sldChg chg="addSp delSp modSp add del mod">
        <pc:chgData name="Teuku Raja Irfan Radarma" userId="cf428174-95ba-4576-8554-3a3b8ffa52b7" providerId="ADAL" clId="{A80269FD-1647-41EA-9465-E4829927D3E9}" dt="2025-11-23T13:20:22.460" v="14394" actId="47"/>
        <pc:sldMkLst>
          <pc:docMk/>
          <pc:sldMk cId="1582107768" sldId="382"/>
        </pc:sldMkLst>
        <pc:spChg chg="add del mod">
          <ac:chgData name="Teuku Raja Irfan Radarma" userId="cf428174-95ba-4576-8554-3a3b8ffa52b7" providerId="ADAL" clId="{A80269FD-1647-41EA-9465-E4829927D3E9}" dt="2025-11-23T10:09:37.992" v="13305" actId="478"/>
          <ac:spMkLst>
            <pc:docMk/>
            <pc:sldMk cId="1582107768" sldId="382"/>
            <ac:spMk id="2" creationId="{FFE767CC-D48B-CA11-747D-6AC7C2F6D34E}"/>
          </ac:spMkLst>
        </pc:spChg>
        <pc:spChg chg="add del mod">
          <ac:chgData name="Teuku Raja Irfan Radarma" userId="cf428174-95ba-4576-8554-3a3b8ffa52b7" providerId="ADAL" clId="{A80269FD-1647-41EA-9465-E4829927D3E9}" dt="2025-11-23T10:09:37.992" v="13305" actId="478"/>
          <ac:spMkLst>
            <pc:docMk/>
            <pc:sldMk cId="1582107768" sldId="382"/>
            <ac:spMk id="5" creationId="{047538A2-F3EF-E05A-9D7C-1C1555F51FA6}"/>
          </ac:spMkLst>
        </pc:spChg>
        <pc:graphicFrameChg chg="add mod modGraphic">
          <ac:chgData name="Teuku Raja Irfan Radarma" userId="cf428174-95ba-4576-8554-3a3b8ffa52b7" providerId="ADAL" clId="{A80269FD-1647-41EA-9465-E4829927D3E9}" dt="2025-11-23T10:12:26.158" v="13682" actId="14100"/>
          <ac:graphicFrameMkLst>
            <pc:docMk/>
            <pc:sldMk cId="1582107768" sldId="382"/>
            <ac:graphicFrameMk id="6" creationId="{D8BC44AE-B8CF-BA0C-6E0A-6D0ABFF713E1}"/>
          </ac:graphicFrameMkLst>
        </pc:graphicFrameChg>
        <pc:graphicFrameChg chg="del">
          <ac:chgData name="Teuku Raja Irfan Radarma" userId="cf428174-95ba-4576-8554-3a3b8ffa52b7" providerId="ADAL" clId="{A80269FD-1647-41EA-9465-E4829927D3E9}" dt="2025-11-23T10:09:39.794" v="13306" actId="478"/>
          <ac:graphicFrameMkLst>
            <pc:docMk/>
            <pc:sldMk cId="1582107768" sldId="382"/>
            <ac:graphicFrameMk id="9" creationId="{0824323B-FF76-B780-FE8E-E7890FDFA29D}"/>
          </ac:graphicFrameMkLst>
        </pc:graphicFrameChg>
      </pc:sldChg>
      <pc:sldChg chg="addSp delSp modSp add mod">
        <pc:chgData name="Teuku Raja Irfan Radarma" userId="cf428174-95ba-4576-8554-3a3b8ffa52b7" providerId="ADAL" clId="{A80269FD-1647-41EA-9465-E4829927D3E9}" dt="2025-11-23T10:17:29.226" v="13785" actId="20577"/>
        <pc:sldMkLst>
          <pc:docMk/>
          <pc:sldMk cId="2008764988" sldId="383"/>
        </pc:sldMkLst>
        <pc:spChg chg="add del mod">
          <ac:chgData name="Teuku Raja Irfan Radarma" userId="cf428174-95ba-4576-8554-3a3b8ffa52b7" providerId="ADAL" clId="{A80269FD-1647-41EA-9465-E4829927D3E9}" dt="2025-11-23T10:13:20.920" v="13693" actId="478"/>
          <ac:spMkLst>
            <pc:docMk/>
            <pc:sldMk cId="2008764988" sldId="383"/>
            <ac:spMk id="3" creationId="{FA29DB00-FBDB-6E4F-CA0A-E8BD002825D2}"/>
          </ac:spMkLst>
        </pc:spChg>
        <pc:spChg chg="add mod">
          <ac:chgData name="Teuku Raja Irfan Radarma" userId="cf428174-95ba-4576-8554-3a3b8ffa52b7" providerId="ADAL" clId="{A80269FD-1647-41EA-9465-E4829927D3E9}" dt="2025-11-23T10:17:04.165" v="13772" actId="207"/>
          <ac:spMkLst>
            <pc:docMk/>
            <pc:sldMk cId="2008764988" sldId="383"/>
            <ac:spMk id="5" creationId="{84001E1D-707B-79EB-FCE9-042D2A9B243C}"/>
          </ac:spMkLst>
        </pc:spChg>
        <pc:spChg chg="add mod">
          <ac:chgData name="Teuku Raja Irfan Radarma" userId="cf428174-95ba-4576-8554-3a3b8ffa52b7" providerId="ADAL" clId="{A80269FD-1647-41EA-9465-E4829927D3E9}" dt="2025-11-23T10:16:17.284" v="13752" actId="1076"/>
          <ac:spMkLst>
            <pc:docMk/>
            <pc:sldMk cId="2008764988" sldId="383"/>
            <ac:spMk id="8" creationId="{5AA6ED0B-A05F-91AA-7056-E71AF76E6262}"/>
          </ac:spMkLst>
        </pc:spChg>
        <pc:spChg chg="add del mod">
          <ac:chgData name="Teuku Raja Irfan Radarma" userId="cf428174-95ba-4576-8554-3a3b8ffa52b7" providerId="ADAL" clId="{A80269FD-1647-41EA-9465-E4829927D3E9}" dt="2025-11-23T10:14:03.956" v="13704" actId="478"/>
          <ac:spMkLst>
            <pc:docMk/>
            <pc:sldMk cId="2008764988" sldId="383"/>
            <ac:spMk id="9" creationId="{24E73FB6-728A-27F1-113D-50A6F7ABC772}"/>
          </ac:spMkLst>
        </pc:spChg>
        <pc:spChg chg="add mod">
          <ac:chgData name="Teuku Raja Irfan Radarma" userId="cf428174-95ba-4576-8554-3a3b8ffa52b7" providerId="ADAL" clId="{A80269FD-1647-41EA-9465-E4829927D3E9}" dt="2025-11-23T10:15:13.475" v="13721" actId="1076"/>
          <ac:spMkLst>
            <pc:docMk/>
            <pc:sldMk cId="2008764988" sldId="383"/>
            <ac:spMk id="10" creationId="{5071F618-D6EC-CF2E-905A-11FA55583374}"/>
          </ac:spMkLst>
        </pc:spChg>
        <pc:spChg chg="add mod">
          <ac:chgData name="Teuku Raja Irfan Radarma" userId="cf428174-95ba-4576-8554-3a3b8ffa52b7" providerId="ADAL" clId="{A80269FD-1647-41EA-9465-E4829927D3E9}" dt="2025-11-23T10:17:04.165" v="13772" actId="207"/>
          <ac:spMkLst>
            <pc:docMk/>
            <pc:sldMk cId="2008764988" sldId="383"/>
            <ac:spMk id="11" creationId="{779B30EA-E9FD-896A-6EFA-2D330670723D}"/>
          </ac:spMkLst>
        </pc:spChg>
        <pc:spChg chg="add mod">
          <ac:chgData name="Teuku Raja Irfan Radarma" userId="cf428174-95ba-4576-8554-3a3b8ffa52b7" providerId="ADAL" clId="{A80269FD-1647-41EA-9465-E4829927D3E9}" dt="2025-11-23T10:16:13.230" v="13751" actId="1076"/>
          <ac:spMkLst>
            <pc:docMk/>
            <pc:sldMk cId="2008764988" sldId="383"/>
            <ac:spMk id="12" creationId="{9D495FCC-0781-F35F-5CFE-D66E3DB37D3B}"/>
          </ac:spMkLst>
        </pc:spChg>
        <pc:spChg chg="add mod">
          <ac:chgData name="Teuku Raja Irfan Radarma" userId="cf428174-95ba-4576-8554-3a3b8ffa52b7" providerId="ADAL" clId="{A80269FD-1647-41EA-9465-E4829927D3E9}" dt="2025-11-23T10:17:04.165" v="13772" actId="207"/>
          <ac:spMkLst>
            <pc:docMk/>
            <pc:sldMk cId="2008764988" sldId="383"/>
            <ac:spMk id="13" creationId="{E1B755AC-B8D2-FFC7-DF56-76B23CE9F36C}"/>
          </ac:spMkLst>
        </pc:spChg>
        <pc:spChg chg="add del mod">
          <ac:chgData name="Teuku Raja Irfan Radarma" userId="cf428174-95ba-4576-8554-3a3b8ffa52b7" providerId="ADAL" clId="{A80269FD-1647-41EA-9465-E4829927D3E9}" dt="2025-11-23T10:15:33.282" v="13723" actId="478"/>
          <ac:spMkLst>
            <pc:docMk/>
            <pc:sldMk cId="2008764988" sldId="383"/>
            <ac:spMk id="14" creationId="{0AA37CF9-3A1B-A51A-133A-419F52BFE59E}"/>
          </ac:spMkLst>
        </pc:spChg>
        <pc:spChg chg="add del mod">
          <ac:chgData name="Teuku Raja Irfan Radarma" userId="cf428174-95ba-4576-8554-3a3b8ffa52b7" providerId="ADAL" clId="{A80269FD-1647-41EA-9465-E4829927D3E9}" dt="2025-11-23T10:15:33.282" v="13723" actId="478"/>
          <ac:spMkLst>
            <pc:docMk/>
            <pc:sldMk cId="2008764988" sldId="383"/>
            <ac:spMk id="15" creationId="{7018622A-437B-A0F3-5E60-AD5A7135EB10}"/>
          </ac:spMkLst>
        </pc:spChg>
        <pc:spChg chg="add del mod">
          <ac:chgData name="Teuku Raja Irfan Radarma" userId="cf428174-95ba-4576-8554-3a3b8ffa52b7" providerId="ADAL" clId="{A80269FD-1647-41EA-9465-E4829927D3E9}" dt="2025-11-23T10:16:18.678" v="13753" actId="478"/>
          <ac:spMkLst>
            <pc:docMk/>
            <pc:sldMk cId="2008764988" sldId="383"/>
            <ac:spMk id="16" creationId="{5126F9D4-3A41-3965-9FDD-071EEAAB2066}"/>
          </ac:spMkLst>
        </pc:spChg>
        <pc:spChg chg="add mod">
          <ac:chgData name="Teuku Raja Irfan Radarma" userId="cf428174-95ba-4576-8554-3a3b8ffa52b7" providerId="ADAL" clId="{A80269FD-1647-41EA-9465-E4829927D3E9}" dt="2025-11-23T10:16:36.484" v="13763"/>
          <ac:spMkLst>
            <pc:docMk/>
            <pc:sldMk cId="2008764988" sldId="383"/>
            <ac:spMk id="17" creationId="{C5D7C676-51DE-001A-D089-18D3495BA646}"/>
          </ac:spMkLst>
        </pc:spChg>
        <pc:spChg chg="add mod">
          <ac:chgData name="Teuku Raja Irfan Radarma" userId="cf428174-95ba-4576-8554-3a3b8ffa52b7" providerId="ADAL" clId="{A80269FD-1647-41EA-9465-E4829927D3E9}" dt="2025-11-23T10:16:39.769" v="13764"/>
          <ac:spMkLst>
            <pc:docMk/>
            <pc:sldMk cId="2008764988" sldId="383"/>
            <ac:spMk id="18" creationId="{3F97AC70-2040-2377-B0A7-93FA87F11F06}"/>
          </ac:spMkLst>
        </pc:spChg>
        <pc:spChg chg="add mod">
          <ac:chgData name="Teuku Raja Irfan Radarma" userId="cf428174-95ba-4576-8554-3a3b8ffa52b7" providerId="ADAL" clId="{A80269FD-1647-41EA-9465-E4829927D3E9}" dt="2025-11-23T10:17:04.165" v="13772" actId="207"/>
          <ac:spMkLst>
            <pc:docMk/>
            <pc:sldMk cId="2008764988" sldId="383"/>
            <ac:spMk id="19" creationId="{95C24C52-B03F-3618-792D-02933906ABEF}"/>
          </ac:spMkLst>
        </pc:spChg>
        <pc:spChg chg="add mod">
          <ac:chgData name="Teuku Raja Irfan Radarma" userId="cf428174-95ba-4576-8554-3a3b8ffa52b7" providerId="ADAL" clId="{A80269FD-1647-41EA-9465-E4829927D3E9}" dt="2025-11-23T10:16:43.255" v="13765"/>
          <ac:spMkLst>
            <pc:docMk/>
            <pc:sldMk cId="2008764988" sldId="383"/>
            <ac:spMk id="20" creationId="{E3F8FE53-EDBD-7518-EFF7-A7F6B596D815}"/>
          </ac:spMkLst>
        </pc:spChg>
        <pc:spChg chg="add mod">
          <ac:chgData name="Teuku Raja Irfan Radarma" userId="cf428174-95ba-4576-8554-3a3b8ffa52b7" providerId="ADAL" clId="{A80269FD-1647-41EA-9465-E4829927D3E9}" dt="2025-11-23T10:17:04.165" v="13772" actId="207"/>
          <ac:spMkLst>
            <pc:docMk/>
            <pc:sldMk cId="2008764988" sldId="383"/>
            <ac:spMk id="21" creationId="{9CE1D816-F9A3-C089-6E09-F2D9E414B3A3}"/>
          </ac:spMkLst>
        </pc:spChg>
        <pc:spChg chg="add mod">
          <ac:chgData name="Teuku Raja Irfan Radarma" userId="cf428174-95ba-4576-8554-3a3b8ffa52b7" providerId="ADAL" clId="{A80269FD-1647-41EA-9465-E4829927D3E9}" dt="2025-11-23T10:17:04.165" v="13772" actId="207"/>
          <ac:spMkLst>
            <pc:docMk/>
            <pc:sldMk cId="2008764988" sldId="383"/>
            <ac:spMk id="22" creationId="{21842F08-182C-68F9-11D3-DE86331F8DB0}"/>
          </ac:spMkLst>
        </pc:spChg>
        <pc:spChg chg="add mod">
          <ac:chgData name="Teuku Raja Irfan Radarma" userId="cf428174-95ba-4576-8554-3a3b8ffa52b7" providerId="ADAL" clId="{A80269FD-1647-41EA-9465-E4829927D3E9}" dt="2025-11-23T10:17:12.350" v="13777" actId="14100"/>
          <ac:spMkLst>
            <pc:docMk/>
            <pc:sldMk cId="2008764988" sldId="383"/>
            <ac:spMk id="23" creationId="{16788CF5-4C24-BBFA-2218-A368420F5DAB}"/>
          </ac:spMkLst>
        </pc:spChg>
        <pc:spChg chg="add mod">
          <ac:chgData name="Teuku Raja Irfan Radarma" userId="cf428174-95ba-4576-8554-3a3b8ffa52b7" providerId="ADAL" clId="{A80269FD-1647-41EA-9465-E4829927D3E9}" dt="2025-11-23T10:17:16.514" v="13779" actId="20577"/>
          <ac:spMkLst>
            <pc:docMk/>
            <pc:sldMk cId="2008764988" sldId="383"/>
            <ac:spMk id="24" creationId="{C36E10E5-84F8-E982-CBCF-5BCBBC39066F}"/>
          </ac:spMkLst>
        </pc:spChg>
        <pc:spChg chg="add mod">
          <ac:chgData name="Teuku Raja Irfan Radarma" userId="cf428174-95ba-4576-8554-3a3b8ffa52b7" providerId="ADAL" clId="{A80269FD-1647-41EA-9465-E4829927D3E9}" dt="2025-11-23T10:17:19.764" v="13781" actId="20577"/>
          <ac:spMkLst>
            <pc:docMk/>
            <pc:sldMk cId="2008764988" sldId="383"/>
            <ac:spMk id="25" creationId="{A80B018F-4CAF-A705-3A30-849916094236}"/>
          </ac:spMkLst>
        </pc:spChg>
        <pc:spChg chg="add mod">
          <ac:chgData name="Teuku Raja Irfan Radarma" userId="cf428174-95ba-4576-8554-3a3b8ffa52b7" providerId="ADAL" clId="{A80269FD-1647-41EA-9465-E4829927D3E9}" dt="2025-11-23T10:17:25.618" v="13783" actId="20577"/>
          <ac:spMkLst>
            <pc:docMk/>
            <pc:sldMk cId="2008764988" sldId="383"/>
            <ac:spMk id="26" creationId="{DF1AA40D-3728-CC9E-B503-E8843B37576A}"/>
          </ac:spMkLst>
        </pc:spChg>
        <pc:spChg chg="add mod">
          <ac:chgData name="Teuku Raja Irfan Radarma" userId="cf428174-95ba-4576-8554-3a3b8ffa52b7" providerId="ADAL" clId="{A80269FD-1647-41EA-9465-E4829927D3E9}" dt="2025-11-23T10:17:27.524" v="13784" actId="20577"/>
          <ac:spMkLst>
            <pc:docMk/>
            <pc:sldMk cId="2008764988" sldId="383"/>
            <ac:spMk id="27" creationId="{355E3E92-C658-3D63-D1F6-D4652303C35C}"/>
          </ac:spMkLst>
        </pc:spChg>
        <pc:spChg chg="add mod">
          <ac:chgData name="Teuku Raja Irfan Radarma" userId="cf428174-95ba-4576-8554-3a3b8ffa52b7" providerId="ADAL" clId="{A80269FD-1647-41EA-9465-E4829927D3E9}" dt="2025-11-23T10:17:29.226" v="13785" actId="20577"/>
          <ac:spMkLst>
            <pc:docMk/>
            <pc:sldMk cId="2008764988" sldId="383"/>
            <ac:spMk id="28" creationId="{6527CD0F-BADC-E0A1-706E-ED4806936163}"/>
          </ac:spMkLst>
        </pc:spChg>
        <pc:graphicFrameChg chg="del">
          <ac:chgData name="Teuku Raja Irfan Radarma" userId="cf428174-95ba-4576-8554-3a3b8ffa52b7" providerId="ADAL" clId="{A80269FD-1647-41EA-9465-E4829927D3E9}" dt="2025-11-23T10:12:36.738" v="13684" actId="478"/>
          <ac:graphicFrameMkLst>
            <pc:docMk/>
            <pc:sldMk cId="2008764988" sldId="383"/>
            <ac:graphicFrameMk id="6" creationId="{BB87F6B8-B788-03BA-3DF5-ECB768CEF19E}"/>
          </ac:graphicFrameMkLst>
        </pc:graphicFrameChg>
      </pc:sldChg>
      <pc:sldChg chg="add del">
        <pc:chgData name="Teuku Raja Irfan Radarma" userId="cf428174-95ba-4576-8554-3a3b8ffa52b7" providerId="ADAL" clId="{A80269FD-1647-41EA-9465-E4829927D3E9}" dt="2025-11-23T10:17:36.635" v="13787" actId="2890"/>
        <pc:sldMkLst>
          <pc:docMk/>
          <pc:sldMk cId="591236262" sldId="384"/>
        </pc:sldMkLst>
      </pc:sldChg>
      <pc:sldChg chg="addSp modSp add mod ord">
        <pc:chgData name="Teuku Raja Irfan Radarma" userId="cf428174-95ba-4576-8554-3a3b8ffa52b7" providerId="ADAL" clId="{A80269FD-1647-41EA-9465-E4829927D3E9}" dt="2025-11-23T10:17:58.056" v="13817" actId="6549"/>
        <pc:sldMkLst>
          <pc:docMk/>
          <pc:sldMk cId="794032112" sldId="384"/>
        </pc:sldMkLst>
        <pc:spChg chg="mod">
          <ac:chgData name="Teuku Raja Irfan Radarma" userId="cf428174-95ba-4576-8554-3a3b8ffa52b7" providerId="ADAL" clId="{A80269FD-1647-41EA-9465-E4829927D3E9}" dt="2025-11-23T10:17:47.196" v="13814" actId="20577"/>
          <ac:spMkLst>
            <pc:docMk/>
            <pc:sldMk cId="794032112" sldId="384"/>
            <ac:spMk id="2" creationId="{584E0B70-CE59-71DA-12ED-7DA89EE26B30}"/>
          </ac:spMkLst>
        </pc:spChg>
        <pc:spChg chg="mod">
          <ac:chgData name="Teuku Raja Irfan Radarma" userId="cf428174-95ba-4576-8554-3a3b8ffa52b7" providerId="ADAL" clId="{A80269FD-1647-41EA-9465-E4829927D3E9}" dt="2025-11-23T10:17:58.056" v="13817" actId="6549"/>
          <ac:spMkLst>
            <pc:docMk/>
            <pc:sldMk cId="794032112" sldId="384"/>
            <ac:spMk id="3" creationId="{AA104E17-026C-D2B9-DBFE-3EE524DD8428}"/>
          </ac:spMkLst>
        </pc:spChg>
        <pc:spChg chg="add">
          <ac:chgData name="Teuku Raja Irfan Radarma" userId="cf428174-95ba-4576-8554-3a3b8ffa52b7" providerId="ADAL" clId="{A80269FD-1647-41EA-9465-E4829927D3E9}" dt="2025-11-23T10:17:53.285" v="13815"/>
          <ac:spMkLst>
            <pc:docMk/>
            <pc:sldMk cId="794032112" sldId="384"/>
            <ac:spMk id="5" creationId="{62FBAA06-D838-9A31-43FB-8B84610CD0A8}"/>
          </ac:spMkLst>
        </pc:spChg>
      </pc:sldChg>
      <pc:sldChg chg="modSp add mod">
        <pc:chgData name="Teuku Raja Irfan Radarma" userId="cf428174-95ba-4576-8554-3a3b8ffa52b7" providerId="ADAL" clId="{A80269FD-1647-41EA-9465-E4829927D3E9}" dt="2025-11-23T10:18:21.337" v="13847" actId="113"/>
        <pc:sldMkLst>
          <pc:docMk/>
          <pc:sldMk cId="3097405765" sldId="385"/>
        </pc:sldMkLst>
        <pc:spChg chg="mod">
          <ac:chgData name="Teuku Raja Irfan Radarma" userId="cf428174-95ba-4576-8554-3a3b8ffa52b7" providerId="ADAL" clId="{A80269FD-1647-41EA-9465-E4829927D3E9}" dt="2025-11-23T10:18:10.231" v="13841" actId="20577"/>
          <ac:spMkLst>
            <pc:docMk/>
            <pc:sldMk cId="3097405765" sldId="385"/>
            <ac:spMk id="2" creationId="{749FD504-C8B7-BF71-CD3B-A4EAC7393E5E}"/>
          </ac:spMkLst>
        </pc:spChg>
        <pc:spChg chg="mod">
          <ac:chgData name="Teuku Raja Irfan Radarma" userId="cf428174-95ba-4576-8554-3a3b8ffa52b7" providerId="ADAL" clId="{A80269FD-1647-41EA-9465-E4829927D3E9}" dt="2025-11-23T10:18:21.337" v="13847" actId="113"/>
          <ac:spMkLst>
            <pc:docMk/>
            <pc:sldMk cId="3097405765" sldId="385"/>
            <ac:spMk id="3" creationId="{D1D17BC4-9B8E-916B-466A-BAB10AD2027E}"/>
          </ac:spMkLst>
        </pc:spChg>
      </pc:sldChg>
      <pc:sldChg chg="modSp new mod">
        <pc:chgData name="Teuku Raja Irfan Radarma" userId="cf428174-95ba-4576-8554-3a3b8ffa52b7" providerId="ADAL" clId="{A80269FD-1647-41EA-9465-E4829927D3E9}" dt="2025-11-23T13:01:40.904" v="13865" actId="114"/>
        <pc:sldMkLst>
          <pc:docMk/>
          <pc:sldMk cId="2592257330" sldId="386"/>
        </pc:sldMkLst>
        <pc:spChg chg="mod">
          <ac:chgData name="Teuku Raja Irfan Radarma" userId="cf428174-95ba-4576-8554-3a3b8ffa52b7" providerId="ADAL" clId="{A80269FD-1647-41EA-9465-E4829927D3E9}" dt="2025-11-23T13:01:07.976" v="13849"/>
          <ac:spMkLst>
            <pc:docMk/>
            <pc:sldMk cId="2592257330" sldId="386"/>
            <ac:spMk id="2" creationId="{9974385F-E126-61C7-E28E-6544D031F228}"/>
          </ac:spMkLst>
        </pc:spChg>
        <pc:spChg chg="mod">
          <ac:chgData name="Teuku Raja Irfan Radarma" userId="cf428174-95ba-4576-8554-3a3b8ffa52b7" providerId="ADAL" clId="{A80269FD-1647-41EA-9465-E4829927D3E9}" dt="2025-11-23T13:01:40.904" v="13865" actId="114"/>
          <ac:spMkLst>
            <pc:docMk/>
            <pc:sldMk cId="2592257330" sldId="386"/>
            <ac:spMk id="3" creationId="{EA681187-7253-B693-88AF-89E182082B76}"/>
          </ac:spMkLst>
        </pc:spChg>
      </pc:sldChg>
      <pc:sldChg chg="modSp new mod">
        <pc:chgData name="Teuku Raja Irfan Radarma" userId="cf428174-95ba-4576-8554-3a3b8ffa52b7" providerId="ADAL" clId="{A80269FD-1647-41EA-9465-E4829927D3E9}" dt="2025-11-23T13:06:58.506" v="13914" actId="113"/>
        <pc:sldMkLst>
          <pc:docMk/>
          <pc:sldMk cId="2557108116" sldId="387"/>
        </pc:sldMkLst>
        <pc:spChg chg="mod">
          <ac:chgData name="Teuku Raja Irfan Radarma" userId="cf428174-95ba-4576-8554-3a3b8ffa52b7" providerId="ADAL" clId="{A80269FD-1647-41EA-9465-E4829927D3E9}" dt="2025-11-23T13:01:48.458" v="13867"/>
          <ac:spMkLst>
            <pc:docMk/>
            <pc:sldMk cId="2557108116" sldId="387"/>
            <ac:spMk id="2" creationId="{6DEB2E2A-C12F-B723-AF3B-C574F58E0C50}"/>
          </ac:spMkLst>
        </pc:spChg>
        <pc:spChg chg="mod">
          <ac:chgData name="Teuku Raja Irfan Radarma" userId="cf428174-95ba-4576-8554-3a3b8ffa52b7" providerId="ADAL" clId="{A80269FD-1647-41EA-9465-E4829927D3E9}" dt="2025-11-23T13:06:58.506" v="13914" actId="113"/>
          <ac:spMkLst>
            <pc:docMk/>
            <pc:sldMk cId="2557108116" sldId="387"/>
            <ac:spMk id="3" creationId="{C709EA2B-FA08-D47A-8025-08EB63079F76}"/>
          </ac:spMkLst>
        </pc:spChg>
      </pc:sldChg>
      <pc:sldChg chg="addSp delSp modSp add mod">
        <pc:chgData name="Teuku Raja Irfan Radarma" userId="cf428174-95ba-4576-8554-3a3b8ffa52b7" providerId="ADAL" clId="{A80269FD-1647-41EA-9465-E4829927D3E9}" dt="2025-11-23T13:11:28.657" v="14057" actId="1076"/>
        <pc:sldMkLst>
          <pc:docMk/>
          <pc:sldMk cId="1905144473" sldId="388"/>
        </pc:sldMkLst>
        <pc:spChg chg="mod">
          <ac:chgData name="Teuku Raja Irfan Radarma" userId="cf428174-95ba-4576-8554-3a3b8ffa52b7" providerId="ADAL" clId="{A80269FD-1647-41EA-9465-E4829927D3E9}" dt="2025-11-23T13:07:14.808" v="13916"/>
          <ac:spMkLst>
            <pc:docMk/>
            <pc:sldMk cId="1905144473" sldId="388"/>
            <ac:spMk id="2" creationId="{E7AAFA37-EB2F-321A-E7E5-E94B4B7CBCA1}"/>
          </ac:spMkLst>
        </pc:spChg>
        <pc:spChg chg="del">
          <ac:chgData name="Teuku Raja Irfan Radarma" userId="cf428174-95ba-4576-8554-3a3b8ffa52b7" providerId="ADAL" clId="{A80269FD-1647-41EA-9465-E4829927D3E9}" dt="2025-11-23T13:08:28.299" v="13917" actId="478"/>
          <ac:spMkLst>
            <pc:docMk/>
            <pc:sldMk cId="1905144473" sldId="388"/>
            <ac:spMk id="3" creationId="{30C43E25-ED00-3FCE-6DFE-0A4F7889DD66}"/>
          </ac:spMkLst>
        </pc:spChg>
        <pc:spChg chg="add del mod">
          <ac:chgData name="Teuku Raja Irfan Radarma" userId="cf428174-95ba-4576-8554-3a3b8ffa52b7" providerId="ADAL" clId="{A80269FD-1647-41EA-9465-E4829927D3E9}" dt="2025-11-23T13:08:31.099" v="13918" actId="478"/>
          <ac:spMkLst>
            <pc:docMk/>
            <pc:sldMk cId="1905144473" sldId="388"/>
            <ac:spMk id="6" creationId="{C6CF4C07-0D3C-3248-4BA0-1326F3209325}"/>
          </ac:spMkLst>
        </pc:spChg>
        <pc:spChg chg="add mod">
          <ac:chgData name="Teuku Raja Irfan Radarma" userId="cf428174-95ba-4576-8554-3a3b8ffa52b7" providerId="ADAL" clId="{A80269FD-1647-41EA-9465-E4829927D3E9}" dt="2025-11-23T13:10:47.773" v="13997" actId="1076"/>
          <ac:spMkLst>
            <pc:docMk/>
            <pc:sldMk cId="1905144473" sldId="388"/>
            <ac:spMk id="8" creationId="{263F1F04-7CE7-FF6E-AE6A-AA15BFC9F689}"/>
          </ac:spMkLst>
        </pc:spChg>
        <pc:spChg chg="add mod">
          <ac:chgData name="Teuku Raja Irfan Radarma" userId="cf428174-95ba-4576-8554-3a3b8ffa52b7" providerId="ADAL" clId="{A80269FD-1647-41EA-9465-E4829927D3E9}" dt="2025-11-23T13:11:02.129" v="14016" actId="1076"/>
          <ac:spMkLst>
            <pc:docMk/>
            <pc:sldMk cId="1905144473" sldId="388"/>
            <ac:spMk id="9" creationId="{18307B64-B9C2-73B7-56C7-D9128C455872}"/>
          </ac:spMkLst>
        </pc:spChg>
        <pc:spChg chg="add mod">
          <ac:chgData name="Teuku Raja Irfan Radarma" userId="cf428174-95ba-4576-8554-3a3b8ffa52b7" providerId="ADAL" clId="{A80269FD-1647-41EA-9465-E4829927D3E9}" dt="2025-11-23T13:11:28.657" v="14057" actId="1076"/>
          <ac:spMkLst>
            <pc:docMk/>
            <pc:sldMk cId="1905144473" sldId="388"/>
            <ac:spMk id="10" creationId="{9007CE93-2CF6-677C-C78D-662E037F7881}"/>
          </ac:spMkLst>
        </pc:spChg>
        <pc:graphicFrameChg chg="add mod modGraphic">
          <ac:chgData name="Teuku Raja Irfan Radarma" userId="cf428174-95ba-4576-8554-3a3b8ffa52b7" providerId="ADAL" clId="{A80269FD-1647-41EA-9465-E4829927D3E9}" dt="2025-11-23T13:10:38.491" v="13994" actId="14100"/>
          <ac:graphicFrameMkLst>
            <pc:docMk/>
            <pc:sldMk cId="1905144473" sldId="388"/>
            <ac:graphicFrameMk id="7" creationId="{DFBB2626-5D78-6B4A-816A-39E54D36F318}"/>
          </ac:graphicFrameMkLst>
        </pc:graphicFrameChg>
      </pc:sldChg>
      <pc:sldChg chg="addSp modSp add mod ord">
        <pc:chgData name="Teuku Raja Irfan Radarma" userId="cf428174-95ba-4576-8554-3a3b8ffa52b7" providerId="ADAL" clId="{A80269FD-1647-41EA-9465-E4829927D3E9}" dt="2025-11-23T13:16:37.211" v="14169" actId="2710"/>
        <pc:sldMkLst>
          <pc:docMk/>
          <pc:sldMk cId="600183735" sldId="389"/>
        </pc:sldMkLst>
        <pc:spChg chg="mod">
          <ac:chgData name="Teuku Raja Irfan Radarma" userId="cf428174-95ba-4576-8554-3a3b8ffa52b7" providerId="ADAL" clId="{A80269FD-1647-41EA-9465-E4829927D3E9}" dt="2025-11-23T13:16:01.496" v="14161"/>
          <ac:spMkLst>
            <pc:docMk/>
            <pc:sldMk cId="600183735" sldId="389"/>
            <ac:spMk id="2" creationId="{07B37E82-519B-6B6A-EF93-8965E17919C1}"/>
          </ac:spMkLst>
        </pc:spChg>
        <pc:spChg chg="mod">
          <ac:chgData name="Teuku Raja Irfan Radarma" userId="cf428174-95ba-4576-8554-3a3b8ffa52b7" providerId="ADAL" clId="{A80269FD-1647-41EA-9465-E4829927D3E9}" dt="2025-11-23T13:16:37.211" v="14169" actId="2710"/>
          <ac:spMkLst>
            <pc:docMk/>
            <pc:sldMk cId="600183735" sldId="389"/>
            <ac:spMk id="3" creationId="{04EF1FF2-E416-C394-96DE-DFC41AECC46F}"/>
          </ac:spMkLst>
        </pc:spChg>
        <pc:spChg chg="add">
          <ac:chgData name="Teuku Raja Irfan Radarma" userId="cf428174-95ba-4576-8554-3a3b8ffa52b7" providerId="ADAL" clId="{A80269FD-1647-41EA-9465-E4829927D3E9}" dt="2025-11-23T13:16:06.234" v="14162"/>
          <ac:spMkLst>
            <pc:docMk/>
            <pc:sldMk cId="600183735" sldId="389"/>
            <ac:spMk id="5" creationId="{09652A39-99C7-9B01-BD4E-BB43A812BBAE}"/>
          </ac:spMkLst>
        </pc:spChg>
      </pc:sldChg>
      <pc:sldChg chg="modSp add mod">
        <pc:chgData name="Teuku Raja Irfan Radarma" userId="cf428174-95ba-4576-8554-3a3b8ffa52b7" providerId="ADAL" clId="{A80269FD-1647-41EA-9465-E4829927D3E9}" dt="2025-11-23T13:15:48.461" v="14157" actId="404"/>
        <pc:sldMkLst>
          <pc:docMk/>
          <pc:sldMk cId="3750579765" sldId="390"/>
        </pc:sldMkLst>
        <pc:spChg chg="mod">
          <ac:chgData name="Teuku Raja Irfan Radarma" userId="cf428174-95ba-4576-8554-3a3b8ffa52b7" providerId="ADAL" clId="{A80269FD-1647-41EA-9465-E4829927D3E9}" dt="2025-11-23T13:13:45.349" v="14070"/>
          <ac:spMkLst>
            <pc:docMk/>
            <pc:sldMk cId="3750579765" sldId="390"/>
            <ac:spMk id="2" creationId="{894B3DB2-953E-2A58-7C3B-5CE8C52964B6}"/>
          </ac:spMkLst>
        </pc:spChg>
        <pc:graphicFrameChg chg="mod modGraphic">
          <ac:chgData name="Teuku Raja Irfan Radarma" userId="cf428174-95ba-4576-8554-3a3b8ffa52b7" providerId="ADAL" clId="{A80269FD-1647-41EA-9465-E4829927D3E9}" dt="2025-11-23T13:15:48.461" v="14157" actId="404"/>
          <ac:graphicFrameMkLst>
            <pc:docMk/>
            <pc:sldMk cId="3750579765" sldId="390"/>
            <ac:graphicFrameMk id="9" creationId="{6322D453-56CE-55F2-4C72-D4DC75DF2EC6}"/>
          </ac:graphicFrameMkLst>
        </pc:graphicFrameChg>
      </pc:sldChg>
      <pc:sldChg chg="add">
        <pc:chgData name="Teuku Raja Irfan Radarma" userId="cf428174-95ba-4576-8554-3a3b8ffa52b7" providerId="ADAL" clId="{A80269FD-1647-41EA-9465-E4829927D3E9}" dt="2025-11-23T13:15:57.990" v="14158" actId="2890"/>
        <pc:sldMkLst>
          <pc:docMk/>
          <pc:sldMk cId="2050775962" sldId="391"/>
        </pc:sldMkLst>
      </pc:sldChg>
      <pc:sldChg chg="modSp add mod">
        <pc:chgData name="Teuku Raja Irfan Radarma" userId="cf428174-95ba-4576-8554-3a3b8ffa52b7" providerId="ADAL" clId="{A80269FD-1647-41EA-9465-E4829927D3E9}" dt="2025-11-23T13:17:10.248" v="14181"/>
        <pc:sldMkLst>
          <pc:docMk/>
          <pc:sldMk cId="3904906635" sldId="392"/>
        </pc:sldMkLst>
        <pc:spChg chg="mod">
          <ac:chgData name="Teuku Raja Irfan Radarma" userId="cf428174-95ba-4576-8554-3a3b8ffa52b7" providerId="ADAL" clId="{A80269FD-1647-41EA-9465-E4829927D3E9}" dt="2025-11-23T13:17:10.248" v="14181"/>
          <ac:spMkLst>
            <pc:docMk/>
            <pc:sldMk cId="3904906635" sldId="392"/>
            <ac:spMk id="2" creationId="{A61D64FA-FE6C-6CC0-72B7-20E480548DA1}"/>
          </ac:spMkLst>
        </pc:spChg>
        <pc:spChg chg="mod">
          <ac:chgData name="Teuku Raja Irfan Radarma" userId="cf428174-95ba-4576-8554-3a3b8ffa52b7" providerId="ADAL" clId="{A80269FD-1647-41EA-9465-E4829927D3E9}" dt="2025-11-23T13:17:02.260" v="14180" actId="5793"/>
          <ac:spMkLst>
            <pc:docMk/>
            <pc:sldMk cId="3904906635" sldId="392"/>
            <ac:spMk id="3" creationId="{46A9F11A-DB93-532A-D61E-48E5E2DFE19B}"/>
          </ac:spMkLst>
        </pc:spChg>
      </pc:sldChg>
      <pc:sldMasterChg chg="modSldLayout">
        <pc:chgData name="Teuku Raja Irfan Radarma" userId="cf428174-95ba-4576-8554-3a3b8ffa52b7" providerId="ADAL" clId="{A80269FD-1647-41EA-9465-E4829927D3E9}" dt="2025-11-09T10:40:41.058" v="1846" actId="20577"/>
        <pc:sldMasterMkLst>
          <pc:docMk/>
          <pc:sldMasterMk cId="856379123" sldId="2147483648"/>
        </pc:sldMasterMkLst>
        <pc:sldLayoutChg chg="modSp mod">
          <pc:chgData name="Teuku Raja Irfan Radarma" userId="cf428174-95ba-4576-8554-3a3b8ffa52b7" providerId="ADAL" clId="{A80269FD-1647-41EA-9465-E4829927D3E9}" dt="2025-11-09T10:40:41.058" v="1846" actId="20577"/>
          <pc:sldLayoutMkLst>
            <pc:docMk/>
            <pc:sldMasterMk cId="856379123" sldId="2147483648"/>
            <pc:sldLayoutMk cId="4051033477" sldId="2147483650"/>
          </pc:sldLayoutMkLst>
          <pc:spChg chg="mod">
            <ac:chgData name="Teuku Raja Irfan Radarma" userId="cf428174-95ba-4576-8554-3a3b8ffa52b7" providerId="ADAL" clId="{A80269FD-1647-41EA-9465-E4829927D3E9}" dt="2025-11-09T10:40:41.058" v="1846" actId="20577"/>
            <ac:spMkLst>
              <pc:docMk/>
              <pc:sldMasterMk cId="856379123" sldId="2147483648"/>
              <pc:sldLayoutMk cId="4051033477" sldId="2147483650"/>
              <ac:spMk id="9" creationId="{15F53667-E945-14D4-A90C-05D1E426649F}"/>
            </ac:spMkLst>
          </pc:spChg>
        </pc:sldLayoutChg>
        <pc:sldLayoutChg chg="delSp modSp mod">
          <pc:chgData name="Teuku Raja Irfan Radarma" userId="cf428174-95ba-4576-8554-3a3b8ffa52b7" providerId="ADAL" clId="{A80269FD-1647-41EA-9465-E4829927D3E9}" dt="2025-11-09T09:13:34.720" v="486" actId="20577"/>
          <pc:sldLayoutMkLst>
            <pc:docMk/>
            <pc:sldMasterMk cId="856379123" sldId="2147483648"/>
            <pc:sldLayoutMk cId="2508048250" sldId="2147483662"/>
          </pc:sldLayoutMkLst>
          <pc:spChg chg="mod">
            <ac:chgData name="Teuku Raja Irfan Radarma" userId="cf428174-95ba-4576-8554-3a3b8ffa52b7" providerId="ADAL" clId="{A80269FD-1647-41EA-9465-E4829927D3E9}" dt="2025-11-09T09:13:34.720" v="486" actId="20577"/>
            <ac:spMkLst>
              <pc:docMk/>
              <pc:sldMasterMk cId="856379123" sldId="2147483648"/>
              <pc:sldLayoutMk cId="2508048250" sldId="2147483662"/>
              <ac:spMk id="2" creationId="{34BC7E75-7FE4-6D39-F18B-B1386AA76CC2}"/>
            </ac:spMkLst>
          </pc:spChg>
          <pc:spChg chg="mod">
            <ac:chgData name="Teuku Raja Irfan Radarma" userId="cf428174-95ba-4576-8554-3a3b8ffa52b7" providerId="ADAL" clId="{A80269FD-1647-41EA-9465-E4829927D3E9}" dt="2025-11-09T09:13:20.292" v="472" actId="20577"/>
            <ac:spMkLst>
              <pc:docMk/>
              <pc:sldMasterMk cId="856379123" sldId="2147483648"/>
              <pc:sldLayoutMk cId="2508048250" sldId="2147483662"/>
              <ac:spMk id="3" creationId="{16CA9344-337A-6909-2D92-1C9349DCCECD}"/>
            </ac:spMkLst>
          </pc:spChg>
          <pc:picChg chg="mod">
            <ac:chgData name="Teuku Raja Irfan Radarma" userId="cf428174-95ba-4576-8554-3a3b8ffa52b7" providerId="ADAL" clId="{A80269FD-1647-41EA-9465-E4829927D3E9}" dt="2025-11-09T09:13:12.990" v="470" actId="1076"/>
            <ac:picMkLst>
              <pc:docMk/>
              <pc:sldMasterMk cId="856379123" sldId="2147483648"/>
              <pc:sldLayoutMk cId="2508048250" sldId="2147483662"/>
              <ac:picMk id="76" creationId="{7E189709-2B81-101F-AB9F-CDAD6BD8B7AA}"/>
            </ac:picMkLst>
          </pc:pic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8B011F-D7B6-4AA5-96DB-211285231097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C40E93-FF8B-448D-BBEA-F694856742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12199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9BB156A4-E5DC-BD9E-0277-60026C66B37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3181350"/>
          </a:xfrm>
        </p:spPr>
        <p:txBody>
          <a:bodyPr/>
          <a:lstStyle>
            <a:lvl1pPr>
              <a:defRPr/>
            </a:lvl1pPr>
          </a:lstStyle>
          <a:p>
            <a:r>
              <a:rPr lang="en-US" err="1"/>
              <a:t>gambar</a:t>
            </a:r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8CE7D8F-8D59-78B8-97D8-AA1D3D293B00}"/>
              </a:ext>
            </a:extLst>
          </p:cNvPr>
          <p:cNvSpPr/>
          <p:nvPr userDrawn="1"/>
        </p:nvSpPr>
        <p:spPr>
          <a:xfrm>
            <a:off x="0" y="3429000"/>
            <a:ext cx="12192000" cy="3429000"/>
          </a:xfrm>
          <a:prstGeom prst="rect">
            <a:avLst/>
          </a:prstGeom>
          <a:solidFill>
            <a:srgbClr val="02029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 descr="Black and white 3D wave design">
            <a:extLst>
              <a:ext uri="{FF2B5EF4-FFF2-40B4-BE49-F238E27FC236}">
                <a16:creationId xmlns:a16="http://schemas.microsoft.com/office/drawing/2014/main" id="{A355B9C9-62AF-74CB-DD64-6E68C347AAE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1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362" b="18638"/>
          <a:stretch/>
        </p:blipFill>
        <p:spPr>
          <a:xfrm>
            <a:off x="0" y="3429000"/>
            <a:ext cx="12192000" cy="3429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658DAEF-925F-5505-B516-1E35B4B578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4375" y="3429000"/>
            <a:ext cx="9144000" cy="971551"/>
          </a:xfrm>
        </p:spPr>
        <p:txBody>
          <a:bodyPr anchor="b">
            <a:noAutofit/>
          </a:bodyPr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168B28-1F01-2FE5-5F22-7A39033B9E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4375" y="4400551"/>
            <a:ext cx="9144000" cy="1586467"/>
          </a:xfrm>
        </p:spPr>
        <p:txBody>
          <a:bodyPr/>
          <a:lstStyle>
            <a:lvl1pPr marL="0" indent="0" algn="l">
              <a:buNone/>
              <a:defRPr sz="2400">
                <a:solidFill>
                  <a:srgbClr val="E4D304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E60B2D-CEA2-41AE-A645-252274BF35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DC5E43-CB27-49BC-9DB7-94D08E1173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F58E01D-DC36-7F62-6787-C7D44BBAE6BF}"/>
              </a:ext>
            </a:extLst>
          </p:cNvPr>
          <p:cNvSpPr/>
          <p:nvPr userDrawn="1"/>
        </p:nvSpPr>
        <p:spPr>
          <a:xfrm>
            <a:off x="0" y="3181351"/>
            <a:ext cx="12192000" cy="247649"/>
          </a:xfrm>
          <a:prstGeom prst="rect">
            <a:avLst/>
          </a:prstGeom>
          <a:solidFill>
            <a:srgbClr val="E4D30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65CB65A2-F0D1-50E5-D300-FA692A08196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29900" y="5589587"/>
            <a:ext cx="1004887" cy="10048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6BD6353-9C57-985F-CA0D-9FE168345B41}"/>
              </a:ext>
            </a:extLst>
          </p:cNvPr>
          <p:cNvSpPr txBox="1"/>
          <p:nvPr userDrawn="1"/>
        </p:nvSpPr>
        <p:spPr>
          <a:xfrm>
            <a:off x="821285" y="5987018"/>
            <a:ext cx="23984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0">
                <a:solidFill>
                  <a:schemeClr val="bg1"/>
                </a:solidFill>
                <a:latin typeface="Monotype Corsiva" panose="03010101010201010101" pitchFamily="66" charset="0"/>
              </a:rPr>
              <a:t>Teuku Raja Irfan Radarma</a:t>
            </a:r>
          </a:p>
        </p:txBody>
      </p:sp>
    </p:spTree>
    <p:extLst>
      <p:ext uri="{BB962C8B-B14F-4D97-AF65-F5344CB8AC3E}">
        <p14:creationId xmlns:p14="http://schemas.microsoft.com/office/powerpoint/2010/main" val="5069682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bg>
      <p:bgPr>
        <a:solidFill>
          <a:srgbClr val="C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Close up of a person's eye">
            <a:extLst>
              <a:ext uri="{FF2B5EF4-FFF2-40B4-BE49-F238E27FC236}">
                <a16:creationId xmlns:a16="http://schemas.microsoft.com/office/drawing/2014/main" id="{7097E4FB-807E-8E70-4956-74A7B808D6D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23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12" b="7812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8CB613F-A1B4-D3C7-25DC-8D05E3B777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75D33C7-84C4-AE72-483B-24AB2536C6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3AD0E7-98AD-8F4A-8F09-61E3DF391F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BB0453B-D8CA-A3F8-13B2-F7A61DF825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400">
                <a:solidFill>
                  <a:schemeClr val="bg1"/>
                </a:solidFill>
              </a:defRPr>
            </a:lvl1pPr>
          </a:lstStyle>
          <a:p>
            <a:fld id="{8A7409E4-D43D-4036-AE02-5131D818BD5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F3A7DC0A-71C4-5E52-9E70-C5B7695D5F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7985760" cy="386453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161015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bg>
      <p:bgPr>
        <a:solidFill>
          <a:srgbClr val="E4D30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Black and white 3D wave design">
            <a:extLst>
              <a:ext uri="{FF2B5EF4-FFF2-40B4-BE49-F238E27FC236}">
                <a16:creationId xmlns:a16="http://schemas.microsoft.com/office/drawing/2014/main" id="{3BEFDFC4-5A88-4EA9-1BBB-C17CD8718F2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7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44" b="142"/>
          <a:stretch/>
        </p:blipFill>
        <p:spPr>
          <a:xfrm>
            <a:off x="0" y="-52"/>
            <a:ext cx="12192000" cy="6858052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CA9344-337A-6909-2D92-1C9349DCCE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53074" y="1084469"/>
            <a:ext cx="5800725" cy="467723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9C0B2564-55DA-FA4D-DBFE-A8A986B928F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29900" y="5589587"/>
            <a:ext cx="1004887" cy="10048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Oval 7">
            <a:extLst>
              <a:ext uri="{FF2B5EF4-FFF2-40B4-BE49-F238E27FC236}">
                <a16:creationId xmlns:a16="http://schemas.microsoft.com/office/drawing/2014/main" id="{173B85BB-CF98-A57C-3915-986D51559C89}"/>
              </a:ext>
            </a:extLst>
          </p:cNvPr>
          <p:cNvSpPr/>
          <p:nvPr userDrawn="1"/>
        </p:nvSpPr>
        <p:spPr>
          <a:xfrm>
            <a:off x="791497" y="1084469"/>
            <a:ext cx="4259363" cy="4259363"/>
          </a:xfrm>
          <a:prstGeom prst="ellipse">
            <a:avLst/>
          </a:prstGeom>
          <a:solidFill>
            <a:srgbClr val="02029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>
                <a:latin typeface="Britannic Bold" panose="020B0903060703020204" pitchFamily="34" charset="0"/>
              </a:rPr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72497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Title and Content">
    <p:bg>
      <p:bgPr>
        <a:solidFill>
          <a:srgbClr val="E4D30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Picture 75" descr="Black and white 3D wave design">
            <a:extLst>
              <a:ext uri="{FF2B5EF4-FFF2-40B4-BE49-F238E27FC236}">
                <a16:creationId xmlns:a16="http://schemas.microsoft.com/office/drawing/2014/main" id="{7E189709-2B81-101F-AB9F-CDAD6BD8B7A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7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44" b="142"/>
          <a:stretch/>
        </p:blipFill>
        <p:spPr>
          <a:xfrm>
            <a:off x="0" y="-52"/>
            <a:ext cx="12192000" cy="685805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4BC7E75-7FE4-6D39-F18B-B1386AA76CC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32880" y="528480"/>
            <a:ext cx="4820920" cy="1325563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Class Roadmap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CA9344-337A-6909-2D92-1C9349DCCE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32880" y="1854043"/>
            <a:ext cx="4820920" cy="4183063"/>
          </a:xfrm>
        </p:spPr>
        <p:txBody>
          <a:bodyPr>
            <a:noAutofit/>
          </a:bodyPr>
          <a:lstStyle>
            <a:lvl1pPr marL="233363" indent="-233363">
              <a:spcBef>
                <a:spcPts val="400"/>
              </a:spcBef>
              <a:buFont typeface="+mj-lt"/>
              <a:buAutoNum type="alphaUcPeriod"/>
              <a:defRPr sz="1200" b="0"/>
            </a:lvl1pPr>
          </a:lstStyle>
          <a:p>
            <a:pPr lvl="0"/>
            <a:endParaRPr lang="en-US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9C0B2564-55DA-FA4D-DBFE-A8A986B928F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53800" y="168274"/>
            <a:ext cx="492759" cy="4927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080482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blipFill dpi="0" rotWithShape="1">
          <a:blip r:embed="rId2">
            <a:alphaModFix amt="43000"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8030"/>
                    </a14:imgEffect>
                  </a14:imgLayer>
                </a14:imgProps>
              </a:ext>
            </a:extLst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BC7E75-7FE4-6D39-F18B-B1386AA76C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CA9344-337A-6909-2D92-1C9349DCCE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81A638-2012-C8F7-B6C4-19C8D7A24C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fld id="{8A7409E4-D43D-4036-AE02-5131D818BD5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4C1D878A-61B4-78B6-AAC0-3F588E250FB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6343496"/>
            <a:ext cx="390832" cy="3908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761C4515-3840-A960-FE52-B3F6DE635CB7}"/>
              </a:ext>
            </a:extLst>
          </p:cNvPr>
          <p:cNvSpPr/>
          <p:nvPr userDrawn="1"/>
        </p:nvSpPr>
        <p:spPr>
          <a:xfrm>
            <a:off x="838200" y="6181930"/>
            <a:ext cx="10515600" cy="90795"/>
          </a:xfrm>
          <a:prstGeom prst="rect">
            <a:avLst/>
          </a:prstGeom>
          <a:solidFill>
            <a:srgbClr val="E4D30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5F53667-E945-14D4-A90C-05D1E426649F}"/>
              </a:ext>
            </a:extLst>
          </p:cNvPr>
          <p:cNvSpPr txBox="1"/>
          <p:nvPr userDrawn="1"/>
        </p:nvSpPr>
        <p:spPr>
          <a:xfrm>
            <a:off x="1229032" y="6369635"/>
            <a:ext cx="117692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/>
              <a:t>IS Auditing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4C8BFCB-A454-9040-8DBF-4E9479BE3D05}"/>
              </a:ext>
            </a:extLst>
          </p:cNvPr>
          <p:cNvSpPr txBox="1"/>
          <p:nvPr userDrawn="1"/>
        </p:nvSpPr>
        <p:spPr>
          <a:xfrm>
            <a:off x="4038600" y="6382921"/>
            <a:ext cx="4114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>
                <a:solidFill>
                  <a:schemeClr val="bg1">
                    <a:lumMod val="65000"/>
                  </a:schemeClr>
                </a:solidFill>
                <a:latin typeface="Monotype Corsiva" panose="03010101010201010101" pitchFamily="66" charset="0"/>
              </a:rPr>
              <a:t>Teuku Raja Irfan Radarma</a:t>
            </a:r>
          </a:p>
        </p:txBody>
      </p:sp>
    </p:spTree>
    <p:extLst>
      <p:ext uri="{BB962C8B-B14F-4D97-AF65-F5344CB8AC3E}">
        <p14:creationId xmlns:p14="http://schemas.microsoft.com/office/powerpoint/2010/main" val="40510334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n abstract circuit line pattern">
            <a:extLst>
              <a:ext uri="{FF2B5EF4-FFF2-40B4-BE49-F238E27FC236}">
                <a16:creationId xmlns:a16="http://schemas.microsoft.com/office/drawing/2014/main" id="{2E3B5FA6-2D9D-F25E-D8E6-3606BD33D99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390" r="13390"/>
          <a:stretch/>
        </p:blipFill>
        <p:spPr>
          <a:xfrm>
            <a:off x="4673600" y="12383"/>
            <a:ext cx="7530044" cy="6858000"/>
          </a:xfrm>
          <a:prstGeom prst="rect">
            <a:avLst/>
          </a:prstGeom>
        </p:spPr>
      </p:pic>
      <p:sp>
        <p:nvSpPr>
          <p:cNvPr id="9" name="Rectangle: Top Corners One Rounded and One Snipped 8">
            <a:extLst>
              <a:ext uri="{FF2B5EF4-FFF2-40B4-BE49-F238E27FC236}">
                <a16:creationId xmlns:a16="http://schemas.microsoft.com/office/drawing/2014/main" id="{FC9CD173-9628-4C1C-B2C0-F3C9483E2467}"/>
              </a:ext>
            </a:extLst>
          </p:cNvPr>
          <p:cNvSpPr/>
          <p:nvPr userDrawn="1"/>
        </p:nvSpPr>
        <p:spPr>
          <a:xfrm rot="5400000">
            <a:off x="647700" y="-647700"/>
            <a:ext cx="6858000" cy="8153400"/>
          </a:xfrm>
          <a:prstGeom prst="snipRoundRect">
            <a:avLst>
              <a:gd name="adj1" fmla="val 0"/>
              <a:gd name="adj2" fmla="val 50000"/>
            </a:avLst>
          </a:prstGeom>
          <a:solidFill>
            <a:srgbClr val="02029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A4424C-1456-7F97-A7D5-3DFD9B8CDC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63881"/>
            <a:ext cx="6202680" cy="2852737"/>
          </a:xfrm>
        </p:spPr>
        <p:txBody>
          <a:bodyPr anchor="b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8E1FD0-24D3-2D6F-5433-75B6F1C968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3429000"/>
            <a:ext cx="6202680" cy="1500187"/>
          </a:xfrm>
        </p:spPr>
        <p:txBody>
          <a:bodyPr/>
          <a:lstStyle>
            <a:lvl1pPr marL="0" indent="0">
              <a:buNone/>
              <a:defRPr sz="2400">
                <a:solidFill>
                  <a:srgbClr val="E4D304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5E53B8-72CD-0A6A-3B80-9F5393F6B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D71FB3-C06E-7810-07B1-3767D5B977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" name="Picture 2">
            <a:extLst>
              <a:ext uri="{FF2B5EF4-FFF2-40B4-BE49-F238E27FC236}">
                <a16:creationId xmlns:a16="http://schemas.microsoft.com/office/drawing/2014/main" id="{8B63C4CD-A611-EAA3-45C7-78686547DDB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5282407"/>
            <a:ext cx="1004887" cy="10048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E527D52-8D29-D3D2-5F30-3F229C472DEE}"/>
              </a:ext>
            </a:extLst>
          </p:cNvPr>
          <p:cNvCxnSpPr>
            <a:endCxn id="9" idx="3"/>
          </p:cNvCxnSpPr>
          <p:nvPr userDrawn="1"/>
        </p:nvCxnSpPr>
        <p:spPr>
          <a:xfrm>
            <a:off x="8153400" y="0"/>
            <a:ext cx="0" cy="3429000"/>
          </a:xfrm>
          <a:prstGeom prst="line">
            <a:avLst/>
          </a:prstGeom>
          <a:ln w="57150">
            <a:solidFill>
              <a:srgbClr val="E4D30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0B7E5C7-ECC4-BCC4-E23E-CB22CCFC232D}"/>
              </a:ext>
            </a:extLst>
          </p:cNvPr>
          <p:cNvCxnSpPr>
            <a:cxnSpLocks/>
            <a:stCxn id="9" idx="3"/>
          </p:cNvCxnSpPr>
          <p:nvPr userDrawn="1"/>
        </p:nvCxnSpPr>
        <p:spPr>
          <a:xfrm flipH="1">
            <a:off x="4736592" y="3429000"/>
            <a:ext cx="3416808" cy="3429000"/>
          </a:xfrm>
          <a:prstGeom prst="line">
            <a:avLst/>
          </a:prstGeom>
          <a:ln w="57150">
            <a:solidFill>
              <a:srgbClr val="E4D30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260234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D339DA-2C22-495A-2050-6632D4241D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D96BE6-213D-EF68-7FCB-613DB5BCFF9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C32821-2212-FFB9-8249-88BDBE3D9C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D76F88-C5C8-264D-104C-A8C264A8D4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CD97FB-8025-8A85-C4AA-B91283318A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09E2AB-897E-B2A9-EB39-1CFF362F74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01203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AC6799-6B4B-00CC-0737-3277650191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7FFA02-90BB-B2B5-F035-1C834F4769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B53401-9F40-AD3E-0626-D55823BF1A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60E4F6A-F81F-0E7F-8D54-856873A1D9F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2BA935B-D069-9460-4459-BF4D1D49328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A6A9E23-9F18-ED1A-5DF1-9B0659DCB4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911A36E-FBBF-9DCF-9938-2599539D8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C5949C8-15FA-726E-9C27-0DC40D7CC9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58500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B6EF09-B442-1926-2CD5-24B30BDBFC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32F290-9AE9-8C71-BA7A-CE5ABDFDC6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C6E5225-F528-20C2-D92B-5FEE985369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1C12FF7-F415-B014-9D3D-942DAC5CA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83119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BF4E34C-3DBB-E858-47C3-68A12A3B41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D6EAC0A-8994-E667-28A8-BC08BB6042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79ED37-C602-70E8-A682-FF5465E27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61406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2477C2-2768-98B0-D674-F152E5CF83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05BF90-F561-63B7-96CC-31B426784F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A228BE-E891-B74B-F5EF-3894938C5B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E967D9-385F-34B4-C1A5-643B078A7B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B2162B-4D97-B1C3-1432-88BFDEF818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1B6EB3-DD1D-8098-2466-15E2FBB64E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95413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FA1925-552C-C9C0-0DE6-8B703D9809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BCC4691-06F7-2B6D-3ACF-957758B43E7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9DB517-F705-71BB-6D17-355C2DE105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B9A284-8754-89F8-CE20-4D91029CC0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510707-1F15-0831-432A-9385D550E7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3C669E-DDDA-5194-C3B2-3EF6414B45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481733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780884-9102-FB05-B313-0DB1F3D81D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8DF3D2F-3ED5-D4AE-F6F9-0960478455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484E0E-2FA3-4E5B-3DDD-2C48307DAD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4BDE46-39C9-F262-C10D-C350FA96AF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3D60A4-66C4-73A3-7158-2EA17C62A4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343658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9045FAA-2D37-9057-31D6-C08017EE925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19450B0-FC44-1EA2-4C6E-8D9B1D53D3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23412B-7ECC-ACC1-4E68-267CC18E18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D86721-00AB-0CC7-EF5F-03EE3AE5D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16E0BF-8927-53D7-5A80-AF7FAEC344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04524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E2080A8-208E-A677-1C33-0E1B947236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9B18EC-BA8C-2AAB-5F85-DCCDD612BD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5ED497-36B7-7E15-015E-68D649EB9C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DD94E0-D630-F30C-38E4-A05C88E3F1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3CE704-8EE5-E145-606D-E803784D13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7409E4-D43D-4036-AE02-5131D818B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63791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1" r:id="rId2"/>
    <p:sldLayoutId id="2147483660" r:id="rId3"/>
    <p:sldLayoutId id="2147483662" r:id="rId4"/>
    <p:sldLayoutId id="2147483650" r:id="rId5"/>
    <p:sldLayoutId id="2147483651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  <p:sldLayoutId id="2147483658" r:id="rId13"/>
    <p:sldLayoutId id="2147483659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4E5C2036-BD6E-3793-4543-1B984AA16F69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401" b="30401"/>
          <a:stretch/>
        </p:blipFill>
        <p:spPr>
          <a:xfrm>
            <a:off x="0" y="0"/>
            <a:ext cx="12192000" cy="3181350"/>
          </a:xfr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B17BBDE0-3A4E-3EA2-60B0-F9756E3472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4375" y="3429000"/>
            <a:ext cx="10763250" cy="971551"/>
          </a:xfrm>
        </p:spPr>
        <p:txBody>
          <a:bodyPr/>
          <a:lstStyle/>
          <a:p>
            <a:r>
              <a:rPr lang="en-US"/>
              <a:t>IS Acquisition, Development &amp; Implementation I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FFCC89D4-8169-77D5-D53F-1E998B469C4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Information Systems Auditing</a:t>
            </a:r>
          </a:p>
          <a:p>
            <a:r>
              <a:rPr lang="en-US"/>
              <a:t>Class III</a:t>
            </a:r>
          </a:p>
        </p:txBody>
      </p:sp>
    </p:spTree>
    <p:extLst>
      <p:ext uri="{BB962C8B-B14F-4D97-AF65-F5344CB8AC3E}">
        <p14:creationId xmlns:p14="http://schemas.microsoft.com/office/powerpoint/2010/main" val="9116103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952C04A-BCBB-9364-2819-8725E66963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Class Recap</a:t>
            </a:r>
          </a:p>
        </p:txBody>
      </p:sp>
    </p:spTree>
    <p:extLst>
      <p:ext uri="{BB962C8B-B14F-4D97-AF65-F5344CB8AC3E}">
        <p14:creationId xmlns:p14="http://schemas.microsoft.com/office/powerpoint/2010/main" val="20219741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7157F-D729-D43A-6721-923C7B2382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5540" y="236651"/>
            <a:ext cx="4820920" cy="1325563"/>
          </a:xfrm>
        </p:spPr>
        <p:txBody>
          <a:bodyPr>
            <a:normAutofit/>
          </a:bodyPr>
          <a:lstStyle/>
          <a:p>
            <a:pPr algn="ctr"/>
            <a:r>
              <a:rPr lang="en-US" sz="4800"/>
              <a:t>Class Roadmap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0F5DB3-7A6F-EDD4-9F33-B3FF6161C7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2571" y="1682885"/>
            <a:ext cx="5473429" cy="4354221"/>
          </a:xfrm>
        </p:spPr>
        <p:txBody>
          <a:bodyPr/>
          <a:lstStyle/>
          <a:p>
            <a:pPr marL="360363" lvl="0" indent="-360363">
              <a:lnSpc>
                <a:spcPct val="150000"/>
              </a:lnSpc>
              <a:buFont typeface="+mj-lt"/>
              <a:buAutoNum type="arabicPeriod"/>
            </a:pPr>
            <a:r>
              <a:rPr lang="en-US" sz="1800" strike="sngStrike" dirty="0"/>
              <a:t>IT Governance: Concept</a:t>
            </a:r>
          </a:p>
          <a:p>
            <a:pPr marL="360363" lvl="0" indent="-360363">
              <a:lnSpc>
                <a:spcPct val="150000"/>
              </a:lnSpc>
              <a:buFont typeface="+mj-lt"/>
              <a:buAutoNum type="arabicPeriod"/>
            </a:pPr>
            <a:r>
              <a:rPr lang="en-US" sz="1800" strike="sngStrike" dirty="0"/>
              <a:t>IT Governance: Audit Program</a:t>
            </a:r>
          </a:p>
          <a:p>
            <a:pPr marL="360363" lvl="0" indent="-360363">
              <a:lnSpc>
                <a:spcPct val="150000"/>
              </a:lnSpc>
              <a:buFont typeface="+mj-lt"/>
              <a:buAutoNum type="arabicPeriod"/>
            </a:pPr>
            <a:r>
              <a:rPr lang="en-US" sz="1800" b="1" dirty="0"/>
              <a:t>IS Acquisition and Development I</a:t>
            </a:r>
          </a:p>
          <a:p>
            <a:pPr marL="360363" lvl="0" indent="-360363">
              <a:lnSpc>
                <a:spcPct val="150000"/>
              </a:lnSpc>
              <a:buFont typeface="+mj-lt"/>
              <a:buAutoNum type="arabicPeriod"/>
            </a:pPr>
            <a:r>
              <a:rPr lang="en-US" sz="1800" dirty="0"/>
              <a:t>IS Acquisition and Development II</a:t>
            </a:r>
          </a:p>
          <a:p>
            <a:pPr marL="360363" lvl="0" indent="-360363">
              <a:lnSpc>
                <a:spcPct val="150000"/>
              </a:lnSpc>
              <a:buFont typeface="+mj-lt"/>
              <a:buAutoNum type="arabicPeriod"/>
            </a:pPr>
            <a:r>
              <a:rPr lang="en-US" sz="1800" dirty="0"/>
              <a:t>IS Operation &amp; Business Resilience</a:t>
            </a:r>
          </a:p>
          <a:p>
            <a:pPr marL="360363" lvl="0" indent="-360363">
              <a:lnSpc>
                <a:spcPct val="150000"/>
              </a:lnSpc>
              <a:buFont typeface="+mj-lt"/>
              <a:buAutoNum type="arabicPeriod"/>
            </a:pPr>
            <a:r>
              <a:rPr lang="en-US" sz="1800" dirty="0"/>
              <a:t>Protection of Information Assets I</a:t>
            </a:r>
          </a:p>
          <a:p>
            <a:pPr marL="360363" lvl="0" indent="-360363">
              <a:lnSpc>
                <a:spcPct val="150000"/>
              </a:lnSpc>
              <a:buFont typeface="+mj-lt"/>
              <a:buAutoNum type="arabicPeriod"/>
            </a:pPr>
            <a:r>
              <a:rPr lang="en-US" sz="1800" dirty="0"/>
              <a:t>Protection of Information Assets II</a:t>
            </a:r>
          </a:p>
          <a:p>
            <a:pPr marL="360363" lvl="0" indent="-360363">
              <a:lnSpc>
                <a:spcPct val="150000"/>
              </a:lnSpc>
              <a:buFont typeface="+mj-lt"/>
              <a:buAutoNum type="arabicPeriod"/>
            </a:pPr>
            <a:r>
              <a:rPr lang="en-US" sz="1800" dirty="0"/>
              <a:t>Mid-Term Exam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C09DF7A-9B78-AB11-FA80-26BA72C3D29B}"/>
              </a:ext>
            </a:extLst>
          </p:cNvPr>
          <p:cNvSpPr txBox="1">
            <a:spLocks/>
          </p:cNvSpPr>
          <p:nvPr/>
        </p:nvSpPr>
        <p:spPr>
          <a:xfrm>
            <a:off x="6459167" y="1682885"/>
            <a:ext cx="5340483" cy="43542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33363" indent="-233363" algn="l" defTabSz="914400" rtl="0" eaLnBrk="1" latinLnBrk="0" hangingPunct="1">
              <a:lnSpc>
                <a:spcPct val="90000"/>
              </a:lnSpc>
              <a:spcBef>
                <a:spcPts val="400"/>
              </a:spcBef>
              <a:buFont typeface="+mj-lt"/>
              <a:buAutoNum type="alphaUcPeriod"/>
              <a:defRPr sz="1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60363" indent="-360363">
              <a:lnSpc>
                <a:spcPct val="150000"/>
              </a:lnSpc>
              <a:buFont typeface="+mj-lt"/>
              <a:buAutoNum type="arabicPeriod" startAt="9"/>
            </a:pPr>
            <a:r>
              <a:rPr lang="en-US" sz="1800" dirty="0"/>
              <a:t>Basic of Data Analysis</a:t>
            </a:r>
          </a:p>
          <a:p>
            <a:pPr marL="360363" indent="-360363">
              <a:lnSpc>
                <a:spcPct val="150000"/>
              </a:lnSpc>
              <a:buFont typeface="+mj-lt"/>
              <a:buAutoNum type="arabicPeriod" startAt="9"/>
            </a:pPr>
            <a:r>
              <a:rPr lang="en-US" sz="1800" dirty="0"/>
              <a:t>Risk and Control</a:t>
            </a:r>
          </a:p>
          <a:p>
            <a:pPr marL="360363" indent="-360363">
              <a:lnSpc>
                <a:spcPct val="150000"/>
              </a:lnSpc>
              <a:buFont typeface="+mj-lt"/>
              <a:buAutoNum type="arabicPeriod" startAt="9"/>
            </a:pPr>
            <a:r>
              <a:rPr lang="en-US" sz="1800" dirty="0"/>
              <a:t>Parallel Simulation</a:t>
            </a:r>
          </a:p>
          <a:p>
            <a:pPr marL="360363" indent="-360363">
              <a:lnSpc>
                <a:spcPct val="150000"/>
              </a:lnSpc>
              <a:buFont typeface="+mj-lt"/>
              <a:buAutoNum type="arabicPeriod" startAt="9"/>
            </a:pPr>
            <a:r>
              <a:rPr lang="en-US" sz="1800" dirty="0"/>
              <a:t>Analytics and Sampling</a:t>
            </a:r>
          </a:p>
          <a:p>
            <a:pPr marL="360363" indent="-360363">
              <a:lnSpc>
                <a:spcPct val="150000"/>
              </a:lnSpc>
              <a:buFont typeface="+mj-lt"/>
              <a:buAutoNum type="arabicPeriod" startAt="9"/>
            </a:pPr>
            <a:r>
              <a:rPr lang="en-US" sz="1800" dirty="0"/>
              <a:t>Substantive Testing</a:t>
            </a:r>
          </a:p>
          <a:p>
            <a:pPr marL="360363" indent="-360363">
              <a:lnSpc>
                <a:spcPct val="150000"/>
              </a:lnSpc>
              <a:buFont typeface="+mj-lt"/>
              <a:buAutoNum type="arabicPeriod" startAt="9"/>
            </a:pPr>
            <a:r>
              <a:rPr lang="en-US" sz="1800" dirty="0"/>
              <a:t>Intro to SQL</a:t>
            </a:r>
          </a:p>
          <a:p>
            <a:pPr marL="360363" indent="-360363">
              <a:lnSpc>
                <a:spcPct val="150000"/>
              </a:lnSpc>
              <a:buFont typeface="+mj-lt"/>
              <a:buAutoNum type="arabicPeriod" startAt="9"/>
            </a:pPr>
            <a:r>
              <a:rPr lang="en-US" sz="1800" dirty="0"/>
              <a:t>Auditing with SQL</a:t>
            </a:r>
          </a:p>
          <a:p>
            <a:pPr marL="360363" indent="-360363">
              <a:lnSpc>
                <a:spcPct val="150000"/>
              </a:lnSpc>
              <a:buFont typeface="+mj-lt"/>
              <a:buAutoNum type="arabicPeriod" startAt="9"/>
            </a:pPr>
            <a:r>
              <a:rPr lang="en-US" sz="1800" dirty="0"/>
              <a:t>Final Exam</a:t>
            </a:r>
          </a:p>
        </p:txBody>
      </p:sp>
    </p:spTree>
    <p:extLst>
      <p:ext uri="{BB962C8B-B14F-4D97-AF65-F5344CB8AC3E}">
        <p14:creationId xmlns:p14="http://schemas.microsoft.com/office/powerpoint/2010/main" val="40309953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2F06DC-C82D-49A7-49E8-24B02235CE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Covered So Far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EF17E5-AD4D-CEBE-F9C3-691B024490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/>
              <a:t>IT Governance in concept</a:t>
            </a:r>
          </a:p>
          <a:p>
            <a:r>
              <a:rPr lang="en-US" sz="2400"/>
              <a:t>IT Governance through COBIT 2019 standard</a:t>
            </a:r>
          </a:p>
          <a:p>
            <a:r>
              <a:rPr lang="en-US" sz="2400"/>
              <a:t>Using COBIT 2019 as a criteria for IT Governance Audit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DACEAD-C5C5-7B9B-5D94-3516EDDB6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D1C4826-0D9F-82A9-71DC-D0E6749679B2}"/>
              </a:ext>
            </a:extLst>
          </p:cNvPr>
          <p:cNvSpPr txBox="1"/>
          <p:nvPr/>
        </p:nvSpPr>
        <p:spPr>
          <a:xfrm>
            <a:off x="838200" y="3715966"/>
            <a:ext cx="8475590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Remember, the first half of this class will cover domains in CISA Review, as follows:</a:t>
            </a:r>
          </a:p>
          <a:p>
            <a:pPr marL="342900" indent="-342900">
              <a:buFont typeface="+mj-lt"/>
              <a:buAutoNum type="arabicPeriod"/>
            </a:pPr>
            <a:r>
              <a:rPr lang="en-US"/>
              <a:t>IS Auditing Process</a:t>
            </a:r>
          </a:p>
          <a:p>
            <a:pPr marL="342900" indent="-342900">
              <a:buFont typeface="+mj-lt"/>
              <a:buAutoNum type="arabicPeriod"/>
            </a:pPr>
            <a:r>
              <a:rPr lang="en-US"/>
              <a:t>IT Governance</a:t>
            </a:r>
          </a:p>
          <a:p>
            <a:pPr marL="342900" indent="-342900">
              <a:buFont typeface="+mj-lt"/>
              <a:buAutoNum type="arabicPeriod"/>
            </a:pPr>
            <a:r>
              <a:rPr lang="en-US"/>
              <a:t>IS Acquisition, Development, and Implementation</a:t>
            </a:r>
          </a:p>
          <a:p>
            <a:pPr marL="342900" indent="-342900">
              <a:buFont typeface="+mj-lt"/>
              <a:buAutoNum type="arabicPeriod"/>
            </a:pPr>
            <a:r>
              <a:rPr lang="en-US"/>
              <a:t>IS Operations and Business Resilience</a:t>
            </a:r>
          </a:p>
          <a:p>
            <a:pPr marL="342900" indent="-342900">
              <a:buFont typeface="+mj-lt"/>
              <a:buAutoNum type="arabicPeriod"/>
            </a:pPr>
            <a:r>
              <a:rPr lang="en-US"/>
              <a:t>Protection of Information and Assets</a:t>
            </a:r>
          </a:p>
          <a:p>
            <a:pPr marL="342900" indent="-342900">
              <a:buFont typeface="+mj-lt"/>
              <a:buAutoNum type="arabicPeriod"/>
            </a:pPr>
            <a:endParaRPr lang="en-US"/>
          </a:p>
        </p:txBody>
      </p:sp>
      <p:pic>
        <p:nvPicPr>
          <p:cNvPr id="7" name="Graphic 6" descr="Checkmark with solid fill">
            <a:extLst>
              <a:ext uri="{FF2B5EF4-FFF2-40B4-BE49-F238E27FC236}">
                <a16:creationId xmlns:a16="http://schemas.microsoft.com/office/drawing/2014/main" id="{49B6D3FE-8769-21BC-BF58-6C31B83C81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92687" y="4269064"/>
            <a:ext cx="317933" cy="317933"/>
          </a:xfrm>
          <a:prstGeom prst="rect">
            <a:avLst/>
          </a:prstGeom>
        </p:spPr>
      </p:pic>
      <p:pic>
        <p:nvPicPr>
          <p:cNvPr id="8" name="Graphic 7" descr="Inbox Check with solid fill">
            <a:extLst>
              <a:ext uri="{FF2B5EF4-FFF2-40B4-BE49-F238E27FC236}">
                <a16:creationId xmlns:a16="http://schemas.microsoft.com/office/drawing/2014/main" id="{1DF48BA0-E2AC-E6EA-A883-0DABBD93C5D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274979" y="3965858"/>
            <a:ext cx="377541" cy="377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17261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E61678-8156-B5D7-6985-8F8C864E2A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48109"/>
          </a:xfrm>
        </p:spPr>
        <p:txBody>
          <a:bodyPr/>
          <a:lstStyle/>
          <a:p>
            <a:r>
              <a:rPr lang="en-US"/>
              <a:t>Design Audit Scope - reflection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A43A71-550D-6448-8070-817ACA416D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0500"/>
            <a:ext cx="10515600" cy="4351338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00000"/>
              </a:lnSpc>
            </a:pPr>
            <a:r>
              <a:rPr lang="en-US"/>
              <a:t>It was about how you really use standard in IS auditing</a:t>
            </a:r>
          </a:p>
          <a:p>
            <a:pPr>
              <a:lnSpc>
                <a:spcPct val="100000"/>
              </a:lnSpc>
            </a:pPr>
            <a:r>
              <a:rPr lang="en-US"/>
              <a:t>The practices/activities listed out are very useful to design audit program in IT Governance Auditing</a:t>
            </a:r>
          </a:p>
          <a:p>
            <a:pPr>
              <a:lnSpc>
                <a:spcPct val="100000"/>
              </a:lnSpc>
            </a:pPr>
            <a:r>
              <a:rPr lang="en-US"/>
              <a:t>It may be used fully or partially in real audit</a:t>
            </a:r>
          </a:p>
          <a:p>
            <a:pPr>
              <a:lnSpc>
                <a:spcPct val="100000"/>
              </a:lnSpc>
            </a:pPr>
            <a:r>
              <a:rPr lang="en-US"/>
              <a:t>All in all, the practical IT Governance Auditing is about testing whether the practices/activities are done through various audit techniques, such as:</a:t>
            </a:r>
          </a:p>
          <a:p>
            <a:pPr lvl="1">
              <a:lnSpc>
                <a:spcPct val="100000"/>
              </a:lnSpc>
            </a:pPr>
            <a:r>
              <a:rPr lang="en-US"/>
              <a:t>Document review</a:t>
            </a:r>
          </a:p>
          <a:p>
            <a:pPr lvl="1">
              <a:lnSpc>
                <a:spcPct val="100000"/>
              </a:lnSpc>
            </a:pPr>
            <a:r>
              <a:rPr lang="en-US"/>
              <a:t>Interview</a:t>
            </a:r>
          </a:p>
          <a:p>
            <a:pPr lvl="1">
              <a:lnSpc>
                <a:spcPct val="100000"/>
              </a:lnSpc>
            </a:pPr>
            <a:r>
              <a:rPr lang="en-US"/>
              <a:t>Observation</a:t>
            </a:r>
          </a:p>
          <a:p>
            <a:pPr lvl="1">
              <a:lnSpc>
                <a:spcPct val="100000"/>
              </a:lnSpc>
            </a:pPr>
            <a:r>
              <a:rPr lang="en-US" err="1"/>
              <a:t>etc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42707D-EB6F-11F8-2A06-4E76D4C1DD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45621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079CBE2-7ADF-23F1-83BE-26DF183A5B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r>
              <a:rPr lang="en-US"/>
              <a:t>Project Governance and Management</a:t>
            </a:r>
          </a:p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r>
              <a:rPr lang="en-US"/>
              <a:t>Business Case and Feasibility Analysis</a:t>
            </a:r>
          </a:p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r>
              <a:rPr lang="en-US"/>
              <a:t>System Development Methodologies</a:t>
            </a:r>
          </a:p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r>
              <a:rPr lang="en-US"/>
              <a:t>Control Identification and Design</a:t>
            </a:r>
          </a:p>
        </p:txBody>
      </p:sp>
    </p:spTree>
    <p:extLst>
      <p:ext uri="{BB962C8B-B14F-4D97-AF65-F5344CB8AC3E}">
        <p14:creationId xmlns:p14="http://schemas.microsoft.com/office/powerpoint/2010/main" val="38350742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958052-05B2-9F29-B874-84F80A24B1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Intro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136815-6D1A-2136-FEB7-5B68FA9A3B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2800"/>
              <a:t>#decide #design #build #deploy</a:t>
            </a:r>
          </a:p>
        </p:txBody>
      </p:sp>
    </p:spTree>
    <p:extLst>
      <p:ext uri="{BB962C8B-B14F-4D97-AF65-F5344CB8AC3E}">
        <p14:creationId xmlns:p14="http://schemas.microsoft.com/office/powerpoint/2010/main" val="14572049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B9DD37-A529-C0FC-5CA8-591ADC5F03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28654"/>
          </a:xfrm>
        </p:spPr>
        <p:txBody>
          <a:bodyPr>
            <a:normAutofit/>
          </a:bodyPr>
          <a:lstStyle/>
          <a:p>
            <a:r>
              <a:rPr lang="en-US"/>
              <a:t>What is it about?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BF9B3F-1891-0D88-A0F9-6164A522FA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6007249-6724-8E38-EC48-6E0C4748BD12}"/>
              </a:ext>
            </a:extLst>
          </p:cNvPr>
          <p:cNvSpPr txBox="1"/>
          <p:nvPr/>
        </p:nvSpPr>
        <p:spPr>
          <a:xfrm>
            <a:off x="838200" y="1293780"/>
            <a:ext cx="1051559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/>
              <a:t>This domain focuses on how an organization gets a new system, from the moment someone says “We need this” until the system is finally up and running.</a:t>
            </a:r>
          </a:p>
        </p:txBody>
      </p:sp>
      <p:pic>
        <p:nvPicPr>
          <p:cNvPr id="3" name="Picture 2" descr="Lazy - Free people icons">
            <a:extLst>
              <a:ext uri="{FF2B5EF4-FFF2-40B4-BE49-F238E27FC236}">
                <a16:creationId xmlns:a16="http://schemas.microsoft.com/office/drawing/2014/main" id="{ED84208F-3FCB-342A-1B74-AD8BAC29A2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2798857"/>
            <a:ext cx="1606684" cy="16066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C214459-AF61-BBE7-F19C-A8F8278DF35C}"/>
              </a:ext>
            </a:extLst>
          </p:cNvPr>
          <p:cNvSpPr txBox="1"/>
          <p:nvPr/>
        </p:nvSpPr>
        <p:spPr>
          <a:xfrm>
            <a:off x="2727290" y="3163563"/>
            <a:ext cx="285959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How do we make sure the system we build or buy is the system we actually need, and that it works?</a:t>
            </a:r>
            <a:endParaRPr lang="en-ID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BFC5A99-AA86-FB16-348A-4F01402003A7}"/>
              </a:ext>
            </a:extLst>
          </p:cNvPr>
          <p:cNvSpPr txBox="1"/>
          <p:nvPr/>
        </p:nvSpPr>
        <p:spPr>
          <a:xfrm>
            <a:off x="2727290" y="2798857"/>
            <a:ext cx="11204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It’s about</a:t>
            </a:r>
            <a:endParaRPr lang="en-ID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81E38FB-E151-2B35-2B05-EC05413EE571}"/>
              </a:ext>
            </a:extLst>
          </p:cNvPr>
          <p:cNvSpPr/>
          <p:nvPr/>
        </p:nvSpPr>
        <p:spPr>
          <a:xfrm>
            <a:off x="6712299" y="2842614"/>
            <a:ext cx="4641500" cy="3165231"/>
          </a:xfrm>
          <a:prstGeom prst="rect">
            <a:avLst/>
          </a:prstGeom>
          <a:solidFill>
            <a:srgbClr val="FFC000">
              <a:alpha val="27059"/>
            </a:srgbClr>
          </a:solidFill>
          <a:ln>
            <a:solidFill>
              <a:srgbClr val="172C51">
                <a:alpha val="54118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Think of building a house.</a:t>
            </a:r>
          </a:p>
          <a:p>
            <a:pPr algn="ctr"/>
            <a:endParaRPr lang="en-US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tx1"/>
                </a:solidFill>
              </a:rPr>
              <a:t>You don’t start by laying bricks. You start with: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tx1"/>
                </a:solidFill>
              </a:rPr>
              <a:t>Why do we need the house?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tx1"/>
                </a:solidFill>
              </a:rPr>
              <a:t>What kind of rooms?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tx1"/>
                </a:solidFill>
              </a:rPr>
              <a:t>How much budget?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tx1"/>
                </a:solidFill>
              </a:rPr>
              <a:t>Who will build it?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tx1"/>
                </a:solidFill>
              </a:rPr>
              <a:t>How do we know the house is safe?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tx1"/>
                </a:solidFill>
              </a:rPr>
              <a:t>A system works the same way.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10B4733-33BA-0DF4-C39B-2F735E6D52EB}"/>
              </a:ext>
            </a:extLst>
          </p:cNvPr>
          <p:cNvSpPr txBox="1"/>
          <p:nvPr/>
        </p:nvSpPr>
        <p:spPr>
          <a:xfrm>
            <a:off x="8539163" y="2429525"/>
            <a:ext cx="10198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Analogy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0514515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0B064F-3523-260F-D5EC-2DBED5058F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204DA2-4008-E351-CEE8-31BD3B9DC7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34090"/>
          </a:xfrm>
        </p:spPr>
        <p:txBody>
          <a:bodyPr/>
          <a:lstStyle/>
          <a:p>
            <a:r>
              <a:rPr lang="en-US"/>
              <a:t>Why It Matters to an Auditor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9E2BB4-0C99-4A5A-63A6-F98A68A6FA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78603"/>
            <a:ext cx="10515600" cy="4698359"/>
          </a:xfrm>
        </p:spPr>
        <p:txBody>
          <a:bodyPr/>
          <a:lstStyle/>
          <a:p>
            <a:pPr marL="0" indent="0">
              <a:buNone/>
            </a:pPr>
            <a:r>
              <a:rPr lang="en-US"/>
              <a:t>Many system failures happen </a:t>
            </a:r>
            <a:r>
              <a:rPr lang="en-US" b="1"/>
              <a:t>before</a:t>
            </a:r>
            <a:r>
              <a:rPr lang="en-US"/>
              <a:t> anyone writes a single line of code:</a:t>
            </a:r>
          </a:p>
          <a:p>
            <a:r>
              <a:rPr lang="en-US"/>
              <a:t>unclear goals</a:t>
            </a:r>
          </a:p>
          <a:p>
            <a:r>
              <a:rPr lang="en-US"/>
              <a:t>weak planning</a:t>
            </a:r>
          </a:p>
          <a:p>
            <a:r>
              <a:rPr lang="en-US"/>
              <a:t>wrong vendor</a:t>
            </a:r>
          </a:p>
          <a:p>
            <a:r>
              <a:rPr lang="en-US"/>
              <a:t>missing documentation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/>
              <a:t>Auditors step in early to make sure the “house is properly planned” before construction begins.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5CFAE7-6BF9-8599-8041-D6E708AC0A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A9B22AE-C51A-5392-0984-874BBFD212C4}"/>
              </a:ext>
            </a:extLst>
          </p:cNvPr>
          <p:cNvSpPr/>
          <p:nvPr/>
        </p:nvSpPr>
        <p:spPr>
          <a:xfrm>
            <a:off x="5918479" y="2910521"/>
            <a:ext cx="5435322" cy="1036958"/>
          </a:xfrm>
          <a:prstGeom prst="rect">
            <a:avLst/>
          </a:prstGeom>
          <a:solidFill>
            <a:srgbClr val="FFC000">
              <a:alpha val="27059"/>
            </a:srgbClr>
          </a:solidFill>
          <a:ln>
            <a:solidFill>
              <a:srgbClr val="172C51">
                <a:alpha val="54118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If the blueprint is wrong, it doesn’t matter how great the builder is, the house will still be wrong.</a:t>
            </a:r>
          </a:p>
        </p:txBody>
      </p:sp>
    </p:spTree>
    <p:extLst>
      <p:ext uri="{BB962C8B-B14F-4D97-AF65-F5344CB8AC3E}">
        <p14:creationId xmlns:p14="http://schemas.microsoft.com/office/powerpoint/2010/main" val="41335133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A6F8D9-F661-35CB-CB29-522048F0FC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Domain Correlation</a:t>
            </a:r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3158FC-5B3E-1623-4305-1511307B72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10</a:t>
            </a:fld>
            <a:endParaRPr lang="en-US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A45CD78-C63B-CE59-610D-BC81DDBEA5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4977149"/>
              </p:ext>
            </p:extLst>
          </p:nvPr>
        </p:nvGraphicFramePr>
        <p:xfrm>
          <a:off x="923045" y="1818892"/>
          <a:ext cx="10254036" cy="212344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5069193">
                  <a:extLst>
                    <a:ext uri="{9D8B030D-6E8A-4147-A177-3AD203B41FA5}">
                      <a16:colId xmlns:a16="http://schemas.microsoft.com/office/drawing/2014/main" val="1995143459"/>
                    </a:ext>
                  </a:extLst>
                </a:gridCol>
                <a:gridCol w="5184843">
                  <a:extLst>
                    <a:ext uri="{9D8B030D-6E8A-4147-A177-3AD203B41FA5}">
                      <a16:colId xmlns:a16="http://schemas.microsoft.com/office/drawing/2014/main" val="306993521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Domain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Analogy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93964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0"/>
                        <a:t>IT Governance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decides the direction: “We need a new house.”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95821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0"/>
                        <a:t>Information Systems Acquisition, Development, and Implementation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/>
                        <a:t>is the </a:t>
                      </a:r>
                      <a:r>
                        <a:rPr lang="en-US" b="1"/>
                        <a:t>construction process</a:t>
                      </a:r>
                      <a:r>
                        <a:rPr lang="en-US"/>
                        <a:t>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10910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0"/>
                        <a:t>Information Systems Operations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is living in the house and maintaining it.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27894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0"/>
                        <a:t>Information Security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/>
                        <a:t>is protecting the house from intruders.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4166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886789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BF18F0-2597-8903-CC5D-5CAED3CF96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8203E7-48B3-52D0-8994-AE75E38F00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17515"/>
            <a:ext cx="10515600" cy="4659448"/>
          </a:xfrm>
        </p:spPr>
        <p:txBody>
          <a:bodyPr>
            <a:normAutofit fontScale="92500" lnSpcReduction="10000"/>
          </a:bodyPr>
          <a:lstStyle/>
          <a:p>
            <a:r>
              <a:rPr lang="en-US"/>
              <a:t>A company builds a new HR or payroll system</a:t>
            </a:r>
          </a:p>
          <a:p>
            <a:r>
              <a:rPr lang="en-US"/>
              <a:t>A bank launches a mobile banking app</a:t>
            </a:r>
          </a:p>
          <a:p>
            <a:r>
              <a:rPr lang="en-US"/>
              <a:t>A hospital upgrades its patient record system</a:t>
            </a:r>
          </a:p>
          <a:p>
            <a:r>
              <a:rPr lang="en-US"/>
              <a:t>A government office creates a new monitoring platform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/>
              <a:t>In each case, an auditor checks whether the system is:</a:t>
            </a:r>
          </a:p>
          <a:p>
            <a:r>
              <a:rPr lang="en-US"/>
              <a:t>needed</a:t>
            </a:r>
          </a:p>
          <a:p>
            <a:r>
              <a:rPr lang="en-US"/>
              <a:t>planned correctly</a:t>
            </a:r>
          </a:p>
          <a:p>
            <a:r>
              <a:rPr lang="en-US"/>
              <a:t>developed properly</a:t>
            </a:r>
          </a:p>
          <a:p>
            <a:r>
              <a:rPr lang="en-US"/>
              <a:t>implemented safely</a:t>
            </a:r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027C2B-7C3D-5F59-1331-E7CADBF466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34901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EF561B-1CC2-F80D-E37D-3EF4C66806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Are You Going To Learn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9941E1-632D-ED61-5374-366652099F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/>
              <a:t>By the end of this topic, you should understand:</a:t>
            </a:r>
          </a:p>
          <a:p>
            <a:r>
              <a:rPr lang="en-US"/>
              <a:t>how organizations decide to build or buy a system</a:t>
            </a:r>
          </a:p>
          <a:p>
            <a:r>
              <a:rPr lang="en-US"/>
              <a:t>how a project should be planned</a:t>
            </a:r>
          </a:p>
          <a:p>
            <a:r>
              <a:rPr lang="en-US"/>
              <a:t>how system development lifecycle (SDLC) works</a:t>
            </a:r>
          </a:p>
          <a:p>
            <a:r>
              <a:rPr lang="en-US"/>
              <a:t>where typical risks appear</a:t>
            </a:r>
          </a:p>
          <a:p>
            <a:r>
              <a:rPr lang="en-US"/>
              <a:t>what evidence auditors look for at each stage</a:t>
            </a:r>
          </a:p>
          <a:p>
            <a:r>
              <a:rPr lang="en-US"/>
              <a:t>how to evaluate testing and implementation controls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93E9B3-B0FE-4578-F496-B474D35282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2271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635264-2B01-F8AA-7DF7-2F2979A436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Let’s Try Something New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4EF2F4A-9BA7-830B-13F5-9B1AFA82F2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471DFC-754E-2FC5-EFDE-BF6BC7C0EE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690688"/>
            <a:ext cx="10231877" cy="4428010"/>
          </a:xfrm>
        </p:spPr>
        <p:txBody>
          <a:bodyPr>
            <a:normAutofit fontScale="92500"/>
          </a:bodyPr>
          <a:lstStyle/>
          <a:p>
            <a:pPr>
              <a:lnSpc>
                <a:spcPct val="110000"/>
              </a:lnSpc>
            </a:pPr>
            <a:r>
              <a:rPr lang="en-US" dirty="0"/>
              <a:t>We are going to do class journal (https://jurnal.irfanradarma.my.id)</a:t>
            </a:r>
          </a:p>
          <a:p>
            <a:pPr>
              <a:lnSpc>
                <a:spcPct val="110000"/>
              </a:lnSpc>
            </a:pPr>
            <a:r>
              <a:rPr lang="en-US" dirty="0"/>
              <a:t>Each student will have to 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fill-up the gist of each class section;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Create a Mind Map for our CISA Domains (starting from Domain 3) by filling up the sheet in the </a:t>
            </a:r>
            <a:r>
              <a:rPr lang="en-US" dirty="0" err="1"/>
              <a:t>jurnal</a:t>
            </a:r>
            <a:r>
              <a:rPr lang="en-US" dirty="0"/>
              <a:t> app with relevant contents. As a practice, not let’s cover the following topics in your sheet:</a:t>
            </a:r>
          </a:p>
          <a:p>
            <a:pPr lvl="2">
              <a:lnSpc>
                <a:spcPct val="110000"/>
              </a:lnSpc>
            </a:pPr>
            <a:r>
              <a:rPr lang="en-US" dirty="0"/>
              <a:t>Project Governance and Management</a:t>
            </a:r>
          </a:p>
          <a:p>
            <a:pPr lvl="2">
              <a:lnSpc>
                <a:spcPct val="110000"/>
              </a:lnSpc>
            </a:pPr>
            <a:r>
              <a:rPr lang="en-US" dirty="0"/>
              <a:t>Business Case and Feasibility Analysis</a:t>
            </a:r>
          </a:p>
          <a:p>
            <a:pPr lvl="2">
              <a:lnSpc>
                <a:spcPct val="110000"/>
              </a:lnSpc>
            </a:pPr>
            <a:r>
              <a:rPr lang="en-US" dirty="0"/>
              <a:t>System Development Methodologies</a:t>
            </a:r>
          </a:p>
          <a:p>
            <a:pPr lvl="2">
              <a:lnSpc>
                <a:spcPct val="110000"/>
              </a:lnSpc>
            </a:pPr>
            <a:r>
              <a:rPr lang="en-US" dirty="0"/>
              <a:t>Control Identification and Design</a:t>
            </a:r>
          </a:p>
        </p:txBody>
      </p:sp>
    </p:spTree>
    <p:extLst>
      <p:ext uri="{BB962C8B-B14F-4D97-AF65-F5344CB8AC3E}">
        <p14:creationId xmlns:p14="http://schemas.microsoft.com/office/powerpoint/2010/main" val="26613016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635264-2B01-F8AA-7DF7-2F2979A436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We’re Doing in it an Group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4EF2F4A-9BA7-830B-13F5-9B1AFA82F2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471DFC-754E-2FC5-EFDE-BF6BC7C0EE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690688"/>
            <a:ext cx="10231877" cy="4428010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US" dirty="0"/>
              <a:t>You will practice the Governance &amp; Management IRL</a:t>
            </a:r>
          </a:p>
          <a:p>
            <a:pPr>
              <a:lnSpc>
                <a:spcPct val="110000"/>
              </a:lnSpc>
            </a:pPr>
            <a:r>
              <a:rPr lang="en-US" dirty="0"/>
              <a:t>You can use any tools to do it</a:t>
            </a:r>
          </a:p>
          <a:p>
            <a:pPr>
              <a:lnSpc>
                <a:spcPct val="110000"/>
              </a:lnSpc>
            </a:pPr>
            <a:r>
              <a:rPr lang="en-US" dirty="0"/>
              <a:t>During this class, do it within 10 minutes</a:t>
            </a:r>
          </a:p>
          <a:p>
            <a:pPr>
              <a:lnSpc>
                <a:spcPct val="110000"/>
              </a:lnSpc>
            </a:pPr>
            <a:r>
              <a:rPr lang="en-US" dirty="0"/>
              <a:t>Let’s see who want to show their work off to the class</a:t>
            </a:r>
          </a:p>
        </p:txBody>
      </p:sp>
    </p:spTree>
    <p:extLst>
      <p:ext uri="{BB962C8B-B14F-4D97-AF65-F5344CB8AC3E}">
        <p14:creationId xmlns:p14="http://schemas.microsoft.com/office/powerpoint/2010/main" val="13125897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635264-2B01-F8AA-7DF7-2F2979A436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Let’s Form the Group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4EF2F4A-9BA7-830B-13F5-9B1AFA82F2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471DFC-754E-2FC5-EFDE-BF6BC7C0EE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690688"/>
            <a:ext cx="10231877" cy="4428010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6970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D477D0-B4A0-A754-DEAF-F93C0FC5C9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93115"/>
          </a:xfrm>
        </p:spPr>
        <p:txBody>
          <a:bodyPr/>
          <a:lstStyle/>
          <a:p>
            <a:r>
              <a:rPr lang="en-US"/>
              <a:t>Project Governance and Management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4BFDEF-D35A-78C0-263A-41EA5B93A5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1120"/>
            <a:ext cx="10515600" cy="4835843"/>
          </a:xfrm>
        </p:spPr>
        <p:txBody>
          <a:bodyPr>
            <a:normAutofit fontScale="775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/>
              <a:t>Project Management Practices</a:t>
            </a:r>
          </a:p>
          <a:p>
            <a:pPr marL="514350" indent="-514350">
              <a:buFont typeface="+mj-lt"/>
              <a:buAutoNum type="arabicPeriod"/>
            </a:pPr>
            <a:r>
              <a:rPr lang="en-US"/>
              <a:t>Project Management Structure</a:t>
            </a:r>
          </a:p>
          <a:p>
            <a:pPr marL="514350" indent="-514350">
              <a:buFont typeface="+mj-lt"/>
              <a:buAutoNum type="arabicPeriod"/>
            </a:pPr>
            <a:r>
              <a:rPr lang="en-US"/>
              <a:t>Project Management Roles and Responsibility</a:t>
            </a:r>
          </a:p>
          <a:p>
            <a:pPr marL="514350" indent="-514350">
              <a:buFont typeface="+mj-lt"/>
              <a:buAutoNum type="arabicPeriod"/>
            </a:pPr>
            <a:r>
              <a:rPr lang="en-US"/>
              <a:t>Project Management Techniques</a:t>
            </a:r>
          </a:p>
          <a:p>
            <a:pPr marL="514350" indent="-514350">
              <a:buFont typeface="+mj-lt"/>
              <a:buAutoNum type="arabicPeriod"/>
            </a:pPr>
            <a:r>
              <a:rPr lang="en-US"/>
              <a:t>Portfolio/Program Management</a:t>
            </a:r>
          </a:p>
          <a:p>
            <a:pPr marL="514350" indent="-514350">
              <a:buFont typeface="+mj-lt"/>
              <a:buAutoNum type="arabicPeriod"/>
            </a:pPr>
            <a:r>
              <a:rPr lang="en-US"/>
              <a:t>Project Management Office</a:t>
            </a:r>
          </a:p>
          <a:p>
            <a:pPr marL="514350" indent="-514350">
              <a:buFont typeface="+mj-lt"/>
              <a:buAutoNum type="arabicPeriod"/>
            </a:pPr>
            <a:r>
              <a:rPr lang="en-US"/>
              <a:t>Project Benefit Realization</a:t>
            </a:r>
          </a:p>
          <a:p>
            <a:pPr marL="514350" indent="-514350">
              <a:buFont typeface="+mj-lt"/>
              <a:buAutoNum type="arabicPeriod"/>
            </a:pPr>
            <a:r>
              <a:rPr lang="en-US"/>
              <a:t>Project Initiation</a:t>
            </a:r>
          </a:p>
          <a:p>
            <a:pPr marL="514350" indent="-514350">
              <a:buFont typeface="+mj-lt"/>
              <a:buAutoNum type="arabicPeriod"/>
            </a:pPr>
            <a:r>
              <a:rPr lang="en-US"/>
              <a:t>Project Objectives</a:t>
            </a:r>
          </a:p>
          <a:p>
            <a:pPr marL="514350" indent="-514350">
              <a:buFont typeface="+mj-lt"/>
              <a:buAutoNum type="arabicPeriod"/>
            </a:pPr>
            <a:r>
              <a:rPr lang="en-US"/>
              <a:t>Project Planning</a:t>
            </a:r>
          </a:p>
          <a:p>
            <a:pPr marL="514350" indent="-514350">
              <a:buFont typeface="+mj-lt"/>
              <a:buAutoNum type="arabicPeriod"/>
            </a:pPr>
            <a:r>
              <a:rPr lang="en-US"/>
              <a:t>Project Execution</a:t>
            </a:r>
          </a:p>
          <a:p>
            <a:pPr marL="514350" indent="-514350">
              <a:buFont typeface="+mj-lt"/>
              <a:buAutoNum type="arabicPeriod"/>
            </a:pPr>
            <a:r>
              <a:rPr lang="en-US"/>
              <a:t>Project Controlling and Monitoring</a:t>
            </a:r>
          </a:p>
          <a:p>
            <a:pPr marL="514350" indent="-514350">
              <a:buFont typeface="+mj-lt"/>
              <a:buAutoNum type="arabicPeriod"/>
            </a:pPr>
            <a:r>
              <a:rPr lang="en-US"/>
              <a:t>Project Closing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92CD46-FDC7-8061-3B74-4E1CFDE8EC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067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48E105-1BB1-A707-5664-045C4EC76C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DF56F9-75A4-AFBB-FD69-78B5698B1C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93115"/>
          </a:xfrm>
        </p:spPr>
        <p:txBody>
          <a:bodyPr/>
          <a:lstStyle/>
          <a:p>
            <a:r>
              <a:rPr lang="en-US"/>
              <a:t>Business Case and Feasibility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6D7342-342C-B5C0-6FA7-0D81715593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1120"/>
            <a:ext cx="10515600" cy="4835843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Project Scope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Current Analysis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Requirements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Approach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Evaluation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Review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1CB0C2-F2F4-5C56-62ED-8343180E1F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568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B78C64-B2F7-2029-0936-9B386993C6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3E463A-559E-3BF2-7423-5DC0C345C1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93115"/>
          </a:xfrm>
        </p:spPr>
        <p:txBody>
          <a:bodyPr/>
          <a:lstStyle/>
          <a:p>
            <a:r>
              <a:rPr lang="en-US"/>
              <a:t>System Development Methodologies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4CFF49-7024-21CC-A7B6-B82171D8C2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1120"/>
            <a:ext cx="10515600" cy="4835843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/>
              <a:t>Business Application Development</a:t>
            </a:r>
          </a:p>
          <a:p>
            <a:pPr marL="514350" indent="-514350">
              <a:buFont typeface="+mj-lt"/>
              <a:buAutoNum type="arabicPeriod"/>
            </a:pPr>
            <a:r>
              <a:rPr lang="en-US"/>
              <a:t>SDLC Models</a:t>
            </a:r>
          </a:p>
          <a:p>
            <a:pPr marL="514350" indent="-514350">
              <a:buFont typeface="+mj-lt"/>
              <a:buAutoNum type="arabicPeriod"/>
            </a:pPr>
            <a:r>
              <a:rPr lang="en-US"/>
              <a:t>SDLC Phases</a:t>
            </a:r>
          </a:p>
          <a:p>
            <a:pPr marL="514350" indent="-514350">
              <a:buFont typeface="+mj-lt"/>
              <a:buAutoNum type="arabicPeriod"/>
            </a:pPr>
            <a:r>
              <a:rPr lang="en-US"/>
              <a:t>Software Development Methods</a:t>
            </a:r>
          </a:p>
          <a:p>
            <a:pPr marL="514350" indent="-514350">
              <a:buFont typeface="+mj-lt"/>
              <a:buAutoNum type="arabicPeriod"/>
            </a:pPr>
            <a:r>
              <a:rPr lang="en-US"/>
              <a:t>System Development Tools and Productivity Aids</a:t>
            </a:r>
          </a:p>
          <a:p>
            <a:pPr marL="514350" indent="-514350">
              <a:buFont typeface="+mj-lt"/>
              <a:buAutoNum type="arabicPeriod"/>
            </a:pPr>
            <a:r>
              <a:rPr lang="en-US"/>
              <a:t>Infrastructure Development/Acquisition Practices</a:t>
            </a:r>
          </a:p>
          <a:p>
            <a:pPr marL="514350" indent="-514350">
              <a:buFont typeface="+mj-lt"/>
              <a:buAutoNum type="arabicPeriod"/>
            </a:pPr>
            <a:r>
              <a:rPr lang="en-US"/>
              <a:t>Hardware/Software Acquisition</a:t>
            </a:r>
          </a:p>
          <a:p>
            <a:pPr marL="514350" indent="-514350">
              <a:buFont typeface="+mj-lt"/>
              <a:buAutoNum type="arabicPeriod"/>
            </a:pPr>
            <a:r>
              <a:rPr lang="en-US"/>
              <a:t>System Software Acquisition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EF026A-6760-BAF2-35E2-03F2087478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8912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D9D3CF-5663-3898-2169-04699FE134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304E36-E8E4-5F86-2D09-54C6A0A144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93115"/>
          </a:xfrm>
        </p:spPr>
        <p:txBody>
          <a:bodyPr/>
          <a:lstStyle/>
          <a:p>
            <a:r>
              <a:rPr lang="en-US"/>
              <a:t>Control Identification and 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7C1625-9EA0-F506-BAF0-189C25928C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1120"/>
            <a:ext cx="10515600" cy="4835843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/>
              <a:t>Input/Origination Controls</a:t>
            </a:r>
          </a:p>
          <a:p>
            <a:pPr marL="514350" indent="-514350">
              <a:buFont typeface="+mj-lt"/>
              <a:buAutoNum type="arabicPeriod"/>
            </a:pPr>
            <a:r>
              <a:rPr lang="en-US"/>
              <a:t>Processing Procedures and Controls</a:t>
            </a:r>
          </a:p>
          <a:p>
            <a:pPr marL="514350" indent="-514350">
              <a:buFont typeface="+mj-lt"/>
              <a:buAutoNum type="arabicPeriod"/>
            </a:pPr>
            <a:r>
              <a:rPr lang="en-US"/>
              <a:t>Output Controls</a:t>
            </a:r>
          </a:p>
          <a:p>
            <a:pPr marL="514350" indent="-514350">
              <a:buFont typeface="+mj-lt"/>
              <a:buAutoNum type="arabicPeriod"/>
            </a:pPr>
            <a:r>
              <a:rPr lang="en-US"/>
              <a:t>Application Controls</a:t>
            </a:r>
          </a:p>
          <a:p>
            <a:pPr marL="514350" indent="-514350">
              <a:buFont typeface="+mj-lt"/>
              <a:buAutoNum type="arabicPeriod"/>
            </a:pPr>
            <a:r>
              <a:rPr lang="en-US"/>
              <a:t>User Procedures</a:t>
            </a:r>
          </a:p>
          <a:p>
            <a:pPr marL="514350" indent="-514350">
              <a:buFont typeface="+mj-lt"/>
              <a:buAutoNum type="arabicPeriod"/>
            </a:pPr>
            <a:r>
              <a:rPr lang="en-US"/>
              <a:t>Decision Support System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02DEAB-081D-BA24-7B27-11032E360A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460945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E115F9-9E79-8495-BA7F-581A2D610C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D1BB63-4350-72A4-F5A6-7BC05C8ACC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/>
              <a:t>Project Governance and Management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DAE108-9E44-567B-9E8A-3F62785A81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2800"/>
              <a:t>#plan #lead #guide #monitor</a:t>
            </a:r>
          </a:p>
        </p:txBody>
      </p:sp>
    </p:spTree>
    <p:extLst>
      <p:ext uri="{BB962C8B-B14F-4D97-AF65-F5344CB8AC3E}">
        <p14:creationId xmlns:p14="http://schemas.microsoft.com/office/powerpoint/2010/main" val="6241370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25681A-45A2-7128-DE7A-C52014C271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It Means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81C06D-494C-27A0-0E5F-98BA47AD48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7721" y="2901633"/>
            <a:ext cx="6294120" cy="261302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/>
              <a:t>It answers questions like:</a:t>
            </a:r>
          </a:p>
          <a:p>
            <a:r>
              <a:rPr lang="en-US" sz="2400"/>
              <a:t>Who is in charge?</a:t>
            </a:r>
          </a:p>
          <a:p>
            <a:r>
              <a:rPr lang="en-US" sz="2400"/>
              <a:t>Who makes decisions?</a:t>
            </a:r>
          </a:p>
          <a:p>
            <a:r>
              <a:rPr lang="en-US" sz="2400"/>
              <a:t>How do we keep the project on schedule and within budget?</a:t>
            </a:r>
          </a:p>
          <a:p>
            <a:r>
              <a:rPr lang="en-US" sz="2400"/>
              <a:t>How do we manage risks?</a:t>
            </a:r>
          </a:p>
          <a:p>
            <a:endParaRPr lang="en-US" sz="240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B95FC5-DEF0-1FD8-7D7D-13351CCE7D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E89AC33-9A1B-0BD4-C2BA-C56E0FE16C83}"/>
              </a:ext>
            </a:extLst>
          </p:cNvPr>
          <p:cNvSpPr/>
          <p:nvPr/>
        </p:nvSpPr>
        <p:spPr>
          <a:xfrm>
            <a:off x="7101841" y="2901633"/>
            <a:ext cx="4196079" cy="2499360"/>
          </a:xfrm>
          <a:prstGeom prst="rect">
            <a:avLst/>
          </a:prstGeom>
          <a:solidFill>
            <a:srgbClr val="FFC000">
              <a:alpha val="27059"/>
            </a:srgbClr>
          </a:solidFill>
          <a:ln>
            <a:solidFill>
              <a:srgbClr val="172C51">
                <a:alpha val="54118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It’s like organizing a big trip with your family.</a:t>
            </a:r>
          </a:p>
          <a:p>
            <a:pPr algn="ctr"/>
            <a:br>
              <a:rPr lang="en-US">
                <a:solidFill>
                  <a:schemeClr val="tx1"/>
                </a:solidFill>
              </a:rPr>
            </a:br>
            <a:r>
              <a:rPr lang="en-US">
                <a:solidFill>
                  <a:schemeClr val="tx1"/>
                </a:solidFill>
              </a:rPr>
              <a:t>Someone must lead the planning, set the itinerary, book the hotels, make sure everyone sticks to the plan, and solve problems along the way.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0CA8178-C5D9-B7AC-2EB9-8CAE37EAAF27}"/>
              </a:ext>
            </a:extLst>
          </p:cNvPr>
          <p:cNvSpPr txBox="1">
            <a:spLocks/>
          </p:cNvSpPr>
          <p:nvPr/>
        </p:nvSpPr>
        <p:spPr>
          <a:xfrm>
            <a:off x="807721" y="1604328"/>
            <a:ext cx="10043160" cy="11280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400"/>
              <a:t>Project governance and management is about how a system project is planned, led, and controlled so it doesn’t go off-track</a:t>
            </a:r>
          </a:p>
        </p:txBody>
      </p:sp>
    </p:spTree>
    <p:extLst>
      <p:ext uri="{BB962C8B-B14F-4D97-AF65-F5344CB8AC3E}">
        <p14:creationId xmlns:p14="http://schemas.microsoft.com/office/powerpoint/2010/main" val="104427624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4BB36C-6445-DA42-6013-058BC14C3D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55AC7A-A396-196D-64A6-0D798170A0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Why It Matters in System Projects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E8E91B-84C0-8FCC-7771-3233A73CF8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A02822E-99EC-C2AA-3F8B-FB9F20D07F69}"/>
              </a:ext>
            </a:extLst>
          </p:cNvPr>
          <p:cNvSpPr txBox="1">
            <a:spLocks/>
          </p:cNvSpPr>
          <p:nvPr/>
        </p:nvSpPr>
        <p:spPr>
          <a:xfrm>
            <a:off x="807720" y="1604328"/>
            <a:ext cx="10515599" cy="4430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sz="2400"/>
              <a:t>Most IT project failures come from management issues, not technology:</a:t>
            </a:r>
          </a:p>
          <a:p>
            <a:pPr>
              <a:lnSpc>
                <a:spcPct val="100000"/>
              </a:lnSpc>
            </a:pPr>
            <a:r>
              <a:rPr lang="en-US" sz="2400"/>
              <a:t>unclear goals</a:t>
            </a:r>
          </a:p>
          <a:p>
            <a:pPr>
              <a:lnSpc>
                <a:spcPct val="100000"/>
              </a:lnSpc>
            </a:pPr>
            <a:r>
              <a:rPr lang="en-US" sz="2400"/>
              <a:t>no leadership</a:t>
            </a:r>
          </a:p>
          <a:p>
            <a:pPr>
              <a:lnSpc>
                <a:spcPct val="100000"/>
              </a:lnSpc>
            </a:pPr>
            <a:r>
              <a:rPr lang="en-US" sz="2400"/>
              <a:t>no monitoring</a:t>
            </a:r>
          </a:p>
          <a:p>
            <a:pPr>
              <a:lnSpc>
                <a:spcPct val="100000"/>
              </a:lnSpc>
            </a:pPr>
            <a:r>
              <a:rPr lang="en-US" sz="2400"/>
              <a:t>scope keeps expanding</a:t>
            </a:r>
          </a:p>
          <a:p>
            <a:pPr>
              <a:lnSpc>
                <a:spcPct val="100000"/>
              </a:lnSpc>
            </a:pPr>
            <a:r>
              <a:rPr lang="en-US" sz="2400"/>
              <a:t>risks ignored</a:t>
            </a:r>
          </a:p>
          <a:p>
            <a:pPr marL="0" indent="0">
              <a:lnSpc>
                <a:spcPct val="100000"/>
              </a:lnSpc>
              <a:buNone/>
            </a:pPr>
            <a:endParaRPr lang="en-US" sz="2400"/>
          </a:p>
          <a:p>
            <a:pPr marL="0" indent="0">
              <a:lnSpc>
                <a:spcPct val="100000"/>
              </a:lnSpc>
              <a:buNone/>
            </a:pPr>
            <a:r>
              <a:rPr lang="en-US" sz="2400"/>
              <a:t>Good governance keeps the project steady and aligned with business needs.</a:t>
            </a:r>
          </a:p>
        </p:txBody>
      </p:sp>
    </p:spTree>
    <p:extLst>
      <p:ext uri="{BB962C8B-B14F-4D97-AF65-F5344CB8AC3E}">
        <p14:creationId xmlns:p14="http://schemas.microsoft.com/office/powerpoint/2010/main" val="336917990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E8ED7E-CFEE-5538-F3F2-D60FC5250A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39EB24-52C2-357B-B656-46EF047A55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950595"/>
          </a:xfrm>
        </p:spPr>
        <p:txBody>
          <a:bodyPr/>
          <a:lstStyle/>
          <a:p>
            <a:r>
              <a:rPr lang="en-US"/>
              <a:t>Key Components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291DCD-F9EB-A000-2D2F-3CBE36DAF4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23</a:t>
            </a:fld>
            <a:endParaRPr lang="en-US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9BDDA31-16A7-A215-C728-952FEBB4B3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9087104"/>
              </p:ext>
            </p:extLst>
          </p:nvPr>
        </p:nvGraphicFramePr>
        <p:xfrm>
          <a:off x="914400" y="1087120"/>
          <a:ext cx="7848601" cy="4994995"/>
        </p:xfrm>
        <a:graphic>
          <a:graphicData uri="http://schemas.openxmlformats.org/drawingml/2006/table">
            <a:tbl>
              <a:tblPr bandRow="1">
                <a:tableStyleId>{3B4B98B0-60AC-42C2-AFA5-B58CD77FA1E5}</a:tableStyleId>
              </a:tblPr>
              <a:tblGrid>
                <a:gridCol w="3126297">
                  <a:extLst>
                    <a:ext uri="{9D8B030D-6E8A-4147-A177-3AD203B41FA5}">
                      <a16:colId xmlns:a16="http://schemas.microsoft.com/office/drawing/2014/main" val="2736459459"/>
                    </a:ext>
                  </a:extLst>
                </a:gridCol>
                <a:gridCol w="4722304">
                  <a:extLst>
                    <a:ext uri="{9D8B030D-6E8A-4147-A177-3AD203B41FA5}">
                      <a16:colId xmlns:a16="http://schemas.microsoft.com/office/drawing/2014/main" val="1552798382"/>
                    </a:ext>
                  </a:extLst>
                </a:gridCol>
              </a:tblGrid>
              <a:tr h="78875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/>
                        <a:t>Steering Committee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800"/>
                        <a:t>Provide direction</a:t>
                      </a:r>
                    </a:p>
                    <a:p>
                      <a:pPr marL="285750" indent="-285750"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800"/>
                        <a:t>Approves major decisions</a:t>
                      </a:r>
                    </a:p>
                    <a:p>
                      <a:pPr marL="285750" indent="-285750">
                        <a:spcAft>
                          <a:spcPts val="6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800"/>
                        <a:t>Handles conflicts and priorities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3089566"/>
                  </a:ext>
                </a:extLst>
              </a:tr>
              <a:tr h="78875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/>
                        <a:t>Project Manager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800"/>
                        <a:t>Runs the day-to-day work</a:t>
                      </a:r>
                    </a:p>
                    <a:p>
                      <a:pPr marL="285750" indent="-285750"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800"/>
                        <a:t>Manages schedule, budget, people</a:t>
                      </a:r>
                    </a:p>
                    <a:p>
                      <a:pPr marL="285750" indent="-285750"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800"/>
                        <a:t>Reports progress</a:t>
                      </a:r>
                    </a:p>
                    <a:p>
                      <a:pPr marL="285750" indent="-285750">
                        <a:spcAft>
                          <a:spcPts val="6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800"/>
                        <a:t>Handles risks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3306008"/>
                  </a:ext>
                </a:extLst>
              </a:tr>
              <a:tr h="78875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/>
                        <a:t>Stakeholders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800"/>
                        <a:t>Users, IT staff, security team, vendors</a:t>
                      </a:r>
                    </a:p>
                    <a:p>
                      <a:pPr marL="285750" indent="-285750">
                        <a:spcAft>
                          <a:spcPts val="6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800"/>
                        <a:t>Provide inputs and validate requirements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6991803"/>
                  </a:ext>
                </a:extLst>
              </a:tr>
              <a:tr h="78875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/>
                        <a:t>Scope, Time, Cost </a:t>
                      </a:r>
                      <a:r>
                        <a:rPr lang="en-US" sz="1800" err="1"/>
                        <a:t>Mgmt</a:t>
                      </a:r>
                      <a:endParaRPr lang="en-US"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800"/>
                        <a:t>Scope (what we want to build)</a:t>
                      </a:r>
                    </a:p>
                    <a:p>
                      <a:pPr marL="285750" indent="-285750"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800"/>
                        <a:t>Time (how long)</a:t>
                      </a:r>
                    </a:p>
                    <a:p>
                      <a:pPr marL="285750" indent="-285750"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800"/>
                        <a:t>Cost (how much money)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/>
                        <a:t>If one changes, the others must adjust.</a:t>
                      </a:r>
                      <a:endParaRPr lang="en-US" sz="18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2524965"/>
                  </a:ext>
                </a:extLst>
              </a:tr>
              <a:tr h="78875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/>
                        <a:t>Risk Management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800"/>
                        <a:t>Identify early risks</a:t>
                      </a:r>
                    </a:p>
                    <a:p>
                      <a:pPr marL="285750" indent="-285750"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800"/>
                        <a:t>Monitor them throughout the project</a:t>
                      </a:r>
                    </a:p>
                    <a:p>
                      <a:pPr marL="285750" indent="-285750">
                        <a:spcAft>
                          <a:spcPts val="6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800"/>
                        <a:t>Create mitigation plans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2955045"/>
                  </a:ext>
                </a:extLst>
              </a:tr>
            </a:tbl>
          </a:graphicData>
        </a:graphic>
      </p:graphicFrame>
      <p:sp>
        <p:nvSpPr>
          <p:cNvPr id="19" name="Rectangle 18">
            <a:extLst>
              <a:ext uri="{FF2B5EF4-FFF2-40B4-BE49-F238E27FC236}">
                <a16:creationId xmlns:a16="http://schemas.microsoft.com/office/drawing/2014/main" id="{6586CAD0-1065-8875-975F-FD7816B8A9B8}"/>
              </a:ext>
            </a:extLst>
          </p:cNvPr>
          <p:cNvSpPr/>
          <p:nvPr/>
        </p:nvSpPr>
        <p:spPr>
          <a:xfrm>
            <a:off x="8839201" y="1087120"/>
            <a:ext cx="2590799" cy="873760"/>
          </a:xfrm>
          <a:prstGeom prst="rect">
            <a:avLst/>
          </a:prstGeom>
          <a:solidFill>
            <a:srgbClr val="FFC000">
              <a:alpha val="27059"/>
            </a:srgbClr>
          </a:solidFill>
          <a:ln>
            <a:solidFill>
              <a:srgbClr val="172C51">
                <a:alpha val="54118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chemeClr val="tx1"/>
                </a:solidFill>
              </a:rPr>
              <a:t>They are like the “parents of the trip,” deciding the destination and budget.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1445C34-02C4-5FDC-142E-E7E299945BCD}"/>
              </a:ext>
            </a:extLst>
          </p:cNvPr>
          <p:cNvSpPr/>
          <p:nvPr/>
        </p:nvSpPr>
        <p:spPr>
          <a:xfrm>
            <a:off x="8839201" y="2072554"/>
            <a:ext cx="2590799" cy="1016085"/>
          </a:xfrm>
          <a:prstGeom prst="rect">
            <a:avLst/>
          </a:prstGeom>
          <a:solidFill>
            <a:srgbClr val="FFC000">
              <a:alpha val="27059"/>
            </a:srgbClr>
          </a:solidFill>
          <a:ln>
            <a:solidFill>
              <a:srgbClr val="172C51">
                <a:alpha val="54118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chemeClr val="tx1"/>
                </a:solidFill>
              </a:rPr>
              <a:t>The “trip coordinator” who arranges flights, hotels, and makes sure everyone is on time.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75204F1-C5AB-A6FD-A1F9-495AEA9402D8}"/>
              </a:ext>
            </a:extLst>
          </p:cNvPr>
          <p:cNvSpPr/>
          <p:nvPr/>
        </p:nvSpPr>
        <p:spPr>
          <a:xfrm>
            <a:off x="8844281" y="3210474"/>
            <a:ext cx="2590799" cy="731606"/>
          </a:xfrm>
          <a:prstGeom prst="rect">
            <a:avLst/>
          </a:prstGeom>
          <a:solidFill>
            <a:srgbClr val="FFC000">
              <a:alpha val="27059"/>
            </a:srgbClr>
          </a:solidFill>
          <a:ln>
            <a:solidFill>
              <a:srgbClr val="172C51">
                <a:alpha val="54118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chemeClr val="tx1"/>
                </a:solidFill>
              </a:rPr>
              <a:t>Everyone joining the trip—they must share what they want and agree on the plan.</a:t>
            </a:r>
          </a:p>
        </p:txBody>
      </p:sp>
    </p:spTree>
    <p:extLst>
      <p:ext uri="{BB962C8B-B14F-4D97-AF65-F5344CB8AC3E}">
        <p14:creationId xmlns:p14="http://schemas.microsoft.com/office/powerpoint/2010/main" val="160781518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C0AA7C-D81E-FE2D-2231-151B868340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47115"/>
          </a:xfrm>
        </p:spPr>
        <p:txBody>
          <a:bodyPr/>
          <a:lstStyle/>
          <a:p>
            <a:r>
              <a:rPr lang="en-US"/>
              <a:t>Auditor’s Role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6A691E-A129-6B6B-3FE6-51787CCD4B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03681"/>
            <a:ext cx="10515600" cy="4358640"/>
          </a:xfrm>
        </p:spPr>
        <p:txBody>
          <a:bodyPr>
            <a:normAutofit fontScale="77500" lnSpcReduction="20000"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/>
              <a:t>Auditors look at whether the project is:</a:t>
            </a:r>
          </a:p>
          <a:p>
            <a:pPr>
              <a:lnSpc>
                <a:spcPct val="110000"/>
              </a:lnSpc>
            </a:pPr>
            <a:r>
              <a:rPr lang="en-US"/>
              <a:t>well planned</a:t>
            </a:r>
          </a:p>
          <a:p>
            <a:pPr>
              <a:lnSpc>
                <a:spcPct val="110000"/>
              </a:lnSpc>
            </a:pPr>
            <a:r>
              <a:rPr lang="en-US"/>
              <a:t>properly supervised</a:t>
            </a:r>
          </a:p>
          <a:p>
            <a:pPr>
              <a:lnSpc>
                <a:spcPct val="110000"/>
              </a:lnSpc>
            </a:pPr>
            <a:r>
              <a:rPr lang="en-US"/>
              <a:t>following approved policies</a:t>
            </a:r>
          </a:p>
          <a:p>
            <a:pPr>
              <a:lnSpc>
                <a:spcPct val="110000"/>
              </a:lnSpc>
            </a:pPr>
            <a:r>
              <a:rPr lang="en-US"/>
              <a:t>managing risks</a:t>
            </a:r>
          </a:p>
          <a:p>
            <a:pPr>
              <a:lnSpc>
                <a:spcPct val="110000"/>
              </a:lnSpc>
            </a:pPr>
            <a:r>
              <a:rPr lang="en-US"/>
              <a:t>tracking changes (scope creep)</a:t>
            </a:r>
          </a:p>
          <a:p>
            <a:pPr>
              <a:lnSpc>
                <a:spcPct val="110000"/>
              </a:lnSpc>
            </a:pPr>
            <a:r>
              <a:rPr lang="en-US"/>
              <a:t>communicating status</a:t>
            </a:r>
          </a:p>
          <a:p>
            <a:pPr>
              <a:lnSpc>
                <a:spcPct val="110000"/>
              </a:lnSpc>
            </a:pPr>
            <a:endParaRPr lang="en-US"/>
          </a:p>
          <a:p>
            <a:pPr marL="0" indent="0">
              <a:lnSpc>
                <a:spcPct val="110000"/>
              </a:lnSpc>
              <a:buNone/>
            </a:pPr>
            <a:r>
              <a:rPr lang="en-US"/>
              <a:t>They do not manage the project,</a:t>
            </a:r>
            <a:br>
              <a:rPr lang="en-US"/>
            </a:br>
            <a:r>
              <a:rPr lang="en-US"/>
              <a:t>they assess whether it is being managed well.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4257AD-2F8C-A7DB-247C-C939D0A904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563921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CE4D63-9384-BB31-4852-5F83B5D071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D33C5B-666B-44AF-F5DA-F291DC2270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Business Case and Feasibility Analysis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BDAA9C-22C0-D55D-1EF7-51DBED1171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2800"/>
              <a:t>#justify</a:t>
            </a:r>
          </a:p>
        </p:txBody>
      </p:sp>
    </p:spTree>
    <p:extLst>
      <p:ext uri="{BB962C8B-B14F-4D97-AF65-F5344CB8AC3E}">
        <p14:creationId xmlns:p14="http://schemas.microsoft.com/office/powerpoint/2010/main" val="240474405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4633BB-D74D-FC4C-AE63-46D0CE85E2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18926"/>
          </a:xfrm>
        </p:spPr>
        <p:txBody>
          <a:bodyPr/>
          <a:lstStyle/>
          <a:p>
            <a:r>
              <a:rPr lang="en-US"/>
              <a:t>Purpose of a Business Case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34CB59-B9B2-408E-598F-1718021403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71600"/>
            <a:ext cx="10515600" cy="459145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/>
              <a:t>The business case answers one core question:</a:t>
            </a:r>
          </a:p>
          <a:p>
            <a:pPr marL="0" indent="0">
              <a:buNone/>
            </a:pPr>
            <a:r>
              <a:rPr lang="en-US" b="1"/>
              <a:t>“Is this project worth doing?”</a:t>
            </a:r>
          </a:p>
          <a:p>
            <a:pPr marL="0" indent="0">
              <a:buNone/>
            </a:pPr>
            <a:r>
              <a:rPr lang="en-US"/>
              <a:t>Auditors look for whether the organization clearly justified the project before spending money, time, and resources.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/>
              <a:t>What auditors check:</a:t>
            </a:r>
          </a:p>
          <a:p>
            <a:r>
              <a:rPr lang="en-US"/>
              <a:t>Is there a documented </a:t>
            </a:r>
            <a:r>
              <a:rPr lang="en-US" i="1"/>
              <a:t>reason</a:t>
            </a:r>
            <a:r>
              <a:rPr lang="en-US"/>
              <a:t> for the project?</a:t>
            </a:r>
          </a:p>
          <a:p>
            <a:r>
              <a:rPr lang="en-US"/>
              <a:t>Do the expected </a:t>
            </a:r>
            <a:r>
              <a:rPr lang="en-US" i="1"/>
              <a:t>benefits</a:t>
            </a:r>
            <a:r>
              <a:rPr lang="en-US"/>
              <a:t> outweigh the </a:t>
            </a:r>
            <a:r>
              <a:rPr lang="en-US" i="1"/>
              <a:t>costs</a:t>
            </a:r>
            <a:r>
              <a:rPr lang="en-US"/>
              <a:t>?</a:t>
            </a:r>
          </a:p>
          <a:p>
            <a:r>
              <a:rPr lang="en-US"/>
              <a:t>Are the objectives aligned with strategy?</a:t>
            </a:r>
          </a:p>
          <a:p>
            <a:r>
              <a:rPr lang="en-US"/>
              <a:t>Has management reviewed and approved it?</a:t>
            </a:r>
          </a:p>
          <a:p>
            <a:pPr marL="0" indent="0">
              <a:buNone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AF1EBF-EBFC-867B-B883-0635F90639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116897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B4947E-FDAC-A698-3384-943CEEEF3E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07F246-6F69-8276-9686-90153CE164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950595"/>
          </a:xfrm>
        </p:spPr>
        <p:txBody>
          <a:bodyPr/>
          <a:lstStyle/>
          <a:p>
            <a:r>
              <a:rPr lang="en-US"/>
              <a:t>Key Components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52C66B-B4FB-7610-1E31-1A1FFDE8A3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27</a:t>
            </a:fld>
            <a:endParaRPr lang="en-US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C7FF61E-6088-6B22-AD41-E5BC3E88F3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1205417"/>
              </p:ext>
            </p:extLst>
          </p:nvPr>
        </p:nvGraphicFramePr>
        <p:xfrm>
          <a:off x="914400" y="1087120"/>
          <a:ext cx="10439400" cy="4869350"/>
        </p:xfrm>
        <a:graphic>
          <a:graphicData uri="http://schemas.openxmlformats.org/drawingml/2006/table">
            <a:tbl>
              <a:tblPr bandRow="1">
                <a:tableStyleId>{3B4B98B0-60AC-42C2-AFA5-B58CD77FA1E5}</a:tableStyleId>
              </a:tblPr>
              <a:tblGrid>
                <a:gridCol w="2782111">
                  <a:extLst>
                    <a:ext uri="{9D8B030D-6E8A-4147-A177-3AD203B41FA5}">
                      <a16:colId xmlns:a16="http://schemas.microsoft.com/office/drawing/2014/main" val="2736459459"/>
                    </a:ext>
                  </a:extLst>
                </a:gridCol>
                <a:gridCol w="7657289">
                  <a:extLst>
                    <a:ext uri="{9D8B030D-6E8A-4147-A177-3AD203B41FA5}">
                      <a16:colId xmlns:a16="http://schemas.microsoft.com/office/drawing/2014/main" val="1552798382"/>
                    </a:ext>
                  </a:extLst>
                </a:gridCol>
              </a:tblGrid>
              <a:tr h="78875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/>
                        <a:t>Problem or Opportunity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/>
                        <a:t>What issue are we solving?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/>
                        <a:t>Is it a compliance need, efficiency improvement, or new capability?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3089566"/>
                  </a:ext>
                </a:extLst>
              </a:tr>
              <a:tr h="78875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/>
                        <a:t>Costs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/>
                        <a:t>Development cost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/>
                        <a:t>Operating cost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/>
                        <a:t>Maintenance cost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/>
                        <a:t>Opportunity cost (what we lose by choosing this project instead of another)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3306008"/>
                  </a:ext>
                </a:extLst>
              </a:tr>
              <a:tr h="78875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/>
                        <a:t>Benefits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/>
                        <a:t>Financial (savings, revenue)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/>
                        <a:t>Non-financial (better control, better decision-making)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/>
                        <a:t>Risk reduction (e.g., automating manual processes to reduce errors)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6991803"/>
                  </a:ext>
                </a:extLst>
              </a:tr>
              <a:tr h="78875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/>
                        <a:t>Risk Assessment</a:t>
                      </a:r>
                      <a:endParaRPr lang="en-US"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/>
                        <a:t>What risks could threaten the success of the project?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/>
                        <a:t>Is there mitigation?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2524965"/>
                  </a:ext>
                </a:extLst>
              </a:tr>
              <a:tr h="78875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/>
                        <a:t>ROI / Value Analysis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/>
                        <a:t>Payback period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/>
                        <a:t>Cost–benefit comparison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/>
                        <a:t>Qualitative value narrative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29550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4927028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E517CB-9012-7918-CCC0-9376183813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7A13C9-784F-C92E-4D8F-C1AF04C2A3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950595"/>
          </a:xfrm>
        </p:spPr>
        <p:txBody>
          <a:bodyPr/>
          <a:lstStyle/>
          <a:p>
            <a:r>
              <a:rPr lang="en-US"/>
              <a:t>Feasibility Analysis (can we?)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DDD495-DE63-2CC7-04B4-2A3647E96F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28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AFD79F-37B9-34EC-A81A-59FCC97EB5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87121"/>
            <a:ext cx="10515600" cy="55685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/>
              <a:t>This is where the organization checks whether the project can realistically be delivered.</a:t>
            </a:r>
          </a:p>
          <a:p>
            <a:pPr marL="0" indent="0">
              <a:buNone/>
            </a:pPr>
            <a:endParaRPr lang="en-US" sz="200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086040E4-5B16-F1B0-320D-2E1EBB9404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2501043"/>
              </p:ext>
            </p:extLst>
          </p:nvPr>
        </p:nvGraphicFramePr>
        <p:xfrm>
          <a:off x="1050587" y="1744394"/>
          <a:ext cx="9844391" cy="4187762"/>
        </p:xfrm>
        <a:graphic>
          <a:graphicData uri="http://schemas.openxmlformats.org/drawingml/2006/table">
            <a:tbl>
              <a:tblPr bandRow="1">
                <a:tableStyleId>{3B4B98B0-60AC-42C2-AFA5-B58CD77FA1E5}</a:tableStyleId>
              </a:tblPr>
              <a:tblGrid>
                <a:gridCol w="2623540">
                  <a:extLst>
                    <a:ext uri="{9D8B030D-6E8A-4147-A177-3AD203B41FA5}">
                      <a16:colId xmlns:a16="http://schemas.microsoft.com/office/drawing/2014/main" val="2736459459"/>
                    </a:ext>
                  </a:extLst>
                </a:gridCol>
                <a:gridCol w="7220851">
                  <a:extLst>
                    <a:ext uri="{9D8B030D-6E8A-4147-A177-3AD203B41FA5}">
                      <a16:colId xmlns:a16="http://schemas.microsoft.com/office/drawing/2014/main" val="1552798382"/>
                    </a:ext>
                  </a:extLst>
                </a:gridCol>
              </a:tblGrid>
              <a:tr h="100208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/>
                        <a:t>Technical feasibility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/>
                        <a:t>Do we have the technology?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/>
                        <a:t>Do we have the skills?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/>
                        <a:t>Is the infrastructure ready?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3089566"/>
                  </a:ext>
                </a:extLst>
              </a:tr>
              <a:tr h="79438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/>
                        <a:t>Operational feasibility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/>
                        <a:t>Will users actually adopt it?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/>
                        <a:t>Are the processes ready to change?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3306008"/>
                  </a:ext>
                </a:extLst>
              </a:tr>
              <a:tr h="83657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/>
                        <a:t>Economic feasibility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/>
                        <a:t>Can we afford it?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/>
                        <a:t>Does the value justify the cost?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6991803"/>
                  </a:ext>
                </a:extLst>
              </a:tr>
              <a:tr h="77821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/>
                        <a:t>Legal &amp; regulatory feasibility</a:t>
                      </a:r>
                      <a:endParaRPr lang="en-US"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/>
                        <a:t>Does the project comply with laws and policies?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/>
                        <a:t>Is there a data protection requirement?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2524965"/>
                  </a:ext>
                </a:extLst>
              </a:tr>
              <a:tr h="77649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/>
                        <a:t>Schedule feasibility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/>
                        <a:t>Can we finish within the required timeline?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29550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7143206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0E2B82-0B98-ABBB-3CC2-20DEF9CC39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43469D-6B3D-DB4C-5F2C-D89064AC53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950595"/>
          </a:xfrm>
        </p:spPr>
        <p:txBody>
          <a:bodyPr/>
          <a:lstStyle/>
          <a:p>
            <a:r>
              <a:rPr lang="en-US"/>
              <a:t>Auditor's Perspective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636F33-0107-3640-F265-A16A9F2F92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29</a:t>
            </a:fld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E579AC86-3D9B-C497-A520-2FC9B11FFFEC}"/>
              </a:ext>
            </a:extLst>
          </p:cNvPr>
          <p:cNvSpPr txBox="1">
            <a:spLocks/>
          </p:cNvSpPr>
          <p:nvPr/>
        </p:nvSpPr>
        <p:spPr>
          <a:xfrm>
            <a:off x="838200" y="1177047"/>
            <a:ext cx="10515600" cy="4786008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buNone/>
            </a:pPr>
            <a:r>
              <a:rPr lang="en-US"/>
              <a:t>This is where the organization checks whether the project can realistically be delivered.</a:t>
            </a:r>
          </a:p>
          <a:p>
            <a:pPr marL="0" indent="0">
              <a:lnSpc>
                <a:spcPct val="110000"/>
              </a:lnSpc>
              <a:buNone/>
            </a:pPr>
            <a:endParaRPr lang="en-US"/>
          </a:p>
          <a:p>
            <a:pPr marL="0" indent="0">
              <a:lnSpc>
                <a:spcPct val="110000"/>
              </a:lnSpc>
              <a:buNone/>
            </a:pPr>
            <a:r>
              <a:rPr lang="en-US"/>
              <a:t>Auditors verify whether the business case was:</a:t>
            </a:r>
          </a:p>
          <a:p>
            <a:pPr>
              <a:lnSpc>
                <a:spcPct val="110000"/>
              </a:lnSpc>
            </a:pPr>
            <a:r>
              <a:rPr lang="en-US"/>
              <a:t>Prepared </a:t>
            </a:r>
            <a:r>
              <a:rPr lang="en-US" b="1"/>
              <a:t>before</a:t>
            </a:r>
            <a:r>
              <a:rPr lang="en-US"/>
              <a:t> significant investment was made</a:t>
            </a:r>
          </a:p>
          <a:p>
            <a:pPr>
              <a:lnSpc>
                <a:spcPct val="110000"/>
              </a:lnSpc>
            </a:pPr>
            <a:r>
              <a:rPr lang="en-US"/>
              <a:t>Reviewed and approved by the right authority</a:t>
            </a:r>
          </a:p>
          <a:p>
            <a:pPr>
              <a:lnSpc>
                <a:spcPct val="110000"/>
              </a:lnSpc>
            </a:pPr>
            <a:r>
              <a:rPr lang="en-US"/>
              <a:t>Supported by realistic assumptions</a:t>
            </a:r>
          </a:p>
          <a:p>
            <a:pPr>
              <a:lnSpc>
                <a:spcPct val="110000"/>
              </a:lnSpc>
            </a:pPr>
            <a:r>
              <a:rPr lang="en-US"/>
              <a:t>Objectively assessing costs, benefits, and risks</a:t>
            </a:r>
          </a:p>
          <a:p>
            <a:pPr>
              <a:lnSpc>
                <a:spcPct val="110000"/>
              </a:lnSpc>
            </a:pPr>
            <a:r>
              <a:rPr lang="en-US"/>
              <a:t>Updated when major changes occur during the project lifecycle</a:t>
            </a:r>
          </a:p>
          <a:p>
            <a:pPr marL="0" indent="0">
              <a:lnSpc>
                <a:spcPct val="110000"/>
              </a:lnSpc>
              <a:buNone/>
            </a:pPr>
            <a:endParaRPr lang="en-US"/>
          </a:p>
          <a:p>
            <a:pPr marL="0" indent="0">
              <a:lnSpc>
                <a:spcPct val="110000"/>
              </a:lnSpc>
              <a:buNone/>
            </a:pPr>
            <a:r>
              <a:rPr lang="en-US" b="1"/>
              <a:t>Key risk:</a:t>
            </a:r>
            <a:br>
              <a:rPr lang="en-US"/>
            </a:br>
            <a:r>
              <a:rPr lang="en-US"/>
              <a:t>If the business case is weak, the project may fail even if technically well executed.</a:t>
            </a:r>
          </a:p>
        </p:txBody>
      </p:sp>
    </p:spTree>
    <p:extLst>
      <p:ext uri="{BB962C8B-B14F-4D97-AF65-F5344CB8AC3E}">
        <p14:creationId xmlns:p14="http://schemas.microsoft.com/office/powerpoint/2010/main" val="248518450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91D9F8-0F64-E78A-1DB8-D2E36C3E8C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1AC606-9CA3-A16A-AC54-A351C99D82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/>
              <a:t>System Development Methodologies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73FDAF-A69D-CD40-D4B3-06E89828D6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2800"/>
              <a:t>#approach #steps #change #build</a:t>
            </a:r>
          </a:p>
        </p:txBody>
      </p:sp>
    </p:spTree>
    <p:extLst>
      <p:ext uri="{BB962C8B-B14F-4D97-AF65-F5344CB8AC3E}">
        <p14:creationId xmlns:p14="http://schemas.microsoft.com/office/powerpoint/2010/main" val="284227390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87709F-527A-279A-9EA8-87932AD6FF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Why Methodology Matters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7550E4-568C-5650-BF87-98D8FF69AE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/>
              <a:t>A methodology is simply the recipe for building a system.</a:t>
            </a:r>
            <a:br>
              <a:rPr lang="en-US"/>
            </a:br>
            <a:r>
              <a:rPr lang="en-US"/>
              <a:t>Auditors care because a consistent, documented recipe reduces project failure.</a:t>
            </a:r>
          </a:p>
          <a:p>
            <a:pPr marL="0" indent="0">
              <a:lnSpc>
                <a:spcPct val="100000"/>
              </a:lnSpc>
              <a:buNone/>
            </a:pPr>
            <a:endParaRPr lang="en-US"/>
          </a:p>
          <a:p>
            <a:pPr marL="0" indent="0">
              <a:lnSpc>
                <a:spcPct val="100000"/>
              </a:lnSpc>
              <a:buNone/>
            </a:pPr>
            <a:r>
              <a:rPr lang="en-US"/>
              <a:t>“Governance decides the rules, business case justifies </a:t>
            </a:r>
            <a:r>
              <a:rPr lang="en-US" i="1"/>
              <a:t>why</a:t>
            </a:r>
            <a:r>
              <a:rPr lang="en-US"/>
              <a:t>,</a:t>
            </a:r>
            <a:br>
              <a:rPr lang="en-US"/>
            </a:br>
            <a:r>
              <a:rPr lang="en-US" b="1"/>
              <a:t>methodology defines </a:t>
            </a:r>
            <a:r>
              <a:rPr lang="en-US" b="1" i="1"/>
              <a:t>how we build</a:t>
            </a:r>
            <a:r>
              <a:rPr lang="en-US"/>
              <a:t>.”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3FD07F-F520-748F-00DD-454E59585D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384562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CF86E6-FE1F-D464-D6ED-76C2D52420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6D2B3C-2FEE-CFFC-2620-2E12B5487B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1166"/>
            <a:ext cx="10515600" cy="792466"/>
          </a:xfrm>
        </p:spPr>
        <p:txBody>
          <a:bodyPr/>
          <a:lstStyle/>
          <a:p>
            <a:r>
              <a:rPr lang="en-US"/>
              <a:t>Common Development Approaches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5EA19C-F15D-B804-E41C-0655421BEB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32</a:t>
            </a:fld>
            <a:endParaRPr lang="en-US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52716B68-2925-244C-35E6-BFBD3F0A1E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8755578"/>
              </p:ext>
            </p:extLst>
          </p:nvPr>
        </p:nvGraphicFramePr>
        <p:xfrm>
          <a:off x="590955" y="1043632"/>
          <a:ext cx="11010090" cy="5093502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792109">
                  <a:extLst>
                    <a:ext uri="{9D8B030D-6E8A-4147-A177-3AD203B41FA5}">
                      <a16:colId xmlns:a16="http://schemas.microsoft.com/office/drawing/2014/main" val="2736459459"/>
                    </a:ext>
                  </a:extLst>
                </a:gridCol>
                <a:gridCol w="4055912">
                  <a:extLst>
                    <a:ext uri="{9D8B030D-6E8A-4147-A177-3AD203B41FA5}">
                      <a16:colId xmlns:a16="http://schemas.microsoft.com/office/drawing/2014/main" val="1552798382"/>
                    </a:ext>
                  </a:extLst>
                </a:gridCol>
                <a:gridCol w="5162069">
                  <a:extLst>
                    <a:ext uri="{9D8B030D-6E8A-4147-A177-3AD203B41FA5}">
                      <a16:colId xmlns:a16="http://schemas.microsoft.com/office/drawing/2014/main" val="132275916"/>
                    </a:ext>
                  </a:extLst>
                </a:gridCol>
              </a:tblGrid>
              <a:tr h="34046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r>
                        <a:rPr lang="en-US" sz="1400"/>
                        <a:t>Brief summary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r>
                        <a:rPr lang="en-US" sz="1400"/>
                        <a:t>Audit Angle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57179582"/>
                  </a:ext>
                </a:extLst>
              </a:tr>
              <a:tr h="100208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/>
                        <a:t>Waterfall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/>
                        <a:t>(</a:t>
                      </a:r>
                      <a:r>
                        <a:rPr lang="en-US" sz="1100" i="1"/>
                        <a:t>step-by-step)</a:t>
                      </a:r>
                      <a:endParaRPr lang="en-US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/>
                        <a:t>Linear, sequential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/>
                        <a:t>Complete one phase before the next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/>
                        <a:t>Clear documentation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/>
                        <a:t>Good for predictable, stable requirements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/>
                        <a:t>Easy to review because every phase has deliverables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/>
                        <a:t>Main risk: requirements become outdated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3089566"/>
                  </a:ext>
                </a:extLst>
              </a:tr>
              <a:tr h="79438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/>
                        <a:t>Agile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i="1"/>
                        <a:t>(iteration)</a:t>
                      </a:r>
                      <a:endParaRPr lang="en-US" sz="1200" i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/>
                        <a:t>Build in small cycles (sprints)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/>
                        <a:t>Continuous feedback from users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/>
                        <a:t>Flexible for changing requirements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/>
                        <a:t>Look for sprint planning, backlog prioritization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/>
                        <a:t>Check role clarity (Scrum Master, Product Owner)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/>
                        <a:t>Main risk: weak documentation if team is undisciplined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3306008"/>
                  </a:ext>
                </a:extLst>
              </a:tr>
              <a:tr h="83657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/>
                        <a:t>DevOps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i="1"/>
                        <a:t>(continuous)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/>
                        <a:t>Integrates development and operations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/>
                        <a:t>Continuous integration, continuous delivery (CI/CD)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/>
                        <a:t>Automation of build, test, and deployment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/>
                        <a:t>Review pipeline controls (e.g., approvals, automated tests)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/>
                        <a:t>Check separation of duties in automated environments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/>
                        <a:t>Main risk: deploying too quickly without human oversight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6991803"/>
                  </a:ext>
                </a:extLst>
              </a:tr>
              <a:tr h="77821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/>
                        <a:t>Prototyping</a:t>
                      </a:r>
                      <a:r>
                        <a:rPr lang="en-US" sz="1400"/>
                        <a:t> / Rapid Application Development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i="1"/>
                        <a:t>(draft first)</a:t>
                      </a:r>
                      <a:endParaRPr lang="en-US" sz="1200" i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/>
                        <a:t>Build quick prototypes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/>
                        <a:t>Get early user feedback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/>
                        <a:t>Validate that prototype changes are documented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/>
                        <a:t>Ensure prototype → final product transition is controlled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/>
                        <a:t>Main risk: unclear requirements if not formalized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2524965"/>
                  </a:ext>
                </a:extLst>
              </a:tr>
              <a:tr h="77649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/>
                        <a:t>Outsourced</a:t>
                      </a:r>
                      <a:r>
                        <a:rPr lang="en-US" sz="1400"/>
                        <a:t> / Third-Party Development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i="1"/>
                        <a:t>(external build)</a:t>
                      </a:r>
                      <a:endParaRPr lang="en-US" sz="1200" i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/>
                        <a:t>Vendor designs and develops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/>
                        <a:t>Client must manage SLA, contract, and security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/>
                        <a:t>Contract includes security, quality, testing, and IP clauses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/>
                        <a:t>Vendor risk assessment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/>
                        <a:t>Main risk: loss of control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29550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1490475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ECEF41-6B88-2A22-59AB-14E7909946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EA40C8-572B-66A8-BC81-6D7BCC3256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1166"/>
            <a:ext cx="10515600" cy="792466"/>
          </a:xfrm>
        </p:spPr>
        <p:txBody>
          <a:bodyPr>
            <a:normAutofit fontScale="90000"/>
          </a:bodyPr>
          <a:lstStyle/>
          <a:p>
            <a:r>
              <a:rPr lang="en-US"/>
              <a:t>Phases in Most Methodologies (Regardless of Type)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74266D-38A5-F1D7-9BD9-7689A4A692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33</a:t>
            </a:fld>
            <a:endParaRPr lang="en-US"/>
          </a:p>
        </p:txBody>
      </p:sp>
      <p:sp>
        <p:nvSpPr>
          <p:cNvPr id="5" name="Arrow: Pentagon 4">
            <a:extLst>
              <a:ext uri="{FF2B5EF4-FFF2-40B4-BE49-F238E27FC236}">
                <a16:creationId xmlns:a16="http://schemas.microsoft.com/office/drawing/2014/main" id="{84001E1D-707B-79EB-FCE9-042D2A9B243C}"/>
              </a:ext>
            </a:extLst>
          </p:cNvPr>
          <p:cNvSpPr/>
          <p:nvPr/>
        </p:nvSpPr>
        <p:spPr>
          <a:xfrm>
            <a:off x="1836477" y="1478604"/>
            <a:ext cx="2472876" cy="642026"/>
          </a:xfrm>
          <a:prstGeom prst="homePlate">
            <a:avLst/>
          </a:prstGeom>
          <a:solidFill>
            <a:srgbClr val="02029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/>
              <a:t>Requirement Definition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AA6ED0B-A05F-91AA-7056-E71AF76E6262}"/>
              </a:ext>
            </a:extLst>
          </p:cNvPr>
          <p:cNvSpPr txBox="1"/>
          <p:nvPr/>
        </p:nvSpPr>
        <p:spPr>
          <a:xfrm>
            <a:off x="2149811" y="2314996"/>
            <a:ext cx="204280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sz="1600"/>
              <a:t>Is everything documented and approved?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071F618-D6EC-CF2E-905A-11FA55583374}"/>
              </a:ext>
            </a:extLst>
          </p:cNvPr>
          <p:cNvSpPr txBox="1"/>
          <p:nvPr/>
        </p:nvSpPr>
        <p:spPr>
          <a:xfrm>
            <a:off x="4630366" y="2314996"/>
            <a:ext cx="213035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sz="1600"/>
              <a:t>Logical design, physical design, controls design</a:t>
            </a:r>
          </a:p>
        </p:txBody>
      </p:sp>
      <p:sp>
        <p:nvSpPr>
          <p:cNvPr id="11" name="Arrow: Chevron 10">
            <a:extLst>
              <a:ext uri="{FF2B5EF4-FFF2-40B4-BE49-F238E27FC236}">
                <a16:creationId xmlns:a16="http://schemas.microsoft.com/office/drawing/2014/main" id="{779B30EA-E9FD-896A-6EFA-2D330670723D}"/>
              </a:ext>
            </a:extLst>
          </p:cNvPr>
          <p:cNvSpPr/>
          <p:nvPr/>
        </p:nvSpPr>
        <p:spPr>
          <a:xfrm>
            <a:off x="4309353" y="1478604"/>
            <a:ext cx="2684834" cy="642026"/>
          </a:xfrm>
          <a:prstGeom prst="chevron">
            <a:avLst/>
          </a:prstGeom>
          <a:solidFill>
            <a:srgbClr val="02029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/>
              <a:t>Design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D495FCC-0781-F35F-5CFE-D66E3DB37D3B}"/>
              </a:ext>
            </a:extLst>
          </p:cNvPr>
          <p:cNvSpPr txBox="1"/>
          <p:nvPr/>
        </p:nvSpPr>
        <p:spPr>
          <a:xfrm>
            <a:off x="7198469" y="2314996"/>
            <a:ext cx="213035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sz="1600"/>
              <a:t>Coding standards, versioning, documentation</a:t>
            </a:r>
          </a:p>
        </p:txBody>
      </p:sp>
      <p:sp>
        <p:nvSpPr>
          <p:cNvPr id="13" name="Arrow: Chevron 12">
            <a:extLst>
              <a:ext uri="{FF2B5EF4-FFF2-40B4-BE49-F238E27FC236}">
                <a16:creationId xmlns:a16="http://schemas.microsoft.com/office/drawing/2014/main" id="{E1B755AC-B8D2-FFC7-DF56-76B23CE9F36C}"/>
              </a:ext>
            </a:extLst>
          </p:cNvPr>
          <p:cNvSpPr/>
          <p:nvPr/>
        </p:nvSpPr>
        <p:spPr>
          <a:xfrm>
            <a:off x="6994187" y="1478604"/>
            <a:ext cx="2684834" cy="642026"/>
          </a:xfrm>
          <a:prstGeom prst="chevron">
            <a:avLst/>
          </a:prstGeom>
          <a:solidFill>
            <a:srgbClr val="02029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Development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5D7C676-51DE-001A-D089-18D3495BA646}"/>
              </a:ext>
            </a:extLst>
          </p:cNvPr>
          <p:cNvSpPr txBox="1"/>
          <p:nvPr/>
        </p:nvSpPr>
        <p:spPr>
          <a:xfrm>
            <a:off x="2149811" y="4769368"/>
            <a:ext cx="204280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sz="1600"/>
              <a:t>Functional, integration, security, user acceptance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F97AC70-2040-2377-B0A7-93FA87F11F06}"/>
              </a:ext>
            </a:extLst>
          </p:cNvPr>
          <p:cNvSpPr txBox="1"/>
          <p:nvPr/>
        </p:nvSpPr>
        <p:spPr>
          <a:xfrm>
            <a:off x="4630366" y="4769368"/>
            <a:ext cx="213035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sz="1600"/>
              <a:t>Migration, training, deployment</a:t>
            </a:r>
          </a:p>
        </p:txBody>
      </p:sp>
      <p:sp>
        <p:nvSpPr>
          <p:cNvPr id="19" name="Arrow: Chevron 18">
            <a:extLst>
              <a:ext uri="{FF2B5EF4-FFF2-40B4-BE49-F238E27FC236}">
                <a16:creationId xmlns:a16="http://schemas.microsoft.com/office/drawing/2014/main" id="{95C24C52-B03F-3618-792D-02933906ABEF}"/>
              </a:ext>
            </a:extLst>
          </p:cNvPr>
          <p:cNvSpPr/>
          <p:nvPr/>
        </p:nvSpPr>
        <p:spPr>
          <a:xfrm>
            <a:off x="4309353" y="3932976"/>
            <a:ext cx="2684834" cy="642026"/>
          </a:xfrm>
          <a:prstGeom prst="chevron">
            <a:avLst/>
          </a:prstGeom>
          <a:solidFill>
            <a:srgbClr val="02029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/>
              <a:t>Implementation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3F8FE53-EDBD-7518-EFF7-A7F6B596D815}"/>
              </a:ext>
            </a:extLst>
          </p:cNvPr>
          <p:cNvSpPr txBox="1"/>
          <p:nvPr/>
        </p:nvSpPr>
        <p:spPr>
          <a:xfrm>
            <a:off x="7198469" y="4769368"/>
            <a:ext cx="213035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sz="1600"/>
              <a:t>Change management, patches, updates</a:t>
            </a:r>
          </a:p>
        </p:txBody>
      </p:sp>
      <p:sp>
        <p:nvSpPr>
          <p:cNvPr id="21" name="Arrow: Chevron 20">
            <a:extLst>
              <a:ext uri="{FF2B5EF4-FFF2-40B4-BE49-F238E27FC236}">
                <a16:creationId xmlns:a16="http://schemas.microsoft.com/office/drawing/2014/main" id="{9CE1D816-F9A3-C089-6E09-F2D9E414B3A3}"/>
              </a:ext>
            </a:extLst>
          </p:cNvPr>
          <p:cNvSpPr/>
          <p:nvPr/>
        </p:nvSpPr>
        <p:spPr>
          <a:xfrm>
            <a:off x="6994187" y="3932976"/>
            <a:ext cx="2684834" cy="642026"/>
          </a:xfrm>
          <a:prstGeom prst="chevron">
            <a:avLst/>
          </a:prstGeom>
          <a:solidFill>
            <a:srgbClr val="02029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D" dirty="0"/>
              <a:t>Maintenance</a:t>
            </a:r>
            <a:endParaRPr lang="en-US" dirty="0"/>
          </a:p>
        </p:txBody>
      </p:sp>
      <p:sp>
        <p:nvSpPr>
          <p:cNvPr id="22" name="Arrow: Chevron 21">
            <a:extLst>
              <a:ext uri="{FF2B5EF4-FFF2-40B4-BE49-F238E27FC236}">
                <a16:creationId xmlns:a16="http://schemas.microsoft.com/office/drawing/2014/main" id="{21842F08-182C-68F9-11D3-DE86331F8DB0}"/>
              </a:ext>
            </a:extLst>
          </p:cNvPr>
          <p:cNvSpPr/>
          <p:nvPr/>
        </p:nvSpPr>
        <p:spPr>
          <a:xfrm>
            <a:off x="1836477" y="3932976"/>
            <a:ext cx="2472876" cy="642026"/>
          </a:xfrm>
          <a:prstGeom prst="chevron">
            <a:avLst/>
          </a:prstGeom>
          <a:solidFill>
            <a:srgbClr val="02029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/>
              <a:t>Testing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16788CF5-4C24-BBFA-2218-A368420F5DAB}"/>
              </a:ext>
            </a:extLst>
          </p:cNvPr>
          <p:cNvSpPr/>
          <p:nvPr/>
        </p:nvSpPr>
        <p:spPr>
          <a:xfrm>
            <a:off x="1646788" y="1274510"/>
            <a:ext cx="379378" cy="379378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ysClr val="windowText" lastClr="000000"/>
                </a:solidFill>
              </a:rPr>
              <a:t>1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C36E10E5-84F8-E982-CBCF-5BCBBC39066F}"/>
              </a:ext>
            </a:extLst>
          </p:cNvPr>
          <p:cNvSpPr/>
          <p:nvPr/>
        </p:nvSpPr>
        <p:spPr>
          <a:xfrm>
            <a:off x="4192620" y="1274510"/>
            <a:ext cx="379378" cy="379378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ysClr val="windowText" lastClr="000000"/>
                </a:solidFill>
              </a:rPr>
              <a:t>2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A80B018F-4CAF-A705-3A30-849916094236}"/>
              </a:ext>
            </a:extLst>
          </p:cNvPr>
          <p:cNvSpPr/>
          <p:nvPr/>
        </p:nvSpPr>
        <p:spPr>
          <a:xfrm>
            <a:off x="6855185" y="1274510"/>
            <a:ext cx="379378" cy="379378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ysClr val="windowText" lastClr="000000"/>
                </a:solidFill>
              </a:rPr>
              <a:t>3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DF1AA40D-3728-CC9E-B503-E8843B37576A}"/>
              </a:ext>
            </a:extLst>
          </p:cNvPr>
          <p:cNvSpPr/>
          <p:nvPr/>
        </p:nvSpPr>
        <p:spPr>
          <a:xfrm>
            <a:off x="1646788" y="3743287"/>
            <a:ext cx="379378" cy="379378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ysClr val="windowText" lastClr="000000"/>
                </a:solidFill>
              </a:rPr>
              <a:t>4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355E3E92-C658-3D63-D1F6-D4652303C35C}"/>
              </a:ext>
            </a:extLst>
          </p:cNvPr>
          <p:cNvSpPr/>
          <p:nvPr/>
        </p:nvSpPr>
        <p:spPr>
          <a:xfrm>
            <a:off x="4192620" y="3743287"/>
            <a:ext cx="379378" cy="379378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ysClr val="windowText" lastClr="000000"/>
                </a:solidFill>
              </a:rPr>
              <a:t>5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6527CD0F-BADC-E0A1-706E-ED4806936163}"/>
              </a:ext>
            </a:extLst>
          </p:cNvPr>
          <p:cNvSpPr/>
          <p:nvPr/>
        </p:nvSpPr>
        <p:spPr>
          <a:xfrm>
            <a:off x="6855185" y="3743287"/>
            <a:ext cx="379378" cy="379378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ysClr val="windowText" lastClr="000000"/>
                </a:solidFill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200876498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7C47D0-CA19-45A0-8E70-DF5B900F45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4E0B70-CE59-71DA-12ED-7DA89EE26B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Risk of Poor 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104E17-026C-D2B9-DBFE-3EE524DD84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Requirements misunderstood</a:t>
            </a:r>
          </a:p>
          <a:p>
            <a:r>
              <a:rPr lang="en-US"/>
              <a:t>Scope creep</a:t>
            </a:r>
          </a:p>
          <a:p>
            <a:r>
              <a:rPr lang="en-US"/>
              <a:t>Late discovery of defects</a:t>
            </a:r>
          </a:p>
          <a:p>
            <a:r>
              <a:rPr lang="en-US"/>
              <a:t>No audit trail</a:t>
            </a:r>
          </a:p>
          <a:p>
            <a:r>
              <a:rPr lang="en-US"/>
              <a:t>Controls missing because nobody designed them explicitly</a:t>
            </a:r>
          </a:p>
          <a:p>
            <a:r>
              <a:rPr lang="en-US"/>
              <a:t>Misalignment with business goals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F7ADA1-9DC4-B357-47A0-0BDED58E6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403211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282A7F-D56D-B35A-CD40-6959751312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9FD504-C8B7-BF71-CD3B-A4EAC7393E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Auditor Look for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D17BC4-9B8E-916B-466A-BAB10AD202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Is the methodology documented and approved?</a:t>
            </a:r>
          </a:p>
          <a:p>
            <a:r>
              <a:rPr lang="en-US"/>
              <a:t>Is it actually used, or only on paper?</a:t>
            </a:r>
          </a:p>
          <a:p>
            <a:r>
              <a:rPr lang="en-US"/>
              <a:t>Are controls embedded at each phase?</a:t>
            </a:r>
          </a:p>
          <a:p>
            <a:r>
              <a:rPr lang="en-US"/>
              <a:t>Does the project follow the chosen method consistently?</a:t>
            </a:r>
          </a:p>
          <a:p>
            <a:r>
              <a:rPr lang="en-US"/>
              <a:t>Are roles and responsibilities clear?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B8F13B-A8B1-B3FE-025E-C0145B9A1C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740576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E06167-1DEF-8286-8047-764872EE26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5DF6D6-8F52-BE2D-5E23-48D0F43EDC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/>
              <a:t>Control Identification and Design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551409-D9D6-781E-9386-25124D216D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2800"/>
              <a:t>#protect #prevent #check #embed</a:t>
            </a:r>
          </a:p>
        </p:txBody>
      </p:sp>
    </p:spTree>
    <p:extLst>
      <p:ext uri="{BB962C8B-B14F-4D97-AF65-F5344CB8AC3E}">
        <p14:creationId xmlns:p14="http://schemas.microsoft.com/office/powerpoint/2010/main" val="294866172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74385F-E126-61C7-E28E-6544D031F2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This Section Is About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681187-7253-B693-88AF-89E182082B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/>
              <a:t>After you know what to build (requirements) and how to build it (methodology), you must decide how to protect it.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 i="1"/>
              <a:t>“Controls are like adding locks, alarms, and safety rails into a house while you build it — not after it’s finished.”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D9904D-983A-C8B1-D465-A32D15903F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225733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EB2E2A-C12F-B723-AF3B-C574F58E0C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Why It Matters in Domain 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09EA2B-FA08-D47A-8025-08EB63079F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/>
              <a:t>Most system failures happen not because the system is wrong,</a:t>
            </a:r>
            <a:br>
              <a:rPr lang="en-US"/>
            </a:br>
            <a:r>
              <a:rPr lang="en-US"/>
              <a:t>but because controls were not embedded early.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/>
              <a:t>Audit logic:</a:t>
            </a:r>
            <a:br>
              <a:rPr lang="en-US"/>
            </a:br>
            <a:r>
              <a:rPr lang="en-US"/>
              <a:t>If you design controls at the end, it’s already too late (expensive, messy, insecure).</a:t>
            </a:r>
          </a:p>
          <a:p>
            <a:pPr marL="0" indent="0">
              <a:buNone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7DA6C6-5827-61C5-9FFC-6A6AD7574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710811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2A76DD-1A3A-8CAC-927A-A1CD3661A7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AAFA37-EB2F-321A-E7E5-E94B4B7CBC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Types of Controls to Identify and Design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16A5FE-D0B9-1245-647A-F871C96FB7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39</a:t>
            </a:fld>
            <a:endParaRPr lang="en-US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DFBB2626-5D78-6B4A-816A-39E54D36F3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3201869"/>
              </p:ext>
            </p:extLst>
          </p:nvPr>
        </p:nvGraphicFramePr>
        <p:xfrm>
          <a:off x="935477" y="1597660"/>
          <a:ext cx="8422532" cy="3662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1566">
                  <a:extLst>
                    <a:ext uri="{9D8B030D-6E8A-4147-A177-3AD203B41FA5}">
                      <a16:colId xmlns:a16="http://schemas.microsoft.com/office/drawing/2014/main" val="1801377535"/>
                    </a:ext>
                  </a:extLst>
                </a:gridCol>
                <a:gridCol w="5500966">
                  <a:extLst>
                    <a:ext uri="{9D8B030D-6E8A-4147-A177-3AD203B41FA5}">
                      <a16:colId xmlns:a16="http://schemas.microsoft.com/office/drawing/2014/main" val="46040806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Control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Examples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22715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Preventive Controls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/>
                        <a:t>Access controls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/>
                        <a:t>Segregation of duties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/>
                        <a:t>Input validation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/>
                        <a:t>Secure coding standards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05425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Detective Controls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/>
                        <a:t>Logs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/>
                        <a:t>Monitoring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/>
                        <a:t>Alerts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/>
                        <a:t>Reconciliations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02717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Corrective Controls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/>
                        <a:t>Error handling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/>
                        <a:t>Rollback plans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/>
                        <a:t>Patch management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0701278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263F1F04-7CE7-FF6E-AE6A-AA15BFC9F689}"/>
              </a:ext>
            </a:extLst>
          </p:cNvPr>
          <p:cNvSpPr txBox="1"/>
          <p:nvPr/>
        </p:nvSpPr>
        <p:spPr>
          <a:xfrm>
            <a:off x="7774104" y="2208724"/>
            <a:ext cx="130356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>
                <a:solidFill>
                  <a:srgbClr val="020294"/>
                </a:solidFill>
                <a:latin typeface="Stencil" panose="040409050D0802020404" pitchFamily="82" charset="0"/>
              </a:rPr>
              <a:t>Stop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8307B64-B9C2-73B7-56C7-D9128C455872}"/>
              </a:ext>
            </a:extLst>
          </p:cNvPr>
          <p:cNvSpPr txBox="1"/>
          <p:nvPr/>
        </p:nvSpPr>
        <p:spPr>
          <a:xfrm>
            <a:off x="7774104" y="3411366"/>
            <a:ext cx="130356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>
                <a:solidFill>
                  <a:srgbClr val="020294"/>
                </a:solidFill>
                <a:latin typeface="Stencil" panose="040409050D0802020404" pitchFamily="82" charset="0"/>
              </a:rPr>
              <a:t>Spot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007CE93-2CF6-677C-C78D-662E037F7881}"/>
              </a:ext>
            </a:extLst>
          </p:cNvPr>
          <p:cNvSpPr txBox="1"/>
          <p:nvPr/>
        </p:nvSpPr>
        <p:spPr>
          <a:xfrm>
            <a:off x="8085086" y="4398566"/>
            <a:ext cx="681597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>
                <a:solidFill>
                  <a:srgbClr val="020294"/>
                </a:solidFill>
                <a:latin typeface="Stencil" panose="040409050D0802020404" pitchFamily="82" charset="0"/>
              </a:rPr>
              <a:t>Spot</a:t>
            </a:r>
          </a:p>
          <a:p>
            <a:pPr algn="ctr"/>
            <a:r>
              <a:rPr lang="en-US" sz="1600">
                <a:solidFill>
                  <a:srgbClr val="020294"/>
                </a:solidFill>
                <a:latin typeface="Stencil" panose="040409050D0802020404" pitchFamily="82" charset="0"/>
              </a:rPr>
              <a:t>stop</a:t>
            </a:r>
          </a:p>
          <a:p>
            <a:pPr algn="ctr"/>
            <a:r>
              <a:rPr lang="en-US" sz="1600">
                <a:solidFill>
                  <a:srgbClr val="020294"/>
                </a:solidFill>
                <a:latin typeface="Stencil" panose="040409050D0802020404" pitchFamily="82" charset="0"/>
              </a:rPr>
              <a:t>fix</a:t>
            </a:r>
            <a:endParaRPr lang="en-US" sz="2400">
              <a:solidFill>
                <a:srgbClr val="020294"/>
              </a:solidFill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514447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183677-1C2B-2744-26D9-D6FFD7D638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FFA348-D506-C1A6-C588-F919D26D9E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Embedding Controls Into the SDLC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8AFB99-7577-7FB1-AE33-5AE8E9BA7B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/>
              <a:t>Controls must be added during design and development, not afterwards.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/>
              <a:t>Analogy:</a:t>
            </a:r>
            <a:br>
              <a:rPr lang="en-US"/>
            </a:br>
            <a:r>
              <a:rPr lang="en-US" i="1"/>
              <a:t>“You don’t install a seatbelt after the car is already sold.”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/>
              <a:t>Auditors check if controls are built-in, not added-on.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54765E-F622-15A6-D5BC-BA2279A982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077596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B7CD2C-A85C-0E5D-7EE9-647321CFFC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4B3DB2-953E-2A58-7C3B-5CE8C52964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1166"/>
            <a:ext cx="10515600" cy="792466"/>
          </a:xfrm>
        </p:spPr>
        <p:txBody>
          <a:bodyPr/>
          <a:lstStyle/>
          <a:p>
            <a:r>
              <a:rPr lang="en-US"/>
              <a:t>Key Areas Auditors Focus 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521DE2-2232-81CC-055A-A0ABF6915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41</a:t>
            </a:fld>
            <a:endParaRPr lang="en-US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6322D453-56CE-55F2-4C72-D4DC75DF2E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1661655"/>
              </p:ext>
            </p:extLst>
          </p:nvPr>
        </p:nvGraphicFramePr>
        <p:xfrm>
          <a:off x="1534538" y="1267368"/>
          <a:ext cx="8932424" cy="4111049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2737315">
                  <a:extLst>
                    <a:ext uri="{9D8B030D-6E8A-4147-A177-3AD203B41FA5}">
                      <a16:colId xmlns:a16="http://schemas.microsoft.com/office/drawing/2014/main" val="2736459459"/>
                    </a:ext>
                  </a:extLst>
                </a:gridCol>
                <a:gridCol w="6195109">
                  <a:extLst>
                    <a:ext uri="{9D8B030D-6E8A-4147-A177-3AD203B41FA5}">
                      <a16:colId xmlns:a16="http://schemas.microsoft.com/office/drawing/2014/main" val="1552798382"/>
                    </a:ext>
                  </a:extLst>
                </a:gridCol>
              </a:tblGrid>
              <a:tr h="34046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/>
                        <a:t>Phase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r>
                        <a:rPr lang="en-US" sz="1800"/>
                        <a:t>Examples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57179582"/>
                  </a:ext>
                </a:extLst>
              </a:tr>
              <a:tr h="100208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/>
                        <a:t>Requirement</a:t>
                      </a:r>
                      <a:endParaRPr 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800"/>
                        <a:t>Security requirements documented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800"/>
                        <a:t>Compliance requirements identified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800"/>
                        <a:t>Data classification recognized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3089566"/>
                  </a:ext>
                </a:extLst>
              </a:tr>
              <a:tr h="79438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/>
                        <a:t>Design</a:t>
                      </a:r>
                      <a:endParaRPr lang="en-US" sz="1600" i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800"/>
                        <a:t>Access frameworks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800"/>
                        <a:t>Architecture security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800"/>
                        <a:t>Control mapping (e.g., to COBIT, NIST, ISO)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3306008"/>
                  </a:ext>
                </a:extLst>
              </a:tr>
              <a:tr h="83657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/>
                        <a:t>Development</a:t>
                      </a:r>
                      <a:endParaRPr lang="en-US" sz="1400" i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800"/>
                        <a:t>Secure coding standards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800"/>
                        <a:t>Code review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800"/>
                        <a:t>Version control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6991803"/>
                  </a:ext>
                </a:extLst>
              </a:tr>
              <a:tr h="77821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/>
                        <a:t>Pre-Implementation</a:t>
                      </a:r>
                      <a:endParaRPr lang="en-US" sz="1600" i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800"/>
                        <a:t>User access reviewed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800"/>
                        <a:t>Testing confirms controls work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800"/>
                        <a:t>Data migration controls tested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25249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5057976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BD0C5D-CDA0-1053-EB08-5E9ACBBF85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B37E82-519B-6B6A-EF93-8965E17919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Common Risks When Controls Are Weak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EF1FF2-E416-C394-96DE-DFC41AECC4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Wrong people access the system</a:t>
            </a:r>
          </a:p>
          <a:p>
            <a:pPr>
              <a:lnSpc>
                <a:spcPct val="100000"/>
              </a:lnSpc>
            </a:pPr>
            <a:r>
              <a:rPr lang="en-US"/>
              <a:t>Data changes without trace</a:t>
            </a:r>
          </a:p>
          <a:p>
            <a:pPr>
              <a:lnSpc>
                <a:spcPct val="100000"/>
              </a:lnSpc>
            </a:pPr>
            <a:r>
              <a:rPr lang="en-US"/>
              <a:t>Error goes unnoticed</a:t>
            </a:r>
          </a:p>
          <a:p>
            <a:pPr>
              <a:lnSpc>
                <a:spcPct val="100000"/>
              </a:lnSpc>
            </a:pPr>
            <a:r>
              <a:rPr lang="en-US"/>
              <a:t>No backup if things go wrong</a:t>
            </a:r>
          </a:p>
          <a:p>
            <a:pPr>
              <a:lnSpc>
                <a:spcPct val="100000"/>
              </a:lnSpc>
            </a:pPr>
            <a:r>
              <a:rPr lang="en-US"/>
              <a:t>Fraud or misuse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4BD8C2-D7D7-AAE4-1AAE-F221077C43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018373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B5A6CC-FF9B-1CD1-02FF-10BE358E36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1D64FA-FE6C-6CC0-72B7-20E480548D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Auditor’s Role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A9F11A-DB93-532A-D61E-48E5E2DFE1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/>
              <a:t>Auditors are not designers, they check whether controls exist and work.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/>
              <a:t>They verify:</a:t>
            </a:r>
          </a:p>
          <a:p>
            <a:r>
              <a:rPr lang="en-US"/>
              <a:t>Are controls identified correctly?</a:t>
            </a:r>
          </a:p>
          <a:p>
            <a:r>
              <a:rPr lang="en-US"/>
              <a:t>Are they designed early in the process?</a:t>
            </a:r>
          </a:p>
          <a:p>
            <a:r>
              <a:rPr lang="en-US"/>
              <a:t>Do they cover the key risks?</a:t>
            </a:r>
          </a:p>
          <a:p>
            <a:r>
              <a:rPr lang="en-US"/>
              <a:t>Are they tested before go-live?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1F9741-4D65-7107-FB94-876CC5529C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490663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BD0390-D4F4-8559-7E7E-9EB805175A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FF2390-A351-2BC1-BB12-FE12FE55FE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Assignment II – Fill up Chapter 3 Part B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2D450F-0DEA-D7BA-6C23-02795CA62B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44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FB2A37-0B4B-405A-2CAA-C05F9F347F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9726038" cy="4243184"/>
          </a:xfrm>
        </p:spPr>
        <p:txBody>
          <a:bodyPr>
            <a:normAutofit fontScale="92500" lnSpcReduction="1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dirty="0"/>
              <a:t>With the same mechanism, continue filling up the Mind Map Sheets for material in Chapter 3 Part B of CISA Review Manual. </a:t>
            </a:r>
          </a:p>
          <a:p>
            <a:pPr marL="0" indent="0">
              <a:lnSpc>
                <a:spcPct val="120000"/>
              </a:lnSpc>
              <a:buNone/>
            </a:pPr>
            <a:endParaRPr lang="en-US" dirty="0"/>
          </a:p>
          <a:p>
            <a:pPr>
              <a:lnSpc>
                <a:spcPct val="120000"/>
              </a:lnSpc>
            </a:pPr>
            <a:r>
              <a:rPr lang="en-US" dirty="0"/>
              <a:t>Testing Methodologies</a:t>
            </a:r>
          </a:p>
          <a:p>
            <a:pPr>
              <a:lnSpc>
                <a:spcPct val="120000"/>
              </a:lnSpc>
            </a:pPr>
            <a:r>
              <a:rPr lang="en-US" dirty="0"/>
              <a:t>Configuration &amp; Release Management</a:t>
            </a:r>
          </a:p>
          <a:p>
            <a:pPr>
              <a:lnSpc>
                <a:spcPct val="120000"/>
              </a:lnSpc>
            </a:pPr>
            <a:r>
              <a:rPr lang="en-US" dirty="0"/>
              <a:t>System Migration, Infrastructure Deployment &amp; Data Conversion</a:t>
            </a:r>
          </a:p>
          <a:p>
            <a:pPr>
              <a:lnSpc>
                <a:spcPct val="120000"/>
              </a:lnSpc>
            </a:pPr>
            <a:r>
              <a:rPr lang="en-US" dirty="0"/>
              <a:t>Post Implementation Review</a:t>
            </a:r>
          </a:p>
        </p:txBody>
      </p:sp>
    </p:spTree>
    <p:extLst>
      <p:ext uri="{BB962C8B-B14F-4D97-AF65-F5344CB8AC3E}">
        <p14:creationId xmlns:p14="http://schemas.microsoft.com/office/powerpoint/2010/main" val="388744946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F67ECE-561D-4B8A-B81C-41E13E2311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/>
              <a:t>Quiz Next Week!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BA912FA-5CFF-4366-ACD3-3BFE677C4F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45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0E7987-DEA2-459B-BCF0-AE234DC161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D" dirty="0"/>
              <a:t>CISA Domain 1-3</a:t>
            </a:r>
          </a:p>
          <a:p>
            <a:r>
              <a:rPr lang="en-ID" dirty="0"/>
              <a:t>Closed-book</a:t>
            </a:r>
          </a:p>
        </p:txBody>
      </p:sp>
    </p:spTree>
    <p:extLst>
      <p:ext uri="{BB962C8B-B14F-4D97-AF65-F5344CB8AC3E}">
        <p14:creationId xmlns:p14="http://schemas.microsoft.com/office/powerpoint/2010/main" val="3767662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2">
      <a:majorFont>
        <a:latin typeface="Source Serif Pro Black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1337</TotalTime>
  <Words>2353</Words>
  <Application>Microsoft Office PowerPoint</Application>
  <PresentationFormat>Widescreen</PresentationFormat>
  <Paragraphs>466</Paragraphs>
  <Slides>45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53" baseType="lpstr">
      <vt:lpstr>Arial</vt:lpstr>
      <vt:lpstr>Britannic Bold</vt:lpstr>
      <vt:lpstr>Calibri</vt:lpstr>
      <vt:lpstr>Monotype Corsiva</vt:lpstr>
      <vt:lpstr>Segoe UI</vt:lpstr>
      <vt:lpstr>Source Serif Pro Black</vt:lpstr>
      <vt:lpstr>Stencil</vt:lpstr>
      <vt:lpstr>Office Theme</vt:lpstr>
      <vt:lpstr>IS Acquisition, Development &amp; Implementation I</vt:lpstr>
      <vt:lpstr>Class Recap</vt:lpstr>
      <vt:lpstr>Class Roadmap</vt:lpstr>
      <vt:lpstr>Covered So Far</vt:lpstr>
      <vt:lpstr>Design Audit Scope - reflection</vt:lpstr>
      <vt:lpstr>PowerPoint Presentation</vt:lpstr>
      <vt:lpstr>Intro</vt:lpstr>
      <vt:lpstr>What is it about?</vt:lpstr>
      <vt:lpstr>Why It Matters to an Auditor</vt:lpstr>
      <vt:lpstr>Domain Correlation</vt:lpstr>
      <vt:lpstr>Examples </vt:lpstr>
      <vt:lpstr>What Are You Going To Learn</vt:lpstr>
      <vt:lpstr>Let’s Try Something New</vt:lpstr>
      <vt:lpstr>We’re Doing in it an Group</vt:lpstr>
      <vt:lpstr>Let’s Form the Group</vt:lpstr>
      <vt:lpstr>Project Governance and Management</vt:lpstr>
      <vt:lpstr>Business Case and Feasibility Analysis</vt:lpstr>
      <vt:lpstr>System Development Methodologies</vt:lpstr>
      <vt:lpstr>Control Identification and Design</vt:lpstr>
      <vt:lpstr>Project Governance and Management</vt:lpstr>
      <vt:lpstr>What It Means</vt:lpstr>
      <vt:lpstr>Why It Matters in System Projects</vt:lpstr>
      <vt:lpstr>Key Components</vt:lpstr>
      <vt:lpstr>Auditor’s Role</vt:lpstr>
      <vt:lpstr>Business Case and Feasibility Analysis</vt:lpstr>
      <vt:lpstr>Purpose of a Business Case</vt:lpstr>
      <vt:lpstr>Key Components</vt:lpstr>
      <vt:lpstr>Feasibility Analysis (can we?)</vt:lpstr>
      <vt:lpstr>Auditor's Perspective</vt:lpstr>
      <vt:lpstr>System Development Methodologies</vt:lpstr>
      <vt:lpstr>Why Methodology Matters</vt:lpstr>
      <vt:lpstr>Common Development Approaches</vt:lpstr>
      <vt:lpstr>Phases in Most Methodologies (Regardless of Type)</vt:lpstr>
      <vt:lpstr>Risk of Poor Methodology</vt:lpstr>
      <vt:lpstr>What Auditor Look for</vt:lpstr>
      <vt:lpstr>Control Identification and Design</vt:lpstr>
      <vt:lpstr>What This Section Is About</vt:lpstr>
      <vt:lpstr>Why It Matters in Domain 3</vt:lpstr>
      <vt:lpstr>Types of Controls to Identify and Design</vt:lpstr>
      <vt:lpstr>Embedding Controls Into the SDLC</vt:lpstr>
      <vt:lpstr>Key Areas Auditors Focus On</vt:lpstr>
      <vt:lpstr>Common Risks When Controls Are Weak</vt:lpstr>
      <vt:lpstr>Auditor’s Role</vt:lpstr>
      <vt:lpstr>Assignment II – Fill up Chapter 3 Part B</vt:lpstr>
      <vt:lpstr>Quiz Next Week!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Konsep dan Peran SI &amp; TI</dc:title>
  <dc:creator>Teuku Raja Irfan Radarma</dc:creator>
  <cp:lastModifiedBy>Teuku Raja Irfan Radarma</cp:lastModifiedBy>
  <cp:revision>3</cp:revision>
  <dcterms:created xsi:type="dcterms:W3CDTF">2023-09-18T04:21:25Z</dcterms:created>
  <dcterms:modified xsi:type="dcterms:W3CDTF">2026-06-14T23:38:16Z</dcterms:modified>
</cp:coreProperties>
</file>