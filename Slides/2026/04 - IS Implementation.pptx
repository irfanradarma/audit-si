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2" r:id="rId2"/>
    <p:sldId id="260" r:id="rId3"/>
    <p:sldId id="257" r:id="rId4"/>
    <p:sldId id="304" r:id="rId5"/>
    <p:sldId id="305" r:id="rId6"/>
    <p:sldId id="263" r:id="rId7"/>
    <p:sldId id="264" r:id="rId8"/>
    <p:sldId id="306" r:id="rId9"/>
    <p:sldId id="310" r:id="rId10"/>
    <p:sldId id="359" r:id="rId11"/>
    <p:sldId id="363" r:id="rId12"/>
    <p:sldId id="364" r:id="rId13"/>
    <p:sldId id="402" r:id="rId14"/>
    <p:sldId id="405" r:id="rId15"/>
    <p:sldId id="393" r:id="rId16"/>
    <p:sldId id="406" r:id="rId17"/>
    <p:sldId id="360" r:id="rId18"/>
    <p:sldId id="375" r:id="rId19"/>
    <p:sldId id="394" r:id="rId20"/>
    <p:sldId id="407" r:id="rId21"/>
    <p:sldId id="408" r:id="rId22"/>
    <p:sldId id="409" r:id="rId23"/>
    <p:sldId id="395" r:id="rId24"/>
    <p:sldId id="361" r:id="rId25"/>
    <p:sldId id="396" r:id="rId26"/>
    <p:sldId id="397" r:id="rId27"/>
    <p:sldId id="410" r:id="rId28"/>
    <p:sldId id="411" r:id="rId29"/>
    <p:sldId id="398" r:id="rId30"/>
    <p:sldId id="413" r:id="rId31"/>
    <p:sldId id="412" r:id="rId32"/>
    <p:sldId id="362" r:id="rId33"/>
    <p:sldId id="399" r:id="rId34"/>
    <p:sldId id="400" r:id="rId35"/>
    <p:sldId id="414" r:id="rId36"/>
    <p:sldId id="401" r:id="rId37"/>
    <p:sldId id="415" r:id="rId38"/>
    <p:sldId id="37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20294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1-29T10:59:28.149" v="15178" actId="20577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22T13:20:34.214" v="9975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22T13:20:34.214" v="9975" actId="20577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22T13:30:56.461" v="10252" actId="2710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22T13:30:56.461" v="10252" actId="2710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29T10:28:02.281" v="14663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29T10:28:02.281" v="14663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3T13:03:03.131" v="13907" actId="207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  <pc:spChg chg="add mod">
          <ac:chgData name="Teuku Raja Irfan Radarma" userId="cf428174-95ba-4576-8554-3a3b8ffa52b7" providerId="ADAL" clId="{A80269FD-1647-41EA-9465-E4829927D3E9}" dt="2025-11-23T13:02:24.833" v="13901" actId="20577"/>
          <ac:spMkLst>
            <pc:docMk/>
            <pc:sldMk cId="2891726164" sldId="304"/>
            <ac:spMk id="5" creationId="{7D1C4826-0D9F-82A9-71DC-D0E6749679B2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9T10:59:12.061" v="15175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1-16T13:48:47.008" v="9712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1-16T13:54:37.265" v="9765" actId="20577"/>
          <ac:spMkLst>
            <pc:docMk/>
            <pc:sldMk cId="3404562138" sldId="305"/>
            <ac:spMk id="3" creationId="{8BA43A71-550D-6448-8070-817ACA416DEE}"/>
          </ac:spMkLst>
        </pc:spChg>
        <pc:spChg chg="mod">
          <ac:chgData name="Teuku Raja Irfan Radarma" userId="cf428174-95ba-4576-8554-3a3b8ffa52b7" providerId="ADAL" clId="{A80269FD-1647-41EA-9465-E4829927D3E9}" dt="2025-11-29T10:59:12.061" v="15175" actId="20577"/>
          <ac:spMkLst>
            <pc:docMk/>
            <pc:sldMk cId="3404562138" sldId="305"/>
            <ac:spMk id="5" creationId="{F73080AC-D3B5-D417-D864-98ECC2EE282A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29T10:29:13.086" v="14679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23T13:50:01.983" v="14397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29T10:29:13.086" v="14679" actId="20577"/>
          <ac:spMkLst>
            <pc:docMk/>
            <pc:sldMk cId="3051451500" sldId="306"/>
            <ac:spMk id="6" creationId="{C6007249-6724-8E38-EC48-6E0C4748BD12}"/>
          </ac:spMkLst>
        </pc:spChg>
      </pc:sldChg>
      <pc:sldChg chg="delSp modSp add mod ord">
        <pc:chgData name="Teuku Raja Irfan Radarma" userId="cf428174-95ba-4576-8554-3a3b8ffa52b7" providerId="ADAL" clId="{A80269FD-1647-41EA-9465-E4829927D3E9}" dt="2025-11-29T10:59:28.149" v="15178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29T10:59:28.149" v="15178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29T10:31:13.348" v="14711" actId="20577"/>
          <ac:spMkLst>
            <pc:docMk/>
            <pc:sldMk cId="4133513380" sldId="310"/>
            <ac:spMk id="3" creationId="{BD9E2BB4-0C99-4A5A-63A6-F98A68A6FA16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29T10:16:04.655" v="1440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A80269FD-1647-41EA-9465-E4829927D3E9}" dt="2025-11-22T13:31:38.482" v="10256" actId="2763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A80269FD-1647-41EA-9465-E4829927D3E9}" dt="2025-11-29T10:16:04.655" v="1440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9:43:50.114" v="12712" actId="20577"/>
        <pc:sldMkLst>
          <pc:docMk/>
          <pc:sldMk cId="2404744056" sldId="360"/>
        </pc:sldMkLst>
        <pc:spChg chg="mod">
          <ac:chgData name="Teuku Raja Irfan Radarma" userId="cf428174-95ba-4576-8554-3a3b8ffa52b7" providerId="ADAL" clId="{A80269FD-1647-41EA-9465-E4829927D3E9}" dt="2025-11-22T13:31:49.282" v="10260" actId="27636"/>
          <ac:spMkLst>
            <pc:docMk/>
            <pc:sldMk cId="2404744056" sldId="360"/>
            <ac:spMk id="2" creationId="{92D33C5B-666B-44AF-F5DA-F291DC227033}"/>
          </ac:spMkLst>
        </pc:spChg>
        <pc:spChg chg="mod">
          <ac:chgData name="Teuku Raja Irfan Radarma" userId="cf428174-95ba-4576-8554-3a3b8ffa52b7" providerId="ADAL" clId="{A80269FD-1647-41EA-9465-E4829927D3E9}" dt="2025-11-23T09:43:50.114" v="12712" actId="20577"/>
          <ac:spMkLst>
            <pc:docMk/>
            <pc:sldMk cId="2404744056" sldId="360"/>
            <ac:spMk id="3" creationId="{F8BDAA9C-22C0-D55D-1EF7-51DBED1171A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2T13:34:10.716" v="10331" actId="20577"/>
        <pc:sldMkLst>
          <pc:docMk/>
          <pc:sldMk cId="2842273901" sldId="361"/>
        </pc:sldMkLst>
        <pc:spChg chg="mod">
          <ac:chgData name="Teuku Raja Irfan Radarma" userId="cf428174-95ba-4576-8554-3a3b8ffa52b7" providerId="ADAL" clId="{A80269FD-1647-41EA-9465-E4829927D3E9}" dt="2025-11-22T13:32:01.453" v="10262" actId="5793"/>
          <ac:spMkLst>
            <pc:docMk/>
            <pc:sldMk cId="2842273901" sldId="361"/>
            <ac:spMk id="2" creationId="{371AC606-9CA3-A16A-AC54-A351C99D82CC}"/>
          </ac:spMkLst>
        </pc:spChg>
        <pc:spChg chg="mod">
          <ac:chgData name="Teuku Raja Irfan Radarma" userId="cf428174-95ba-4576-8554-3a3b8ffa52b7" providerId="ADAL" clId="{A80269FD-1647-41EA-9465-E4829927D3E9}" dt="2025-11-22T13:34:10.716" v="10331" actId="20577"/>
          <ac:spMkLst>
            <pc:docMk/>
            <pc:sldMk cId="2842273901" sldId="361"/>
            <ac:spMk id="3" creationId="{A873FDAF-A69D-CD40-D4B3-06E89828D61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16:28.783" v="14407"/>
        <pc:sldMkLst>
          <pc:docMk/>
          <pc:sldMk cId="2948661724" sldId="362"/>
        </pc:sldMkLst>
        <pc:spChg chg="mod">
          <ac:chgData name="Teuku Raja Irfan Radarma" userId="cf428174-95ba-4576-8554-3a3b8ffa52b7" providerId="ADAL" clId="{A80269FD-1647-41EA-9465-E4829927D3E9}" dt="2025-11-29T10:16:28.783" v="14407"/>
          <ac:spMkLst>
            <pc:docMk/>
            <pc:sldMk cId="2948661724" sldId="362"/>
            <ac:spMk id="2" creationId="{1F5DF6D6-8F52-BE2D-5E23-48D0F43EDCEB}"/>
          </ac:spMkLst>
        </pc:spChg>
        <pc:spChg chg="mod">
          <ac:chgData name="Teuku Raja Irfan Radarma" userId="cf428174-95ba-4576-8554-3a3b8ffa52b7" providerId="ADAL" clId="{A80269FD-1647-41EA-9465-E4829927D3E9}" dt="2025-11-29T10:16:11.397" v="14406" actId="20577"/>
          <ac:spMkLst>
            <pc:docMk/>
            <pc:sldMk cId="2948661724" sldId="362"/>
            <ac:spMk id="3" creationId="{69551409-D9D6-781E-9386-25124D216DAF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2T13:39:05.849" v="10400" actId="1076"/>
        <pc:sldMkLst>
          <pc:docMk/>
          <pc:sldMk cId="1044276249" sldId="363"/>
        </pc:sldMkLst>
        <pc:spChg chg="mod">
          <ac:chgData name="Teuku Raja Irfan Radarma" userId="cf428174-95ba-4576-8554-3a3b8ffa52b7" providerId="ADAL" clId="{A80269FD-1647-41EA-9465-E4829927D3E9}" dt="2025-11-22T13:36:32.370" v="10359"/>
          <ac:spMkLst>
            <pc:docMk/>
            <pc:sldMk cId="1044276249" sldId="363"/>
            <ac:spMk id="2" creationId="{A125681A-45A2-7128-DE7A-C52014C27119}"/>
          </ac:spMkLst>
        </pc:spChg>
        <pc:spChg chg="add mod">
          <ac:chgData name="Teuku Raja Irfan Radarma" userId="cf428174-95ba-4576-8554-3a3b8ffa52b7" providerId="ADAL" clId="{A80269FD-1647-41EA-9465-E4829927D3E9}" dt="2025-11-22T13:39:05.849" v="10400" actId="1076"/>
          <ac:spMkLst>
            <pc:docMk/>
            <pc:sldMk cId="1044276249" sldId="363"/>
            <ac:spMk id="6" creationId="{00CA8178-C5D9-B7AC-2EB9-8CAE37EAAF27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9T10:32:26.062" v="14738" actId="6549"/>
        <pc:sldMkLst>
          <pc:docMk/>
          <pc:sldMk cId="3369179900" sldId="364"/>
        </pc:sldMkLst>
        <pc:spChg chg="mod">
          <ac:chgData name="Teuku Raja Irfan Radarma" userId="cf428174-95ba-4576-8554-3a3b8ffa52b7" providerId="ADAL" clId="{A80269FD-1647-41EA-9465-E4829927D3E9}" dt="2025-11-29T10:32:14.624" v="14736" actId="20577"/>
          <ac:spMkLst>
            <pc:docMk/>
            <pc:sldMk cId="3369179900" sldId="364"/>
            <ac:spMk id="2" creationId="{9355AC7A-A396-196D-64A6-0D798170A028}"/>
          </ac:spMkLst>
        </pc:spChg>
        <pc:spChg chg="mod">
          <ac:chgData name="Teuku Raja Irfan Radarma" userId="cf428174-95ba-4576-8554-3a3b8ffa52b7" providerId="ADAL" clId="{A80269FD-1647-41EA-9465-E4829927D3E9}" dt="2025-11-29T10:32:26.062" v="14738" actId="6549"/>
          <ac:spMkLst>
            <pc:docMk/>
            <pc:sldMk cId="3369179900" sldId="364"/>
            <ac:spMk id="6" creationId="{DA02822E-99EC-C2AA-3F8B-FB9F20D07F69}"/>
          </ac:spMkLst>
        </pc:spChg>
      </pc:sldChg>
      <pc:sldChg chg="addSp modSp add del mod">
        <pc:chgData name="Teuku Raja Irfan Radarma" userId="cf428174-95ba-4576-8554-3a3b8ffa52b7" providerId="ADAL" clId="{A80269FD-1647-41EA-9465-E4829927D3E9}" dt="2025-11-29T10:25:30.677" v="14632" actId="1076"/>
        <pc:sldMkLst>
          <pc:docMk/>
          <pc:sldMk cId="3887449466" sldId="374"/>
        </pc:sldMkLst>
        <pc:spChg chg="mod">
          <ac:chgData name="Teuku Raja Irfan Radarma" userId="cf428174-95ba-4576-8554-3a3b8ffa52b7" providerId="ADAL" clId="{A80269FD-1647-41EA-9465-E4829927D3E9}" dt="2025-11-29T10:18:36.236" v="14463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A80269FD-1647-41EA-9465-E4829927D3E9}" dt="2025-11-29T10:25:18.247" v="14627" actId="20577"/>
          <ac:spMkLst>
            <pc:docMk/>
            <pc:sldMk cId="3887449466" sldId="374"/>
            <ac:spMk id="4" creationId="{5DFB2A37-0B4B-405A-2CAA-C05F9F347F73}"/>
          </ac:spMkLst>
        </pc:spChg>
        <pc:picChg chg="add mod">
          <ac:chgData name="Teuku Raja Irfan Radarma" userId="cf428174-95ba-4576-8554-3a3b8ffa52b7" providerId="ADAL" clId="{A80269FD-1647-41EA-9465-E4829927D3E9}" dt="2025-11-29T10:25:30.677" v="14632" actId="1076"/>
          <ac:picMkLst>
            <pc:docMk/>
            <pc:sldMk cId="3887449466" sldId="374"/>
            <ac:picMk id="6" creationId="{B8F47FCE-39A0-F05E-665A-90026BC87EDD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23T09:48:23.658" v="12942" actId="14100"/>
        <pc:sldMkLst>
          <pc:docMk/>
          <pc:sldMk cId="3681168979" sldId="375"/>
        </pc:sldMkLst>
        <pc:spChg chg="mod">
          <ac:chgData name="Teuku Raja Irfan Radarma" userId="cf428174-95ba-4576-8554-3a3b8ffa52b7" providerId="ADAL" clId="{A80269FD-1647-41EA-9465-E4829927D3E9}" dt="2025-11-23T09:48:20.393" v="12939" actId="14100"/>
          <ac:spMkLst>
            <pc:docMk/>
            <pc:sldMk cId="3681168979" sldId="375"/>
            <ac:spMk id="2" creationId="{364633BB-D74D-FC4C-AE63-46D0CE85E220}"/>
          </ac:spMkLst>
        </pc:spChg>
        <pc:spChg chg="mod">
          <ac:chgData name="Teuku Raja Irfan Radarma" userId="cf428174-95ba-4576-8554-3a3b8ffa52b7" providerId="ADAL" clId="{A80269FD-1647-41EA-9465-E4829927D3E9}" dt="2025-11-23T09:48:23.658" v="12942" actId="14100"/>
          <ac:spMkLst>
            <pc:docMk/>
            <pc:sldMk cId="3681168979" sldId="375"/>
            <ac:spMk id="3" creationId="{F434CB59-B9B2-408E-598F-1718021403D3}"/>
          </ac:spMkLst>
        </pc:spChg>
      </pc:sldChg>
      <pc:sldChg chg="addSp modSp mod">
        <pc:chgData name="Teuku Raja Irfan Radarma" userId="cf428174-95ba-4576-8554-3a3b8ffa52b7" providerId="ADAL" clId="{A80269FD-1647-41EA-9465-E4829927D3E9}" dt="2025-11-29T10:43:27.610" v="15014" actId="113"/>
        <pc:sldMkLst>
          <pc:docMk/>
          <pc:sldMk cId="24033230" sldId="393"/>
        </pc:sldMkLst>
        <pc:spChg chg="mod">
          <ac:chgData name="Teuku Raja Irfan Radarma" userId="cf428174-95ba-4576-8554-3a3b8ffa52b7" providerId="ADAL" clId="{A80269FD-1647-41EA-9465-E4829927D3E9}" dt="2025-11-29T10:42:55.593" v="14970"/>
          <ac:spMkLst>
            <pc:docMk/>
            <pc:sldMk cId="24033230" sldId="393"/>
            <ac:spMk id="2" creationId="{A2759546-00F4-91AC-B27E-4F3C0E8C95B5}"/>
          </ac:spMkLst>
        </pc:spChg>
        <pc:spChg chg="mod">
          <ac:chgData name="Teuku Raja Irfan Radarma" userId="cf428174-95ba-4576-8554-3a3b8ffa52b7" providerId="ADAL" clId="{A80269FD-1647-41EA-9465-E4829927D3E9}" dt="2025-11-29T10:43:27.610" v="15014" actId="113"/>
          <ac:spMkLst>
            <pc:docMk/>
            <pc:sldMk cId="24033230" sldId="393"/>
            <ac:spMk id="6" creationId="{36C0195D-953D-4709-0ADE-D3B79ED3FD8F}"/>
          </ac:spMkLst>
        </pc:spChg>
      </pc:sldChg>
      <pc:sldChg chg="addSp modSp mod">
        <pc:chgData name="Teuku Raja Irfan Radarma" userId="cf428174-95ba-4576-8554-3a3b8ffa52b7" providerId="ADAL" clId="{A80269FD-1647-41EA-9465-E4829927D3E9}" dt="2025-11-29T10:55:19.326" v="15128" actId="1076"/>
        <pc:sldMkLst>
          <pc:docMk/>
          <pc:sldMk cId="672625704" sldId="398"/>
        </pc:sldMkLst>
        <pc:spChg chg="mod">
          <ac:chgData name="Teuku Raja Irfan Radarma" userId="cf428174-95ba-4576-8554-3a3b8ffa52b7" providerId="ADAL" clId="{A80269FD-1647-41EA-9465-E4829927D3E9}" dt="2025-11-29T10:53:52.853" v="15109" actId="20577"/>
          <ac:spMkLst>
            <pc:docMk/>
            <pc:sldMk cId="672625704" sldId="398"/>
            <ac:spMk id="2" creationId="{9E362D16-BA3B-9BC0-5577-7BE2AB2C741F}"/>
          </ac:spMkLst>
        </pc:spChg>
        <pc:spChg chg="add mod">
          <ac:chgData name="Teuku Raja Irfan Radarma" userId="cf428174-95ba-4576-8554-3a3b8ffa52b7" providerId="ADAL" clId="{A80269FD-1647-41EA-9465-E4829927D3E9}" dt="2025-11-29T10:55:19.326" v="15128" actId="1076"/>
          <ac:spMkLst>
            <pc:docMk/>
            <pc:sldMk cId="672625704" sldId="398"/>
            <ac:spMk id="3" creationId="{C727AD68-8FF3-745F-5215-0C8910CF38E5}"/>
          </ac:spMkLst>
        </pc:spChg>
        <pc:spChg chg="mod">
          <ac:chgData name="Teuku Raja Irfan Radarma" userId="cf428174-95ba-4576-8554-3a3b8ffa52b7" providerId="ADAL" clId="{A80269FD-1647-41EA-9465-E4829927D3E9}" dt="2025-11-29T10:54:47.070" v="15119" actId="12"/>
          <ac:spMkLst>
            <pc:docMk/>
            <pc:sldMk cId="672625704" sldId="398"/>
            <ac:spMk id="6" creationId="{7ED1D741-3A93-39E9-DE3A-C19DA2862C8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17:17.766" v="14414" actId="113"/>
        <pc:sldMkLst>
          <pc:docMk/>
          <pc:sldMk cId="2416570866" sldId="399"/>
        </pc:sldMkLst>
        <pc:spChg chg="mod">
          <ac:chgData name="Teuku Raja Irfan Radarma" userId="cf428174-95ba-4576-8554-3a3b8ffa52b7" providerId="ADAL" clId="{A80269FD-1647-41EA-9465-E4829927D3E9}" dt="2025-11-29T10:17:17.766" v="14414" actId="113"/>
          <ac:spMkLst>
            <pc:docMk/>
            <pc:sldMk cId="2416570866" sldId="399"/>
            <ac:spMk id="3" creationId="{F046738E-7344-0C31-9948-55917495D174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57:28.740" v="15137" actId="113"/>
        <pc:sldMkLst>
          <pc:docMk/>
          <pc:sldMk cId="53942385" sldId="400"/>
        </pc:sldMkLst>
        <pc:spChg chg="mod">
          <ac:chgData name="Teuku Raja Irfan Radarma" userId="cf428174-95ba-4576-8554-3a3b8ffa52b7" providerId="ADAL" clId="{A80269FD-1647-41EA-9465-E4829927D3E9}" dt="2025-11-29T10:57:19.571" v="15134"/>
          <ac:spMkLst>
            <pc:docMk/>
            <pc:sldMk cId="53942385" sldId="400"/>
            <ac:spMk id="2" creationId="{D7021ED3-5C7C-A49C-FB7B-82EDA5CA7137}"/>
          </ac:spMkLst>
        </pc:spChg>
        <pc:spChg chg="mod">
          <ac:chgData name="Teuku Raja Irfan Radarma" userId="cf428174-95ba-4576-8554-3a3b8ffa52b7" providerId="ADAL" clId="{A80269FD-1647-41EA-9465-E4829927D3E9}" dt="2025-11-29T10:57:28.740" v="15137" actId="113"/>
          <ac:spMkLst>
            <pc:docMk/>
            <pc:sldMk cId="53942385" sldId="400"/>
            <ac:spMk id="6" creationId="{8821C5D5-FFE8-0601-1EC5-1A9B783E34F0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18:03.621" v="14443" actId="6549"/>
        <pc:sldMkLst>
          <pc:docMk/>
          <pc:sldMk cId="4130794792" sldId="401"/>
        </pc:sldMkLst>
        <pc:spChg chg="mod">
          <ac:chgData name="Teuku Raja Irfan Radarma" userId="cf428174-95ba-4576-8554-3a3b8ffa52b7" providerId="ADAL" clId="{A80269FD-1647-41EA-9465-E4829927D3E9}" dt="2025-11-29T10:18:03.621" v="14443" actId="6549"/>
          <ac:spMkLst>
            <pc:docMk/>
            <pc:sldMk cId="4130794792" sldId="401"/>
            <ac:spMk id="6" creationId="{1931FF4C-4A90-6E3E-5469-5CCEE66BD977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35:49.266" v="14825" actId="20577"/>
        <pc:sldMkLst>
          <pc:docMk/>
          <pc:sldMk cId="1406115806" sldId="402"/>
        </pc:sldMkLst>
        <pc:spChg chg="mod">
          <ac:chgData name="Teuku Raja Irfan Radarma" userId="cf428174-95ba-4576-8554-3a3b8ffa52b7" providerId="ADAL" clId="{A80269FD-1647-41EA-9465-E4829927D3E9}" dt="2025-11-29T10:34:19.075" v="14766" actId="20577"/>
          <ac:spMkLst>
            <pc:docMk/>
            <pc:sldMk cId="1406115806" sldId="402"/>
            <ac:spMk id="2" creationId="{44503ED3-F04E-3FF3-FE7C-177F32CED5BA}"/>
          </ac:spMkLst>
        </pc:spChg>
        <pc:spChg chg="mod">
          <ac:chgData name="Teuku Raja Irfan Radarma" userId="cf428174-95ba-4576-8554-3a3b8ffa52b7" providerId="ADAL" clId="{A80269FD-1647-41EA-9465-E4829927D3E9}" dt="2025-11-29T10:35:49.266" v="14825" actId="20577"/>
          <ac:spMkLst>
            <pc:docMk/>
            <pc:sldMk cId="1406115806" sldId="402"/>
            <ac:spMk id="6" creationId="{5F5878D7-1A1A-AC67-0BE8-90075C8298FE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44:09.925" v="15020" actId="108"/>
        <pc:sldMkLst>
          <pc:docMk/>
          <pc:sldMk cId="992091417" sldId="405"/>
        </pc:sldMkLst>
        <pc:spChg chg="mod">
          <ac:chgData name="Teuku Raja Irfan Radarma" userId="cf428174-95ba-4576-8554-3a3b8ffa52b7" providerId="ADAL" clId="{A80269FD-1647-41EA-9465-E4829927D3E9}" dt="2025-11-29T10:35:52.464" v="14826" actId="20577"/>
          <ac:spMkLst>
            <pc:docMk/>
            <pc:sldMk cId="992091417" sldId="405"/>
            <ac:spMk id="2" creationId="{9425A933-B29C-ADB9-B235-70E2CB6CBD8A}"/>
          </ac:spMkLst>
        </pc:spChg>
        <pc:spChg chg="mod">
          <ac:chgData name="Teuku Raja Irfan Radarma" userId="cf428174-95ba-4576-8554-3a3b8ffa52b7" providerId="ADAL" clId="{A80269FD-1647-41EA-9465-E4829927D3E9}" dt="2025-11-29T10:44:09.925" v="15020" actId="108"/>
          <ac:spMkLst>
            <pc:docMk/>
            <pc:sldMk cId="992091417" sldId="405"/>
            <ac:spMk id="6" creationId="{C599779B-FF6A-25B7-698D-26C7C1F9BA9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44:19.853" v="15022" actId="113"/>
        <pc:sldMkLst>
          <pc:docMk/>
          <pc:sldMk cId="2484617555" sldId="406"/>
        </pc:sldMkLst>
        <pc:spChg chg="mod">
          <ac:chgData name="Teuku Raja Irfan Radarma" userId="cf428174-95ba-4576-8554-3a3b8ffa52b7" providerId="ADAL" clId="{A80269FD-1647-41EA-9465-E4829927D3E9}" dt="2025-11-29T10:44:19.853" v="15022" actId="113"/>
          <ac:spMkLst>
            <pc:docMk/>
            <pc:sldMk cId="2484617555" sldId="406"/>
            <ac:spMk id="6" creationId="{60959673-656B-BE3F-FBE4-2E3283C3DA1E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52:48.694" v="15104" actId="14100"/>
        <pc:sldMkLst>
          <pc:docMk/>
          <pc:sldMk cId="2846676278" sldId="407"/>
        </pc:sldMkLst>
        <pc:spChg chg="mod">
          <ac:chgData name="Teuku Raja Irfan Radarma" userId="cf428174-95ba-4576-8554-3a3b8ffa52b7" providerId="ADAL" clId="{A80269FD-1647-41EA-9465-E4829927D3E9}" dt="2025-11-29T10:45:51.245" v="15043" actId="1076"/>
          <ac:spMkLst>
            <pc:docMk/>
            <pc:sldMk cId="2846676278" sldId="407"/>
            <ac:spMk id="2" creationId="{52336892-564E-45A8-D6B9-B9CA2FF11FC1}"/>
          </ac:spMkLst>
        </pc:spChg>
        <pc:spChg chg="add mod">
          <ac:chgData name="Teuku Raja Irfan Radarma" userId="cf428174-95ba-4576-8554-3a3b8ffa52b7" providerId="ADAL" clId="{A80269FD-1647-41EA-9465-E4829927D3E9}" dt="2025-11-29T10:52:48.694" v="15104" actId="14100"/>
          <ac:spMkLst>
            <pc:docMk/>
            <pc:sldMk cId="2846676278" sldId="407"/>
            <ac:spMk id="3" creationId="{D9A3C663-8465-6034-41AC-A371C8178E84}"/>
          </ac:spMkLst>
        </pc:spChg>
        <pc:spChg chg="mod">
          <ac:chgData name="Teuku Raja Irfan Radarma" userId="cf428174-95ba-4576-8554-3a3b8ffa52b7" providerId="ADAL" clId="{A80269FD-1647-41EA-9465-E4829927D3E9}" dt="2025-11-29T10:52:16.183" v="15091" actId="20577"/>
          <ac:spMkLst>
            <pc:docMk/>
            <pc:sldMk cId="2846676278" sldId="407"/>
            <ac:spMk id="6" creationId="{37314925-FA7C-A108-6B5F-42560E8C65F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46:28.030" v="15056" actId="113"/>
        <pc:sldMkLst>
          <pc:docMk/>
          <pc:sldMk cId="2340584467" sldId="408"/>
        </pc:sldMkLst>
        <pc:spChg chg="mod">
          <ac:chgData name="Teuku Raja Irfan Radarma" userId="cf428174-95ba-4576-8554-3a3b8ffa52b7" providerId="ADAL" clId="{A80269FD-1647-41EA-9465-E4829927D3E9}" dt="2025-11-29T10:46:17.411" v="15049" actId="14100"/>
          <ac:spMkLst>
            <pc:docMk/>
            <pc:sldMk cId="2340584467" sldId="408"/>
            <ac:spMk id="2" creationId="{AB385069-0EC0-AB48-E25B-7C56842F9481}"/>
          </ac:spMkLst>
        </pc:spChg>
        <pc:spChg chg="mod">
          <ac:chgData name="Teuku Raja Irfan Radarma" userId="cf428174-95ba-4576-8554-3a3b8ffa52b7" providerId="ADAL" clId="{A80269FD-1647-41EA-9465-E4829927D3E9}" dt="2025-11-29T10:46:28.030" v="15056" actId="113"/>
          <ac:spMkLst>
            <pc:docMk/>
            <pc:sldMk cId="2340584467" sldId="408"/>
            <ac:spMk id="6" creationId="{0B998E60-0C1D-E584-006F-34B2827DD01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47:10.387" v="15062" actId="113"/>
        <pc:sldMkLst>
          <pc:docMk/>
          <pc:sldMk cId="2057318610" sldId="409"/>
        </pc:sldMkLst>
        <pc:spChg chg="mod">
          <ac:chgData name="Teuku Raja Irfan Radarma" userId="cf428174-95ba-4576-8554-3a3b8ffa52b7" providerId="ADAL" clId="{A80269FD-1647-41EA-9465-E4829927D3E9}" dt="2025-11-29T10:47:00.711" v="15058"/>
          <ac:spMkLst>
            <pc:docMk/>
            <pc:sldMk cId="2057318610" sldId="409"/>
            <ac:spMk id="2" creationId="{6875DD2F-B6A1-DBE6-C0C1-0EB653860BDB}"/>
          </ac:spMkLst>
        </pc:spChg>
        <pc:spChg chg="mod">
          <ac:chgData name="Teuku Raja Irfan Radarma" userId="cf428174-95ba-4576-8554-3a3b8ffa52b7" providerId="ADAL" clId="{A80269FD-1647-41EA-9465-E4829927D3E9}" dt="2025-11-29T10:47:10.387" v="15062" actId="113"/>
          <ac:spMkLst>
            <pc:docMk/>
            <pc:sldMk cId="2057318610" sldId="409"/>
            <ac:spMk id="6" creationId="{A7C0E0F7-83FA-90A5-8E55-828153DE171F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52:05.079" v="15087" actId="14100"/>
        <pc:sldMkLst>
          <pc:docMk/>
          <pc:sldMk cId="4907323" sldId="410"/>
        </pc:sldMkLst>
        <pc:spChg chg="mod">
          <ac:chgData name="Teuku Raja Irfan Radarma" userId="cf428174-95ba-4576-8554-3a3b8ffa52b7" providerId="ADAL" clId="{A80269FD-1647-41EA-9465-E4829927D3E9}" dt="2025-11-29T10:48:32.160" v="15065"/>
          <ac:spMkLst>
            <pc:docMk/>
            <pc:sldMk cId="4907323" sldId="410"/>
            <ac:spMk id="2" creationId="{24D1ADBF-CD5B-5FC2-368F-9E5D74BD1813}"/>
          </ac:spMkLst>
        </pc:spChg>
        <pc:spChg chg="add mod">
          <ac:chgData name="Teuku Raja Irfan Radarma" userId="cf428174-95ba-4576-8554-3a3b8ffa52b7" providerId="ADAL" clId="{A80269FD-1647-41EA-9465-E4829927D3E9}" dt="2025-11-29T10:52:05.079" v="15087" actId="14100"/>
          <ac:spMkLst>
            <pc:docMk/>
            <pc:sldMk cId="4907323" sldId="410"/>
            <ac:spMk id="3" creationId="{B9ED0B6A-4CDC-924F-0EB0-E7AC226CA317}"/>
          </ac:spMkLst>
        </pc:spChg>
        <pc:spChg chg="mod">
          <ac:chgData name="Teuku Raja Irfan Radarma" userId="cf428174-95ba-4576-8554-3a3b8ffa52b7" providerId="ADAL" clId="{A80269FD-1647-41EA-9465-E4829927D3E9}" dt="2025-11-29T10:51:33" v="15077" actId="20577"/>
          <ac:spMkLst>
            <pc:docMk/>
            <pc:sldMk cId="4907323" sldId="410"/>
            <ac:spMk id="6" creationId="{E4D48E91-662A-9913-1E8A-3995953D01E4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54:08.512" v="15113" actId="1076"/>
        <pc:sldMkLst>
          <pc:docMk/>
          <pc:sldMk cId="1929889162" sldId="411"/>
        </pc:sldMkLst>
        <pc:spChg chg="mod">
          <ac:chgData name="Teuku Raja Irfan Radarma" userId="cf428174-95ba-4576-8554-3a3b8ffa52b7" providerId="ADAL" clId="{A80269FD-1647-41EA-9465-E4829927D3E9}" dt="2025-11-29T10:54:03.457" v="15112" actId="14100"/>
          <ac:spMkLst>
            <pc:docMk/>
            <pc:sldMk cId="1929889162" sldId="411"/>
            <ac:spMk id="2" creationId="{A37C4935-3B69-30B7-A980-74F5B398D1CD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6" creationId="{7087390C-D122-9A06-DC53-975FCAF5658C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7" creationId="{E666EBE3-634C-1F44-1CEB-BEFBA5353C53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10" creationId="{57B63BB8-A8DA-8D0C-5E0D-059A53843E3C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11" creationId="{7BD97981-12FE-FE95-BE3A-19B986D963BD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12" creationId="{BAA18635-09E8-DD82-4258-DB7A2819D248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0" creationId="{6BC77BE0-6202-E486-3034-3E3ECC3C64E9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3" creationId="{3796D5FA-5A0A-B71B-ECD7-05F26E47F454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4" creationId="{CD4061E7-EEA2-16DE-E7A8-14D39E2300CC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5" creationId="{024D39A3-01CB-7237-4DD9-06D8F2A8877B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6" creationId="{C094C064-105E-DA83-14A9-682A90C62C28}"/>
          </ac:spMkLst>
        </pc:spChg>
      </pc:sldChg>
      <pc:sldChg chg="add">
        <pc:chgData name="Teuku Raja Irfan Radarma" userId="cf428174-95ba-4576-8554-3a3b8ffa52b7" providerId="ADAL" clId="{A80269FD-1647-41EA-9465-E4829927D3E9}" dt="2025-11-29T10:53:42.542" v="15106" actId="2890"/>
        <pc:sldMkLst>
          <pc:docMk/>
          <pc:sldMk cId="1460602123" sldId="412"/>
        </pc:sldMkLst>
      </pc:sldChg>
      <pc:sldChg chg="delSp modSp add mod">
        <pc:chgData name="Teuku Raja Irfan Radarma" userId="cf428174-95ba-4576-8554-3a3b8ffa52b7" providerId="ADAL" clId="{A80269FD-1647-41EA-9465-E4829927D3E9}" dt="2025-11-29T10:55:39.246" v="15133" actId="5793"/>
        <pc:sldMkLst>
          <pc:docMk/>
          <pc:sldMk cId="1112028576" sldId="413"/>
        </pc:sldMkLst>
        <pc:spChg chg="mod">
          <ac:chgData name="Teuku Raja Irfan Radarma" userId="cf428174-95ba-4576-8554-3a3b8ffa52b7" providerId="ADAL" clId="{A80269FD-1647-41EA-9465-E4829927D3E9}" dt="2025-11-29T10:55:31.099" v="15130"/>
          <ac:spMkLst>
            <pc:docMk/>
            <pc:sldMk cId="1112028576" sldId="413"/>
            <ac:spMk id="2" creationId="{953B6335-3D5B-481B-88B6-8A247B1BACEB}"/>
          </ac:spMkLst>
        </pc:spChg>
        <pc:spChg chg="mod">
          <ac:chgData name="Teuku Raja Irfan Radarma" userId="cf428174-95ba-4576-8554-3a3b8ffa52b7" providerId="ADAL" clId="{A80269FD-1647-41EA-9465-E4829927D3E9}" dt="2025-11-29T10:55:39.246" v="15133" actId="5793"/>
          <ac:spMkLst>
            <pc:docMk/>
            <pc:sldMk cId="1112028576" sldId="413"/>
            <ac:spMk id="6" creationId="{A7694CCE-F1CC-641A-98F9-50E8787C6E4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57:42.625" v="15141" actId="6549"/>
        <pc:sldMkLst>
          <pc:docMk/>
          <pc:sldMk cId="1718121370" sldId="414"/>
        </pc:sldMkLst>
        <pc:spChg chg="mod">
          <ac:chgData name="Teuku Raja Irfan Radarma" userId="cf428174-95ba-4576-8554-3a3b8ffa52b7" providerId="ADAL" clId="{A80269FD-1647-41EA-9465-E4829927D3E9}" dt="2025-11-29T10:57:36.416" v="15139"/>
          <ac:spMkLst>
            <pc:docMk/>
            <pc:sldMk cId="1718121370" sldId="414"/>
            <ac:spMk id="2" creationId="{3EA72357-C22A-3EE4-31A2-11BCEFE18C3A}"/>
          </ac:spMkLst>
        </pc:spChg>
        <pc:spChg chg="mod">
          <ac:chgData name="Teuku Raja Irfan Radarma" userId="cf428174-95ba-4576-8554-3a3b8ffa52b7" providerId="ADAL" clId="{A80269FD-1647-41EA-9465-E4829927D3E9}" dt="2025-11-29T10:57:42.625" v="15141" actId="6549"/>
          <ac:spMkLst>
            <pc:docMk/>
            <pc:sldMk cId="1718121370" sldId="414"/>
            <ac:spMk id="6" creationId="{B4B34834-E26C-0B0D-B300-01F0072F820D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9T10:58:34.408" v="15171" actId="5793"/>
        <pc:sldMkLst>
          <pc:docMk/>
          <pc:sldMk cId="4252467002" sldId="415"/>
        </pc:sldMkLst>
        <pc:spChg chg="mod">
          <ac:chgData name="Teuku Raja Irfan Radarma" userId="cf428174-95ba-4576-8554-3a3b8ffa52b7" providerId="ADAL" clId="{A80269FD-1647-41EA-9465-E4829927D3E9}" dt="2025-11-29T10:58:31.455" v="15170" actId="20577"/>
          <ac:spMkLst>
            <pc:docMk/>
            <pc:sldMk cId="4252467002" sldId="415"/>
            <ac:spMk id="2" creationId="{C1BDE6C1-96DC-A0A5-4882-2C722D0330F2}"/>
          </ac:spMkLst>
        </pc:spChg>
        <pc:spChg chg="mod">
          <ac:chgData name="Teuku Raja Irfan Radarma" userId="cf428174-95ba-4576-8554-3a3b8ffa52b7" providerId="ADAL" clId="{A80269FD-1647-41EA-9465-E4829927D3E9}" dt="2025-11-29T10:58:34.408" v="15171" actId="5793"/>
          <ac:spMkLst>
            <pc:docMk/>
            <pc:sldMk cId="4252467002" sldId="415"/>
            <ac:spMk id="4" creationId="{CA4A099B-3A64-3C6F-948C-C6F92DB2400A}"/>
          </ac:spMkLst>
        </pc:sp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  <pc:docChgLst>
    <pc:chgData name="Teuku Raja Irfan Radarma" userId="cf428174-95ba-4576-8554-3a3b8ffa52b7" providerId="ADAL" clId="{6C5D399A-8E2C-4907-9624-A2DD17609376}"/>
    <pc:docChg chg="undo custSel addSld delSld modSld sldOrd">
      <pc:chgData name="Teuku Raja Irfan Radarma" userId="cf428174-95ba-4576-8554-3a3b8ffa52b7" providerId="ADAL" clId="{6C5D399A-8E2C-4907-9624-A2DD17609376}" dt="2025-12-01T03:23:29.842" v="2278" actId="478"/>
      <pc:docMkLst>
        <pc:docMk/>
      </pc:docMkLst>
      <pc:sldChg chg="modSp mod">
        <pc:chgData name="Teuku Raja Irfan Radarma" userId="cf428174-95ba-4576-8554-3a3b8ffa52b7" providerId="ADAL" clId="{6C5D399A-8E2C-4907-9624-A2DD17609376}" dt="2025-11-29T03:35:42.378" v="1800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5-11-29T03:35:42.378" v="1800" actId="400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35:23.475" v="1796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C5D399A-8E2C-4907-9624-A2DD17609376}" dt="2025-11-29T03:35:20.303" v="179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6C5D399A-8E2C-4907-9624-A2DD17609376}" dt="2025-11-29T03:35:23.475" v="1796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 ord">
        <pc:chgData name="Teuku Raja Irfan Radarma" userId="cf428174-95ba-4576-8554-3a3b8ffa52b7" providerId="ADAL" clId="{6C5D399A-8E2C-4907-9624-A2DD17609376}" dt="2025-11-29T03:49:31.668" v="2095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9T03:49:31.668" v="2095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7:01.464" v="1262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6C5D399A-8E2C-4907-9624-A2DD17609376}" dt="2025-11-22T04:36:46.769" v="1237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6C5D399A-8E2C-4907-9624-A2DD17609376}" dt="2025-11-22T04:37:01.464" v="1262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2-01T03:23:29.842" v="2278" actId="478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5-11-22T04:25:58.366" v="109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6C5D399A-8E2C-4907-9624-A2DD17609376}" dt="2025-11-29T03:36:35.604" v="1863" actId="1076"/>
          <ac:spMkLst>
            <pc:docMk/>
            <pc:sldMk cId="2891726164" sldId="304"/>
            <ac:spMk id="3" creationId="{0EEF17E5-AD4D-CEBE-F9C3-691B024490D7}"/>
          </ac:spMkLst>
        </pc:spChg>
        <pc:spChg chg="mod">
          <ac:chgData name="Teuku Raja Irfan Radarma" userId="cf428174-95ba-4576-8554-3a3b8ffa52b7" providerId="ADAL" clId="{6C5D399A-8E2C-4907-9624-A2DD17609376}" dt="2025-11-29T03:36:33.605" v="1862" actId="1076"/>
          <ac:spMkLst>
            <pc:docMk/>
            <pc:sldMk cId="2891726164" sldId="304"/>
            <ac:spMk id="5" creationId="{7D1C4826-0D9F-82A9-71DC-D0E6749679B2}"/>
          </ac:spMkLst>
        </pc:spChg>
        <pc:picChg chg="del">
          <ac:chgData name="Teuku Raja Irfan Radarma" userId="cf428174-95ba-4576-8554-3a3b8ffa52b7" providerId="ADAL" clId="{6C5D399A-8E2C-4907-9624-A2DD17609376}" dt="2025-12-01T03:23:29.842" v="2278" actId="478"/>
          <ac:picMkLst>
            <pc:docMk/>
            <pc:sldMk cId="2891726164" sldId="304"/>
            <ac:picMk id="7" creationId="{49B6D3FE-8769-21BC-BF58-6C31B83C8104}"/>
          </ac:picMkLst>
        </pc:picChg>
        <pc:picChg chg="del mod">
          <ac:chgData name="Teuku Raja Irfan Radarma" userId="cf428174-95ba-4576-8554-3a3b8ffa52b7" providerId="ADAL" clId="{6C5D399A-8E2C-4907-9624-A2DD17609376}" dt="2025-12-01T03:23:28.153" v="2277" actId="478"/>
          <ac:picMkLst>
            <pc:docMk/>
            <pc:sldMk cId="2891726164" sldId="304"/>
            <ac:picMk id="8" creationId="{1DF48BA0-E2AC-E6EA-A883-0DABBD93C5DC}"/>
          </ac:picMkLst>
        </pc:picChg>
      </pc:sldChg>
      <pc:sldChg chg="addSp modSp mod">
        <pc:chgData name="Teuku Raja Irfan Radarma" userId="cf428174-95ba-4576-8554-3a3b8ffa52b7" providerId="ADAL" clId="{6C5D399A-8E2C-4907-9624-A2DD17609376}" dt="2025-11-29T03:48:35.965" v="2067" actId="114"/>
        <pc:sldMkLst>
          <pc:docMk/>
          <pc:sldMk cId="3404562138" sldId="305"/>
        </pc:sldMkLst>
        <pc:spChg chg="mod">
          <ac:chgData name="Teuku Raja Irfan Radarma" userId="cf428174-95ba-4576-8554-3a3b8ffa52b7" providerId="ADAL" clId="{6C5D399A-8E2C-4907-9624-A2DD17609376}" dt="2025-11-29T03:43:51.059" v="1930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6C5D399A-8E2C-4907-9624-A2DD17609376}" dt="2025-11-29T03:45:32.522" v="1978"/>
          <ac:spMkLst>
            <pc:docMk/>
            <pc:sldMk cId="3404562138" sldId="305"/>
            <ac:spMk id="3" creationId="{8BA43A71-550D-6448-8070-817ACA416DEE}"/>
          </ac:spMkLst>
        </pc:spChg>
        <pc:spChg chg="add mod">
          <ac:chgData name="Teuku Raja Irfan Radarma" userId="cf428174-95ba-4576-8554-3a3b8ffa52b7" providerId="ADAL" clId="{6C5D399A-8E2C-4907-9624-A2DD17609376}" dt="2025-11-29T03:48:35.965" v="2067" actId="114"/>
          <ac:spMkLst>
            <pc:docMk/>
            <pc:sldMk cId="3404562138" sldId="305"/>
            <ac:spMk id="5" creationId="{F73080AC-D3B5-D417-D864-98ECC2EE282A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2T04:45:15.534" v="1733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6C5D399A-8E2C-4907-9624-A2DD17609376}" dt="2025-11-22T04:37:38.774" v="1355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6C5D399A-8E2C-4907-9624-A2DD17609376}" dt="2025-11-22T04:42:59.576" v="1707" actId="404"/>
          <ac:spMkLst>
            <pc:docMk/>
            <pc:sldMk cId="3051451500" sldId="306"/>
            <ac:spMk id="6" creationId="{C6007249-6724-8E38-EC48-6E0C4748BD1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2T04:46:38.099" v="175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6C5D399A-8E2C-4907-9624-A2DD17609376}" dt="2025-11-22T04:40:58.918" v="1694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6C5D399A-8E2C-4907-9624-A2DD17609376}" dt="2025-11-22T04:46:01.275" v="174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50:09.419" v="211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6C5D399A-8E2C-4907-9624-A2DD17609376}" dt="2025-11-29T03:50:00.963" v="209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6C5D399A-8E2C-4907-9624-A2DD17609376}" dt="2025-11-29T03:50:09.419" v="211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54:02.888" v="2180" actId="20577"/>
        <pc:sldMkLst>
          <pc:docMk/>
          <pc:sldMk cId="2404744056" sldId="360"/>
        </pc:sldMkLst>
        <pc:spChg chg="mod">
          <ac:chgData name="Teuku Raja Irfan Radarma" userId="cf428174-95ba-4576-8554-3a3b8ffa52b7" providerId="ADAL" clId="{6C5D399A-8E2C-4907-9624-A2DD17609376}" dt="2025-11-29T03:53:45.677" v="2173"/>
          <ac:spMkLst>
            <pc:docMk/>
            <pc:sldMk cId="2404744056" sldId="360"/>
            <ac:spMk id="2" creationId="{92D33C5B-666B-44AF-F5DA-F291DC227033}"/>
          </ac:spMkLst>
        </pc:spChg>
        <pc:spChg chg="mod">
          <ac:chgData name="Teuku Raja Irfan Radarma" userId="cf428174-95ba-4576-8554-3a3b8ffa52b7" providerId="ADAL" clId="{6C5D399A-8E2C-4907-9624-A2DD17609376}" dt="2025-11-29T03:54:02.888" v="2180" actId="20577"/>
          <ac:spMkLst>
            <pc:docMk/>
            <pc:sldMk cId="2404744056" sldId="360"/>
            <ac:spMk id="3" creationId="{F8BDAA9C-22C0-D55D-1EF7-51DBED1171A8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4:00:50.176" v="2248" actId="1076"/>
        <pc:sldMkLst>
          <pc:docMk/>
          <pc:sldMk cId="2842273901" sldId="361"/>
        </pc:sldMkLst>
        <pc:spChg chg="mod">
          <ac:chgData name="Teuku Raja Irfan Radarma" userId="cf428174-95ba-4576-8554-3a3b8ffa52b7" providerId="ADAL" clId="{6C5D399A-8E2C-4907-9624-A2DD17609376}" dt="2025-11-29T04:00:50.176" v="2248" actId="1076"/>
          <ac:spMkLst>
            <pc:docMk/>
            <pc:sldMk cId="2842273901" sldId="361"/>
            <ac:spMk id="2" creationId="{371AC606-9CA3-A16A-AC54-A351C99D82CC}"/>
          </ac:spMkLst>
        </pc:spChg>
        <pc:spChg chg="mod">
          <ac:chgData name="Teuku Raja Irfan Radarma" userId="cf428174-95ba-4576-8554-3a3b8ffa52b7" providerId="ADAL" clId="{6C5D399A-8E2C-4907-9624-A2DD17609376}" dt="2025-11-29T04:00:39.661" v="2246" actId="1076"/>
          <ac:spMkLst>
            <pc:docMk/>
            <pc:sldMk cId="2842273901" sldId="361"/>
            <ac:spMk id="3" creationId="{A873FDAF-A69D-CD40-D4B3-06E89828D610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9T03:50:51.165" v="2143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6C5D399A-8E2C-4907-9624-A2DD17609376}" dt="2025-11-29T03:50:27.675" v="2131" actId="20577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6C5D399A-8E2C-4907-9624-A2DD17609376}" dt="2025-11-29T03:50:51.165" v="2143" actId="20577"/>
          <ac:spMkLst>
            <pc:docMk/>
            <pc:sldMk cId="1044276249" sldId="363"/>
            <ac:spMk id="6" creationId="{00CA8178-C5D9-B7AC-2EB9-8CAE37EAAF27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9T03:52:02.927" v="2155" actId="113"/>
        <pc:sldMkLst>
          <pc:docMk/>
          <pc:sldMk cId="3369179900" sldId="364"/>
        </pc:sldMkLst>
        <pc:spChg chg="mod">
          <ac:chgData name="Teuku Raja Irfan Radarma" userId="cf428174-95ba-4576-8554-3a3b8ffa52b7" providerId="ADAL" clId="{6C5D399A-8E2C-4907-9624-A2DD17609376}" dt="2025-11-29T03:51:09.132" v="2146"/>
          <ac:spMkLst>
            <pc:docMk/>
            <pc:sldMk cId="3369179900" sldId="364"/>
            <ac:spMk id="2" creationId="{9355AC7A-A396-196D-64A6-0D798170A028}"/>
          </ac:spMkLst>
        </pc:spChg>
        <pc:spChg chg="mod">
          <ac:chgData name="Teuku Raja Irfan Radarma" userId="cf428174-95ba-4576-8554-3a3b8ffa52b7" providerId="ADAL" clId="{6C5D399A-8E2C-4907-9624-A2DD17609376}" dt="2025-11-29T03:52:02.927" v="2155" actId="113"/>
          <ac:spMkLst>
            <pc:docMk/>
            <pc:sldMk cId="3369179900" sldId="364"/>
            <ac:spMk id="6" creationId="{DA02822E-99EC-C2AA-3F8B-FB9F20D07F69}"/>
          </ac:spMkLst>
        </pc:spChg>
      </pc:sldChg>
      <pc:sldChg chg="addSp modSp mod modClrScheme chgLayout">
        <pc:chgData name="Teuku Raja Irfan Radarma" userId="cf428174-95ba-4576-8554-3a3b8ffa52b7" providerId="ADAL" clId="{6C5D399A-8E2C-4907-9624-A2DD17609376}" dt="2025-11-29T03:55:55.766" v="2227" actId="1076"/>
        <pc:sldMkLst>
          <pc:docMk/>
          <pc:sldMk cId="3681168979" sldId="375"/>
        </pc:sldMkLst>
        <pc:spChg chg="mod">
          <ac:chgData name="Teuku Raja Irfan Radarma" userId="cf428174-95ba-4576-8554-3a3b8ffa52b7" providerId="ADAL" clId="{6C5D399A-8E2C-4907-9624-A2DD17609376}" dt="2025-11-29T03:55:38.111" v="2221" actId="26606"/>
          <ac:spMkLst>
            <pc:docMk/>
            <pc:sldMk cId="3681168979" sldId="375"/>
            <ac:spMk id="2" creationId="{364633BB-D74D-FC4C-AE63-46D0CE85E220}"/>
          </ac:spMkLst>
        </pc:spChg>
        <pc:spChg chg="mod">
          <ac:chgData name="Teuku Raja Irfan Radarma" userId="cf428174-95ba-4576-8554-3a3b8ffa52b7" providerId="ADAL" clId="{6C5D399A-8E2C-4907-9624-A2DD17609376}" dt="2025-11-29T03:55:40.793" v="2222" actId="14100"/>
          <ac:spMkLst>
            <pc:docMk/>
            <pc:sldMk cId="3681168979" sldId="375"/>
            <ac:spMk id="3" creationId="{F434CB59-B9B2-408E-598F-1718021403D3}"/>
          </ac:spMkLst>
        </pc:spChg>
        <pc:spChg chg="mod ord">
          <ac:chgData name="Teuku Raja Irfan Radarma" userId="cf428174-95ba-4576-8554-3a3b8ffa52b7" providerId="ADAL" clId="{6C5D399A-8E2C-4907-9624-A2DD17609376}" dt="2025-11-29T03:55:38.111" v="2221" actId="26606"/>
          <ac:spMkLst>
            <pc:docMk/>
            <pc:sldMk cId="3681168979" sldId="375"/>
            <ac:spMk id="4" creationId="{51AF1EBF-EBFC-867B-B883-0635F9063911}"/>
          </ac:spMkLst>
        </pc:spChg>
        <pc:picChg chg="add mod">
          <ac:chgData name="Teuku Raja Irfan Radarma" userId="cf428174-95ba-4576-8554-3a3b8ffa52b7" providerId="ADAL" clId="{6C5D399A-8E2C-4907-9624-A2DD17609376}" dt="2025-11-29T03:55:55.766" v="2227" actId="1076"/>
          <ac:picMkLst>
            <pc:docMk/>
            <pc:sldMk cId="3681168979" sldId="375"/>
            <ac:picMk id="2050" creationId="{78579B90-4609-3AAD-08D4-CF839E19E6F4}"/>
          </ac:picMkLst>
        </pc:picChg>
      </pc:sldChg>
      <pc:sldChg chg="modSp add mod">
        <pc:chgData name="Teuku Raja Irfan Radarma" userId="cf428174-95ba-4576-8554-3a3b8ffa52b7" providerId="ADAL" clId="{6C5D399A-8E2C-4907-9624-A2DD17609376}" dt="2025-11-29T03:52:33.472" v="2171" actId="20577"/>
        <pc:sldMkLst>
          <pc:docMk/>
          <pc:sldMk cId="24033230" sldId="393"/>
        </pc:sldMkLst>
        <pc:spChg chg="mod">
          <ac:chgData name="Teuku Raja Irfan Radarma" userId="cf428174-95ba-4576-8554-3a3b8ffa52b7" providerId="ADAL" clId="{6C5D399A-8E2C-4907-9624-A2DD17609376}" dt="2025-11-29T03:52:33.472" v="2171" actId="20577"/>
          <ac:spMkLst>
            <pc:docMk/>
            <pc:sldMk cId="24033230" sldId="393"/>
            <ac:spMk id="2" creationId="{A2759546-00F4-91AC-B27E-4F3C0E8C95B5}"/>
          </ac:spMkLst>
        </pc:spChg>
        <pc:spChg chg="mod">
          <ac:chgData name="Teuku Raja Irfan Radarma" userId="cf428174-95ba-4576-8554-3a3b8ffa52b7" providerId="ADAL" clId="{6C5D399A-8E2C-4907-9624-A2DD17609376}" dt="2025-11-29T03:52:27.089" v="2158" actId="6549"/>
          <ac:spMkLst>
            <pc:docMk/>
            <pc:sldMk cId="24033230" sldId="393"/>
            <ac:spMk id="6" creationId="{36C0195D-953D-4709-0ADE-D3B79ED3FD8F}"/>
          </ac:spMkLst>
        </pc:spChg>
      </pc:sldChg>
      <pc:sldChg chg="modSp add mod">
        <pc:chgData name="Teuku Raja Irfan Radarma" userId="cf428174-95ba-4576-8554-3a3b8ffa52b7" providerId="ADAL" clId="{6C5D399A-8E2C-4907-9624-A2DD17609376}" dt="2025-11-29T03:57:13.390" v="2236" actId="113"/>
        <pc:sldMkLst>
          <pc:docMk/>
          <pc:sldMk cId="6759311" sldId="394"/>
        </pc:sldMkLst>
        <pc:spChg chg="mod">
          <ac:chgData name="Teuku Raja Irfan Radarma" userId="cf428174-95ba-4576-8554-3a3b8ffa52b7" providerId="ADAL" clId="{6C5D399A-8E2C-4907-9624-A2DD17609376}" dt="2025-11-29T03:56:46.354" v="2229"/>
          <ac:spMkLst>
            <pc:docMk/>
            <pc:sldMk cId="6759311" sldId="394"/>
            <ac:spMk id="2" creationId="{0DE3491A-8057-6A9D-1885-DC4F914766C8}"/>
          </ac:spMkLst>
        </pc:spChg>
        <pc:spChg chg="mod">
          <ac:chgData name="Teuku Raja Irfan Radarma" userId="cf428174-95ba-4576-8554-3a3b8ffa52b7" providerId="ADAL" clId="{6C5D399A-8E2C-4907-9624-A2DD17609376}" dt="2025-11-29T03:57:13.390" v="2236" actId="113"/>
          <ac:spMkLst>
            <pc:docMk/>
            <pc:sldMk cId="6759311" sldId="394"/>
            <ac:spMk id="6" creationId="{7CE5A10C-FB17-79EE-9401-A53B9F115A80}"/>
          </ac:spMkLst>
        </pc:spChg>
      </pc:sldChg>
      <pc:sldChg chg="addSp modSp add mod">
        <pc:chgData name="Teuku Raja Irfan Radarma" userId="cf428174-95ba-4576-8554-3a3b8ffa52b7" providerId="ADAL" clId="{6C5D399A-8E2C-4907-9624-A2DD17609376}" dt="2025-11-29T03:58:27.358" v="2239" actId="6549"/>
        <pc:sldMkLst>
          <pc:docMk/>
          <pc:sldMk cId="4233368658" sldId="395"/>
        </pc:sldMkLst>
        <pc:spChg chg="mod">
          <ac:chgData name="Teuku Raja Irfan Radarma" userId="cf428174-95ba-4576-8554-3a3b8ffa52b7" providerId="ADAL" clId="{6C5D399A-8E2C-4907-9624-A2DD17609376}" dt="2025-11-29T03:58:27.358" v="2239" actId="6549"/>
          <ac:spMkLst>
            <pc:docMk/>
            <pc:sldMk cId="4233368658" sldId="395"/>
            <ac:spMk id="6" creationId="{42323E48-747B-8E99-30FB-856BEA8C1E45}"/>
          </ac:spMkLst>
        </pc:spChg>
      </pc:sldChg>
      <pc:sldChg chg="delSp modSp add mod">
        <pc:chgData name="Teuku Raja Irfan Radarma" userId="cf428174-95ba-4576-8554-3a3b8ffa52b7" providerId="ADAL" clId="{6C5D399A-8E2C-4907-9624-A2DD17609376}" dt="2025-11-29T04:01:57.386" v="2257" actId="14100"/>
        <pc:sldMkLst>
          <pc:docMk/>
          <pc:sldMk cId="2926703991" sldId="396"/>
        </pc:sldMkLst>
        <pc:spChg chg="mod">
          <ac:chgData name="Teuku Raja Irfan Radarma" userId="cf428174-95ba-4576-8554-3a3b8ffa52b7" providerId="ADAL" clId="{6C5D399A-8E2C-4907-9624-A2DD17609376}" dt="2025-11-29T04:01:57.386" v="2257" actId="14100"/>
          <ac:spMkLst>
            <pc:docMk/>
            <pc:sldMk cId="2926703991" sldId="396"/>
            <ac:spMk id="3" creationId="{F9B155AC-BEE7-82C7-501F-8B331D96EEAB}"/>
          </ac:spMkLst>
        </pc:spChg>
      </pc:sldChg>
      <pc:sldChg chg="addSp modSp add mod">
        <pc:chgData name="Teuku Raja Irfan Radarma" userId="cf428174-95ba-4576-8554-3a3b8ffa52b7" providerId="ADAL" clId="{6C5D399A-8E2C-4907-9624-A2DD17609376}" dt="2025-11-29T04:02:44.421" v="2270" actId="113"/>
        <pc:sldMkLst>
          <pc:docMk/>
          <pc:sldMk cId="3567308655" sldId="397"/>
        </pc:sldMkLst>
        <pc:spChg chg="mod">
          <ac:chgData name="Teuku Raja Irfan Radarma" userId="cf428174-95ba-4576-8554-3a3b8ffa52b7" providerId="ADAL" clId="{6C5D399A-8E2C-4907-9624-A2DD17609376}" dt="2025-11-29T04:02:14.685" v="2262" actId="20577"/>
          <ac:spMkLst>
            <pc:docMk/>
            <pc:sldMk cId="3567308655" sldId="397"/>
            <ac:spMk id="2" creationId="{AF18771B-9326-5E08-22A4-F49E91A074D2}"/>
          </ac:spMkLst>
        </pc:spChg>
        <pc:spChg chg="mod">
          <ac:chgData name="Teuku Raja Irfan Radarma" userId="cf428174-95ba-4576-8554-3a3b8ffa52b7" providerId="ADAL" clId="{6C5D399A-8E2C-4907-9624-A2DD17609376}" dt="2025-11-29T04:02:44.421" v="2270" actId="113"/>
          <ac:spMkLst>
            <pc:docMk/>
            <pc:sldMk cId="3567308655" sldId="397"/>
            <ac:spMk id="6" creationId="{2EB2AB99-9B7D-50FC-FFE9-39BAA0A8A000}"/>
          </ac:spMkLst>
        </pc:spChg>
      </pc:sldChg>
      <pc:sldChg chg="addSp modSp add mod">
        <pc:chgData name="Teuku Raja Irfan Radarma" userId="cf428174-95ba-4576-8554-3a3b8ffa52b7" providerId="ADAL" clId="{6C5D399A-8E2C-4907-9624-A2DD17609376}" dt="2025-11-29T04:03:17.962" v="2275" actId="113"/>
        <pc:sldMkLst>
          <pc:docMk/>
          <pc:sldMk cId="672625704" sldId="398"/>
        </pc:sldMkLst>
        <pc:spChg chg="mod">
          <ac:chgData name="Teuku Raja Irfan Radarma" userId="cf428174-95ba-4576-8554-3a3b8ffa52b7" providerId="ADAL" clId="{6C5D399A-8E2C-4907-9624-A2DD17609376}" dt="2025-11-29T04:03:17.962" v="2275" actId="113"/>
          <ac:spMkLst>
            <pc:docMk/>
            <pc:sldMk cId="672625704" sldId="398"/>
            <ac:spMk id="6" creationId="{7ED1D741-3A93-39E9-DE3A-C19DA2862C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IS Acquisition, Development &amp; Implementation II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IV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Intro to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Auditing with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IT Governance in concept</a:t>
            </a:r>
          </a:p>
          <a:p>
            <a:r>
              <a:rPr lang="en-US" sz="2400" dirty="0"/>
              <a:t>IT Governance through COBIT 2019 standard</a:t>
            </a:r>
          </a:p>
          <a:p>
            <a:r>
              <a:rPr lang="en-US" sz="2400" dirty="0"/>
              <a:t>Using COBIT 2019 as a criteria for IT Governance Audit</a:t>
            </a:r>
          </a:p>
          <a:p>
            <a:r>
              <a:rPr lang="en-US" sz="2400" dirty="0"/>
              <a:t>How Systems are Acquired &amp; Developed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838200" y="3965858"/>
            <a:ext cx="84755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Protection of Information and Assets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678-8156-B5D7-6985-8F8C864E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669"/>
            <a:ext cx="10515600" cy="809494"/>
          </a:xfrm>
        </p:spPr>
        <p:txBody>
          <a:bodyPr/>
          <a:lstStyle/>
          <a:p>
            <a:r>
              <a:rPr lang="en-US" dirty="0"/>
              <a:t>Fill-up Chapter 3 -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A71-550D-6448-8070-817ACA41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887"/>
            <a:ext cx="10515600" cy="45639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It is </a:t>
            </a:r>
            <a:r>
              <a:rPr lang="en-US" b="1" dirty="0"/>
              <a:t>not</a:t>
            </a:r>
            <a:r>
              <a:rPr lang="en-US" dirty="0"/>
              <a:t> for you to memorize every detail or understand the entire book deeply right now. That is unrealistic.</a:t>
            </a:r>
          </a:p>
          <a:p>
            <a:pPr>
              <a:lnSpc>
                <a:spcPct val="100000"/>
              </a:lnSpc>
            </a:pPr>
            <a:r>
              <a:rPr lang="en-US" dirty="0"/>
              <a:t>I expect you to gain a </a:t>
            </a:r>
            <a:r>
              <a:rPr lang="en-US" b="1" dirty="0"/>
              <a:t>macro perspective</a:t>
            </a:r>
            <a:r>
              <a:rPr lang="en-US" dirty="0"/>
              <a:t>—to know the </a:t>
            </a:r>
            <a:r>
              <a:rPr lang="en-US" i="1" dirty="0"/>
              <a:t>universe</a:t>
            </a:r>
            <a:r>
              <a:rPr lang="en-US" dirty="0"/>
              <a:t> of concepts in the domain. Think of it as knowing the </a:t>
            </a:r>
            <a:r>
              <a:rPr lang="en-US" b="1" dirty="0"/>
              <a:t>map</a:t>
            </a:r>
            <a:r>
              <a:rPr lang="en-US" dirty="0"/>
              <a:t> of the knowledge.</a:t>
            </a:r>
          </a:p>
          <a:p>
            <a:pPr>
              <a:lnSpc>
                <a:spcPct val="100000"/>
              </a:lnSpc>
            </a:pPr>
            <a:r>
              <a:rPr lang="en-US" dirty="0"/>
              <a:t>The value is knowing </a:t>
            </a:r>
            <a:r>
              <a:rPr lang="en-US" b="1" dirty="0"/>
              <a:t>where to dig deeper</a:t>
            </a:r>
            <a:r>
              <a:rPr lang="en-US" dirty="0"/>
              <a:t> later. When you need the specifics, you should know the correct domain, topic, or concept to search for.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707D-EB6F-11F8-2A06-4E76D4C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080AC-D3B5-D417-D864-98ECC2EE282A}"/>
              </a:ext>
            </a:extLst>
          </p:cNvPr>
          <p:cNvSpPr txBox="1"/>
          <p:nvPr/>
        </p:nvSpPr>
        <p:spPr>
          <a:xfrm>
            <a:off x="1559341" y="5425447"/>
            <a:ext cx="9073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Stencil" panose="040409050D0802020404" pitchFamily="82" charset="0"/>
              </a:rPr>
              <a:t>And that actually what school or college is for at the end of the day</a:t>
            </a:r>
            <a:endParaRPr lang="en-ID" dirty="0">
              <a:highlight>
                <a:srgbClr val="FFFF00"/>
              </a:highlight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56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Testing Methodologies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D" dirty="0"/>
              <a:t>Configuration &amp; Release Management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D" dirty="0"/>
              <a:t>System Migration, Infrastructure Deployment &amp; Data Conversion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D" dirty="0"/>
              <a:t>Post-Implementation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#test #prepare #move #review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>
            <a:normAutofit/>
          </a:bodyPr>
          <a:lstStyle/>
          <a:p>
            <a:r>
              <a:rPr lang="en-US"/>
              <a:t>What is it about?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1293780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Part B focuses on the second half of the system life cycle — the moment when the system is almost ready, about to go live, and after it goes live.</a:t>
            </a:r>
          </a:p>
          <a:p>
            <a:endParaRPr lang="en-US" sz="2400" dirty="0"/>
          </a:p>
          <a:p>
            <a:r>
              <a:rPr lang="en-US" sz="2400" dirty="0"/>
              <a:t>This section teaches how an organization ensures that the system 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tested properly,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released in a controlled way,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migrated safely with its data,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and reviewed after go-live.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In short:</a:t>
            </a:r>
            <a:br>
              <a:rPr lang="en-US" sz="2400" dirty="0"/>
            </a:br>
            <a:r>
              <a:rPr lang="en-US" sz="2400" dirty="0"/>
              <a:t>👉 </a:t>
            </a:r>
            <a:r>
              <a:rPr lang="en-US" sz="2400" i="1" dirty="0"/>
              <a:t>Part A is “planning &amp; building.”</a:t>
            </a:r>
            <a:br>
              <a:rPr lang="en-US" sz="2400" dirty="0"/>
            </a:br>
            <a:r>
              <a:rPr lang="en-US" sz="2400" dirty="0"/>
              <a:t>👉 </a:t>
            </a:r>
            <a:r>
              <a:rPr lang="en-US" sz="2400" i="1" dirty="0"/>
              <a:t>Part B is “checking &amp; delivering.”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Why It Matters to </a:t>
            </a:r>
            <a:r>
              <a:rPr lang="en-US"/>
              <a:t>an IS Auditor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IS Auditor must understand that most project failures occur not during planning, but during: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testing errors,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poor migration,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uncontrolled releases,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or missing post-implementation evaluation.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Auditors must be able to assess whether: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the system is tested properly,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the release is controlled,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the migration is safe,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and the implementation achieved its goals.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D" dirty="0"/>
              <a:t>Testing Methodologies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#test</a:t>
            </a:r>
          </a:p>
        </p:txBody>
      </p:sp>
    </p:spTree>
    <p:extLst>
      <p:ext uri="{BB962C8B-B14F-4D97-AF65-F5344CB8AC3E}">
        <p14:creationId xmlns:p14="http://schemas.microsoft.com/office/powerpoint/2010/main" val="6241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A Nutshell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604328"/>
            <a:ext cx="10043160" cy="1128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Testing is like checking a machine before you sell it </a:t>
            </a:r>
          </a:p>
          <a:p>
            <a:r>
              <a:rPr lang="en-US" sz="2400" dirty="0"/>
              <a:t>You press every button, try every feature, and see if anything breaks.</a:t>
            </a:r>
          </a:p>
        </p:txBody>
      </p:sp>
    </p:spTree>
    <p:extLst>
      <p:ext uri="{BB962C8B-B14F-4D97-AF65-F5344CB8AC3E}">
        <p14:creationId xmlns:p14="http://schemas.microsoft.com/office/powerpoint/2010/main" val="1044276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BB36C-6445-DA42-6013-058BC14C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AC7A-A396-196D-64A6-0D798170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Testing Principles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E91B-84C0-8FCC-7771-3233A73C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02822E-99EC-C2AA-3F8B-FB9F20D07F69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Test early, test often</a:t>
            </a:r>
            <a:r>
              <a:rPr lang="en-US" sz="2400" dirty="0"/>
              <a:t> – defects cost more to fix later</a:t>
            </a:r>
          </a:p>
          <a:p>
            <a:r>
              <a:rPr lang="en-US" sz="2400" b="1" dirty="0"/>
              <a:t>Independent testing</a:t>
            </a:r>
            <a:r>
              <a:rPr lang="en-US" sz="2400" dirty="0"/>
              <a:t> – separation from development</a:t>
            </a:r>
          </a:p>
          <a:p>
            <a:r>
              <a:rPr lang="en-US" sz="2400" b="1" dirty="0"/>
              <a:t>Expected vs actual results</a:t>
            </a:r>
            <a:r>
              <a:rPr lang="en-US" sz="2400" dirty="0"/>
              <a:t> – documented test cases</a:t>
            </a:r>
          </a:p>
          <a:p>
            <a:r>
              <a:rPr lang="en-US" sz="2400" b="1" dirty="0"/>
              <a:t>Negative testing</a:t>
            </a:r>
            <a:r>
              <a:rPr lang="en-US" sz="2400" dirty="0"/>
              <a:t> – test what </a:t>
            </a:r>
            <a:r>
              <a:rPr lang="en-US" sz="2400" i="1" dirty="0"/>
              <a:t>should not</a:t>
            </a:r>
            <a:r>
              <a:rPr lang="en-US" sz="2400" dirty="0"/>
              <a:t> work</a:t>
            </a:r>
          </a:p>
          <a:p>
            <a:r>
              <a:rPr lang="en-US" sz="2400" b="1" dirty="0"/>
              <a:t>Traceability</a:t>
            </a:r>
            <a:r>
              <a:rPr lang="en-US" sz="2400" dirty="0"/>
              <a:t> – each test case maps to a requirement</a:t>
            </a:r>
          </a:p>
        </p:txBody>
      </p:sp>
    </p:spTree>
    <p:extLst>
      <p:ext uri="{BB962C8B-B14F-4D97-AF65-F5344CB8AC3E}">
        <p14:creationId xmlns:p14="http://schemas.microsoft.com/office/powerpoint/2010/main" val="3369179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325C-44AD-C65C-4484-D114A78A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3ED3-F04E-3FF3-FE7C-177F32CE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Types of Testing - 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3FFF8-5121-03E5-6140-53D54874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5878D7-1A1A-AC67-0BE8-90075C8298FE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Unit test → </a:t>
            </a:r>
            <a:r>
              <a:rPr lang="en-US" sz="2400" dirty="0"/>
              <a:t>“check small pieces”</a:t>
            </a:r>
          </a:p>
          <a:p>
            <a:pPr lvl="1"/>
            <a:r>
              <a:rPr lang="en-US" dirty="0"/>
              <a:t>Tests individual modules/functions</a:t>
            </a:r>
          </a:p>
          <a:p>
            <a:pPr lvl="1"/>
            <a:r>
              <a:rPr lang="en-US" dirty="0"/>
              <a:t>Performed by developers</a:t>
            </a:r>
          </a:p>
          <a:p>
            <a:pPr lvl="1"/>
            <a:r>
              <a:rPr lang="en-US" dirty="0"/>
              <a:t>Focus: logic, boundary conditions, error handling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integration test → </a:t>
            </a:r>
            <a:r>
              <a:rPr lang="en-US" sz="2400" dirty="0"/>
              <a:t>“check pieces together”</a:t>
            </a:r>
          </a:p>
          <a:p>
            <a:pPr lvl="1"/>
            <a:r>
              <a:rPr lang="en-US" dirty="0"/>
              <a:t>Tests data flow between modules</a:t>
            </a:r>
          </a:p>
          <a:p>
            <a:pPr lvl="1"/>
            <a:r>
              <a:rPr lang="en-US" dirty="0"/>
              <a:t>Ensures interfaces work</a:t>
            </a:r>
          </a:p>
          <a:p>
            <a:pPr lvl="1"/>
            <a:r>
              <a:rPr lang="en-US" dirty="0"/>
              <a:t>Detects module interaction failures</a:t>
            </a:r>
          </a:p>
        </p:txBody>
      </p:sp>
    </p:spTree>
    <p:extLst>
      <p:ext uri="{BB962C8B-B14F-4D97-AF65-F5344CB8AC3E}">
        <p14:creationId xmlns:p14="http://schemas.microsoft.com/office/powerpoint/2010/main" val="1406115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B5C2-BA62-4971-3F45-B90786CC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5A933-B29C-ADB9-B235-70E2CB6C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Types of Testing - II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6A901-FDDF-66C2-DADB-87683F41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99779B-FF6A-25B7-698D-26C7C1F9BA98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400" b="1" dirty="0"/>
              <a:t>system test → </a:t>
            </a:r>
            <a:r>
              <a:rPr lang="en-US" sz="2400" dirty="0"/>
              <a:t>“check whole system”</a:t>
            </a:r>
          </a:p>
          <a:p>
            <a:pPr lvl="1"/>
            <a:r>
              <a:rPr lang="en-US" dirty="0"/>
              <a:t>End-to-end testing</a:t>
            </a:r>
          </a:p>
          <a:p>
            <a:pPr lvl="1"/>
            <a:r>
              <a:rPr lang="en-US" dirty="0"/>
              <a:t>Includes:</a:t>
            </a:r>
          </a:p>
          <a:p>
            <a:pPr lvl="2"/>
            <a:r>
              <a:rPr lang="en-US" dirty="0"/>
              <a:t>Performance testing → “Check how fast it runs.”</a:t>
            </a:r>
          </a:p>
          <a:p>
            <a:pPr lvl="2"/>
            <a:r>
              <a:rPr lang="en-US" dirty="0"/>
              <a:t>Stress testing → “Check how it behaves when pushed to the limit.”</a:t>
            </a:r>
          </a:p>
          <a:p>
            <a:pPr lvl="2"/>
            <a:r>
              <a:rPr lang="en-US" dirty="0"/>
              <a:t>Load testing → “Check how it handles many users or transactions.”</a:t>
            </a:r>
          </a:p>
          <a:p>
            <a:pPr lvl="2"/>
            <a:r>
              <a:rPr lang="en-US" dirty="0"/>
              <a:t>Recovery testing → “Check if it can recover after a failure.”</a:t>
            </a:r>
          </a:p>
          <a:p>
            <a:pPr lvl="2"/>
            <a:r>
              <a:rPr lang="en-US" dirty="0"/>
              <a:t>Security testing → “Check if it is safe from attacks.”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 startAt="4"/>
            </a:pPr>
            <a:r>
              <a:rPr lang="en-US" sz="2400" b="1" dirty="0"/>
              <a:t>UAT (user acceptance test) → </a:t>
            </a:r>
            <a:r>
              <a:rPr lang="en-US" sz="2400" dirty="0"/>
              <a:t>“let users try it”</a:t>
            </a:r>
          </a:p>
          <a:p>
            <a:pPr lvl="1"/>
            <a:r>
              <a:rPr lang="en-US" dirty="0"/>
              <a:t>Users validate the system meets business requirements</a:t>
            </a:r>
          </a:p>
          <a:p>
            <a:pPr lvl="1"/>
            <a:r>
              <a:rPr lang="en-US" sz="2400" dirty="0"/>
              <a:t>Requires signed approval before go-live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5. regression test → </a:t>
            </a:r>
            <a:r>
              <a:rPr lang="en-US" dirty="0"/>
              <a:t>“check again after changes”</a:t>
            </a:r>
          </a:p>
        </p:txBody>
      </p:sp>
    </p:spTree>
    <p:extLst>
      <p:ext uri="{BB962C8B-B14F-4D97-AF65-F5344CB8AC3E}">
        <p14:creationId xmlns:p14="http://schemas.microsoft.com/office/powerpoint/2010/main" val="992091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C3B0-B06C-61C4-4FB2-5A1A2E2C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9546-00F4-91AC-B27E-4F3C0E8C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Test Artifacts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DE2DB-1FCE-6CCF-7557-E7B39B4A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0195D-953D-4709-0ADE-D3B79ED3FD8F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IS Auditor is expected to recognize:</a:t>
            </a:r>
          </a:p>
          <a:p>
            <a:r>
              <a:rPr lang="en-US" sz="2400" dirty="0"/>
              <a:t>Test plan</a:t>
            </a:r>
          </a:p>
          <a:p>
            <a:r>
              <a:rPr lang="en-US" sz="2400" dirty="0"/>
              <a:t>Test cases &amp; scripts</a:t>
            </a:r>
          </a:p>
          <a:p>
            <a:r>
              <a:rPr lang="en-US" sz="2400" dirty="0"/>
              <a:t>Expected results</a:t>
            </a:r>
          </a:p>
          <a:p>
            <a:r>
              <a:rPr lang="en-US" sz="2400" dirty="0"/>
              <a:t>Defect logs</a:t>
            </a:r>
          </a:p>
          <a:p>
            <a:r>
              <a:rPr lang="en-US" sz="2400" dirty="0"/>
              <a:t>Test evidence</a:t>
            </a:r>
          </a:p>
          <a:p>
            <a:r>
              <a:rPr lang="en-US" sz="2400" dirty="0"/>
              <a:t>Approval sign-off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33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BB2A-2FA7-6D1C-8055-9E480A568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E9B6-A457-55D9-51D9-6B6A14C3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Auditor Focus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B4FEF-B2E5-1627-7D18-C3F72280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959673-656B-BE3F-FBE4-2E3283C3DA1E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Was testing complete?</a:t>
            </a:r>
          </a:p>
          <a:p>
            <a:r>
              <a:rPr lang="en-US" sz="2400" dirty="0"/>
              <a:t>Was it independent?</a:t>
            </a:r>
          </a:p>
          <a:p>
            <a:r>
              <a:rPr lang="en-US" sz="2400" dirty="0"/>
              <a:t>Were errors fixed &amp; retested?</a:t>
            </a:r>
          </a:p>
          <a:p>
            <a:r>
              <a:rPr lang="en-US" sz="2400" dirty="0"/>
              <a:t>Was there formal UAT sign-off?</a:t>
            </a:r>
          </a:p>
          <a:p>
            <a:r>
              <a:rPr lang="en-US" sz="2400" dirty="0"/>
              <a:t>Are test results traceable to requirements?</a:t>
            </a:r>
          </a:p>
        </p:txBody>
      </p:sp>
    </p:spTree>
    <p:extLst>
      <p:ext uri="{BB962C8B-B14F-4D97-AF65-F5344CB8AC3E}">
        <p14:creationId xmlns:p14="http://schemas.microsoft.com/office/powerpoint/2010/main" val="2484617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4D63-9384-BB31-4852-5F83B5D0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3C5B-666B-44AF-F5DA-F291DC22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Configuration and Release Management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DAA9C-22C0-D55D-1EF7-51DBED117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#prepare</a:t>
            </a:r>
          </a:p>
        </p:txBody>
      </p:sp>
    </p:spTree>
    <p:extLst>
      <p:ext uri="{BB962C8B-B14F-4D97-AF65-F5344CB8AC3E}">
        <p14:creationId xmlns:p14="http://schemas.microsoft.com/office/powerpoint/2010/main" val="2404744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33BB-D74D-FC4C-AE63-46D0CE85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US" dirty="0"/>
              <a:t>This Topic 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4CB59-B9B2-408E-598F-171802140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5257800" cy="459145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Think of this as labeling your boxes properly before shipping so you don’t ship the wrong version or an unfinished version.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F1EBF-EBFC-867B-B883-0635F906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050" name="Picture 2" descr="How to Label a Box for Shipping - Premium Label Supply">
            <a:extLst>
              <a:ext uri="{FF2B5EF4-FFF2-40B4-BE49-F238E27FC236}">
                <a16:creationId xmlns:a16="http://schemas.microsoft.com/office/drawing/2014/main" id="{78579B90-4609-3AAD-08D4-CF839E19E6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2" r="32370"/>
          <a:stretch>
            <a:fillRect/>
          </a:stretch>
        </p:blipFill>
        <p:spPr bwMode="auto">
          <a:xfrm>
            <a:off x="6618962" y="1284052"/>
            <a:ext cx="4734838" cy="448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168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2CBF-82AA-E9E9-9969-80A444E8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3491A-8057-6A9D-1885-DC4F9147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Key Concepts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BC460-02D4-1C3E-FC32-FA29A4CC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E5A10C-FB17-79EE-9401-A53B9F115A8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configuration → </a:t>
            </a:r>
            <a:r>
              <a:rPr lang="en-US" sz="2400" dirty="0"/>
              <a:t>“settings”</a:t>
            </a:r>
          </a:p>
          <a:p>
            <a:r>
              <a:rPr lang="en-US" sz="2400" b="1" dirty="0"/>
              <a:t>versioning → </a:t>
            </a:r>
            <a:r>
              <a:rPr lang="en-US" sz="2400" dirty="0"/>
              <a:t>“which one?”</a:t>
            </a:r>
          </a:p>
          <a:p>
            <a:r>
              <a:rPr lang="en-US" sz="2400" b="1" dirty="0"/>
              <a:t>baseline → </a:t>
            </a:r>
            <a:r>
              <a:rPr lang="en-US" sz="2400" dirty="0"/>
              <a:t>“approved version”</a:t>
            </a:r>
          </a:p>
          <a:p>
            <a:r>
              <a:rPr lang="en-US" sz="2400" b="1" dirty="0"/>
              <a:t>release → </a:t>
            </a:r>
            <a:r>
              <a:rPr lang="en-US" sz="2400" dirty="0"/>
              <a:t>“send to users”</a:t>
            </a:r>
          </a:p>
          <a:p>
            <a:r>
              <a:rPr lang="en-US" sz="2400" b="1" dirty="0"/>
              <a:t>deployment → </a:t>
            </a:r>
            <a:r>
              <a:rPr lang="en-US" sz="2400" dirty="0"/>
              <a:t>“install to production”</a:t>
            </a:r>
          </a:p>
        </p:txBody>
      </p:sp>
    </p:spTree>
    <p:extLst>
      <p:ext uri="{BB962C8B-B14F-4D97-AF65-F5344CB8AC3E}">
        <p14:creationId xmlns:p14="http://schemas.microsoft.com/office/powerpoint/2010/main" val="6759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E937-D4DE-470B-8EC2-75486BBF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6892-564E-45A8-D6B9-B9CA2FF1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Management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9314F-2042-2F47-1153-AAA5BB92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7314925-FA7C-A108-6B5F-42560E8C65F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Configuration management ensures the correct version of:</a:t>
            </a:r>
          </a:p>
          <a:p>
            <a:r>
              <a:rPr lang="en-US" sz="2400" dirty="0"/>
              <a:t>Source code</a:t>
            </a:r>
          </a:p>
          <a:p>
            <a:r>
              <a:rPr lang="en-US" sz="2400" dirty="0"/>
              <a:t>Libraries</a:t>
            </a:r>
          </a:p>
          <a:p>
            <a:r>
              <a:rPr lang="en-US" sz="2400" dirty="0"/>
              <a:t>Documentation</a:t>
            </a:r>
          </a:p>
          <a:p>
            <a:r>
              <a:rPr lang="en-US" sz="2400" dirty="0"/>
              <a:t>System settings</a:t>
            </a:r>
          </a:p>
          <a:p>
            <a:r>
              <a:rPr lang="en-US" sz="2400" dirty="0"/>
              <a:t>Hardware configurations</a:t>
            </a:r>
          </a:p>
          <a:p>
            <a:r>
              <a:rPr lang="en-US" sz="2400" dirty="0"/>
              <a:t>Security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A3C663-8465-6034-41AC-A371C8178E84}"/>
              </a:ext>
            </a:extLst>
          </p:cNvPr>
          <p:cNvSpPr/>
          <p:nvPr/>
        </p:nvSpPr>
        <p:spPr>
          <a:xfrm>
            <a:off x="5892800" y="2726690"/>
            <a:ext cx="4632960" cy="21805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CISA wants IS auditor to know: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CMDB – Configuration Management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Baselines – approved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Version control tools (Git, SVN, etc.)</a:t>
            </a:r>
          </a:p>
        </p:txBody>
      </p:sp>
    </p:spTree>
    <p:extLst>
      <p:ext uri="{BB962C8B-B14F-4D97-AF65-F5344CB8AC3E}">
        <p14:creationId xmlns:p14="http://schemas.microsoft.com/office/powerpoint/2010/main" val="2846676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7549-F6B8-05BD-BB52-6F8EB903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5069-0EC0-AB48-E25B-7C56842F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555"/>
          </a:xfrm>
        </p:spPr>
        <p:txBody>
          <a:bodyPr/>
          <a:lstStyle/>
          <a:p>
            <a:r>
              <a:rPr lang="en-US" dirty="0"/>
              <a:t>Release Management Responsibilities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0769B-AD68-43AD-E611-4D236560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998E60-0C1D-E584-006F-34B2827DD017}"/>
              </a:ext>
            </a:extLst>
          </p:cNvPr>
          <p:cNvSpPr txBox="1">
            <a:spLocks/>
          </p:cNvSpPr>
          <p:nvPr/>
        </p:nvSpPr>
        <p:spPr>
          <a:xfrm>
            <a:off x="807720" y="1229360"/>
            <a:ext cx="10515599" cy="4805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Release management controls </a:t>
            </a:r>
            <a:r>
              <a:rPr lang="en-US" b="1" dirty="0"/>
              <a:t>how and when</a:t>
            </a:r>
            <a:r>
              <a:rPr lang="en-US" dirty="0"/>
              <a:t> updates go to production.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Technical components:</a:t>
            </a:r>
          </a:p>
          <a:p>
            <a:r>
              <a:rPr lang="en-US" dirty="0"/>
              <a:t>Build management – compiling and packaging</a:t>
            </a:r>
          </a:p>
          <a:p>
            <a:r>
              <a:rPr lang="en-US" dirty="0"/>
              <a:t>Release approval gates</a:t>
            </a:r>
          </a:p>
          <a:p>
            <a:r>
              <a:rPr lang="en-US" dirty="0"/>
              <a:t>Deployment automation (CI/CD)</a:t>
            </a:r>
          </a:p>
          <a:p>
            <a:r>
              <a:rPr lang="en-US" dirty="0"/>
              <a:t>Rollback procedures</a:t>
            </a:r>
          </a:p>
          <a:p>
            <a:r>
              <a:rPr lang="en-US" dirty="0"/>
              <a:t>Environment separation</a:t>
            </a:r>
          </a:p>
          <a:p>
            <a:pPr lvl="1"/>
            <a:r>
              <a:rPr lang="en-US" dirty="0"/>
              <a:t>Development</a:t>
            </a:r>
          </a:p>
          <a:p>
            <a:pPr lvl="1"/>
            <a:r>
              <a:rPr lang="en-US" dirty="0"/>
              <a:t>Test</a:t>
            </a:r>
          </a:p>
          <a:p>
            <a:pPr lvl="1"/>
            <a:r>
              <a:rPr lang="en-US" dirty="0"/>
              <a:t>Staging</a:t>
            </a:r>
          </a:p>
          <a:p>
            <a:pPr lvl="1"/>
            <a:r>
              <a:rPr lang="en-US" dirty="0"/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2340584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7DF1-F83A-6BA9-18E3-FB11D382F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DD2F-B6A1-DBE6-C0C1-0EB65386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555"/>
          </a:xfrm>
        </p:spPr>
        <p:txBody>
          <a:bodyPr/>
          <a:lstStyle/>
          <a:p>
            <a:r>
              <a:rPr lang="en-US" dirty="0"/>
              <a:t>Strict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19FB2-BD3A-DE1A-00FB-2207B18C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C0E0F7-83FA-90A5-8E55-828153DE171F}"/>
              </a:ext>
            </a:extLst>
          </p:cNvPr>
          <p:cNvSpPr txBox="1">
            <a:spLocks/>
          </p:cNvSpPr>
          <p:nvPr/>
        </p:nvSpPr>
        <p:spPr>
          <a:xfrm>
            <a:off x="807720" y="1229360"/>
            <a:ext cx="10515599" cy="480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To prevent unapproved changes:</a:t>
            </a:r>
          </a:p>
          <a:p>
            <a:r>
              <a:rPr lang="en-US" dirty="0"/>
              <a:t>No developer access to production</a:t>
            </a:r>
          </a:p>
          <a:p>
            <a:r>
              <a:rPr lang="en-US" dirty="0"/>
              <a:t>Segregation of duties between dev, test, ops</a:t>
            </a:r>
          </a:p>
          <a:p>
            <a:r>
              <a:rPr lang="en-US" dirty="0"/>
              <a:t>Release notes</a:t>
            </a:r>
          </a:p>
          <a:p>
            <a:r>
              <a:rPr lang="en-US" dirty="0"/>
              <a:t>Test evidence before release</a:t>
            </a:r>
          </a:p>
          <a:p>
            <a:r>
              <a:rPr lang="en-US" dirty="0"/>
              <a:t>Change tickets with approvals</a:t>
            </a:r>
          </a:p>
          <a:p>
            <a:r>
              <a:rPr lang="en-US" dirty="0"/>
              <a:t>Integrity verification (hash checks)</a:t>
            </a:r>
          </a:p>
        </p:txBody>
      </p:sp>
    </p:spTree>
    <p:extLst>
      <p:ext uri="{BB962C8B-B14F-4D97-AF65-F5344CB8AC3E}">
        <p14:creationId xmlns:p14="http://schemas.microsoft.com/office/powerpoint/2010/main" val="2057318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8B69-A4F3-12EA-44FE-5B3083AD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97AA-3CC4-7F30-1542-5AD398B2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Auditor Focus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5FFD0-41F4-74DC-DC79-6749E485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323E48-747B-8E99-30FB-856BEA8C1E45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Who can change settings?</a:t>
            </a:r>
          </a:p>
          <a:p>
            <a:r>
              <a:rPr lang="en-US" sz="2400" dirty="0"/>
              <a:t>Are versions tracked?</a:t>
            </a:r>
          </a:p>
          <a:p>
            <a:r>
              <a:rPr lang="en-US" sz="2400" dirty="0"/>
              <a:t>Is there approval before release?</a:t>
            </a:r>
          </a:p>
          <a:p>
            <a:r>
              <a:rPr lang="en-US" sz="2400" dirty="0"/>
              <a:t>Are releases tested?</a:t>
            </a:r>
          </a:p>
          <a:p>
            <a:r>
              <a:rPr lang="en-US" sz="2400" dirty="0"/>
              <a:t>Is there rollback if something fails?</a:t>
            </a:r>
          </a:p>
        </p:txBody>
      </p:sp>
    </p:spTree>
    <p:extLst>
      <p:ext uri="{BB962C8B-B14F-4D97-AF65-F5344CB8AC3E}">
        <p14:creationId xmlns:p14="http://schemas.microsoft.com/office/powerpoint/2010/main" val="4233368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D9F8-0F64-E78A-1DB8-D2E36C3E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C606-9CA3-A16A-AC54-A351C99D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4145"/>
            <a:ext cx="6202680" cy="285273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D" dirty="0"/>
              <a:t>System Migration, Infrastructure Deployment &amp; Data Conversion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3FDAF-A69D-CD40-D4B3-06E89828D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6882"/>
            <a:ext cx="620268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#move</a:t>
            </a:r>
          </a:p>
        </p:txBody>
      </p:sp>
    </p:spTree>
    <p:extLst>
      <p:ext uri="{BB962C8B-B14F-4D97-AF65-F5344CB8AC3E}">
        <p14:creationId xmlns:p14="http://schemas.microsoft.com/office/powerpoint/2010/main" val="2842273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EE4A-BEB0-D092-FE2C-17A3B3E3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E2BA-32E3-0C61-D721-7ABC758B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US" dirty="0"/>
              <a:t>This Topic 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55AC-BEE7-82C7-501F-8B331D96E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1600"/>
            <a:ext cx="7423673" cy="459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Migration is like moving to a new house:</a:t>
            </a:r>
          </a:p>
          <a:p>
            <a:r>
              <a:rPr lang="en-US" sz="2400" dirty="0"/>
              <a:t>Move your furniture (data)</a:t>
            </a:r>
          </a:p>
          <a:p>
            <a:r>
              <a:rPr lang="en-US" sz="2400" dirty="0"/>
              <a:t>Make sure nothing breaks (validation)</a:t>
            </a:r>
          </a:p>
          <a:p>
            <a:r>
              <a:rPr lang="en-US" sz="2400" dirty="0"/>
              <a:t>Ensure the new house is ready (infrastructure)</a:t>
            </a:r>
          </a:p>
          <a:p>
            <a:r>
              <a:rPr lang="en-US" sz="2400" dirty="0"/>
              <a:t>Check everything fits (compatibility)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44886-95CC-18F3-9713-A6E97E7E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03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1D9A-386E-61EE-EFE5-C9EE6757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8771B-9326-5E08-22A4-F49E91A0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Key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48BBD-3AF5-8AE2-3739-5AE4CA88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B2AB99-9B7D-50FC-FFE9-39BAA0A8A00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pre-migration check → </a:t>
            </a:r>
            <a:r>
              <a:rPr lang="en-US" sz="2400" dirty="0"/>
              <a:t>“ready?”</a:t>
            </a:r>
          </a:p>
          <a:p>
            <a:r>
              <a:rPr lang="en-US" sz="2400" b="1" dirty="0"/>
              <a:t>data conversion → </a:t>
            </a:r>
            <a:r>
              <a:rPr lang="en-US" sz="2400" dirty="0"/>
              <a:t>“change format”</a:t>
            </a:r>
          </a:p>
          <a:p>
            <a:r>
              <a:rPr lang="en-US" sz="2400" b="1" dirty="0"/>
              <a:t>migration → </a:t>
            </a:r>
            <a:r>
              <a:rPr lang="en-US" sz="2400" dirty="0"/>
              <a:t>“move data”</a:t>
            </a:r>
          </a:p>
          <a:p>
            <a:r>
              <a:rPr lang="en-US" sz="2400" b="1" dirty="0"/>
              <a:t>validation → </a:t>
            </a:r>
            <a:r>
              <a:rPr lang="en-US" sz="2400" dirty="0"/>
              <a:t>“check data is correct”</a:t>
            </a:r>
          </a:p>
          <a:p>
            <a:r>
              <a:rPr lang="en-US" sz="2400" b="1" dirty="0"/>
              <a:t>cutover → </a:t>
            </a:r>
            <a:r>
              <a:rPr lang="en-US" sz="2400" dirty="0"/>
              <a:t>“switch from old to new”</a:t>
            </a:r>
          </a:p>
        </p:txBody>
      </p:sp>
    </p:spTree>
    <p:extLst>
      <p:ext uri="{BB962C8B-B14F-4D97-AF65-F5344CB8AC3E}">
        <p14:creationId xmlns:p14="http://schemas.microsoft.com/office/powerpoint/2010/main" val="3567308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A98C-CF28-1368-DE73-22042D91F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ADBF-CD5B-5FC2-368F-9E5D74BD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Migration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95492-613F-FDB2-2E75-8143AC1A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48E91-662A-9913-1E8A-3995953D01E4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Migration involves:</a:t>
            </a:r>
          </a:p>
          <a:p>
            <a:r>
              <a:rPr lang="en-US" dirty="0"/>
              <a:t>Application components</a:t>
            </a:r>
          </a:p>
          <a:p>
            <a:r>
              <a:rPr lang="en-US" dirty="0"/>
              <a:t>Infrastructure</a:t>
            </a:r>
          </a:p>
          <a:p>
            <a:r>
              <a:rPr lang="en-US" dirty="0"/>
              <a:t>Databases</a:t>
            </a:r>
          </a:p>
          <a:p>
            <a:r>
              <a:rPr lang="en-US" dirty="0"/>
              <a:t>Interfaces</a:t>
            </a:r>
          </a:p>
          <a:p>
            <a:r>
              <a:rPr lang="en-US" dirty="0"/>
              <a:t>Security configurations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ED0B6A-4CDC-924F-0EB0-E7AC226CA317}"/>
              </a:ext>
            </a:extLst>
          </p:cNvPr>
          <p:cNvSpPr/>
          <p:nvPr/>
        </p:nvSpPr>
        <p:spPr>
          <a:xfrm>
            <a:off x="6471920" y="2204720"/>
            <a:ext cx="4881880" cy="2743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ysClr val="windowText" lastClr="000000"/>
                </a:solidFill>
              </a:rPr>
              <a:t>CISA expects understanding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Cutover strategies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Big Bang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Phased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Parallel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Rollback plans (critical exam topic)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Performance tuning during migration</a:t>
            </a:r>
          </a:p>
        </p:txBody>
      </p:sp>
    </p:spTree>
    <p:extLst>
      <p:ext uri="{BB962C8B-B14F-4D97-AF65-F5344CB8AC3E}">
        <p14:creationId xmlns:p14="http://schemas.microsoft.com/office/powerpoint/2010/main" val="4907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4935-3B69-30B7-A980-74F5B398D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701" y="151649"/>
            <a:ext cx="10515600" cy="818597"/>
          </a:xfrm>
        </p:spPr>
        <p:txBody>
          <a:bodyPr>
            <a:normAutofit/>
          </a:bodyPr>
          <a:lstStyle/>
          <a:p>
            <a:r>
              <a:rPr lang="en-US" dirty="0"/>
              <a:t>Conversion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1D6E-EE25-4A41-5972-3B20E369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28</a:t>
            </a:fld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87390C-D122-9A06-DC53-975FCAF5658C}"/>
              </a:ext>
            </a:extLst>
          </p:cNvPr>
          <p:cNvSpPr/>
          <p:nvPr/>
        </p:nvSpPr>
        <p:spPr>
          <a:xfrm>
            <a:off x="593386" y="1385219"/>
            <a:ext cx="3579779" cy="6844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6EBE3-634C-1F44-1CEB-BEFBA5353C53}"/>
              </a:ext>
            </a:extLst>
          </p:cNvPr>
          <p:cNvSpPr/>
          <p:nvPr/>
        </p:nvSpPr>
        <p:spPr>
          <a:xfrm>
            <a:off x="4173165" y="1385219"/>
            <a:ext cx="3579779" cy="68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8214C4-4F2D-116C-E7F7-53ED01D8F8B5}"/>
              </a:ext>
            </a:extLst>
          </p:cNvPr>
          <p:cNvSpPr/>
          <p:nvPr/>
        </p:nvSpPr>
        <p:spPr>
          <a:xfrm>
            <a:off x="593386" y="2533083"/>
            <a:ext cx="4338537" cy="3634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EF5088-9071-6EE5-5558-40001BCFA855}"/>
              </a:ext>
            </a:extLst>
          </p:cNvPr>
          <p:cNvSpPr/>
          <p:nvPr/>
        </p:nvSpPr>
        <p:spPr>
          <a:xfrm>
            <a:off x="2850203" y="2880456"/>
            <a:ext cx="4902741" cy="3634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B63BB8-A8DA-8D0C-5E0D-059A53843E3C}"/>
              </a:ext>
            </a:extLst>
          </p:cNvPr>
          <p:cNvSpPr/>
          <p:nvPr/>
        </p:nvSpPr>
        <p:spPr>
          <a:xfrm>
            <a:off x="593386" y="3772047"/>
            <a:ext cx="3579779" cy="6844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D97981-12FE-FE95-BE3A-19B986D963BD}"/>
              </a:ext>
            </a:extLst>
          </p:cNvPr>
          <p:cNvSpPr/>
          <p:nvPr/>
        </p:nvSpPr>
        <p:spPr>
          <a:xfrm>
            <a:off x="4173165" y="3772047"/>
            <a:ext cx="3579779" cy="68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18635-09E8-DD82-4258-DB7A2819D248}"/>
              </a:ext>
            </a:extLst>
          </p:cNvPr>
          <p:cNvSpPr/>
          <p:nvPr/>
        </p:nvSpPr>
        <p:spPr>
          <a:xfrm>
            <a:off x="3325692" y="3772047"/>
            <a:ext cx="847473" cy="195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6B8E4-BFD3-6AFC-7F48-B9FA0642FA6F}"/>
              </a:ext>
            </a:extLst>
          </p:cNvPr>
          <p:cNvSpPr/>
          <p:nvPr/>
        </p:nvSpPr>
        <p:spPr>
          <a:xfrm>
            <a:off x="3617570" y="3937703"/>
            <a:ext cx="847473" cy="195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907258-4995-2150-3003-0C2FAEB8E274}"/>
              </a:ext>
            </a:extLst>
          </p:cNvPr>
          <p:cNvSpPr/>
          <p:nvPr/>
        </p:nvSpPr>
        <p:spPr>
          <a:xfrm>
            <a:off x="3915688" y="4091217"/>
            <a:ext cx="847473" cy="195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1F7986-1F6D-E6E5-3941-03DBC8DB5725}"/>
              </a:ext>
            </a:extLst>
          </p:cNvPr>
          <p:cNvSpPr/>
          <p:nvPr/>
        </p:nvSpPr>
        <p:spPr>
          <a:xfrm>
            <a:off x="593386" y="4971214"/>
            <a:ext cx="3579779" cy="6844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 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A260FC-9730-11C5-0A17-61ABBBE0038B}"/>
              </a:ext>
            </a:extLst>
          </p:cNvPr>
          <p:cNvSpPr/>
          <p:nvPr/>
        </p:nvSpPr>
        <p:spPr>
          <a:xfrm>
            <a:off x="4173165" y="4971214"/>
            <a:ext cx="3579779" cy="68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C77BE0-6202-E486-3034-3E3ECC3C64E9}"/>
              </a:ext>
            </a:extLst>
          </p:cNvPr>
          <p:cNvSpPr/>
          <p:nvPr/>
        </p:nvSpPr>
        <p:spPr>
          <a:xfrm>
            <a:off x="3325692" y="4971214"/>
            <a:ext cx="847473" cy="195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96D5FA-5A0A-B71B-ECD7-05F26E47F454}"/>
              </a:ext>
            </a:extLst>
          </p:cNvPr>
          <p:cNvSpPr txBox="1"/>
          <p:nvPr/>
        </p:nvSpPr>
        <p:spPr>
          <a:xfrm>
            <a:off x="8356060" y="1385219"/>
            <a:ext cx="2703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Direct Conversion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4061E7-EEA2-16DE-E7A8-14D39E2300CC}"/>
              </a:ext>
            </a:extLst>
          </p:cNvPr>
          <p:cNvSpPr txBox="1"/>
          <p:nvPr/>
        </p:nvSpPr>
        <p:spPr>
          <a:xfrm>
            <a:off x="8356060" y="2639637"/>
            <a:ext cx="2910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Parallel Conversion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D39A3-01CB-7237-4DD9-06D8F2A8877B}"/>
              </a:ext>
            </a:extLst>
          </p:cNvPr>
          <p:cNvSpPr txBox="1"/>
          <p:nvPr/>
        </p:nvSpPr>
        <p:spPr>
          <a:xfrm>
            <a:off x="8356060" y="3878615"/>
            <a:ext cx="3072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Phase-in Conversion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4C064-105E-DA83-14A9-682A90C62C28}"/>
              </a:ext>
            </a:extLst>
          </p:cNvPr>
          <p:cNvSpPr txBox="1"/>
          <p:nvPr/>
        </p:nvSpPr>
        <p:spPr>
          <a:xfrm>
            <a:off x="8356060" y="5068843"/>
            <a:ext cx="2488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Pilot Conversion</a:t>
            </a:r>
          </a:p>
        </p:txBody>
      </p:sp>
    </p:spTree>
    <p:extLst>
      <p:ext uri="{BB962C8B-B14F-4D97-AF65-F5344CB8AC3E}">
        <p14:creationId xmlns:p14="http://schemas.microsoft.com/office/powerpoint/2010/main" val="1929889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DF12A-55CD-CBFE-CE64-A32B87E5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2D16-BA3B-9BC0-5577-7BE2AB2C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Conversion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86EBB-A210-B54D-D534-894FEAB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D1D741-3A93-39E9-DE3A-C19DA2862C88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Converting legacy data into a new structure involves: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Stages of Data Conversion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Data profiling → analyze data quality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Data mapping → old → new structure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Data cleansing → fix duplicates, missing, errors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Transformation → format/data type changes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Loading → import into new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Reconciliation &amp; validation → totals, counts, integrity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7AD68-8FF3-745F-5215-0C8910CF38E5}"/>
              </a:ext>
            </a:extLst>
          </p:cNvPr>
          <p:cNvSpPr/>
          <p:nvPr/>
        </p:nvSpPr>
        <p:spPr>
          <a:xfrm>
            <a:off x="8168640" y="2438400"/>
            <a:ext cx="3474720" cy="24183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Controls CISA Emphasizes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Completeness checks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Accuracy checks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Hash totals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Control totals (e.g., number of records)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Reconciliation reports</a:t>
            </a:r>
          </a:p>
        </p:txBody>
      </p:sp>
    </p:spTree>
    <p:extLst>
      <p:ext uri="{BB962C8B-B14F-4D97-AF65-F5344CB8AC3E}">
        <p14:creationId xmlns:p14="http://schemas.microsoft.com/office/powerpoint/2010/main" val="672625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ABFA-F9CF-DE1B-DECD-E5EA27C8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6335-3D5B-481B-88B6-8A247B1BA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AEDD4-F169-1766-FFFF-4E6BBC31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694CCE-F1CC-641A-98F9-50E8787C6E48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Includes:</a:t>
            </a:r>
          </a:p>
          <a:p>
            <a:r>
              <a:rPr lang="en-US" sz="2400" dirty="0"/>
              <a:t>Server setup</a:t>
            </a:r>
          </a:p>
          <a:p>
            <a:r>
              <a:rPr lang="en-US" sz="2400" dirty="0"/>
              <a:t>Network configuration</a:t>
            </a:r>
          </a:p>
          <a:p>
            <a:r>
              <a:rPr lang="en-US" sz="2400" dirty="0"/>
              <a:t>Security hardening</a:t>
            </a:r>
          </a:p>
          <a:p>
            <a:r>
              <a:rPr lang="en-US" sz="2400" dirty="0"/>
              <a:t>Patch level validation</a:t>
            </a:r>
          </a:p>
          <a:p>
            <a:r>
              <a:rPr lang="en-US" sz="2400" dirty="0"/>
              <a:t>Capacity &amp; performance testing</a:t>
            </a:r>
          </a:p>
          <a:p>
            <a:r>
              <a:rPr lang="en-US" sz="2400" dirty="0"/>
              <a:t>Backup &amp; recovery readiness</a:t>
            </a:r>
          </a:p>
        </p:txBody>
      </p:sp>
    </p:spTree>
    <p:extLst>
      <p:ext uri="{BB962C8B-B14F-4D97-AF65-F5344CB8AC3E}">
        <p14:creationId xmlns:p14="http://schemas.microsoft.com/office/powerpoint/2010/main" val="1112028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24DB-22C6-1B97-9927-235BEC1B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77C9-CA43-06D6-4499-CCEA5B54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Auditor Focus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7DADA-EA93-BAC8-E698-4391E25B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41E2EE-7863-6807-12DA-F7A39919B86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Was migration planned?</a:t>
            </a:r>
          </a:p>
          <a:p>
            <a:r>
              <a:rPr lang="en-US" sz="2400" dirty="0"/>
              <a:t>Was data validated?</a:t>
            </a:r>
          </a:p>
          <a:p>
            <a:r>
              <a:rPr lang="en-US" sz="2400" dirty="0"/>
              <a:t>Are old systems secured after cutover?</a:t>
            </a:r>
          </a:p>
          <a:p>
            <a:r>
              <a:rPr lang="en-US" sz="2400" dirty="0"/>
              <a:t>Is there a rollback plan?</a:t>
            </a:r>
          </a:p>
        </p:txBody>
      </p:sp>
    </p:spTree>
    <p:extLst>
      <p:ext uri="{BB962C8B-B14F-4D97-AF65-F5344CB8AC3E}">
        <p14:creationId xmlns:p14="http://schemas.microsoft.com/office/powerpoint/2010/main" val="1460602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6167-1DEF-8286-8047-764872EE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F6D6-8F52-BE2D-5E23-48D0F43E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Post-Implementation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1409-D9D6-781E-9386-25124D216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#review</a:t>
            </a:r>
          </a:p>
        </p:txBody>
      </p:sp>
    </p:spTree>
    <p:extLst>
      <p:ext uri="{BB962C8B-B14F-4D97-AF65-F5344CB8AC3E}">
        <p14:creationId xmlns:p14="http://schemas.microsoft.com/office/powerpoint/2010/main" val="2948661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E41E-EFC5-0CF8-283C-0DE4A09A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02FB-99A3-BC41-71FE-734A48C59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US" dirty="0"/>
              <a:t>This Topic 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738E-7344-0C31-9948-55917495D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1600"/>
            <a:ext cx="10246361" cy="4591455"/>
          </a:xfrm>
        </p:spPr>
        <p:txBody>
          <a:bodyPr>
            <a:normAutofit/>
          </a:bodyPr>
          <a:lstStyle/>
          <a:p>
            <a:r>
              <a:rPr lang="en-US" sz="2400" dirty="0"/>
              <a:t>Checking if the project achieved what it promised.</a:t>
            </a:r>
          </a:p>
          <a:p>
            <a:r>
              <a:rPr lang="en-US" sz="2400" dirty="0"/>
              <a:t>This is the after-sales inspection — did the system deliver what the business expected?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912A3-89DE-7267-0E4B-FA6A8DE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70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0EE2-9CE2-33B6-3436-74E003A2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1ED3-5C7C-A49C-FB7B-82EDA5CA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PIR Evaluates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D2C84-25A6-C3D7-6BA4-36B84ED5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21C5D5-FFE8-0601-1EC5-1A9B783E34F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Did the system meet business objectives?</a:t>
            </a:r>
          </a:p>
          <a:p>
            <a:r>
              <a:rPr lang="en-US" sz="2400" dirty="0"/>
              <a:t>Did it stay within budget/time scope?</a:t>
            </a:r>
          </a:p>
          <a:p>
            <a:r>
              <a:rPr lang="en-US" sz="2400" dirty="0"/>
              <a:t>Are controls operating effectively after go-live?</a:t>
            </a:r>
          </a:p>
          <a:p>
            <a:r>
              <a:rPr lang="en-US" sz="2400" dirty="0"/>
              <a:t>Are users satisfied?</a:t>
            </a:r>
          </a:p>
          <a:p>
            <a:r>
              <a:rPr lang="en-US" sz="2400" dirty="0"/>
              <a:t>Were risks properly managed?</a:t>
            </a:r>
          </a:p>
          <a:p>
            <a:r>
              <a:rPr lang="en-US" sz="2400" dirty="0"/>
              <a:t>What lessons can be applied to future projects?</a:t>
            </a:r>
          </a:p>
        </p:txBody>
      </p:sp>
    </p:spTree>
    <p:extLst>
      <p:ext uri="{BB962C8B-B14F-4D97-AF65-F5344CB8AC3E}">
        <p14:creationId xmlns:p14="http://schemas.microsoft.com/office/powerpoint/2010/main" val="53942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E462-2FCA-E875-5424-E3C2A126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2357-C22A-3EE4-31A2-11BCEFE1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PIR Technical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A85AA-199C-1B8C-5B44-8FC39561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B34834-E26C-0B0D-B300-01F0072F820D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Measuring KPIs and expected benefits</a:t>
            </a:r>
          </a:p>
          <a:p>
            <a:r>
              <a:rPr lang="en-US" sz="2400" dirty="0"/>
              <a:t>Reviewing defect trends post-launch</a:t>
            </a:r>
          </a:p>
          <a:p>
            <a:r>
              <a:rPr lang="en-US" sz="2400" dirty="0"/>
              <a:t>Checking actual vs expected performance</a:t>
            </a:r>
          </a:p>
          <a:p>
            <a:r>
              <a:rPr lang="en-US" sz="2400" dirty="0"/>
              <a:t>Reviewing security issues after go-live</a:t>
            </a:r>
          </a:p>
          <a:p>
            <a:r>
              <a:rPr lang="en-US" sz="2400" dirty="0"/>
              <a:t>Confirming support &amp; maintenance readiness</a:t>
            </a:r>
          </a:p>
          <a:p>
            <a:r>
              <a:rPr lang="en-US" sz="2400" dirty="0"/>
              <a:t>Verifying service level agreements (SLA) adherence</a:t>
            </a:r>
          </a:p>
        </p:txBody>
      </p:sp>
    </p:spTree>
    <p:extLst>
      <p:ext uri="{BB962C8B-B14F-4D97-AF65-F5344CB8AC3E}">
        <p14:creationId xmlns:p14="http://schemas.microsoft.com/office/powerpoint/2010/main" val="1718121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6DA0-8459-4310-2835-4A8EAC81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F99D-2B89-24F9-B574-28EF2DEE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Auditor Focus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188E6-EE35-0356-5DE3-FF75E4FB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31FF4C-4A90-6E3E-5469-5CCEE66BD977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Was the PIR performed?</a:t>
            </a:r>
          </a:p>
          <a:p>
            <a:r>
              <a:rPr lang="en-US" sz="2400" dirty="0"/>
              <a:t>Were issues documented and assigned?</a:t>
            </a:r>
          </a:p>
          <a:p>
            <a:r>
              <a:rPr lang="en-US" sz="2400" dirty="0"/>
              <a:t>Were benefits realized?</a:t>
            </a:r>
          </a:p>
          <a:p>
            <a:r>
              <a:rPr lang="en-US" sz="2400" dirty="0"/>
              <a:t>Are improvements tracked?</a:t>
            </a:r>
          </a:p>
        </p:txBody>
      </p:sp>
    </p:spTree>
    <p:extLst>
      <p:ext uri="{BB962C8B-B14F-4D97-AF65-F5344CB8AC3E}">
        <p14:creationId xmlns:p14="http://schemas.microsoft.com/office/powerpoint/2010/main" val="4130794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E6C1-96DC-A0A5-4882-2C722D033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it’s time for….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60BB6-042C-8BDC-832C-EB090470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A099B-3A64-3C6F-948C-C6F92DB24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42524670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0390-D4F4-8559-7E7E-9EB80517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2390-A351-2BC1-BB12-FE12FE55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 III – Map Domain 4 in Group!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D450F-0DEA-D7BA-6C23-02795CA6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B2A37-0B4B-405A-2CAA-C05F9F34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726038" cy="4243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know the drill.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 group assignment through journal</a:t>
            </a:r>
          </a:p>
        </p:txBody>
      </p:sp>
    </p:spTree>
    <p:extLst>
      <p:ext uri="{BB962C8B-B14F-4D97-AF65-F5344CB8AC3E}">
        <p14:creationId xmlns:p14="http://schemas.microsoft.com/office/powerpoint/2010/main" val="388744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1407</Words>
  <Application>Microsoft Office PowerPoint</Application>
  <PresentationFormat>Widescreen</PresentationFormat>
  <Paragraphs>293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Britannic Bold</vt:lpstr>
      <vt:lpstr>Calibri</vt:lpstr>
      <vt:lpstr>Monotype Corsiva</vt:lpstr>
      <vt:lpstr>Segoe UI</vt:lpstr>
      <vt:lpstr>Source Serif Pro Black</vt:lpstr>
      <vt:lpstr>Stencil</vt:lpstr>
      <vt:lpstr>Office Theme</vt:lpstr>
      <vt:lpstr>IS Acquisition, Development &amp; Implementation II</vt:lpstr>
      <vt:lpstr>Class Recap</vt:lpstr>
      <vt:lpstr>Class Roadmap</vt:lpstr>
      <vt:lpstr>Covered So Far</vt:lpstr>
      <vt:lpstr>Fill-up Chapter 3 - reflection</vt:lpstr>
      <vt:lpstr>PowerPoint Presentation</vt:lpstr>
      <vt:lpstr>Intro</vt:lpstr>
      <vt:lpstr>What is it about?</vt:lpstr>
      <vt:lpstr>Why It Matters to an IS Auditor</vt:lpstr>
      <vt:lpstr>Testing Methodologies</vt:lpstr>
      <vt:lpstr>Testing in A Nutshell</vt:lpstr>
      <vt:lpstr>Testing Principles</vt:lpstr>
      <vt:lpstr>Types of Testing - I</vt:lpstr>
      <vt:lpstr>Types of Testing - II</vt:lpstr>
      <vt:lpstr>Technical Test Artifacts</vt:lpstr>
      <vt:lpstr>Auditor Focus</vt:lpstr>
      <vt:lpstr>Configuration and Release Management</vt:lpstr>
      <vt:lpstr>This Topic in A Nutshell</vt:lpstr>
      <vt:lpstr>Key Concepts</vt:lpstr>
      <vt:lpstr>Configuration Management Basics</vt:lpstr>
      <vt:lpstr>Release Management Responsibilities</vt:lpstr>
      <vt:lpstr>Strict Controls</vt:lpstr>
      <vt:lpstr>Auditor Focus</vt:lpstr>
      <vt:lpstr>System Migration, Infrastructure Deployment &amp; Data Conversion</vt:lpstr>
      <vt:lpstr>This Topic in A Nutshell</vt:lpstr>
      <vt:lpstr>Key Steps</vt:lpstr>
      <vt:lpstr>System Migration Concepts</vt:lpstr>
      <vt:lpstr>Conversion Approaches</vt:lpstr>
      <vt:lpstr>Data Conversion </vt:lpstr>
      <vt:lpstr>Infrastructure Deployment</vt:lpstr>
      <vt:lpstr>Auditor Focus</vt:lpstr>
      <vt:lpstr>Post-Implementation Review</vt:lpstr>
      <vt:lpstr>This Topic in A Nutshell</vt:lpstr>
      <vt:lpstr>What PIR Evaluates</vt:lpstr>
      <vt:lpstr>PIR Technical Activities</vt:lpstr>
      <vt:lpstr>Auditor Focus</vt:lpstr>
      <vt:lpstr>Now, it’s time for….</vt:lpstr>
      <vt:lpstr>Assignment III – Map Domain 4 in Group!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4</cp:revision>
  <dcterms:created xsi:type="dcterms:W3CDTF">2023-09-18T04:21:25Z</dcterms:created>
  <dcterms:modified xsi:type="dcterms:W3CDTF">2026-06-21T14:46:16Z</dcterms:modified>
</cp:coreProperties>
</file>