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62" r:id="rId2"/>
    <p:sldId id="260" r:id="rId3"/>
    <p:sldId id="257" r:id="rId4"/>
    <p:sldId id="304" r:id="rId5"/>
    <p:sldId id="305" r:id="rId6"/>
    <p:sldId id="263" r:id="rId7"/>
    <p:sldId id="264" r:id="rId8"/>
    <p:sldId id="306" r:id="rId9"/>
    <p:sldId id="359" r:id="rId10"/>
    <p:sldId id="363" r:id="rId11"/>
    <p:sldId id="345" r:id="rId12"/>
    <p:sldId id="340" r:id="rId13"/>
    <p:sldId id="341" r:id="rId14"/>
    <p:sldId id="342" r:id="rId15"/>
    <p:sldId id="343" r:id="rId16"/>
    <p:sldId id="344" r:id="rId17"/>
    <p:sldId id="346" r:id="rId18"/>
    <p:sldId id="347" r:id="rId19"/>
    <p:sldId id="364" r:id="rId20"/>
    <p:sldId id="365" r:id="rId21"/>
    <p:sldId id="367" r:id="rId22"/>
    <p:sldId id="366" r:id="rId23"/>
    <p:sldId id="368" r:id="rId24"/>
    <p:sldId id="369" r:id="rId25"/>
    <p:sldId id="370" r:id="rId26"/>
    <p:sldId id="387" r:id="rId27"/>
    <p:sldId id="407" r:id="rId28"/>
    <p:sldId id="408" r:id="rId29"/>
    <p:sldId id="409" r:id="rId30"/>
    <p:sldId id="405" r:id="rId31"/>
    <p:sldId id="406" r:id="rId32"/>
    <p:sldId id="410" r:id="rId33"/>
    <p:sldId id="413" r:id="rId34"/>
    <p:sldId id="414" r:id="rId35"/>
    <p:sldId id="412" r:id="rId36"/>
    <p:sldId id="415" r:id="rId37"/>
    <p:sldId id="41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0294"/>
    <a:srgbClr val="FFC000"/>
    <a:srgbClr val="172C51"/>
    <a:srgbClr val="E4D304"/>
    <a:srgbClr val="4472C4"/>
    <a:srgbClr val="3F396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24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uku Raja Irfan Radarma" userId="cf428174-95ba-4576-8554-3a3b8ffa52b7" providerId="ADAL" clId="{6C5D399A-8E2C-4907-9624-A2DD17609376}"/>
    <pc:docChg chg="undo custSel addSld delSld modSld sldOrd">
      <pc:chgData name="Teuku Raja Irfan Radarma" userId="cf428174-95ba-4576-8554-3a3b8ffa52b7" providerId="ADAL" clId="{6C5D399A-8E2C-4907-9624-A2DD17609376}" dt="2025-12-01T03:23:29.842" v="2278" actId="478"/>
      <pc:docMkLst>
        <pc:docMk/>
      </pc:docMkLst>
      <pc:sldChg chg="modSp mod">
        <pc:chgData name="Teuku Raja Irfan Radarma" userId="cf428174-95ba-4576-8554-3a3b8ffa52b7" providerId="ADAL" clId="{6C5D399A-8E2C-4907-9624-A2DD17609376}" dt="2025-11-29T03:35:42.378" v="1800" actId="400"/>
        <pc:sldMkLst>
          <pc:docMk/>
          <pc:sldMk cId="4030995347" sldId="257"/>
        </pc:sldMkLst>
        <pc:spChg chg="mod">
          <ac:chgData name="Teuku Raja Irfan Radarma" userId="cf428174-95ba-4576-8554-3a3b8ffa52b7" providerId="ADAL" clId="{6C5D399A-8E2C-4907-9624-A2DD17609376}" dt="2025-11-29T03:35:42.378" v="1800" actId="400"/>
          <ac:spMkLst>
            <pc:docMk/>
            <pc:sldMk cId="4030995347" sldId="257"/>
            <ac:spMk id="3" creationId="{940F5DB3-7A6F-EDD4-9F33-B3FF6161C717}"/>
          </ac:spMkLst>
        </pc:spChg>
      </pc:sldChg>
      <pc:sldChg chg="modSp mod">
        <pc:chgData name="Teuku Raja Irfan Radarma" userId="cf428174-95ba-4576-8554-3a3b8ffa52b7" providerId="ADAL" clId="{6C5D399A-8E2C-4907-9624-A2DD17609376}" dt="2025-11-29T03:35:23.475" v="1796" actId="20577"/>
        <pc:sldMkLst>
          <pc:docMk/>
          <pc:sldMk cId="911610319" sldId="262"/>
        </pc:sldMkLst>
        <pc:spChg chg="mod">
          <ac:chgData name="Teuku Raja Irfan Radarma" userId="cf428174-95ba-4576-8554-3a3b8ffa52b7" providerId="ADAL" clId="{6C5D399A-8E2C-4907-9624-A2DD17609376}" dt="2025-11-29T03:35:20.303" v="1793" actId="20577"/>
          <ac:spMkLst>
            <pc:docMk/>
            <pc:sldMk cId="911610319" sldId="262"/>
            <ac:spMk id="3" creationId="{B17BBDE0-3A4E-3EA2-60B0-F9756E347209}"/>
          </ac:spMkLst>
        </pc:spChg>
        <pc:spChg chg="mod">
          <ac:chgData name="Teuku Raja Irfan Radarma" userId="cf428174-95ba-4576-8554-3a3b8ffa52b7" providerId="ADAL" clId="{6C5D399A-8E2C-4907-9624-A2DD17609376}" dt="2025-11-29T03:35:23.475" v="1796" actId="20577"/>
          <ac:spMkLst>
            <pc:docMk/>
            <pc:sldMk cId="911610319" sldId="262"/>
            <ac:spMk id="4" creationId="{FFCC89D4-8169-77D5-D53F-1E998B469C40}"/>
          </ac:spMkLst>
        </pc:spChg>
      </pc:sldChg>
      <pc:sldChg chg="modSp mod ord">
        <pc:chgData name="Teuku Raja Irfan Radarma" userId="cf428174-95ba-4576-8554-3a3b8ffa52b7" providerId="ADAL" clId="{6C5D399A-8E2C-4907-9624-A2DD17609376}" dt="2025-11-29T03:49:31.668" v="2095"/>
        <pc:sldMkLst>
          <pc:docMk/>
          <pc:sldMk cId="3835074240" sldId="263"/>
        </pc:sldMkLst>
        <pc:spChg chg="mod">
          <ac:chgData name="Teuku Raja Irfan Radarma" userId="cf428174-95ba-4576-8554-3a3b8ffa52b7" providerId="ADAL" clId="{6C5D399A-8E2C-4907-9624-A2DD17609376}" dt="2025-11-29T03:49:31.668" v="2095"/>
          <ac:spMkLst>
            <pc:docMk/>
            <pc:sldMk cId="3835074240" sldId="263"/>
            <ac:spMk id="2" creationId="{2079CBE2-7ADF-23F1-83BE-26DF183A5B12}"/>
          </ac:spMkLst>
        </pc:spChg>
      </pc:sldChg>
      <pc:sldChg chg="modSp mod">
        <pc:chgData name="Teuku Raja Irfan Radarma" userId="cf428174-95ba-4576-8554-3a3b8ffa52b7" providerId="ADAL" clId="{6C5D399A-8E2C-4907-9624-A2DD17609376}" dt="2025-11-22T04:37:01.464" v="1262" actId="20577"/>
        <pc:sldMkLst>
          <pc:docMk/>
          <pc:sldMk cId="1457204914" sldId="264"/>
        </pc:sldMkLst>
        <pc:spChg chg="mod">
          <ac:chgData name="Teuku Raja Irfan Radarma" userId="cf428174-95ba-4576-8554-3a3b8ffa52b7" providerId="ADAL" clId="{6C5D399A-8E2C-4907-9624-A2DD17609376}" dt="2025-11-22T04:36:46.769" v="1237" actId="20577"/>
          <ac:spMkLst>
            <pc:docMk/>
            <pc:sldMk cId="1457204914" sldId="264"/>
            <ac:spMk id="2" creationId="{7E958052-05B2-9F29-B874-84F80A24B16B}"/>
          </ac:spMkLst>
        </pc:spChg>
        <pc:spChg chg="mod">
          <ac:chgData name="Teuku Raja Irfan Radarma" userId="cf428174-95ba-4576-8554-3a3b8ffa52b7" providerId="ADAL" clId="{6C5D399A-8E2C-4907-9624-A2DD17609376}" dt="2025-11-22T04:37:01.464" v="1262" actId="20577"/>
          <ac:spMkLst>
            <pc:docMk/>
            <pc:sldMk cId="1457204914" sldId="264"/>
            <ac:spMk id="3" creationId="{ED136815-6D1A-2136-FEB7-5B68FA9A3B40}"/>
          </ac:spMkLst>
        </pc:spChg>
      </pc:sldChg>
      <pc:sldChg chg="delSp modSp mod">
        <pc:chgData name="Teuku Raja Irfan Radarma" userId="cf428174-95ba-4576-8554-3a3b8ffa52b7" providerId="ADAL" clId="{6C5D399A-8E2C-4907-9624-A2DD17609376}" dt="2025-12-01T03:23:29.842" v="2278" actId="478"/>
        <pc:sldMkLst>
          <pc:docMk/>
          <pc:sldMk cId="2891726164" sldId="304"/>
        </pc:sldMkLst>
        <pc:spChg chg="mod">
          <ac:chgData name="Teuku Raja Irfan Radarma" userId="cf428174-95ba-4576-8554-3a3b8ffa52b7" providerId="ADAL" clId="{6C5D399A-8E2C-4907-9624-A2DD17609376}" dt="2025-11-22T04:25:58.366" v="109" actId="20577"/>
          <ac:spMkLst>
            <pc:docMk/>
            <pc:sldMk cId="2891726164" sldId="304"/>
            <ac:spMk id="2" creationId="{FE2F06DC-C82D-49A7-49E8-24B02235CE1B}"/>
          </ac:spMkLst>
        </pc:spChg>
        <pc:spChg chg="mod">
          <ac:chgData name="Teuku Raja Irfan Radarma" userId="cf428174-95ba-4576-8554-3a3b8ffa52b7" providerId="ADAL" clId="{6C5D399A-8E2C-4907-9624-A2DD17609376}" dt="2025-11-29T03:36:35.604" v="1863" actId="1076"/>
          <ac:spMkLst>
            <pc:docMk/>
            <pc:sldMk cId="2891726164" sldId="304"/>
            <ac:spMk id="3" creationId="{0EEF17E5-AD4D-CEBE-F9C3-691B024490D7}"/>
          </ac:spMkLst>
        </pc:spChg>
        <pc:spChg chg="mod">
          <ac:chgData name="Teuku Raja Irfan Radarma" userId="cf428174-95ba-4576-8554-3a3b8ffa52b7" providerId="ADAL" clId="{6C5D399A-8E2C-4907-9624-A2DD17609376}" dt="2025-11-29T03:36:33.605" v="1862" actId="1076"/>
          <ac:spMkLst>
            <pc:docMk/>
            <pc:sldMk cId="2891726164" sldId="304"/>
            <ac:spMk id="5" creationId="{7D1C4826-0D9F-82A9-71DC-D0E6749679B2}"/>
          </ac:spMkLst>
        </pc:spChg>
        <pc:picChg chg="del">
          <ac:chgData name="Teuku Raja Irfan Radarma" userId="cf428174-95ba-4576-8554-3a3b8ffa52b7" providerId="ADAL" clId="{6C5D399A-8E2C-4907-9624-A2DD17609376}" dt="2025-12-01T03:23:29.842" v="2278" actId="478"/>
          <ac:picMkLst>
            <pc:docMk/>
            <pc:sldMk cId="2891726164" sldId="304"/>
            <ac:picMk id="7" creationId="{49B6D3FE-8769-21BC-BF58-6C31B83C8104}"/>
          </ac:picMkLst>
        </pc:picChg>
        <pc:picChg chg="del mod">
          <ac:chgData name="Teuku Raja Irfan Radarma" userId="cf428174-95ba-4576-8554-3a3b8ffa52b7" providerId="ADAL" clId="{6C5D399A-8E2C-4907-9624-A2DD17609376}" dt="2025-12-01T03:23:28.153" v="2277" actId="478"/>
          <ac:picMkLst>
            <pc:docMk/>
            <pc:sldMk cId="2891726164" sldId="304"/>
            <ac:picMk id="8" creationId="{1DF48BA0-E2AC-E6EA-A883-0DABBD93C5DC}"/>
          </ac:picMkLst>
        </pc:picChg>
      </pc:sldChg>
      <pc:sldChg chg="addSp modSp mod">
        <pc:chgData name="Teuku Raja Irfan Radarma" userId="cf428174-95ba-4576-8554-3a3b8ffa52b7" providerId="ADAL" clId="{6C5D399A-8E2C-4907-9624-A2DD17609376}" dt="2025-11-29T03:48:35.965" v="2067" actId="114"/>
        <pc:sldMkLst>
          <pc:docMk/>
          <pc:sldMk cId="3404562138" sldId="305"/>
        </pc:sldMkLst>
        <pc:spChg chg="mod">
          <ac:chgData name="Teuku Raja Irfan Radarma" userId="cf428174-95ba-4576-8554-3a3b8ffa52b7" providerId="ADAL" clId="{6C5D399A-8E2C-4907-9624-A2DD17609376}" dt="2025-11-29T03:43:51.059" v="1930" actId="14100"/>
          <ac:spMkLst>
            <pc:docMk/>
            <pc:sldMk cId="3404562138" sldId="305"/>
            <ac:spMk id="2" creationId="{59E61678-8156-B5D7-6985-8F8C864E2A3D}"/>
          </ac:spMkLst>
        </pc:spChg>
        <pc:spChg chg="mod">
          <ac:chgData name="Teuku Raja Irfan Radarma" userId="cf428174-95ba-4576-8554-3a3b8ffa52b7" providerId="ADAL" clId="{6C5D399A-8E2C-4907-9624-A2DD17609376}" dt="2025-11-29T03:45:32.522" v="1978"/>
          <ac:spMkLst>
            <pc:docMk/>
            <pc:sldMk cId="3404562138" sldId="305"/>
            <ac:spMk id="3" creationId="{8BA43A71-550D-6448-8070-817ACA416DEE}"/>
          </ac:spMkLst>
        </pc:spChg>
        <pc:spChg chg="add mod">
          <ac:chgData name="Teuku Raja Irfan Radarma" userId="cf428174-95ba-4576-8554-3a3b8ffa52b7" providerId="ADAL" clId="{6C5D399A-8E2C-4907-9624-A2DD17609376}" dt="2025-11-29T03:48:35.965" v="2067" actId="114"/>
          <ac:spMkLst>
            <pc:docMk/>
            <pc:sldMk cId="3404562138" sldId="305"/>
            <ac:spMk id="5" creationId="{F73080AC-D3B5-D417-D864-98ECC2EE282A}"/>
          </ac:spMkLst>
        </pc:spChg>
      </pc:sldChg>
      <pc:sldChg chg="addSp delSp modSp mod">
        <pc:chgData name="Teuku Raja Irfan Radarma" userId="cf428174-95ba-4576-8554-3a3b8ffa52b7" providerId="ADAL" clId="{6C5D399A-8E2C-4907-9624-A2DD17609376}" dt="2025-11-22T04:45:15.534" v="1733" actId="20577"/>
        <pc:sldMkLst>
          <pc:docMk/>
          <pc:sldMk cId="3051451500" sldId="306"/>
        </pc:sldMkLst>
        <pc:spChg chg="mod">
          <ac:chgData name="Teuku Raja Irfan Radarma" userId="cf428174-95ba-4576-8554-3a3b8ffa52b7" providerId="ADAL" clId="{6C5D399A-8E2C-4907-9624-A2DD17609376}" dt="2025-11-22T04:37:38.774" v="1355" actId="20577"/>
          <ac:spMkLst>
            <pc:docMk/>
            <pc:sldMk cId="3051451500" sldId="306"/>
            <ac:spMk id="2" creationId="{31B9DD37-A529-C0FC-5CA8-591ADC5F0314}"/>
          </ac:spMkLst>
        </pc:spChg>
        <pc:spChg chg="mod">
          <ac:chgData name="Teuku Raja Irfan Radarma" userId="cf428174-95ba-4576-8554-3a3b8ffa52b7" providerId="ADAL" clId="{6C5D399A-8E2C-4907-9624-A2DD17609376}" dt="2025-11-22T04:42:59.576" v="1707" actId="404"/>
          <ac:spMkLst>
            <pc:docMk/>
            <pc:sldMk cId="3051451500" sldId="306"/>
            <ac:spMk id="6" creationId="{C6007249-6724-8E38-EC48-6E0C4748BD12}"/>
          </ac:spMkLst>
        </pc:spChg>
      </pc:sldChg>
      <pc:sldChg chg="addSp modSp mod">
        <pc:chgData name="Teuku Raja Irfan Radarma" userId="cf428174-95ba-4576-8554-3a3b8ffa52b7" providerId="ADAL" clId="{6C5D399A-8E2C-4907-9624-A2DD17609376}" dt="2025-11-22T04:46:38.099" v="1752" actId="14100"/>
        <pc:sldMkLst>
          <pc:docMk/>
          <pc:sldMk cId="4133513380" sldId="310"/>
        </pc:sldMkLst>
        <pc:spChg chg="mod">
          <ac:chgData name="Teuku Raja Irfan Radarma" userId="cf428174-95ba-4576-8554-3a3b8ffa52b7" providerId="ADAL" clId="{6C5D399A-8E2C-4907-9624-A2DD17609376}" dt="2025-11-22T04:40:58.918" v="1694" actId="20577"/>
          <ac:spMkLst>
            <pc:docMk/>
            <pc:sldMk cId="4133513380" sldId="310"/>
            <ac:spMk id="2" creationId="{F4204DA2-4008-E351-CEE8-31BD3B9DC7B0}"/>
          </ac:spMkLst>
        </pc:spChg>
        <pc:spChg chg="mod">
          <ac:chgData name="Teuku Raja Irfan Radarma" userId="cf428174-95ba-4576-8554-3a3b8ffa52b7" providerId="ADAL" clId="{6C5D399A-8E2C-4907-9624-A2DD17609376}" dt="2025-11-22T04:46:01.275" v="1741" actId="14100"/>
          <ac:spMkLst>
            <pc:docMk/>
            <pc:sldMk cId="4133513380" sldId="310"/>
            <ac:spMk id="3" creationId="{BD9E2BB4-0C99-4A5A-63A6-F98A68A6FA16}"/>
          </ac:spMkLst>
        </pc:spChg>
      </pc:sldChg>
      <pc:sldChg chg="modSp mod">
        <pc:chgData name="Teuku Raja Irfan Radarma" userId="cf428174-95ba-4576-8554-3a3b8ffa52b7" providerId="ADAL" clId="{6C5D399A-8E2C-4907-9624-A2DD17609376}" dt="2025-11-29T03:50:09.419" v="2110" actId="20577"/>
        <pc:sldMkLst>
          <pc:docMk/>
          <pc:sldMk cId="62413706" sldId="359"/>
        </pc:sldMkLst>
        <pc:spChg chg="mod">
          <ac:chgData name="Teuku Raja Irfan Radarma" userId="cf428174-95ba-4576-8554-3a3b8ffa52b7" providerId="ADAL" clId="{6C5D399A-8E2C-4907-9624-A2DD17609376}" dt="2025-11-29T03:50:00.963" v="2096"/>
          <ac:spMkLst>
            <pc:docMk/>
            <pc:sldMk cId="62413706" sldId="359"/>
            <ac:spMk id="2" creationId="{86D1BB63-4350-72A4-F5A6-7BC05C8ACCEA}"/>
          </ac:spMkLst>
        </pc:spChg>
        <pc:spChg chg="mod">
          <ac:chgData name="Teuku Raja Irfan Radarma" userId="cf428174-95ba-4576-8554-3a3b8ffa52b7" providerId="ADAL" clId="{6C5D399A-8E2C-4907-9624-A2DD17609376}" dt="2025-11-29T03:50:09.419" v="2110" actId="20577"/>
          <ac:spMkLst>
            <pc:docMk/>
            <pc:sldMk cId="62413706" sldId="359"/>
            <ac:spMk id="3" creationId="{10DAE108-9E44-567B-9E8A-3F62785A8106}"/>
          </ac:spMkLst>
        </pc:spChg>
      </pc:sldChg>
      <pc:sldChg chg="modSp mod">
        <pc:chgData name="Teuku Raja Irfan Radarma" userId="cf428174-95ba-4576-8554-3a3b8ffa52b7" providerId="ADAL" clId="{6C5D399A-8E2C-4907-9624-A2DD17609376}" dt="2025-11-29T03:54:02.888" v="2180" actId="20577"/>
        <pc:sldMkLst>
          <pc:docMk/>
          <pc:sldMk cId="2404744056" sldId="360"/>
        </pc:sldMkLst>
        <pc:spChg chg="mod">
          <ac:chgData name="Teuku Raja Irfan Radarma" userId="cf428174-95ba-4576-8554-3a3b8ffa52b7" providerId="ADAL" clId="{6C5D399A-8E2C-4907-9624-A2DD17609376}" dt="2025-11-29T03:53:45.677" v="2173"/>
          <ac:spMkLst>
            <pc:docMk/>
            <pc:sldMk cId="2404744056" sldId="360"/>
            <ac:spMk id="2" creationId="{92D33C5B-666B-44AF-F5DA-F291DC227033}"/>
          </ac:spMkLst>
        </pc:spChg>
        <pc:spChg chg="mod">
          <ac:chgData name="Teuku Raja Irfan Radarma" userId="cf428174-95ba-4576-8554-3a3b8ffa52b7" providerId="ADAL" clId="{6C5D399A-8E2C-4907-9624-A2DD17609376}" dt="2025-11-29T03:54:02.888" v="2180" actId="20577"/>
          <ac:spMkLst>
            <pc:docMk/>
            <pc:sldMk cId="2404744056" sldId="360"/>
            <ac:spMk id="3" creationId="{F8BDAA9C-22C0-D55D-1EF7-51DBED1171A8}"/>
          </ac:spMkLst>
        </pc:spChg>
      </pc:sldChg>
      <pc:sldChg chg="modSp mod">
        <pc:chgData name="Teuku Raja Irfan Radarma" userId="cf428174-95ba-4576-8554-3a3b8ffa52b7" providerId="ADAL" clId="{6C5D399A-8E2C-4907-9624-A2DD17609376}" dt="2025-11-29T04:00:50.176" v="2248" actId="1076"/>
        <pc:sldMkLst>
          <pc:docMk/>
          <pc:sldMk cId="2842273901" sldId="361"/>
        </pc:sldMkLst>
        <pc:spChg chg="mod">
          <ac:chgData name="Teuku Raja Irfan Radarma" userId="cf428174-95ba-4576-8554-3a3b8ffa52b7" providerId="ADAL" clId="{6C5D399A-8E2C-4907-9624-A2DD17609376}" dt="2025-11-29T04:00:50.176" v="2248" actId="1076"/>
          <ac:spMkLst>
            <pc:docMk/>
            <pc:sldMk cId="2842273901" sldId="361"/>
            <ac:spMk id="2" creationId="{371AC606-9CA3-A16A-AC54-A351C99D82CC}"/>
          </ac:spMkLst>
        </pc:spChg>
        <pc:spChg chg="mod">
          <ac:chgData name="Teuku Raja Irfan Radarma" userId="cf428174-95ba-4576-8554-3a3b8ffa52b7" providerId="ADAL" clId="{6C5D399A-8E2C-4907-9624-A2DD17609376}" dt="2025-11-29T04:00:39.661" v="2246" actId="1076"/>
          <ac:spMkLst>
            <pc:docMk/>
            <pc:sldMk cId="2842273901" sldId="361"/>
            <ac:spMk id="3" creationId="{A873FDAF-A69D-CD40-D4B3-06E89828D610}"/>
          </ac:spMkLst>
        </pc:spChg>
      </pc:sldChg>
      <pc:sldChg chg="addSp delSp modSp mod">
        <pc:chgData name="Teuku Raja Irfan Radarma" userId="cf428174-95ba-4576-8554-3a3b8ffa52b7" providerId="ADAL" clId="{6C5D399A-8E2C-4907-9624-A2DD17609376}" dt="2025-11-29T03:50:51.165" v="2143" actId="20577"/>
        <pc:sldMkLst>
          <pc:docMk/>
          <pc:sldMk cId="1044276249" sldId="363"/>
        </pc:sldMkLst>
        <pc:spChg chg="mod">
          <ac:chgData name="Teuku Raja Irfan Radarma" userId="cf428174-95ba-4576-8554-3a3b8ffa52b7" providerId="ADAL" clId="{6C5D399A-8E2C-4907-9624-A2DD17609376}" dt="2025-11-29T03:50:27.675" v="2131" actId="20577"/>
          <ac:spMkLst>
            <pc:docMk/>
            <pc:sldMk cId="1044276249" sldId="363"/>
            <ac:spMk id="2" creationId="{A125681A-45A2-7128-DE7A-C52014C27119}"/>
          </ac:spMkLst>
        </pc:spChg>
        <pc:spChg chg="mod">
          <ac:chgData name="Teuku Raja Irfan Radarma" userId="cf428174-95ba-4576-8554-3a3b8ffa52b7" providerId="ADAL" clId="{6C5D399A-8E2C-4907-9624-A2DD17609376}" dt="2025-11-29T03:50:51.165" v="2143" actId="20577"/>
          <ac:spMkLst>
            <pc:docMk/>
            <pc:sldMk cId="1044276249" sldId="363"/>
            <ac:spMk id="6" creationId="{00CA8178-C5D9-B7AC-2EB9-8CAE37EAAF27}"/>
          </ac:spMkLst>
        </pc:spChg>
      </pc:sldChg>
      <pc:sldChg chg="addSp modSp mod">
        <pc:chgData name="Teuku Raja Irfan Radarma" userId="cf428174-95ba-4576-8554-3a3b8ffa52b7" providerId="ADAL" clId="{6C5D399A-8E2C-4907-9624-A2DD17609376}" dt="2025-11-29T03:52:02.927" v="2155" actId="113"/>
        <pc:sldMkLst>
          <pc:docMk/>
          <pc:sldMk cId="3369179900" sldId="364"/>
        </pc:sldMkLst>
        <pc:spChg chg="mod">
          <ac:chgData name="Teuku Raja Irfan Radarma" userId="cf428174-95ba-4576-8554-3a3b8ffa52b7" providerId="ADAL" clId="{6C5D399A-8E2C-4907-9624-A2DD17609376}" dt="2025-11-29T03:51:09.132" v="2146"/>
          <ac:spMkLst>
            <pc:docMk/>
            <pc:sldMk cId="3369179900" sldId="364"/>
            <ac:spMk id="2" creationId="{9355AC7A-A396-196D-64A6-0D798170A028}"/>
          </ac:spMkLst>
        </pc:spChg>
        <pc:spChg chg="mod">
          <ac:chgData name="Teuku Raja Irfan Radarma" userId="cf428174-95ba-4576-8554-3a3b8ffa52b7" providerId="ADAL" clId="{6C5D399A-8E2C-4907-9624-A2DD17609376}" dt="2025-11-29T03:52:02.927" v="2155" actId="113"/>
          <ac:spMkLst>
            <pc:docMk/>
            <pc:sldMk cId="3369179900" sldId="364"/>
            <ac:spMk id="6" creationId="{DA02822E-99EC-C2AA-3F8B-FB9F20D07F69}"/>
          </ac:spMkLst>
        </pc:spChg>
      </pc:sldChg>
      <pc:sldChg chg="addSp modSp mod modClrScheme chgLayout">
        <pc:chgData name="Teuku Raja Irfan Radarma" userId="cf428174-95ba-4576-8554-3a3b8ffa52b7" providerId="ADAL" clId="{6C5D399A-8E2C-4907-9624-A2DD17609376}" dt="2025-11-29T03:55:55.766" v="2227" actId="1076"/>
        <pc:sldMkLst>
          <pc:docMk/>
          <pc:sldMk cId="3681168979" sldId="375"/>
        </pc:sldMkLst>
        <pc:spChg chg="mod">
          <ac:chgData name="Teuku Raja Irfan Radarma" userId="cf428174-95ba-4576-8554-3a3b8ffa52b7" providerId="ADAL" clId="{6C5D399A-8E2C-4907-9624-A2DD17609376}" dt="2025-11-29T03:55:38.111" v="2221" actId="26606"/>
          <ac:spMkLst>
            <pc:docMk/>
            <pc:sldMk cId="3681168979" sldId="375"/>
            <ac:spMk id="2" creationId="{364633BB-D74D-FC4C-AE63-46D0CE85E220}"/>
          </ac:spMkLst>
        </pc:spChg>
        <pc:spChg chg="mod">
          <ac:chgData name="Teuku Raja Irfan Radarma" userId="cf428174-95ba-4576-8554-3a3b8ffa52b7" providerId="ADAL" clId="{6C5D399A-8E2C-4907-9624-A2DD17609376}" dt="2025-11-29T03:55:40.793" v="2222" actId="14100"/>
          <ac:spMkLst>
            <pc:docMk/>
            <pc:sldMk cId="3681168979" sldId="375"/>
            <ac:spMk id="3" creationId="{F434CB59-B9B2-408E-598F-1718021403D3}"/>
          </ac:spMkLst>
        </pc:spChg>
        <pc:spChg chg="mod ord">
          <ac:chgData name="Teuku Raja Irfan Radarma" userId="cf428174-95ba-4576-8554-3a3b8ffa52b7" providerId="ADAL" clId="{6C5D399A-8E2C-4907-9624-A2DD17609376}" dt="2025-11-29T03:55:38.111" v="2221" actId="26606"/>
          <ac:spMkLst>
            <pc:docMk/>
            <pc:sldMk cId="3681168979" sldId="375"/>
            <ac:spMk id="4" creationId="{51AF1EBF-EBFC-867B-B883-0635F9063911}"/>
          </ac:spMkLst>
        </pc:spChg>
        <pc:picChg chg="add mod">
          <ac:chgData name="Teuku Raja Irfan Radarma" userId="cf428174-95ba-4576-8554-3a3b8ffa52b7" providerId="ADAL" clId="{6C5D399A-8E2C-4907-9624-A2DD17609376}" dt="2025-11-29T03:55:55.766" v="2227" actId="1076"/>
          <ac:picMkLst>
            <pc:docMk/>
            <pc:sldMk cId="3681168979" sldId="375"/>
            <ac:picMk id="2050" creationId="{78579B90-4609-3AAD-08D4-CF839E19E6F4}"/>
          </ac:picMkLst>
        </pc:picChg>
      </pc:sldChg>
      <pc:sldChg chg="modSp add mod">
        <pc:chgData name="Teuku Raja Irfan Radarma" userId="cf428174-95ba-4576-8554-3a3b8ffa52b7" providerId="ADAL" clId="{6C5D399A-8E2C-4907-9624-A2DD17609376}" dt="2025-11-29T03:52:33.472" v="2171" actId="20577"/>
        <pc:sldMkLst>
          <pc:docMk/>
          <pc:sldMk cId="24033230" sldId="393"/>
        </pc:sldMkLst>
        <pc:spChg chg="mod">
          <ac:chgData name="Teuku Raja Irfan Radarma" userId="cf428174-95ba-4576-8554-3a3b8ffa52b7" providerId="ADAL" clId="{6C5D399A-8E2C-4907-9624-A2DD17609376}" dt="2025-11-29T03:52:33.472" v="2171" actId="20577"/>
          <ac:spMkLst>
            <pc:docMk/>
            <pc:sldMk cId="24033230" sldId="393"/>
            <ac:spMk id="2" creationId="{A2759546-00F4-91AC-B27E-4F3C0E8C95B5}"/>
          </ac:spMkLst>
        </pc:spChg>
        <pc:spChg chg="mod">
          <ac:chgData name="Teuku Raja Irfan Radarma" userId="cf428174-95ba-4576-8554-3a3b8ffa52b7" providerId="ADAL" clId="{6C5D399A-8E2C-4907-9624-A2DD17609376}" dt="2025-11-29T03:52:27.089" v="2158" actId="6549"/>
          <ac:spMkLst>
            <pc:docMk/>
            <pc:sldMk cId="24033230" sldId="393"/>
            <ac:spMk id="6" creationId="{36C0195D-953D-4709-0ADE-D3B79ED3FD8F}"/>
          </ac:spMkLst>
        </pc:spChg>
      </pc:sldChg>
      <pc:sldChg chg="modSp add mod">
        <pc:chgData name="Teuku Raja Irfan Radarma" userId="cf428174-95ba-4576-8554-3a3b8ffa52b7" providerId="ADAL" clId="{6C5D399A-8E2C-4907-9624-A2DD17609376}" dt="2025-11-29T03:57:13.390" v="2236" actId="113"/>
        <pc:sldMkLst>
          <pc:docMk/>
          <pc:sldMk cId="6759311" sldId="394"/>
        </pc:sldMkLst>
        <pc:spChg chg="mod">
          <ac:chgData name="Teuku Raja Irfan Radarma" userId="cf428174-95ba-4576-8554-3a3b8ffa52b7" providerId="ADAL" clId="{6C5D399A-8E2C-4907-9624-A2DD17609376}" dt="2025-11-29T03:56:46.354" v="2229"/>
          <ac:spMkLst>
            <pc:docMk/>
            <pc:sldMk cId="6759311" sldId="394"/>
            <ac:spMk id="2" creationId="{0DE3491A-8057-6A9D-1885-DC4F914766C8}"/>
          </ac:spMkLst>
        </pc:spChg>
        <pc:spChg chg="mod">
          <ac:chgData name="Teuku Raja Irfan Radarma" userId="cf428174-95ba-4576-8554-3a3b8ffa52b7" providerId="ADAL" clId="{6C5D399A-8E2C-4907-9624-A2DD17609376}" dt="2025-11-29T03:57:13.390" v="2236" actId="113"/>
          <ac:spMkLst>
            <pc:docMk/>
            <pc:sldMk cId="6759311" sldId="394"/>
            <ac:spMk id="6" creationId="{7CE5A10C-FB17-79EE-9401-A53B9F115A80}"/>
          </ac:spMkLst>
        </pc:spChg>
      </pc:sldChg>
      <pc:sldChg chg="addSp modSp add mod">
        <pc:chgData name="Teuku Raja Irfan Radarma" userId="cf428174-95ba-4576-8554-3a3b8ffa52b7" providerId="ADAL" clId="{6C5D399A-8E2C-4907-9624-A2DD17609376}" dt="2025-11-29T03:58:27.358" v="2239" actId="6549"/>
        <pc:sldMkLst>
          <pc:docMk/>
          <pc:sldMk cId="4233368658" sldId="395"/>
        </pc:sldMkLst>
        <pc:spChg chg="mod">
          <ac:chgData name="Teuku Raja Irfan Radarma" userId="cf428174-95ba-4576-8554-3a3b8ffa52b7" providerId="ADAL" clId="{6C5D399A-8E2C-4907-9624-A2DD17609376}" dt="2025-11-29T03:58:27.358" v="2239" actId="6549"/>
          <ac:spMkLst>
            <pc:docMk/>
            <pc:sldMk cId="4233368658" sldId="395"/>
            <ac:spMk id="6" creationId="{42323E48-747B-8E99-30FB-856BEA8C1E45}"/>
          </ac:spMkLst>
        </pc:spChg>
      </pc:sldChg>
      <pc:sldChg chg="delSp modSp add mod">
        <pc:chgData name="Teuku Raja Irfan Radarma" userId="cf428174-95ba-4576-8554-3a3b8ffa52b7" providerId="ADAL" clId="{6C5D399A-8E2C-4907-9624-A2DD17609376}" dt="2025-11-29T04:01:57.386" v="2257" actId="14100"/>
        <pc:sldMkLst>
          <pc:docMk/>
          <pc:sldMk cId="2926703991" sldId="396"/>
        </pc:sldMkLst>
        <pc:spChg chg="mod">
          <ac:chgData name="Teuku Raja Irfan Radarma" userId="cf428174-95ba-4576-8554-3a3b8ffa52b7" providerId="ADAL" clId="{6C5D399A-8E2C-4907-9624-A2DD17609376}" dt="2025-11-29T04:01:57.386" v="2257" actId="14100"/>
          <ac:spMkLst>
            <pc:docMk/>
            <pc:sldMk cId="2926703991" sldId="396"/>
            <ac:spMk id="3" creationId="{F9B155AC-BEE7-82C7-501F-8B331D96EEAB}"/>
          </ac:spMkLst>
        </pc:spChg>
      </pc:sldChg>
      <pc:sldChg chg="addSp modSp add mod">
        <pc:chgData name="Teuku Raja Irfan Radarma" userId="cf428174-95ba-4576-8554-3a3b8ffa52b7" providerId="ADAL" clId="{6C5D399A-8E2C-4907-9624-A2DD17609376}" dt="2025-11-29T04:02:44.421" v="2270" actId="113"/>
        <pc:sldMkLst>
          <pc:docMk/>
          <pc:sldMk cId="3567308655" sldId="397"/>
        </pc:sldMkLst>
        <pc:spChg chg="mod">
          <ac:chgData name="Teuku Raja Irfan Radarma" userId="cf428174-95ba-4576-8554-3a3b8ffa52b7" providerId="ADAL" clId="{6C5D399A-8E2C-4907-9624-A2DD17609376}" dt="2025-11-29T04:02:14.685" v="2262" actId="20577"/>
          <ac:spMkLst>
            <pc:docMk/>
            <pc:sldMk cId="3567308655" sldId="397"/>
            <ac:spMk id="2" creationId="{AF18771B-9326-5E08-22A4-F49E91A074D2}"/>
          </ac:spMkLst>
        </pc:spChg>
        <pc:spChg chg="mod">
          <ac:chgData name="Teuku Raja Irfan Radarma" userId="cf428174-95ba-4576-8554-3a3b8ffa52b7" providerId="ADAL" clId="{6C5D399A-8E2C-4907-9624-A2DD17609376}" dt="2025-11-29T04:02:44.421" v="2270" actId="113"/>
          <ac:spMkLst>
            <pc:docMk/>
            <pc:sldMk cId="3567308655" sldId="397"/>
            <ac:spMk id="6" creationId="{2EB2AB99-9B7D-50FC-FFE9-39BAA0A8A000}"/>
          </ac:spMkLst>
        </pc:spChg>
      </pc:sldChg>
      <pc:sldChg chg="addSp modSp add mod">
        <pc:chgData name="Teuku Raja Irfan Radarma" userId="cf428174-95ba-4576-8554-3a3b8ffa52b7" providerId="ADAL" clId="{6C5D399A-8E2C-4907-9624-A2DD17609376}" dt="2025-11-29T04:03:17.962" v="2275" actId="113"/>
        <pc:sldMkLst>
          <pc:docMk/>
          <pc:sldMk cId="672625704" sldId="398"/>
        </pc:sldMkLst>
        <pc:spChg chg="mod">
          <ac:chgData name="Teuku Raja Irfan Radarma" userId="cf428174-95ba-4576-8554-3a3b8ffa52b7" providerId="ADAL" clId="{6C5D399A-8E2C-4907-9624-A2DD17609376}" dt="2025-11-29T04:03:17.962" v="2275" actId="113"/>
          <ac:spMkLst>
            <pc:docMk/>
            <pc:sldMk cId="672625704" sldId="398"/>
            <ac:spMk id="6" creationId="{7ED1D741-3A93-39E9-DE3A-C19DA2862C88}"/>
          </ac:spMkLst>
        </pc:spChg>
      </pc:sldChg>
    </pc:docChg>
  </pc:docChgLst>
  <pc:docChgLst>
    <pc:chgData name="Teuku Raja Irfan Radarma" userId="cf428174-95ba-4576-8554-3a3b8ffa52b7" providerId="ADAL" clId="{D9DF5880-402D-47D0-89FB-D6E93FCFC015}"/>
    <pc:docChg chg="undo custSel addSld delSld modSld sldOrd">
      <pc:chgData name="Teuku Raja Irfan Radarma" userId="cf428174-95ba-4576-8554-3a3b8ffa52b7" providerId="ADAL" clId="{D9DF5880-402D-47D0-89FB-D6E93FCFC015}" dt="2026-06-28T06:47:17.540" v="2448" actId="22"/>
      <pc:docMkLst>
        <pc:docMk/>
      </pc:docMkLst>
      <pc:sldChg chg="addSp delSp modSp mod">
        <pc:chgData name="Teuku Raja Irfan Radarma" userId="cf428174-95ba-4576-8554-3a3b8ffa52b7" providerId="ADAL" clId="{D9DF5880-402D-47D0-89FB-D6E93FCFC015}" dt="2026-06-28T06:47:17.540" v="2448" actId="22"/>
        <pc:sldMkLst>
          <pc:docMk/>
          <pc:sldMk cId="4030995347" sldId="257"/>
        </pc:sldMkLst>
        <pc:spChg chg="mod">
          <ac:chgData name="Teuku Raja Irfan Radarma" userId="cf428174-95ba-4576-8554-3a3b8ffa52b7" providerId="ADAL" clId="{D9DF5880-402D-47D0-89FB-D6E93FCFC015}" dt="2026-06-28T01:04:50.978" v="207" actId="113"/>
          <ac:spMkLst>
            <pc:docMk/>
            <pc:sldMk cId="4030995347" sldId="257"/>
            <ac:spMk id="3" creationId="{940F5DB3-7A6F-EDD4-9F33-B3FF6161C717}"/>
          </ac:spMkLst>
        </pc:spChg>
        <pc:spChg chg="mod">
          <ac:chgData name="Teuku Raja Irfan Radarma" userId="cf428174-95ba-4576-8554-3a3b8ffa52b7" providerId="ADAL" clId="{D9DF5880-402D-47D0-89FB-D6E93FCFC015}" dt="2026-06-28T01:04:45.610" v="206" actId="20577"/>
          <ac:spMkLst>
            <pc:docMk/>
            <pc:sldMk cId="4030995347" sldId="257"/>
            <ac:spMk id="4" creationId="{6C09DF7A-9B78-AB11-FA80-26BA72C3D29B}"/>
          </ac:spMkLst>
        </pc:spChg>
        <pc:spChg chg="add del">
          <ac:chgData name="Teuku Raja Irfan Radarma" userId="cf428174-95ba-4576-8554-3a3b8ffa52b7" providerId="ADAL" clId="{D9DF5880-402D-47D0-89FB-D6E93FCFC015}" dt="2026-06-28T06:47:17.540" v="2448" actId="22"/>
          <ac:spMkLst>
            <pc:docMk/>
            <pc:sldMk cId="4030995347" sldId="257"/>
            <ac:spMk id="6" creationId="{B0A715F1-E423-40B1-BB6E-23FF20060FC0}"/>
          </ac:spMkLst>
        </pc:spChg>
      </pc:sldChg>
      <pc:sldChg chg="modSp mod">
        <pc:chgData name="Teuku Raja Irfan Radarma" userId="cf428174-95ba-4576-8554-3a3b8ffa52b7" providerId="ADAL" clId="{D9DF5880-402D-47D0-89FB-D6E93FCFC015}" dt="2026-06-28T01:15:18.603" v="260" actId="20577"/>
        <pc:sldMkLst>
          <pc:docMk/>
          <pc:sldMk cId="911610319" sldId="262"/>
        </pc:sldMkLst>
        <pc:spChg chg="mod">
          <ac:chgData name="Teuku Raja Irfan Radarma" userId="cf428174-95ba-4576-8554-3a3b8ffa52b7" providerId="ADAL" clId="{D9DF5880-402D-47D0-89FB-D6E93FCFC015}" dt="2026-06-28T01:15:15.577" v="259" actId="20577"/>
          <ac:spMkLst>
            <pc:docMk/>
            <pc:sldMk cId="911610319" sldId="262"/>
            <ac:spMk id="3" creationId="{B17BBDE0-3A4E-3EA2-60B0-F9756E347209}"/>
          </ac:spMkLst>
        </pc:spChg>
        <pc:spChg chg="mod">
          <ac:chgData name="Teuku Raja Irfan Radarma" userId="cf428174-95ba-4576-8554-3a3b8ffa52b7" providerId="ADAL" clId="{D9DF5880-402D-47D0-89FB-D6E93FCFC015}" dt="2026-06-28T01:15:18.603" v="260" actId="20577"/>
          <ac:spMkLst>
            <pc:docMk/>
            <pc:sldMk cId="911610319" sldId="262"/>
            <ac:spMk id="4" creationId="{FFCC89D4-8169-77D5-D53F-1E998B469C40}"/>
          </ac:spMkLst>
        </pc:spChg>
      </pc:sldChg>
      <pc:sldChg chg="modSp mod">
        <pc:chgData name="Teuku Raja Irfan Radarma" userId="cf428174-95ba-4576-8554-3a3b8ffa52b7" providerId="ADAL" clId="{D9DF5880-402D-47D0-89FB-D6E93FCFC015}" dt="2026-06-28T01:42:09.200" v="1174" actId="20577"/>
        <pc:sldMkLst>
          <pc:docMk/>
          <pc:sldMk cId="3835074240" sldId="263"/>
        </pc:sldMkLst>
        <pc:spChg chg="mod">
          <ac:chgData name="Teuku Raja Irfan Radarma" userId="cf428174-95ba-4576-8554-3a3b8ffa52b7" providerId="ADAL" clId="{D9DF5880-402D-47D0-89FB-D6E93FCFC015}" dt="2026-06-28T01:42:09.200" v="1174" actId="20577"/>
          <ac:spMkLst>
            <pc:docMk/>
            <pc:sldMk cId="3835074240" sldId="263"/>
            <ac:spMk id="2" creationId="{2079CBE2-7ADF-23F1-83BE-26DF183A5B12}"/>
          </ac:spMkLst>
        </pc:spChg>
      </pc:sldChg>
      <pc:sldChg chg="addSp delSp modSp mod">
        <pc:chgData name="Teuku Raja Irfan Radarma" userId="cf428174-95ba-4576-8554-3a3b8ffa52b7" providerId="ADAL" clId="{D9DF5880-402D-47D0-89FB-D6E93FCFC015}" dt="2026-06-28T01:42:56.638" v="1176" actId="478"/>
        <pc:sldMkLst>
          <pc:docMk/>
          <pc:sldMk cId="1457204914" sldId="264"/>
        </pc:sldMkLst>
        <pc:spChg chg="del">
          <ac:chgData name="Teuku Raja Irfan Radarma" userId="cf428174-95ba-4576-8554-3a3b8ffa52b7" providerId="ADAL" clId="{D9DF5880-402D-47D0-89FB-D6E93FCFC015}" dt="2026-06-28T01:42:53.892" v="1175" actId="478"/>
          <ac:spMkLst>
            <pc:docMk/>
            <pc:sldMk cId="1457204914" sldId="264"/>
            <ac:spMk id="3" creationId="{ED136815-6D1A-2136-FEB7-5B68FA9A3B40}"/>
          </ac:spMkLst>
        </pc:spChg>
        <pc:spChg chg="add del mod">
          <ac:chgData name="Teuku Raja Irfan Radarma" userId="cf428174-95ba-4576-8554-3a3b8ffa52b7" providerId="ADAL" clId="{D9DF5880-402D-47D0-89FB-D6E93FCFC015}" dt="2026-06-28T01:42:56.638" v="1176" actId="478"/>
          <ac:spMkLst>
            <pc:docMk/>
            <pc:sldMk cId="1457204914" sldId="264"/>
            <ac:spMk id="5" creationId="{DA76068A-C65F-44A8-9C6A-38CC7F7DF828}"/>
          </ac:spMkLst>
        </pc:spChg>
      </pc:sldChg>
      <pc:sldChg chg="modSp mod">
        <pc:chgData name="Teuku Raja Irfan Radarma" userId="cf428174-95ba-4576-8554-3a3b8ffa52b7" providerId="ADAL" clId="{D9DF5880-402D-47D0-89FB-D6E93FCFC015}" dt="2026-06-28T01:06:33.240" v="229" actId="400"/>
        <pc:sldMkLst>
          <pc:docMk/>
          <pc:sldMk cId="2891726164" sldId="304"/>
        </pc:sldMkLst>
        <pc:spChg chg="mod">
          <ac:chgData name="Teuku Raja Irfan Radarma" userId="cf428174-95ba-4576-8554-3a3b8ffa52b7" providerId="ADAL" clId="{D9DF5880-402D-47D0-89FB-D6E93FCFC015}" dt="2026-06-28T01:06:00.210" v="212" actId="27636"/>
          <ac:spMkLst>
            <pc:docMk/>
            <pc:sldMk cId="2891726164" sldId="304"/>
            <ac:spMk id="3" creationId="{0EEF17E5-AD4D-CEBE-F9C3-691B024490D7}"/>
          </ac:spMkLst>
        </pc:spChg>
        <pc:spChg chg="mod">
          <ac:chgData name="Teuku Raja Irfan Radarma" userId="cf428174-95ba-4576-8554-3a3b8ffa52b7" providerId="ADAL" clId="{D9DF5880-402D-47D0-89FB-D6E93FCFC015}" dt="2026-06-28T01:06:33.240" v="229" actId="400"/>
          <ac:spMkLst>
            <pc:docMk/>
            <pc:sldMk cId="2891726164" sldId="304"/>
            <ac:spMk id="5" creationId="{7D1C4826-0D9F-82A9-71DC-D0E6749679B2}"/>
          </ac:spMkLst>
        </pc:spChg>
      </pc:sldChg>
      <pc:sldChg chg="addSp delSp modSp mod">
        <pc:chgData name="Teuku Raja Irfan Radarma" userId="cf428174-95ba-4576-8554-3a3b8ffa52b7" providerId="ADAL" clId="{D9DF5880-402D-47D0-89FB-D6E93FCFC015}" dt="2026-06-28T01:40:58.480" v="1140" actId="1076"/>
        <pc:sldMkLst>
          <pc:docMk/>
          <pc:sldMk cId="3404562138" sldId="305"/>
        </pc:sldMkLst>
        <pc:spChg chg="mod">
          <ac:chgData name="Teuku Raja Irfan Radarma" userId="cf428174-95ba-4576-8554-3a3b8ffa52b7" providerId="ADAL" clId="{D9DF5880-402D-47D0-89FB-D6E93FCFC015}" dt="2026-06-28T01:38:15.075" v="1109"/>
          <ac:spMkLst>
            <pc:docMk/>
            <pc:sldMk cId="3404562138" sldId="305"/>
            <ac:spMk id="2" creationId="{59E61678-8156-B5D7-6985-8F8C864E2A3D}"/>
          </ac:spMkLst>
        </pc:spChg>
        <pc:spChg chg="mod">
          <ac:chgData name="Teuku Raja Irfan Radarma" userId="cf428174-95ba-4576-8554-3a3b8ffa52b7" providerId="ADAL" clId="{D9DF5880-402D-47D0-89FB-D6E93FCFC015}" dt="2026-06-28T01:38:56.918" v="1121" actId="2711"/>
          <ac:spMkLst>
            <pc:docMk/>
            <pc:sldMk cId="3404562138" sldId="305"/>
            <ac:spMk id="3" creationId="{8BA43A71-550D-6448-8070-817ACA416DEE}"/>
          </ac:spMkLst>
        </pc:spChg>
        <pc:spChg chg="del">
          <ac:chgData name="Teuku Raja Irfan Radarma" userId="cf428174-95ba-4576-8554-3a3b8ffa52b7" providerId="ADAL" clId="{D9DF5880-402D-47D0-89FB-D6E93FCFC015}" dt="2026-06-28T01:15:31.786" v="263" actId="478"/>
          <ac:spMkLst>
            <pc:docMk/>
            <pc:sldMk cId="3404562138" sldId="305"/>
            <ac:spMk id="5" creationId="{F73080AC-D3B5-D417-D864-98ECC2EE282A}"/>
          </ac:spMkLst>
        </pc:spChg>
        <pc:spChg chg="add mod">
          <ac:chgData name="Teuku Raja Irfan Radarma" userId="cf428174-95ba-4576-8554-3a3b8ffa52b7" providerId="ADAL" clId="{D9DF5880-402D-47D0-89FB-D6E93FCFC015}" dt="2026-06-28T01:39:25.079" v="1129" actId="1076"/>
          <ac:spMkLst>
            <pc:docMk/>
            <pc:sldMk cId="3404562138" sldId="305"/>
            <ac:spMk id="7" creationId="{E6CAD1F5-3B53-47AA-88E0-827B6D50BB23}"/>
          </ac:spMkLst>
        </pc:spChg>
        <pc:spChg chg="add mod">
          <ac:chgData name="Teuku Raja Irfan Radarma" userId="cf428174-95ba-4576-8554-3a3b8ffa52b7" providerId="ADAL" clId="{D9DF5880-402D-47D0-89FB-D6E93FCFC015}" dt="2026-06-28T01:39:21.361" v="1127" actId="14100"/>
          <ac:spMkLst>
            <pc:docMk/>
            <pc:sldMk cId="3404562138" sldId="305"/>
            <ac:spMk id="8" creationId="{75861CFE-120C-4D69-A3F2-1D64F2BB2A9B}"/>
          </ac:spMkLst>
        </pc:spChg>
        <pc:spChg chg="add mod">
          <ac:chgData name="Teuku Raja Irfan Radarma" userId="cf428174-95ba-4576-8554-3a3b8ffa52b7" providerId="ADAL" clId="{D9DF5880-402D-47D0-89FB-D6E93FCFC015}" dt="2026-06-28T01:40:58.480" v="1140" actId="1076"/>
          <ac:spMkLst>
            <pc:docMk/>
            <pc:sldMk cId="3404562138" sldId="305"/>
            <ac:spMk id="11" creationId="{27D07FC7-CC35-4216-8EBD-1CF305D66300}"/>
          </ac:spMkLst>
        </pc:spChg>
        <pc:picChg chg="add mod">
          <ac:chgData name="Teuku Raja Irfan Radarma" userId="cf428174-95ba-4576-8554-3a3b8ffa52b7" providerId="ADAL" clId="{D9DF5880-402D-47D0-89FB-D6E93FCFC015}" dt="2026-06-28T01:40:36.502" v="1132" actId="1076"/>
          <ac:picMkLst>
            <pc:docMk/>
            <pc:sldMk cId="3404562138" sldId="305"/>
            <ac:picMk id="10" creationId="{AD51EF73-CCD7-434F-A05E-1D10B3B23199}"/>
          </ac:picMkLst>
        </pc:picChg>
      </pc:sldChg>
      <pc:sldChg chg="addSp delSp modSp mod">
        <pc:chgData name="Teuku Raja Irfan Radarma" userId="cf428174-95ba-4576-8554-3a3b8ffa52b7" providerId="ADAL" clId="{D9DF5880-402D-47D0-89FB-D6E93FCFC015}" dt="2026-06-28T02:00:19.355" v="1410"/>
        <pc:sldMkLst>
          <pc:docMk/>
          <pc:sldMk cId="3051451500" sldId="306"/>
        </pc:sldMkLst>
        <pc:spChg chg="mod">
          <ac:chgData name="Teuku Raja Irfan Radarma" userId="cf428174-95ba-4576-8554-3a3b8ffa52b7" providerId="ADAL" clId="{D9DF5880-402D-47D0-89FB-D6E93FCFC015}" dt="2026-06-28T01:44:49.884" v="1206" actId="20577"/>
          <ac:spMkLst>
            <pc:docMk/>
            <pc:sldMk cId="3051451500" sldId="306"/>
            <ac:spMk id="2" creationId="{31B9DD37-A529-C0FC-5CA8-591ADC5F0314}"/>
          </ac:spMkLst>
        </pc:spChg>
        <pc:spChg chg="add mod">
          <ac:chgData name="Teuku Raja Irfan Radarma" userId="cf428174-95ba-4576-8554-3a3b8ffa52b7" providerId="ADAL" clId="{D9DF5880-402D-47D0-89FB-D6E93FCFC015}" dt="2026-06-28T01:56:16.588" v="1288" actId="14100"/>
          <ac:spMkLst>
            <pc:docMk/>
            <pc:sldMk cId="3051451500" sldId="306"/>
            <ac:spMk id="3" creationId="{108DE137-52A3-47D6-820C-2A1C0A906A4C}"/>
          </ac:spMkLst>
        </pc:spChg>
        <pc:spChg chg="add mod">
          <ac:chgData name="Teuku Raja Irfan Radarma" userId="cf428174-95ba-4576-8554-3a3b8ffa52b7" providerId="ADAL" clId="{D9DF5880-402D-47D0-89FB-D6E93FCFC015}" dt="2026-06-28T01:45:58.852" v="1231" actId="1076"/>
          <ac:spMkLst>
            <pc:docMk/>
            <pc:sldMk cId="3051451500" sldId="306"/>
            <ac:spMk id="5" creationId="{1C7A7819-D966-4B57-8617-223A0F7DE1CF}"/>
          </ac:spMkLst>
        </pc:spChg>
        <pc:spChg chg="del mod">
          <ac:chgData name="Teuku Raja Irfan Radarma" userId="cf428174-95ba-4576-8554-3a3b8ffa52b7" providerId="ADAL" clId="{D9DF5880-402D-47D0-89FB-D6E93FCFC015}" dt="2026-06-28T01:45:18.079" v="1208" actId="478"/>
          <ac:spMkLst>
            <pc:docMk/>
            <pc:sldMk cId="3051451500" sldId="306"/>
            <ac:spMk id="6" creationId="{C6007249-6724-8E38-EC48-6E0C4748BD12}"/>
          </ac:spMkLst>
        </pc:spChg>
        <pc:spChg chg="add mod">
          <ac:chgData name="Teuku Raja Irfan Radarma" userId="cf428174-95ba-4576-8554-3a3b8ffa52b7" providerId="ADAL" clId="{D9DF5880-402D-47D0-89FB-D6E93FCFC015}" dt="2026-06-28T01:56:16.588" v="1288" actId="14100"/>
          <ac:spMkLst>
            <pc:docMk/>
            <pc:sldMk cId="3051451500" sldId="306"/>
            <ac:spMk id="7" creationId="{1886D78B-8D1C-4B35-876E-F77EAFF47937}"/>
          </ac:spMkLst>
        </pc:spChg>
        <pc:spChg chg="add mod">
          <ac:chgData name="Teuku Raja Irfan Radarma" userId="cf428174-95ba-4576-8554-3a3b8ffa52b7" providerId="ADAL" clId="{D9DF5880-402D-47D0-89FB-D6E93FCFC015}" dt="2026-06-28T01:46:24.161" v="1259" actId="1076"/>
          <ac:spMkLst>
            <pc:docMk/>
            <pc:sldMk cId="3051451500" sldId="306"/>
            <ac:spMk id="8" creationId="{B1E355B9-F216-436D-9F04-49173D10308E}"/>
          </ac:spMkLst>
        </pc:spChg>
        <pc:spChg chg="add mod">
          <ac:chgData name="Teuku Raja Irfan Radarma" userId="cf428174-95ba-4576-8554-3a3b8ffa52b7" providerId="ADAL" clId="{D9DF5880-402D-47D0-89FB-D6E93FCFC015}" dt="2026-06-28T01:56:16.588" v="1288" actId="14100"/>
          <ac:spMkLst>
            <pc:docMk/>
            <pc:sldMk cId="3051451500" sldId="306"/>
            <ac:spMk id="9" creationId="{03A39EBE-5D95-4B9C-95BB-1F02F08594B5}"/>
          </ac:spMkLst>
        </pc:spChg>
        <pc:spChg chg="add mod">
          <ac:chgData name="Teuku Raja Irfan Radarma" userId="cf428174-95ba-4576-8554-3a3b8ffa52b7" providerId="ADAL" clId="{D9DF5880-402D-47D0-89FB-D6E93FCFC015}" dt="2026-06-28T01:46:26.758" v="1260" actId="1076"/>
          <ac:spMkLst>
            <pc:docMk/>
            <pc:sldMk cId="3051451500" sldId="306"/>
            <ac:spMk id="10" creationId="{13909B7A-2AC9-48FD-9047-922A7103A9A8}"/>
          </ac:spMkLst>
        </pc:spChg>
        <pc:spChg chg="add mod">
          <ac:chgData name="Teuku Raja Irfan Radarma" userId="cf428174-95ba-4576-8554-3a3b8ffa52b7" providerId="ADAL" clId="{D9DF5880-402D-47D0-89FB-D6E93FCFC015}" dt="2026-06-28T01:59:33.375" v="1403" actId="113"/>
          <ac:spMkLst>
            <pc:docMk/>
            <pc:sldMk cId="3051451500" sldId="306"/>
            <ac:spMk id="16" creationId="{D4A7F2B1-4FA7-4EAC-B6DD-126C7FF063B1}"/>
          </ac:spMkLst>
        </pc:spChg>
        <pc:spChg chg="add mod">
          <ac:chgData name="Teuku Raja Irfan Radarma" userId="cf428174-95ba-4576-8554-3a3b8ffa52b7" providerId="ADAL" clId="{D9DF5880-402D-47D0-89FB-D6E93FCFC015}" dt="2026-06-28T01:59:50.629" v="1405" actId="14100"/>
          <ac:spMkLst>
            <pc:docMk/>
            <pc:sldMk cId="3051451500" sldId="306"/>
            <ac:spMk id="17" creationId="{8C1A5ADA-3418-4CBF-B1C6-50125421201B}"/>
          </ac:spMkLst>
        </pc:spChg>
        <pc:spChg chg="add mod">
          <ac:chgData name="Teuku Raja Irfan Radarma" userId="cf428174-95ba-4576-8554-3a3b8ffa52b7" providerId="ADAL" clId="{D9DF5880-402D-47D0-89FB-D6E93FCFC015}" dt="2026-06-28T02:00:19.355" v="1410"/>
          <ac:spMkLst>
            <pc:docMk/>
            <pc:sldMk cId="3051451500" sldId="306"/>
            <ac:spMk id="18" creationId="{2A5F5BC5-134A-45B6-BCEC-0E5402175417}"/>
          </ac:spMkLst>
        </pc:spChg>
        <pc:cxnChg chg="add mod">
          <ac:chgData name="Teuku Raja Irfan Radarma" userId="cf428174-95ba-4576-8554-3a3b8ffa52b7" providerId="ADAL" clId="{D9DF5880-402D-47D0-89FB-D6E93FCFC015}" dt="2026-06-28T01:46:44.685" v="1266" actId="1076"/>
          <ac:cxnSpMkLst>
            <pc:docMk/>
            <pc:sldMk cId="3051451500" sldId="306"/>
            <ac:cxnSpMk id="12" creationId="{AC931DA6-EE90-4BA2-A45D-E5AAD725908F}"/>
          </ac:cxnSpMkLst>
        </pc:cxnChg>
        <pc:cxnChg chg="add mod">
          <ac:chgData name="Teuku Raja Irfan Radarma" userId="cf428174-95ba-4576-8554-3a3b8ffa52b7" providerId="ADAL" clId="{D9DF5880-402D-47D0-89FB-D6E93FCFC015}" dt="2026-06-28T01:46:47.284" v="1267" actId="571"/>
          <ac:cxnSpMkLst>
            <pc:docMk/>
            <pc:sldMk cId="3051451500" sldId="306"/>
            <ac:cxnSpMk id="13" creationId="{F0792A78-BEAA-4BA7-975C-0BA5CD51A6CC}"/>
          </ac:cxnSpMkLst>
        </pc:cxnChg>
        <pc:cxnChg chg="add mod">
          <ac:chgData name="Teuku Raja Irfan Radarma" userId="cf428174-95ba-4576-8554-3a3b8ffa52b7" providerId="ADAL" clId="{D9DF5880-402D-47D0-89FB-D6E93FCFC015}" dt="2026-06-28T01:46:49.684" v="1268" actId="571"/>
          <ac:cxnSpMkLst>
            <pc:docMk/>
            <pc:sldMk cId="3051451500" sldId="306"/>
            <ac:cxnSpMk id="14" creationId="{9179AAB9-069D-417D-96CC-469236CA68F4}"/>
          </ac:cxnSpMkLst>
        </pc:cxnChg>
      </pc:sldChg>
      <pc:sldChg chg="del">
        <pc:chgData name="Teuku Raja Irfan Radarma" userId="cf428174-95ba-4576-8554-3a3b8ffa52b7" providerId="ADAL" clId="{D9DF5880-402D-47D0-89FB-D6E93FCFC015}" dt="2026-06-28T02:01:17.811" v="1427" actId="47"/>
        <pc:sldMkLst>
          <pc:docMk/>
          <pc:sldMk cId="4133513380" sldId="310"/>
        </pc:sldMkLst>
      </pc:sldChg>
      <pc:sldChg chg="modSp add del mod">
        <pc:chgData name="Teuku Raja Irfan Radarma" userId="cf428174-95ba-4576-8554-3a3b8ffa52b7" providerId="ADAL" clId="{D9DF5880-402D-47D0-89FB-D6E93FCFC015}" dt="2026-06-28T02:10:42.900" v="1486"/>
        <pc:sldMkLst>
          <pc:docMk/>
          <pc:sldMk cId="4085560915" sldId="339"/>
        </pc:sldMkLst>
        <pc:spChg chg="mod">
          <ac:chgData name="Teuku Raja Irfan Radarma" userId="cf428174-95ba-4576-8554-3a3b8ffa52b7" providerId="ADAL" clId="{D9DF5880-402D-47D0-89FB-D6E93FCFC015}" dt="2026-06-28T02:10:42.900" v="1486"/>
          <ac:spMkLst>
            <pc:docMk/>
            <pc:sldMk cId="4085560915" sldId="339"/>
            <ac:spMk id="2" creationId="{40965C82-5C7C-0F04-E2CA-D93C5FEAC3DC}"/>
          </ac:spMkLst>
        </pc:spChg>
      </pc:sldChg>
      <pc:sldChg chg="modSp add mod">
        <pc:chgData name="Teuku Raja Irfan Radarma" userId="cf428174-95ba-4576-8554-3a3b8ffa52b7" providerId="ADAL" clId="{D9DF5880-402D-47D0-89FB-D6E93FCFC015}" dt="2026-06-28T02:12:03.866" v="1573" actId="27636"/>
        <pc:sldMkLst>
          <pc:docMk/>
          <pc:sldMk cId="1131878590" sldId="340"/>
        </pc:sldMkLst>
        <pc:spChg chg="mod">
          <ac:chgData name="Teuku Raja Irfan Radarma" userId="cf428174-95ba-4576-8554-3a3b8ffa52b7" providerId="ADAL" clId="{D9DF5880-402D-47D0-89FB-D6E93FCFC015}" dt="2026-06-28T02:11:57.568" v="1567" actId="14100"/>
          <ac:spMkLst>
            <pc:docMk/>
            <pc:sldMk cId="1131878590" sldId="340"/>
            <ac:spMk id="2" creationId="{B42C3C28-98DB-058A-7B02-A883BCB542EF}"/>
          </ac:spMkLst>
        </pc:spChg>
        <pc:spChg chg="mod">
          <ac:chgData name="Teuku Raja Irfan Radarma" userId="cf428174-95ba-4576-8554-3a3b8ffa52b7" providerId="ADAL" clId="{D9DF5880-402D-47D0-89FB-D6E93FCFC015}" dt="2026-06-28T02:12:03.866" v="1573" actId="27636"/>
          <ac:spMkLst>
            <pc:docMk/>
            <pc:sldMk cId="1131878590" sldId="340"/>
            <ac:spMk id="3" creationId="{B23E9C5B-1FDD-EE9F-5086-D49A72149523}"/>
          </ac:spMkLst>
        </pc:spChg>
      </pc:sldChg>
      <pc:sldChg chg="modSp add mod">
        <pc:chgData name="Teuku Raja Irfan Radarma" userId="cf428174-95ba-4576-8554-3a3b8ffa52b7" providerId="ADAL" clId="{D9DF5880-402D-47D0-89FB-D6E93FCFC015}" dt="2026-06-28T02:11:40.316" v="1549" actId="27636"/>
        <pc:sldMkLst>
          <pc:docMk/>
          <pc:sldMk cId="3777954771" sldId="341"/>
        </pc:sldMkLst>
        <pc:spChg chg="mod">
          <ac:chgData name="Teuku Raja Irfan Radarma" userId="cf428174-95ba-4576-8554-3a3b8ffa52b7" providerId="ADAL" clId="{D9DF5880-402D-47D0-89FB-D6E93FCFC015}" dt="2026-06-28T02:11:40.316" v="1549" actId="27636"/>
          <ac:spMkLst>
            <pc:docMk/>
            <pc:sldMk cId="3777954771" sldId="341"/>
            <ac:spMk id="2" creationId="{59CF2A00-A725-3C8C-AC75-6FD531C17342}"/>
          </ac:spMkLst>
        </pc:spChg>
      </pc:sldChg>
      <pc:sldChg chg="modSp add mod">
        <pc:chgData name="Teuku Raja Irfan Radarma" userId="cf428174-95ba-4576-8554-3a3b8ffa52b7" providerId="ADAL" clId="{D9DF5880-402D-47D0-89FB-D6E93FCFC015}" dt="2026-06-28T02:14:29.928" v="1611" actId="1076"/>
        <pc:sldMkLst>
          <pc:docMk/>
          <pc:sldMk cId="2922654326" sldId="342"/>
        </pc:sldMkLst>
        <pc:spChg chg="mod">
          <ac:chgData name="Teuku Raja Irfan Radarma" userId="cf428174-95ba-4576-8554-3a3b8ffa52b7" providerId="ADAL" clId="{D9DF5880-402D-47D0-89FB-D6E93FCFC015}" dt="2026-06-28T02:12:33.540" v="1574" actId="14100"/>
          <ac:spMkLst>
            <pc:docMk/>
            <pc:sldMk cId="2922654326" sldId="342"/>
            <ac:spMk id="2" creationId="{5DEE3C2E-967A-C215-8D49-D470FF604327}"/>
          </ac:spMkLst>
        </pc:spChg>
        <pc:spChg chg="mod">
          <ac:chgData name="Teuku Raja Irfan Radarma" userId="cf428174-95ba-4576-8554-3a3b8ffa52b7" providerId="ADAL" clId="{D9DF5880-402D-47D0-89FB-D6E93FCFC015}" dt="2026-06-28T02:13:25.427" v="1589" actId="1076"/>
          <ac:spMkLst>
            <pc:docMk/>
            <pc:sldMk cId="2922654326" sldId="342"/>
            <ac:spMk id="3" creationId="{94347386-F2CD-BC8A-DDEB-A093457418A9}"/>
          </ac:spMkLst>
        </pc:spChg>
        <pc:spChg chg="mod">
          <ac:chgData name="Teuku Raja Irfan Radarma" userId="cf428174-95ba-4576-8554-3a3b8ffa52b7" providerId="ADAL" clId="{D9DF5880-402D-47D0-89FB-D6E93FCFC015}" dt="2026-06-28T02:14:29.928" v="1611" actId="1076"/>
          <ac:spMkLst>
            <pc:docMk/>
            <pc:sldMk cId="2922654326" sldId="342"/>
            <ac:spMk id="6" creationId="{7D7B407A-06F2-DAD4-4679-ABF1BEE7059E}"/>
          </ac:spMkLst>
        </pc:spChg>
        <pc:spChg chg="mod">
          <ac:chgData name="Teuku Raja Irfan Radarma" userId="cf428174-95ba-4576-8554-3a3b8ffa52b7" providerId="ADAL" clId="{D9DF5880-402D-47D0-89FB-D6E93FCFC015}" dt="2026-06-28T02:14:26.579" v="1610" actId="404"/>
          <ac:spMkLst>
            <pc:docMk/>
            <pc:sldMk cId="2922654326" sldId="342"/>
            <ac:spMk id="7" creationId="{07083490-7D9F-2C03-FCAC-8AB429230064}"/>
          </ac:spMkLst>
        </pc:spChg>
        <pc:spChg chg="mod ord">
          <ac:chgData name="Teuku Raja Irfan Radarma" userId="cf428174-95ba-4576-8554-3a3b8ffa52b7" providerId="ADAL" clId="{D9DF5880-402D-47D0-89FB-D6E93FCFC015}" dt="2026-06-28T02:14:14.206" v="1606" actId="1076"/>
          <ac:spMkLst>
            <pc:docMk/>
            <pc:sldMk cId="2922654326" sldId="342"/>
            <ac:spMk id="8" creationId="{E530DC8B-A961-A050-E092-EFA89405A559}"/>
          </ac:spMkLst>
        </pc:spChg>
        <pc:spChg chg="mod ord">
          <ac:chgData name="Teuku Raja Irfan Radarma" userId="cf428174-95ba-4576-8554-3a3b8ffa52b7" providerId="ADAL" clId="{D9DF5880-402D-47D0-89FB-D6E93FCFC015}" dt="2026-06-28T02:13:46.724" v="1597" actId="14100"/>
          <ac:spMkLst>
            <pc:docMk/>
            <pc:sldMk cId="2922654326" sldId="342"/>
            <ac:spMk id="12" creationId="{13C4E359-A040-1A7D-D291-DB98B9506BE8}"/>
          </ac:spMkLst>
        </pc:spChg>
        <pc:spChg chg="mod">
          <ac:chgData name="Teuku Raja Irfan Radarma" userId="cf428174-95ba-4576-8554-3a3b8ffa52b7" providerId="ADAL" clId="{D9DF5880-402D-47D0-89FB-D6E93FCFC015}" dt="2026-06-28T02:13:52.119" v="1599" actId="1076"/>
          <ac:spMkLst>
            <pc:docMk/>
            <pc:sldMk cId="2922654326" sldId="342"/>
            <ac:spMk id="13" creationId="{EBE946B2-23C7-37E1-DF0D-F161FBD93D2A}"/>
          </ac:spMkLst>
        </pc:spChg>
        <pc:spChg chg="mod">
          <ac:chgData name="Teuku Raja Irfan Radarma" userId="cf428174-95ba-4576-8554-3a3b8ffa52b7" providerId="ADAL" clId="{D9DF5880-402D-47D0-89FB-D6E93FCFC015}" dt="2026-06-28T02:13:44.932" v="1596" actId="1076"/>
          <ac:spMkLst>
            <pc:docMk/>
            <pc:sldMk cId="2922654326" sldId="342"/>
            <ac:spMk id="14" creationId="{C3F25ECC-96C6-A117-A7A3-2447368B51E1}"/>
          </ac:spMkLst>
        </pc:spChg>
      </pc:sldChg>
      <pc:sldChg chg="modSp add mod">
        <pc:chgData name="Teuku Raja Irfan Radarma" userId="cf428174-95ba-4576-8554-3a3b8ffa52b7" providerId="ADAL" clId="{D9DF5880-402D-47D0-89FB-D6E93FCFC015}" dt="2026-06-28T02:11:40.340" v="1551" actId="27636"/>
        <pc:sldMkLst>
          <pc:docMk/>
          <pc:sldMk cId="1984154171" sldId="343"/>
        </pc:sldMkLst>
        <pc:spChg chg="mod">
          <ac:chgData name="Teuku Raja Irfan Radarma" userId="cf428174-95ba-4576-8554-3a3b8ffa52b7" providerId="ADAL" clId="{D9DF5880-402D-47D0-89FB-D6E93FCFC015}" dt="2026-06-28T02:11:40.340" v="1551" actId="27636"/>
          <ac:spMkLst>
            <pc:docMk/>
            <pc:sldMk cId="1984154171" sldId="343"/>
            <ac:spMk id="2" creationId="{1402E16A-6BF7-8EF2-E219-A4250260CFF1}"/>
          </ac:spMkLst>
        </pc:spChg>
      </pc:sldChg>
      <pc:sldChg chg="modSp add mod">
        <pc:chgData name="Teuku Raja Irfan Radarma" userId="cf428174-95ba-4576-8554-3a3b8ffa52b7" providerId="ADAL" clId="{D9DF5880-402D-47D0-89FB-D6E93FCFC015}" dt="2026-06-28T02:11:40.342" v="1552" actId="27636"/>
        <pc:sldMkLst>
          <pc:docMk/>
          <pc:sldMk cId="720182622" sldId="344"/>
        </pc:sldMkLst>
        <pc:spChg chg="mod">
          <ac:chgData name="Teuku Raja Irfan Radarma" userId="cf428174-95ba-4576-8554-3a3b8ffa52b7" providerId="ADAL" clId="{D9DF5880-402D-47D0-89FB-D6E93FCFC015}" dt="2026-06-28T02:11:40.342" v="1552" actId="27636"/>
          <ac:spMkLst>
            <pc:docMk/>
            <pc:sldMk cId="720182622" sldId="344"/>
            <ac:spMk id="2" creationId="{31EADDA9-0DAD-D59D-CE21-8342D007B5BB}"/>
          </ac:spMkLst>
        </pc:spChg>
      </pc:sldChg>
      <pc:sldChg chg="modSp add mod">
        <pc:chgData name="Teuku Raja Irfan Radarma" userId="cf428174-95ba-4576-8554-3a3b8ffa52b7" providerId="ADAL" clId="{D9DF5880-402D-47D0-89FB-D6E93FCFC015}" dt="2026-06-28T02:11:53.322" v="1566" actId="27636"/>
        <pc:sldMkLst>
          <pc:docMk/>
          <pc:sldMk cId="1135567565" sldId="345"/>
        </pc:sldMkLst>
        <pc:spChg chg="mod">
          <ac:chgData name="Teuku Raja Irfan Radarma" userId="cf428174-95ba-4576-8554-3a3b8ffa52b7" providerId="ADAL" clId="{D9DF5880-402D-47D0-89FB-D6E93FCFC015}" dt="2026-06-28T02:11:51.479" v="1564" actId="14100"/>
          <ac:spMkLst>
            <pc:docMk/>
            <pc:sldMk cId="1135567565" sldId="345"/>
            <ac:spMk id="2" creationId="{5BB14FF2-4775-809F-F99C-F38B9367797A}"/>
          </ac:spMkLst>
        </pc:spChg>
        <pc:spChg chg="mod">
          <ac:chgData name="Teuku Raja Irfan Radarma" userId="cf428174-95ba-4576-8554-3a3b8ffa52b7" providerId="ADAL" clId="{D9DF5880-402D-47D0-89FB-D6E93FCFC015}" dt="2026-06-28T02:11:53.322" v="1566" actId="27636"/>
          <ac:spMkLst>
            <pc:docMk/>
            <pc:sldMk cId="1135567565" sldId="345"/>
            <ac:spMk id="3" creationId="{94BD0726-CD40-1A76-7ED7-16EADD301DAA}"/>
          </ac:spMkLst>
        </pc:spChg>
      </pc:sldChg>
      <pc:sldChg chg="modSp add mod">
        <pc:chgData name="Teuku Raja Irfan Radarma" userId="cf428174-95ba-4576-8554-3a3b8ffa52b7" providerId="ADAL" clId="{D9DF5880-402D-47D0-89FB-D6E93FCFC015}" dt="2026-06-28T02:15:08.001" v="1620" actId="14100"/>
        <pc:sldMkLst>
          <pc:docMk/>
          <pc:sldMk cId="1462807222" sldId="346"/>
        </pc:sldMkLst>
        <pc:spChg chg="mod">
          <ac:chgData name="Teuku Raja Irfan Radarma" userId="cf428174-95ba-4576-8554-3a3b8ffa52b7" providerId="ADAL" clId="{D9DF5880-402D-47D0-89FB-D6E93FCFC015}" dt="2026-06-28T02:15:06.543" v="1619" actId="14100"/>
          <ac:spMkLst>
            <pc:docMk/>
            <pc:sldMk cId="1462807222" sldId="346"/>
            <ac:spMk id="2" creationId="{29544D43-99A7-60C6-4847-D3883FE6B703}"/>
          </ac:spMkLst>
        </pc:spChg>
        <pc:spChg chg="mod">
          <ac:chgData name="Teuku Raja Irfan Radarma" userId="cf428174-95ba-4576-8554-3a3b8ffa52b7" providerId="ADAL" clId="{D9DF5880-402D-47D0-89FB-D6E93FCFC015}" dt="2026-06-28T02:15:08.001" v="1620" actId="14100"/>
          <ac:spMkLst>
            <pc:docMk/>
            <pc:sldMk cId="1462807222" sldId="346"/>
            <ac:spMk id="3" creationId="{463CDCED-1771-AF71-F46E-8513ACE3DD8A}"/>
          </ac:spMkLst>
        </pc:spChg>
      </pc:sldChg>
      <pc:sldChg chg="modSp add mod">
        <pc:chgData name="Teuku Raja Irfan Radarma" userId="cf428174-95ba-4576-8554-3a3b8ffa52b7" providerId="ADAL" clId="{D9DF5880-402D-47D0-89FB-D6E93FCFC015}" dt="2026-06-28T02:15:23.764" v="1621" actId="404"/>
        <pc:sldMkLst>
          <pc:docMk/>
          <pc:sldMk cId="357881007" sldId="347"/>
        </pc:sldMkLst>
        <pc:spChg chg="mod">
          <ac:chgData name="Teuku Raja Irfan Radarma" userId="cf428174-95ba-4576-8554-3a3b8ffa52b7" providerId="ADAL" clId="{D9DF5880-402D-47D0-89FB-D6E93FCFC015}" dt="2026-06-28T02:11:40.351" v="1555" actId="27636"/>
          <ac:spMkLst>
            <pc:docMk/>
            <pc:sldMk cId="357881007" sldId="347"/>
            <ac:spMk id="2" creationId="{57C1544F-2480-62C7-EF94-3D558973AA74}"/>
          </ac:spMkLst>
        </pc:spChg>
        <pc:spChg chg="mod">
          <ac:chgData name="Teuku Raja Irfan Radarma" userId="cf428174-95ba-4576-8554-3a3b8ffa52b7" providerId="ADAL" clId="{D9DF5880-402D-47D0-89FB-D6E93FCFC015}" dt="2026-06-28T02:15:23.764" v="1621" actId="404"/>
          <ac:spMkLst>
            <pc:docMk/>
            <pc:sldMk cId="357881007" sldId="347"/>
            <ac:spMk id="3" creationId="{F73A8A31-7939-9B91-68F1-0F1900A68525}"/>
          </ac:spMkLst>
        </pc:spChg>
      </pc:sldChg>
      <pc:sldChg chg="modSp add del mod">
        <pc:chgData name="Teuku Raja Irfan Radarma" userId="cf428174-95ba-4576-8554-3a3b8ffa52b7" providerId="ADAL" clId="{D9DF5880-402D-47D0-89FB-D6E93FCFC015}" dt="2026-06-28T02:15:47.072" v="1622" actId="47"/>
        <pc:sldMkLst>
          <pc:docMk/>
          <pc:sldMk cId="659791743" sldId="348"/>
        </pc:sldMkLst>
        <pc:spChg chg="mod">
          <ac:chgData name="Teuku Raja Irfan Radarma" userId="cf428174-95ba-4576-8554-3a3b8ffa52b7" providerId="ADAL" clId="{D9DF5880-402D-47D0-89FB-D6E93FCFC015}" dt="2026-06-28T02:11:40.354" v="1556" actId="27636"/>
          <ac:spMkLst>
            <pc:docMk/>
            <pc:sldMk cId="659791743" sldId="348"/>
            <ac:spMk id="2" creationId="{7B057AA4-5A9F-E408-F1D0-8974F87F9854}"/>
          </ac:spMkLst>
        </pc:spChg>
        <pc:spChg chg="mod">
          <ac:chgData name="Teuku Raja Irfan Radarma" userId="cf428174-95ba-4576-8554-3a3b8ffa52b7" providerId="ADAL" clId="{D9DF5880-402D-47D0-89FB-D6E93FCFC015}" dt="2026-06-28T02:11:40.227" v="1544"/>
          <ac:spMkLst>
            <pc:docMk/>
            <pc:sldMk cId="659791743" sldId="348"/>
            <ac:spMk id="4" creationId="{EA76BD42-F049-C91E-822D-00AE8C0B366F}"/>
          </ac:spMkLst>
        </pc:spChg>
      </pc:sldChg>
      <pc:sldChg chg="modSp add del mod">
        <pc:chgData name="Teuku Raja Irfan Radarma" userId="cf428174-95ba-4576-8554-3a3b8ffa52b7" providerId="ADAL" clId="{D9DF5880-402D-47D0-89FB-D6E93FCFC015}" dt="2026-06-28T02:15:47.072" v="1622" actId="47"/>
        <pc:sldMkLst>
          <pc:docMk/>
          <pc:sldMk cId="96428312" sldId="349"/>
        </pc:sldMkLst>
        <pc:spChg chg="mod">
          <ac:chgData name="Teuku Raja Irfan Radarma" userId="cf428174-95ba-4576-8554-3a3b8ffa52b7" providerId="ADAL" clId="{D9DF5880-402D-47D0-89FB-D6E93FCFC015}" dt="2026-06-28T02:11:40.356" v="1557" actId="27636"/>
          <ac:spMkLst>
            <pc:docMk/>
            <pc:sldMk cId="96428312" sldId="349"/>
            <ac:spMk id="2" creationId="{7448B2EF-A399-4F18-C81D-DC250B7F61AC}"/>
          </ac:spMkLst>
        </pc:spChg>
        <pc:spChg chg="mod">
          <ac:chgData name="Teuku Raja Irfan Radarma" userId="cf428174-95ba-4576-8554-3a3b8ffa52b7" providerId="ADAL" clId="{D9DF5880-402D-47D0-89FB-D6E93FCFC015}" dt="2026-06-28T02:11:40.227" v="1544"/>
          <ac:spMkLst>
            <pc:docMk/>
            <pc:sldMk cId="96428312" sldId="349"/>
            <ac:spMk id="4" creationId="{0B780532-3144-EF7D-8A27-962CEA1B5FF4}"/>
          </ac:spMkLst>
        </pc:spChg>
      </pc:sldChg>
      <pc:sldChg chg="modSp add del mod">
        <pc:chgData name="Teuku Raja Irfan Radarma" userId="cf428174-95ba-4576-8554-3a3b8ffa52b7" providerId="ADAL" clId="{D9DF5880-402D-47D0-89FB-D6E93FCFC015}" dt="2026-06-28T02:15:47.072" v="1622" actId="47"/>
        <pc:sldMkLst>
          <pc:docMk/>
          <pc:sldMk cId="1202587374" sldId="350"/>
        </pc:sldMkLst>
        <pc:spChg chg="mod">
          <ac:chgData name="Teuku Raja Irfan Radarma" userId="cf428174-95ba-4576-8554-3a3b8ffa52b7" providerId="ADAL" clId="{D9DF5880-402D-47D0-89FB-D6E93FCFC015}" dt="2026-06-28T02:11:40.363" v="1560" actId="27636"/>
          <ac:spMkLst>
            <pc:docMk/>
            <pc:sldMk cId="1202587374" sldId="350"/>
            <ac:spMk id="2" creationId="{CADFDED1-3E63-4CF8-1970-7B1C20706E48}"/>
          </ac:spMkLst>
        </pc:spChg>
        <pc:spChg chg="mod">
          <ac:chgData name="Teuku Raja Irfan Radarma" userId="cf428174-95ba-4576-8554-3a3b8ffa52b7" providerId="ADAL" clId="{D9DF5880-402D-47D0-89FB-D6E93FCFC015}" dt="2026-06-28T02:11:40.227" v="1544"/>
          <ac:spMkLst>
            <pc:docMk/>
            <pc:sldMk cId="1202587374" sldId="350"/>
            <ac:spMk id="4" creationId="{A31F5270-1E08-F572-50C2-51EAA7FE3C9E}"/>
          </ac:spMkLst>
        </pc:spChg>
      </pc:sldChg>
      <pc:sldChg chg="modSp add del mod">
        <pc:chgData name="Teuku Raja Irfan Radarma" userId="cf428174-95ba-4576-8554-3a3b8ffa52b7" providerId="ADAL" clId="{D9DF5880-402D-47D0-89FB-D6E93FCFC015}" dt="2026-06-28T02:16:48.938" v="1650"/>
        <pc:sldMkLst>
          <pc:docMk/>
          <pc:sldMk cId="1269188375" sldId="354"/>
        </pc:sldMkLst>
        <pc:spChg chg="mod">
          <ac:chgData name="Teuku Raja Irfan Radarma" userId="cf428174-95ba-4576-8554-3a3b8ffa52b7" providerId="ADAL" clId="{D9DF5880-402D-47D0-89FB-D6E93FCFC015}" dt="2026-06-28T02:16:48.938" v="1650"/>
          <ac:spMkLst>
            <pc:docMk/>
            <pc:sldMk cId="1269188375" sldId="354"/>
            <ac:spMk id="2" creationId="{13E22CE7-BFCC-44AE-3B9F-427D04846AE7}"/>
          </ac:spMkLst>
        </pc:spChg>
        <pc:spChg chg="mod">
          <ac:chgData name="Teuku Raja Irfan Radarma" userId="cf428174-95ba-4576-8554-3a3b8ffa52b7" providerId="ADAL" clId="{D9DF5880-402D-47D0-89FB-D6E93FCFC015}" dt="2026-06-28T02:16:48.078" v="1647"/>
          <ac:spMkLst>
            <pc:docMk/>
            <pc:sldMk cId="1269188375" sldId="354"/>
            <ac:spMk id="4" creationId="{3C20E9E8-2E18-7174-D3DE-EFD94AE4B977}"/>
          </ac:spMkLst>
        </pc:spChg>
      </pc:sldChg>
      <pc:sldChg chg="modSp add del mod">
        <pc:chgData name="Teuku Raja Irfan Radarma" userId="cf428174-95ba-4576-8554-3a3b8ffa52b7" providerId="ADAL" clId="{D9DF5880-402D-47D0-89FB-D6E93FCFC015}" dt="2026-06-28T02:15:47.072" v="1622" actId="47"/>
        <pc:sldMkLst>
          <pc:docMk/>
          <pc:sldMk cId="3446699931" sldId="355"/>
        </pc:sldMkLst>
        <pc:spChg chg="mod">
          <ac:chgData name="Teuku Raja Irfan Radarma" userId="cf428174-95ba-4576-8554-3a3b8ffa52b7" providerId="ADAL" clId="{D9DF5880-402D-47D0-89FB-D6E93FCFC015}" dt="2026-06-28T02:11:40.361" v="1559" actId="27636"/>
          <ac:spMkLst>
            <pc:docMk/>
            <pc:sldMk cId="3446699931" sldId="355"/>
            <ac:spMk id="2" creationId="{61BC0BFA-1C56-79DD-30B7-6C15A0897942}"/>
          </ac:spMkLst>
        </pc:spChg>
        <pc:spChg chg="mod">
          <ac:chgData name="Teuku Raja Irfan Radarma" userId="cf428174-95ba-4576-8554-3a3b8ffa52b7" providerId="ADAL" clId="{D9DF5880-402D-47D0-89FB-D6E93FCFC015}" dt="2026-06-28T02:11:40.227" v="1544"/>
          <ac:spMkLst>
            <pc:docMk/>
            <pc:sldMk cId="3446699931" sldId="355"/>
            <ac:spMk id="4" creationId="{4627A3D4-E566-163C-B563-AFB6105620BE}"/>
          </ac:spMkLst>
        </pc:spChg>
      </pc:sldChg>
      <pc:sldChg chg="modSp add del mod">
        <pc:chgData name="Teuku Raja Irfan Radarma" userId="cf428174-95ba-4576-8554-3a3b8ffa52b7" providerId="ADAL" clId="{D9DF5880-402D-47D0-89FB-D6E93FCFC015}" dt="2026-06-28T02:15:47.072" v="1622" actId="47"/>
        <pc:sldMkLst>
          <pc:docMk/>
          <pc:sldMk cId="2532558048" sldId="356"/>
        </pc:sldMkLst>
        <pc:spChg chg="mod">
          <ac:chgData name="Teuku Raja Irfan Radarma" userId="cf428174-95ba-4576-8554-3a3b8ffa52b7" providerId="ADAL" clId="{D9DF5880-402D-47D0-89FB-D6E93FCFC015}" dt="2026-06-28T02:11:40.368" v="1561" actId="27636"/>
          <ac:spMkLst>
            <pc:docMk/>
            <pc:sldMk cId="2532558048" sldId="356"/>
            <ac:spMk id="2" creationId="{D20CC177-37C2-B44A-0F38-F1CB8CCD84E8}"/>
          </ac:spMkLst>
        </pc:spChg>
        <pc:spChg chg="mod">
          <ac:chgData name="Teuku Raja Irfan Radarma" userId="cf428174-95ba-4576-8554-3a3b8ffa52b7" providerId="ADAL" clId="{D9DF5880-402D-47D0-89FB-D6E93FCFC015}" dt="2026-06-28T02:11:40.227" v="1544"/>
          <ac:spMkLst>
            <pc:docMk/>
            <pc:sldMk cId="2532558048" sldId="356"/>
            <ac:spMk id="4" creationId="{79BF53BC-6B08-E9ED-0CBD-86B1B5AD546F}"/>
          </ac:spMkLst>
        </pc:spChg>
      </pc:sldChg>
      <pc:sldChg chg="addSp delSp modSp mod">
        <pc:chgData name="Teuku Raja Irfan Radarma" userId="cf428174-95ba-4576-8554-3a3b8ffa52b7" providerId="ADAL" clId="{D9DF5880-402D-47D0-89FB-D6E93FCFC015}" dt="2026-06-28T02:01:15.820" v="1426" actId="478"/>
        <pc:sldMkLst>
          <pc:docMk/>
          <pc:sldMk cId="62413706" sldId="359"/>
        </pc:sldMkLst>
        <pc:spChg chg="mod">
          <ac:chgData name="Teuku Raja Irfan Radarma" userId="cf428174-95ba-4576-8554-3a3b8ffa52b7" providerId="ADAL" clId="{D9DF5880-402D-47D0-89FB-D6E93FCFC015}" dt="2026-06-28T02:01:12.425" v="1425" actId="20577"/>
          <ac:spMkLst>
            <pc:docMk/>
            <pc:sldMk cId="62413706" sldId="359"/>
            <ac:spMk id="2" creationId="{86D1BB63-4350-72A4-F5A6-7BC05C8ACCEA}"/>
          </ac:spMkLst>
        </pc:spChg>
        <pc:spChg chg="del">
          <ac:chgData name="Teuku Raja Irfan Radarma" userId="cf428174-95ba-4576-8554-3a3b8ffa52b7" providerId="ADAL" clId="{D9DF5880-402D-47D0-89FB-D6E93FCFC015}" dt="2026-06-28T02:01:15.820" v="1426" actId="478"/>
          <ac:spMkLst>
            <pc:docMk/>
            <pc:sldMk cId="62413706" sldId="359"/>
            <ac:spMk id="3" creationId="{10DAE108-9E44-567B-9E8A-3F62785A8106}"/>
          </ac:spMkLst>
        </pc:spChg>
        <pc:spChg chg="add mod">
          <ac:chgData name="Teuku Raja Irfan Radarma" userId="cf428174-95ba-4576-8554-3a3b8ffa52b7" providerId="ADAL" clId="{D9DF5880-402D-47D0-89FB-D6E93FCFC015}" dt="2026-06-28T02:01:15.820" v="1426" actId="478"/>
          <ac:spMkLst>
            <pc:docMk/>
            <pc:sldMk cId="62413706" sldId="359"/>
            <ac:spMk id="5" creationId="{CDABB48A-BC50-4B2D-B1DE-0C178146765A}"/>
          </ac:spMkLst>
        </pc:spChg>
      </pc:sldChg>
      <pc:sldChg chg="del">
        <pc:chgData name="Teuku Raja Irfan Radarma" userId="cf428174-95ba-4576-8554-3a3b8ffa52b7" providerId="ADAL" clId="{D9DF5880-402D-47D0-89FB-D6E93FCFC015}" dt="2026-06-28T02:15:52.217" v="1623" actId="47"/>
        <pc:sldMkLst>
          <pc:docMk/>
          <pc:sldMk cId="2404744056" sldId="360"/>
        </pc:sldMkLst>
      </pc:sldChg>
      <pc:sldChg chg="del">
        <pc:chgData name="Teuku Raja Irfan Radarma" userId="cf428174-95ba-4576-8554-3a3b8ffa52b7" providerId="ADAL" clId="{D9DF5880-402D-47D0-89FB-D6E93FCFC015}" dt="2026-06-28T02:15:52.217" v="1623" actId="47"/>
        <pc:sldMkLst>
          <pc:docMk/>
          <pc:sldMk cId="2842273901" sldId="361"/>
        </pc:sldMkLst>
      </pc:sldChg>
      <pc:sldChg chg="del">
        <pc:chgData name="Teuku Raja Irfan Radarma" userId="cf428174-95ba-4576-8554-3a3b8ffa52b7" providerId="ADAL" clId="{D9DF5880-402D-47D0-89FB-D6E93FCFC015}" dt="2026-06-28T02:15:52.217" v="1623" actId="47"/>
        <pc:sldMkLst>
          <pc:docMk/>
          <pc:sldMk cId="2948661724" sldId="362"/>
        </pc:sldMkLst>
      </pc:sldChg>
      <pc:sldChg chg="modSp mod">
        <pc:chgData name="Teuku Raja Irfan Radarma" userId="cf428174-95ba-4576-8554-3a3b8ffa52b7" providerId="ADAL" clId="{D9DF5880-402D-47D0-89FB-D6E93FCFC015}" dt="2026-06-28T02:11:28.805" v="1543" actId="20577"/>
        <pc:sldMkLst>
          <pc:docMk/>
          <pc:sldMk cId="1044276249" sldId="363"/>
        </pc:sldMkLst>
        <pc:spChg chg="mod">
          <ac:chgData name="Teuku Raja Irfan Radarma" userId="cf428174-95ba-4576-8554-3a3b8ffa52b7" providerId="ADAL" clId="{D9DF5880-402D-47D0-89FB-D6E93FCFC015}" dt="2026-06-28T02:01:30.962" v="1440" actId="20577"/>
          <ac:spMkLst>
            <pc:docMk/>
            <pc:sldMk cId="1044276249" sldId="363"/>
            <ac:spMk id="2" creationId="{A125681A-45A2-7128-DE7A-C52014C27119}"/>
          </ac:spMkLst>
        </pc:spChg>
        <pc:spChg chg="mod">
          <ac:chgData name="Teuku Raja Irfan Radarma" userId="cf428174-95ba-4576-8554-3a3b8ffa52b7" providerId="ADAL" clId="{D9DF5880-402D-47D0-89FB-D6E93FCFC015}" dt="2026-06-28T02:11:28.805" v="1543" actId="20577"/>
          <ac:spMkLst>
            <pc:docMk/>
            <pc:sldMk cId="1044276249" sldId="363"/>
            <ac:spMk id="6" creationId="{00CA8178-C5D9-B7AC-2EB9-8CAE37EAAF27}"/>
          </ac:spMkLst>
        </pc:spChg>
      </pc:sldChg>
      <pc:sldChg chg="del">
        <pc:chgData name="Teuku Raja Irfan Radarma" userId="cf428174-95ba-4576-8554-3a3b8ffa52b7" providerId="ADAL" clId="{D9DF5880-402D-47D0-89FB-D6E93FCFC015}" dt="2026-06-28T02:15:52.217" v="1623" actId="47"/>
        <pc:sldMkLst>
          <pc:docMk/>
          <pc:sldMk cId="3369179900" sldId="364"/>
        </pc:sldMkLst>
      </pc:sldChg>
      <pc:sldChg chg="modSp new mod">
        <pc:chgData name="Teuku Raja Irfan Radarma" userId="cf428174-95ba-4576-8554-3a3b8ffa52b7" providerId="ADAL" clId="{D9DF5880-402D-47D0-89FB-D6E93FCFC015}" dt="2026-06-28T02:16:06.015" v="1633" actId="20577"/>
        <pc:sldMkLst>
          <pc:docMk/>
          <pc:sldMk cId="3847381933" sldId="364"/>
        </pc:sldMkLst>
        <pc:spChg chg="mod">
          <ac:chgData name="Teuku Raja Irfan Radarma" userId="cf428174-95ba-4576-8554-3a3b8ffa52b7" providerId="ADAL" clId="{D9DF5880-402D-47D0-89FB-D6E93FCFC015}" dt="2026-06-28T02:15:57.811" v="1625"/>
          <ac:spMkLst>
            <pc:docMk/>
            <pc:sldMk cId="3847381933" sldId="364"/>
            <ac:spMk id="2" creationId="{51C79B42-FFE1-4F83-BE42-4BF3AE1B4976}"/>
          </ac:spMkLst>
        </pc:spChg>
        <pc:spChg chg="mod">
          <ac:chgData name="Teuku Raja Irfan Radarma" userId="cf428174-95ba-4576-8554-3a3b8ffa52b7" providerId="ADAL" clId="{D9DF5880-402D-47D0-89FB-D6E93FCFC015}" dt="2026-06-28T02:16:06.015" v="1633" actId="20577"/>
          <ac:spMkLst>
            <pc:docMk/>
            <pc:sldMk cId="3847381933" sldId="364"/>
            <ac:spMk id="4" creationId="{250782B0-03B3-4FDA-8DD5-62BB856B6629}"/>
          </ac:spMkLst>
        </pc:spChg>
      </pc:sldChg>
      <pc:sldChg chg="addSp modSp add mod">
        <pc:chgData name="Teuku Raja Irfan Radarma" userId="cf428174-95ba-4576-8554-3a3b8ffa52b7" providerId="ADAL" clId="{D9DF5880-402D-47D0-89FB-D6E93FCFC015}" dt="2026-06-28T02:16:36.962" v="1646" actId="1076"/>
        <pc:sldMkLst>
          <pc:docMk/>
          <pc:sldMk cId="944649271" sldId="365"/>
        </pc:sldMkLst>
        <pc:spChg chg="mod">
          <ac:chgData name="Teuku Raja Irfan Radarma" userId="cf428174-95ba-4576-8554-3a3b8ffa52b7" providerId="ADAL" clId="{D9DF5880-402D-47D0-89FB-D6E93FCFC015}" dt="2026-06-28T02:16:11.640" v="1635"/>
          <ac:spMkLst>
            <pc:docMk/>
            <pc:sldMk cId="944649271" sldId="365"/>
            <ac:spMk id="2" creationId="{51C79B42-FFE1-4F83-BE42-4BF3AE1B4976}"/>
          </ac:spMkLst>
        </pc:spChg>
        <pc:spChg chg="mod">
          <ac:chgData name="Teuku Raja Irfan Radarma" userId="cf428174-95ba-4576-8554-3a3b8ffa52b7" providerId="ADAL" clId="{D9DF5880-402D-47D0-89FB-D6E93FCFC015}" dt="2026-06-28T02:16:23.008" v="1641" actId="27636"/>
          <ac:spMkLst>
            <pc:docMk/>
            <pc:sldMk cId="944649271" sldId="365"/>
            <ac:spMk id="4" creationId="{250782B0-03B3-4FDA-8DD5-62BB856B6629}"/>
          </ac:spMkLst>
        </pc:spChg>
        <pc:spChg chg="add mod">
          <ac:chgData name="Teuku Raja Irfan Radarma" userId="cf428174-95ba-4576-8554-3a3b8ffa52b7" providerId="ADAL" clId="{D9DF5880-402D-47D0-89FB-D6E93FCFC015}" dt="2026-06-28T02:16:36.962" v="1646" actId="1076"/>
          <ac:spMkLst>
            <pc:docMk/>
            <pc:sldMk cId="944649271" sldId="365"/>
            <ac:spMk id="6" creationId="{BC5E97B6-C7C5-42F8-ABB1-7D4108AB5D7A}"/>
          </ac:spMkLst>
        </pc:spChg>
      </pc:sldChg>
      <pc:sldChg chg="addSp delSp modSp add mod">
        <pc:chgData name="Teuku Raja Irfan Radarma" userId="cf428174-95ba-4576-8554-3a3b8ffa52b7" providerId="ADAL" clId="{D9DF5880-402D-47D0-89FB-D6E93FCFC015}" dt="2026-06-28T02:19:52.738" v="1708" actId="20577"/>
        <pc:sldMkLst>
          <pc:docMk/>
          <pc:sldMk cId="2181044874" sldId="366"/>
        </pc:sldMkLst>
        <pc:spChg chg="mod">
          <ac:chgData name="Teuku Raja Irfan Radarma" userId="cf428174-95ba-4576-8554-3a3b8ffa52b7" providerId="ADAL" clId="{D9DF5880-402D-47D0-89FB-D6E93FCFC015}" dt="2026-06-28T02:19:52.738" v="1708" actId="20577"/>
          <ac:spMkLst>
            <pc:docMk/>
            <pc:sldMk cId="2181044874" sldId="366"/>
            <ac:spMk id="2" creationId="{51C79B42-FFE1-4F83-BE42-4BF3AE1B4976}"/>
          </ac:spMkLst>
        </pc:spChg>
        <pc:spChg chg="mod">
          <ac:chgData name="Teuku Raja Irfan Radarma" userId="cf428174-95ba-4576-8554-3a3b8ffa52b7" providerId="ADAL" clId="{D9DF5880-402D-47D0-89FB-D6E93FCFC015}" dt="2026-06-28T02:19:08.669" v="1695" actId="404"/>
          <ac:spMkLst>
            <pc:docMk/>
            <pc:sldMk cId="2181044874" sldId="366"/>
            <ac:spMk id="4" creationId="{250782B0-03B3-4FDA-8DD5-62BB856B6629}"/>
          </ac:spMkLst>
        </pc:spChg>
        <pc:spChg chg="del mod">
          <ac:chgData name="Teuku Raja Irfan Radarma" userId="cf428174-95ba-4576-8554-3a3b8ffa52b7" providerId="ADAL" clId="{D9DF5880-402D-47D0-89FB-D6E93FCFC015}" dt="2026-06-28T02:18:15.645" v="1681" actId="478"/>
          <ac:spMkLst>
            <pc:docMk/>
            <pc:sldMk cId="2181044874" sldId="366"/>
            <ac:spMk id="6" creationId="{BC5E97B6-C7C5-42F8-ABB1-7D4108AB5D7A}"/>
          </ac:spMkLst>
        </pc:spChg>
        <pc:spChg chg="add mod">
          <ac:chgData name="Teuku Raja Irfan Radarma" userId="cf428174-95ba-4576-8554-3a3b8ffa52b7" providerId="ADAL" clId="{D9DF5880-402D-47D0-89FB-D6E93FCFC015}" dt="2026-06-28T02:19:16.857" v="1696" actId="1076"/>
          <ac:spMkLst>
            <pc:docMk/>
            <pc:sldMk cId="2181044874" sldId="366"/>
            <ac:spMk id="8" creationId="{63B19191-23FE-4C60-A571-EDE3AC09162E}"/>
          </ac:spMkLst>
        </pc:spChg>
        <pc:spChg chg="add mod">
          <ac:chgData name="Teuku Raja Irfan Radarma" userId="cf428174-95ba-4576-8554-3a3b8ffa52b7" providerId="ADAL" clId="{D9DF5880-402D-47D0-89FB-D6E93FCFC015}" dt="2026-06-28T02:19:16.857" v="1696" actId="1076"/>
          <ac:spMkLst>
            <pc:docMk/>
            <pc:sldMk cId="2181044874" sldId="366"/>
            <ac:spMk id="9" creationId="{B98D5236-FF7D-44FC-93D8-9044C4F908E5}"/>
          </ac:spMkLst>
        </pc:spChg>
        <pc:spChg chg="add mod">
          <ac:chgData name="Teuku Raja Irfan Radarma" userId="cf428174-95ba-4576-8554-3a3b8ffa52b7" providerId="ADAL" clId="{D9DF5880-402D-47D0-89FB-D6E93FCFC015}" dt="2026-06-28T02:19:33.156" v="1700" actId="1076"/>
          <ac:spMkLst>
            <pc:docMk/>
            <pc:sldMk cId="2181044874" sldId="366"/>
            <ac:spMk id="12" creationId="{A1FEF3B2-BAF2-436E-B92E-1457A05A7702}"/>
          </ac:spMkLst>
        </pc:spChg>
        <pc:graphicFrameChg chg="add del mod">
          <ac:chgData name="Teuku Raja Irfan Radarma" userId="cf428174-95ba-4576-8554-3a3b8ffa52b7" providerId="ADAL" clId="{D9DF5880-402D-47D0-89FB-D6E93FCFC015}" dt="2026-06-28T02:17:58.648" v="1671" actId="478"/>
          <ac:graphicFrameMkLst>
            <pc:docMk/>
            <pc:sldMk cId="2181044874" sldId="366"/>
            <ac:graphicFrameMk id="7" creationId="{CD03DCF1-BBCA-4FC3-9839-DDD9A7DDF7EE}"/>
          </ac:graphicFrameMkLst>
        </pc:graphicFrameChg>
        <pc:graphicFrameChg chg="add mod">
          <ac:chgData name="Teuku Raja Irfan Radarma" userId="cf428174-95ba-4576-8554-3a3b8ffa52b7" providerId="ADAL" clId="{D9DF5880-402D-47D0-89FB-D6E93FCFC015}" dt="2026-06-28T02:19:19.825" v="1697" actId="1076"/>
          <ac:graphicFrameMkLst>
            <pc:docMk/>
            <pc:sldMk cId="2181044874" sldId="366"/>
            <ac:graphicFrameMk id="10" creationId="{7EA2C2AA-EC8A-4100-987B-DE0AE0A22B4C}"/>
          </ac:graphicFrameMkLst>
        </pc:graphicFrameChg>
      </pc:sldChg>
      <pc:sldChg chg="modSp add mod ord">
        <pc:chgData name="Teuku Raja Irfan Radarma" userId="cf428174-95ba-4576-8554-3a3b8ffa52b7" providerId="ADAL" clId="{D9DF5880-402D-47D0-89FB-D6E93FCFC015}" dt="2026-06-28T02:19:49.511" v="1705" actId="20577"/>
        <pc:sldMkLst>
          <pc:docMk/>
          <pc:sldMk cId="2730908032" sldId="367"/>
        </pc:sldMkLst>
        <pc:spChg chg="mod">
          <ac:chgData name="Teuku Raja Irfan Radarma" userId="cf428174-95ba-4576-8554-3a3b8ffa52b7" providerId="ADAL" clId="{D9DF5880-402D-47D0-89FB-D6E93FCFC015}" dt="2026-06-28T02:19:49.511" v="1705" actId="20577"/>
          <ac:spMkLst>
            <pc:docMk/>
            <pc:sldMk cId="2730908032" sldId="367"/>
            <ac:spMk id="2" creationId="{51C79B42-FFE1-4F83-BE42-4BF3AE1B4976}"/>
          </ac:spMkLst>
        </pc:spChg>
      </pc:sldChg>
      <pc:sldChg chg="addSp delSp modSp add mod ord">
        <pc:chgData name="Teuku Raja Irfan Radarma" userId="cf428174-95ba-4576-8554-3a3b8ffa52b7" providerId="ADAL" clId="{D9DF5880-402D-47D0-89FB-D6E93FCFC015}" dt="2026-06-28T02:21:02.152" v="1733" actId="113"/>
        <pc:sldMkLst>
          <pc:docMk/>
          <pc:sldMk cId="487826166" sldId="368"/>
        </pc:sldMkLst>
        <pc:spChg chg="mod">
          <ac:chgData name="Teuku Raja Irfan Radarma" userId="cf428174-95ba-4576-8554-3a3b8ffa52b7" providerId="ADAL" clId="{D9DF5880-402D-47D0-89FB-D6E93FCFC015}" dt="2026-06-28T02:20:22.438" v="1719" actId="14100"/>
          <ac:spMkLst>
            <pc:docMk/>
            <pc:sldMk cId="487826166" sldId="368"/>
            <ac:spMk id="2" creationId="{51C79B42-FFE1-4F83-BE42-4BF3AE1B4976}"/>
          </ac:spMkLst>
        </pc:spChg>
        <pc:spChg chg="mod">
          <ac:chgData name="Teuku Raja Irfan Radarma" userId="cf428174-95ba-4576-8554-3a3b8ffa52b7" providerId="ADAL" clId="{D9DF5880-402D-47D0-89FB-D6E93FCFC015}" dt="2026-06-28T02:20:24.424" v="1720" actId="1076"/>
          <ac:spMkLst>
            <pc:docMk/>
            <pc:sldMk cId="487826166" sldId="368"/>
            <ac:spMk id="4" creationId="{250782B0-03B3-4FDA-8DD5-62BB856B6629}"/>
          </ac:spMkLst>
        </pc:spChg>
        <pc:spChg chg="del">
          <ac:chgData name="Teuku Raja Irfan Radarma" userId="cf428174-95ba-4576-8554-3a3b8ffa52b7" providerId="ADAL" clId="{D9DF5880-402D-47D0-89FB-D6E93FCFC015}" dt="2026-06-28T02:20:27.088" v="1721" actId="478"/>
          <ac:spMkLst>
            <pc:docMk/>
            <pc:sldMk cId="487826166" sldId="368"/>
            <ac:spMk id="6" creationId="{BC5E97B6-C7C5-42F8-ABB1-7D4108AB5D7A}"/>
          </ac:spMkLst>
        </pc:spChg>
        <pc:spChg chg="add mod">
          <ac:chgData name="Teuku Raja Irfan Radarma" userId="cf428174-95ba-4576-8554-3a3b8ffa52b7" providerId="ADAL" clId="{D9DF5880-402D-47D0-89FB-D6E93FCFC015}" dt="2026-06-28T02:21:02.152" v="1733" actId="113"/>
          <ac:spMkLst>
            <pc:docMk/>
            <pc:sldMk cId="487826166" sldId="368"/>
            <ac:spMk id="8" creationId="{1BABC0AF-AC32-46EF-8A76-0BDC1EB76D15}"/>
          </ac:spMkLst>
        </pc:spChg>
        <pc:spChg chg="add mod">
          <ac:chgData name="Teuku Raja Irfan Radarma" userId="cf428174-95ba-4576-8554-3a3b8ffa52b7" providerId="ADAL" clId="{D9DF5880-402D-47D0-89FB-D6E93FCFC015}" dt="2026-06-28T02:21:00.671" v="1732" actId="207"/>
          <ac:spMkLst>
            <pc:docMk/>
            <pc:sldMk cId="487826166" sldId="368"/>
            <ac:spMk id="10" creationId="{59626FBF-76AD-485A-9741-DF752391AA24}"/>
          </ac:spMkLst>
        </pc:spChg>
        <pc:graphicFrameChg chg="add mod modGraphic">
          <ac:chgData name="Teuku Raja Irfan Radarma" userId="cf428174-95ba-4576-8554-3a3b8ffa52b7" providerId="ADAL" clId="{D9DF5880-402D-47D0-89FB-D6E93FCFC015}" dt="2026-06-28T02:20:39.425" v="1725" actId="404"/>
          <ac:graphicFrameMkLst>
            <pc:docMk/>
            <pc:sldMk cId="487826166" sldId="368"/>
            <ac:graphicFrameMk id="7" creationId="{B97C85B0-C96C-4934-9F43-6EC76DB26D11}"/>
          </ac:graphicFrameMkLst>
        </pc:graphicFrameChg>
        <pc:graphicFrameChg chg="add mod modGraphic">
          <ac:chgData name="Teuku Raja Irfan Radarma" userId="cf428174-95ba-4576-8554-3a3b8ffa52b7" providerId="ADAL" clId="{D9DF5880-402D-47D0-89FB-D6E93FCFC015}" dt="2026-06-28T02:20:56.068" v="1729" actId="1076"/>
          <ac:graphicFrameMkLst>
            <pc:docMk/>
            <pc:sldMk cId="487826166" sldId="368"/>
            <ac:graphicFrameMk id="9" creationId="{99F911F0-2D6F-4EE6-BFE7-1F3C65AA554A}"/>
          </ac:graphicFrameMkLst>
        </pc:graphicFrameChg>
      </pc:sldChg>
      <pc:sldChg chg="modSp new mod">
        <pc:chgData name="Teuku Raja Irfan Radarma" userId="cf428174-95ba-4576-8554-3a3b8ffa52b7" providerId="ADAL" clId="{D9DF5880-402D-47D0-89FB-D6E93FCFC015}" dt="2026-06-28T05:32:44.666" v="1745" actId="20577"/>
        <pc:sldMkLst>
          <pc:docMk/>
          <pc:sldMk cId="1151204020" sldId="369"/>
        </pc:sldMkLst>
        <pc:spChg chg="mod">
          <ac:chgData name="Teuku Raja Irfan Radarma" userId="cf428174-95ba-4576-8554-3a3b8ffa52b7" providerId="ADAL" clId="{D9DF5880-402D-47D0-89FB-D6E93FCFC015}" dt="2026-06-28T05:32:44.666" v="1745" actId="20577"/>
          <ac:spMkLst>
            <pc:docMk/>
            <pc:sldMk cId="1151204020" sldId="369"/>
            <ac:spMk id="2" creationId="{3A59AE05-A5B7-4330-8AB0-20E642A71C48}"/>
          </ac:spMkLst>
        </pc:spChg>
      </pc:sldChg>
      <pc:sldChg chg="addSp delSp modSp new mod">
        <pc:chgData name="Teuku Raja Irfan Radarma" userId="cf428174-95ba-4576-8554-3a3b8ffa52b7" providerId="ADAL" clId="{D9DF5880-402D-47D0-89FB-D6E93FCFC015}" dt="2026-06-28T05:37:03.047" v="1928" actId="403"/>
        <pc:sldMkLst>
          <pc:docMk/>
          <pc:sldMk cId="3829027960" sldId="370"/>
        </pc:sldMkLst>
        <pc:spChg chg="mod">
          <ac:chgData name="Teuku Raja Irfan Radarma" userId="cf428174-95ba-4576-8554-3a3b8ffa52b7" providerId="ADAL" clId="{D9DF5880-402D-47D0-89FB-D6E93FCFC015}" dt="2026-06-28T05:36:01.606" v="1815" actId="20577"/>
          <ac:spMkLst>
            <pc:docMk/>
            <pc:sldMk cId="3829027960" sldId="370"/>
            <ac:spMk id="2" creationId="{9D855F9C-6E7A-466A-A5B1-E1C9E8A58291}"/>
          </ac:spMkLst>
        </pc:spChg>
        <pc:spChg chg="del">
          <ac:chgData name="Teuku Raja Irfan Radarma" userId="cf428174-95ba-4576-8554-3a3b8ffa52b7" providerId="ADAL" clId="{D9DF5880-402D-47D0-89FB-D6E93FCFC015}" dt="2026-06-28T05:34:46.271" v="1747"/>
          <ac:spMkLst>
            <pc:docMk/>
            <pc:sldMk cId="3829027960" sldId="370"/>
            <ac:spMk id="3" creationId="{9B076EE7-97BA-4578-8287-F32AD34C9380}"/>
          </ac:spMkLst>
        </pc:spChg>
        <pc:spChg chg="add mod">
          <ac:chgData name="Teuku Raja Irfan Radarma" userId="cf428174-95ba-4576-8554-3a3b8ffa52b7" providerId="ADAL" clId="{D9DF5880-402D-47D0-89FB-D6E93FCFC015}" dt="2026-06-28T05:37:03.047" v="1928" actId="403"/>
          <ac:spMkLst>
            <pc:docMk/>
            <pc:sldMk cId="3829027960" sldId="370"/>
            <ac:spMk id="5" creationId="{A85AB1AB-D47F-4BFB-BB5F-E0AC3D606081}"/>
          </ac:spMkLst>
        </pc:spChg>
        <pc:picChg chg="add mod">
          <ac:chgData name="Teuku Raja Irfan Radarma" userId="cf428174-95ba-4576-8554-3a3b8ffa52b7" providerId="ADAL" clId="{D9DF5880-402D-47D0-89FB-D6E93FCFC015}" dt="2026-06-28T05:36:06.724" v="1818" actId="1076"/>
          <ac:picMkLst>
            <pc:docMk/>
            <pc:sldMk cId="3829027960" sldId="370"/>
            <ac:picMk id="2050" creationId="{D27837D3-8F9F-4284-9850-B6E768526BD3}"/>
          </ac:picMkLst>
        </pc:picChg>
      </pc:sldChg>
      <pc:sldChg chg="new del">
        <pc:chgData name="Teuku Raja Irfan Radarma" userId="cf428174-95ba-4576-8554-3a3b8ffa52b7" providerId="ADAL" clId="{D9DF5880-402D-47D0-89FB-D6E93FCFC015}" dt="2026-06-28T05:37:39.489" v="1932" actId="47"/>
        <pc:sldMkLst>
          <pc:docMk/>
          <pc:sldMk cId="2719506922" sldId="371"/>
        </pc:sldMkLst>
      </pc:sldChg>
      <pc:sldChg chg="del">
        <pc:chgData name="Teuku Raja Irfan Radarma" userId="cf428174-95ba-4576-8554-3a3b8ffa52b7" providerId="ADAL" clId="{D9DF5880-402D-47D0-89FB-D6E93FCFC015}" dt="2026-06-28T02:15:52.217" v="1623" actId="47"/>
        <pc:sldMkLst>
          <pc:docMk/>
          <pc:sldMk cId="3887449466" sldId="374"/>
        </pc:sldMkLst>
      </pc:sldChg>
      <pc:sldChg chg="del">
        <pc:chgData name="Teuku Raja Irfan Radarma" userId="cf428174-95ba-4576-8554-3a3b8ffa52b7" providerId="ADAL" clId="{D9DF5880-402D-47D0-89FB-D6E93FCFC015}" dt="2026-06-28T02:15:52.217" v="1623" actId="47"/>
        <pc:sldMkLst>
          <pc:docMk/>
          <pc:sldMk cId="3681168979" sldId="375"/>
        </pc:sldMkLst>
      </pc:sldChg>
      <pc:sldChg chg="modSp add mod">
        <pc:chgData name="Teuku Raja Irfan Radarma" userId="cf428174-95ba-4576-8554-3a3b8ffa52b7" providerId="ADAL" clId="{D9DF5880-402D-47D0-89FB-D6E93FCFC015}" dt="2026-06-28T05:49:10.991" v="1956" actId="27636"/>
        <pc:sldMkLst>
          <pc:docMk/>
          <pc:sldMk cId="2218598090" sldId="387"/>
        </pc:sldMkLst>
        <pc:spChg chg="mod">
          <ac:chgData name="Teuku Raja Irfan Radarma" userId="cf428174-95ba-4576-8554-3a3b8ffa52b7" providerId="ADAL" clId="{D9DF5880-402D-47D0-89FB-D6E93FCFC015}" dt="2026-06-28T05:49:10.991" v="1956" actId="27636"/>
          <ac:spMkLst>
            <pc:docMk/>
            <pc:sldMk cId="2218598090" sldId="387"/>
            <ac:spMk id="2" creationId="{10E14A1B-F47E-7DE7-2566-814ACC4E1DC9}"/>
          </ac:spMkLst>
        </pc:spChg>
      </pc:sldChg>
      <pc:sldChg chg="del">
        <pc:chgData name="Teuku Raja Irfan Radarma" userId="cf428174-95ba-4576-8554-3a3b8ffa52b7" providerId="ADAL" clId="{D9DF5880-402D-47D0-89FB-D6E93FCFC015}" dt="2026-06-28T02:15:52.217" v="1623" actId="47"/>
        <pc:sldMkLst>
          <pc:docMk/>
          <pc:sldMk cId="24033230" sldId="393"/>
        </pc:sldMkLst>
      </pc:sldChg>
      <pc:sldChg chg="del">
        <pc:chgData name="Teuku Raja Irfan Radarma" userId="cf428174-95ba-4576-8554-3a3b8ffa52b7" providerId="ADAL" clId="{D9DF5880-402D-47D0-89FB-D6E93FCFC015}" dt="2026-06-28T02:15:52.217" v="1623" actId="47"/>
        <pc:sldMkLst>
          <pc:docMk/>
          <pc:sldMk cId="6759311" sldId="394"/>
        </pc:sldMkLst>
      </pc:sldChg>
      <pc:sldChg chg="del">
        <pc:chgData name="Teuku Raja Irfan Radarma" userId="cf428174-95ba-4576-8554-3a3b8ffa52b7" providerId="ADAL" clId="{D9DF5880-402D-47D0-89FB-D6E93FCFC015}" dt="2026-06-28T02:15:52.217" v="1623" actId="47"/>
        <pc:sldMkLst>
          <pc:docMk/>
          <pc:sldMk cId="4233368658" sldId="395"/>
        </pc:sldMkLst>
      </pc:sldChg>
      <pc:sldChg chg="del">
        <pc:chgData name="Teuku Raja Irfan Radarma" userId="cf428174-95ba-4576-8554-3a3b8ffa52b7" providerId="ADAL" clId="{D9DF5880-402D-47D0-89FB-D6E93FCFC015}" dt="2026-06-28T02:15:52.217" v="1623" actId="47"/>
        <pc:sldMkLst>
          <pc:docMk/>
          <pc:sldMk cId="2926703991" sldId="396"/>
        </pc:sldMkLst>
      </pc:sldChg>
      <pc:sldChg chg="del">
        <pc:chgData name="Teuku Raja Irfan Radarma" userId="cf428174-95ba-4576-8554-3a3b8ffa52b7" providerId="ADAL" clId="{D9DF5880-402D-47D0-89FB-D6E93FCFC015}" dt="2026-06-28T02:15:52.217" v="1623" actId="47"/>
        <pc:sldMkLst>
          <pc:docMk/>
          <pc:sldMk cId="3567308655" sldId="397"/>
        </pc:sldMkLst>
      </pc:sldChg>
      <pc:sldChg chg="del">
        <pc:chgData name="Teuku Raja Irfan Radarma" userId="cf428174-95ba-4576-8554-3a3b8ffa52b7" providerId="ADAL" clId="{D9DF5880-402D-47D0-89FB-D6E93FCFC015}" dt="2026-06-28T02:15:52.217" v="1623" actId="47"/>
        <pc:sldMkLst>
          <pc:docMk/>
          <pc:sldMk cId="672625704" sldId="398"/>
        </pc:sldMkLst>
      </pc:sldChg>
      <pc:sldChg chg="del">
        <pc:chgData name="Teuku Raja Irfan Radarma" userId="cf428174-95ba-4576-8554-3a3b8ffa52b7" providerId="ADAL" clId="{D9DF5880-402D-47D0-89FB-D6E93FCFC015}" dt="2026-06-28T02:15:52.217" v="1623" actId="47"/>
        <pc:sldMkLst>
          <pc:docMk/>
          <pc:sldMk cId="2416570866" sldId="399"/>
        </pc:sldMkLst>
      </pc:sldChg>
      <pc:sldChg chg="del">
        <pc:chgData name="Teuku Raja Irfan Radarma" userId="cf428174-95ba-4576-8554-3a3b8ffa52b7" providerId="ADAL" clId="{D9DF5880-402D-47D0-89FB-D6E93FCFC015}" dt="2026-06-28T02:15:52.217" v="1623" actId="47"/>
        <pc:sldMkLst>
          <pc:docMk/>
          <pc:sldMk cId="53942385" sldId="400"/>
        </pc:sldMkLst>
      </pc:sldChg>
      <pc:sldChg chg="del">
        <pc:chgData name="Teuku Raja Irfan Radarma" userId="cf428174-95ba-4576-8554-3a3b8ffa52b7" providerId="ADAL" clId="{D9DF5880-402D-47D0-89FB-D6E93FCFC015}" dt="2026-06-28T02:15:52.217" v="1623" actId="47"/>
        <pc:sldMkLst>
          <pc:docMk/>
          <pc:sldMk cId="4130794792" sldId="401"/>
        </pc:sldMkLst>
      </pc:sldChg>
      <pc:sldChg chg="del">
        <pc:chgData name="Teuku Raja Irfan Radarma" userId="cf428174-95ba-4576-8554-3a3b8ffa52b7" providerId="ADAL" clId="{D9DF5880-402D-47D0-89FB-D6E93FCFC015}" dt="2026-06-28T02:15:52.217" v="1623" actId="47"/>
        <pc:sldMkLst>
          <pc:docMk/>
          <pc:sldMk cId="1406115806" sldId="402"/>
        </pc:sldMkLst>
      </pc:sldChg>
      <pc:sldChg chg="del">
        <pc:chgData name="Teuku Raja Irfan Radarma" userId="cf428174-95ba-4576-8554-3a3b8ffa52b7" providerId="ADAL" clId="{D9DF5880-402D-47D0-89FB-D6E93FCFC015}" dt="2026-06-28T02:15:52.217" v="1623" actId="47"/>
        <pc:sldMkLst>
          <pc:docMk/>
          <pc:sldMk cId="992091417" sldId="405"/>
        </pc:sldMkLst>
      </pc:sldChg>
      <pc:sldChg chg="modSp add mod">
        <pc:chgData name="Teuku Raja Irfan Radarma" userId="cf428174-95ba-4576-8554-3a3b8ffa52b7" providerId="ADAL" clId="{D9DF5880-402D-47D0-89FB-D6E93FCFC015}" dt="2026-06-28T05:37:50.744" v="1948" actId="20577"/>
        <pc:sldMkLst>
          <pc:docMk/>
          <pc:sldMk cId="2443220430" sldId="405"/>
        </pc:sldMkLst>
        <pc:spChg chg="mod">
          <ac:chgData name="Teuku Raja Irfan Radarma" userId="cf428174-95ba-4576-8554-3a3b8ffa52b7" providerId="ADAL" clId="{D9DF5880-402D-47D0-89FB-D6E93FCFC015}" dt="2026-06-28T05:37:50.744" v="1948" actId="20577"/>
          <ac:spMkLst>
            <pc:docMk/>
            <pc:sldMk cId="2443220430" sldId="405"/>
            <ac:spMk id="2" creationId="{141208E2-6F82-5F1C-1169-D54011CBFCED}"/>
          </ac:spMkLst>
        </pc:spChg>
      </pc:sldChg>
      <pc:sldChg chg="del">
        <pc:chgData name="Teuku Raja Irfan Radarma" userId="cf428174-95ba-4576-8554-3a3b8ffa52b7" providerId="ADAL" clId="{D9DF5880-402D-47D0-89FB-D6E93FCFC015}" dt="2026-06-28T02:15:52.217" v="1623" actId="47"/>
        <pc:sldMkLst>
          <pc:docMk/>
          <pc:sldMk cId="2484617555" sldId="406"/>
        </pc:sldMkLst>
      </pc:sldChg>
      <pc:sldChg chg="addSp delSp modSp add mod">
        <pc:chgData name="Teuku Raja Irfan Radarma" userId="cf428174-95ba-4576-8554-3a3b8ffa52b7" providerId="ADAL" clId="{D9DF5880-402D-47D0-89FB-D6E93FCFC015}" dt="2026-06-28T05:51:54.066" v="1988" actId="1076"/>
        <pc:sldMkLst>
          <pc:docMk/>
          <pc:sldMk cId="2666734825" sldId="406"/>
        </pc:sldMkLst>
        <pc:spChg chg="mod">
          <ac:chgData name="Teuku Raja Irfan Radarma" userId="cf428174-95ba-4576-8554-3a3b8ffa52b7" providerId="ADAL" clId="{D9DF5880-402D-47D0-89FB-D6E93FCFC015}" dt="2026-06-28T05:37:57.951" v="1953" actId="20577"/>
          <ac:spMkLst>
            <pc:docMk/>
            <pc:sldMk cId="2666734825" sldId="406"/>
            <ac:spMk id="2" creationId="{141208E2-6F82-5F1C-1169-D54011CBFCED}"/>
          </ac:spMkLst>
        </pc:spChg>
        <pc:spChg chg="del">
          <ac:chgData name="Teuku Raja Irfan Radarma" userId="cf428174-95ba-4576-8554-3a3b8ffa52b7" providerId="ADAL" clId="{D9DF5880-402D-47D0-89FB-D6E93FCFC015}" dt="2026-06-28T05:38:01.704" v="1954" actId="478"/>
          <ac:spMkLst>
            <pc:docMk/>
            <pc:sldMk cId="2666734825" sldId="406"/>
            <ac:spMk id="6" creationId="{8068178D-1E2B-134C-7A6D-77A89CEF2F77}"/>
          </ac:spMkLst>
        </pc:spChg>
        <pc:spChg chg="del">
          <ac:chgData name="Teuku Raja Irfan Radarma" userId="cf428174-95ba-4576-8554-3a3b8ffa52b7" providerId="ADAL" clId="{D9DF5880-402D-47D0-89FB-D6E93FCFC015}" dt="2026-06-28T05:38:01.704" v="1954" actId="478"/>
          <ac:spMkLst>
            <pc:docMk/>
            <pc:sldMk cId="2666734825" sldId="406"/>
            <ac:spMk id="7" creationId="{A6A489F3-160F-408F-8DEB-261DDC6C410D}"/>
          </ac:spMkLst>
        </pc:spChg>
        <pc:spChg chg="del">
          <ac:chgData name="Teuku Raja Irfan Radarma" userId="cf428174-95ba-4576-8554-3a3b8ffa52b7" providerId="ADAL" clId="{D9DF5880-402D-47D0-89FB-D6E93FCFC015}" dt="2026-06-28T05:38:01.704" v="1954" actId="478"/>
          <ac:spMkLst>
            <pc:docMk/>
            <pc:sldMk cId="2666734825" sldId="406"/>
            <ac:spMk id="8" creationId="{7AA65D8A-EB09-54D3-1B43-9B335A1E92BF}"/>
          </ac:spMkLst>
        </pc:spChg>
        <pc:spChg chg="del">
          <ac:chgData name="Teuku Raja Irfan Radarma" userId="cf428174-95ba-4576-8554-3a3b8ffa52b7" providerId="ADAL" clId="{D9DF5880-402D-47D0-89FB-D6E93FCFC015}" dt="2026-06-28T05:38:01.704" v="1954" actId="478"/>
          <ac:spMkLst>
            <pc:docMk/>
            <pc:sldMk cId="2666734825" sldId="406"/>
            <ac:spMk id="12" creationId="{8018ECCD-1876-FE93-EE4C-A6E61FAEF4EB}"/>
          </ac:spMkLst>
        </pc:spChg>
        <pc:spChg chg="del">
          <ac:chgData name="Teuku Raja Irfan Radarma" userId="cf428174-95ba-4576-8554-3a3b8ffa52b7" providerId="ADAL" clId="{D9DF5880-402D-47D0-89FB-D6E93FCFC015}" dt="2026-06-28T05:38:01.704" v="1954" actId="478"/>
          <ac:spMkLst>
            <pc:docMk/>
            <pc:sldMk cId="2666734825" sldId="406"/>
            <ac:spMk id="13" creationId="{C9FFB6E5-8FF2-1A0C-4F86-E8CC42C34265}"/>
          </ac:spMkLst>
        </pc:spChg>
        <pc:spChg chg="del">
          <ac:chgData name="Teuku Raja Irfan Radarma" userId="cf428174-95ba-4576-8554-3a3b8ffa52b7" providerId="ADAL" clId="{D9DF5880-402D-47D0-89FB-D6E93FCFC015}" dt="2026-06-28T05:38:01.704" v="1954" actId="478"/>
          <ac:spMkLst>
            <pc:docMk/>
            <pc:sldMk cId="2666734825" sldId="406"/>
            <ac:spMk id="14" creationId="{C4CDFE0F-1898-C290-F41D-119B4B244423}"/>
          </ac:spMkLst>
        </pc:spChg>
        <pc:spChg chg="add mod">
          <ac:chgData name="Teuku Raja Irfan Radarma" userId="cf428174-95ba-4576-8554-3a3b8ffa52b7" providerId="ADAL" clId="{D9DF5880-402D-47D0-89FB-D6E93FCFC015}" dt="2026-06-28T05:51:16.363" v="1976" actId="1076"/>
          <ac:spMkLst>
            <pc:docMk/>
            <pc:sldMk cId="2666734825" sldId="406"/>
            <ac:spMk id="15" creationId="{1CEBC387-BB11-43AC-8AA8-EB27A4589D42}"/>
          </ac:spMkLst>
        </pc:spChg>
        <pc:spChg chg="add mod ord">
          <ac:chgData name="Teuku Raja Irfan Radarma" userId="cf428174-95ba-4576-8554-3a3b8ffa52b7" providerId="ADAL" clId="{D9DF5880-402D-47D0-89FB-D6E93FCFC015}" dt="2026-06-28T05:51:37.337" v="1982" actId="167"/>
          <ac:spMkLst>
            <pc:docMk/>
            <pc:sldMk cId="2666734825" sldId="406"/>
            <ac:spMk id="17" creationId="{A7060F55-CF16-48B3-934D-D11B6F7E49BD}"/>
          </ac:spMkLst>
        </pc:spChg>
        <pc:spChg chg="add mod ord">
          <ac:chgData name="Teuku Raja Irfan Radarma" userId="cf428174-95ba-4576-8554-3a3b8ffa52b7" providerId="ADAL" clId="{D9DF5880-402D-47D0-89FB-D6E93FCFC015}" dt="2026-06-28T05:51:48.694" v="1986" actId="167"/>
          <ac:spMkLst>
            <pc:docMk/>
            <pc:sldMk cId="2666734825" sldId="406"/>
            <ac:spMk id="19" creationId="{395B6504-B296-48C8-9F7F-4A42B101C95E}"/>
          </ac:spMkLst>
        </pc:spChg>
        <pc:picChg chg="add mod">
          <ac:chgData name="Teuku Raja Irfan Radarma" userId="cf428174-95ba-4576-8554-3a3b8ffa52b7" providerId="ADAL" clId="{D9DF5880-402D-47D0-89FB-D6E93FCFC015}" dt="2026-06-28T05:51:54.066" v="1988" actId="1076"/>
          <ac:picMkLst>
            <pc:docMk/>
            <pc:sldMk cId="2666734825" sldId="406"/>
            <ac:picMk id="5" creationId="{682E4116-522E-44EA-8181-23A6F7BB5D91}"/>
          </ac:picMkLst>
        </pc:picChg>
        <pc:picChg chg="del">
          <ac:chgData name="Teuku Raja Irfan Radarma" userId="cf428174-95ba-4576-8554-3a3b8ffa52b7" providerId="ADAL" clId="{D9DF5880-402D-47D0-89FB-D6E93FCFC015}" dt="2026-06-28T05:38:01.704" v="1954" actId="478"/>
          <ac:picMkLst>
            <pc:docMk/>
            <pc:sldMk cId="2666734825" sldId="406"/>
            <ac:picMk id="9" creationId="{4BCA88F4-B381-F1DA-7C3E-C38AE4AE657E}"/>
          </ac:picMkLst>
        </pc:picChg>
        <pc:picChg chg="del">
          <ac:chgData name="Teuku Raja Irfan Radarma" userId="cf428174-95ba-4576-8554-3a3b8ffa52b7" providerId="ADAL" clId="{D9DF5880-402D-47D0-89FB-D6E93FCFC015}" dt="2026-06-28T05:38:01.704" v="1954" actId="478"/>
          <ac:picMkLst>
            <pc:docMk/>
            <pc:sldMk cId="2666734825" sldId="406"/>
            <ac:picMk id="10" creationId="{CBB78318-C434-F0DB-6F64-C640BE626FD9}"/>
          </ac:picMkLst>
        </pc:picChg>
        <pc:picChg chg="del">
          <ac:chgData name="Teuku Raja Irfan Radarma" userId="cf428174-95ba-4576-8554-3a3b8ffa52b7" providerId="ADAL" clId="{D9DF5880-402D-47D0-89FB-D6E93FCFC015}" dt="2026-06-28T05:38:01.704" v="1954" actId="478"/>
          <ac:picMkLst>
            <pc:docMk/>
            <pc:sldMk cId="2666734825" sldId="406"/>
            <ac:picMk id="11" creationId="{C265C2F3-C8BA-5FD5-1CDD-F441009D71B5}"/>
          </ac:picMkLst>
        </pc:picChg>
        <pc:picChg chg="add mod">
          <ac:chgData name="Teuku Raja Irfan Radarma" userId="cf428174-95ba-4576-8554-3a3b8ffa52b7" providerId="ADAL" clId="{D9DF5880-402D-47D0-89FB-D6E93FCFC015}" dt="2026-06-28T05:51:16.363" v="1976" actId="1076"/>
          <ac:picMkLst>
            <pc:docMk/>
            <pc:sldMk cId="2666734825" sldId="406"/>
            <ac:picMk id="16" creationId="{BF9C3F8A-A784-4EAC-A9C3-2A3370866F50}"/>
          </ac:picMkLst>
        </pc:picChg>
        <pc:picChg chg="add mod">
          <ac:chgData name="Teuku Raja Irfan Radarma" userId="cf428174-95ba-4576-8554-3a3b8ffa52b7" providerId="ADAL" clId="{D9DF5880-402D-47D0-89FB-D6E93FCFC015}" dt="2026-06-28T05:51:14.078" v="1975" actId="1076"/>
          <ac:picMkLst>
            <pc:docMk/>
            <pc:sldMk cId="2666734825" sldId="406"/>
            <ac:picMk id="3074" creationId="{A292BFF4-FCF4-4B1C-BE60-47443E25E5C0}"/>
          </ac:picMkLst>
        </pc:picChg>
      </pc:sldChg>
      <pc:sldChg chg="modSp add mod">
        <pc:chgData name="Teuku Raja Irfan Radarma" userId="cf428174-95ba-4576-8554-3a3b8ffa52b7" providerId="ADAL" clId="{D9DF5880-402D-47D0-89FB-D6E93FCFC015}" dt="2026-06-28T05:49:36.768" v="1965" actId="1076"/>
        <pc:sldMkLst>
          <pc:docMk/>
          <pc:sldMk cId="1881939540" sldId="407"/>
        </pc:sldMkLst>
        <pc:spChg chg="mod">
          <ac:chgData name="Teuku Raja Irfan Radarma" userId="cf428174-95ba-4576-8554-3a3b8ffa52b7" providerId="ADAL" clId="{D9DF5880-402D-47D0-89FB-D6E93FCFC015}" dt="2026-06-28T05:49:34.873" v="1964" actId="14100"/>
          <ac:spMkLst>
            <pc:docMk/>
            <pc:sldMk cId="1881939540" sldId="407"/>
            <ac:spMk id="2" creationId="{F1397031-0B68-1C23-66D9-5AC06D38E0BC}"/>
          </ac:spMkLst>
        </pc:spChg>
        <pc:spChg chg="mod">
          <ac:chgData name="Teuku Raja Irfan Radarma" userId="cf428174-95ba-4576-8554-3a3b8ffa52b7" providerId="ADAL" clId="{D9DF5880-402D-47D0-89FB-D6E93FCFC015}" dt="2026-06-28T05:49:11.020" v="1957" actId="27636"/>
          <ac:spMkLst>
            <pc:docMk/>
            <pc:sldMk cId="1881939540" sldId="407"/>
            <ac:spMk id="3" creationId="{D29EABD9-8C68-D889-2472-158FCF70C4E7}"/>
          </ac:spMkLst>
        </pc:spChg>
        <pc:spChg chg="mod">
          <ac:chgData name="Teuku Raja Irfan Radarma" userId="cf428174-95ba-4576-8554-3a3b8ffa52b7" providerId="ADAL" clId="{D9DF5880-402D-47D0-89FB-D6E93FCFC015}" dt="2026-06-28T05:49:36.768" v="1965" actId="1076"/>
          <ac:spMkLst>
            <pc:docMk/>
            <pc:sldMk cId="1881939540" sldId="407"/>
            <ac:spMk id="9" creationId="{1B3901C3-4FC3-C68B-4968-616C10F32185}"/>
          </ac:spMkLst>
        </pc:spChg>
      </pc:sldChg>
      <pc:sldChg chg="del">
        <pc:chgData name="Teuku Raja Irfan Radarma" userId="cf428174-95ba-4576-8554-3a3b8ffa52b7" providerId="ADAL" clId="{D9DF5880-402D-47D0-89FB-D6E93FCFC015}" dt="2026-06-28T02:15:52.217" v="1623" actId="47"/>
        <pc:sldMkLst>
          <pc:docMk/>
          <pc:sldMk cId="2846676278" sldId="407"/>
        </pc:sldMkLst>
      </pc:sldChg>
      <pc:sldChg chg="del">
        <pc:chgData name="Teuku Raja Irfan Radarma" userId="cf428174-95ba-4576-8554-3a3b8ffa52b7" providerId="ADAL" clId="{D9DF5880-402D-47D0-89FB-D6E93FCFC015}" dt="2026-06-28T02:15:52.217" v="1623" actId="47"/>
        <pc:sldMkLst>
          <pc:docMk/>
          <pc:sldMk cId="2340584467" sldId="408"/>
        </pc:sldMkLst>
      </pc:sldChg>
      <pc:sldChg chg="modSp add mod">
        <pc:chgData name="Teuku Raja Irfan Radarma" userId="cf428174-95ba-4576-8554-3a3b8ffa52b7" providerId="ADAL" clId="{D9DF5880-402D-47D0-89FB-D6E93FCFC015}" dt="2026-06-28T05:49:26.934" v="1962" actId="14100"/>
        <pc:sldMkLst>
          <pc:docMk/>
          <pc:sldMk cId="3425426936" sldId="408"/>
        </pc:sldMkLst>
        <pc:spChg chg="mod">
          <ac:chgData name="Teuku Raja Irfan Radarma" userId="cf428174-95ba-4576-8554-3a3b8ffa52b7" providerId="ADAL" clId="{D9DF5880-402D-47D0-89FB-D6E93FCFC015}" dt="2026-06-28T05:49:26.934" v="1962" actId="14100"/>
          <ac:spMkLst>
            <pc:docMk/>
            <pc:sldMk cId="3425426936" sldId="408"/>
            <ac:spMk id="2" creationId="{17D3DD48-E860-F95A-663E-02723F353FC7}"/>
          </ac:spMkLst>
        </pc:spChg>
      </pc:sldChg>
      <pc:sldChg chg="del">
        <pc:chgData name="Teuku Raja Irfan Radarma" userId="cf428174-95ba-4576-8554-3a3b8ffa52b7" providerId="ADAL" clId="{D9DF5880-402D-47D0-89FB-D6E93FCFC015}" dt="2026-06-28T02:15:52.217" v="1623" actId="47"/>
        <pc:sldMkLst>
          <pc:docMk/>
          <pc:sldMk cId="2057318610" sldId="409"/>
        </pc:sldMkLst>
      </pc:sldChg>
      <pc:sldChg chg="modSp add mod">
        <pc:chgData name="Teuku Raja Irfan Radarma" userId="cf428174-95ba-4576-8554-3a3b8ffa52b7" providerId="ADAL" clId="{D9DF5880-402D-47D0-89FB-D6E93FCFC015}" dt="2026-06-28T05:49:31.342" v="1963" actId="14100"/>
        <pc:sldMkLst>
          <pc:docMk/>
          <pc:sldMk cId="3288706146" sldId="409"/>
        </pc:sldMkLst>
        <pc:spChg chg="mod">
          <ac:chgData name="Teuku Raja Irfan Radarma" userId="cf428174-95ba-4576-8554-3a3b8ffa52b7" providerId="ADAL" clId="{D9DF5880-402D-47D0-89FB-D6E93FCFC015}" dt="2026-06-28T05:49:31.342" v="1963" actId="14100"/>
          <ac:spMkLst>
            <pc:docMk/>
            <pc:sldMk cId="3288706146" sldId="409"/>
            <ac:spMk id="2" creationId="{B0BC89F9-53F2-FF10-35C2-B980FD63C6A8}"/>
          </ac:spMkLst>
        </pc:spChg>
      </pc:sldChg>
      <pc:sldChg chg="del">
        <pc:chgData name="Teuku Raja Irfan Radarma" userId="cf428174-95ba-4576-8554-3a3b8ffa52b7" providerId="ADAL" clId="{D9DF5880-402D-47D0-89FB-D6E93FCFC015}" dt="2026-06-28T02:15:52.217" v="1623" actId="47"/>
        <pc:sldMkLst>
          <pc:docMk/>
          <pc:sldMk cId="4907323" sldId="410"/>
        </pc:sldMkLst>
      </pc:sldChg>
      <pc:sldChg chg="addSp delSp modSp new mod">
        <pc:chgData name="Teuku Raja Irfan Radarma" userId="cf428174-95ba-4576-8554-3a3b8ffa52b7" providerId="ADAL" clId="{D9DF5880-402D-47D0-89FB-D6E93FCFC015}" dt="2026-06-28T06:00:25.045" v="2109" actId="13926"/>
        <pc:sldMkLst>
          <pc:docMk/>
          <pc:sldMk cId="2058148323" sldId="410"/>
        </pc:sldMkLst>
        <pc:spChg chg="mod">
          <ac:chgData name="Teuku Raja Irfan Radarma" userId="cf428174-95ba-4576-8554-3a3b8ffa52b7" providerId="ADAL" clId="{D9DF5880-402D-47D0-89FB-D6E93FCFC015}" dt="2026-06-28T05:59:50.373" v="2096" actId="1076"/>
          <ac:spMkLst>
            <pc:docMk/>
            <pc:sldMk cId="2058148323" sldId="410"/>
            <ac:spMk id="2" creationId="{2D807C06-0BFA-4CEE-A45F-4ABE403E978E}"/>
          </ac:spMkLst>
        </pc:spChg>
        <pc:spChg chg="del">
          <ac:chgData name="Teuku Raja Irfan Radarma" userId="cf428174-95ba-4576-8554-3a3b8ffa52b7" providerId="ADAL" clId="{D9DF5880-402D-47D0-89FB-D6E93FCFC015}" dt="2026-06-28T05:54:03.760" v="2041" actId="478"/>
          <ac:spMkLst>
            <pc:docMk/>
            <pc:sldMk cId="2058148323" sldId="410"/>
            <ac:spMk id="3" creationId="{811E7976-764E-4004-8ED6-4076C8C08441}"/>
          </ac:spMkLst>
        </pc:spChg>
        <pc:spChg chg="add del">
          <ac:chgData name="Teuku Raja Irfan Radarma" userId="cf428174-95ba-4576-8554-3a3b8ffa52b7" providerId="ADAL" clId="{D9DF5880-402D-47D0-89FB-D6E93FCFC015}" dt="2026-06-28T05:54:01.945" v="2040"/>
          <ac:spMkLst>
            <pc:docMk/>
            <pc:sldMk cId="2058148323" sldId="410"/>
            <ac:spMk id="5" creationId="{2C517FB5-D147-4C85-8EB7-618B46434B62}"/>
          </ac:spMkLst>
        </pc:spChg>
        <pc:spChg chg="add del">
          <ac:chgData name="Teuku Raja Irfan Radarma" userId="cf428174-95ba-4576-8554-3a3b8ffa52b7" providerId="ADAL" clId="{D9DF5880-402D-47D0-89FB-D6E93FCFC015}" dt="2026-06-28T05:54:01.945" v="2040"/>
          <ac:spMkLst>
            <pc:docMk/>
            <pc:sldMk cId="2058148323" sldId="410"/>
            <ac:spMk id="6" creationId="{A8FCA8BE-AB86-4D8C-B23D-5164869696A7}"/>
          </ac:spMkLst>
        </pc:spChg>
        <pc:spChg chg="add del">
          <ac:chgData name="Teuku Raja Irfan Radarma" userId="cf428174-95ba-4576-8554-3a3b8ffa52b7" providerId="ADAL" clId="{D9DF5880-402D-47D0-89FB-D6E93FCFC015}" dt="2026-06-28T05:54:01.945" v="2040"/>
          <ac:spMkLst>
            <pc:docMk/>
            <pc:sldMk cId="2058148323" sldId="410"/>
            <ac:spMk id="7" creationId="{E2D0BC8D-B12B-4E3E-9D98-BF3DD4D3F929}"/>
          </ac:spMkLst>
        </pc:spChg>
        <pc:spChg chg="add del">
          <ac:chgData name="Teuku Raja Irfan Radarma" userId="cf428174-95ba-4576-8554-3a3b8ffa52b7" providerId="ADAL" clId="{D9DF5880-402D-47D0-89FB-D6E93FCFC015}" dt="2026-06-28T05:54:01.945" v="2040"/>
          <ac:spMkLst>
            <pc:docMk/>
            <pc:sldMk cId="2058148323" sldId="410"/>
            <ac:spMk id="8" creationId="{D8E55EF0-8725-4323-8C79-BF42CDE6E589}"/>
          </ac:spMkLst>
        </pc:spChg>
        <pc:spChg chg="add del">
          <ac:chgData name="Teuku Raja Irfan Radarma" userId="cf428174-95ba-4576-8554-3a3b8ffa52b7" providerId="ADAL" clId="{D9DF5880-402D-47D0-89FB-D6E93FCFC015}" dt="2026-06-28T05:54:01.945" v="2040"/>
          <ac:spMkLst>
            <pc:docMk/>
            <pc:sldMk cId="2058148323" sldId="410"/>
            <ac:spMk id="9" creationId="{37CCD851-D00A-4135-A3CE-88B5006E7E3C}"/>
          </ac:spMkLst>
        </pc:spChg>
        <pc:spChg chg="add del">
          <ac:chgData name="Teuku Raja Irfan Radarma" userId="cf428174-95ba-4576-8554-3a3b8ffa52b7" providerId="ADAL" clId="{D9DF5880-402D-47D0-89FB-D6E93FCFC015}" dt="2026-06-28T05:54:01.945" v="2040"/>
          <ac:spMkLst>
            <pc:docMk/>
            <pc:sldMk cId="2058148323" sldId="410"/>
            <ac:spMk id="10" creationId="{E0291194-23E8-4033-A6E4-4F572E89347E}"/>
          </ac:spMkLst>
        </pc:spChg>
        <pc:spChg chg="add del">
          <ac:chgData name="Teuku Raja Irfan Radarma" userId="cf428174-95ba-4576-8554-3a3b8ffa52b7" providerId="ADAL" clId="{D9DF5880-402D-47D0-89FB-D6E93FCFC015}" dt="2026-06-28T05:54:01.945" v="2040"/>
          <ac:spMkLst>
            <pc:docMk/>
            <pc:sldMk cId="2058148323" sldId="410"/>
            <ac:spMk id="11" creationId="{F9F602CD-E277-4C02-96A9-A5EDE51999ED}"/>
          </ac:spMkLst>
        </pc:spChg>
        <pc:spChg chg="add del">
          <ac:chgData name="Teuku Raja Irfan Radarma" userId="cf428174-95ba-4576-8554-3a3b8ffa52b7" providerId="ADAL" clId="{D9DF5880-402D-47D0-89FB-D6E93FCFC015}" dt="2026-06-28T05:54:01.945" v="2040"/>
          <ac:spMkLst>
            <pc:docMk/>
            <pc:sldMk cId="2058148323" sldId="410"/>
            <ac:spMk id="12" creationId="{A0AA7DF8-112B-4B5B-9EF1-E466A0796CE6}"/>
          </ac:spMkLst>
        </pc:spChg>
        <pc:spChg chg="add del">
          <ac:chgData name="Teuku Raja Irfan Radarma" userId="cf428174-95ba-4576-8554-3a3b8ffa52b7" providerId="ADAL" clId="{D9DF5880-402D-47D0-89FB-D6E93FCFC015}" dt="2026-06-28T05:54:01.945" v="2040"/>
          <ac:spMkLst>
            <pc:docMk/>
            <pc:sldMk cId="2058148323" sldId="410"/>
            <ac:spMk id="13" creationId="{EB734E0D-D600-4307-A454-9FB9723C0EE4}"/>
          </ac:spMkLst>
        </pc:spChg>
        <pc:spChg chg="add del">
          <ac:chgData name="Teuku Raja Irfan Radarma" userId="cf428174-95ba-4576-8554-3a3b8ffa52b7" providerId="ADAL" clId="{D9DF5880-402D-47D0-89FB-D6E93FCFC015}" dt="2026-06-28T05:54:01.945" v="2040"/>
          <ac:spMkLst>
            <pc:docMk/>
            <pc:sldMk cId="2058148323" sldId="410"/>
            <ac:spMk id="14" creationId="{47F3606A-56C1-4CF1-A97E-F5305CE28F2E}"/>
          </ac:spMkLst>
        </pc:spChg>
        <pc:spChg chg="add del">
          <ac:chgData name="Teuku Raja Irfan Radarma" userId="cf428174-95ba-4576-8554-3a3b8ffa52b7" providerId="ADAL" clId="{D9DF5880-402D-47D0-89FB-D6E93FCFC015}" dt="2026-06-28T05:54:01.945" v="2040"/>
          <ac:spMkLst>
            <pc:docMk/>
            <pc:sldMk cId="2058148323" sldId="410"/>
            <ac:spMk id="15" creationId="{259F0BA4-3AE4-434C-BBC7-3461B4279B3C}"/>
          </ac:spMkLst>
        </pc:spChg>
        <pc:spChg chg="add del">
          <ac:chgData name="Teuku Raja Irfan Radarma" userId="cf428174-95ba-4576-8554-3a3b8ffa52b7" providerId="ADAL" clId="{D9DF5880-402D-47D0-89FB-D6E93FCFC015}" dt="2026-06-28T05:54:01.945" v="2040"/>
          <ac:spMkLst>
            <pc:docMk/>
            <pc:sldMk cId="2058148323" sldId="410"/>
            <ac:spMk id="16" creationId="{B49ABA8A-DDF2-46DE-A02D-B5EB8AC74C7A}"/>
          </ac:spMkLst>
        </pc:spChg>
        <pc:spChg chg="add del">
          <ac:chgData name="Teuku Raja Irfan Radarma" userId="cf428174-95ba-4576-8554-3a3b8ffa52b7" providerId="ADAL" clId="{D9DF5880-402D-47D0-89FB-D6E93FCFC015}" dt="2026-06-28T05:54:01.945" v="2040"/>
          <ac:spMkLst>
            <pc:docMk/>
            <pc:sldMk cId="2058148323" sldId="410"/>
            <ac:spMk id="17" creationId="{FB2CF1EA-FDA4-4EFF-B6BF-F0FCC1049B39}"/>
          </ac:spMkLst>
        </pc:spChg>
        <pc:spChg chg="add del">
          <ac:chgData name="Teuku Raja Irfan Radarma" userId="cf428174-95ba-4576-8554-3a3b8ffa52b7" providerId="ADAL" clId="{D9DF5880-402D-47D0-89FB-D6E93FCFC015}" dt="2026-06-28T05:54:05.380" v="2043"/>
          <ac:spMkLst>
            <pc:docMk/>
            <pc:sldMk cId="2058148323" sldId="410"/>
            <ac:spMk id="18" creationId="{B246F699-4EEA-40F3-9ED9-E61F4CAE62D1}"/>
          </ac:spMkLst>
        </pc:spChg>
        <pc:spChg chg="add del">
          <ac:chgData name="Teuku Raja Irfan Radarma" userId="cf428174-95ba-4576-8554-3a3b8ffa52b7" providerId="ADAL" clId="{D9DF5880-402D-47D0-89FB-D6E93FCFC015}" dt="2026-06-28T05:54:05.380" v="2043"/>
          <ac:spMkLst>
            <pc:docMk/>
            <pc:sldMk cId="2058148323" sldId="410"/>
            <ac:spMk id="19" creationId="{5F3C3359-A11D-4E5B-9E4C-6121A4995891}"/>
          </ac:spMkLst>
        </pc:spChg>
        <pc:spChg chg="add del">
          <ac:chgData name="Teuku Raja Irfan Radarma" userId="cf428174-95ba-4576-8554-3a3b8ffa52b7" providerId="ADAL" clId="{D9DF5880-402D-47D0-89FB-D6E93FCFC015}" dt="2026-06-28T05:54:05.380" v="2043"/>
          <ac:spMkLst>
            <pc:docMk/>
            <pc:sldMk cId="2058148323" sldId="410"/>
            <ac:spMk id="20" creationId="{1ACFAE59-1C4C-4D6F-925B-4869B7A5E1DD}"/>
          </ac:spMkLst>
        </pc:spChg>
        <pc:spChg chg="add del">
          <ac:chgData name="Teuku Raja Irfan Radarma" userId="cf428174-95ba-4576-8554-3a3b8ffa52b7" providerId="ADAL" clId="{D9DF5880-402D-47D0-89FB-D6E93FCFC015}" dt="2026-06-28T05:54:05.380" v="2043"/>
          <ac:spMkLst>
            <pc:docMk/>
            <pc:sldMk cId="2058148323" sldId="410"/>
            <ac:spMk id="21" creationId="{7E293836-CB8D-4592-A397-C4A6A859A52B}"/>
          </ac:spMkLst>
        </pc:spChg>
        <pc:spChg chg="add del">
          <ac:chgData name="Teuku Raja Irfan Radarma" userId="cf428174-95ba-4576-8554-3a3b8ffa52b7" providerId="ADAL" clId="{D9DF5880-402D-47D0-89FB-D6E93FCFC015}" dt="2026-06-28T05:54:05.380" v="2043"/>
          <ac:spMkLst>
            <pc:docMk/>
            <pc:sldMk cId="2058148323" sldId="410"/>
            <ac:spMk id="22" creationId="{D099A5EB-99D3-42FD-BBBD-229D00403BC7}"/>
          </ac:spMkLst>
        </pc:spChg>
        <pc:spChg chg="add del">
          <ac:chgData name="Teuku Raja Irfan Radarma" userId="cf428174-95ba-4576-8554-3a3b8ffa52b7" providerId="ADAL" clId="{D9DF5880-402D-47D0-89FB-D6E93FCFC015}" dt="2026-06-28T05:54:05.380" v="2043"/>
          <ac:spMkLst>
            <pc:docMk/>
            <pc:sldMk cId="2058148323" sldId="410"/>
            <ac:spMk id="23" creationId="{CEAB1613-F671-4ECA-BCBF-BFD9EE5430B8}"/>
          </ac:spMkLst>
        </pc:spChg>
        <pc:spChg chg="add del">
          <ac:chgData name="Teuku Raja Irfan Radarma" userId="cf428174-95ba-4576-8554-3a3b8ffa52b7" providerId="ADAL" clId="{D9DF5880-402D-47D0-89FB-D6E93FCFC015}" dt="2026-06-28T05:54:05.380" v="2043"/>
          <ac:spMkLst>
            <pc:docMk/>
            <pc:sldMk cId="2058148323" sldId="410"/>
            <ac:spMk id="24" creationId="{37ED66C5-3271-40EF-A8E7-8ED3B6234959}"/>
          </ac:spMkLst>
        </pc:spChg>
        <pc:spChg chg="add del">
          <ac:chgData name="Teuku Raja Irfan Radarma" userId="cf428174-95ba-4576-8554-3a3b8ffa52b7" providerId="ADAL" clId="{D9DF5880-402D-47D0-89FB-D6E93FCFC015}" dt="2026-06-28T05:54:05.380" v="2043"/>
          <ac:spMkLst>
            <pc:docMk/>
            <pc:sldMk cId="2058148323" sldId="410"/>
            <ac:spMk id="25" creationId="{1F13A776-1F0A-4F72-8BB9-ADB206189D8B}"/>
          </ac:spMkLst>
        </pc:spChg>
        <pc:spChg chg="add del">
          <ac:chgData name="Teuku Raja Irfan Radarma" userId="cf428174-95ba-4576-8554-3a3b8ffa52b7" providerId="ADAL" clId="{D9DF5880-402D-47D0-89FB-D6E93FCFC015}" dt="2026-06-28T05:54:05.380" v="2043"/>
          <ac:spMkLst>
            <pc:docMk/>
            <pc:sldMk cId="2058148323" sldId="410"/>
            <ac:spMk id="26" creationId="{69ACEF7F-5EE6-4340-9994-6D1E6D52277B}"/>
          </ac:spMkLst>
        </pc:spChg>
        <pc:spChg chg="add del">
          <ac:chgData name="Teuku Raja Irfan Radarma" userId="cf428174-95ba-4576-8554-3a3b8ffa52b7" providerId="ADAL" clId="{D9DF5880-402D-47D0-89FB-D6E93FCFC015}" dt="2026-06-28T05:54:05.380" v="2043"/>
          <ac:spMkLst>
            <pc:docMk/>
            <pc:sldMk cId="2058148323" sldId="410"/>
            <ac:spMk id="27" creationId="{BE342510-F602-4A57-9BC7-2C3275A1FF71}"/>
          </ac:spMkLst>
        </pc:spChg>
        <pc:spChg chg="add del">
          <ac:chgData name="Teuku Raja Irfan Radarma" userId="cf428174-95ba-4576-8554-3a3b8ffa52b7" providerId="ADAL" clId="{D9DF5880-402D-47D0-89FB-D6E93FCFC015}" dt="2026-06-28T05:54:05.380" v="2043"/>
          <ac:spMkLst>
            <pc:docMk/>
            <pc:sldMk cId="2058148323" sldId="410"/>
            <ac:spMk id="28" creationId="{E32F1729-EDE9-4B08-B0DC-A0D4B084A30D}"/>
          </ac:spMkLst>
        </pc:spChg>
        <pc:spChg chg="add del">
          <ac:chgData name="Teuku Raja Irfan Radarma" userId="cf428174-95ba-4576-8554-3a3b8ffa52b7" providerId="ADAL" clId="{D9DF5880-402D-47D0-89FB-D6E93FCFC015}" dt="2026-06-28T05:54:05.380" v="2043"/>
          <ac:spMkLst>
            <pc:docMk/>
            <pc:sldMk cId="2058148323" sldId="410"/>
            <ac:spMk id="29" creationId="{D6D60DFF-B688-4524-9533-7AE9F03C49EA}"/>
          </ac:spMkLst>
        </pc:spChg>
        <pc:spChg chg="add del">
          <ac:chgData name="Teuku Raja Irfan Radarma" userId="cf428174-95ba-4576-8554-3a3b8ffa52b7" providerId="ADAL" clId="{D9DF5880-402D-47D0-89FB-D6E93FCFC015}" dt="2026-06-28T05:54:05.380" v="2043"/>
          <ac:spMkLst>
            <pc:docMk/>
            <pc:sldMk cId="2058148323" sldId="410"/>
            <ac:spMk id="30" creationId="{19A1E9B4-1C4D-4377-A2E3-87EB40D996A5}"/>
          </ac:spMkLst>
        </pc:spChg>
        <pc:spChg chg="add del">
          <ac:chgData name="Teuku Raja Irfan Radarma" userId="cf428174-95ba-4576-8554-3a3b8ffa52b7" providerId="ADAL" clId="{D9DF5880-402D-47D0-89FB-D6E93FCFC015}" dt="2026-06-28T05:56:24.300" v="2045" actId="22"/>
          <ac:spMkLst>
            <pc:docMk/>
            <pc:sldMk cId="2058148323" sldId="410"/>
            <ac:spMk id="32" creationId="{948D2EAE-83B0-47B2-A20D-C608FECA7C9E}"/>
          </ac:spMkLst>
        </pc:spChg>
        <pc:spChg chg="add mod">
          <ac:chgData name="Teuku Raja Irfan Radarma" userId="cf428174-95ba-4576-8554-3a3b8ffa52b7" providerId="ADAL" clId="{D9DF5880-402D-47D0-89FB-D6E93FCFC015}" dt="2026-06-28T05:58:15.504" v="2065" actId="1076"/>
          <ac:spMkLst>
            <pc:docMk/>
            <pc:sldMk cId="2058148323" sldId="410"/>
            <ac:spMk id="34" creationId="{112B48DB-3419-4027-B1F5-4588C29046B4}"/>
          </ac:spMkLst>
        </pc:spChg>
        <pc:spChg chg="add mod">
          <ac:chgData name="Teuku Raja Irfan Radarma" userId="cf428174-95ba-4576-8554-3a3b8ffa52b7" providerId="ADAL" clId="{D9DF5880-402D-47D0-89FB-D6E93FCFC015}" dt="2026-06-28T06:00:25.045" v="2109" actId="13926"/>
          <ac:spMkLst>
            <pc:docMk/>
            <pc:sldMk cId="2058148323" sldId="410"/>
            <ac:spMk id="36" creationId="{4E76A468-D088-4B0E-AEF2-CE11E9824A94}"/>
          </ac:spMkLst>
        </pc:spChg>
      </pc:sldChg>
      <pc:sldChg chg="modSp add del mod">
        <pc:chgData name="Teuku Raja Irfan Radarma" userId="cf428174-95ba-4576-8554-3a3b8ffa52b7" providerId="ADAL" clId="{D9DF5880-402D-47D0-89FB-D6E93FCFC015}" dt="2026-06-28T06:20:25.510" v="2446" actId="20577"/>
        <pc:sldMkLst>
          <pc:docMk/>
          <pc:sldMk cId="1929889162" sldId="411"/>
        </pc:sldMkLst>
        <pc:spChg chg="mod">
          <ac:chgData name="Teuku Raja Irfan Radarma" userId="cf428174-95ba-4576-8554-3a3b8ffa52b7" providerId="ADAL" clId="{D9DF5880-402D-47D0-89FB-D6E93FCFC015}" dt="2026-06-28T06:20:25.510" v="2446" actId="20577"/>
          <ac:spMkLst>
            <pc:docMk/>
            <pc:sldMk cId="1929889162" sldId="411"/>
            <ac:spMk id="2" creationId="{A37C4935-3B69-30B7-A980-74F5B398D1CD}"/>
          </ac:spMkLst>
        </pc:spChg>
      </pc:sldChg>
      <pc:sldChg chg="modSp new del mod">
        <pc:chgData name="Teuku Raja Irfan Radarma" userId="cf428174-95ba-4576-8554-3a3b8ffa52b7" providerId="ADAL" clId="{D9DF5880-402D-47D0-89FB-D6E93FCFC015}" dt="2026-06-28T06:18:42.310" v="2391" actId="47"/>
        <pc:sldMkLst>
          <pc:docMk/>
          <pc:sldMk cId="2866713929" sldId="411"/>
        </pc:sldMkLst>
        <pc:spChg chg="mod">
          <ac:chgData name="Teuku Raja Irfan Radarma" userId="cf428174-95ba-4576-8554-3a3b8ffa52b7" providerId="ADAL" clId="{D9DF5880-402D-47D0-89FB-D6E93FCFC015}" dt="2026-06-28T06:00:55.750" v="2165" actId="20577"/>
          <ac:spMkLst>
            <pc:docMk/>
            <pc:sldMk cId="2866713929" sldId="411"/>
            <ac:spMk id="2" creationId="{C9866867-0065-4422-8B2D-D1AF4D4B70D2}"/>
          </ac:spMkLst>
        </pc:spChg>
        <pc:spChg chg="mod">
          <ac:chgData name="Teuku Raja Irfan Radarma" userId="cf428174-95ba-4576-8554-3a3b8ffa52b7" providerId="ADAL" clId="{D9DF5880-402D-47D0-89FB-D6E93FCFC015}" dt="2026-06-28T06:01:32.045" v="2325" actId="20577"/>
          <ac:spMkLst>
            <pc:docMk/>
            <pc:sldMk cId="2866713929" sldId="411"/>
            <ac:spMk id="3" creationId="{52BE45BC-92A2-451E-8E15-1EA6CC08D902}"/>
          </ac:spMkLst>
        </pc:spChg>
      </pc:sldChg>
      <pc:sldChg chg="del">
        <pc:chgData name="Teuku Raja Irfan Radarma" userId="cf428174-95ba-4576-8554-3a3b8ffa52b7" providerId="ADAL" clId="{D9DF5880-402D-47D0-89FB-D6E93FCFC015}" dt="2026-06-28T02:15:52.217" v="1623" actId="47"/>
        <pc:sldMkLst>
          <pc:docMk/>
          <pc:sldMk cId="1460602123" sldId="412"/>
        </pc:sldMkLst>
      </pc:sldChg>
      <pc:sldChg chg="addSp delSp modSp new mod">
        <pc:chgData name="Teuku Raja Irfan Radarma" userId="cf428174-95ba-4576-8554-3a3b8ffa52b7" providerId="ADAL" clId="{D9DF5880-402D-47D0-89FB-D6E93FCFC015}" dt="2026-06-28T06:13:03.989" v="2364" actId="1076"/>
        <pc:sldMkLst>
          <pc:docMk/>
          <pc:sldMk cId="3288548221" sldId="412"/>
        </pc:sldMkLst>
        <pc:spChg chg="mod">
          <ac:chgData name="Teuku Raja Irfan Radarma" userId="cf428174-95ba-4576-8554-3a3b8ffa52b7" providerId="ADAL" clId="{D9DF5880-402D-47D0-89FB-D6E93FCFC015}" dt="2026-06-28T06:04:35.989" v="2354" actId="20577"/>
          <ac:spMkLst>
            <pc:docMk/>
            <pc:sldMk cId="3288548221" sldId="412"/>
            <ac:spMk id="2" creationId="{6B73496D-D75B-4EBF-8941-90BE9315213F}"/>
          </ac:spMkLst>
        </pc:spChg>
        <pc:spChg chg="del">
          <ac:chgData name="Teuku Raja Irfan Radarma" userId="cf428174-95ba-4576-8554-3a3b8ffa52b7" providerId="ADAL" clId="{D9DF5880-402D-47D0-89FB-D6E93FCFC015}" dt="2026-06-28T06:04:23.537" v="2327"/>
          <ac:spMkLst>
            <pc:docMk/>
            <pc:sldMk cId="3288548221" sldId="412"/>
            <ac:spMk id="3" creationId="{F386944D-BA58-4171-AF18-834479117192}"/>
          </ac:spMkLst>
        </pc:spChg>
        <pc:spChg chg="add del mod">
          <ac:chgData name="Teuku Raja Irfan Radarma" userId="cf428174-95ba-4576-8554-3a3b8ffa52b7" providerId="ADAL" clId="{D9DF5880-402D-47D0-89FB-D6E93FCFC015}" dt="2026-06-28T06:12:50.396" v="2359"/>
          <ac:spMkLst>
            <pc:docMk/>
            <pc:sldMk cId="3288548221" sldId="412"/>
            <ac:spMk id="7" creationId="{26E4EFA0-8D22-4CAB-B781-AB6B858680F7}"/>
          </ac:spMkLst>
        </pc:spChg>
        <pc:graphicFrameChg chg="add del mod modGraphic">
          <ac:chgData name="Teuku Raja Irfan Radarma" userId="cf428174-95ba-4576-8554-3a3b8ffa52b7" providerId="ADAL" clId="{D9DF5880-402D-47D0-89FB-D6E93FCFC015}" dt="2026-06-28T06:12:49.612" v="2358" actId="478"/>
          <ac:graphicFrameMkLst>
            <pc:docMk/>
            <pc:sldMk cId="3288548221" sldId="412"/>
            <ac:graphicFrameMk id="5" creationId="{44EA254A-3DD7-4687-9444-91CCF00C4227}"/>
          </ac:graphicFrameMkLst>
        </pc:graphicFrameChg>
        <pc:graphicFrameChg chg="add mod modGraphic">
          <ac:chgData name="Teuku Raja Irfan Radarma" userId="cf428174-95ba-4576-8554-3a3b8ffa52b7" providerId="ADAL" clId="{D9DF5880-402D-47D0-89FB-D6E93FCFC015}" dt="2026-06-28T06:13:03.989" v="2364" actId="1076"/>
          <ac:graphicFrameMkLst>
            <pc:docMk/>
            <pc:sldMk cId="3288548221" sldId="412"/>
            <ac:graphicFrameMk id="8" creationId="{1BEF9E6C-3BD6-4CFC-91F6-1DEE1FF4F9C8}"/>
          </ac:graphicFrameMkLst>
        </pc:graphicFrameChg>
      </pc:sldChg>
      <pc:sldChg chg="del">
        <pc:chgData name="Teuku Raja Irfan Radarma" userId="cf428174-95ba-4576-8554-3a3b8ffa52b7" providerId="ADAL" clId="{D9DF5880-402D-47D0-89FB-D6E93FCFC015}" dt="2026-06-28T02:15:52.217" v="1623" actId="47"/>
        <pc:sldMkLst>
          <pc:docMk/>
          <pc:sldMk cId="1112028576" sldId="413"/>
        </pc:sldMkLst>
      </pc:sldChg>
      <pc:sldChg chg="addSp delSp modSp new mod">
        <pc:chgData name="Teuku Raja Irfan Radarma" userId="cf428174-95ba-4576-8554-3a3b8ffa52b7" providerId="ADAL" clId="{D9DF5880-402D-47D0-89FB-D6E93FCFC015}" dt="2026-06-28T06:16:17.853" v="2385" actId="1076"/>
        <pc:sldMkLst>
          <pc:docMk/>
          <pc:sldMk cId="1372212483" sldId="413"/>
        </pc:sldMkLst>
        <pc:spChg chg="del">
          <ac:chgData name="Teuku Raja Irfan Radarma" userId="cf428174-95ba-4576-8554-3a3b8ffa52b7" providerId="ADAL" clId="{D9DF5880-402D-47D0-89FB-D6E93FCFC015}" dt="2026-06-28T06:15:20.423" v="2370" actId="478"/>
          <ac:spMkLst>
            <pc:docMk/>
            <pc:sldMk cId="1372212483" sldId="413"/>
            <ac:spMk id="2" creationId="{668A2E78-2241-4DAB-883A-8E58CFAEC1E0}"/>
          </ac:spMkLst>
        </pc:spChg>
        <pc:spChg chg="del">
          <ac:chgData name="Teuku Raja Irfan Radarma" userId="cf428174-95ba-4576-8554-3a3b8ffa52b7" providerId="ADAL" clId="{D9DF5880-402D-47D0-89FB-D6E93FCFC015}" dt="2026-06-28T06:15:20.423" v="2370" actId="478"/>
          <ac:spMkLst>
            <pc:docMk/>
            <pc:sldMk cId="1372212483" sldId="413"/>
            <ac:spMk id="4" creationId="{F5449100-B5C0-4DAC-AD99-8CF3D234E863}"/>
          </ac:spMkLst>
        </pc:spChg>
        <pc:spChg chg="add del mod">
          <ac:chgData name="Teuku Raja Irfan Radarma" userId="cf428174-95ba-4576-8554-3a3b8ffa52b7" providerId="ADAL" clId="{D9DF5880-402D-47D0-89FB-D6E93FCFC015}" dt="2026-06-28T06:15:19.150" v="2369"/>
          <ac:spMkLst>
            <pc:docMk/>
            <pc:sldMk cId="1372212483" sldId="413"/>
            <ac:spMk id="5" creationId="{5255A8CA-2B8A-4DDC-97B5-C2F75255409E}"/>
          </ac:spMkLst>
        </pc:spChg>
        <pc:spChg chg="add del mod">
          <ac:chgData name="Teuku Raja Irfan Radarma" userId="cf428174-95ba-4576-8554-3a3b8ffa52b7" providerId="ADAL" clId="{D9DF5880-402D-47D0-89FB-D6E93FCFC015}" dt="2026-06-28T06:15:19.150" v="2369"/>
          <ac:spMkLst>
            <pc:docMk/>
            <pc:sldMk cId="1372212483" sldId="413"/>
            <ac:spMk id="6" creationId="{E7DD76DD-23D2-4BA0-8A03-B8153446A565}"/>
          </ac:spMkLst>
        </pc:spChg>
        <pc:spChg chg="add del mod">
          <ac:chgData name="Teuku Raja Irfan Radarma" userId="cf428174-95ba-4576-8554-3a3b8ffa52b7" providerId="ADAL" clId="{D9DF5880-402D-47D0-89FB-D6E93FCFC015}" dt="2026-06-28T06:15:19.150" v="2369"/>
          <ac:spMkLst>
            <pc:docMk/>
            <pc:sldMk cId="1372212483" sldId="413"/>
            <ac:spMk id="7" creationId="{3A336025-EB09-490A-884C-BD8497B1FAE9}"/>
          </ac:spMkLst>
        </pc:spChg>
        <pc:spChg chg="add del mod">
          <ac:chgData name="Teuku Raja Irfan Radarma" userId="cf428174-95ba-4576-8554-3a3b8ffa52b7" providerId="ADAL" clId="{D9DF5880-402D-47D0-89FB-D6E93FCFC015}" dt="2026-06-28T06:15:19.150" v="2369"/>
          <ac:spMkLst>
            <pc:docMk/>
            <pc:sldMk cId="1372212483" sldId="413"/>
            <ac:spMk id="8" creationId="{A089BFA7-F19B-428C-ADB2-83D1FEE23F72}"/>
          </ac:spMkLst>
        </pc:spChg>
        <pc:spChg chg="add mod">
          <ac:chgData name="Teuku Raja Irfan Radarma" userId="cf428174-95ba-4576-8554-3a3b8ffa52b7" providerId="ADAL" clId="{D9DF5880-402D-47D0-89FB-D6E93FCFC015}" dt="2026-06-28T06:15:20.783" v="2371"/>
          <ac:spMkLst>
            <pc:docMk/>
            <pc:sldMk cId="1372212483" sldId="413"/>
            <ac:spMk id="9" creationId="{B773AE02-B8D7-4BD4-A39C-2E3D5DCC42B1}"/>
          </ac:spMkLst>
        </pc:spChg>
        <pc:spChg chg="add mod">
          <ac:chgData name="Teuku Raja Irfan Radarma" userId="cf428174-95ba-4576-8554-3a3b8ffa52b7" providerId="ADAL" clId="{D9DF5880-402D-47D0-89FB-D6E93FCFC015}" dt="2026-06-28T06:15:20.783" v="2371"/>
          <ac:spMkLst>
            <pc:docMk/>
            <pc:sldMk cId="1372212483" sldId="413"/>
            <ac:spMk id="10" creationId="{B890648B-1A82-433E-B432-8D1B75FDACB5}"/>
          </ac:spMkLst>
        </pc:spChg>
        <pc:spChg chg="add mod">
          <ac:chgData name="Teuku Raja Irfan Radarma" userId="cf428174-95ba-4576-8554-3a3b8ffa52b7" providerId="ADAL" clId="{D9DF5880-402D-47D0-89FB-D6E93FCFC015}" dt="2026-06-28T06:16:17.853" v="2385" actId="1076"/>
          <ac:spMkLst>
            <pc:docMk/>
            <pc:sldMk cId="1372212483" sldId="413"/>
            <ac:spMk id="11" creationId="{2463EEF6-5F35-43B6-B860-2F22A54B8533}"/>
          </ac:spMkLst>
        </pc:spChg>
        <pc:spChg chg="add mod">
          <ac:chgData name="Teuku Raja Irfan Radarma" userId="cf428174-95ba-4576-8554-3a3b8ffa52b7" providerId="ADAL" clId="{D9DF5880-402D-47D0-89FB-D6E93FCFC015}" dt="2026-06-28T06:16:08.820" v="2384" actId="1076"/>
          <ac:spMkLst>
            <pc:docMk/>
            <pc:sldMk cId="1372212483" sldId="413"/>
            <ac:spMk id="12" creationId="{EE5452DA-7EE3-40E3-919D-A52AE73E8BFC}"/>
          </ac:spMkLst>
        </pc:spChg>
      </pc:sldChg>
      <pc:sldChg chg="del">
        <pc:chgData name="Teuku Raja Irfan Radarma" userId="cf428174-95ba-4576-8554-3a3b8ffa52b7" providerId="ADAL" clId="{D9DF5880-402D-47D0-89FB-D6E93FCFC015}" dt="2026-06-28T02:15:52.217" v="1623" actId="47"/>
        <pc:sldMkLst>
          <pc:docMk/>
          <pc:sldMk cId="1718121370" sldId="414"/>
        </pc:sldMkLst>
      </pc:sldChg>
      <pc:sldChg chg="addSp delSp modSp new mod">
        <pc:chgData name="Teuku Raja Irfan Radarma" userId="cf428174-95ba-4576-8554-3a3b8ffa52b7" providerId="ADAL" clId="{D9DF5880-402D-47D0-89FB-D6E93FCFC015}" dt="2026-06-28T06:18:55.795" v="2405" actId="20577"/>
        <pc:sldMkLst>
          <pc:docMk/>
          <pc:sldMk cId="3222384564" sldId="414"/>
        </pc:sldMkLst>
        <pc:spChg chg="del">
          <ac:chgData name="Teuku Raja Irfan Radarma" userId="cf428174-95ba-4576-8554-3a3b8ffa52b7" providerId="ADAL" clId="{D9DF5880-402D-47D0-89FB-D6E93FCFC015}" dt="2026-06-28T06:18:39.979" v="2389" actId="478"/>
          <ac:spMkLst>
            <pc:docMk/>
            <pc:sldMk cId="3222384564" sldId="414"/>
            <ac:spMk id="2" creationId="{AF11ED02-E358-4114-8499-AF7215C1E33C}"/>
          </ac:spMkLst>
        </pc:spChg>
        <pc:spChg chg="del">
          <ac:chgData name="Teuku Raja Irfan Radarma" userId="cf428174-95ba-4576-8554-3a3b8ffa52b7" providerId="ADAL" clId="{D9DF5880-402D-47D0-89FB-D6E93FCFC015}" dt="2026-06-28T06:18:39.979" v="2389" actId="478"/>
          <ac:spMkLst>
            <pc:docMk/>
            <pc:sldMk cId="3222384564" sldId="414"/>
            <ac:spMk id="4" creationId="{53F9763A-8264-4502-9605-D2CABC76CD68}"/>
          </ac:spMkLst>
        </pc:spChg>
        <pc:spChg chg="add del mod">
          <ac:chgData name="Teuku Raja Irfan Radarma" userId="cf428174-95ba-4576-8554-3a3b8ffa52b7" providerId="ADAL" clId="{D9DF5880-402D-47D0-89FB-D6E93FCFC015}" dt="2026-06-28T06:18:38.832" v="2388"/>
          <ac:spMkLst>
            <pc:docMk/>
            <pc:sldMk cId="3222384564" sldId="414"/>
            <ac:spMk id="5" creationId="{A7FD396D-F160-4295-A42D-9AB910069370}"/>
          </ac:spMkLst>
        </pc:spChg>
        <pc:spChg chg="add del mod">
          <ac:chgData name="Teuku Raja Irfan Radarma" userId="cf428174-95ba-4576-8554-3a3b8ffa52b7" providerId="ADAL" clId="{D9DF5880-402D-47D0-89FB-D6E93FCFC015}" dt="2026-06-28T06:18:38.832" v="2388"/>
          <ac:spMkLst>
            <pc:docMk/>
            <pc:sldMk cId="3222384564" sldId="414"/>
            <ac:spMk id="6" creationId="{F2A78BDC-AB73-421A-AC2B-D300AFD1635B}"/>
          </ac:spMkLst>
        </pc:spChg>
        <pc:spChg chg="add mod">
          <ac:chgData name="Teuku Raja Irfan Radarma" userId="cf428174-95ba-4576-8554-3a3b8ffa52b7" providerId="ADAL" clId="{D9DF5880-402D-47D0-89FB-D6E93FCFC015}" dt="2026-06-28T06:18:40.345" v="2390"/>
          <ac:spMkLst>
            <pc:docMk/>
            <pc:sldMk cId="3222384564" sldId="414"/>
            <ac:spMk id="7" creationId="{B1EF51CC-A35E-46CD-AE71-979BCA9C1B3B}"/>
          </ac:spMkLst>
        </pc:spChg>
        <pc:spChg chg="add mod">
          <ac:chgData name="Teuku Raja Irfan Radarma" userId="cf428174-95ba-4576-8554-3a3b8ffa52b7" providerId="ADAL" clId="{D9DF5880-402D-47D0-89FB-D6E93FCFC015}" dt="2026-06-28T06:18:55.795" v="2405" actId="20577"/>
          <ac:spMkLst>
            <pc:docMk/>
            <pc:sldMk cId="3222384564" sldId="414"/>
            <ac:spMk id="8" creationId="{06508049-DA2E-463B-868A-589A67A1CF55}"/>
          </ac:spMkLst>
        </pc:spChg>
      </pc:sldChg>
      <pc:sldChg chg="modSp new mod">
        <pc:chgData name="Teuku Raja Irfan Radarma" userId="cf428174-95ba-4576-8554-3a3b8ffa52b7" providerId="ADAL" clId="{D9DF5880-402D-47D0-89FB-D6E93FCFC015}" dt="2026-06-28T06:19:15.416" v="2420" actId="20577"/>
        <pc:sldMkLst>
          <pc:docMk/>
          <pc:sldMk cId="3672519675" sldId="415"/>
        </pc:sldMkLst>
        <pc:spChg chg="mod">
          <ac:chgData name="Teuku Raja Irfan Radarma" userId="cf428174-95ba-4576-8554-3a3b8ffa52b7" providerId="ADAL" clId="{D9DF5880-402D-47D0-89FB-D6E93FCFC015}" dt="2026-06-28T06:19:15.416" v="2420" actId="20577"/>
          <ac:spMkLst>
            <pc:docMk/>
            <pc:sldMk cId="3672519675" sldId="415"/>
            <ac:spMk id="2" creationId="{D58E3D88-1FB8-415F-8330-DB35D20B9DDE}"/>
          </ac:spMkLst>
        </pc:spChg>
      </pc:sldChg>
      <pc:sldChg chg="del">
        <pc:chgData name="Teuku Raja Irfan Radarma" userId="cf428174-95ba-4576-8554-3a3b8ffa52b7" providerId="ADAL" clId="{D9DF5880-402D-47D0-89FB-D6E93FCFC015}" dt="2026-06-28T02:15:52.217" v="1623" actId="47"/>
        <pc:sldMkLst>
          <pc:docMk/>
          <pc:sldMk cId="4252467002" sldId="415"/>
        </pc:sldMkLst>
      </pc:sldChg>
      <pc:sldChg chg="new del">
        <pc:chgData name="Teuku Raja Irfan Radarma" userId="cf428174-95ba-4576-8554-3a3b8ffa52b7" providerId="ADAL" clId="{D9DF5880-402D-47D0-89FB-D6E93FCFC015}" dt="2026-06-28T06:20:19.142" v="2425" actId="47"/>
        <pc:sldMkLst>
          <pc:docMk/>
          <pc:sldMk cId="433253047" sldId="416"/>
        </pc:sldMkLst>
      </pc:sldChg>
      <pc:sldChg chg="new del">
        <pc:chgData name="Teuku Raja Irfan Radarma" userId="cf428174-95ba-4576-8554-3a3b8ffa52b7" providerId="ADAL" clId="{D9DF5880-402D-47D0-89FB-D6E93FCFC015}" dt="2026-06-28T06:20:14.626" v="2422" actId="680"/>
        <pc:sldMkLst>
          <pc:docMk/>
          <pc:sldMk cId="2455403878" sldId="416"/>
        </pc:sldMkLst>
      </pc:sldChg>
    </pc:docChg>
  </pc:docChgLst>
  <pc:docChgLst>
    <pc:chgData name="Teuku Raja Irfan Radarma" userId="cf428174-95ba-4576-8554-3a3b8ffa52b7" providerId="ADAL" clId="{A80269FD-1647-41EA-9465-E4829927D3E9}"/>
    <pc:docChg chg="undo redo custSel addSld delSld modSld sldOrd modMainMaster">
      <pc:chgData name="Teuku Raja Irfan Radarma" userId="cf428174-95ba-4576-8554-3a3b8ffa52b7" providerId="ADAL" clId="{A80269FD-1647-41EA-9465-E4829927D3E9}" dt="2025-11-29T10:59:28.149" v="15178" actId="20577"/>
      <pc:docMkLst>
        <pc:docMk/>
      </pc:docMkLst>
      <pc:sldChg chg="addSp delSp modSp mod ord">
        <pc:chgData name="Teuku Raja Irfan Radarma" userId="cf428174-95ba-4576-8554-3a3b8ffa52b7" providerId="ADAL" clId="{A80269FD-1647-41EA-9465-E4829927D3E9}" dt="2025-11-22T13:20:34.214" v="9975" actId="20577"/>
        <pc:sldMkLst>
          <pc:docMk/>
          <pc:sldMk cId="4030995347" sldId="257"/>
        </pc:sldMkLst>
        <pc:spChg chg="mod">
          <ac:chgData name="Teuku Raja Irfan Radarma" userId="cf428174-95ba-4576-8554-3a3b8ffa52b7" providerId="ADAL" clId="{A80269FD-1647-41EA-9465-E4829927D3E9}" dt="2025-11-09T09:18:31.053" v="735" actId="403"/>
          <ac:spMkLst>
            <pc:docMk/>
            <pc:sldMk cId="4030995347" sldId="257"/>
            <ac:spMk id="2" creationId="{5067157F-D729-D43A-6721-923C7B23828A}"/>
          </ac:spMkLst>
        </pc:spChg>
        <pc:spChg chg="mod">
          <ac:chgData name="Teuku Raja Irfan Radarma" userId="cf428174-95ba-4576-8554-3a3b8ffa52b7" providerId="ADAL" clId="{A80269FD-1647-41EA-9465-E4829927D3E9}" dt="2025-11-22T13:20:34.214" v="9975" actId="20577"/>
          <ac:spMkLst>
            <pc:docMk/>
            <pc:sldMk cId="4030995347" sldId="257"/>
            <ac:spMk id="3" creationId="{940F5DB3-7A6F-EDD4-9F33-B3FF6161C717}"/>
          </ac:spMkLst>
        </pc:spChg>
        <pc:spChg chg="add mod">
          <ac:chgData name="Teuku Raja Irfan Radarma" userId="cf428174-95ba-4576-8554-3a3b8ffa52b7" providerId="ADAL" clId="{A80269FD-1647-41EA-9465-E4829927D3E9}" dt="2025-11-09T09:20:21.260" v="962" actId="1076"/>
          <ac:spMkLst>
            <pc:docMk/>
            <pc:sldMk cId="4030995347" sldId="257"/>
            <ac:spMk id="4" creationId="{6C09DF7A-9B78-AB11-FA80-26BA72C3D29B}"/>
          </ac:spMkLst>
        </pc:spChg>
      </pc:sldChg>
      <pc:sldChg chg="modSp mod">
        <pc:chgData name="Teuku Raja Irfan Radarma" userId="cf428174-95ba-4576-8554-3a3b8ffa52b7" providerId="ADAL" clId="{A80269FD-1647-41EA-9465-E4829927D3E9}" dt="2025-11-16T04:20:40.085" v="3802" actId="20577"/>
        <pc:sldMkLst>
          <pc:docMk/>
          <pc:sldMk cId="2021974124" sldId="260"/>
        </pc:sldMkLst>
        <pc:spChg chg="mod">
          <ac:chgData name="Teuku Raja Irfan Radarma" userId="cf428174-95ba-4576-8554-3a3b8ffa52b7" providerId="ADAL" clId="{A80269FD-1647-41EA-9465-E4829927D3E9}" dt="2025-11-16T04:20:40.085" v="3802" actId="20577"/>
          <ac:spMkLst>
            <pc:docMk/>
            <pc:sldMk cId="2021974124" sldId="260"/>
            <ac:spMk id="3" creationId="{2952C04A-BCBB-9364-2819-8725E6696366}"/>
          </ac:spMkLst>
        </pc:spChg>
      </pc:sldChg>
      <pc:sldChg chg="modSp mod">
        <pc:chgData name="Teuku Raja Irfan Radarma" userId="cf428174-95ba-4576-8554-3a3b8ffa52b7" providerId="ADAL" clId="{A80269FD-1647-41EA-9465-E4829927D3E9}" dt="2025-11-16T04:19:10.368" v="3693" actId="20577"/>
        <pc:sldMkLst>
          <pc:docMk/>
          <pc:sldMk cId="911610319" sldId="262"/>
        </pc:sldMkLst>
        <pc:spChg chg="mod">
          <ac:chgData name="Teuku Raja Irfan Radarma" userId="cf428174-95ba-4576-8554-3a3b8ffa52b7" providerId="ADAL" clId="{A80269FD-1647-41EA-9465-E4829927D3E9}" dt="2025-11-16T04:19:08.622" v="3692" actId="20577"/>
          <ac:spMkLst>
            <pc:docMk/>
            <pc:sldMk cId="911610319" sldId="262"/>
            <ac:spMk id="3" creationId="{B17BBDE0-3A4E-3EA2-60B0-F9756E347209}"/>
          </ac:spMkLst>
        </pc:spChg>
        <pc:spChg chg="mod">
          <ac:chgData name="Teuku Raja Irfan Radarma" userId="cf428174-95ba-4576-8554-3a3b8ffa52b7" providerId="ADAL" clId="{A80269FD-1647-41EA-9465-E4829927D3E9}" dt="2025-11-16T04:19:10.368" v="3693" actId="20577"/>
          <ac:spMkLst>
            <pc:docMk/>
            <pc:sldMk cId="911610319" sldId="262"/>
            <ac:spMk id="4" creationId="{FFCC89D4-8169-77D5-D53F-1E998B469C40}"/>
          </ac:spMkLst>
        </pc:spChg>
      </pc:sldChg>
      <pc:sldChg chg="modSp mod">
        <pc:chgData name="Teuku Raja Irfan Radarma" userId="cf428174-95ba-4576-8554-3a3b8ffa52b7" providerId="ADAL" clId="{A80269FD-1647-41EA-9465-E4829927D3E9}" dt="2025-11-22T13:30:56.461" v="10252" actId="2710"/>
        <pc:sldMkLst>
          <pc:docMk/>
          <pc:sldMk cId="3835074240" sldId="263"/>
        </pc:sldMkLst>
        <pc:spChg chg="mod">
          <ac:chgData name="Teuku Raja Irfan Radarma" userId="cf428174-95ba-4576-8554-3a3b8ffa52b7" providerId="ADAL" clId="{A80269FD-1647-41EA-9465-E4829927D3E9}" dt="2025-11-22T13:30:56.461" v="10252" actId="2710"/>
          <ac:spMkLst>
            <pc:docMk/>
            <pc:sldMk cId="3835074240" sldId="263"/>
            <ac:spMk id="2" creationId="{2079CBE2-7ADF-23F1-83BE-26DF183A5B12}"/>
          </ac:spMkLst>
        </pc:spChg>
      </pc:sldChg>
      <pc:sldChg chg="modSp mod">
        <pc:chgData name="Teuku Raja Irfan Radarma" userId="cf428174-95ba-4576-8554-3a3b8ffa52b7" providerId="ADAL" clId="{A80269FD-1647-41EA-9465-E4829927D3E9}" dt="2025-11-29T10:28:02.281" v="14663" actId="20577"/>
        <pc:sldMkLst>
          <pc:docMk/>
          <pc:sldMk cId="1457204914" sldId="264"/>
        </pc:sldMkLst>
        <pc:spChg chg="mod">
          <ac:chgData name="Teuku Raja Irfan Radarma" userId="cf428174-95ba-4576-8554-3a3b8ffa52b7" providerId="ADAL" clId="{A80269FD-1647-41EA-9465-E4829927D3E9}" dt="2025-11-16T04:23:14.220" v="4080" actId="20577"/>
          <ac:spMkLst>
            <pc:docMk/>
            <pc:sldMk cId="1457204914" sldId="264"/>
            <ac:spMk id="2" creationId="{7E958052-05B2-9F29-B874-84F80A24B16B}"/>
          </ac:spMkLst>
        </pc:spChg>
        <pc:spChg chg="mod">
          <ac:chgData name="Teuku Raja Irfan Radarma" userId="cf428174-95ba-4576-8554-3a3b8ffa52b7" providerId="ADAL" clId="{A80269FD-1647-41EA-9465-E4829927D3E9}" dt="2025-11-29T10:28:02.281" v="14663" actId="20577"/>
          <ac:spMkLst>
            <pc:docMk/>
            <pc:sldMk cId="1457204914" sldId="264"/>
            <ac:spMk id="3" creationId="{ED136815-6D1A-2136-FEB7-5B68FA9A3B40}"/>
          </ac:spMkLst>
        </pc:spChg>
      </pc:sldChg>
      <pc:sldChg chg="addSp modSp new mod">
        <pc:chgData name="Teuku Raja Irfan Radarma" userId="cf428174-95ba-4576-8554-3a3b8ffa52b7" providerId="ADAL" clId="{A80269FD-1647-41EA-9465-E4829927D3E9}" dt="2025-11-23T13:03:03.131" v="13907" actId="207"/>
        <pc:sldMkLst>
          <pc:docMk/>
          <pc:sldMk cId="2891726164" sldId="304"/>
        </pc:sldMkLst>
        <pc:spChg chg="mod">
          <ac:chgData name="Teuku Raja Irfan Radarma" userId="cf428174-95ba-4576-8554-3a3b8ffa52b7" providerId="ADAL" clId="{A80269FD-1647-41EA-9465-E4829927D3E9}" dt="2025-11-16T04:21:35.033" v="3840" actId="20577"/>
          <ac:spMkLst>
            <pc:docMk/>
            <pc:sldMk cId="2891726164" sldId="304"/>
            <ac:spMk id="2" creationId="{FE2F06DC-C82D-49A7-49E8-24B02235CE1B}"/>
          </ac:spMkLst>
        </pc:spChg>
        <pc:spChg chg="mod">
          <ac:chgData name="Teuku Raja Irfan Radarma" userId="cf428174-95ba-4576-8554-3a3b8ffa52b7" providerId="ADAL" clId="{A80269FD-1647-41EA-9465-E4829927D3E9}" dt="2025-11-16T04:22:40.974" v="4023" actId="404"/>
          <ac:spMkLst>
            <pc:docMk/>
            <pc:sldMk cId="2891726164" sldId="304"/>
            <ac:spMk id="3" creationId="{0EEF17E5-AD4D-CEBE-F9C3-691B024490D7}"/>
          </ac:spMkLst>
        </pc:spChg>
        <pc:spChg chg="add mod">
          <ac:chgData name="Teuku Raja Irfan Radarma" userId="cf428174-95ba-4576-8554-3a3b8ffa52b7" providerId="ADAL" clId="{A80269FD-1647-41EA-9465-E4829927D3E9}" dt="2025-11-23T13:02:24.833" v="13901" actId="20577"/>
          <ac:spMkLst>
            <pc:docMk/>
            <pc:sldMk cId="2891726164" sldId="304"/>
            <ac:spMk id="5" creationId="{7D1C4826-0D9F-82A9-71DC-D0E6749679B2}"/>
          </ac:spMkLst>
        </pc:spChg>
      </pc:sldChg>
      <pc:sldChg chg="modSp new mod">
        <pc:chgData name="Teuku Raja Irfan Radarma" userId="cf428174-95ba-4576-8554-3a3b8ffa52b7" providerId="ADAL" clId="{A80269FD-1647-41EA-9465-E4829927D3E9}" dt="2025-11-29T10:59:12.061" v="15175" actId="20577"/>
        <pc:sldMkLst>
          <pc:docMk/>
          <pc:sldMk cId="3404562138" sldId="305"/>
        </pc:sldMkLst>
        <pc:spChg chg="mod">
          <ac:chgData name="Teuku Raja Irfan Radarma" userId="cf428174-95ba-4576-8554-3a3b8ffa52b7" providerId="ADAL" clId="{A80269FD-1647-41EA-9465-E4829927D3E9}" dt="2025-11-16T13:48:47.008" v="9712" actId="14100"/>
          <ac:spMkLst>
            <pc:docMk/>
            <pc:sldMk cId="3404562138" sldId="305"/>
            <ac:spMk id="2" creationId="{59E61678-8156-B5D7-6985-8F8C864E2A3D}"/>
          </ac:spMkLst>
        </pc:spChg>
        <pc:spChg chg="mod">
          <ac:chgData name="Teuku Raja Irfan Radarma" userId="cf428174-95ba-4576-8554-3a3b8ffa52b7" providerId="ADAL" clId="{A80269FD-1647-41EA-9465-E4829927D3E9}" dt="2025-11-16T13:54:37.265" v="9765" actId="20577"/>
          <ac:spMkLst>
            <pc:docMk/>
            <pc:sldMk cId="3404562138" sldId="305"/>
            <ac:spMk id="3" creationId="{8BA43A71-550D-6448-8070-817ACA416DEE}"/>
          </ac:spMkLst>
        </pc:spChg>
        <pc:spChg chg="mod">
          <ac:chgData name="Teuku Raja Irfan Radarma" userId="cf428174-95ba-4576-8554-3a3b8ffa52b7" providerId="ADAL" clId="{A80269FD-1647-41EA-9465-E4829927D3E9}" dt="2025-11-29T10:59:12.061" v="15175" actId="20577"/>
          <ac:spMkLst>
            <pc:docMk/>
            <pc:sldMk cId="3404562138" sldId="305"/>
            <ac:spMk id="5" creationId="{F73080AC-D3B5-D417-D864-98ECC2EE282A}"/>
          </ac:spMkLst>
        </pc:spChg>
      </pc:sldChg>
      <pc:sldChg chg="addSp delSp modSp new mod">
        <pc:chgData name="Teuku Raja Irfan Radarma" userId="cf428174-95ba-4576-8554-3a3b8ffa52b7" providerId="ADAL" clId="{A80269FD-1647-41EA-9465-E4829927D3E9}" dt="2025-11-29T10:29:13.086" v="14679" actId="20577"/>
        <pc:sldMkLst>
          <pc:docMk/>
          <pc:sldMk cId="3051451500" sldId="306"/>
        </pc:sldMkLst>
        <pc:spChg chg="mod">
          <ac:chgData name="Teuku Raja Irfan Radarma" userId="cf428174-95ba-4576-8554-3a3b8ffa52b7" providerId="ADAL" clId="{A80269FD-1647-41EA-9465-E4829927D3E9}" dt="2025-11-23T13:50:01.983" v="14397" actId="20577"/>
          <ac:spMkLst>
            <pc:docMk/>
            <pc:sldMk cId="3051451500" sldId="306"/>
            <ac:spMk id="2" creationId="{31B9DD37-A529-C0FC-5CA8-591ADC5F0314}"/>
          </ac:spMkLst>
        </pc:spChg>
        <pc:spChg chg="mod">
          <ac:chgData name="Teuku Raja Irfan Radarma" userId="cf428174-95ba-4576-8554-3a3b8ffa52b7" providerId="ADAL" clId="{A80269FD-1647-41EA-9465-E4829927D3E9}" dt="2025-11-16T04:31:46.568" v="4218" actId="403"/>
          <ac:spMkLst>
            <pc:docMk/>
            <pc:sldMk cId="3051451500" sldId="306"/>
            <ac:spMk id="4" creationId="{1EBF9B3F-1891-0D88-A0F9-6164A522FA62}"/>
          </ac:spMkLst>
        </pc:spChg>
        <pc:spChg chg="add mod">
          <ac:chgData name="Teuku Raja Irfan Radarma" userId="cf428174-95ba-4576-8554-3a3b8ffa52b7" providerId="ADAL" clId="{A80269FD-1647-41EA-9465-E4829927D3E9}" dt="2025-11-29T10:29:13.086" v="14679" actId="20577"/>
          <ac:spMkLst>
            <pc:docMk/>
            <pc:sldMk cId="3051451500" sldId="306"/>
            <ac:spMk id="6" creationId="{C6007249-6724-8E38-EC48-6E0C4748BD12}"/>
          </ac:spMkLst>
        </pc:spChg>
      </pc:sldChg>
      <pc:sldChg chg="delSp modSp add mod ord">
        <pc:chgData name="Teuku Raja Irfan Radarma" userId="cf428174-95ba-4576-8554-3a3b8ffa52b7" providerId="ADAL" clId="{A80269FD-1647-41EA-9465-E4829927D3E9}" dt="2025-11-29T10:59:28.149" v="15178" actId="20577"/>
        <pc:sldMkLst>
          <pc:docMk/>
          <pc:sldMk cId="4133513380" sldId="310"/>
        </pc:sldMkLst>
        <pc:spChg chg="mod">
          <ac:chgData name="Teuku Raja Irfan Radarma" userId="cf428174-95ba-4576-8554-3a3b8ffa52b7" providerId="ADAL" clId="{A80269FD-1647-41EA-9465-E4829927D3E9}" dt="2025-11-29T10:59:28.149" v="15178" actId="20577"/>
          <ac:spMkLst>
            <pc:docMk/>
            <pc:sldMk cId="4133513380" sldId="310"/>
            <ac:spMk id="2" creationId="{F4204DA2-4008-E351-CEE8-31BD3B9DC7B0}"/>
          </ac:spMkLst>
        </pc:spChg>
        <pc:spChg chg="mod">
          <ac:chgData name="Teuku Raja Irfan Radarma" userId="cf428174-95ba-4576-8554-3a3b8ffa52b7" providerId="ADAL" clId="{A80269FD-1647-41EA-9465-E4829927D3E9}" dt="2025-11-29T10:31:13.348" v="14711" actId="20577"/>
          <ac:spMkLst>
            <pc:docMk/>
            <pc:sldMk cId="4133513380" sldId="310"/>
            <ac:spMk id="3" creationId="{BD9E2BB4-0C99-4A5A-63A6-F98A68A6FA16}"/>
          </ac:spMkLst>
        </pc:spChg>
      </pc:sldChg>
      <pc:sldChg chg="modSp add mod ord">
        <pc:chgData name="Teuku Raja Irfan Radarma" userId="cf428174-95ba-4576-8554-3a3b8ffa52b7" providerId="ADAL" clId="{A80269FD-1647-41EA-9465-E4829927D3E9}" dt="2025-11-29T10:16:04.655" v="14400" actId="20577"/>
        <pc:sldMkLst>
          <pc:docMk/>
          <pc:sldMk cId="62413706" sldId="359"/>
        </pc:sldMkLst>
        <pc:spChg chg="mod">
          <ac:chgData name="Teuku Raja Irfan Radarma" userId="cf428174-95ba-4576-8554-3a3b8ffa52b7" providerId="ADAL" clId="{A80269FD-1647-41EA-9465-E4829927D3E9}" dt="2025-11-22T13:31:38.482" v="10256" actId="27636"/>
          <ac:spMkLst>
            <pc:docMk/>
            <pc:sldMk cId="62413706" sldId="359"/>
            <ac:spMk id="2" creationId="{86D1BB63-4350-72A4-F5A6-7BC05C8ACCEA}"/>
          </ac:spMkLst>
        </pc:spChg>
        <pc:spChg chg="mod">
          <ac:chgData name="Teuku Raja Irfan Radarma" userId="cf428174-95ba-4576-8554-3a3b8ffa52b7" providerId="ADAL" clId="{A80269FD-1647-41EA-9465-E4829927D3E9}" dt="2025-11-29T10:16:04.655" v="14400" actId="20577"/>
          <ac:spMkLst>
            <pc:docMk/>
            <pc:sldMk cId="62413706" sldId="359"/>
            <ac:spMk id="3" creationId="{10DAE108-9E44-567B-9E8A-3F62785A8106}"/>
          </ac:spMkLst>
        </pc:spChg>
      </pc:sldChg>
      <pc:sldChg chg="modSp add mod">
        <pc:chgData name="Teuku Raja Irfan Radarma" userId="cf428174-95ba-4576-8554-3a3b8ffa52b7" providerId="ADAL" clId="{A80269FD-1647-41EA-9465-E4829927D3E9}" dt="2025-11-23T09:43:50.114" v="12712" actId="20577"/>
        <pc:sldMkLst>
          <pc:docMk/>
          <pc:sldMk cId="2404744056" sldId="360"/>
        </pc:sldMkLst>
        <pc:spChg chg="mod">
          <ac:chgData name="Teuku Raja Irfan Radarma" userId="cf428174-95ba-4576-8554-3a3b8ffa52b7" providerId="ADAL" clId="{A80269FD-1647-41EA-9465-E4829927D3E9}" dt="2025-11-22T13:31:49.282" v="10260" actId="27636"/>
          <ac:spMkLst>
            <pc:docMk/>
            <pc:sldMk cId="2404744056" sldId="360"/>
            <ac:spMk id="2" creationId="{92D33C5B-666B-44AF-F5DA-F291DC227033}"/>
          </ac:spMkLst>
        </pc:spChg>
        <pc:spChg chg="mod">
          <ac:chgData name="Teuku Raja Irfan Radarma" userId="cf428174-95ba-4576-8554-3a3b8ffa52b7" providerId="ADAL" clId="{A80269FD-1647-41EA-9465-E4829927D3E9}" dt="2025-11-23T09:43:50.114" v="12712" actId="20577"/>
          <ac:spMkLst>
            <pc:docMk/>
            <pc:sldMk cId="2404744056" sldId="360"/>
            <ac:spMk id="3" creationId="{F8BDAA9C-22C0-D55D-1EF7-51DBED1171A8}"/>
          </ac:spMkLst>
        </pc:spChg>
      </pc:sldChg>
      <pc:sldChg chg="modSp add mod">
        <pc:chgData name="Teuku Raja Irfan Radarma" userId="cf428174-95ba-4576-8554-3a3b8ffa52b7" providerId="ADAL" clId="{A80269FD-1647-41EA-9465-E4829927D3E9}" dt="2025-11-22T13:34:10.716" v="10331" actId="20577"/>
        <pc:sldMkLst>
          <pc:docMk/>
          <pc:sldMk cId="2842273901" sldId="361"/>
        </pc:sldMkLst>
        <pc:spChg chg="mod">
          <ac:chgData name="Teuku Raja Irfan Radarma" userId="cf428174-95ba-4576-8554-3a3b8ffa52b7" providerId="ADAL" clId="{A80269FD-1647-41EA-9465-E4829927D3E9}" dt="2025-11-22T13:32:01.453" v="10262" actId="5793"/>
          <ac:spMkLst>
            <pc:docMk/>
            <pc:sldMk cId="2842273901" sldId="361"/>
            <ac:spMk id="2" creationId="{371AC606-9CA3-A16A-AC54-A351C99D82CC}"/>
          </ac:spMkLst>
        </pc:spChg>
        <pc:spChg chg="mod">
          <ac:chgData name="Teuku Raja Irfan Radarma" userId="cf428174-95ba-4576-8554-3a3b8ffa52b7" providerId="ADAL" clId="{A80269FD-1647-41EA-9465-E4829927D3E9}" dt="2025-11-22T13:34:10.716" v="10331" actId="20577"/>
          <ac:spMkLst>
            <pc:docMk/>
            <pc:sldMk cId="2842273901" sldId="361"/>
            <ac:spMk id="3" creationId="{A873FDAF-A69D-CD40-D4B3-06E89828D610}"/>
          </ac:spMkLst>
        </pc:spChg>
      </pc:sldChg>
      <pc:sldChg chg="modSp add mod">
        <pc:chgData name="Teuku Raja Irfan Radarma" userId="cf428174-95ba-4576-8554-3a3b8ffa52b7" providerId="ADAL" clId="{A80269FD-1647-41EA-9465-E4829927D3E9}" dt="2025-11-29T10:16:28.783" v="14407"/>
        <pc:sldMkLst>
          <pc:docMk/>
          <pc:sldMk cId="2948661724" sldId="362"/>
        </pc:sldMkLst>
        <pc:spChg chg="mod">
          <ac:chgData name="Teuku Raja Irfan Radarma" userId="cf428174-95ba-4576-8554-3a3b8ffa52b7" providerId="ADAL" clId="{A80269FD-1647-41EA-9465-E4829927D3E9}" dt="2025-11-29T10:16:28.783" v="14407"/>
          <ac:spMkLst>
            <pc:docMk/>
            <pc:sldMk cId="2948661724" sldId="362"/>
            <ac:spMk id="2" creationId="{1F5DF6D6-8F52-BE2D-5E23-48D0F43EDCEB}"/>
          </ac:spMkLst>
        </pc:spChg>
        <pc:spChg chg="mod">
          <ac:chgData name="Teuku Raja Irfan Radarma" userId="cf428174-95ba-4576-8554-3a3b8ffa52b7" providerId="ADAL" clId="{A80269FD-1647-41EA-9465-E4829927D3E9}" dt="2025-11-29T10:16:11.397" v="14406" actId="20577"/>
          <ac:spMkLst>
            <pc:docMk/>
            <pc:sldMk cId="2948661724" sldId="362"/>
            <ac:spMk id="3" creationId="{69551409-D9D6-781E-9386-25124D216DAF}"/>
          </ac:spMkLst>
        </pc:spChg>
      </pc:sldChg>
      <pc:sldChg chg="addSp modSp new mod">
        <pc:chgData name="Teuku Raja Irfan Radarma" userId="cf428174-95ba-4576-8554-3a3b8ffa52b7" providerId="ADAL" clId="{A80269FD-1647-41EA-9465-E4829927D3E9}" dt="2025-11-22T13:39:05.849" v="10400" actId="1076"/>
        <pc:sldMkLst>
          <pc:docMk/>
          <pc:sldMk cId="1044276249" sldId="363"/>
        </pc:sldMkLst>
        <pc:spChg chg="mod">
          <ac:chgData name="Teuku Raja Irfan Radarma" userId="cf428174-95ba-4576-8554-3a3b8ffa52b7" providerId="ADAL" clId="{A80269FD-1647-41EA-9465-E4829927D3E9}" dt="2025-11-22T13:36:32.370" v="10359"/>
          <ac:spMkLst>
            <pc:docMk/>
            <pc:sldMk cId="1044276249" sldId="363"/>
            <ac:spMk id="2" creationId="{A125681A-45A2-7128-DE7A-C52014C27119}"/>
          </ac:spMkLst>
        </pc:spChg>
        <pc:spChg chg="add mod">
          <ac:chgData name="Teuku Raja Irfan Radarma" userId="cf428174-95ba-4576-8554-3a3b8ffa52b7" providerId="ADAL" clId="{A80269FD-1647-41EA-9465-E4829927D3E9}" dt="2025-11-22T13:39:05.849" v="10400" actId="1076"/>
          <ac:spMkLst>
            <pc:docMk/>
            <pc:sldMk cId="1044276249" sldId="363"/>
            <ac:spMk id="6" creationId="{00CA8178-C5D9-B7AC-2EB9-8CAE37EAAF27}"/>
          </ac:spMkLst>
        </pc:spChg>
      </pc:sldChg>
      <pc:sldChg chg="addSp delSp modSp add mod">
        <pc:chgData name="Teuku Raja Irfan Radarma" userId="cf428174-95ba-4576-8554-3a3b8ffa52b7" providerId="ADAL" clId="{A80269FD-1647-41EA-9465-E4829927D3E9}" dt="2025-11-29T10:32:26.062" v="14738" actId="6549"/>
        <pc:sldMkLst>
          <pc:docMk/>
          <pc:sldMk cId="3369179900" sldId="364"/>
        </pc:sldMkLst>
        <pc:spChg chg="mod">
          <ac:chgData name="Teuku Raja Irfan Radarma" userId="cf428174-95ba-4576-8554-3a3b8ffa52b7" providerId="ADAL" clId="{A80269FD-1647-41EA-9465-E4829927D3E9}" dt="2025-11-29T10:32:14.624" v="14736" actId="20577"/>
          <ac:spMkLst>
            <pc:docMk/>
            <pc:sldMk cId="3369179900" sldId="364"/>
            <ac:spMk id="2" creationId="{9355AC7A-A396-196D-64A6-0D798170A028}"/>
          </ac:spMkLst>
        </pc:spChg>
        <pc:spChg chg="mod">
          <ac:chgData name="Teuku Raja Irfan Radarma" userId="cf428174-95ba-4576-8554-3a3b8ffa52b7" providerId="ADAL" clId="{A80269FD-1647-41EA-9465-E4829927D3E9}" dt="2025-11-29T10:32:26.062" v="14738" actId="6549"/>
          <ac:spMkLst>
            <pc:docMk/>
            <pc:sldMk cId="3369179900" sldId="364"/>
            <ac:spMk id="6" creationId="{DA02822E-99EC-C2AA-3F8B-FB9F20D07F69}"/>
          </ac:spMkLst>
        </pc:spChg>
      </pc:sldChg>
      <pc:sldChg chg="addSp modSp add del mod">
        <pc:chgData name="Teuku Raja Irfan Radarma" userId="cf428174-95ba-4576-8554-3a3b8ffa52b7" providerId="ADAL" clId="{A80269FD-1647-41EA-9465-E4829927D3E9}" dt="2025-11-29T10:25:30.677" v="14632" actId="1076"/>
        <pc:sldMkLst>
          <pc:docMk/>
          <pc:sldMk cId="3887449466" sldId="374"/>
        </pc:sldMkLst>
        <pc:spChg chg="mod">
          <ac:chgData name="Teuku Raja Irfan Radarma" userId="cf428174-95ba-4576-8554-3a3b8ffa52b7" providerId="ADAL" clId="{A80269FD-1647-41EA-9465-E4829927D3E9}" dt="2025-11-29T10:18:36.236" v="14463" actId="20577"/>
          <ac:spMkLst>
            <pc:docMk/>
            <pc:sldMk cId="3887449466" sldId="374"/>
            <ac:spMk id="2" creationId="{2EFF2390-A351-2BC1-BB12-FE12FE55FE51}"/>
          </ac:spMkLst>
        </pc:spChg>
        <pc:spChg chg="mod">
          <ac:chgData name="Teuku Raja Irfan Radarma" userId="cf428174-95ba-4576-8554-3a3b8ffa52b7" providerId="ADAL" clId="{A80269FD-1647-41EA-9465-E4829927D3E9}" dt="2025-11-29T10:25:18.247" v="14627" actId="20577"/>
          <ac:spMkLst>
            <pc:docMk/>
            <pc:sldMk cId="3887449466" sldId="374"/>
            <ac:spMk id="4" creationId="{5DFB2A37-0B4B-405A-2CAA-C05F9F347F73}"/>
          </ac:spMkLst>
        </pc:spChg>
        <pc:picChg chg="add mod">
          <ac:chgData name="Teuku Raja Irfan Radarma" userId="cf428174-95ba-4576-8554-3a3b8ffa52b7" providerId="ADAL" clId="{A80269FD-1647-41EA-9465-E4829927D3E9}" dt="2025-11-29T10:25:30.677" v="14632" actId="1076"/>
          <ac:picMkLst>
            <pc:docMk/>
            <pc:sldMk cId="3887449466" sldId="374"/>
            <ac:picMk id="6" creationId="{B8F47FCE-39A0-F05E-665A-90026BC87EDD}"/>
          </ac:picMkLst>
        </pc:picChg>
      </pc:sldChg>
      <pc:sldChg chg="modSp new mod">
        <pc:chgData name="Teuku Raja Irfan Radarma" userId="cf428174-95ba-4576-8554-3a3b8ffa52b7" providerId="ADAL" clId="{A80269FD-1647-41EA-9465-E4829927D3E9}" dt="2025-11-23T09:48:23.658" v="12942" actId="14100"/>
        <pc:sldMkLst>
          <pc:docMk/>
          <pc:sldMk cId="3681168979" sldId="375"/>
        </pc:sldMkLst>
        <pc:spChg chg="mod">
          <ac:chgData name="Teuku Raja Irfan Radarma" userId="cf428174-95ba-4576-8554-3a3b8ffa52b7" providerId="ADAL" clId="{A80269FD-1647-41EA-9465-E4829927D3E9}" dt="2025-11-23T09:48:20.393" v="12939" actId="14100"/>
          <ac:spMkLst>
            <pc:docMk/>
            <pc:sldMk cId="3681168979" sldId="375"/>
            <ac:spMk id="2" creationId="{364633BB-D74D-FC4C-AE63-46D0CE85E220}"/>
          </ac:spMkLst>
        </pc:spChg>
        <pc:spChg chg="mod">
          <ac:chgData name="Teuku Raja Irfan Radarma" userId="cf428174-95ba-4576-8554-3a3b8ffa52b7" providerId="ADAL" clId="{A80269FD-1647-41EA-9465-E4829927D3E9}" dt="2025-11-23T09:48:23.658" v="12942" actId="14100"/>
          <ac:spMkLst>
            <pc:docMk/>
            <pc:sldMk cId="3681168979" sldId="375"/>
            <ac:spMk id="3" creationId="{F434CB59-B9B2-408E-598F-1718021403D3}"/>
          </ac:spMkLst>
        </pc:spChg>
      </pc:sldChg>
      <pc:sldChg chg="addSp modSp mod">
        <pc:chgData name="Teuku Raja Irfan Radarma" userId="cf428174-95ba-4576-8554-3a3b8ffa52b7" providerId="ADAL" clId="{A80269FD-1647-41EA-9465-E4829927D3E9}" dt="2025-11-29T10:43:27.610" v="15014" actId="113"/>
        <pc:sldMkLst>
          <pc:docMk/>
          <pc:sldMk cId="24033230" sldId="393"/>
        </pc:sldMkLst>
        <pc:spChg chg="mod">
          <ac:chgData name="Teuku Raja Irfan Radarma" userId="cf428174-95ba-4576-8554-3a3b8ffa52b7" providerId="ADAL" clId="{A80269FD-1647-41EA-9465-E4829927D3E9}" dt="2025-11-29T10:42:55.593" v="14970"/>
          <ac:spMkLst>
            <pc:docMk/>
            <pc:sldMk cId="24033230" sldId="393"/>
            <ac:spMk id="2" creationId="{A2759546-00F4-91AC-B27E-4F3C0E8C95B5}"/>
          </ac:spMkLst>
        </pc:spChg>
        <pc:spChg chg="mod">
          <ac:chgData name="Teuku Raja Irfan Radarma" userId="cf428174-95ba-4576-8554-3a3b8ffa52b7" providerId="ADAL" clId="{A80269FD-1647-41EA-9465-E4829927D3E9}" dt="2025-11-29T10:43:27.610" v="15014" actId="113"/>
          <ac:spMkLst>
            <pc:docMk/>
            <pc:sldMk cId="24033230" sldId="393"/>
            <ac:spMk id="6" creationId="{36C0195D-953D-4709-0ADE-D3B79ED3FD8F}"/>
          </ac:spMkLst>
        </pc:spChg>
      </pc:sldChg>
      <pc:sldChg chg="addSp modSp mod">
        <pc:chgData name="Teuku Raja Irfan Radarma" userId="cf428174-95ba-4576-8554-3a3b8ffa52b7" providerId="ADAL" clId="{A80269FD-1647-41EA-9465-E4829927D3E9}" dt="2025-11-29T10:55:19.326" v="15128" actId="1076"/>
        <pc:sldMkLst>
          <pc:docMk/>
          <pc:sldMk cId="672625704" sldId="398"/>
        </pc:sldMkLst>
        <pc:spChg chg="mod">
          <ac:chgData name="Teuku Raja Irfan Radarma" userId="cf428174-95ba-4576-8554-3a3b8ffa52b7" providerId="ADAL" clId="{A80269FD-1647-41EA-9465-E4829927D3E9}" dt="2025-11-29T10:53:52.853" v="15109" actId="20577"/>
          <ac:spMkLst>
            <pc:docMk/>
            <pc:sldMk cId="672625704" sldId="398"/>
            <ac:spMk id="2" creationId="{9E362D16-BA3B-9BC0-5577-7BE2AB2C741F}"/>
          </ac:spMkLst>
        </pc:spChg>
        <pc:spChg chg="add mod">
          <ac:chgData name="Teuku Raja Irfan Radarma" userId="cf428174-95ba-4576-8554-3a3b8ffa52b7" providerId="ADAL" clId="{A80269FD-1647-41EA-9465-E4829927D3E9}" dt="2025-11-29T10:55:19.326" v="15128" actId="1076"/>
          <ac:spMkLst>
            <pc:docMk/>
            <pc:sldMk cId="672625704" sldId="398"/>
            <ac:spMk id="3" creationId="{C727AD68-8FF3-745F-5215-0C8910CF38E5}"/>
          </ac:spMkLst>
        </pc:spChg>
        <pc:spChg chg="mod">
          <ac:chgData name="Teuku Raja Irfan Radarma" userId="cf428174-95ba-4576-8554-3a3b8ffa52b7" providerId="ADAL" clId="{A80269FD-1647-41EA-9465-E4829927D3E9}" dt="2025-11-29T10:54:47.070" v="15119" actId="12"/>
          <ac:spMkLst>
            <pc:docMk/>
            <pc:sldMk cId="672625704" sldId="398"/>
            <ac:spMk id="6" creationId="{7ED1D741-3A93-39E9-DE3A-C19DA2862C88}"/>
          </ac:spMkLst>
        </pc:spChg>
      </pc:sldChg>
      <pc:sldChg chg="modSp add mod">
        <pc:chgData name="Teuku Raja Irfan Radarma" userId="cf428174-95ba-4576-8554-3a3b8ffa52b7" providerId="ADAL" clId="{A80269FD-1647-41EA-9465-E4829927D3E9}" dt="2025-11-29T10:17:17.766" v="14414" actId="113"/>
        <pc:sldMkLst>
          <pc:docMk/>
          <pc:sldMk cId="2416570866" sldId="399"/>
        </pc:sldMkLst>
        <pc:spChg chg="mod">
          <ac:chgData name="Teuku Raja Irfan Radarma" userId="cf428174-95ba-4576-8554-3a3b8ffa52b7" providerId="ADAL" clId="{A80269FD-1647-41EA-9465-E4829927D3E9}" dt="2025-11-29T10:17:17.766" v="14414" actId="113"/>
          <ac:spMkLst>
            <pc:docMk/>
            <pc:sldMk cId="2416570866" sldId="399"/>
            <ac:spMk id="3" creationId="{F046738E-7344-0C31-9948-55917495D174}"/>
          </ac:spMkLst>
        </pc:spChg>
      </pc:sldChg>
      <pc:sldChg chg="addSp modSp add mod">
        <pc:chgData name="Teuku Raja Irfan Radarma" userId="cf428174-95ba-4576-8554-3a3b8ffa52b7" providerId="ADAL" clId="{A80269FD-1647-41EA-9465-E4829927D3E9}" dt="2025-11-29T10:57:28.740" v="15137" actId="113"/>
        <pc:sldMkLst>
          <pc:docMk/>
          <pc:sldMk cId="53942385" sldId="400"/>
        </pc:sldMkLst>
        <pc:spChg chg="mod">
          <ac:chgData name="Teuku Raja Irfan Radarma" userId="cf428174-95ba-4576-8554-3a3b8ffa52b7" providerId="ADAL" clId="{A80269FD-1647-41EA-9465-E4829927D3E9}" dt="2025-11-29T10:57:19.571" v="15134"/>
          <ac:spMkLst>
            <pc:docMk/>
            <pc:sldMk cId="53942385" sldId="400"/>
            <ac:spMk id="2" creationId="{D7021ED3-5C7C-A49C-FB7B-82EDA5CA7137}"/>
          </ac:spMkLst>
        </pc:spChg>
        <pc:spChg chg="mod">
          <ac:chgData name="Teuku Raja Irfan Radarma" userId="cf428174-95ba-4576-8554-3a3b8ffa52b7" providerId="ADAL" clId="{A80269FD-1647-41EA-9465-E4829927D3E9}" dt="2025-11-29T10:57:28.740" v="15137" actId="113"/>
          <ac:spMkLst>
            <pc:docMk/>
            <pc:sldMk cId="53942385" sldId="400"/>
            <ac:spMk id="6" creationId="{8821C5D5-FFE8-0601-1EC5-1A9B783E34F0}"/>
          </ac:spMkLst>
        </pc:spChg>
      </pc:sldChg>
      <pc:sldChg chg="addSp modSp add mod">
        <pc:chgData name="Teuku Raja Irfan Radarma" userId="cf428174-95ba-4576-8554-3a3b8ffa52b7" providerId="ADAL" clId="{A80269FD-1647-41EA-9465-E4829927D3E9}" dt="2025-11-29T10:18:03.621" v="14443" actId="6549"/>
        <pc:sldMkLst>
          <pc:docMk/>
          <pc:sldMk cId="4130794792" sldId="401"/>
        </pc:sldMkLst>
        <pc:spChg chg="mod">
          <ac:chgData name="Teuku Raja Irfan Radarma" userId="cf428174-95ba-4576-8554-3a3b8ffa52b7" providerId="ADAL" clId="{A80269FD-1647-41EA-9465-E4829927D3E9}" dt="2025-11-29T10:18:03.621" v="14443" actId="6549"/>
          <ac:spMkLst>
            <pc:docMk/>
            <pc:sldMk cId="4130794792" sldId="401"/>
            <ac:spMk id="6" creationId="{1931FF4C-4A90-6E3E-5469-5CCEE66BD977}"/>
          </ac:spMkLst>
        </pc:spChg>
      </pc:sldChg>
      <pc:sldChg chg="addSp modSp add mod">
        <pc:chgData name="Teuku Raja Irfan Radarma" userId="cf428174-95ba-4576-8554-3a3b8ffa52b7" providerId="ADAL" clId="{A80269FD-1647-41EA-9465-E4829927D3E9}" dt="2025-11-29T10:35:49.266" v="14825" actId="20577"/>
        <pc:sldMkLst>
          <pc:docMk/>
          <pc:sldMk cId="1406115806" sldId="402"/>
        </pc:sldMkLst>
        <pc:spChg chg="mod">
          <ac:chgData name="Teuku Raja Irfan Radarma" userId="cf428174-95ba-4576-8554-3a3b8ffa52b7" providerId="ADAL" clId="{A80269FD-1647-41EA-9465-E4829927D3E9}" dt="2025-11-29T10:34:19.075" v="14766" actId="20577"/>
          <ac:spMkLst>
            <pc:docMk/>
            <pc:sldMk cId="1406115806" sldId="402"/>
            <ac:spMk id="2" creationId="{44503ED3-F04E-3FF3-FE7C-177F32CED5BA}"/>
          </ac:spMkLst>
        </pc:spChg>
        <pc:spChg chg="mod">
          <ac:chgData name="Teuku Raja Irfan Radarma" userId="cf428174-95ba-4576-8554-3a3b8ffa52b7" providerId="ADAL" clId="{A80269FD-1647-41EA-9465-E4829927D3E9}" dt="2025-11-29T10:35:49.266" v="14825" actId="20577"/>
          <ac:spMkLst>
            <pc:docMk/>
            <pc:sldMk cId="1406115806" sldId="402"/>
            <ac:spMk id="6" creationId="{5F5878D7-1A1A-AC67-0BE8-90075C8298FE}"/>
          </ac:spMkLst>
        </pc:spChg>
      </pc:sldChg>
      <pc:sldChg chg="addSp modSp add mod">
        <pc:chgData name="Teuku Raja Irfan Radarma" userId="cf428174-95ba-4576-8554-3a3b8ffa52b7" providerId="ADAL" clId="{A80269FD-1647-41EA-9465-E4829927D3E9}" dt="2025-11-29T10:44:09.925" v="15020" actId="108"/>
        <pc:sldMkLst>
          <pc:docMk/>
          <pc:sldMk cId="992091417" sldId="405"/>
        </pc:sldMkLst>
        <pc:spChg chg="mod">
          <ac:chgData name="Teuku Raja Irfan Radarma" userId="cf428174-95ba-4576-8554-3a3b8ffa52b7" providerId="ADAL" clId="{A80269FD-1647-41EA-9465-E4829927D3E9}" dt="2025-11-29T10:35:52.464" v="14826" actId="20577"/>
          <ac:spMkLst>
            <pc:docMk/>
            <pc:sldMk cId="992091417" sldId="405"/>
            <ac:spMk id="2" creationId="{9425A933-B29C-ADB9-B235-70E2CB6CBD8A}"/>
          </ac:spMkLst>
        </pc:spChg>
        <pc:spChg chg="mod">
          <ac:chgData name="Teuku Raja Irfan Radarma" userId="cf428174-95ba-4576-8554-3a3b8ffa52b7" providerId="ADAL" clId="{A80269FD-1647-41EA-9465-E4829927D3E9}" dt="2025-11-29T10:44:09.925" v="15020" actId="108"/>
          <ac:spMkLst>
            <pc:docMk/>
            <pc:sldMk cId="992091417" sldId="405"/>
            <ac:spMk id="6" creationId="{C599779B-FF6A-25B7-698D-26C7C1F9BA98}"/>
          </ac:spMkLst>
        </pc:spChg>
      </pc:sldChg>
      <pc:sldChg chg="modSp add mod">
        <pc:chgData name="Teuku Raja Irfan Radarma" userId="cf428174-95ba-4576-8554-3a3b8ffa52b7" providerId="ADAL" clId="{A80269FD-1647-41EA-9465-E4829927D3E9}" dt="2025-11-29T10:44:19.853" v="15022" actId="113"/>
        <pc:sldMkLst>
          <pc:docMk/>
          <pc:sldMk cId="2484617555" sldId="406"/>
        </pc:sldMkLst>
        <pc:spChg chg="mod">
          <ac:chgData name="Teuku Raja Irfan Radarma" userId="cf428174-95ba-4576-8554-3a3b8ffa52b7" providerId="ADAL" clId="{A80269FD-1647-41EA-9465-E4829927D3E9}" dt="2025-11-29T10:44:19.853" v="15022" actId="113"/>
          <ac:spMkLst>
            <pc:docMk/>
            <pc:sldMk cId="2484617555" sldId="406"/>
            <ac:spMk id="6" creationId="{60959673-656B-BE3F-FBE4-2E3283C3DA1E}"/>
          </ac:spMkLst>
        </pc:spChg>
      </pc:sldChg>
      <pc:sldChg chg="addSp modSp add mod">
        <pc:chgData name="Teuku Raja Irfan Radarma" userId="cf428174-95ba-4576-8554-3a3b8ffa52b7" providerId="ADAL" clId="{A80269FD-1647-41EA-9465-E4829927D3E9}" dt="2025-11-29T10:52:48.694" v="15104" actId="14100"/>
        <pc:sldMkLst>
          <pc:docMk/>
          <pc:sldMk cId="2846676278" sldId="407"/>
        </pc:sldMkLst>
        <pc:spChg chg="mod">
          <ac:chgData name="Teuku Raja Irfan Radarma" userId="cf428174-95ba-4576-8554-3a3b8ffa52b7" providerId="ADAL" clId="{A80269FD-1647-41EA-9465-E4829927D3E9}" dt="2025-11-29T10:45:51.245" v="15043" actId="1076"/>
          <ac:spMkLst>
            <pc:docMk/>
            <pc:sldMk cId="2846676278" sldId="407"/>
            <ac:spMk id="2" creationId="{52336892-564E-45A8-D6B9-B9CA2FF11FC1}"/>
          </ac:spMkLst>
        </pc:spChg>
        <pc:spChg chg="add mod">
          <ac:chgData name="Teuku Raja Irfan Radarma" userId="cf428174-95ba-4576-8554-3a3b8ffa52b7" providerId="ADAL" clId="{A80269FD-1647-41EA-9465-E4829927D3E9}" dt="2025-11-29T10:52:48.694" v="15104" actId="14100"/>
          <ac:spMkLst>
            <pc:docMk/>
            <pc:sldMk cId="2846676278" sldId="407"/>
            <ac:spMk id="3" creationId="{D9A3C663-8465-6034-41AC-A371C8178E84}"/>
          </ac:spMkLst>
        </pc:spChg>
        <pc:spChg chg="mod">
          <ac:chgData name="Teuku Raja Irfan Radarma" userId="cf428174-95ba-4576-8554-3a3b8ffa52b7" providerId="ADAL" clId="{A80269FD-1647-41EA-9465-E4829927D3E9}" dt="2025-11-29T10:52:16.183" v="15091" actId="20577"/>
          <ac:spMkLst>
            <pc:docMk/>
            <pc:sldMk cId="2846676278" sldId="407"/>
            <ac:spMk id="6" creationId="{37314925-FA7C-A108-6B5F-42560E8C65F0}"/>
          </ac:spMkLst>
        </pc:spChg>
      </pc:sldChg>
      <pc:sldChg chg="modSp add mod">
        <pc:chgData name="Teuku Raja Irfan Radarma" userId="cf428174-95ba-4576-8554-3a3b8ffa52b7" providerId="ADAL" clId="{A80269FD-1647-41EA-9465-E4829927D3E9}" dt="2025-11-29T10:46:28.030" v="15056" actId="113"/>
        <pc:sldMkLst>
          <pc:docMk/>
          <pc:sldMk cId="2340584467" sldId="408"/>
        </pc:sldMkLst>
        <pc:spChg chg="mod">
          <ac:chgData name="Teuku Raja Irfan Radarma" userId="cf428174-95ba-4576-8554-3a3b8ffa52b7" providerId="ADAL" clId="{A80269FD-1647-41EA-9465-E4829927D3E9}" dt="2025-11-29T10:46:17.411" v="15049" actId="14100"/>
          <ac:spMkLst>
            <pc:docMk/>
            <pc:sldMk cId="2340584467" sldId="408"/>
            <ac:spMk id="2" creationId="{AB385069-0EC0-AB48-E25B-7C56842F9481}"/>
          </ac:spMkLst>
        </pc:spChg>
        <pc:spChg chg="mod">
          <ac:chgData name="Teuku Raja Irfan Radarma" userId="cf428174-95ba-4576-8554-3a3b8ffa52b7" providerId="ADAL" clId="{A80269FD-1647-41EA-9465-E4829927D3E9}" dt="2025-11-29T10:46:28.030" v="15056" actId="113"/>
          <ac:spMkLst>
            <pc:docMk/>
            <pc:sldMk cId="2340584467" sldId="408"/>
            <ac:spMk id="6" creationId="{0B998E60-0C1D-E584-006F-34B2827DD017}"/>
          </ac:spMkLst>
        </pc:spChg>
      </pc:sldChg>
      <pc:sldChg chg="modSp add mod">
        <pc:chgData name="Teuku Raja Irfan Radarma" userId="cf428174-95ba-4576-8554-3a3b8ffa52b7" providerId="ADAL" clId="{A80269FD-1647-41EA-9465-E4829927D3E9}" dt="2025-11-29T10:47:10.387" v="15062" actId="113"/>
        <pc:sldMkLst>
          <pc:docMk/>
          <pc:sldMk cId="2057318610" sldId="409"/>
        </pc:sldMkLst>
        <pc:spChg chg="mod">
          <ac:chgData name="Teuku Raja Irfan Radarma" userId="cf428174-95ba-4576-8554-3a3b8ffa52b7" providerId="ADAL" clId="{A80269FD-1647-41EA-9465-E4829927D3E9}" dt="2025-11-29T10:47:00.711" v="15058"/>
          <ac:spMkLst>
            <pc:docMk/>
            <pc:sldMk cId="2057318610" sldId="409"/>
            <ac:spMk id="2" creationId="{6875DD2F-B6A1-DBE6-C0C1-0EB653860BDB}"/>
          </ac:spMkLst>
        </pc:spChg>
        <pc:spChg chg="mod">
          <ac:chgData name="Teuku Raja Irfan Radarma" userId="cf428174-95ba-4576-8554-3a3b8ffa52b7" providerId="ADAL" clId="{A80269FD-1647-41EA-9465-E4829927D3E9}" dt="2025-11-29T10:47:10.387" v="15062" actId="113"/>
          <ac:spMkLst>
            <pc:docMk/>
            <pc:sldMk cId="2057318610" sldId="409"/>
            <ac:spMk id="6" creationId="{A7C0E0F7-83FA-90A5-8E55-828153DE171F}"/>
          </ac:spMkLst>
        </pc:spChg>
      </pc:sldChg>
      <pc:sldChg chg="addSp modSp add mod">
        <pc:chgData name="Teuku Raja Irfan Radarma" userId="cf428174-95ba-4576-8554-3a3b8ffa52b7" providerId="ADAL" clId="{A80269FD-1647-41EA-9465-E4829927D3E9}" dt="2025-11-29T10:52:05.079" v="15087" actId="14100"/>
        <pc:sldMkLst>
          <pc:docMk/>
          <pc:sldMk cId="4907323" sldId="410"/>
        </pc:sldMkLst>
        <pc:spChg chg="mod">
          <ac:chgData name="Teuku Raja Irfan Radarma" userId="cf428174-95ba-4576-8554-3a3b8ffa52b7" providerId="ADAL" clId="{A80269FD-1647-41EA-9465-E4829927D3E9}" dt="2025-11-29T10:48:32.160" v="15065"/>
          <ac:spMkLst>
            <pc:docMk/>
            <pc:sldMk cId="4907323" sldId="410"/>
            <ac:spMk id="2" creationId="{24D1ADBF-CD5B-5FC2-368F-9E5D74BD1813}"/>
          </ac:spMkLst>
        </pc:spChg>
        <pc:spChg chg="add mod">
          <ac:chgData name="Teuku Raja Irfan Radarma" userId="cf428174-95ba-4576-8554-3a3b8ffa52b7" providerId="ADAL" clId="{A80269FD-1647-41EA-9465-E4829927D3E9}" dt="2025-11-29T10:52:05.079" v="15087" actId="14100"/>
          <ac:spMkLst>
            <pc:docMk/>
            <pc:sldMk cId="4907323" sldId="410"/>
            <ac:spMk id="3" creationId="{B9ED0B6A-4CDC-924F-0EB0-E7AC226CA317}"/>
          </ac:spMkLst>
        </pc:spChg>
        <pc:spChg chg="mod">
          <ac:chgData name="Teuku Raja Irfan Radarma" userId="cf428174-95ba-4576-8554-3a3b8ffa52b7" providerId="ADAL" clId="{A80269FD-1647-41EA-9465-E4829927D3E9}" dt="2025-11-29T10:51:33" v="15077" actId="20577"/>
          <ac:spMkLst>
            <pc:docMk/>
            <pc:sldMk cId="4907323" sldId="410"/>
            <ac:spMk id="6" creationId="{E4D48E91-662A-9913-1E8A-3995953D01E4}"/>
          </ac:spMkLst>
        </pc:spChg>
      </pc:sldChg>
      <pc:sldChg chg="modSp add mod">
        <pc:chgData name="Teuku Raja Irfan Radarma" userId="cf428174-95ba-4576-8554-3a3b8ffa52b7" providerId="ADAL" clId="{A80269FD-1647-41EA-9465-E4829927D3E9}" dt="2025-11-29T10:54:08.512" v="15113" actId="1076"/>
        <pc:sldMkLst>
          <pc:docMk/>
          <pc:sldMk cId="1929889162" sldId="411"/>
        </pc:sldMkLst>
        <pc:spChg chg="mod">
          <ac:chgData name="Teuku Raja Irfan Radarma" userId="cf428174-95ba-4576-8554-3a3b8ffa52b7" providerId="ADAL" clId="{A80269FD-1647-41EA-9465-E4829927D3E9}" dt="2025-11-29T10:54:03.457" v="15112" actId="14100"/>
          <ac:spMkLst>
            <pc:docMk/>
            <pc:sldMk cId="1929889162" sldId="411"/>
            <ac:spMk id="2" creationId="{A37C4935-3B69-30B7-A980-74F5B398D1CD}"/>
          </ac:spMkLst>
        </pc:spChg>
        <pc:spChg chg="mod">
          <ac:chgData name="Teuku Raja Irfan Radarma" userId="cf428174-95ba-4576-8554-3a3b8ffa52b7" providerId="ADAL" clId="{A80269FD-1647-41EA-9465-E4829927D3E9}" dt="2025-11-29T10:54:08.512" v="15113" actId="1076"/>
          <ac:spMkLst>
            <pc:docMk/>
            <pc:sldMk cId="1929889162" sldId="411"/>
            <ac:spMk id="6" creationId="{7087390C-D122-9A06-DC53-975FCAF5658C}"/>
          </ac:spMkLst>
        </pc:spChg>
        <pc:spChg chg="mod">
          <ac:chgData name="Teuku Raja Irfan Radarma" userId="cf428174-95ba-4576-8554-3a3b8ffa52b7" providerId="ADAL" clId="{A80269FD-1647-41EA-9465-E4829927D3E9}" dt="2025-11-29T10:54:08.512" v="15113" actId="1076"/>
          <ac:spMkLst>
            <pc:docMk/>
            <pc:sldMk cId="1929889162" sldId="411"/>
            <ac:spMk id="7" creationId="{E666EBE3-634C-1F44-1CEB-BEFBA5353C53}"/>
          </ac:spMkLst>
        </pc:spChg>
        <pc:spChg chg="mod">
          <ac:chgData name="Teuku Raja Irfan Radarma" userId="cf428174-95ba-4576-8554-3a3b8ffa52b7" providerId="ADAL" clId="{A80269FD-1647-41EA-9465-E4829927D3E9}" dt="2025-11-29T10:54:08.512" v="15113" actId="1076"/>
          <ac:spMkLst>
            <pc:docMk/>
            <pc:sldMk cId="1929889162" sldId="411"/>
            <ac:spMk id="10" creationId="{57B63BB8-A8DA-8D0C-5E0D-059A53843E3C}"/>
          </ac:spMkLst>
        </pc:spChg>
        <pc:spChg chg="mod">
          <ac:chgData name="Teuku Raja Irfan Radarma" userId="cf428174-95ba-4576-8554-3a3b8ffa52b7" providerId="ADAL" clId="{A80269FD-1647-41EA-9465-E4829927D3E9}" dt="2025-11-29T10:54:08.512" v="15113" actId="1076"/>
          <ac:spMkLst>
            <pc:docMk/>
            <pc:sldMk cId="1929889162" sldId="411"/>
            <ac:spMk id="11" creationId="{7BD97981-12FE-FE95-BE3A-19B986D963BD}"/>
          </ac:spMkLst>
        </pc:spChg>
        <pc:spChg chg="mod">
          <ac:chgData name="Teuku Raja Irfan Radarma" userId="cf428174-95ba-4576-8554-3a3b8ffa52b7" providerId="ADAL" clId="{A80269FD-1647-41EA-9465-E4829927D3E9}" dt="2025-11-29T10:54:08.512" v="15113" actId="1076"/>
          <ac:spMkLst>
            <pc:docMk/>
            <pc:sldMk cId="1929889162" sldId="411"/>
            <ac:spMk id="12" creationId="{BAA18635-09E8-DD82-4258-DB7A2819D248}"/>
          </ac:spMkLst>
        </pc:spChg>
        <pc:spChg chg="mod">
          <ac:chgData name="Teuku Raja Irfan Radarma" userId="cf428174-95ba-4576-8554-3a3b8ffa52b7" providerId="ADAL" clId="{A80269FD-1647-41EA-9465-E4829927D3E9}" dt="2025-11-29T10:54:08.512" v="15113" actId="1076"/>
          <ac:spMkLst>
            <pc:docMk/>
            <pc:sldMk cId="1929889162" sldId="411"/>
            <ac:spMk id="20" creationId="{6BC77BE0-6202-E486-3034-3E3ECC3C64E9}"/>
          </ac:spMkLst>
        </pc:spChg>
        <pc:spChg chg="mod">
          <ac:chgData name="Teuku Raja Irfan Radarma" userId="cf428174-95ba-4576-8554-3a3b8ffa52b7" providerId="ADAL" clId="{A80269FD-1647-41EA-9465-E4829927D3E9}" dt="2025-11-29T10:54:08.512" v="15113" actId="1076"/>
          <ac:spMkLst>
            <pc:docMk/>
            <pc:sldMk cId="1929889162" sldId="411"/>
            <ac:spMk id="23" creationId="{3796D5FA-5A0A-B71B-ECD7-05F26E47F454}"/>
          </ac:spMkLst>
        </pc:spChg>
        <pc:spChg chg="mod">
          <ac:chgData name="Teuku Raja Irfan Radarma" userId="cf428174-95ba-4576-8554-3a3b8ffa52b7" providerId="ADAL" clId="{A80269FD-1647-41EA-9465-E4829927D3E9}" dt="2025-11-29T10:54:08.512" v="15113" actId="1076"/>
          <ac:spMkLst>
            <pc:docMk/>
            <pc:sldMk cId="1929889162" sldId="411"/>
            <ac:spMk id="24" creationId="{CD4061E7-EEA2-16DE-E7A8-14D39E2300CC}"/>
          </ac:spMkLst>
        </pc:spChg>
        <pc:spChg chg="mod">
          <ac:chgData name="Teuku Raja Irfan Radarma" userId="cf428174-95ba-4576-8554-3a3b8ffa52b7" providerId="ADAL" clId="{A80269FD-1647-41EA-9465-E4829927D3E9}" dt="2025-11-29T10:54:08.512" v="15113" actId="1076"/>
          <ac:spMkLst>
            <pc:docMk/>
            <pc:sldMk cId="1929889162" sldId="411"/>
            <ac:spMk id="25" creationId="{024D39A3-01CB-7237-4DD9-06D8F2A8877B}"/>
          </ac:spMkLst>
        </pc:spChg>
        <pc:spChg chg="mod">
          <ac:chgData name="Teuku Raja Irfan Radarma" userId="cf428174-95ba-4576-8554-3a3b8ffa52b7" providerId="ADAL" clId="{A80269FD-1647-41EA-9465-E4829927D3E9}" dt="2025-11-29T10:54:08.512" v="15113" actId="1076"/>
          <ac:spMkLst>
            <pc:docMk/>
            <pc:sldMk cId="1929889162" sldId="411"/>
            <ac:spMk id="26" creationId="{C094C064-105E-DA83-14A9-682A90C62C28}"/>
          </ac:spMkLst>
        </pc:spChg>
      </pc:sldChg>
      <pc:sldChg chg="add">
        <pc:chgData name="Teuku Raja Irfan Radarma" userId="cf428174-95ba-4576-8554-3a3b8ffa52b7" providerId="ADAL" clId="{A80269FD-1647-41EA-9465-E4829927D3E9}" dt="2025-11-29T10:53:42.542" v="15106" actId="2890"/>
        <pc:sldMkLst>
          <pc:docMk/>
          <pc:sldMk cId="1460602123" sldId="412"/>
        </pc:sldMkLst>
      </pc:sldChg>
      <pc:sldChg chg="delSp modSp add mod">
        <pc:chgData name="Teuku Raja Irfan Radarma" userId="cf428174-95ba-4576-8554-3a3b8ffa52b7" providerId="ADAL" clId="{A80269FD-1647-41EA-9465-E4829927D3E9}" dt="2025-11-29T10:55:39.246" v="15133" actId="5793"/>
        <pc:sldMkLst>
          <pc:docMk/>
          <pc:sldMk cId="1112028576" sldId="413"/>
        </pc:sldMkLst>
        <pc:spChg chg="mod">
          <ac:chgData name="Teuku Raja Irfan Radarma" userId="cf428174-95ba-4576-8554-3a3b8ffa52b7" providerId="ADAL" clId="{A80269FD-1647-41EA-9465-E4829927D3E9}" dt="2025-11-29T10:55:31.099" v="15130"/>
          <ac:spMkLst>
            <pc:docMk/>
            <pc:sldMk cId="1112028576" sldId="413"/>
            <ac:spMk id="2" creationId="{953B6335-3D5B-481B-88B6-8A247B1BACEB}"/>
          </ac:spMkLst>
        </pc:spChg>
        <pc:spChg chg="mod">
          <ac:chgData name="Teuku Raja Irfan Radarma" userId="cf428174-95ba-4576-8554-3a3b8ffa52b7" providerId="ADAL" clId="{A80269FD-1647-41EA-9465-E4829927D3E9}" dt="2025-11-29T10:55:39.246" v="15133" actId="5793"/>
          <ac:spMkLst>
            <pc:docMk/>
            <pc:sldMk cId="1112028576" sldId="413"/>
            <ac:spMk id="6" creationId="{A7694CCE-F1CC-641A-98F9-50E8787C6E48}"/>
          </ac:spMkLst>
        </pc:spChg>
      </pc:sldChg>
      <pc:sldChg chg="modSp add mod">
        <pc:chgData name="Teuku Raja Irfan Radarma" userId="cf428174-95ba-4576-8554-3a3b8ffa52b7" providerId="ADAL" clId="{A80269FD-1647-41EA-9465-E4829927D3E9}" dt="2025-11-29T10:57:42.625" v="15141" actId="6549"/>
        <pc:sldMkLst>
          <pc:docMk/>
          <pc:sldMk cId="1718121370" sldId="414"/>
        </pc:sldMkLst>
        <pc:spChg chg="mod">
          <ac:chgData name="Teuku Raja Irfan Radarma" userId="cf428174-95ba-4576-8554-3a3b8ffa52b7" providerId="ADAL" clId="{A80269FD-1647-41EA-9465-E4829927D3E9}" dt="2025-11-29T10:57:36.416" v="15139"/>
          <ac:spMkLst>
            <pc:docMk/>
            <pc:sldMk cId="1718121370" sldId="414"/>
            <ac:spMk id="2" creationId="{3EA72357-C22A-3EE4-31A2-11BCEFE18C3A}"/>
          </ac:spMkLst>
        </pc:spChg>
        <pc:spChg chg="mod">
          <ac:chgData name="Teuku Raja Irfan Radarma" userId="cf428174-95ba-4576-8554-3a3b8ffa52b7" providerId="ADAL" clId="{A80269FD-1647-41EA-9465-E4829927D3E9}" dt="2025-11-29T10:57:42.625" v="15141" actId="6549"/>
          <ac:spMkLst>
            <pc:docMk/>
            <pc:sldMk cId="1718121370" sldId="414"/>
            <ac:spMk id="6" creationId="{B4B34834-E26C-0B0D-B300-01F0072F820D}"/>
          </ac:spMkLst>
        </pc:spChg>
      </pc:sldChg>
      <pc:sldChg chg="modSp new mod">
        <pc:chgData name="Teuku Raja Irfan Radarma" userId="cf428174-95ba-4576-8554-3a3b8ffa52b7" providerId="ADAL" clId="{A80269FD-1647-41EA-9465-E4829927D3E9}" dt="2025-11-29T10:58:34.408" v="15171" actId="5793"/>
        <pc:sldMkLst>
          <pc:docMk/>
          <pc:sldMk cId="4252467002" sldId="415"/>
        </pc:sldMkLst>
        <pc:spChg chg="mod">
          <ac:chgData name="Teuku Raja Irfan Radarma" userId="cf428174-95ba-4576-8554-3a3b8ffa52b7" providerId="ADAL" clId="{A80269FD-1647-41EA-9465-E4829927D3E9}" dt="2025-11-29T10:58:31.455" v="15170" actId="20577"/>
          <ac:spMkLst>
            <pc:docMk/>
            <pc:sldMk cId="4252467002" sldId="415"/>
            <ac:spMk id="2" creationId="{C1BDE6C1-96DC-A0A5-4882-2C722D0330F2}"/>
          </ac:spMkLst>
        </pc:spChg>
        <pc:spChg chg="mod">
          <ac:chgData name="Teuku Raja Irfan Radarma" userId="cf428174-95ba-4576-8554-3a3b8ffa52b7" providerId="ADAL" clId="{A80269FD-1647-41EA-9465-E4829927D3E9}" dt="2025-11-29T10:58:34.408" v="15171" actId="5793"/>
          <ac:spMkLst>
            <pc:docMk/>
            <pc:sldMk cId="4252467002" sldId="415"/>
            <ac:spMk id="4" creationId="{CA4A099B-3A64-3C6F-948C-C6F92DB2400A}"/>
          </ac:spMkLst>
        </pc:spChg>
      </pc:sldChg>
      <pc:sldMasterChg chg="modSldLayout">
        <pc:chgData name="Teuku Raja Irfan Radarma" userId="cf428174-95ba-4576-8554-3a3b8ffa52b7" providerId="ADAL" clId="{A80269FD-1647-41EA-9465-E4829927D3E9}" dt="2025-11-09T10:40:41.058" v="1846" actId="20577"/>
        <pc:sldMasterMkLst>
          <pc:docMk/>
          <pc:sldMasterMk cId="856379123" sldId="2147483648"/>
        </pc:sldMasterMkLst>
        <pc:sldLayoutChg chg="modSp mod">
          <pc:chgData name="Teuku Raja Irfan Radarma" userId="cf428174-95ba-4576-8554-3a3b8ffa52b7" providerId="ADAL" clId="{A80269FD-1647-41EA-9465-E4829927D3E9}" dt="2025-11-09T10:40:41.058" v="1846" actId="20577"/>
          <pc:sldLayoutMkLst>
            <pc:docMk/>
            <pc:sldMasterMk cId="856379123" sldId="2147483648"/>
            <pc:sldLayoutMk cId="4051033477" sldId="2147483650"/>
          </pc:sldLayoutMkLst>
          <pc:spChg chg="mod">
            <ac:chgData name="Teuku Raja Irfan Radarma" userId="cf428174-95ba-4576-8554-3a3b8ffa52b7" providerId="ADAL" clId="{A80269FD-1647-41EA-9465-E4829927D3E9}" dt="2025-11-09T10:40:41.058" v="1846" actId="20577"/>
            <ac:spMkLst>
              <pc:docMk/>
              <pc:sldMasterMk cId="856379123" sldId="2147483648"/>
              <pc:sldLayoutMk cId="4051033477" sldId="2147483650"/>
              <ac:spMk id="9" creationId="{15F53667-E945-14D4-A90C-05D1E426649F}"/>
            </ac:spMkLst>
          </pc:spChg>
        </pc:sldLayoutChg>
        <pc:sldLayoutChg chg="delSp modSp mod">
          <pc:chgData name="Teuku Raja Irfan Radarma" userId="cf428174-95ba-4576-8554-3a3b8ffa52b7" providerId="ADAL" clId="{A80269FD-1647-41EA-9465-E4829927D3E9}" dt="2025-11-09T09:13:34.720" v="486" actId="20577"/>
          <pc:sldLayoutMkLst>
            <pc:docMk/>
            <pc:sldMasterMk cId="856379123" sldId="2147483648"/>
            <pc:sldLayoutMk cId="2508048250" sldId="2147483662"/>
          </pc:sldLayoutMkLst>
          <pc:spChg chg="mod">
            <ac:chgData name="Teuku Raja Irfan Radarma" userId="cf428174-95ba-4576-8554-3a3b8ffa52b7" providerId="ADAL" clId="{A80269FD-1647-41EA-9465-E4829927D3E9}" dt="2025-11-09T09:13:34.720" v="486" actId="20577"/>
            <ac:spMkLst>
              <pc:docMk/>
              <pc:sldMasterMk cId="856379123" sldId="2147483648"/>
              <pc:sldLayoutMk cId="2508048250" sldId="2147483662"/>
              <ac:spMk id="2" creationId="{34BC7E75-7FE4-6D39-F18B-B1386AA76CC2}"/>
            </ac:spMkLst>
          </pc:spChg>
          <pc:spChg chg="mod">
            <ac:chgData name="Teuku Raja Irfan Radarma" userId="cf428174-95ba-4576-8554-3a3b8ffa52b7" providerId="ADAL" clId="{A80269FD-1647-41EA-9465-E4829927D3E9}" dt="2025-11-09T09:13:20.292" v="472" actId="20577"/>
            <ac:spMkLst>
              <pc:docMk/>
              <pc:sldMasterMk cId="856379123" sldId="2147483648"/>
              <pc:sldLayoutMk cId="2508048250" sldId="2147483662"/>
              <ac:spMk id="3" creationId="{16CA9344-337A-6909-2D92-1C9349DCCECD}"/>
            </ac:spMkLst>
          </pc:spChg>
          <pc:picChg chg="mod">
            <ac:chgData name="Teuku Raja Irfan Radarma" userId="cf428174-95ba-4576-8554-3a3b8ffa52b7" providerId="ADAL" clId="{A80269FD-1647-41EA-9465-E4829927D3E9}" dt="2025-11-09T09:13:12.990" v="470" actId="1076"/>
            <ac:picMkLst>
              <pc:docMk/>
              <pc:sldMasterMk cId="856379123" sldId="2147483648"/>
              <pc:sldLayoutMk cId="2508048250" sldId="2147483662"/>
              <ac:picMk id="76" creationId="{7E189709-2B81-101F-AB9F-CDAD6BD8B7AA}"/>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8B011F-D7B6-4AA5-96DB-211285231097}"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C40E93-FF8B-448D-BBEA-F694856742D7}" type="slidenum">
              <a:rPr lang="en-US" smtClean="0"/>
              <a:t>‹#›</a:t>
            </a:fld>
            <a:endParaRPr lang="en-US"/>
          </a:p>
        </p:txBody>
      </p:sp>
    </p:spTree>
    <p:extLst>
      <p:ext uri="{BB962C8B-B14F-4D97-AF65-F5344CB8AC3E}">
        <p14:creationId xmlns:p14="http://schemas.microsoft.com/office/powerpoint/2010/main" val="3281219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BB156A4-E5DC-BD9E-0277-60026C66B37B}"/>
              </a:ext>
            </a:extLst>
          </p:cNvPr>
          <p:cNvSpPr>
            <a:spLocks noGrp="1"/>
          </p:cNvSpPr>
          <p:nvPr>
            <p:ph type="pic" sz="quarter" idx="13" hasCustomPrompt="1"/>
          </p:nvPr>
        </p:nvSpPr>
        <p:spPr>
          <a:xfrm>
            <a:off x="0" y="0"/>
            <a:ext cx="12192000" cy="3181350"/>
          </a:xfrm>
        </p:spPr>
        <p:txBody>
          <a:bodyPr/>
          <a:lstStyle>
            <a:lvl1pPr>
              <a:defRPr/>
            </a:lvl1pPr>
          </a:lstStyle>
          <a:p>
            <a:r>
              <a:rPr lang="en-US" err="1"/>
              <a:t>gambar</a:t>
            </a:r>
            <a:endParaRPr lang="en-US"/>
          </a:p>
        </p:txBody>
      </p:sp>
      <p:sp>
        <p:nvSpPr>
          <p:cNvPr id="10" name="Rectangle 9">
            <a:extLst>
              <a:ext uri="{FF2B5EF4-FFF2-40B4-BE49-F238E27FC236}">
                <a16:creationId xmlns:a16="http://schemas.microsoft.com/office/drawing/2014/main" id="{18CE7D8F-8D59-78B8-97D8-AA1D3D293B00}"/>
              </a:ext>
            </a:extLst>
          </p:cNvPr>
          <p:cNvSpPr/>
          <p:nvPr userDrawn="1"/>
        </p:nvSpPr>
        <p:spPr>
          <a:xfrm>
            <a:off x="0" y="3429000"/>
            <a:ext cx="12192000" cy="3429000"/>
          </a:xfrm>
          <a:prstGeom prst="rect">
            <a:avLst/>
          </a:prstGeom>
          <a:solidFill>
            <a:srgbClr val="0202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Black and white 3D wave design">
            <a:extLst>
              <a:ext uri="{FF2B5EF4-FFF2-40B4-BE49-F238E27FC236}">
                <a16:creationId xmlns:a16="http://schemas.microsoft.com/office/drawing/2014/main" id="{A355B9C9-62AF-74CB-DD64-6E68C347AAED}"/>
              </a:ext>
            </a:extLst>
          </p:cNvPr>
          <p:cNvPicPr>
            <a:picLocks noChangeAspect="1"/>
          </p:cNvPicPr>
          <p:nvPr userDrawn="1"/>
        </p:nvPicPr>
        <p:blipFill rotWithShape="1">
          <a:blip r:embed="rId2">
            <a:alphaModFix amt="14000"/>
            <a:extLst>
              <a:ext uri="{28A0092B-C50C-407E-A947-70E740481C1C}">
                <a14:useLocalDpi xmlns:a14="http://schemas.microsoft.com/office/drawing/2010/main" val="0"/>
              </a:ext>
            </a:extLst>
          </a:blip>
          <a:srcRect t="31362" b="18638"/>
          <a:stretch/>
        </p:blipFill>
        <p:spPr>
          <a:xfrm>
            <a:off x="0" y="3429000"/>
            <a:ext cx="12192000" cy="3429000"/>
          </a:xfrm>
          <a:prstGeom prst="rect">
            <a:avLst/>
          </a:prstGeom>
        </p:spPr>
      </p:pic>
      <p:sp>
        <p:nvSpPr>
          <p:cNvPr id="2" name="Title 1">
            <a:extLst>
              <a:ext uri="{FF2B5EF4-FFF2-40B4-BE49-F238E27FC236}">
                <a16:creationId xmlns:a16="http://schemas.microsoft.com/office/drawing/2014/main" id="{F658DAEF-925F-5505-B516-1E35B4B57802}"/>
              </a:ext>
            </a:extLst>
          </p:cNvPr>
          <p:cNvSpPr>
            <a:spLocks noGrp="1"/>
          </p:cNvSpPr>
          <p:nvPr>
            <p:ph type="ctrTitle"/>
          </p:nvPr>
        </p:nvSpPr>
        <p:spPr>
          <a:xfrm>
            <a:off x="714375" y="3429000"/>
            <a:ext cx="9144000" cy="971551"/>
          </a:xfrm>
        </p:spPr>
        <p:txBody>
          <a:bodyPr anchor="b">
            <a:noAutofit/>
          </a:bodyPr>
          <a:lstStyle>
            <a:lvl1pPr algn="l">
              <a:defRPr sz="36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BC168B28-1F01-2FE5-5F22-7A39033B9E1E}"/>
              </a:ext>
            </a:extLst>
          </p:cNvPr>
          <p:cNvSpPr>
            <a:spLocks noGrp="1"/>
          </p:cNvSpPr>
          <p:nvPr>
            <p:ph type="subTitle" idx="1"/>
          </p:nvPr>
        </p:nvSpPr>
        <p:spPr>
          <a:xfrm>
            <a:off x="714375" y="4400551"/>
            <a:ext cx="9144000" cy="1586467"/>
          </a:xfrm>
        </p:spPr>
        <p:txBody>
          <a:bodyPr/>
          <a:lstStyle>
            <a:lvl1pPr marL="0" indent="0" algn="l">
              <a:buNone/>
              <a:defRPr sz="2400">
                <a:solidFill>
                  <a:srgbClr val="E4D30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E60B2D-CEA2-41AE-A645-252274BF353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DDC5E43-CB27-49BC-9DB7-94D08E1173B9}"/>
              </a:ext>
            </a:extLst>
          </p:cNvPr>
          <p:cNvSpPr>
            <a:spLocks noGrp="1"/>
          </p:cNvSpPr>
          <p:nvPr>
            <p:ph type="ftr" sz="quarter" idx="11"/>
          </p:nvPr>
        </p:nvSpPr>
        <p:spPr/>
        <p:txBody>
          <a:bodyPr/>
          <a:lstStyle/>
          <a:p>
            <a:endParaRPr lang="en-US"/>
          </a:p>
        </p:txBody>
      </p:sp>
      <p:sp>
        <p:nvSpPr>
          <p:cNvPr id="7" name="Rectangle 6">
            <a:extLst>
              <a:ext uri="{FF2B5EF4-FFF2-40B4-BE49-F238E27FC236}">
                <a16:creationId xmlns:a16="http://schemas.microsoft.com/office/drawing/2014/main" id="{DF58E01D-DC36-7F62-6787-C7D44BBAE6BF}"/>
              </a:ext>
            </a:extLst>
          </p:cNvPr>
          <p:cNvSpPr/>
          <p:nvPr userDrawn="1"/>
        </p:nvSpPr>
        <p:spPr>
          <a:xfrm>
            <a:off x="0" y="3181351"/>
            <a:ext cx="12192000" cy="247649"/>
          </a:xfrm>
          <a:prstGeom prst="rect">
            <a:avLst/>
          </a:prstGeom>
          <a:solidFill>
            <a:srgbClr val="E4D3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65CB65A2-F0D1-50E5-D300-FA692A08196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629900" y="5589587"/>
            <a:ext cx="1004887" cy="100488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6BD6353-9C57-985F-CA0D-9FE168345B41}"/>
              </a:ext>
            </a:extLst>
          </p:cNvPr>
          <p:cNvSpPr txBox="1"/>
          <p:nvPr userDrawn="1"/>
        </p:nvSpPr>
        <p:spPr>
          <a:xfrm>
            <a:off x="821285" y="5987018"/>
            <a:ext cx="2398413" cy="369332"/>
          </a:xfrm>
          <a:prstGeom prst="rect">
            <a:avLst/>
          </a:prstGeom>
          <a:noFill/>
        </p:spPr>
        <p:txBody>
          <a:bodyPr wrap="none" rtlCol="0">
            <a:spAutoFit/>
          </a:bodyPr>
          <a:lstStyle/>
          <a:p>
            <a:r>
              <a:rPr lang="en-US" b="0">
                <a:solidFill>
                  <a:schemeClr val="bg1"/>
                </a:solidFill>
                <a:latin typeface="Monotype Corsiva" panose="03010101010201010101" pitchFamily="66" charset="0"/>
              </a:rPr>
              <a:t>Teuku Raja Irfan Radarma</a:t>
            </a:r>
          </a:p>
        </p:txBody>
      </p:sp>
    </p:spTree>
    <p:extLst>
      <p:ext uri="{BB962C8B-B14F-4D97-AF65-F5344CB8AC3E}">
        <p14:creationId xmlns:p14="http://schemas.microsoft.com/office/powerpoint/2010/main" val="506968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C00000"/>
        </a:solidFill>
        <a:effectLst/>
      </p:bgPr>
    </p:bg>
    <p:spTree>
      <p:nvGrpSpPr>
        <p:cNvPr id="1" name=""/>
        <p:cNvGrpSpPr/>
        <p:nvPr/>
      </p:nvGrpSpPr>
      <p:grpSpPr>
        <a:xfrm>
          <a:off x="0" y="0"/>
          <a:ext cx="0" cy="0"/>
          <a:chOff x="0" y="0"/>
          <a:chExt cx="0" cy="0"/>
        </a:xfrm>
      </p:grpSpPr>
      <p:pic>
        <p:nvPicPr>
          <p:cNvPr id="10" name="Picture 9" descr="Close up of a person's eye">
            <a:extLst>
              <a:ext uri="{FF2B5EF4-FFF2-40B4-BE49-F238E27FC236}">
                <a16:creationId xmlns:a16="http://schemas.microsoft.com/office/drawing/2014/main" id="{7097E4FB-807E-8E70-4956-74A7B808D6DC}"/>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 name="Title 1">
            <a:extLst>
              <a:ext uri="{FF2B5EF4-FFF2-40B4-BE49-F238E27FC236}">
                <a16:creationId xmlns:a16="http://schemas.microsoft.com/office/drawing/2014/main" id="{88CB613F-A1B4-D3C7-25DC-8D05E3B777CC}"/>
              </a:ext>
            </a:extLst>
          </p:cNvPr>
          <p:cNvSpPr>
            <a:spLocks noGrp="1"/>
          </p:cNvSpPr>
          <p:nvPr>
            <p:ph type="title"/>
          </p:nvPr>
        </p:nvSpPr>
        <p:spPr/>
        <p:txBody>
          <a:bodyPr/>
          <a:lstStyle>
            <a:lvl1pPr algn="l">
              <a:defRPr>
                <a:solidFill>
                  <a:schemeClr val="bg1"/>
                </a:solidFill>
              </a:defRPr>
            </a:lvl1pPr>
          </a:lstStyle>
          <a:p>
            <a:endParaRPr lang="en-US"/>
          </a:p>
        </p:txBody>
      </p:sp>
      <p:sp>
        <p:nvSpPr>
          <p:cNvPr id="3" name="Date Placeholder 2">
            <a:extLst>
              <a:ext uri="{FF2B5EF4-FFF2-40B4-BE49-F238E27FC236}">
                <a16:creationId xmlns:a16="http://schemas.microsoft.com/office/drawing/2014/main" id="{275D33C7-84C4-AE72-483B-24AB2536C6B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13AD0E7-98AD-8F4A-8F09-61E3DF391F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B0453B-D8CA-A3F8-13B2-F7A61DF82530}"/>
              </a:ext>
            </a:extLst>
          </p:cNvPr>
          <p:cNvSpPr>
            <a:spLocks noGrp="1"/>
          </p:cNvSpPr>
          <p:nvPr>
            <p:ph type="sldNum" sz="quarter" idx="12"/>
          </p:nvPr>
        </p:nvSpPr>
        <p:spPr/>
        <p:txBody>
          <a:bodyPr/>
          <a:lstStyle>
            <a:lvl1pPr>
              <a:defRPr sz="1400">
                <a:solidFill>
                  <a:schemeClr val="bg1"/>
                </a:solidFill>
              </a:defRPr>
            </a:lvl1pPr>
          </a:lstStyle>
          <a:p>
            <a:fld id="{8A7409E4-D43D-4036-AE02-5131D818BD5D}" type="slidenum">
              <a:rPr lang="en-US" smtClean="0"/>
              <a:pPr/>
              <a:t>‹#›</a:t>
            </a:fld>
            <a:endParaRPr lang="en-US"/>
          </a:p>
        </p:txBody>
      </p:sp>
      <p:sp>
        <p:nvSpPr>
          <p:cNvPr id="8" name="Content Placeholder 2">
            <a:extLst>
              <a:ext uri="{FF2B5EF4-FFF2-40B4-BE49-F238E27FC236}">
                <a16:creationId xmlns:a16="http://schemas.microsoft.com/office/drawing/2014/main" id="{F3A7DC0A-71C4-5E52-9E70-C5B7695D5FDF}"/>
              </a:ext>
            </a:extLst>
          </p:cNvPr>
          <p:cNvSpPr>
            <a:spLocks noGrp="1"/>
          </p:cNvSpPr>
          <p:nvPr>
            <p:ph idx="1"/>
          </p:nvPr>
        </p:nvSpPr>
        <p:spPr>
          <a:xfrm>
            <a:off x="838200" y="1690688"/>
            <a:ext cx="7985760" cy="38645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6101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E4D304"/>
        </a:solidFill>
        <a:effectLst/>
      </p:bgPr>
    </p:bg>
    <p:spTree>
      <p:nvGrpSpPr>
        <p:cNvPr id="1" name=""/>
        <p:cNvGrpSpPr/>
        <p:nvPr/>
      </p:nvGrpSpPr>
      <p:grpSpPr>
        <a:xfrm>
          <a:off x="0" y="0"/>
          <a:ext cx="0" cy="0"/>
          <a:chOff x="0" y="0"/>
          <a:chExt cx="0" cy="0"/>
        </a:xfrm>
      </p:grpSpPr>
      <p:pic>
        <p:nvPicPr>
          <p:cNvPr id="9" name="Picture 8" descr="Black and white 3D wave design">
            <a:extLst>
              <a:ext uri="{FF2B5EF4-FFF2-40B4-BE49-F238E27FC236}">
                <a16:creationId xmlns:a16="http://schemas.microsoft.com/office/drawing/2014/main" id="{3BEFDFC4-5A88-4EA9-1BBB-C17CD8718F27}"/>
              </a:ext>
            </a:extLst>
          </p:cNvPr>
          <p:cNvPicPr>
            <a:picLocks noChangeAspect="1"/>
          </p:cNvPicPr>
          <p:nvPr userDrawn="1"/>
        </p:nvPicPr>
        <p:blipFill rotWithShape="1">
          <a:blip r:embed="rId2">
            <a:alphaModFix amt="7000"/>
            <a:extLst>
              <a:ext uri="{28A0092B-C50C-407E-A947-70E740481C1C}">
                <a14:useLocalDpi xmlns:a14="http://schemas.microsoft.com/office/drawing/2010/main" val="0"/>
              </a:ext>
            </a:extLst>
          </a:blip>
          <a:srcRect t="-144" b="142"/>
          <a:stretch/>
        </p:blipFill>
        <p:spPr>
          <a:xfrm>
            <a:off x="0" y="-52"/>
            <a:ext cx="12192000" cy="6858052"/>
          </a:xfrm>
          <a:prstGeom prst="rect">
            <a:avLst/>
          </a:prstGeom>
        </p:spPr>
      </p:pic>
      <p:sp>
        <p:nvSpPr>
          <p:cNvPr id="3" name="Content Placeholder 2">
            <a:extLst>
              <a:ext uri="{FF2B5EF4-FFF2-40B4-BE49-F238E27FC236}">
                <a16:creationId xmlns:a16="http://schemas.microsoft.com/office/drawing/2014/main" id="{16CA9344-337A-6909-2D92-1C9349DCCECD}"/>
              </a:ext>
            </a:extLst>
          </p:cNvPr>
          <p:cNvSpPr>
            <a:spLocks noGrp="1"/>
          </p:cNvSpPr>
          <p:nvPr>
            <p:ph idx="1"/>
          </p:nvPr>
        </p:nvSpPr>
        <p:spPr>
          <a:xfrm>
            <a:off x="5553074" y="1084469"/>
            <a:ext cx="5800725" cy="46772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2">
            <a:extLst>
              <a:ext uri="{FF2B5EF4-FFF2-40B4-BE49-F238E27FC236}">
                <a16:creationId xmlns:a16="http://schemas.microsoft.com/office/drawing/2014/main" id="{9C0B2564-55DA-FA4D-DBFE-A8A986B928F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629900" y="5589587"/>
            <a:ext cx="1004887" cy="1004887"/>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173B85BB-CF98-A57C-3915-986D51559C89}"/>
              </a:ext>
            </a:extLst>
          </p:cNvPr>
          <p:cNvSpPr/>
          <p:nvPr userDrawn="1"/>
        </p:nvSpPr>
        <p:spPr>
          <a:xfrm>
            <a:off x="791497" y="1084469"/>
            <a:ext cx="4259363" cy="4259363"/>
          </a:xfrm>
          <a:prstGeom prst="ellipse">
            <a:avLst/>
          </a:prstGeom>
          <a:solidFill>
            <a:srgbClr val="0202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a:latin typeface="Britannic Bold" panose="020B0903060703020204" pitchFamily="34" charset="0"/>
              </a:rPr>
              <a:t>AGENDA</a:t>
            </a:r>
          </a:p>
        </p:txBody>
      </p:sp>
    </p:spTree>
    <p:extLst>
      <p:ext uri="{BB962C8B-B14F-4D97-AF65-F5344CB8AC3E}">
        <p14:creationId xmlns:p14="http://schemas.microsoft.com/office/powerpoint/2010/main" val="7249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rgbClr val="E4D304"/>
        </a:solidFill>
        <a:effectLst/>
      </p:bgPr>
    </p:bg>
    <p:spTree>
      <p:nvGrpSpPr>
        <p:cNvPr id="1" name=""/>
        <p:cNvGrpSpPr/>
        <p:nvPr/>
      </p:nvGrpSpPr>
      <p:grpSpPr>
        <a:xfrm>
          <a:off x="0" y="0"/>
          <a:ext cx="0" cy="0"/>
          <a:chOff x="0" y="0"/>
          <a:chExt cx="0" cy="0"/>
        </a:xfrm>
      </p:grpSpPr>
      <p:pic>
        <p:nvPicPr>
          <p:cNvPr id="76" name="Picture 75" descr="Black and white 3D wave design">
            <a:extLst>
              <a:ext uri="{FF2B5EF4-FFF2-40B4-BE49-F238E27FC236}">
                <a16:creationId xmlns:a16="http://schemas.microsoft.com/office/drawing/2014/main" id="{7E189709-2B81-101F-AB9F-CDAD6BD8B7AA}"/>
              </a:ext>
            </a:extLst>
          </p:cNvPr>
          <p:cNvPicPr>
            <a:picLocks noChangeAspect="1"/>
          </p:cNvPicPr>
          <p:nvPr userDrawn="1"/>
        </p:nvPicPr>
        <p:blipFill rotWithShape="1">
          <a:blip r:embed="rId2">
            <a:alphaModFix amt="7000"/>
            <a:extLst>
              <a:ext uri="{28A0092B-C50C-407E-A947-70E740481C1C}">
                <a14:useLocalDpi xmlns:a14="http://schemas.microsoft.com/office/drawing/2010/main" val="0"/>
              </a:ext>
            </a:extLst>
          </a:blip>
          <a:srcRect t="-144" b="142"/>
          <a:stretch/>
        </p:blipFill>
        <p:spPr>
          <a:xfrm>
            <a:off x="0" y="-52"/>
            <a:ext cx="12192000" cy="6858052"/>
          </a:xfrm>
          <a:prstGeom prst="rect">
            <a:avLst/>
          </a:prstGeom>
        </p:spPr>
      </p:pic>
      <p:sp>
        <p:nvSpPr>
          <p:cNvPr id="2" name="Title 1">
            <a:extLst>
              <a:ext uri="{FF2B5EF4-FFF2-40B4-BE49-F238E27FC236}">
                <a16:creationId xmlns:a16="http://schemas.microsoft.com/office/drawing/2014/main" id="{34BC7E75-7FE4-6D39-F18B-B1386AA76CC2}"/>
              </a:ext>
            </a:extLst>
          </p:cNvPr>
          <p:cNvSpPr>
            <a:spLocks noGrp="1"/>
          </p:cNvSpPr>
          <p:nvPr>
            <p:ph type="title" hasCustomPrompt="1"/>
          </p:nvPr>
        </p:nvSpPr>
        <p:spPr>
          <a:xfrm>
            <a:off x="6532880" y="528480"/>
            <a:ext cx="4820920" cy="1325563"/>
          </a:xfrm>
        </p:spPr>
        <p:txBody>
          <a:bodyPr>
            <a:normAutofit/>
          </a:bodyPr>
          <a:lstStyle>
            <a:lvl1pPr>
              <a:defRPr sz="3600"/>
            </a:lvl1pPr>
          </a:lstStyle>
          <a:p>
            <a:r>
              <a:rPr lang="en-US"/>
              <a:t>Class Roadmap</a:t>
            </a:r>
          </a:p>
        </p:txBody>
      </p:sp>
      <p:sp>
        <p:nvSpPr>
          <p:cNvPr id="3" name="Content Placeholder 2">
            <a:extLst>
              <a:ext uri="{FF2B5EF4-FFF2-40B4-BE49-F238E27FC236}">
                <a16:creationId xmlns:a16="http://schemas.microsoft.com/office/drawing/2014/main" id="{16CA9344-337A-6909-2D92-1C9349DCCECD}"/>
              </a:ext>
            </a:extLst>
          </p:cNvPr>
          <p:cNvSpPr>
            <a:spLocks noGrp="1"/>
          </p:cNvSpPr>
          <p:nvPr>
            <p:ph idx="1"/>
          </p:nvPr>
        </p:nvSpPr>
        <p:spPr>
          <a:xfrm>
            <a:off x="6532880" y="1854043"/>
            <a:ext cx="4820920" cy="4183063"/>
          </a:xfrm>
        </p:spPr>
        <p:txBody>
          <a:bodyPr>
            <a:noAutofit/>
          </a:bodyPr>
          <a:lstStyle>
            <a:lvl1pPr marL="233363" indent="-233363">
              <a:spcBef>
                <a:spcPts val="400"/>
              </a:spcBef>
              <a:buFont typeface="+mj-lt"/>
              <a:buAutoNum type="alphaUcPeriod"/>
              <a:defRPr sz="1200" b="0"/>
            </a:lvl1pPr>
          </a:lstStyle>
          <a:p>
            <a:pPr lvl="0"/>
            <a:endParaRPr lang="en-US"/>
          </a:p>
        </p:txBody>
      </p:sp>
      <p:pic>
        <p:nvPicPr>
          <p:cNvPr id="7" name="Picture 2">
            <a:extLst>
              <a:ext uri="{FF2B5EF4-FFF2-40B4-BE49-F238E27FC236}">
                <a16:creationId xmlns:a16="http://schemas.microsoft.com/office/drawing/2014/main" id="{9C0B2564-55DA-FA4D-DBFE-A8A986B928F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353800" y="168274"/>
            <a:ext cx="492759" cy="492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048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43000"/>
            <a:duotone>
              <a:schemeClr val="bg2">
                <a:shade val="45000"/>
                <a:satMod val="135000"/>
              </a:schemeClr>
              <a:prstClr val="white"/>
            </a:duotone>
            <a:extLst>
              <a:ext uri="{BEBA8EAE-BF5A-486C-A8C5-ECC9F3942E4B}">
                <a14:imgProps xmlns:a14="http://schemas.microsoft.com/office/drawing/2010/main">
                  <a14:imgLayer r:embed="rId3">
                    <a14:imgEffect>
                      <a14:colorTemperature colorTemp="803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E75-7FE4-6D39-F18B-B1386AA76CC2}"/>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16CA9344-337A-6909-2D92-1C9349DCCE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981A638-2012-C8F7-B6C4-19C8D7A24C03}"/>
              </a:ext>
            </a:extLst>
          </p:cNvPr>
          <p:cNvSpPr>
            <a:spLocks noGrp="1"/>
          </p:cNvSpPr>
          <p:nvPr>
            <p:ph type="sldNum" sz="quarter" idx="12"/>
          </p:nvPr>
        </p:nvSpPr>
        <p:spPr/>
        <p:txBody>
          <a:bodyPr/>
          <a:lstStyle>
            <a:lvl1pPr>
              <a:defRPr sz="1400">
                <a:solidFill>
                  <a:schemeClr val="tx1"/>
                </a:solidFill>
              </a:defRPr>
            </a:lvl1pPr>
          </a:lstStyle>
          <a:p>
            <a:fld id="{8A7409E4-D43D-4036-AE02-5131D818BD5D}" type="slidenum">
              <a:rPr lang="en-US" smtClean="0"/>
              <a:pPr/>
              <a:t>‹#›</a:t>
            </a:fld>
            <a:endParaRPr lang="en-US"/>
          </a:p>
        </p:txBody>
      </p:sp>
      <p:pic>
        <p:nvPicPr>
          <p:cNvPr id="7" name="Picture 2">
            <a:extLst>
              <a:ext uri="{FF2B5EF4-FFF2-40B4-BE49-F238E27FC236}">
                <a16:creationId xmlns:a16="http://schemas.microsoft.com/office/drawing/2014/main" id="{4C1D878A-61B4-78B6-AAC0-3F588E250FB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38200" y="6343496"/>
            <a:ext cx="390832" cy="39083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761C4515-3840-A960-FE52-B3F6DE635CB7}"/>
              </a:ext>
            </a:extLst>
          </p:cNvPr>
          <p:cNvSpPr/>
          <p:nvPr userDrawn="1"/>
        </p:nvSpPr>
        <p:spPr>
          <a:xfrm>
            <a:off x="838200" y="6181930"/>
            <a:ext cx="10515600" cy="90795"/>
          </a:xfrm>
          <a:prstGeom prst="rect">
            <a:avLst/>
          </a:prstGeom>
          <a:solidFill>
            <a:srgbClr val="E4D3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5F53667-E945-14D4-A90C-05D1E426649F}"/>
              </a:ext>
            </a:extLst>
          </p:cNvPr>
          <p:cNvSpPr txBox="1"/>
          <p:nvPr userDrawn="1"/>
        </p:nvSpPr>
        <p:spPr>
          <a:xfrm>
            <a:off x="1229032" y="6369635"/>
            <a:ext cx="1176925" cy="338554"/>
          </a:xfrm>
          <a:prstGeom prst="rect">
            <a:avLst/>
          </a:prstGeom>
          <a:noFill/>
        </p:spPr>
        <p:txBody>
          <a:bodyPr wrap="none" rtlCol="0">
            <a:spAutoFit/>
          </a:bodyPr>
          <a:lstStyle/>
          <a:p>
            <a:r>
              <a:rPr lang="en-US" sz="1600"/>
              <a:t>IS Auditing</a:t>
            </a:r>
          </a:p>
        </p:txBody>
      </p:sp>
      <p:sp>
        <p:nvSpPr>
          <p:cNvPr id="10" name="TextBox 9">
            <a:extLst>
              <a:ext uri="{FF2B5EF4-FFF2-40B4-BE49-F238E27FC236}">
                <a16:creationId xmlns:a16="http://schemas.microsoft.com/office/drawing/2014/main" id="{B4C8BFCB-A454-9040-8DBF-4E9479BE3D05}"/>
              </a:ext>
            </a:extLst>
          </p:cNvPr>
          <p:cNvSpPr txBox="1"/>
          <p:nvPr userDrawn="1"/>
        </p:nvSpPr>
        <p:spPr>
          <a:xfrm>
            <a:off x="4038600" y="6382921"/>
            <a:ext cx="4114800" cy="338554"/>
          </a:xfrm>
          <a:prstGeom prst="rect">
            <a:avLst/>
          </a:prstGeom>
          <a:noFill/>
        </p:spPr>
        <p:txBody>
          <a:bodyPr wrap="square" rtlCol="0">
            <a:spAutoFit/>
          </a:bodyPr>
          <a:lstStyle/>
          <a:p>
            <a:pPr algn="ctr"/>
            <a:r>
              <a:rPr lang="en-US" sz="1600">
                <a:solidFill>
                  <a:schemeClr val="bg1">
                    <a:lumMod val="65000"/>
                  </a:schemeClr>
                </a:solidFill>
                <a:latin typeface="Monotype Corsiva" panose="03010101010201010101" pitchFamily="66" charset="0"/>
              </a:rPr>
              <a:t>Teuku Raja Irfan Radarma</a:t>
            </a:r>
          </a:p>
        </p:txBody>
      </p:sp>
    </p:spTree>
    <p:extLst>
      <p:ext uri="{BB962C8B-B14F-4D97-AF65-F5344CB8AC3E}">
        <p14:creationId xmlns:p14="http://schemas.microsoft.com/office/powerpoint/2010/main" val="4051033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2" name="Picture 11" descr="An abstract circuit line pattern">
            <a:extLst>
              <a:ext uri="{FF2B5EF4-FFF2-40B4-BE49-F238E27FC236}">
                <a16:creationId xmlns:a16="http://schemas.microsoft.com/office/drawing/2014/main" id="{2E3B5FA6-2D9D-F25E-D8E6-3606BD33D99D}"/>
              </a:ext>
            </a:extLst>
          </p:cNvPr>
          <p:cNvPicPr>
            <a:picLocks noChangeAspect="1"/>
          </p:cNvPicPr>
          <p:nvPr userDrawn="1"/>
        </p:nvPicPr>
        <p:blipFill>
          <a:blip r:embed="rId2">
            <a:extLst>
              <a:ext uri="{28A0092B-C50C-407E-A947-70E740481C1C}">
                <a14:useLocalDpi xmlns:a14="http://schemas.microsoft.com/office/drawing/2010/main" val="0"/>
              </a:ext>
            </a:extLst>
          </a:blip>
          <a:srcRect l="13390" r="13390"/>
          <a:stretch/>
        </p:blipFill>
        <p:spPr>
          <a:xfrm>
            <a:off x="4673600" y="12383"/>
            <a:ext cx="7530044" cy="6858000"/>
          </a:xfrm>
          <a:prstGeom prst="rect">
            <a:avLst/>
          </a:prstGeom>
        </p:spPr>
      </p:pic>
      <p:sp>
        <p:nvSpPr>
          <p:cNvPr id="9" name="Rectangle: Top Corners One Rounded and One Snipped 8">
            <a:extLst>
              <a:ext uri="{FF2B5EF4-FFF2-40B4-BE49-F238E27FC236}">
                <a16:creationId xmlns:a16="http://schemas.microsoft.com/office/drawing/2014/main" id="{FC9CD173-9628-4C1C-B2C0-F3C9483E2467}"/>
              </a:ext>
            </a:extLst>
          </p:cNvPr>
          <p:cNvSpPr/>
          <p:nvPr userDrawn="1"/>
        </p:nvSpPr>
        <p:spPr>
          <a:xfrm rot="5400000">
            <a:off x="647700" y="-647700"/>
            <a:ext cx="6858000" cy="8153400"/>
          </a:xfrm>
          <a:prstGeom prst="snipRoundRect">
            <a:avLst>
              <a:gd name="adj1" fmla="val 0"/>
              <a:gd name="adj2" fmla="val 50000"/>
            </a:avLst>
          </a:prstGeom>
          <a:solidFill>
            <a:srgbClr val="0202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A4424C-1456-7F97-A7D5-3DFD9B8CDC8B}"/>
              </a:ext>
            </a:extLst>
          </p:cNvPr>
          <p:cNvSpPr>
            <a:spLocks noGrp="1"/>
          </p:cNvSpPr>
          <p:nvPr>
            <p:ph type="title"/>
          </p:nvPr>
        </p:nvSpPr>
        <p:spPr>
          <a:xfrm>
            <a:off x="838200" y="563881"/>
            <a:ext cx="620268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8A8E1FD0-24D3-2D6F-5433-75B6F1C968B0}"/>
              </a:ext>
            </a:extLst>
          </p:cNvPr>
          <p:cNvSpPr>
            <a:spLocks noGrp="1"/>
          </p:cNvSpPr>
          <p:nvPr>
            <p:ph type="body" idx="1"/>
          </p:nvPr>
        </p:nvSpPr>
        <p:spPr>
          <a:xfrm>
            <a:off x="838200" y="3429000"/>
            <a:ext cx="6202680" cy="1500187"/>
          </a:xfrm>
        </p:spPr>
        <p:txBody>
          <a:bodyPr/>
          <a:lstStyle>
            <a:lvl1pPr marL="0" indent="0">
              <a:buNone/>
              <a:defRPr sz="2400">
                <a:solidFill>
                  <a:srgbClr val="E4D304"/>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5E53B8-72CD-0A6A-3B80-9F5393F6BDE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D71FB3-C06E-7810-07B1-3767D5B97742}"/>
              </a:ext>
            </a:extLst>
          </p:cNvPr>
          <p:cNvSpPr>
            <a:spLocks noGrp="1"/>
          </p:cNvSpPr>
          <p:nvPr>
            <p:ph type="ftr" sz="quarter" idx="11"/>
          </p:nvPr>
        </p:nvSpPr>
        <p:spPr/>
        <p:txBody>
          <a:bodyPr/>
          <a:lstStyle/>
          <a:p>
            <a:endParaRPr lang="en-US"/>
          </a:p>
        </p:txBody>
      </p:sp>
      <p:pic>
        <p:nvPicPr>
          <p:cNvPr id="10" name="Picture 2">
            <a:extLst>
              <a:ext uri="{FF2B5EF4-FFF2-40B4-BE49-F238E27FC236}">
                <a16:creationId xmlns:a16="http://schemas.microsoft.com/office/drawing/2014/main" id="{8B63C4CD-A611-EAA3-45C7-78686547DDB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38200" y="5282407"/>
            <a:ext cx="1004887" cy="1004887"/>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1E527D52-8D29-D3D2-5F30-3F229C472DEE}"/>
              </a:ext>
            </a:extLst>
          </p:cNvPr>
          <p:cNvCxnSpPr>
            <a:endCxn id="9" idx="3"/>
          </p:cNvCxnSpPr>
          <p:nvPr userDrawn="1"/>
        </p:nvCxnSpPr>
        <p:spPr>
          <a:xfrm>
            <a:off x="8153400" y="0"/>
            <a:ext cx="0" cy="3429000"/>
          </a:xfrm>
          <a:prstGeom prst="line">
            <a:avLst/>
          </a:prstGeom>
          <a:ln w="57150">
            <a:solidFill>
              <a:srgbClr val="E4D30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0B7E5C7-ECC4-BCC4-E23E-CB22CCFC232D}"/>
              </a:ext>
            </a:extLst>
          </p:cNvPr>
          <p:cNvCxnSpPr>
            <a:cxnSpLocks/>
            <a:stCxn id="9" idx="3"/>
          </p:cNvCxnSpPr>
          <p:nvPr userDrawn="1"/>
        </p:nvCxnSpPr>
        <p:spPr>
          <a:xfrm flipH="1">
            <a:off x="4736592" y="3429000"/>
            <a:ext cx="3416808" cy="3429000"/>
          </a:xfrm>
          <a:prstGeom prst="line">
            <a:avLst/>
          </a:prstGeom>
          <a:ln w="57150">
            <a:solidFill>
              <a:srgbClr val="E4D30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6023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339DA-2C22-495A-2050-6632D4241D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D96BE6-213D-EF68-7FCB-613DB5BCFF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C32821-2212-FFB9-8249-88BDBE3D9C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D76F88-C5C8-264D-104C-A8C264A8D46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9CD97FB-8025-8A85-C4AA-B91283318A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09E2AB-897E-B2A9-EB39-1CFF362F74C4}"/>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278012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C6799-6B4B-00CC-0737-3277650191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7FFA02-90BB-B2B5-F035-1C834F4769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B53401-9F40-AD3E-0626-D55823BF1A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0E4F6A-F81F-0E7F-8D54-856873A1D9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BA935B-D069-9460-4459-BF4D1D4932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6A9E23-9F18-ED1A-5DF1-9B0659DCB42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911A36E-FBBF-9DCF-9938-2599539D86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5949C8-15FA-726E-9C27-0DC40D7CC9AF}"/>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4065850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6EF09-B442-1926-2CD5-24B30BDBFC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32F290-9AE9-8C71-BA7A-CE5ABDFDC695}"/>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6C6E5225-F528-20C2-D92B-5FEE985369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C12FF7-F415-B014-9D3D-942DAC5CA2B1}"/>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4018311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F4E34C-3DBB-E858-47C3-68A12A3B411B}"/>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0D6EAC0A-8994-E667-28A8-BC08BB6042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79ED37-C602-70E8-A682-FF5465E27BB7}"/>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2786140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477C2-2768-98B0-D674-F152E5CF8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05BF90-F561-63B7-96CC-31B426784F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A228BE-E891-B74B-F5EF-3894938C5B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E967D9-385F-34B4-C1A5-643B078A7B3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4B2162B-4D97-B1C3-1432-88BFDEF818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1B6EB3-DD1D-8098-2466-15E2FBB64EEE}"/>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2459541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A1925-552C-C9C0-0DE6-8B703D9809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CC4691-06F7-2B6D-3ACF-957758B43E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9DB517-F705-71BB-6D17-355C2DE105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B9A284-8754-89F8-CE20-4D91029CC06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9510707-1F15-0831-432A-9385D550E7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3C669E-DDDA-5194-C3B2-3EF6414B4568}"/>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1154817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80884-9102-FB05-B313-0DB1F3D81D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DF3D2F-3ED5-D4AE-F6F9-0960478455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484E0E-2FA3-4E5B-3DDD-2C48307DAD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44BDE46-39C9-F262-C10D-C350FA96AF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3D60A4-66C4-73A3-7158-2EA17C62A4D1}"/>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2713436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045FAA-2D37-9057-31D6-C08017EE92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9450B0-FC44-1EA2-4C6E-8D9B1D53D3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23412B-7ECC-ACC1-4E68-267CC18E183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FD86721-00AB-0CC7-EF5F-03EE3AE5D9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6E0BF-8927-53D7-5A80-AF7FAEC344C4}"/>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3090452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2080A8-208E-A677-1C33-0E1B947236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9B18EC-BA8C-2AAB-5F85-DCCDD612BD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5ED497-36B7-7E15-015E-68D649EB9C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2BDD94E0-D630-F30C-38E4-A05C88E3F1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3CE704-8EE5-E145-606D-E803784D13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7409E4-D43D-4036-AE02-5131D818BD5D}" type="slidenum">
              <a:rPr lang="en-US" smtClean="0"/>
              <a:t>‹#›</a:t>
            </a:fld>
            <a:endParaRPr lang="en-US"/>
          </a:p>
        </p:txBody>
      </p:sp>
    </p:spTree>
    <p:extLst>
      <p:ext uri="{BB962C8B-B14F-4D97-AF65-F5344CB8AC3E}">
        <p14:creationId xmlns:p14="http://schemas.microsoft.com/office/powerpoint/2010/main" val="856379123"/>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0" r:id="rId3"/>
    <p:sldLayoutId id="2147483662"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unsplash.com/@bastienrv?utm_source=unsplash&amp;utm_medium=referral&amp;utm_content=creditCopyText" TargetMode="External"/><Relationship Id="rId2" Type="http://schemas.openxmlformats.org/officeDocument/2006/relationships/image" Target="../media/image7.jpeg"/><Relationship Id="rId1" Type="http://schemas.openxmlformats.org/officeDocument/2006/relationships/slideLayout" Target="../slideLayouts/slideLayout5.xml"/><Relationship Id="rId4" Type="http://schemas.openxmlformats.org/officeDocument/2006/relationships/hyperlink" Target="https://unsplash.com/photos/bornfire-near-tree-FzAXZSGlftI?utm_source=unsplash&amp;utm_medium=referral&amp;utm_content=creditCopyTex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5.xml"/><Relationship Id="rId4" Type="http://schemas.openxmlformats.org/officeDocument/2006/relationships/image" Target="../media/image17.jpeg"/></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8.jpe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4E5C2036-BD6E-3793-4543-1B984AA16F6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30401" b="30401"/>
          <a:stretch/>
        </p:blipFill>
        <p:spPr>
          <a:xfrm>
            <a:off x="0" y="0"/>
            <a:ext cx="12192000" cy="3181350"/>
          </a:xfrm>
        </p:spPr>
      </p:pic>
      <p:sp>
        <p:nvSpPr>
          <p:cNvPr id="3" name="Title 2">
            <a:extLst>
              <a:ext uri="{FF2B5EF4-FFF2-40B4-BE49-F238E27FC236}">
                <a16:creationId xmlns:a16="http://schemas.microsoft.com/office/drawing/2014/main" id="{B17BBDE0-3A4E-3EA2-60B0-F9756E347209}"/>
              </a:ext>
            </a:extLst>
          </p:cNvPr>
          <p:cNvSpPr>
            <a:spLocks noGrp="1"/>
          </p:cNvSpPr>
          <p:nvPr>
            <p:ph type="ctrTitle"/>
          </p:nvPr>
        </p:nvSpPr>
        <p:spPr>
          <a:xfrm>
            <a:off x="714375" y="3429000"/>
            <a:ext cx="10763250" cy="971551"/>
          </a:xfrm>
        </p:spPr>
        <p:txBody>
          <a:bodyPr/>
          <a:lstStyle/>
          <a:p>
            <a:r>
              <a:rPr lang="en-US" dirty="0"/>
              <a:t>Domain III Practicum</a:t>
            </a:r>
          </a:p>
        </p:txBody>
      </p:sp>
      <p:sp>
        <p:nvSpPr>
          <p:cNvPr id="4" name="Subtitle 3">
            <a:extLst>
              <a:ext uri="{FF2B5EF4-FFF2-40B4-BE49-F238E27FC236}">
                <a16:creationId xmlns:a16="http://schemas.microsoft.com/office/drawing/2014/main" id="{FFCC89D4-8169-77D5-D53F-1E998B469C40}"/>
              </a:ext>
            </a:extLst>
          </p:cNvPr>
          <p:cNvSpPr>
            <a:spLocks noGrp="1"/>
          </p:cNvSpPr>
          <p:nvPr>
            <p:ph type="subTitle" idx="1"/>
          </p:nvPr>
        </p:nvSpPr>
        <p:spPr/>
        <p:txBody>
          <a:bodyPr/>
          <a:lstStyle/>
          <a:p>
            <a:r>
              <a:rPr lang="en-US" dirty="0"/>
              <a:t>Information Systems Auditing</a:t>
            </a:r>
          </a:p>
          <a:p>
            <a:r>
              <a:rPr lang="en-US" dirty="0"/>
              <a:t>Class V</a:t>
            </a:r>
          </a:p>
        </p:txBody>
      </p:sp>
    </p:spTree>
    <p:extLst>
      <p:ext uri="{BB962C8B-B14F-4D97-AF65-F5344CB8AC3E}">
        <p14:creationId xmlns:p14="http://schemas.microsoft.com/office/powerpoint/2010/main" val="91161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52C04A-BCBB-9364-2819-8725E6696366}"/>
              </a:ext>
            </a:extLst>
          </p:cNvPr>
          <p:cNvSpPr>
            <a:spLocks noGrp="1"/>
          </p:cNvSpPr>
          <p:nvPr>
            <p:ph type="title"/>
          </p:nvPr>
        </p:nvSpPr>
        <p:spPr/>
        <p:txBody>
          <a:bodyPr/>
          <a:lstStyle/>
          <a:p>
            <a:r>
              <a:rPr lang="en-US"/>
              <a:t>Class Recap</a:t>
            </a:r>
          </a:p>
        </p:txBody>
      </p:sp>
    </p:spTree>
    <p:extLst>
      <p:ext uri="{BB962C8B-B14F-4D97-AF65-F5344CB8AC3E}">
        <p14:creationId xmlns:p14="http://schemas.microsoft.com/office/powerpoint/2010/main" val="2021974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7157F-D729-D43A-6721-923C7B23828A}"/>
              </a:ext>
            </a:extLst>
          </p:cNvPr>
          <p:cNvSpPr>
            <a:spLocks noGrp="1"/>
          </p:cNvSpPr>
          <p:nvPr>
            <p:ph type="title"/>
          </p:nvPr>
        </p:nvSpPr>
        <p:spPr>
          <a:xfrm>
            <a:off x="3685540" y="236651"/>
            <a:ext cx="4820920" cy="1325563"/>
          </a:xfrm>
        </p:spPr>
        <p:txBody>
          <a:bodyPr>
            <a:normAutofit/>
          </a:bodyPr>
          <a:lstStyle/>
          <a:p>
            <a:pPr algn="ctr"/>
            <a:r>
              <a:rPr lang="en-US" sz="4800"/>
              <a:t>Class Roadmap</a:t>
            </a:r>
          </a:p>
        </p:txBody>
      </p:sp>
      <p:sp>
        <p:nvSpPr>
          <p:cNvPr id="3" name="Content Placeholder 2">
            <a:extLst>
              <a:ext uri="{FF2B5EF4-FFF2-40B4-BE49-F238E27FC236}">
                <a16:creationId xmlns:a16="http://schemas.microsoft.com/office/drawing/2014/main" id="{940F5DB3-7A6F-EDD4-9F33-B3FF6161C717}"/>
              </a:ext>
            </a:extLst>
          </p:cNvPr>
          <p:cNvSpPr>
            <a:spLocks noGrp="1"/>
          </p:cNvSpPr>
          <p:nvPr>
            <p:ph idx="1"/>
          </p:nvPr>
        </p:nvSpPr>
        <p:spPr>
          <a:xfrm>
            <a:off x="622571" y="1682885"/>
            <a:ext cx="5473429" cy="4354221"/>
          </a:xfrm>
        </p:spPr>
        <p:txBody>
          <a:bodyPr/>
          <a:lstStyle/>
          <a:p>
            <a:pPr marL="360363" lvl="0" indent="-360363">
              <a:lnSpc>
                <a:spcPct val="150000"/>
              </a:lnSpc>
              <a:buFont typeface="+mj-lt"/>
              <a:buAutoNum type="arabicPeriod"/>
            </a:pPr>
            <a:r>
              <a:rPr lang="en-US" sz="1800" strike="sngStrike" dirty="0"/>
              <a:t>IT Governance: Concept</a:t>
            </a:r>
          </a:p>
          <a:p>
            <a:pPr marL="360363" lvl="0" indent="-360363">
              <a:lnSpc>
                <a:spcPct val="150000"/>
              </a:lnSpc>
              <a:buFont typeface="+mj-lt"/>
              <a:buAutoNum type="arabicPeriod"/>
            </a:pPr>
            <a:r>
              <a:rPr lang="en-US" sz="1800" strike="sngStrike" dirty="0"/>
              <a:t>IT Governance: Audit Program</a:t>
            </a:r>
          </a:p>
          <a:p>
            <a:pPr marL="360363" lvl="0" indent="-360363">
              <a:lnSpc>
                <a:spcPct val="150000"/>
              </a:lnSpc>
              <a:buFont typeface="+mj-lt"/>
              <a:buAutoNum type="arabicPeriod"/>
            </a:pPr>
            <a:r>
              <a:rPr lang="en-US" sz="1800" strike="sngStrike" dirty="0"/>
              <a:t>IS Acquisition and Development</a:t>
            </a:r>
          </a:p>
          <a:p>
            <a:pPr marL="360363" lvl="0" indent="-360363">
              <a:lnSpc>
                <a:spcPct val="150000"/>
              </a:lnSpc>
              <a:buFont typeface="+mj-lt"/>
              <a:buAutoNum type="arabicPeriod"/>
            </a:pPr>
            <a:r>
              <a:rPr lang="en-US" sz="1800" strike="sngStrike" dirty="0"/>
              <a:t>IS Implementation</a:t>
            </a:r>
          </a:p>
          <a:p>
            <a:pPr marL="360363" lvl="0" indent="-360363">
              <a:lnSpc>
                <a:spcPct val="150000"/>
              </a:lnSpc>
              <a:buFont typeface="+mj-lt"/>
              <a:buAutoNum type="arabicPeriod"/>
            </a:pPr>
            <a:r>
              <a:rPr lang="en-US" sz="1800" b="1" dirty="0"/>
              <a:t>Practicum on Domain 3</a:t>
            </a:r>
          </a:p>
          <a:p>
            <a:pPr marL="360363" lvl="0" indent="-360363">
              <a:lnSpc>
                <a:spcPct val="150000"/>
              </a:lnSpc>
              <a:buFont typeface="+mj-lt"/>
              <a:buAutoNum type="arabicPeriod"/>
            </a:pPr>
            <a:r>
              <a:rPr lang="en-US" sz="1800" dirty="0"/>
              <a:t>Navigating International Standards (GTAG)</a:t>
            </a:r>
          </a:p>
          <a:p>
            <a:pPr marL="360363" lvl="0" indent="-360363">
              <a:lnSpc>
                <a:spcPct val="150000"/>
              </a:lnSpc>
              <a:buFont typeface="+mj-lt"/>
              <a:buAutoNum type="arabicPeriod"/>
            </a:pPr>
            <a:r>
              <a:rPr lang="en-US" sz="1800" dirty="0"/>
              <a:t>Mid-Term Exam Prep</a:t>
            </a:r>
          </a:p>
          <a:p>
            <a:pPr marL="360363" lvl="0" indent="-360363">
              <a:lnSpc>
                <a:spcPct val="150000"/>
              </a:lnSpc>
              <a:buFont typeface="+mj-lt"/>
              <a:buAutoNum type="arabicPeriod"/>
            </a:pPr>
            <a:r>
              <a:rPr lang="en-US" sz="1800" dirty="0"/>
              <a:t>Mid-Term Exam</a:t>
            </a:r>
          </a:p>
        </p:txBody>
      </p:sp>
      <p:sp>
        <p:nvSpPr>
          <p:cNvPr id="4" name="Content Placeholder 2">
            <a:extLst>
              <a:ext uri="{FF2B5EF4-FFF2-40B4-BE49-F238E27FC236}">
                <a16:creationId xmlns:a16="http://schemas.microsoft.com/office/drawing/2014/main" id="{6C09DF7A-9B78-AB11-FA80-26BA72C3D29B}"/>
              </a:ext>
            </a:extLst>
          </p:cNvPr>
          <p:cNvSpPr txBox="1">
            <a:spLocks/>
          </p:cNvSpPr>
          <p:nvPr/>
        </p:nvSpPr>
        <p:spPr>
          <a:xfrm>
            <a:off x="6459167" y="1682885"/>
            <a:ext cx="5340483" cy="4354221"/>
          </a:xfrm>
          <a:prstGeom prst="rect">
            <a:avLst/>
          </a:prstGeom>
        </p:spPr>
        <p:txBody>
          <a:bodyPr vert="horz" lIns="91440" tIns="45720" rIns="91440" bIns="45720" rtlCol="0">
            <a:noAutofit/>
          </a:bodyPr>
          <a:lstStyle>
            <a:lvl1pPr marL="233363" indent="-233363" algn="l" defTabSz="914400" rtl="0" eaLnBrk="1" latinLnBrk="0" hangingPunct="1">
              <a:lnSpc>
                <a:spcPct val="90000"/>
              </a:lnSpc>
              <a:spcBef>
                <a:spcPts val="400"/>
              </a:spcBef>
              <a:buFont typeface="+mj-lt"/>
              <a:buAutoNum type="alphaUcPeriod"/>
              <a:defRPr sz="12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363" indent="-360363">
              <a:lnSpc>
                <a:spcPct val="150000"/>
              </a:lnSpc>
              <a:buFont typeface="+mj-lt"/>
              <a:buAutoNum type="arabicPeriod" startAt="9"/>
            </a:pPr>
            <a:r>
              <a:rPr lang="en-US" sz="1800" dirty="0"/>
              <a:t>IS Operation &amp; Business Resilience I</a:t>
            </a:r>
          </a:p>
          <a:p>
            <a:pPr marL="360363" indent="-360363">
              <a:lnSpc>
                <a:spcPct val="150000"/>
              </a:lnSpc>
              <a:buFont typeface="+mj-lt"/>
              <a:buAutoNum type="arabicPeriod" startAt="9"/>
            </a:pPr>
            <a:r>
              <a:rPr lang="en-US" sz="1800" dirty="0"/>
              <a:t>IS Operation &amp; Business Resilience II</a:t>
            </a:r>
          </a:p>
          <a:p>
            <a:pPr marL="360363" indent="-360363">
              <a:lnSpc>
                <a:spcPct val="150000"/>
              </a:lnSpc>
              <a:buFont typeface="+mj-lt"/>
              <a:buAutoNum type="arabicPeriod" startAt="9"/>
            </a:pPr>
            <a:r>
              <a:rPr lang="en-US" sz="1800" dirty="0"/>
              <a:t>Protection of Information Assets I</a:t>
            </a:r>
          </a:p>
          <a:p>
            <a:pPr marL="360363" indent="-360363">
              <a:lnSpc>
                <a:spcPct val="150000"/>
              </a:lnSpc>
              <a:buFont typeface="+mj-lt"/>
              <a:buAutoNum type="arabicPeriod" startAt="9"/>
            </a:pPr>
            <a:r>
              <a:rPr lang="en-US" sz="1800" dirty="0"/>
              <a:t>Protection of Information Assets II</a:t>
            </a:r>
          </a:p>
          <a:p>
            <a:pPr marL="360363" indent="-360363">
              <a:lnSpc>
                <a:spcPct val="150000"/>
              </a:lnSpc>
              <a:buFont typeface="+mj-lt"/>
              <a:buAutoNum type="arabicPeriod" startAt="9"/>
            </a:pPr>
            <a:r>
              <a:rPr lang="en-US" sz="1800" dirty="0"/>
              <a:t>Intro to SQL for Auditing</a:t>
            </a:r>
          </a:p>
          <a:p>
            <a:pPr marL="360363" indent="-360363">
              <a:lnSpc>
                <a:spcPct val="150000"/>
              </a:lnSpc>
              <a:buFont typeface="+mj-lt"/>
              <a:buAutoNum type="arabicPeriod" startAt="9"/>
            </a:pPr>
            <a:r>
              <a:rPr lang="en-US" sz="1800" dirty="0"/>
              <a:t>Case Study: Auditing with SQL</a:t>
            </a:r>
          </a:p>
          <a:p>
            <a:pPr marL="360363" indent="-360363">
              <a:lnSpc>
                <a:spcPct val="150000"/>
              </a:lnSpc>
              <a:buFont typeface="+mj-lt"/>
              <a:buAutoNum type="arabicPeriod" startAt="9"/>
            </a:pPr>
            <a:r>
              <a:rPr lang="en-US" sz="1800" dirty="0"/>
              <a:t>Final Exam Prep</a:t>
            </a:r>
          </a:p>
          <a:p>
            <a:pPr marL="360363" indent="-360363">
              <a:lnSpc>
                <a:spcPct val="150000"/>
              </a:lnSpc>
              <a:buFont typeface="+mj-lt"/>
              <a:buAutoNum type="arabicPeriod" startAt="9"/>
            </a:pPr>
            <a:r>
              <a:rPr lang="en-US" sz="1800" dirty="0"/>
              <a:t>Final Exam</a:t>
            </a:r>
          </a:p>
        </p:txBody>
      </p:sp>
    </p:spTree>
    <p:extLst>
      <p:ext uri="{BB962C8B-B14F-4D97-AF65-F5344CB8AC3E}">
        <p14:creationId xmlns:p14="http://schemas.microsoft.com/office/powerpoint/2010/main" val="4030995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F06DC-C82D-49A7-49E8-24B02235CE1B}"/>
              </a:ext>
            </a:extLst>
          </p:cNvPr>
          <p:cNvSpPr>
            <a:spLocks noGrp="1"/>
          </p:cNvSpPr>
          <p:nvPr>
            <p:ph type="title"/>
          </p:nvPr>
        </p:nvSpPr>
        <p:spPr/>
        <p:txBody>
          <a:bodyPr/>
          <a:lstStyle/>
          <a:p>
            <a:r>
              <a:rPr lang="en-US"/>
              <a:t>Covered So Far</a:t>
            </a:r>
          </a:p>
        </p:txBody>
      </p:sp>
      <p:sp>
        <p:nvSpPr>
          <p:cNvPr id="3" name="Content Placeholder 2">
            <a:extLst>
              <a:ext uri="{FF2B5EF4-FFF2-40B4-BE49-F238E27FC236}">
                <a16:creationId xmlns:a16="http://schemas.microsoft.com/office/drawing/2014/main" id="{0EEF17E5-AD4D-CEBE-F9C3-691B024490D7}"/>
              </a:ext>
            </a:extLst>
          </p:cNvPr>
          <p:cNvSpPr>
            <a:spLocks noGrp="1"/>
          </p:cNvSpPr>
          <p:nvPr>
            <p:ph idx="1"/>
          </p:nvPr>
        </p:nvSpPr>
        <p:spPr>
          <a:xfrm>
            <a:off x="838200" y="1645845"/>
            <a:ext cx="10515600" cy="2085896"/>
          </a:xfrm>
        </p:spPr>
        <p:txBody>
          <a:bodyPr>
            <a:normAutofit lnSpcReduction="10000"/>
          </a:bodyPr>
          <a:lstStyle/>
          <a:p>
            <a:r>
              <a:rPr lang="en-US" sz="2400" dirty="0"/>
              <a:t>IT Governance in concept</a:t>
            </a:r>
          </a:p>
          <a:p>
            <a:r>
              <a:rPr lang="en-US" sz="2400" dirty="0"/>
              <a:t>IT Governance through COBIT 2019 standard</a:t>
            </a:r>
          </a:p>
          <a:p>
            <a:r>
              <a:rPr lang="en-US" sz="2400" dirty="0"/>
              <a:t>Using COBIT 2019 as a criteria for IT Governance Audit</a:t>
            </a:r>
          </a:p>
          <a:p>
            <a:r>
              <a:rPr lang="en-US" sz="2400" dirty="0"/>
              <a:t>How Systems are Acquired &amp; Developed</a:t>
            </a:r>
          </a:p>
          <a:p>
            <a:r>
              <a:rPr lang="en-US" sz="2400" dirty="0"/>
              <a:t>How Systems are Implemented</a:t>
            </a:r>
          </a:p>
          <a:p>
            <a:endParaRPr lang="en-US" sz="2400" dirty="0"/>
          </a:p>
        </p:txBody>
      </p:sp>
      <p:sp>
        <p:nvSpPr>
          <p:cNvPr id="4" name="Slide Number Placeholder 3">
            <a:extLst>
              <a:ext uri="{FF2B5EF4-FFF2-40B4-BE49-F238E27FC236}">
                <a16:creationId xmlns:a16="http://schemas.microsoft.com/office/drawing/2014/main" id="{BBDACEAD-C5C5-7B9B-5D94-3516EDDB6B91}"/>
              </a:ext>
            </a:extLst>
          </p:cNvPr>
          <p:cNvSpPr>
            <a:spLocks noGrp="1"/>
          </p:cNvSpPr>
          <p:nvPr>
            <p:ph type="sldNum" sz="quarter" idx="12"/>
          </p:nvPr>
        </p:nvSpPr>
        <p:spPr/>
        <p:txBody>
          <a:bodyPr/>
          <a:lstStyle/>
          <a:p>
            <a:fld id="{8A7409E4-D43D-4036-AE02-5131D818BD5D}" type="slidenum">
              <a:rPr lang="en-US" smtClean="0"/>
              <a:pPr/>
              <a:t>4</a:t>
            </a:fld>
            <a:endParaRPr lang="en-US"/>
          </a:p>
        </p:txBody>
      </p:sp>
      <p:sp>
        <p:nvSpPr>
          <p:cNvPr id="5" name="TextBox 4">
            <a:extLst>
              <a:ext uri="{FF2B5EF4-FFF2-40B4-BE49-F238E27FC236}">
                <a16:creationId xmlns:a16="http://schemas.microsoft.com/office/drawing/2014/main" id="{7D1C4826-0D9F-82A9-71DC-D0E6749679B2}"/>
              </a:ext>
            </a:extLst>
          </p:cNvPr>
          <p:cNvSpPr txBox="1"/>
          <p:nvPr/>
        </p:nvSpPr>
        <p:spPr>
          <a:xfrm>
            <a:off x="838200" y="3965858"/>
            <a:ext cx="8210453" cy="2031325"/>
          </a:xfrm>
          <a:prstGeom prst="rect">
            <a:avLst/>
          </a:prstGeom>
          <a:noFill/>
        </p:spPr>
        <p:txBody>
          <a:bodyPr wrap="none" rtlCol="0">
            <a:spAutoFit/>
          </a:bodyPr>
          <a:lstStyle/>
          <a:p>
            <a:r>
              <a:rPr lang="en-US" dirty="0"/>
              <a:t>Remember, </a:t>
            </a:r>
            <a:r>
              <a:rPr lang="en-US" strike="sngStrike" dirty="0"/>
              <a:t>the first half</a:t>
            </a:r>
            <a:r>
              <a:rPr lang="en-US" dirty="0"/>
              <a:t> this class will cover domains in CISA Review, as follows:</a:t>
            </a:r>
          </a:p>
          <a:p>
            <a:pPr marL="342900" indent="-342900">
              <a:buFont typeface="+mj-lt"/>
              <a:buAutoNum type="arabicPeriod"/>
            </a:pPr>
            <a:r>
              <a:rPr lang="en-US" dirty="0"/>
              <a:t>IS Auditing Process</a:t>
            </a:r>
          </a:p>
          <a:p>
            <a:pPr marL="342900" indent="-342900">
              <a:buFont typeface="+mj-lt"/>
              <a:buAutoNum type="arabicPeriod"/>
            </a:pPr>
            <a:r>
              <a:rPr lang="en-US" dirty="0"/>
              <a:t>IT Governance</a:t>
            </a:r>
          </a:p>
          <a:p>
            <a:pPr marL="342900" indent="-342900">
              <a:buFont typeface="+mj-lt"/>
              <a:buAutoNum type="arabicPeriod"/>
            </a:pPr>
            <a:r>
              <a:rPr lang="en-US" dirty="0"/>
              <a:t>IS Acquisition, Development, and Implementation</a:t>
            </a:r>
          </a:p>
          <a:p>
            <a:pPr marL="342900" indent="-342900">
              <a:buFont typeface="+mj-lt"/>
              <a:buAutoNum type="arabicPeriod"/>
            </a:pPr>
            <a:r>
              <a:rPr lang="en-US" dirty="0"/>
              <a:t>IS Operations and Business Resilience</a:t>
            </a:r>
          </a:p>
          <a:p>
            <a:pPr marL="342900" indent="-342900">
              <a:buFont typeface="+mj-lt"/>
              <a:buAutoNum type="arabicPeriod"/>
            </a:pPr>
            <a:r>
              <a:rPr lang="en-US" dirty="0"/>
              <a:t>Protection of Information and Assets</a:t>
            </a:r>
          </a:p>
          <a:p>
            <a:pPr marL="342900" indent="-342900">
              <a:buFont typeface="+mj-lt"/>
              <a:buAutoNum type="arabicPeriod"/>
            </a:pPr>
            <a:endParaRPr lang="en-US" dirty="0"/>
          </a:p>
        </p:txBody>
      </p:sp>
    </p:spTree>
    <p:extLst>
      <p:ext uri="{BB962C8B-B14F-4D97-AF65-F5344CB8AC3E}">
        <p14:creationId xmlns:p14="http://schemas.microsoft.com/office/powerpoint/2010/main" val="2891726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678-8156-B5D7-6985-8F8C864E2A3D}"/>
              </a:ext>
            </a:extLst>
          </p:cNvPr>
          <p:cNvSpPr>
            <a:spLocks noGrp="1"/>
          </p:cNvSpPr>
          <p:nvPr>
            <p:ph type="title"/>
          </p:nvPr>
        </p:nvSpPr>
        <p:spPr>
          <a:xfrm>
            <a:off x="838200" y="236669"/>
            <a:ext cx="10515600" cy="809494"/>
          </a:xfrm>
        </p:spPr>
        <p:txBody>
          <a:bodyPr/>
          <a:lstStyle/>
          <a:p>
            <a:r>
              <a:rPr lang="en-US" dirty="0"/>
              <a:t>Reflection - </a:t>
            </a:r>
            <a:r>
              <a:rPr lang="en-ID" dirty="0"/>
              <a:t>A Note on Adaptation</a:t>
            </a:r>
            <a:endParaRPr lang="en-US" dirty="0"/>
          </a:p>
        </p:txBody>
      </p:sp>
      <p:sp>
        <p:nvSpPr>
          <p:cNvPr id="3" name="Content Placeholder 2">
            <a:extLst>
              <a:ext uri="{FF2B5EF4-FFF2-40B4-BE49-F238E27FC236}">
                <a16:creationId xmlns:a16="http://schemas.microsoft.com/office/drawing/2014/main" id="{8BA43A71-550D-6448-8070-817ACA416DEE}"/>
              </a:ext>
            </a:extLst>
          </p:cNvPr>
          <p:cNvSpPr>
            <a:spLocks noGrp="1"/>
          </p:cNvSpPr>
          <p:nvPr>
            <p:ph idx="1"/>
          </p:nvPr>
        </p:nvSpPr>
        <p:spPr>
          <a:xfrm>
            <a:off x="838201" y="1247888"/>
            <a:ext cx="6341076" cy="3633032"/>
          </a:xfrm>
        </p:spPr>
        <p:txBody>
          <a:bodyPr>
            <a:normAutofit/>
          </a:bodyPr>
          <a:lstStyle/>
          <a:p>
            <a:pPr marL="0" indent="0" algn="l">
              <a:lnSpc>
                <a:spcPct val="120000"/>
              </a:lnSpc>
              <a:spcAft>
                <a:spcPts val="600"/>
              </a:spcAft>
              <a:buNone/>
            </a:pPr>
            <a:r>
              <a:rPr lang="en-US" sz="1600" b="0" i="0" dirty="0">
                <a:solidFill>
                  <a:srgbClr val="4A4641"/>
                </a:solidFill>
                <a:effectLst/>
              </a:rPr>
              <a:t>The recent syllabus change is not ideal. It is disappointing. I understand that some of you may feel annoyed by it. Me too.</a:t>
            </a:r>
          </a:p>
          <a:p>
            <a:pPr marL="0" indent="0" algn="l">
              <a:lnSpc>
                <a:spcPct val="120000"/>
              </a:lnSpc>
              <a:spcAft>
                <a:spcPts val="600"/>
              </a:spcAft>
              <a:buNone/>
            </a:pPr>
            <a:r>
              <a:rPr lang="en-US" sz="1600" b="0" i="0" dirty="0">
                <a:solidFill>
                  <a:srgbClr val="4A4641"/>
                </a:solidFill>
                <a:effectLst/>
              </a:rPr>
              <a:t>But here is the thing: disappointment will come and go far more often in life than we expect. In a world full of surprises—both good and bad—it is naïve to assume that everything will always go according to plan.</a:t>
            </a:r>
          </a:p>
          <a:p>
            <a:pPr marL="0" indent="0" algn="l">
              <a:lnSpc>
                <a:spcPct val="120000"/>
              </a:lnSpc>
              <a:spcAft>
                <a:spcPts val="600"/>
              </a:spcAft>
              <a:buNone/>
            </a:pPr>
            <a:r>
              <a:rPr lang="en-US" sz="1600" b="0" i="0" dirty="0">
                <a:solidFill>
                  <a:srgbClr val="4A4641"/>
                </a:solidFill>
                <a:effectLst/>
              </a:rPr>
              <a:t>When difficulties come, avoid equipping yourself with the belief that you are the biggest victim or that your burden is uniquely difficult. What matters more is how you respond and act in a world full of constraints.</a:t>
            </a:r>
          </a:p>
        </p:txBody>
      </p:sp>
      <p:sp>
        <p:nvSpPr>
          <p:cNvPr id="4" name="Slide Number Placeholder 3">
            <a:extLst>
              <a:ext uri="{FF2B5EF4-FFF2-40B4-BE49-F238E27FC236}">
                <a16:creationId xmlns:a16="http://schemas.microsoft.com/office/drawing/2014/main" id="{F842707D-EB6F-11F8-2A06-4E76D4C1DD56}"/>
              </a:ext>
            </a:extLst>
          </p:cNvPr>
          <p:cNvSpPr>
            <a:spLocks noGrp="1"/>
          </p:cNvSpPr>
          <p:nvPr>
            <p:ph type="sldNum" sz="quarter" idx="12"/>
          </p:nvPr>
        </p:nvSpPr>
        <p:spPr/>
        <p:txBody>
          <a:bodyPr/>
          <a:lstStyle/>
          <a:p>
            <a:fld id="{8A7409E4-D43D-4036-AE02-5131D818BD5D}" type="slidenum">
              <a:rPr lang="en-US" smtClean="0"/>
              <a:pPr/>
              <a:t>5</a:t>
            </a:fld>
            <a:endParaRPr lang="en-US"/>
          </a:p>
        </p:txBody>
      </p:sp>
      <p:sp>
        <p:nvSpPr>
          <p:cNvPr id="7" name="TextBox 6">
            <a:extLst>
              <a:ext uri="{FF2B5EF4-FFF2-40B4-BE49-F238E27FC236}">
                <a16:creationId xmlns:a16="http://schemas.microsoft.com/office/drawing/2014/main" id="{E6CAD1F5-3B53-47AA-88E0-827B6D50BB23}"/>
              </a:ext>
            </a:extLst>
          </p:cNvPr>
          <p:cNvSpPr txBox="1"/>
          <p:nvPr/>
        </p:nvSpPr>
        <p:spPr>
          <a:xfrm>
            <a:off x="1347114" y="4821939"/>
            <a:ext cx="4867017" cy="646331"/>
          </a:xfrm>
          <a:prstGeom prst="rect">
            <a:avLst/>
          </a:prstGeom>
          <a:noFill/>
        </p:spPr>
        <p:txBody>
          <a:bodyPr wrap="square">
            <a:spAutoFit/>
          </a:bodyPr>
          <a:lstStyle/>
          <a:p>
            <a:r>
              <a:rPr lang="en-US" b="0" i="1" dirty="0">
                <a:solidFill>
                  <a:srgbClr val="2D2A26"/>
                </a:solidFill>
                <a:effectLst/>
              </a:rPr>
              <a:t>And here we are: adjusting, adapting, and still trying to do our best despite the absurdity.</a:t>
            </a:r>
            <a:endParaRPr lang="en-ID" i="1" dirty="0"/>
          </a:p>
        </p:txBody>
      </p:sp>
      <p:sp>
        <p:nvSpPr>
          <p:cNvPr id="8" name="Rectangle 7">
            <a:extLst>
              <a:ext uri="{FF2B5EF4-FFF2-40B4-BE49-F238E27FC236}">
                <a16:creationId xmlns:a16="http://schemas.microsoft.com/office/drawing/2014/main" id="{75861CFE-120C-4D69-A3F2-1D64F2BB2A9B}"/>
              </a:ext>
            </a:extLst>
          </p:cNvPr>
          <p:cNvSpPr/>
          <p:nvPr/>
        </p:nvSpPr>
        <p:spPr>
          <a:xfrm>
            <a:off x="1105930" y="4794422"/>
            <a:ext cx="148281" cy="785111"/>
          </a:xfrm>
          <a:prstGeom prst="rect">
            <a:avLst/>
          </a:prstGeom>
          <a:solidFill>
            <a:srgbClr val="0202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0" name="Picture 9">
            <a:extLst>
              <a:ext uri="{FF2B5EF4-FFF2-40B4-BE49-F238E27FC236}">
                <a16:creationId xmlns:a16="http://schemas.microsoft.com/office/drawing/2014/main" id="{AD51EF73-CCD7-434F-A05E-1D10B3B231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0453" y="1046163"/>
            <a:ext cx="2924433" cy="4386649"/>
          </a:xfrm>
          <a:prstGeom prst="rect">
            <a:avLst/>
          </a:prstGeom>
        </p:spPr>
      </p:pic>
      <p:sp>
        <p:nvSpPr>
          <p:cNvPr id="11" name="Rectangle 1">
            <a:extLst>
              <a:ext uri="{FF2B5EF4-FFF2-40B4-BE49-F238E27FC236}">
                <a16:creationId xmlns:a16="http://schemas.microsoft.com/office/drawing/2014/main" id="{27D07FC7-CC35-4216-8EBD-1CF305D66300}"/>
              </a:ext>
            </a:extLst>
          </p:cNvPr>
          <p:cNvSpPr>
            <a:spLocks noChangeArrowheads="1"/>
          </p:cNvSpPr>
          <p:nvPr/>
        </p:nvSpPr>
        <p:spPr bwMode="auto">
          <a:xfrm>
            <a:off x="7920453" y="5491483"/>
            <a:ext cx="311552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Photo by </a:t>
            </a:r>
            <a:r>
              <a:rPr kumimoji="0" lang="en-US" altLang="en-US" sz="1200" b="0" i="0" u="none" strike="noStrike" cap="none" normalizeH="0" baseline="0" dirty="0">
                <a:ln>
                  <a:noFill/>
                </a:ln>
                <a:solidFill>
                  <a:schemeClr val="tx1"/>
                </a:solidFill>
                <a:effectLst/>
                <a:latin typeface="Arial" panose="020B0604020202020204" pitchFamily="34" charset="0"/>
                <a:hlinkClick r:id="rId3"/>
              </a:rPr>
              <a:t>Bastien </a:t>
            </a:r>
            <a:r>
              <a:rPr kumimoji="0" lang="en-US" altLang="en-US" sz="1200" b="0" i="0" u="none" strike="noStrike" cap="none" normalizeH="0" baseline="0" dirty="0" err="1">
                <a:ln>
                  <a:noFill/>
                </a:ln>
                <a:solidFill>
                  <a:schemeClr val="tx1"/>
                </a:solidFill>
                <a:effectLst/>
                <a:latin typeface="Arial" panose="020B0604020202020204" pitchFamily="34" charset="0"/>
                <a:hlinkClick r:id="rId3"/>
              </a:rPr>
              <a:t>Hervé</a:t>
            </a:r>
            <a:r>
              <a:rPr kumimoji="0" lang="en-US" altLang="en-US" sz="1200" b="0" i="0" u="none" strike="noStrike" cap="none" normalizeH="0" baseline="0" dirty="0">
                <a:ln>
                  <a:noFill/>
                </a:ln>
                <a:solidFill>
                  <a:schemeClr val="tx1"/>
                </a:solidFill>
                <a:effectLst/>
                <a:latin typeface="Arial" panose="020B0604020202020204" pitchFamily="34" charset="0"/>
              </a:rPr>
              <a:t> on </a:t>
            </a:r>
            <a:r>
              <a:rPr kumimoji="0" lang="en-US" altLang="en-US" sz="1200" b="0" i="0" u="none" strike="noStrike" cap="none" normalizeH="0" baseline="0" dirty="0" err="1">
                <a:ln>
                  <a:noFill/>
                </a:ln>
                <a:solidFill>
                  <a:schemeClr val="tx1"/>
                </a:solidFill>
                <a:effectLst/>
                <a:latin typeface="Arial" panose="020B0604020202020204" pitchFamily="34" charset="0"/>
                <a:hlinkClick r:id="rId4"/>
              </a:rPr>
              <a:t>Unsplash</a:t>
            </a:r>
            <a:r>
              <a:rPr kumimoji="0" lang="en-US" altLang="en-US" sz="1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404562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79CBE2-7ADF-23F1-83BE-26DF183A5B12}"/>
              </a:ext>
            </a:extLst>
          </p:cNvPr>
          <p:cNvSpPr>
            <a:spLocks noGrp="1"/>
          </p:cNvSpPr>
          <p:nvPr>
            <p:ph idx="1"/>
          </p:nvPr>
        </p:nvSpPr>
        <p:spPr/>
        <p:txBody>
          <a:bodyPr>
            <a:normAutofit/>
          </a:bodyPr>
          <a:lstStyle/>
          <a:p>
            <a:pPr marL="514350" indent="-514350">
              <a:lnSpc>
                <a:spcPct val="100000"/>
              </a:lnSpc>
              <a:buFont typeface="+mj-lt"/>
              <a:buAutoNum type="arabicPeriod"/>
            </a:pPr>
            <a:r>
              <a:rPr lang="en-US" dirty="0"/>
              <a:t>Feasibility Analysis</a:t>
            </a:r>
          </a:p>
          <a:p>
            <a:pPr marL="514350" indent="-514350">
              <a:lnSpc>
                <a:spcPct val="100000"/>
              </a:lnSpc>
              <a:buFont typeface="+mj-lt"/>
              <a:buAutoNum type="arabicPeriod"/>
            </a:pPr>
            <a:r>
              <a:rPr lang="en-US" dirty="0"/>
              <a:t>Prototyping</a:t>
            </a:r>
          </a:p>
        </p:txBody>
      </p:sp>
    </p:spTree>
    <p:extLst>
      <p:ext uri="{BB962C8B-B14F-4D97-AF65-F5344CB8AC3E}">
        <p14:creationId xmlns:p14="http://schemas.microsoft.com/office/powerpoint/2010/main" val="3835074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58052-05B2-9F29-B874-84F80A24B16B}"/>
              </a:ext>
            </a:extLst>
          </p:cNvPr>
          <p:cNvSpPr>
            <a:spLocks noGrp="1"/>
          </p:cNvSpPr>
          <p:nvPr>
            <p:ph type="title"/>
          </p:nvPr>
        </p:nvSpPr>
        <p:spPr/>
        <p:txBody>
          <a:bodyPr>
            <a:normAutofit/>
          </a:bodyPr>
          <a:lstStyle/>
          <a:p>
            <a:r>
              <a:rPr lang="en-US" dirty="0"/>
              <a:t>Intro</a:t>
            </a:r>
          </a:p>
        </p:txBody>
      </p:sp>
    </p:spTree>
    <p:extLst>
      <p:ext uri="{BB962C8B-B14F-4D97-AF65-F5344CB8AC3E}">
        <p14:creationId xmlns:p14="http://schemas.microsoft.com/office/powerpoint/2010/main" val="1457204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9DD37-A529-C0FC-5CA8-591ADC5F0314}"/>
              </a:ext>
            </a:extLst>
          </p:cNvPr>
          <p:cNvSpPr>
            <a:spLocks noGrp="1"/>
          </p:cNvSpPr>
          <p:nvPr>
            <p:ph type="title"/>
          </p:nvPr>
        </p:nvSpPr>
        <p:spPr>
          <a:xfrm>
            <a:off x="838200" y="365126"/>
            <a:ext cx="10515600" cy="928654"/>
          </a:xfrm>
        </p:spPr>
        <p:txBody>
          <a:bodyPr>
            <a:normAutofit/>
          </a:bodyPr>
          <a:lstStyle/>
          <a:p>
            <a:r>
              <a:rPr lang="en-US" dirty="0"/>
              <a:t>Gist of Domain 3 (again)</a:t>
            </a:r>
          </a:p>
        </p:txBody>
      </p:sp>
      <p:sp>
        <p:nvSpPr>
          <p:cNvPr id="4" name="Slide Number Placeholder 3">
            <a:extLst>
              <a:ext uri="{FF2B5EF4-FFF2-40B4-BE49-F238E27FC236}">
                <a16:creationId xmlns:a16="http://schemas.microsoft.com/office/drawing/2014/main" id="{1EBF9B3F-1891-0D88-A0F9-6164A522FA62}"/>
              </a:ext>
            </a:extLst>
          </p:cNvPr>
          <p:cNvSpPr>
            <a:spLocks noGrp="1"/>
          </p:cNvSpPr>
          <p:nvPr>
            <p:ph type="sldNum" sz="quarter" idx="12"/>
          </p:nvPr>
        </p:nvSpPr>
        <p:spPr/>
        <p:txBody>
          <a:bodyPr/>
          <a:lstStyle/>
          <a:p>
            <a:fld id="{8A7409E4-D43D-4036-AE02-5131D818BD5D}" type="slidenum">
              <a:rPr lang="en-US" smtClean="0"/>
              <a:pPr/>
              <a:t>8</a:t>
            </a:fld>
            <a:endParaRPr lang="en-US"/>
          </a:p>
        </p:txBody>
      </p:sp>
      <p:sp>
        <p:nvSpPr>
          <p:cNvPr id="3" name="Rectangle: Rounded Corners 2">
            <a:extLst>
              <a:ext uri="{FF2B5EF4-FFF2-40B4-BE49-F238E27FC236}">
                <a16:creationId xmlns:a16="http://schemas.microsoft.com/office/drawing/2014/main" id="{108DE137-52A3-47D6-820C-2A1C0A906A4C}"/>
              </a:ext>
            </a:extLst>
          </p:cNvPr>
          <p:cNvSpPr/>
          <p:nvPr/>
        </p:nvSpPr>
        <p:spPr>
          <a:xfrm>
            <a:off x="1013254" y="1575486"/>
            <a:ext cx="2743200" cy="3966518"/>
          </a:xfrm>
          <a:prstGeom prst="roundRect">
            <a:avLst>
              <a:gd name="adj" fmla="val 7433"/>
            </a:avLst>
          </a:prstGeom>
          <a:solidFill>
            <a:srgbClr val="0202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extBox 4">
            <a:extLst>
              <a:ext uri="{FF2B5EF4-FFF2-40B4-BE49-F238E27FC236}">
                <a16:creationId xmlns:a16="http://schemas.microsoft.com/office/drawing/2014/main" id="{1C7A7819-D966-4B57-8617-223A0F7DE1CF}"/>
              </a:ext>
            </a:extLst>
          </p:cNvPr>
          <p:cNvSpPr txBox="1"/>
          <p:nvPr/>
        </p:nvSpPr>
        <p:spPr>
          <a:xfrm>
            <a:off x="1680975" y="1691505"/>
            <a:ext cx="1407758" cy="369332"/>
          </a:xfrm>
          <a:prstGeom prst="rect">
            <a:avLst/>
          </a:prstGeom>
          <a:noFill/>
        </p:spPr>
        <p:txBody>
          <a:bodyPr wrap="none" rtlCol="0">
            <a:spAutoFit/>
          </a:bodyPr>
          <a:lstStyle/>
          <a:p>
            <a:r>
              <a:rPr lang="en-ID" b="1" dirty="0">
                <a:solidFill>
                  <a:schemeClr val="bg1"/>
                </a:solidFill>
              </a:rPr>
              <a:t>Acquisition</a:t>
            </a:r>
          </a:p>
        </p:txBody>
      </p:sp>
      <p:sp>
        <p:nvSpPr>
          <p:cNvPr id="7" name="Rectangle: Rounded Corners 6">
            <a:extLst>
              <a:ext uri="{FF2B5EF4-FFF2-40B4-BE49-F238E27FC236}">
                <a16:creationId xmlns:a16="http://schemas.microsoft.com/office/drawing/2014/main" id="{1886D78B-8D1C-4B35-876E-F77EAFF47937}"/>
              </a:ext>
            </a:extLst>
          </p:cNvPr>
          <p:cNvSpPr/>
          <p:nvPr/>
        </p:nvSpPr>
        <p:spPr>
          <a:xfrm>
            <a:off x="4424175" y="1575486"/>
            <a:ext cx="2743200" cy="3966518"/>
          </a:xfrm>
          <a:prstGeom prst="roundRect">
            <a:avLst>
              <a:gd name="adj" fmla="val 7433"/>
            </a:avLst>
          </a:prstGeom>
          <a:solidFill>
            <a:srgbClr val="0202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TextBox 7">
            <a:extLst>
              <a:ext uri="{FF2B5EF4-FFF2-40B4-BE49-F238E27FC236}">
                <a16:creationId xmlns:a16="http://schemas.microsoft.com/office/drawing/2014/main" id="{B1E355B9-F216-436D-9F04-49173D10308E}"/>
              </a:ext>
            </a:extLst>
          </p:cNvPr>
          <p:cNvSpPr txBox="1"/>
          <p:nvPr/>
        </p:nvSpPr>
        <p:spPr>
          <a:xfrm>
            <a:off x="4974396" y="1691505"/>
            <a:ext cx="1642757" cy="369332"/>
          </a:xfrm>
          <a:prstGeom prst="rect">
            <a:avLst/>
          </a:prstGeom>
          <a:noFill/>
        </p:spPr>
        <p:txBody>
          <a:bodyPr wrap="none" rtlCol="0">
            <a:spAutoFit/>
          </a:bodyPr>
          <a:lstStyle/>
          <a:p>
            <a:r>
              <a:rPr lang="en-ID" b="1" dirty="0">
                <a:solidFill>
                  <a:schemeClr val="bg1"/>
                </a:solidFill>
              </a:rPr>
              <a:t>Development</a:t>
            </a:r>
          </a:p>
        </p:txBody>
      </p:sp>
      <p:sp>
        <p:nvSpPr>
          <p:cNvPr id="9" name="Rectangle: Rounded Corners 8">
            <a:extLst>
              <a:ext uri="{FF2B5EF4-FFF2-40B4-BE49-F238E27FC236}">
                <a16:creationId xmlns:a16="http://schemas.microsoft.com/office/drawing/2014/main" id="{03A39EBE-5D95-4B9C-95BB-1F02F08594B5}"/>
              </a:ext>
            </a:extLst>
          </p:cNvPr>
          <p:cNvSpPr/>
          <p:nvPr/>
        </p:nvSpPr>
        <p:spPr>
          <a:xfrm>
            <a:off x="7828918" y="1575486"/>
            <a:ext cx="2743200" cy="3966518"/>
          </a:xfrm>
          <a:prstGeom prst="roundRect">
            <a:avLst>
              <a:gd name="adj" fmla="val 7433"/>
            </a:avLst>
          </a:prstGeom>
          <a:solidFill>
            <a:srgbClr val="0202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TextBox 9">
            <a:extLst>
              <a:ext uri="{FF2B5EF4-FFF2-40B4-BE49-F238E27FC236}">
                <a16:creationId xmlns:a16="http://schemas.microsoft.com/office/drawing/2014/main" id="{13909B7A-2AC9-48FD-9047-922A7103A9A8}"/>
              </a:ext>
            </a:extLst>
          </p:cNvPr>
          <p:cNvSpPr txBox="1"/>
          <p:nvPr/>
        </p:nvSpPr>
        <p:spPr>
          <a:xfrm>
            <a:off x="8236151" y="1691505"/>
            <a:ext cx="1928733" cy="369332"/>
          </a:xfrm>
          <a:prstGeom prst="rect">
            <a:avLst/>
          </a:prstGeom>
          <a:noFill/>
        </p:spPr>
        <p:txBody>
          <a:bodyPr wrap="none" rtlCol="0">
            <a:spAutoFit/>
          </a:bodyPr>
          <a:lstStyle/>
          <a:p>
            <a:r>
              <a:rPr lang="en-ID" b="1" dirty="0">
                <a:solidFill>
                  <a:schemeClr val="bg1"/>
                </a:solidFill>
              </a:rPr>
              <a:t>Implementation</a:t>
            </a:r>
          </a:p>
        </p:txBody>
      </p:sp>
      <p:cxnSp>
        <p:nvCxnSpPr>
          <p:cNvPr id="12" name="Straight Connector 11">
            <a:extLst>
              <a:ext uri="{FF2B5EF4-FFF2-40B4-BE49-F238E27FC236}">
                <a16:creationId xmlns:a16="http://schemas.microsoft.com/office/drawing/2014/main" id="{AC931DA6-EE90-4BA2-A45D-E5AAD725908F}"/>
              </a:ext>
            </a:extLst>
          </p:cNvPr>
          <p:cNvCxnSpPr/>
          <p:nvPr/>
        </p:nvCxnSpPr>
        <p:spPr>
          <a:xfrm>
            <a:off x="1302608" y="2180968"/>
            <a:ext cx="2164492"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0792A78-BEAA-4BA7-975C-0BA5CD51A6CC}"/>
              </a:ext>
            </a:extLst>
          </p:cNvPr>
          <p:cNvCxnSpPr/>
          <p:nvPr/>
        </p:nvCxnSpPr>
        <p:spPr>
          <a:xfrm>
            <a:off x="4713528" y="2180968"/>
            <a:ext cx="2164492"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179AAB9-069D-417D-96CC-469236CA68F4}"/>
              </a:ext>
            </a:extLst>
          </p:cNvPr>
          <p:cNvCxnSpPr/>
          <p:nvPr/>
        </p:nvCxnSpPr>
        <p:spPr>
          <a:xfrm>
            <a:off x="8118271" y="2180968"/>
            <a:ext cx="2164492"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4A7F2B1-4FA7-4EAC-B6DD-126C7FF063B1}"/>
              </a:ext>
            </a:extLst>
          </p:cNvPr>
          <p:cNvSpPr txBox="1"/>
          <p:nvPr/>
        </p:nvSpPr>
        <p:spPr>
          <a:xfrm>
            <a:off x="1186249" y="2331990"/>
            <a:ext cx="2372498" cy="2462213"/>
          </a:xfrm>
          <a:prstGeom prst="rect">
            <a:avLst/>
          </a:prstGeom>
          <a:noFill/>
        </p:spPr>
        <p:txBody>
          <a:bodyPr wrap="square">
            <a:spAutoFit/>
          </a:bodyPr>
          <a:lstStyle/>
          <a:p>
            <a:r>
              <a:rPr lang="en-US" sz="1400" i="1" dirty="0">
                <a:solidFill>
                  <a:schemeClr val="bg1"/>
                </a:solidFill>
              </a:rPr>
              <a:t>Decide what's best for us, and acquire it the best way possible</a:t>
            </a:r>
          </a:p>
          <a:p>
            <a:endParaRPr lang="en-US" sz="1400" dirty="0">
              <a:solidFill>
                <a:schemeClr val="bg1"/>
              </a:solidFill>
            </a:endParaRPr>
          </a:p>
          <a:p>
            <a:r>
              <a:rPr lang="en-ID" sz="1400" b="1" dirty="0">
                <a:solidFill>
                  <a:schemeClr val="bg1"/>
                </a:solidFill>
              </a:rPr>
              <a:t>Peran auditor:</a:t>
            </a:r>
          </a:p>
          <a:p>
            <a:r>
              <a:rPr lang="en-ID" sz="1400" dirty="0">
                <a:solidFill>
                  <a:schemeClr val="bg1"/>
                </a:solidFill>
              </a:rPr>
              <a:t>Memastikan </a:t>
            </a:r>
            <a:r>
              <a:rPr lang="en-ID" sz="1400" dirty="0" err="1">
                <a:solidFill>
                  <a:schemeClr val="bg1"/>
                </a:solidFill>
              </a:rPr>
              <a:t>keputusan</a:t>
            </a:r>
            <a:r>
              <a:rPr lang="en-ID" sz="1400" dirty="0">
                <a:solidFill>
                  <a:schemeClr val="bg1"/>
                </a:solidFill>
              </a:rPr>
              <a:t> </a:t>
            </a:r>
            <a:r>
              <a:rPr lang="en-ID" sz="1400" dirty="0" err="1">
                <a:solidFill>
                  <a:schemeClr val="bg1"/>
                </a:solidFill>
              </a:rPr>
              <a:t>akuisisi</a:t>
            </a:r>
            <a:r>
              <a:rPr lang="en-ID" sz="1400" dirty="0">
                <a:solidFill>
                  <a:schemeClr val="bg1"/>
                </a:solidFill>
              </a:rPr>
              <a:t> punya </a:t>
            </a:r>
            <a:r>
              <a:rPr lang="en-ID" sz="1400" dirty="0" err="1">
                <a:solidFill>
                  <a:schemeClr val="bg1"/>
                </a:solidFill>
              </a:rPr>
              <a:t>justifikasi</a:t>
            </a:r>
            <a:r>
              <a:rPr lang="en-ID" sz="1400" dirty="0">
                <a:solidFill>
                  <a:schemeClr val="bg1"/>
                </a:solidFill>
              </a:rPr>
              <a:t> yang </a:t>
            </a:r>
            <a:r>
              <a:rPr lang="en-ID" sz="1400" dirty="0" err="1">
                <a:solidFill>
                  <a:schemeClr val="bg1"/>
                </a:solidFill>
              </a:rPr>
              <a:t>kuat</a:t>
            </a:r>
            <a:r>
              <a:rPr lang="en-ID" sz="1400" dirty="0">
                <a:solidFill>
                  <a:schemeClr val="bg1"/>
                </a:solidFill>
              </a:rPr>
              <a:t> dan proses </a:t>
            </a:r>
            <a:r>
              <a:rPr lang="en-ID" sz="1400" dirty="0" err="1">
                <a:solidFill>
                  <a:schemeClr val="bg1"/>
                </a:solidFill>
              </a:rPr>
              <a:t>pengadaan</a:t>
            </a:r>
            <a:r>
              <a:rPr lang="en-ID" sz="1400" dirty="0">
                <a:solidFill>
                  <a:schemeClr val="bg1"/>
                </a:solidFill>
              </a:rPr>
              <a:t> </a:t>
            </a:r>
            <a:r>
              <a:rPr lang="en-ID" sz="1400" dirty="0" err="1">
                <a:solidFill>
                  <a:schemeClr val="bg1"/>
                </a:solidFill>
              </a:rPr>
              <a:t>bebas</a:t>
            </a:r>
            <a:r>
              <a:rPr lang="en-ID" sz="1400" dirty="0">
                <a:solidFill>
                  <a:schemeClr val="bg1"/>
                </a:solidFill>
              </a:rPr>
              <a:t> </a:t>
            </a:r>
            <a:r>
              <a:rPr lang="en-ID" sz="1400" dirty="0" err="1">
                <a:solidFill>
                  <a:schemeClr val="bg1"/>
                </a:solidFill>
              </a:rPr>
              <a:t>dari</a:t>
            </a:r>
            <a:r>
              <a:rPr lang="en-ID" sz="1400" dirty="0">
                <a:solidFill>
                  <a:schemeClr val="bg1"/>
                </a:solidFill>
              </a:rPr>
              <a:t> </a:t>
            </a:r>
            <a:r>
              <a:rPr lang="en-ID" sz="1400" dirty="0" err="1">
                <a:solidFill>
                  <a:schemeClr val="bg1"/>
                </a:solidFill>
              </a:rPr>
              <a:t>risiko</a:t>
            </a:r>
            <a:r>
              <a:rPr lang="en-ID" sz="1400" dirty="0">
                <a:solidFill>
                  <a:schemeClr val="bg1"/>
                </a:solidFill>
              </a:rPr>
              <a:t> (conflict of interest, vendor lock-in, </a:t>
            </a:r>
            <a:r>
              <a:rPr lang="en-ID" sz="1400" dirty="0" err="1">
                <a:solidFill>
                  <a:schemeClr val="bg1"/>
                </a:solidFill>
              </a:rPr>
              <a:t>dll</a:t>
            </a:r>
            <a:r>
              <a:rPr lang="en-ID" sz="1400" dirty="0">
                <a:solidFill>
                  <a:schemeClr val="bg1"/>
                </a:solidFill>
              </a:rPr>
              <a:t>.)</a:t>
            </a:r>
          </a:p>
        </p:txBody>
      </p:sp>
      <p:sp>
        <p:nvSpPr>
          <p:cNvPr id="17" name="TextBox 16">
            <a:extLst>
              <a:ext uri="{FF2B5EF4-FFF2-40B4-BE49-F238E27FC236}">
                <a16:creationId xmlns:a16="http://schemas.microsoft.com/office/drawing/2014/main" id="{8C1A5ADA-3418-4CBF-B1C6-50125421201B}"/>
              </a:ext>
            </a:extLst>
          </p:cNvPr>
          <p:cNvSpPr txBox="1"/>
          <p:nvPr/>
        </p:nvSpPr>
        <p:spPr>
          <a:xfrm>
            <a:off x="4658498" y="2331990"/>
            <a:ext cx="2304534" cy="2893100"/>
          </a:xfrm>
          <a:prstGeom prst="rect">
            <a:avLst/>
          </a:prstGeom>
          <a:noFill/>
        </p:spPr>
        <p:txBody>
          <a:bodyPr wrap="square">
            <a:spAutoFit/>
          </a:bodyPr>
          <a:lstStyle/>
          <a:p>
            <a:r>
              <a:rPr lang="en-US" sz="1400" i="1" dirty="0">
                <a:solidFill>
                  <a:schemeClr val="bg1"/>
                </a:solidFill>
              </a:rPr>
              <a:t>Build what we need, the right way, with the right controls in place.</a:t>
            </a:r>
          </a:p>
          <a:p>
            <a:endParaRPr lang="en-US" sz="1400" dirty="0">
              <a:solidFill>
                <a:schemeClr val="bg1"/>
              </a:solidFill>
            </a:endParaRPr>
          </a:p>
          <a:p>
            <a:r>
              <a:rPr lang="en-ID" sz="1400" b="1" dirty="0">
                <a:solidFill>
                  <a:schemeClr val="bg1"/>
                </a:solidFill>
              </a:rPr>
              <a:t>Peran auditor:</a:t>
            </a:r>
          </a:p>
          <a:p>
            <a:r>
              <a:rPr lang="sv-SE" sz="1400" dirty="0">
                <a:solidFill>
                  <a:schemeClr val="bg1"/>
                </a:solidFill>
              </a:rPr>
              <a:t>Memastikan proses pembangunan sistem mengikuti metodologi yang disepakati, kontrol keamanan ditanamkan sejak awal, dan setiap perubahan terdokumentasi dan terotorisasi.</a:t>
            </a:r>
            <a:endParaRPr lang="en-ID" sz="1400" dirty="0">
              <a:solidFill>
                <a:schemeClr val="bg1"/>
              </a:solidFill>
            </a:endParaRPr>
          </a:p>
        </p:txBody>
      </p:sp>
      <p:sp>
        <p:nvSpPr>
          <p:cNvPr id="18" name="TextBox 17">
            <a:extLst>
              <a:ext uri="{FF2B5EF4-FFF2-40B4-BE49-F238E27FC236}">
                <a16:creationId xmlns:a16="http://schemas.microsoft.com/office/drawing/2014/main" id="{2A5F5BC5-134A-45B6-BCEC-0E5402175417}"/>
              </a:ext>
            </a:extLst>
          </p:cNvPr>
          <p:cNvSpPr txBox="1"/>
          <p:nvPr/>
        </p:nvSpPr>
        <p:spPr>
          <a:xfrm>
            <a:off x="8048250" y="2273395"/>
            <a:ext cx="2304534" cy="2893100"/>
          </a:xfrm>
          <a:prstGeom prst="rect">
            <a:avLst/>
          </a:prstGeom>
          <a:noFill/>
        </p:spPr>
        <p:txBody>
          <a:bodyPr wrap="square">
            <a:spAutoFit/>
          </a:bodyPr>
          <a:lstStyle/>
          <a:p>
            <a:r>
              <a:rPr lang="en-US" sz="1400" i="1" dirty="0">
                <a:solidFill>
                  <a:schemeClr val="bg1"/>
                </a:solidFill>
              </a:rPr>
              <a:t>Deliver the system the best way possible, and make sure what's built is what was needed.</a:t>
            </a:r>
          </a:p>
          <a:p>
            <a:endParaRPr lang="en-US" sz="1400" dirty="0">
              <a:solidFill>
                <a:schemeClr val="bg1"/>
              </a:solidFill>
            </a:endParaRPr>
          </a:p>
          <a:p>
            <a:r>
              <a:rPr lang="en-ID" sz="1400" b="1" dirty="0">
                <a:solidFill>
                  <a:schemeClr val="bg1"/>
                </a:solidFill>
              </a:rPr>
              <a:t>Peran auditor:</a:t>
            </a:r>
          </a:p>
          <a:p>
            <a:r>
              <a:rPr lang="sv-SE" sz="1400" dirty="0">
                <a:solidFill>
                  <a:schemeClr val="bg1"/>
                </a:solidFill>
              </a:rPr>
              <a:t>Memastikan transisi ke sistem baru berjalan terkontrol, pengguna siap, dan manfaat yang dijanjikan di business case benar-benar terealisasi pasca go-live.</a:t>
            </a:r>
            <a:endParaRPr lang="en-ID" sz="1400" dirty="0">
              <a:solidFill>
                <a:schemeClr val="bg1"/>
              </a:solidFill>
            </a:endParaRPr>
          </a:p>
        </p:txBody>
      </p:sp>
    </p:spTree>
    <p:extLst>
      <p:ext uri="{BB962C8B-B14F-4D97-AF65-F5344CB8AC3E}">
        <p14:creationId xmlns:p14="http://schemas.microsoft.com/office/powerpoint/2010/main" val="3051451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115F9-9E79-8495-BA7F-581A2D610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1BB63-4350-72A4-F5A6-7BC05C8ACCEA}"/>
              </a:ext>
            </a:extLst>
          </p:cNvPr>
          <p:cNvSpPr>
            <a:spLocks noGrp="1"/>
          </p:cNvSpPr>
          <p:nvPr>
            <p:ph type="title"/>
          </p:nvPr>
        </p:nvSpPr>
        <p:spPr/>
        <p:txBody>
          <a:bodyPr>
            <a:normAutofit/>
          </a:bodyPr>
          <a:lstStyle/>
          <a:p>
            <a:pPr>
              <a:lnSpc>
                <a:spcPct val="100000"/>
              </a:lnSpc>
            </a:pPr>
            <a:r>
              <a:rPr lang="en-ID" dirty="0"/>
              <a:t>Acquisition</a:t>
            </a:r>
            <a:endParaRPr lang="en-US" dirty="0"/>
          </a:p>
        </p:txBody>
      </p:sp>
      <p:sp>
        <p:nvSpPr>
          <p:cNvPr id="5" name="Text Placeholder 4">
            <a:extLst>
              <a:ext uri="{FF2B5EF4-FFF2-40B4-BE49-F238E27FC236}">
                <a16:creationId xmlns:a16="http://schemas.microsoft.com/office/drawing/2014/main" id="{CDABB48A-BC50-4B2D-B1DE-0C178146765A}"/>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62413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5681A-45A2-7128-DE7A-C52014C27119}"/>
              </a:ext>
            </a:extLst>
          </p:cNvPr>
          <p:cNvSpPr>
            <a:spLocks noGrp="1"/>
          </p:cNvSpPr>
          <p:nvPr>
            <p:ph type="title"/>
          </p:nvPr>
        </p:nvSpPr>
        <p:spPr/>
        <p:txBody>
          <a:bodyPr/>
          <a:lstStyle/>
          <a:p>
            <a:r>
              <a:rPr lang="en-US" dirty="0"/>
              <a:t>Let’s Math</a:t>
            </a:r>
          </a:p>
        </p:txBody>
      </p:sp>
      <p:sp>
        <p:nvSpPr>
          <p:cNvPr id="4" name="Slide Number Placeholder 3">
            <a:extLst>
              <a:ext uri="{FF2B5EF4-FFF2-40B4-BE49-F238E27FC236}">
                <a16:creationId xmlns:a16="http://schemas.microsoft.com/office/drawing/2014/main" id="{92B95FC5-DEF0-1FD8-7D7D-13351CCE7D8A}"/>
              </a:ext>
            </a:extLst>
          </p:cNvPr>
          <p:cNvSpPr>
            <a:spLocks noGrp="1"/>
          </p:cNvSpPr>
          <p:nvPr>
            <p:ph type="sldNum" sz="quarter" idx="12"/>
          </p:nvPr>
        </p:nvSpPr>
        <p:spPr/>
        <p:txBody>
          <a:bodyPr/>
          <a:lstStyle/>
          <a:p>
            <a:fld id="{8A7409E4-D43D-4036-AE02-5131D818BD5D}" type="slidenum">
              <a:rPr lang="en-US" smtClean="0"/>
              <a:pPr/>
              <a:t>10</a:t>
            </a:fld>
            <a:endParaRPr lang="en-US"/>
          </a:p>
        </p:txBody>
      </p:sp>
      <p:sp>
        <p:nvSpPr>
          <p:cNvPr id="6" name="Content Placeholder 2">
            <a:extLst>
              <a:ext uri="{FF2B5EF4-FFF2-40B4-BE49-F238E27FC236}">
                <a16:creationId xmlns:a16="http://schemas.microsoft.com/office/drawing/2014/main" id="{00CA8178-C5D9-B7AC-2EB9-8CAE37EAAF27}"/>
              </a:ext>
            </a:extLst>
          </p:cNvPr>
          <p:cNvSpPr txBox="1">
            <a:spLocks/>
          </p:cNvSpPr>
          <p:nvPr/>
        </p:nvSpPr>
        <p:spPr>
          <a:xfrm>
            <a:off x="807721" y="1604328"/>
            <a:ext cx="10043160" cy="207798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In this practicum, let’s do some Capital Budgeting Techniques using quantitative metrics such as:</a:t>
            </a:r>
          </a:p>
          <a:p>
            <a:r>
              <a:rPr lang="en-US" sz="2400" dirty="0"/>
              <a:t>Payback Period</a:t>
            </a:r>
          </a:p>
          <a:p>
            <a:r>
              <a:rPr lang="en-US" sz="2400" dirty="0"/>
              <a:t>Net Present Value</a:t>
            </a:r>
          </a:p>
          <a:p>
            <a:r>
              <a:rPr lang="en-US" sz="2400" dirty="0"/>
              <a:t>Internal Rate of Return</a:t>
            </a:r>
          </a:p>
          <a:p>
            <a:endParaRPr lang="en-US" sz="2400" dirty="0"/>
          </a:p>
        </p:txBody>
      </p:sp>
    </p:spTree>
    <p:extLst>
      <p:ext uri="{BB962C8B-B14F-4D97-AF65-F5344CB8AC3E}">
        <p14:creationId xmlns:p14="http://schemas.microsoft.com/office/powerpoint/2010/main" val="1044276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14FF2-4775-809F-F99C-F38B9367797A}"/>
              </a:ext>
            </a:extLst>
          </p:cNvPr>
          <p:cNvSpPr>
            <a:spLocks noGrp="1"/>
          </p:cNvSpPr>
          <p:nvPr>
            <p:ph type="title"/>
          </p:nvPr>
        </p:nvSpPr>
        <p:spPr>
          <a:xfrm>
            <a:off x="838200" y="365126"/>
            <a:ext cx="10515600" cy="697556"/>
          </a:xfrm>
        </p:spPr>
        <p:txBody>
          <a:bodyPr>
            <a:normAutofit/>
          </a:bodyPr>
          <a:lstStyle/>
          <a:p>
            <a:r>
              <a:rPr lang="en-US" dirty="0"/>
              <a:t>Time Value of Money</a:t>
            </a:r>
            <a:endParaRPr lang="en-ID" dirty="0"/>
          </a:p>
        </p:txBody>
      </p:sp>
      <p:sp>
        <p:nvSpPr>
          <p:cNvPr id="3" name="Content Placeholder 2">
            <a:extLst>
              <a:ext uri="{FF2B5EF4-FFF2-40B4-BE49-F238E27FC236}">
                <a16:creationId xmlns:a16="http://schemas.microsoft.com/office/drawing/2014/main" id="{94BD0726-CD40-1A76-7ED7-16EADD301DAA}"/>
              </a:ext>
            </a:extLst>
          </p:cNvPr>
          <p:cNvSpPr>
            <a:spLocks noGrp="1"/>
          </p:cNvSpPr>
          <p:nvPr>
            <p:ph idx="1"/>
          </p:nvPr>
        </p:nvSpPr>
        <p:spPr>
          <a:xfrm>
            <a:off x="838200" y="1173892"/>
            <a:ext cx="10515600" cy="5003071"/>
          </a:xfrm>
        </p:spPr>
        <p:txBody>
          <a:bodyPr>
            <a:normAutofit fontScale="85000" lnSpcReduction="20000"/>
          </a:bodyPr>
          <a:lstStyle/>
          <a:p>
            <a:pPr marL="0" indent="0">
              <a:lnSpc>
                <a:spcPct val="120000"/>
              </a:lnSpc>
              <a:buNone/>
            </a:pPr>
            <a:r>
              <a:rPr lang="en-US" dirty="0"/>
              <a:t>The time value of money is the idea that money available today is worth more than the same amount in the future due to its potential earning capacity. This principle is foundational in finance and investing.</a:t>
            </a:r>
          </a:p>
          <a:p>
            <a:pPr marL="0" indent="0">
              <a:lnSpc>
                <a:spcPct val="120000"/>
              </a:lnSpc>
              <a:buNone/>
            </a:pPr>
            <a:endParaRPr lang="en-US" dirty="0"/>
          </a:p>
          <a:p>
            <a:pPr marL="0" indent="0">
              <a:lnSpc>
                <a:spcPct val="120000"/>
              </a:lnSpc>
              <a:buNone/>
            </a:pPr>
            <a:r>
              <a:rPr lang="en-US" b="1" dirty="0"/>
              <a:t>Illustration</a:t>
            </a:r>
            <a:r>
              <a:rPr lang="en-US" dirty="0"/>
              <a:t>:</a:t>
            </a:r>
          </a:p>
          <a:p>
            <a:pPr>
              <a:lnSpc>
                <a:spcPct val="120000"/>
              </a:lnSpc>
            </a:pPr>
            <a:r>
              <a:rPr lang="en-US" dirty="0"/>
              <a:t>Imagine you have $100 today. You can invest this money in a bank account that earns 5% interest per year. In one year, your $100 will grow to $105. This growth reflects the time value of money.</a:t>
            </a:r>
          </a:p>
          <a:p>
            <a:pPr>
              <a:lnSpc>
                <a:spcPct val="120000"/>
              </a:lnSpc>
            </a:pPr>
            <a:r>
              <a:rPr lang="en-US" dirty="0"/>
              <a:t>Now, if someone offers you $105 a year from now, you might think it's equivalent to having $100 today because you know you can invest $100 today and get $105 in a year. Here, the 5% interest rate is your discount rate.</a:t>
            </a:r>
            <a:endParaRPr lang="en-ID" dirty="0"/>
          </a:p>
        </p:txBody>
      </p:sp>
      <p:sp>
        <p:nvSpPr>
          <p:cNvPr id="4" name="Slide Number Placeholder 3">
            <a:extLst>
              <a:ext uri="{FF2B5EF4-FFF2-40B4-BE49-F238E27FC236}">
                <a16:creationId xmlns:a16="http://schemas.microsoft.com/office/drawing/2014/main" id="{23E546D9-0587-2080-EE83-D9AE5509F008}"/>
              </a:ext>
            </a:extLst>
          </p:cNvPr>
          <p:cNvSpPr>
            <a:spLocks noGrp="1"/>
          </p:cNvSpPr>
          <p:nvPr>
            <p:ph type="sldNum" sz="quarter" idx="12"/>
          </p:nvPr>
        </p:nvSpPr>
        <p:spPr/>
        <p:txBody>
          <a:bodyPr/>
          <a:lstStyle/>
          <a:p>
            <a:fld id="{F2D6BEEC-707E-44A7-A320-73FE18379FA8}" type="slidenum">
              <a:rPr lang="en-ID" smtClean="0"/>
              <a:t>11</a:t>
            </a:fld>
            <a:endParaRPr lang="en-ID"/>
          </a:p>
        </p:txBody>
      </p:sp>
    </p:spTree>
    <p:extLst>
      <p:ext uri="{BB962C8B-B14F-4D97-AF65-F5344CB8AC3E}">
        <p14:creationId xmlns:p14="http://schemas.microsoft.com/office/powerpoint/2010/main" val="1135567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C3C28-98DB-058A-7B02-A883BCB542EF}"/>
              </a:ext>
            </a:extLst>
          </p:cNvPr>
          <p:cNvSpPr>
            <a:spLocks noGrp="1"/>
          </p:cNvSpPr>
          <p:nvPr>
            <p:ph type="title"/>
          </p:nvPr>
        </p:nvSpPr>
        <p:spPr>
          <a:xfrm>
            <a:off x="838200" y="365125"/>
            <a:ext cx="10515600" cy="709913"/>
          </a:xfrm>
        </p:spPr>
        <p:txBody>
          <a:bodyPr>
            <a:normAutofit/>
          </a:bodyPr>
          <a:lstStyle/>
          <a:p>
            <a:r>
              <a:rPr lang="en-US" dirty="0"/>
              <a:t>Payback Period</a:t>
            </a:r>
            <a:endParaRPr lang="en-ID"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23E9C5B-1FDD-EE9F-5086-D49A72149523}"/>
                  </a:ext>
                </a:extLst>
              </p:cNvPr>
              <p:cNvSpPr>
                <a:spLocks noGrp="1"/>
              </p:cNvSpPr>
              <p:nvPr>
                <p:ph idx="1"/>
              </p:nvPr>
            </p:nvSpPr>
            <p:spPr>
              <a:xfrm>
                <a:off x="838200" y="1173892"/>
                <a:ext cx="10515600" cy="4497859"/>
              </a:xfrm>
            </p:spPr>
            <p:txBody>
              <a:bodyPr>
                <a:normAutofit fontScale="92500" lnSpcReduction="20000"/>
              </a:bodyPr>
              <a:lstStyle/>
              <a:p>
                <a:pPr marL="0" indent="0">
                  <a:lnSpc>
                    <a:spcPct val="110000"/>
                  </a:lnSpc>
                  <a:buNone/>
                </a:pPr>
                <a:r>
                  <a:rPr lang="en-US" dirty="0"/>
                  <a:t>The payback period is the time it takes for an investment to generate enough cash flows to recover its initial cost.</a:t>
                </a:r>
              </a:p>
              <a:p>
                <a:pPr marL="0" indent="0">
                  <a:lnSpc>
                    <a:spcPct val="110000"/>
                  </a:lnSpc>
                  <a:buNone/>
                </a:pPr>
                <a:endParaRPr lang="en-US" dirty="0"/>
              </a:p>
              <a:p>
                <a:pPr marL="0" indent="0">
                  <a:lnSpc>
                    <a:spcPct val="110000"/>
                  </a:lnSpc>
                  <a:buNone/>
                </a:pPr>
                <a:r>
                  <a:rPr lang="en-US" b="1" dirty="0"/>
                  <a:t>Calculation</a:t>
                </a:r>
              </a:p>
              <a:p>
                <a:pPr>
                  <a:lnSpc>
                    <a:spcPct val="110000"/>
                  </a:lnSpc>
                </a:pPr>
                <a14:m>
                  <m:oMath xmlns:m="http://schemas.openxmlformats.org/officeDocument/2006/math">
                    <m:r>
                      <a:rPr lang="en-US" b="0" i="1" smtClean="0">
                        <a:latin typeface="Cambria Math" panose="02040503050406030204" pitchFamily="18" charset="0"/>
                      </a:rPr>
                      <m:t>𝑝𝑎𝑦𝑏𝑎𝑐𝑘</m:t>
                    </m:r>
                    <m:r>
                      <a:rPr lang="en-US" b="0" i="1" smtClean="0">
                        <a:latin typeface="Cambria Math" panose="02040503050406030204" pitchFamily="18" charset="0"/>
                      </a:rPr>
                      <m:t> </m:t>
                    </m:r>
                    <m:r>
                      <a:rPr lang="en-US" b="0" i="1" smtClean="0">
                        <a:latin typeface="Cambria Math" panose="02040503050406030204" pitchFamily="18" charset="0"/>
                      </a:rPr>
                      <m:t>𝑝𝑒𝑟𝑖𝑜𝑑</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𝑐𝑜𝑠𝑡</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𝑝𝑟𝑜𝑗𝑒𝑐𝑡</m:t>
                        </m:r>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r>
                          <a:rPr lang="en-US" b="0" i="1" smtClean="0">
                            <a:latin typeface="Cambria Math" panose="02040503050406030204" pitchFamily="18" charset="0"/>
                          </a:rPr>
                          <m:t>𝑖𝑛𝑣𝑒𝑠𝑡𝑚𝑒𝑛𝑡</m:t>
                        </m:r>
                      </m:num>
                      <m:den>
                        <m:r>
                          <a:rPr lang="en-US" b="0" i="1" smtClean="0">
                            <a:latin typeface="Cambria Math" panose="02040503050406030204" pitchFamily="18" charset="0"/>
                          </a:rPr>
                          <m:t>𝑎𝑛𝑛𝑢𝑎𝑙</m:t>
                        </m:r>
                        <m:r>
                          <a:rPr lang="en-US" b="0" i="1" smtClean="0">
                            <a:latin typeface="Cambria Math" panose="02040503050406030204" pitchFamily="18" charset="0"/>
                          </a:rPr>
                          <m:t> </m:t>
                        </m:r>
                        <m:r>
                          <a:rPr lang="en-US" b="0" i="1" smtClean="0">
                            <a:latin typeface="Cambria Math" panose="02040503050406030204" pitchFamily="18" charset="0"/>
                          </a:rPr>
                          <m:t>𝑐𝑎𝑠h</m:t>
                        </m:r>
                        <m:r>
                          <a:rPr lang="en-US" b="0" i="1" smtClean="0">
                            <a:latin typeface="Cambria Math" panose="02040503050406030204" pitchFamily="18" charset="0"/>
                          </a:rPr>
                          <m:t> </m:t>
                        </m:r>
                        <m:r>
                          <a:rPr lang="en-US" b="0" i="1" smtClean="0">
                            <a:latin typeface="Cambria Math" panose="02040503050406030204" pitchFamily="18" charset="0"/>
                          </a:rPr>
                          <m:t>𝑖𝑛𝑓𝑙𝑜𝑤𝑠</m:t>
                        </m:r>
                      </m:den>
                    </m:f>
                  </m:oMath>
                </a14:m>
                <a:endParaRPr lang="en-US" dirty="0"/>
              </a:p>
              <a:p>
                <a:pPr>
                  <a:lnSpc>
                    <a:spcPct val="110000"/>
                  </a:lnSpc>
                </a:pPr>
                <a:endParaRPr lang="en-US" dirty="0"/>
              </a:p>
              <a:p>
                <a:pPr marL="0" indent="0">
                  <a:lnSpc>
                    <a:spcPct val="110000"/>
                  </a:lnSpc>
                  <a:buNone/>
                </a:pPr>
                <a:r>
                  <a:rPr lang="en-US" b="1" dirty="0"/>
                  <a:t>Example</a:t>
                </a:r>
              </a:p>
              <a:p>
                <a:pPr>
                  <a:lnSpc>
                    <a:spcPct val="110000"/>
                  </a:lnSpc>
                </a:pPr>
                <a:r>
                  <a:rPr lang="en-US" dirty="0"/>
                  <a:t>If an investment of $10,000 generates $2,500 annually, the payback period is 4 years.</a:t>
                </a:r>
                <a:endParaRPr lang="en-ID" dirty="0"/>
              </a:p>
            </p:txBody>
          </p:sp>
        </mc:Choice>
        <mc:Fallback>
          <p:sp>
            <p:nvSpPr>
              <p:cNvPr id="3" name="Content Placeholder 2">
                <a:extLst>
                  <a:ext uri="{FF2B5EF4-FFF2-40B4-BE49-F238E27FC236}">
                    <a16:creationId xmlns:a16="http://schemas.microsoft.com/office/drawing/2014/main" id="{B23E9C5B-1FDD-EE9F-5086-D49A72149523}"/>
                  </a:ext>
                </a:extLst>
              </p:cNvPr>
              <p:cNvSpPr>
                <a:spLocks noGrp="1" noRot="1" noChangeAspect="1" noMove="1" noResize="1" noEditPoints="1" noAdjustHandles="1" noChangeArrowheads="1" noChangeShapeType="1" noTextEdit="1"/>
              </p:cNvSpPr>
              <p:nvPr>
                <p:ph idx="1"/>
              </p:nvPr>
            </p:nvSpPr>
            <p:spPr>
              <a:xfrm>
                <a:off x="838200" y="1173892"/>
                <a:ext cx="10515600" cy="4497859"/>
              </a:xfrm>
              <a:blipFill>
                <a:blip r:embed="rId2"/>
                <a:stretch>
                  <a:fillRect l="-1043" t="-2171" b="-1221"/>
                </a:stretch>
              </a:blipFill>
            </p:spPr>
            <p:txBody>
              <a:bodyPr/>
              <a:lstStyle/>
              <a:p>
                <a:r>
                  <a:rPr lang="en-ID">
                    <a:noFill/>
                  </a:rPr>
                  <a:t> </a:t>
                </a:r>
              </a:p>
            </p:txBody>
          </p:sp>
        </mc:Fallback>
      </mc:AlternateContent>
      <p:sp>
        <p:nvSpPr>
          <p:cNvPr id="4" name="Slide Number Placeholder 3">
            <a:extLst>
              <a:ext uri="{FF2B5EF4-FFF2-40B4-BE49-F238E27FC236}">
                <a16:creationId xmlns:a16="http://schemas.microsoft.com/office/drawing/2014/main" id="{12D65872-F953-AAC2-DB19-FA0CDE9A44AE}"/>
              </a:ext>
            </a:extLst>
          </p:cNvPr>
          <p:cNvSpPr>
            <a:spLocks noGrp="1"/>
          </p:cNvSpPr>
          <p:nvPr>
            <p:ph type="sldNum" sz="quarter" idx="12"/>
          </p:nvPr>
        </p:nvSpPr>
        <p:spPr/>
        <p:txBody>
          <a:bodyPr/>
          <a:lstStyle/>
          <a:p>
            <a:fld id="{F2D6BEEC-707E-44A7-A320-73FE18379FA8}" type="slidenum">
              <a:rPr lang="en-ID" smtClean="0"/>
              <a:t>12</a:t>
            </a:fld>
            <a:endParaRPr lang="en-ID"/>
          </a:p>
        </p:txBody>
      </p:sp>
      <p:sp>
        <p:nvSpPr>
          <p:cNvPr id="5" name="Rectangle 4">
            <a:extLst>
              <a:ext uri="{FF2B5EF4-FFF2-40B4-BE49-F238E27FC236}">
                <a16:creationId xmlns:a16="http://schemas.microsoft.com/office/drawing/2014/main" id="{0AD21B70-EB89-D4F9-9105-75B01FAEE69F}"/>
              </a:ext>
            </a:extLst>
          </p:cNvPr>
          <p:cNvSpPr/>
          <p:nvPr/>
        </p:nvSpPr>
        <p:spPr>
          <a:xfrm>
            <a:off x="9372612" y="5396089"/>
            <a:ext cx="2318456" cy="7808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Kapan </a:t>
            </a:r>
            <a:r>
              <a:rPr lang="en-US" sz="2000" dirty="0" err="1"/>
              <a:t>balik</a:t>
            </a:r>
            <a:r>
              <a:rPr lang="en-US" sz="2000" dirty="0"/>
              <a:t> modal?</a:t>
            </a:r>
            <a:endParaRPr lang="en-ID" sz="2000" dirty="0"/>
          </a:p>
        </p:txBody>
      </p:sp>
    </p:spTree>
    <p:extLst>
      <p:ext uri="{BB962C8B-B14F-4D97-AF65-F5344CB8AC3E}">
        <p14:creationId xmlns:p14="http://schemas.microsoft.com/office/powerpoint/2010/main" val="1131878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F2A00-A725-3C8C-AC75-6FD531C17342}"/>
              </a:ext>
            </a:extLst>
          </p:cNvPr>
          <p:cNvSpPr>
            <a:spLocks noGrp="1"/>
          </p:cNvSpPr>
          <p:nvPr>
            <p:ph type="title"/>
          </p:nvPr>
        </p:nvSpPr>
        <p:spPr/>
        <p:txBody>
          <a:bodyPr>
            <a:normAutofit/>
          </a:bodyPr>
          <a:lstStyle/>
          <a:p>
            <a:r>
              <a:rPr lang="en-US" dirty="0"/>
              <a:t>Why Payback Period Matters?</a:t>
            </a:r>
            <a:endParaRPr lang="en-ID" dirty="0"/>
          </a:p>
        </p:txBody>
      </p:sp>
      <p:sp>
        <p:nvSpPr>
          <p:cNvPr id="3" name="Content Placeholder 2">
            <a:extLst>
              <a:ext uri="{FF2B5EF4-FFF2-40B4-BE49-F238E27FC236}">
                <a16:creationId xmlns:a16="http://schemas.microsoft.com/office/drawing/2014/main" id="{A03B26D2-CCBE-5574-9587-639543BB6809}"/>
              </a:ext>
            </a:extLst>
          </p:cNvPr>
          <p:cNvSpPr>
            <a:spLocks noGrp="1"/>
          </p:cNvSpPr>
          <p:nvPr>
            <p:ph idx="1"/>
          </p:nvPr>
        </p:nvSpPr>
        <p:spPr/>
        <p:txBody>
          <a:bodyPr/>
          <a:lstStyle/>
          <a:p>
            <a:r>
              <a:rPr lang="en-US" b="1" dirty="0"/>
              <a:t>Simplicity</a:t>
            </a:r>
            <a:r>
              <a:rPr lang="en-US" dirty="0"/>
              <a:t>: Easy to understand and calculate.</a:t>
            </a:r>
          </a:p>
          <a:p>
            <a:r>
              <a:rPr lang="en-US" b="1" dirty="0"/>
              <a:t>Liquidity Focus</a:t>
            </a:r>
            <a:r>
              <a:rPr lang="en-US" dirty="0"/>
              <a:t>: Emphasizes the time required to recover the initial investment.</a:t>
            </a:r>
          </a:p>
          <a:p>
            <a:r>
              <a:rPr lang="en-US" b="1" dirty="0"/>
              <a:t>Risk Assessment</a:t>
            </a:r>
            <a:r>
              <a:rPr lang="en-US" dirty="0"/>
              <a:t>: Shorter payback periods reduce investment risk.</a:t>
            </a:r>
            <a:endParaRPr lang="en-ID" dirty="0"/>
          </a:p>
        </p:txBody>
      </p:sp>
      <p:sp>
        <p:nvSpPr>
          <p:cNvPr id="4" name="Slide Number Placeholder 3">
            <a:extLst>
              <a:ext uri="{FF2B5EF4-FFF2-40B4-BE49-F238E27FC236}">
                <a16:creationId xmlns:a16="http://schemas.microsoft.com/office/drawing/2014/main" id="{BCF6B14A-02FF-2EF1-4D01-55F5761223BB}"/>
              </a:ext>
            </a:extLst>
          </p:cNvPr>
          <p:cNvSpPr>
            <a:spLocks noGrp="1"/>
          </p:cNvSpPr>
          <p:nvPr>
            <p:ph type="sldNum" sz="quarter" idx="12"/>
          </p:nvPr>
        </p:nvSpPr>
        <p:spPr/>
        <p:txBody>
          <a:bodyPr/>
          <a:lstStyle/>
          <a:p>
            <a:fld id="{F2D6BEEC-707E-44A7-A320-73FE18379FA8}" type="slidenum">
              <a:rPr lang="en-ID" smtClean="0"/>
              <a:t>13</a:t>
            </a:fld>
            <a:endParaRPr lang="en-ID"/>
          </a:p>
        </p:txBody>
      </p:sp>
      <p:sp>
        <p:nvSpPr>
          <p:cNvPr id="5" name="TextBox 4">
            <a:extLst>
              <a:ext uri="{FF2B5EF4-FFF2-40B4-BE49-F238E27FC236}">
                <a16:creationId xmlns:a16="http://schemas.microsoft.com/office/drawing/2014/main" id="{CD0EA767-E201-64E9-325A-91F35A39461B}"/>
              </a:ext>
            </a:extLst>
          </p:cNvPr>
          <p:cNvSpPr txBox="1"/>
          <p:nvPr/>
        </p:nvSpPr>
        <p:spPr>
          <a:xfrm>
            <a:off x="4406787" y="5712659"/>
            <a:ext cx="3378425" cy="369332"/>
          </a:xfrm>
          <a:prstGeom prst="rect">
            <a:avLst/>
          </a:prstGeom>
          <a:noFill/>
        </p:spPr>
        <p:txBody>
          <a:bodyPr wrap="none" rtlCol="0">
            <a:spAutoFit/>
          </a:bodyPr>
          <a:lstStyle/>
          <a:p>
            <a:r>
              <a:rPr lang="en-US" i="1" dirty="0"/>
              <a:t>The less, the better (more liquid)</a:t>
            </a:r>
            <a:endParaRPr lang="en-ID" i="1" dirty="0"/>
          </a:p>
        </p:txBody>
      </p:sp>
    </p:spTree>
    <p:extLst>
      <p:ext uri="{BB962C8B-B14F-4D97-AF65-F5344CB8AC3E}">
        <p14:creationId xmlns:p14="http://schemas.microsoft.com/office/powerpoint/2010/main" val="3777954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E3C2E-967A-C215-8D49-D470FF604327}"/>
              </a:ext>
            </a:extLst>
          </p:cNvPr>
          <p:cNvSpPr>
            <a:spLocks noGrp="1"/>
          </p:cNvSpPr>
          <p:nvPr>
            <p:ph type="title"/>
          </p:nvPr>
        </p:nvSpPr>
        <p:spPr>
          <a:xfrm>
            <a:off x="838200" y="365126"/>
            <a:ext cx="10515600" cy="728448"/>
          </a:xfrm>
        </p:spPr>
        <p:txBody>
          <a:bodyPr>
            <a:normAutofit/>
          </a:bodyPr>
          <a:lstStyle/>
          <a:p>
            <a:r>
              <a:rPr lang="en-US" dirty="0"/>
              <a:t>Net Present Value (NPV)</a:t>
            </a:r>
            <a:endParaRPr lang="en-ID"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4347386-F2CD-BC8A-DDEB-A093457418A9}"/>
                  </a:ext>
                </a:extLst>
              </p:cNvPr>
              <p:cNvSpPr>
                <a:spLocks noGrp="1"/>
              </p:cNvSpPr>
              <p:nvPr>
                <p:ph idx="1"/>
              </p:nvPr>
            </p:nvSpPr>
            <p:spPr>
              <a:xfrm>
                <a:off x="838200" y="1093576"/>
                <a:ext cx="10515600" cy="3144792"/>
              </a:xfrm>
            </p:spPr>
            <p:txBody>
              <a:bodyPr>
                <a:normAutofit fontScale="92500" lnSpcReduction="20000"/>
              </a:bodyPr>
              <a:lstStyle/>
              <a:p>
                <a:pPr marL="0" indent="0">
                  <a:lnSpc>
                    <a:spcPct val="100000"/>
                  </a:lnSpc>
                  <a:buNone/>
                </a:pPr>
                <a:r>
                  <a:rPr lang="en-US" dirty="0"/>
                  <a:t>NPV calculates the present value of future cash flows generated by an investment, discounted at a specific rate, minus the initial investment.</a:t>
                </a:r>
              </a:p>
              <a:p>
                <a:pPr>
                  <a:lnSpc>
                    <a:spcPct val="100000"/>
                  </a:lnSpc>
                </a:pPr>
                <a:endParaRPr lang="en-US" dirty="0"/>
              </a:p>
              <a:p>
                <a:pPr marL="0" indent="0">
                  <a:lnSpc>
                    <a:spcPct val="100000"/>
                  </a:lnSpc>
                  <a:buNone/>
                </a:pPr>
                <a:r>
                  <a:rPr lang="en-US" b="1" dirty="0"/>
                  <a:t>Calculation</a:t>
                </a:r>
              </a:p>
              <a:p>
                <a:pPr>
                  <a:lnSpc>
                    <a:spcPct val="100000"/>
                  </a:lnSpc>
                </a:pP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m:t>
                    </m:r>
                    <m:sSub>
                      <m:sSubPr>
                        <m:ctrlPr>
                          <a:rPr lang="en-US" b="0" i="1" smtClean="0">
                            <a:solidFill>
                              <a:schemeClr val="accent6"/>
                            </a:solidFill>
                            <a:latin typeface="Cambria Math" panose="02040503050406030204" pitchFamily="18" charset="0"/>
                            <a:ea typeface="Cambria Math" panose="02040503050406030204" pitchFamily="18" charset="0"/>
                          </a:rPr>
                        </m:ctrlPr>
                      </m:sSubPr>
                      <m:e>
                        <m:r>
                          <a:rPr lang="en-US" b="0" i="1" smtClean="0">
                            <a:solidFill>
                              <a:schemeClr val="accent6"/>
                            </a:solidFill>
                            <a:latin typeface="Cambria Math" panose="02040503050406030204" pitchFamily="18" charset="0"/>
                            <a:ea typeface="Cambria Math" panose="02040503050406030204" pitchFamily="18" charset="0"/>
                          </a:rPr>
                          <m:t>𝐶</m:t>
                        </m:r>
                      </m:e>
                      <m:sub>
                        <m:r>
                          <a:rPr lang="en-US" b="0" i="1" smtClean="0">
                            <a:solidFill>
                              <a:schemeClr val="accent6"/>
                            </a:solidFill>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nary>
                      <m:naryPr>
                        <m:chr m:val="∑"/>
                        <m:ctrlPr>
                          <a:rPr lang="en-US" b="0" i="1" smtClean="0">
                            <a:solidFill>
                              <a:srgbClr val="00B050"/>
                            </a:solidFill>
                            <a:latin typeface="Cambria Math" panose="02040503050406030204" pitchFamily="18" charset="0"/>
                          </a:rPr>
                        </m:ctrlPr>
                      </m:naryPr>
                      <m:sub>
                        <m:r>
                          <m:rPr>
                            <m:brk m:alnAt="23"/>
                          </m:rPr>
                          <a:rPr lang="en-US" b="0" i="1" smtClean="0">
                            <a:solidFill>
                              <a:srgbClr val="00B050"/>
                            </a:solidFill>
                            <a:latin typeface="Cambria Math" panose="02040503050406030204" pitchFamily="18" charset="0"/>
                          </a:rPr>
                          <m:t>𝑡</m:t>
                        </m:r>
                        <m:r>
                          <a:rPr lang="en-US" b="0" i="1" smtClean="0">
                            <a:solidFill>
                              <a:srgbClr val="00B050"/>
                            </a:solidFill>
                            <a:latin typeface="Cambria Math" panose="02040503050406030204" pitchFamily="18" charset="0"/>
                          </a:rPr>
                          <m:t>=1</m:t>
                        </m:r>
                      </m:sub>
                      <m:sup>
                        <m:r>
                          <a:rPr lang="en-US" b="0" i="1" smtClean="0">
                            <a:solidFill>
                              <a:srgbClr val="00B050"/>
                            </a:solidFill>
                            <a:latin typeface="Cambria Math" panose="02040503050406030204" pitchFamily="18" charset="0"/>
                          </a:rPr>
                          <m:t>𝑇</m:t>
                        </m:r>
                      </m:sup>
                      <m:e>
                        <m:f>
                          <m:fPr>
                            <m:ctrlPr>
                              <a:rPr lang="en-US" b="0" i="1" smtClean="0">
                                <a:solidFill>
                                  <a:srgbClr val="00B050"/>
                                </a:solidFill>
                                <a:latin typeface="Cambria Math" panose="02040503050406030204" pitchFamily="18" charset="0"/>
                              </a:rPr>
                            </m:ctrlPr>
                          </m:fPr>
                          <m:num>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𝐶</m:t>
                                </m:r>
                              </m:e>
                              <m:sub>
                                <m:r>
                                  <a:rPr lang="en-US" b="0" i="1" smtClean="0">
                                    <a:solidFill>
                                      <a:srgbClr val="00B050"/>
                                    </a:solidFill>
                                    <a:latin typeface="Cambria Math" panose="02040503050406030204" pitchFamily="18" charset="0"/>
                                  </a:rPr>
                                  <m:t>𝑡</m:t>
                                </m:r>
                              </m:sub>
                            </m:sSub>
                          </m:num>
                          <m:den>
                            <m:sSup>
                              <m:sSupPr>
                                <m:ctrlPr>
                                  <a:rPr lang="en-US" b="0" i="1" smtClean="0">
                                    <a:solidFill>
                                      <a:srgbClr val="00B050"/>
                                    </a:solidFill>
                                    <a:latin typeface="Cambria Math" panose="02040503050406030204" pitchFamily="18" charset="0"/>
                                  </a:rPr>
                                </m:ctrlPr>
                              </m:sSupPr>
                              <m:e>
                                <m:r>
                                  <a:rPr lang="en-US" b="0" i="1" smtClean="0">
                                    <a:solidFill>
                                      <a:srgbClr val="00B050"/>
                                    </a:solidFill>
                                    <a:latin typeface="Cambria Math" panose="02040503050406030204" pitchFamily="18" charset="0"/>
                                  </a:rPr>
                                  <m:t>(1+</m:t>
                                </m:r>
                                <m:r>
                                  <a:rPr lang="en-US" b="0" i="1" smtClean="0">
                                    <a:solidFill>
                                      <a:srgbClr val="00B050"/>
                                    </a:solidFill>
                                    <a:latin typeface="Cambria Math" panose="02040503050406030204" pitchFamily="18" charset="0"/>
                                  </a:rPr>
                                  <m:t>𝑖</m:t>
                                </m:r>
                                <m:r>
                                  <a:rPr lang="en-US" b="0" i="1" smtClean="0">
                                    <a:solidFill>
                                      <a:srgbClr val="00B050"/>
                                    </a:solidFill>
                                    <a:latin typeface="Cambria Math" panose="02040503050406030204" pitchFamily="18" charset="0"/>
                                  </a:rPr>
                                  <m:t>)</m:t>
                                </m:r>
                              </m:e>
                              <m:sup>
                                <m:r>
                                  <a:rPr lang="en-US" b="0" i="1" smtClean="0">
                                    <a:solidFill>
                                      <a:srgbClr val="00B050"/>
                                    </a:solidFill>
                                    <a:latin typeface="Cambria Math" panose="02040503050406030204" pitchFamily="18" charset="0"/>
                                  </a:rPr>
                                  <m:t>𝑡</m:t>
                                </m:r>
                              </m:sup>
                            </m:sSup>
                          </m:den>
                        </m:f>
                      </m:e>
                    </m:nary>
                  </m:oMath>
                </a14:m>
                <a:endParaRPr lang="en-US" b="0" i="1" dirty="0">
                  <a:latin typeface="Cambria Math" panose="02040503050406030204" pitchFamily="18" charset="0"/>
                </a:endParaRPr>
              </a:p>
              <a:p>
                <a:pPr>
                  <a:lnSpc>
                    <a:spcPct val="100000"/>
                  </a:lnSpc>
                </a:pPr>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m:t>
                    </m:r>
                    <m:r>
                      <a:rPr lang="en-US" b="0" i="1" smtClean="0">
                        <a:latin typeface="Cambria Math" panose="02040503050406030204" pitchFamily="18" charset="0"/>
                      </a:rPr>
                      <m:t>𝐼𝑛𝑖𝑡𝑖𝑎𝑙</m:t>
                    </m:r>
                    <m:r>
                      <a:rPr lang="en-US" b="0" i="1" smtClean="0">
                        <a:latin typeface="Cambria Math" panose="02040503050406030204" pitchFamily="18" charset="0"/>
                      </a:rPr>
                      <m:t> </m:t>
                    </m:r>
                    <m:r>
                      <a:rPr lang="en-US" b="0" i="1" smtClean="0">
                        <a:latin typeface="Cambria Math" panose="02040503050406030204" pitchFamily="18" charset="0"/>
                      </a:rPr>
                      <m:t>𝐼𝑛𝑣𝑒𝑠𝑡𝑚𝑒𝑛𝑡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𝐶𝑎𝑠h</m:t>
                        </m:r>
                        <m:r>
                          <a:rPr lang="en-US" b="0" i="1" smtClean="0">
                            <a:latin typeface="Cambria Math" panose="02040503050406030204" pitchFamily="18" charset="0"/>
                          </a:rPr>
                          <m:t> </m:t>
                        </m:r>
                        <m:r>
                          <a:rPr lang="en-US" b="0" i="1" smtClean="0">
                            <a:latin typeface="Cambria Math" panose="02040503050406030204" pitchFamily="18" charset="0"/>
                          </a:rPr>
                          <m:t>𝐹𝑙𝑜𝑤</m:t>
                        </m:r>
                        <m:r>
                          <a:rPr lang="en-US" b="0" i="1" smtClean="0">
                            <a:latin typeface="Cambria Math" panose="02040503050406030204" pitchFamily="18" charset="0"/>
                          </a:rPr>
                          <m:t> </m:t>
                        </m:r>
                        <m:r>
                          <a:rPr lang="en-US" b="0" i="1" smtClean="0">
                            <a:latin typeface="Cambria Math" panose="02040503050406030204" pitchFamily="18" charset="0"/>
                          </a:rPr>
                          <m:t>𝑌𝑒𝑎𝑟</m:t>
                        </m:r>
                        <m:r>
                          <a:rPr lang="en-US" b="0" i="1" smtClean="0">
                            <a:latin typeface="Cambria Math" panose="02040503050406030204" pitchFamily="18" charset="0"/>
                          </a:rPr>
                          <m:t> 1</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𝑖</m:t>
                                </m:r>
                              </m:e>
                            </m:d>
                          </m:e>
                          <m:sup>
                            <m:r>
                              <a:rPr lang="en-US" b="0" i="1" smtClean="0">
                                <a:latin typeface="Cambria Math" panose="02040503050406030204" pitchFamily="18" charset="0"/>
                              </a:rPr>
                              <m:t>1</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𝐶𝑎𝑠h</m:t>
                        </m:r>
                        <m:r>
                          <a:rPr lang="en-US" i="1">
                            <a:latin typeface="Cambria Math" panose="02040503050406030204" pitchFamily="18" charset="0"/>
                          </a:rPr>
                          <m:t> </m:t>
                        </m:r>
                        <m:r>
                          <a:rPr lang="en-US" i="1">
                            <a:latin typeface="Cambria Math" panose="02040503050406030204" pitchFamily="18" charset="0"/>
                          </a:rPr>
                          <m:t>𝐹𝑙𝑜𝑤</m:t>
                        </m:r>
                        <m:r>
                          <a:rPr lang="en-US" i="1">
                            <a:latin typeface="Cambria Math" panose="02040503050406030204" pitchFamily="18" charset="0"/>
                          </a:rPr>
                          <m:t> </m:t>
                        </m:r>
                        <m:r>
                          <a:rPr lang="en-US" i="1">
                            <a:latin typeface="Cambria Math" panose="02040503050406030204" pitchFamily="18" charset="0"/>
                          </a:rPr>
                          <m:t>𝑌𝑒𝑎𝑟</m:t>
                        </m:r>
                        <m:r>
                          <a:rPr lang="en-US" i="1">
                            <a:latin typeface="Cambria Math" panose="02040503050406030204" pitchFamily="18" charset="0"/>
                          </a:rPr>
                          <m:t> </m:t>
                        </m:r>
                        <m:r>
                          <a:rPr lang="en-US" b="0" i="1" smtClean="0">
                            <a:latin typeface="Cambria Math" panose="02040503050406030204" pitchFamily="18" charset="0"/>
                          </a:rPr>
                          <m:t>𝑇</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𝑖</m:t>
                                </m:r>
                              </m:e>
                            </m:d>
                          </m:e>
                          <m:sup>
                            <m:r>
                              <a:rPr lang="en-US" b="0" i="1" smtClean="0">
                                <a:latin typeface="Cambria Math" panose="02040503050406030204" pitchFamily="18" charset="0"/>
                              </a:rPr>
                              <m:t>𝑇</m:t>
                            </m:r>
                          </m:sup>
                        </m:sSup>
                      </m:den>
                    </m:f>
                  </m:oMath>
                </a14:m>
                <a:endParaRPr lang="en-US" b="0" i="1" dirty="0">
                  <a:latin typeface="Cambria Math" panose="02040503050406030204" pitchFamily="18" charset="0"/>
                </a:endParaRPr>
              </a:p>
              <a:p>
                <a:pPr>
                  <a:lnSpc>
                    <a:spcPct val="100000"/>
                  </a:lnSpc>
                </a:pPr>
                <a:endParaRPr lang="en-ID" dirty="0"/>
              </a:p>
              <a:p>
                <a:pPr marL="0" indent="0">
                  <a:lnSpc>
                    <a:spcPct val="100000"/>
                  </a:lnSpc>
                  <a:buNone/>
                </a:pPr>
                <a:endParaRPr lang="en-ID" dirty="0"/>
              </a:p>
              <a:p>
                <a:pPr marL="0" indent="0">
                  <a:lnSpc>
                    <a:spcPct val="100000"/>
                  </a:lnSpc>
                  <a:buNone/>
                </a:pPr>
                <a:endParaRPr lang="en-ID" dirty="0"/>
              </a:p>
            </p:txBody>
          </p:sp>
        </mc:Choice>
        <mc:Fallback>
          <p:sp>
            <p:nvSpPr>
              <p:cNvPr id="3" name="Content Placeholder 2">
                <a:extLst>
                  <a:ext uri="{FF2B5EF4-FFF2-40B4-BE49-F238E27FC236}">
                    <a16:creationId xmlns:a16="http://schemas.microsoft.com/office/drawing/2014/main" id="{94347386-F2CD-BC8A-DDEB-A093457418A9}"/>
                  </a:ext>
                </a:extLst>
              </p:cNvPr>
              <p:cNvSpPr>
                <a:spLocks noGrp="1" noRot="1" noChangeAspect="1" noMove="1" noResize="1" noEditPoints="1" noAdjustHandles="1" noChangeArrowheads="1" noChangeShapeType="1" noTextEdit="1"/>
              </p:cNvSpPr>
              <p:nvPr>
                <p:ph idx="1"/>
              </p:nvPr>
            </p:nvSpPr>
            <p:spPr>
              <a:xfrm>
                <a:off x="838200" y="1093576"/>
                <a:ext cx="10515600" cy="3144792"/>
              </a:xfrm>
              <a:blipFill>
                <a:blip r:embed="rId2"/>
                <a:stretch>
                  <a:fillRect l="-1043" t="-4070"/>
                </a:stretch>
              </a:blipFill>
            </p:spPr>
            <p:txBody>
              <a:bodyPr/>
              <a:lstStyle/>
              <a:p>
                <a:r>
                  <a:rPr lang="en-ID">
                    <a:noFill/>
                  </a:rPr>
                  <a:t> </a:t>
                </a:r>
              </a:p>
            </p:txBody>
          </p:sp>
        </mc:Fallback>
      </mc:AlternateContent>
      <p:sp>
        <p:nvSpPr>
          <p:cNvPr id="4" name="Slide Number Placeholder 3">
            <a:extLst>
              <a:ext uri="{FF2B5EF4-FFF2-40B4-BE49-F238E27FC236}">
                <a16:creationId xmlns:a16="http://schemas.microsoft.com/office/drawing/2014/main" id="{CCB85C40-D9E4-4282-62A8-C8CC58A55D99}"/>
              </a:ext>
            </a:extLst>
          </p:cNvPr>
          <p:cNvSpPr>
            <a:spLocks noGrp="1"/>
          </p:cNvSpPr>
          <p:nvPr>
            <p:ph type="sldNum" sz="quarter" idx="12"/>
          </p:nvPr>
        </p:nvSpPr>
        <p:spPr/>
        <p:txBody>
          <a:bodyPr/>
          <a:lstStyle/>
          <a:p>
            <a:fld id="{F2D6BEEC-707E-44A7-A320-73FE18379FA8}" type="slidenum">
              <a:rPr lang="en-ID" smtClean="0"/>
              <a:t>14</a:t>
            </a:fld>
            <a:endParaRPr lang="en-ID"/>
          </a:p>
        </p:txBody>
      </p:sp>
      <p:graphicFrame>
        <p:nvGraphicFramePr>
          <p:cNvPr id="5" name="Table 4">
            <a:extLst>
              <a:ext uri="{FF2B5EF4-FFF2-40B4-BE49-F238E27FC236}">
                <a16:creationId xmlns:a16="http://schemas.microsoft.com/office/drawing/2014/main" id="{CD900950-5016-6205-A85D-26FD958106A9}"/>
              </a:ext>
            </a:extLst>
          </p:cNvPr>
          <p:cNvGraphicFramePr>
            <a:graphicFrameLocks noGrp="1"/>
          </p:cNvGraphicFramePr>
          <p:nvPr/>
        </p:nvGraphicFramePr>
        <p:xfrm>
          <a:off x="877570" y="4502996"/>
          <a:ext cx="3001744" cy="1371600"/>
        </p:xfrm>
        <a:graphic>
          <a:graphicData uri="http://schemas.openxmlformats.org/drawingml/2006/table">
            <a:tbl>
              <a:tblPr bandRow="1">
                <a:tableStyleId>{35758FB7-9AC5-4552-8A53-C91805E547FA}</a:tableStyleId>
              </a:tblPr>
              <a:tblGrid>
                <a:gridCol w="409052">
                  <a:extLst>
                    <a:ext uri="{9D8B030D-6E8A-4147-A177-3AD203B41FA5}">
                      <a16:colId xmlns:a16="http://schemas.microsoft.com/office/drawing/2014/main" val="1145016754"/>
                    </a:ext>
                  </a:extLst>
                </a:gridCol>
                <a:gridCol w="2592692">
                  <a:extLst>
                    <a:ext uri="{9D8B030D-6E8A-4147-A177-3AD203B41FA5}">
                      <a16:colId xmlns:a16="http://schemas.microsoft.com/office/drawing/2014/main" val="3296559545"/>
                    </a:ext>
                  </a:extLst>
                </a:gridCol>
              </a:tblGrid>
              <a:tr h="370840">
                <a:tc>
                  <a:txBody>
                    <a:bodyPr/>
                    <a:lstStyle/>
                    <a:p>
                      <a:r>
                        <a:rPr lang="en-US" sz="2400" dirty="0"/>
                        <a:t>C</a:t>
                      </a:r>
                      <a:endParaRPr lang="en-ID" sz="2400" dirty="0"/>
                    </a:p>
                  </a:txBody>
                  <a:tcPr/>
                </a:tc>
                <a:tc>
                  <a:txBody>
                    <a:bodyPr/>
                    <a:lstStyle/>
                    <a:p>
                      <a:r>
                        <a:rPr lang="en-US" sz="2400" dirty="0"/>
                        <a:t>: Cash Flow</a:t>
                      </a:r>
                      <a:endParaRPr lang="en-ID" sz="2400" dirty="0"/>
                    </a:p>
                  </a:txBody>
                  <a:tcPr/>
                </a:tc>
                <a:extLst>
                  <a:ext uri="{0D108BD9-81ED-4DB2-BD59-A6C34878D82A}">
                    <a16:rowId xmlns:a16="http://schemas.microsoft.com/office/drawing/2014/main" val="564834932"/>
                  </a:ext>
                </a:extLst>
              </a:tr>
              <a:tr h="370840">
                <a:tc>
                  <a:txBody>
                    <a:bodyPr/>
                    <a:lstStyle/>
                    <a:p>
                      <a:r>
                        <a:rPr lang="en-US" sz="2400" dirty="0" err="1"/>
                        <a:t>i</a:t>
                      </a:r>
                      <a:endParaRPr lang="en-ID" sz="2400" dirty="0"/>
                    </a:p>
                  </a:txBody>
                  <a:tcPr/>
                </a:tc>
                <a:tc>
                  <a:txBody>
                    <a:bodyPr/>
                    <a:lstStyle/>
                    <a:p>
                      <a:r>
                        <a:rPr lang="en-US" sz="2400" dirty="0"/>
                        <a:t>: Discount Rate</a:t>
                      </a:r>
                      <a:endParaRPr lang="en-ID" sz="2400" dirty="0"/>
                    </a:p>
                  </a:txBody>
                  <a:tcPr/>
                </a:tc>
                <a:extLst>
                  <a:ext uri="{0D108BD9-81ED-4DB2-BD59-A6C34878D82A}">
                    <a16:rowId xmlns:a16="http://schemas.microsoft.com/office/drawing/2014/main" val="2784803100"/>
                  </a:ext>
                </a:extLst>
              </a:tr>
              <a:tr h="370840">
                <a:tc>
                  <a:txBody>
                    <a:bodyPr/>
                    <a:lstStyle/>
                    <a:p>
                      <a:r>
                        <a:rPr lang="en-US" sz="2400" dirty="0"/>
                        <a:t>t</a:t>
                      </a:r>
                      <a:endParaRPr lang="en-ID" sz="2400" dirty="0"/>
                    </a:p>
                  </a:txBody>
                  <a:tcPr/>
                </a:tc>
                <a:tc>
                  <a:txBody>
                    <a:bodyPr/>
                    <a:lstStyle/>
                    <a:p>
                      <a:r>
                        <a:rPr lang="en-US" sz="2400" dirty="0"/>
                        <a:t>: Time Period</a:t>
                      </a:r>
                      <a:endParaRPr lang="en-ID" sz="2400" dirty="0"/>
                    </a:p>
                  </a:txBody>
                  <a:tcPr/>
                </a:tc>
                <a:extLst>
                  <a:ext uri="{0D108BD9-81ED-4DB2-BD59-A6C34878D82A}">
                    <a16:rowId xmlns:a16="http://schemas.microsoft.com/office/drawing/2014/main" val="1478442787"/>
                  </a:ext>
                </a:extLst>
              </a:tr>
            </a:tbl>
          </a:graphicData>
        </a:graphic>
      </p:graphicFrame>
      <p:sp>
        <p:nvSpPr>
          <p:cNvPr id="6" name="Arrow: Striped Right 5">
            <a:extLst>
              <a:ext uri="{FF2B5EF4-FFF2-40B4-BE49-F238E27FC236}">
                <a16:creationId xmlns:a16="http://schemas.microsoft.com/office/drawing/2014/main" id="{7D7B407A-06F2-DAD4-4679-ABF1BEE7059E}"/>
              </a:ext>
            </a:extLst>
          </p:cNvPr>
          <p:cNvSpPr/>
          <p:nvPr/>
        </p:nvSpPr>
        <p:spPr>
          <a:xfrm>
            <a:off x="3879314" y="4996884"/>
            <a:ext cx="970844" cy="383823"/>
          </a:xfrm>
          <a:prstGeom prst="stripedRightArrow">
            <a:avLst>
              <a:gd name="adj1" fmla="val 55882"/>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07083490-7D9F-2C03-FCAC-8AB429230064}"/>
              </a:ext>
            </a:extLst>
          </p:cNvPr>
          <p:cNvSpPr/>
          <p:nvPr/>
        </p:nvSpPr>
        <p:spPr>
          <a:xfrm>
            <a:off x="4968240" y="4502996"/>
            <a:ext cx="6722828" cy="1371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0" dirty="0">
                <a:solidFill>
                  <a:schemeClr val="bg1"/>
                </a:solidFill>
                <a:effectLst/>
              </a:rPr>
              <a:t>The discount rate is the rate used to determine the present value of future cash flows. It reflects the time value of money, which means that money received today is worth more than the same amount received in the future due to its potential earning capacity.</a:t>
            </a:r>
            <a:endParaRPr lang="en-ID" sz="1600" dirty="0">
              <a:solidFill>
                <a:schemeClr val="bg1"/>
              </a:solidFill>
            </a:endParaRPr>
          </a:p>
        </p:txBody>
      </p:sp>
      <p:sp>
        <p:nvSpPr>
          <p:cNvPr id="13" name="TextBox 12">
            <a:extLst>
              <a:ext uri="{FF2B5EF4-FFF2-40B4-BE49-F238E27FC236}">
                <a16:creationId xmlns:a16="http://schemas.microsoft.com/office/drawing/2014/main" id="{EBE946B2-23C7-37E1-DF0D-F161FBD93D2A}"/>
              </a:ext>
            </a:extLst>
          </p:cNvPr>
          <p:cNvSpPr txBox="1"/>
          <p:nvPr/>
        </p:nvSpPr>
        <p:spPr>
          <a:xfrm>
            <a:off x="3422857" y="4102164"/>
            <a:ext cx="520271" cy="307777"/>
          </a:xfrm>
          <a:prstGeom prst="rect">
            <a:avLst/>
          </a:prstGeom>
          <a:noFill/>
        </p:spPr>
        <p:txBody>
          <a:bodyPr wrap="none" rtlCol="0">
            <a:spAutoFit/>
          </a:bodyPr>
          <a:lstStyle/>
          <a:p>
            <a:r>
              <a:rPr lang="en-US" sz="1400" i="1" dirty="0"/>
              <a:t>cost</a:t>
            </a:r>
            <a:endParaRPr lang="en-ID" sz="1400" i="1" dirty="0"/>
          </a:p>
        </p:txBody>
      </p:sp>
      <p:sp>
        <p:nvSpPr>
          <p:cNvPr id="14" name="TextBox 13">
            <a:extLst>
              <a:ext uri="{FF2B5EF4-FFF2-40B4-BE49-F238E27FC236}">
                <a16:creationId xmlns:a16="http://schemas.microsoft.com/office/drawing/2014/main" id="{C3F25ECC-96C6-A117-A7A3-2447368B51E1}"/>
              </a:ext>
            </a:extLst>
          </p:cNvPr>
          <p:cNvSpPr txBox="1"/>
          <p:nvPr/>
        </p:nvSpPr>
        <p:spPr>
          <a:xfrm>
            <a:off x="7988499" y="4104715"/>
            <a:ext cx="723275" cy="307777"/>
          </a:xfrm>
          <a:prstGeom prst="rect">
            <a:avLst/>
          </a:prstGeom>
          <a:noFill/>
        </p:spPr>
        <p:txBody>
          <a:bodyPr wrap="none" rtlCol="0">
            <a:spAutoFit/>
          </a:bodyPr>
          <a:lstStyle/>
          <a:p>
            <a:r>
              <a:rPr lang="en-US" sz="1400" i="1" dirty="0"/>
              <a:t>benefit</a:t>
            </a:r>
            <a:endParaRPr lang="en-ID" sz="1400" i="1" dirty="0"/>
          </a:p>
        </p:txBody>
      </p:sp>
      <p:sp>
        <p:nvSpPr>
          <p:cNvPr id="12" name="Rectangle 11">
            <a:extLst>
              <a:ext uri="{FF2B5EF4-FFF2-40B4-BE49-F238E27FC236}">
                <a16:creationId xmlns:a16="http://schemas.microsoft.com/office/drawing/2014/main" id="{13C4E359-A040-1A7D-D291-DB98B9506BE8}"/>
              </a:ext>
            </a:extLst>
          </p:cNvPr>
          <p:cNvSpPr/>
          <p:nvPr/>
        </p:nvSpPr>
        <p:spPr>
          <a:xfrm>
            <a:off x="5560297" y="3429000"/>
            <a:ext cx="5326005" cy="747583"/>
          </a:xfrm>
          <a:prstGeom prst="rect">
            <a:avLst/>
          </a:prstGeom>
          <a:solidFill>
            <a:srgbClr val="92D050">
              <a:alpha val="50196"/>
            </a:srgbClr>
          </a:solidFill>
          <a:ln w="3810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Rectangle 7">
            <a:extLst>
              <a:ext uri="{FF2B5EF4-FFF2-40B4-BE49-F238E27FC236}">
                <a16:creationId xmlns:a16="http://schemas.microsoft.com/office/drawing/2014/main" id="{E530DC8B-A961-A050-E092-EFA89405A559}"/>
              </a:ext>
            </a:extLst>
          </p:cNvPr>
          <p:cNvSpPr/>
          <p:nvPr/>
        </p:nvSpPr>
        <p:spPr>
          <a:xfrm>
            <a:off x="2283484" y="3489107"/>
            <a:ext cx="3046269" cy="639172"/>
          </a:xfrm>
          <a:prstGeom prst="rect">
            <a:avLst/>
          </a:prstGeom>
          <a:solidFill>
            <a:schemeClr val="accent4">
              <a:lumMod val="40000"/>
              <a:lumOff val="60000"/>
              <a:alpha val="50196"/>
            </a:schemeClr>
          </a:solidFill>
          <a:ln w="3810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922654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2E16A-6BF7-8EF2-E219-A4250260CFF1}"/>
              </a:ext>
            </a:extLst>
          </p:cNvPr>
          <p:cNvSpPr>
            <a:spLocks noGrp="1"/>
          </p:cNvSpPr>
          <p:nvPr>
            <p:ph type="title"/>
          </p:nvPr>
        </p:nvSpPr>
        <p:spPr/>
        <p:txBody>
          <a:bodyPr>
            <a:normAutofit/>
          </a:bodyPr>
          <a:lstStyle/>
          <a:p>
            <a:r>
              <a:rPr lang="en-US" dirty="0"/>
              <a:t>Net Present Value (NPV) - Example</a:t>
            </a:r>
            <a:endParaRPr lang="en-ID"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030130-C844-21B6-B163-6151DAF9B2AE}"/>
                  </a:ext>
                </a:extLst>
              </p:cNvPr>
              <p:cNvSpPr>
                <a:spLocks noGrp="1"/>
              </p:cNvSpPr>
              <p:nvPr>
                <p:ph idx="1"/>
              </p:nvPr>
            </p:nvSpPr>
            <p:spPr/>
            <p:txBody>
              <a:bodyPr/>
              <a:lstStyle/>
              <a:p>
                <a:pPr marL="0" indent="0">
                  <a:buNone/>
                </a:pPr>
                <a:r>
                  <a:rPr lang="en-US" dirty="0"/>
                  <a:t>For an investment of $10,000 with annual cash flows of $3,000 for 5 years at a discount rate of 10%, NPV is calculated by discounting each cash flow to its present value and subtracting the initial investment</a:t>
                </a:r>
              </a:p>
              <a:p>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=−10,000+</m:t>
                    </m:r>
                    <m:f>
                      <m:fPr>
                        <m:ctrlPr>
                          <a:rPr lang="en-US" b="0" i="1" smtClean="0">
                            <a:latin typeface="Cambria Math" panose="02040503050406030204" pitchFamily="18" charset="0"/>
                          </a:rPr>
                        </m:ctrlPr>
                      </m:fPr>
                      <m:num>
                        <m:r>
                          <a:rPr lang="en-US" b="0" i="1" smtClean="0">
                            <a:latin typeface="Cambria Math" panose="02040503050406030204" pitchFamily="18" charset="0"/>
                          </a:rPr>
                          <m:t>3,000</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1+0.1</m:t>
                                </m:r>
                              </m:e>
                            </m:d>
                          </m:e>
                          <m:sup>
                            <m:r>
                              <a:rPr lang="en-US" b="0" i="1" smtClean="0">
                                <a:latin typeface="Cambria Math" panose="02040503050406030204" pitchFamily="18" charset="0"/>
                              </a:rPr>
                              <m:t>1</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smtClean="0">
                            <a:latin typeface="Cambria Math" panose="02040503050406030204" pitchFamily="18" charset="0"/>
                          </a:rPr>
                          <m:t>3</m:t>
                        </m:r>
                        <m:r>
                          <a:rPr lang="en-US" b="0" i="1" smtClean="0">
                            <a:latin typeface="Cambria Math" panose="02040503050406030204" pitchFamily="18" charset="0"/>
                          </a:rPr>
                          <m:t>,000</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0.1</m:t>
                                </m:r>
                              </m:e>
                            </m:d>
                          </m:e>
                          <m:sup>
                            <m:r>
                              <a:rPr lang="en-US" b="0" i="1" smtClean="0">
                                <a:latin typeface="Cambria Math" panose="02040503050406030204" pitchFamily="18" charset="0"/>
                              </a:rPr>
                              <m:t>5</m:t>
                            </m:r>
                          </m:sup>
                        </m:sSup>
                      </m:den>
                    </m:f>
                  </m:oMath>
                </a14:m>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=−10,000+2,727+2,479+2,254+2,049+1,863 </m:t>
                    </m:r>
                  </m:oMath>
                </a14:m>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=−10,000+11,372</m:t>
                    </m:r>
                  </m:oMath>
                </a14:m>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𝑁𝑃𝑉</m:t>
                    </m:r>
                    <m:r>
                      <a:rPr lang="en-US" b="0" i="1" smtClean="0">
                        <a:latin typeface="Cambria Math" panose="02040503050406030204" pitchFamily="18" charset="0"/>
                      </a:rPr>
                      <m:t>=1,372</m:t>
                    </m:r>
                  </m:oMath>
                </a14:m>
                <a:endParaRPr lang="en-US" b="0" i="1" dirty="0">
                  <a:latin typeface="Cambria Math" panose="02040503050406030204" pitchFamily="18" charset="0"/>
                </a:endParaRPr>
              </a:p>
              <a:p>
                <a:endParaRPr lang="en-US" b="0" i="1" dirty="0">
                  <a:latin typeface="Cambria Math" panose="02040503050406030204" pitchFamily="18" charset="0"/>
                </a:endParaRPr>
              </a:p>
              <a:p>
                <a:endParaRPr lang="en-US" b="0" i="1" dirty="0">
                  <a:latin typeface="Cambria Math" panose="02040503050406030204" pitchFamily="18" charset="0"/>
                </a:endParaRPr>
              </a:p>
              <a:p>
                <a:endParaRPr lang="en-ID" dirty="0"/>
              </a:p>
            </p:txBody>
          </p:sp>
        </mc:Choice>
        <mc:Fallback xmlns="">
          <p:sp>
            <p:nvSpPr>
              <p:cNvPr id="3" name="Content Placeholder 2">
                <a:extLst>
                  <a:ext uri="{FF2B5EF4-FFF2-40B4-BE49-F238E27FC236}">
                    <a16:creationId xmlns:a16="http://schemas.microsoft.com/office/drawing/2014/main" id="{03030130-C844-21B6-B163-6151DAF9B2AE}"/>
                  </a:ext>
                </a:extLst>
              </p:cNvPr>
              <p:cNvSpPr>
                <a:spLocks noGrp="1" noRot="1" noChangeAspect="1" noMove="1" noResize="1" noEditPoints="1" noAdjustHandles="1" noChangeArrowheads="1" noChangeShapeType="1" noTextEdit="1"/>
              </p:cNvSpPr>
              <p:nvPr>
                <p:ph idx="1"/>
              </p:nvPr>
            </p:nvSpPr>
            <p:spPr>
              <a:blipFill>
                <a:blip r:embed="rId2"/>
                <a:stretch>
                  <a:fillRect l="-817" t="-1555"/>
                </a:stretch>
              </a:blipFill>
            </p:spPr>
            <p:txBody>
              <a:bodyPr/>
              <a:lstStyle/>
              <a:p>
                <a:r>
                  <a:rPr lang="en-ID">
                    <a:noFill/>
                  </a:rPr>
                  <a:t> </a:t>
                </a:r>
              </a:p>
            </p:txBody>
          </p:sp>
        </mc:Fallback>
      </mc:AlternateContent>
      <p:sp>
        <p:nvSpPr>
          <p:cNvPr id="4" name="Slide Number Placeholder 3">
            <a:extLst>
              <a:ext uri="{FF2B5EF4-FFF2-40B4-BE49-F238E27FC236}">
                <a16:creationId xmlns:a16="http://schemas.microsoft.com/office/drawing/2014/main" id="{689CC367-8627-B993-06BC-B862ABE6BE52}"/>
              </a:ext>
            </a:extLst>
          </p:cNvPr>
          <p:cNvSpPr>
            <a:spLocks noGrp="1"/>
          </p:cNvSpPr>
          <p:nvPr>
            <p:ph type="sldNum" sz="quarter" idx="12"/>
          </p:nvPr>
        </p:nvSpPr>
        <p:spPr/>
        <p:txBody>
          <a:bodyPr/>
          <a:lstStyle/>
          <a:p>
            <a:fld id="{F2D6BEEC-707E-44A7-A320-73FE18379FA8}" type="slidenum">
              <a:rPr lang="en-ID" smtClean="0"/>
              <a:t>15</a:t>
            </a:fld>
            <a:endParaRPr lang="en-ID"/>
          </a:p>
        </p:txBody>
      </p:sp>
    </p:spTree>
    <p:extLst>
      <p:ext uri="{BB962C8B-B14F-4D97-AF65-F5344CB8AC3E}">
        <p14:creationId xmlns:p14="http://schemas.microsoft.com/office/powerpoint/2010/main" val="1984154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DDA9-0DAD-D59D-CE21-8342D007B5BB}"/>
              </a:ext>
            </a:extLst>
          </p:cNvPr>
          <p:cNvSpPr>
            <a:spLocks noGrp="1"/>
          </p:cNvSpPr>
          <p:nvPr>
            <p:ph type="title"/>
          </p:nvPr>
        </p:nvSpPr>
        <p:spPr/>
        <p:txBody>
          <a:bodyPr>
            <a:normAutofit/>
          </a:bodyPr>
          <a:lstStyle/>
          <a:p>
            <a:r>
              <a:rPr lang="en-US" dirty="0"/>
              <a:t>Importance of NPV</a:t>
            </a:r>
            <a:endParaRPr lang="en-ID" dirty="0"/>
          </a:p>
        </p:txBody>
      </p:sp>
      <p:sp>
        <p:nvSpPr>
          <p:cNvPr id="3" name="Content Placeholder 2">
            <a:extLst>
              <a:ext uri="{FF2B5EF4-FFF2-40B4-BE49-F238E27FC236}">
                <a16:creationId xmlns:a16="http://schemas.microsoft.com/office/drawing/2014/main" id="{EC152DBE-3777-65CC-E0D1-37AF178C64FA}"/>
              </a:ext>
            </a:extLst>
          </p:cNvPr>
          <p:cNvSpPr>
            <a:spLocks noGrp="1"/>
          </p:cNvSpPr>
          <p:nvPr>
            <p:ph idx="1"/>
          </p:nvPr>
        </p:nvSpPr>
        <p:spPr/>
        <p:txBody>
          <a:bodyPr/>
          <a:lstStyle/>
          <a:p>
            <a:r>
              <a:rPr lang="en-US" b="1" dirty="0"/>
              <a:t>Time Value of Money</a:t>
            </a:r>
            <a:r>
              <a:rPr lang="en-US" dirty="0"/>
              <a:t>: Accounts for the time value of money.</a:t>
            </a:r>
          </a:p>
          <a:p>
            <a:r>
              <a:rPr lang="en-US" b="1" dirty="0"/>
              <a:t>Profitability Measure</a:t>
            </a:r>
            <a:r>
              <a:rPr lang="en-US" dirty="0"/>
              <a:t>: Direct measure of expected profitability.</a:t>
            </a:r>
          </a:p>
          <a:p>
            <a:r>
              <a:rPr lang="en-US" b="1" dirty="0"/>
              <a:t>Decision Making</a:t>
            </a:r>
            <a:r>
              <a:rPr lang="en-US" dirty="0"/>
              <a:t>: Positive NPV indicates value generation.</a:t>
            </a:r>
            <a:endParaRPr lang="en-ID" dirty="0"/>
          </a:p>
        </p:txBody>
      </p:sp>
      <p:sp>
        <p:nvSpPr>
          <p:cNvPr id="4" name="Slide Number Placeholder 3">
            <a:extLst>
              <a:ext uri="{FF2B5EF4-FFF2-40B4-BE49-F238E27FC236}">
                <a16:creationId xmlns:a16="http://schemas.microsoft.com/office/drawing/2014/main" id="{FBCEF534-7246-B33E-C820-2D2123BE718A}"/>
              </a:ext>
            </a:extLst>
          </p:cNvPr>
          <p:cNvSpPr>
            <a:spLocks noGrp="1"/>
          </p:cNvSpPr>
          <p:nvPr>
            <p:ph type="sldNum" sz="quarter" idx="12"/>
          </p:nvPr>
        </p:nvSpPr>
        <p:spPr/>
        <p:txBody>
          <a:bodyPr/>
          <a:lstStyle/>
          <a:p>
            <a:fld id="{F2D6BEEC-707E-44A7-A320-73FE18379FA8}" type="slidenum">
              <a:rPr lang="en-ID" smtClean="0"/>
              <a:t>16</a:t>
            </a:fld>
            <a:endParaRPr lang="en-ID"/>
          </a:p>
        </p:txBody>
      </p:sp>
      <p:sp>
        <p:nvSpPr>
          <p:cNvPr id="5" name="TextBox 4">
            <a:extLst>
              <a:ext uri="{FF2B5EF4-FFF2-40B4-BE49-F238E27FC236}">
                <a16:creationId xmlns:a16="http://schemas.microsoft.com/office/drawing/2014/main" id="{E1C27141-A321-F33D-C651-C37ACBB351CF}"/>
              </a:ext>
            </a:extLst>
          </p:cNvPr>
          <p:cNvSpPr txBox="1"/>
          <p:nvPr/>
        </p:nvSpPr>
        <p:spPr>
          <a:xfrm>
            <a:off x="4148608" y="5712659"/>
            <a:ext cx="3894784" cy="369332"/>
          </a:xfrm>
          <a:prstGeom prst="rect">
            <a:avLst/>
          </a:prstGeom>
          <a:noFill/>
        </p:spPr>
        <p:txBody>
          <a:bodyPr wrap="none" rtlCol="0">
            <a:spAutoFit/>
          </a:bodyPr>
          <a:lstStyle/>
          <a:p>
            <a:r>
              <a:rPr lang="en-US" i="1" dirty="0"/>
              <a:t>The more, the better (more profitable)</a:t>
            </a:r>
            <a:endParaRPr lang="en-ID" i="1" dirty="0"/>
          </a:p>
        </p:txBody>
      </p:sp>
    </p:spTree>
    <p:extLst>
      <p:ext uri="{BB962C8B-B14F-4D97-AF65-F5344CB8AC3E}">
        <p14:creationId xmlns:p14="http://schemas.microsoft.com/office/powerpoint/2010/main" val="720182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44D43-99A7-60C6-4847-D3883FE6B703}"/>
              </a:ext>
            </a:extLst>
          </p:cNvPr>
          <p:cNvSpPr>
            <a:spLocks noGrp="1"/>
          </p:cNvSpPr>
          <p:nvPr>
            <p:ph type="title"/>
          </p:nvPr>
        </p:nvSpPr>
        <p:spPr>
          <a:xfrm>
            <a:off x="838200" y="365125"/>
            <a:ext cx="10515600" cy="981761"/>
          </a:xfrm>
        </p:spPr>
        <p:txBody>
          <a:bodyPr>
            <a:normAutofit/>
          </a:bodyPr>
          <a:lstStyle/>
          <a:p>
            <a:r>
              <a:rPr lang="en-US" dirty="0"/>
              <a:t>Internal Rate of Return (IRR)</a:t>
            </a:r>
            <a:endParaRPr lang="en-ID" dirty="0"/>
          </a:p>
        </p:txBody>
      </p:sp>
      <p:sp>
        <p:nvSpPr>
          <p:cNvPr id="3" name="Content Placeholder 2">
            <a:extLst>
              <a:ext uri="{FF2B5EF4-FFF2-40B4-BE49-F238E27FC236}">
                <a16:creationId xmlns:a16="http://schemas.microsoft.com/office/drawing/2014/main" id="{463CDCED-1771-AF71-F46E-8513ACE3DD8A}"/>
              </a:ext>
            </a:extLst>
          </p:cNvPr>
          <p:cNvSpPr>
            <a:spLocks noGrp="1"/>
          </p:cNvSpPr>
          <p:nvPr>
            <p:ph idx="1"/>
          </p:nvPr>
        </p:nvSpPr>
        <p:spPr>
          <a:xfrm>
            <a:off x="838200" y="1445741"/>
            <a:ext cx="10515600" cy="4380470"/>
          </a:xfrm>
        </p:spPr>
        <p:txBody>
          <a:bodyPr>
            <a:normAutofit fontScale="77500" lnSpcReduction="20000"/>
          </a:bodyPr>
          <a:lstStyle/>
          <a:p>
            <a:pPr marL="0" indent="0">
              <a:lnSpc>
                <a:spcPct val="120000"/>
              </a:lnSpc>
              <a:buNone/>
            </a:pPr>
            <a:r>
              <a:rPr lang="en-US" dirty="0"/>
              <a:t>IRR is the discount rate that makes the NPV of all cash flows from a project equal to zero. It represents the project's potential return and helps in comparing different investments.</a:t>
            </a:r>
          </a:p>
          <a:p>
            <a:pPr marL="0" indent="0">
              <a:lnSpc>
                <a:spcPct val="120000"/>
              </a:lnSpc>
              <a:buNone/>
            </a:pPr>
            <a:endParaRPr lang="en-US" b="1" dirty="0"/>
          </a:p>
          <a:p>
            <a:pPr marL="0" indent="0">
              <a:lnSpc>
                <a:spcPct val="120000"/>
              </a:lnSpc>
              <a:buNone/>
            </a:pPr>
            <a:r>
              <a:rPr lang="en-US" b="1" dirty="0"/>
              <a:t>Calculation</a:t>
            </a:r>
            <a:r>
              <a:rPr lang="en-US" dirty="0"/>
              <a:t>: </a:t>
            </a:r>
          </a:p>
          <a:p>
            <a:pPr>
              <a:lnSpc>
                <a:spcPct val="120000"/>
              </a:lnSpc>
            </a:pPr>
            <a:r>
              <a:rPr lang="en-US" dirty="0"/>
              <a:t>Solve for </a:t>
            </a:r>
            <a:r>
              <a:rPr lang="en-US" dirty="0" err="1"/>
              <a:t>i</a:t>
            </a:r>
            <a:r>
              <a:rPr lang="en-US" dirty="0"/>
              <a:t> (discount rate) in the NPV formula where NPV = 0.</a:t>
            </a:r>
          </a:p>
          <a:p>
            <a:pPr marL="0" indent="0">
              <a:lnSpc>
                <a:spcPct val="120000"/>
              </a:lnSpc>
              <a:buNone/>
            </a:pPr>
            <a:endParaRPr lang="en-US" dirty="0"/>
          </a:p>
          <a:p>
            <a:pPr marL="0" indent="0">
              <a:lnSpc>
                <a:spcPct val="120000"/>
              </a:lnSpc>
              <a:buNone/>
            </a:pPr>
            <a:r>
              <a:rPr lang="en-US" b="1" dirty="0"/>
              <a:t>Example</a:t>
            </a:r>
            <a:r>
              <a:rPr lang="en-US" dirty="0"/>
              <a:t>:</a:t>
            </a:r>
          </a:p>
          <a:p>
            <a:pPr>
              <a:lnSpc>
                <a:spcPct val="120000"/>
              </a:lnSpc>
            </a:pPr>
            <a:r>
              <a:rPr lang="en-US" dirty="0"/>
              <a:t>For an investment of $12,000 with annual cash inflows of $4,000 for 4 years, IRR is the rate at which the discounted cash flows equal the initial investment.</a:t>
            </a:r>
            <a:endParaRPr lang="en-ID" dirty="0"/>
          </a:p>
        </p:txBody>
      </p:sp>
      <p:sp>
        <p:nvSpPr>
          <p:cNvPr id="4" name="Slide Number Placeholder 3">
            <a:extLst>
              <a:ext uri="{FF2B5EF4-FFF2-40B4-BE49-F238E27FC236}">
                <a16:creationId xmlns:a16="http://schemas.microsoft.com/office/drawing/2014/main" id="{9E706871-ECBB-487F-EDE4-9D74275F717D}"/>
              </a:ext>
            </a:extLst>
          </p:cNvPr>
          <p:cNvSpPr>
            <a:spLocks noGrp="1"/>
          </p:cNvSpPr>
          <p:nvPr>
            <p:ph type="sldNum" sz="quarter" idx="12"/>
          </p:nvPr>
        </p:nvSpPr>
        <p:spPr/>
        <p:txBody>
          <a:bodyPr/>
          <a:lstStyle/>
          <a:p>
            <a:fld id="{F2D6BEEC-707E-44A7-A320-73FE18379FA8}" type="slidenum">
              <a:rPr lang="en-ID" smtClean="0"/>
              <a:t>17</a:t>
            </a:fld>
            <a:endParaRPr lang="en-ID"/>
          </a:p>
        </p:txBody>
      </p:sp>
    </p:spTree>
    <p:extLst>
      <p:ext uri="{BB962C8B-B14F-4D97-AF65-F5344CB8AC3E}">
        <p14:creationId xmlns:p14="http://schemas.microsoft.com/office/powerpoint/2010/main" val="1462807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1544F-2480-62C7-EF94-3D558973AA74}"/>
              </a:ext>
            </a:extLst>
          </p:cNvPr>
          <p:cNvSpPr>
            <a:spLocks noGrp="1"/>
          </p:cNvSpPr>
          <p:nvPr>
            <p:ph type="title"/>
          </p:nvPr>
        </p:nvSpPr>
        <p:spPr/>
        <p:txBody>
          <a:bodyPr>
            <a:normAutofit/>
          </a:bodyPr>
          <a:lstStyle/>
          <a:p>
            <a:r>
              <a:rPr lang="en-ID" dirty="0"/>
              <a:t>Importance of IRR</a:t>
            </a:r>
          </a:p>
        </p:txBody>
      </p:sp>
      <p:sp>
        <p:nvSpPr>
          <p:cNvPr id="3" name="Content Placeholder 2">
            <a:extLst>
              <a:ext uri="{FF2B5EF4-FFF2-40B4-BE49-F238E27FC236}">
                <a16:creationId xmlns:a16="http://schemas.microsoft.com/office/drawing/2014/main" id="{F73A8A31-7939-9B91-68F1-0F1900A68525}"/>
              </a:ext>
            </a:extLst>
          </p:cNvPr>
          <p:cNvSpPr>
            <a:spLocks noGrp="1"/>
          </p:cNvSpPr>
          <p:nvPr>
            <p:ph idx="1"/>
          </p:nvPr>
        </p:nvSpPr>
        <p:spPr/>
        <p:txBody>
          <a:bodyPr>
            <a:normAutofit/>
          </a:bodyPr>
          <a:lstStyle/>
          <a:p>
            <a:r>
              <a:rPr lang="en-US" sz="2400" b="1" dirty="0"/>
              <a:t>Rate of Return</a:t>
            </a:r>
            <a:r>
              <a:rPr lang="en-US" sz="2400" dirty="0"/>
              <a:t>: Provides the effective interest rate of the project.</a:t>
            </a:r>
          </a:p>
          <a:p>
            <a:r>
              <a:rPr lang="en-US" sz="2400" b="1" dirty="0"/>
              <a:t>Comparison Tool</a:t>
            </a:r>
            <a:r>
              <a:rPr lang="en-US" sz="2400" dirty="0"/>
              <a:t>: Allows easy comparison between projects.</a:t>
            </a:r>
          </a:p>
          <a:p>
            <a:r>
              <a:rPr lang="en-US" sz="2400" b="1" dirty="0"/>
              <a:t>Investment Attractiveness</a:t>
            </a:r>
            <a:r>
              <a:rPr lang="en-US" sz="2400" dirty="0"/>
              <a:t>: Assesses whether a project meets the required rate of return.</a:t>
            </a:r>
            <a:endParaRPr lang="en-ID" sz="2400" dirty="0"/>
          </a:p>
        </p:txBody>
      </p:sp>
      <p:sp>
        <p:nvSpPr>
          <p:cNvPr id="4" name="Slide Number Placeholder 3">
            <a:extLst>
              <a:ext uri="{FF2B5EF4-FFF2-40B4-BE49-F238E27FC236}">
                <a16:creationId xmlns:a16="http://schemas.microsoft.com/office/drawing/2014/main" id="{931E53BA-16BA-8F12-8E46-67942C045B00}"/>
              </a:ext>
            </a:extLst>
          </p:cNvPr>
          <p:cNvSpPr>
            <a:spLocks noGrp="1"/>
          </p:cNvSpPr>
          <p:nvPr>
            <p:ph type="sldNum" sz="quarter" idx="12"/>
          </p:nvPr>
        </p:nvSpPr>
        <p:spPr/>
        <p:txBody>
          <a:bodyPr/>
          <a:lstStyle/>
          <a:p>
            <a:fld id="{F2D6BEEC-707E-44A7-A320-73FE18379FA8}" type="slidenum">
              <a:rPr lang="en-ID" smtClean="0"/>
              <a:t>18</a:t>
            </a:fld>
            <a:endParaRPr lang="en-ID"/>
          </a:p>
        </p:txBody>
      </p:sp>
      <p:sp>
        <p:nvSpPr>
          <p:cNvPr id="5" name="TextBox 4">
            <a:extLst>
              <a:ext uri="{FF2B5EF4-FFF2-40B4-BE49-F238E27FC236}">
                <a16:creationId xmlns:a16="http://schemas.microsoft.com/office/drawing/2014/main" id="{58EABB8F-0C78-34FC-BBBE-E03A025E7440}"/>
              </a:ext>
            </a:extLst>
          </p:cNvPr>
          <p:cNvSpPr txBox="1"/>
          <p:nvPr/>
        </p:nvSpPr>
        <p:spPr>
          <a:xfrm>
            <a:off x="4148608" y="5807632"/>
            <a:ext cx="3894784" cy="369332"/>
          </a:xfrm>
          <a:prstGeom prst="rect">
            <a:avLst/>
          </a:prstGeom>
          <a:noFill/>
        </p:spPr>
        <p:txBody>
          <a:bodyPr wrap="none" rtlCol="0">
            <a:spAutoFit/>
          </a:bodyPr>
          <a:lstStyle/>
          <a:p>
            <a:r>
              <a:rPr lang="en-US" i="1" dirty="0"/>
              <a:t>The more, the better (more profitable)</a:t>
            </a:r>
            <a:endParaRPr lang="en-ID" i="1" dirty="0"/>
          </a:p>
        </p:txBody>
      </p:sp>
    </p:spTree>
    <p:extLst>
      <p:ext uri="{BB962C8B-B14F-4D97-AF65-F5344CB8AC3E}">
        <p14:creationId xmlns:p14="http://schemas.microsoft.com/office/powerpoint/2010/main" val="357881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79B42-FFE1-4F83-BE42-4BF3AE1B4976}"/>
              </a:ext>
            </a:extLst>
          </p:cNvPr>
          <p:cNvSpPr>
            <a:spLocks noGrp="1"/>
          </p:cNvSpPr>
          <p:nvPr>
            <p:ph type="title"/>
          </p:nvPr>
        </p:nvSpPr>
        <p:spPr/>
        <p:txBody>
          <a:bodyPr/>
          <a:lstStyle/>
          <a:p>
            <a:r>
              <a:rPr lang="en-US" dirty="0"/>
              <a:t>Case Study I</a:t>
            </a:r>
            <a:endParaRPr lang="en-ID" dirty="0"/>
          </a:p>
        </p:txBody>
      </p:sp>
      <p:sp>
        <p:nvSpPr>
          <p:cNvPr id="3" name="Slide Number Placeholder 2">
            <a:extLst>
              <a:ext uri="{FF2B5EF4-FFF2-40B4-BE49-F238E27FC236}">
                <a16:creationId xmlns:a16="http://schemas.microsoft.com/office/drawing/2014/main" id="{CB6DBA49-31EA-47ED-A425-8140C2FACFAD}"/>
              </a:ext>
            </a:extLst>
          </p:cNvPr>
          <p:cNvSpPr>
            <a:spLocks noGrp="1"/>
          </p:cNvSpPr>
          <p:nvPr>
            <p:ph type="sldNum" sz="quarter" idx="12"/>
          </p:nvPr>
        </p:nvSpPr>
        <p:spPr/>
        <p:txBody>
          <a:bodyPr/>
          <a:lstStyle/>
          <a:p>
            <a:fld id="{8A7409E4-D43D-4036-AE02-5131D818BD5D}" type="slidenum">
              <a:rPr lang="en-US" smtClean="0"/>
              <a:pPr/>
              <a:t>19</a:t>
            </a:fld>
            <a:endParaRPr lang="en-US"/>
          </a:p>
        </p:txBody>
      </p:sp>
      <p:sp>
        <p:nvSpPr>
          <p:cNvPr id="4" name="Content Placeholder 3">
            <a:extLst>
              <a:ext uri="{FF2B5EF4-FFF2-40B4-BE49-F238E27FC236}">
                <a16:creationId xmlns:a16="http://schemas.microsoft.com/office/drawing/2014/main" id="{250782B0-03B3-4FDA-8DD5-62BB856B6629}"/>
              </a:ext>
            </a:extLst>
          </p:cNvPr>
          <p:cNvSpPr>
            <a:spLocks noGrp="1"/>
          </p:cNvSpPr>
          <p:nvPr>
            <p:ph idx="1"/>
          </p:nvPr>
        </p:nvSpPr>
        <p:spPr>
          <a:xfrm>
            <a:off x="838200" y="1690688"/>
            <a:ext cx="10690654" cy="4518582"/>
          </a:xfrm>
        </p:spPr>
        <p:txBody>
          <a:bodyPr>
            <a:normAutofit fontScale="62500" lnSpcReduction="20000"/>
          </a:bodyPr>
          <a:lstStyle/>
          <a:p>
            <a:pPr marL="0" indent="0">
              <a:lnSpc>
                <a:spcPct val="120000"/>
              </a:lnSpc>
              <a:buNone/>
            </a:pPr>
            <a:r>
              <a:rPr lang="en-US" dirty="0"/>
              <a:t>A company is considering investing in a new Accounting Information System (AIS) to improve efficiency and reduce errors. The initial investment required is $20,000. The expected annual benefits from increased efficiency and error reduction are $6,000. The system has a useful life of 5 years.</a:t>
            </a:r>
          </a:p>
          <a:p>
            <a:pPr marL="0" indent="0">
              <a:lnSpc>
                <a:spcPct val="120000"/>
              </a:lnSpc>
              <a:buNone/>
            </a:pPr>
            <a:r>
              <a:rPr lang="en-US" b="1" dirty="0"/>
              <a:t>Tasks</a:t>
            </a:r>
            <a:r>
              <a:rPr lang="en-US" dirty="0"/>
              <a:t>:</a:t>
            </a:r>
          </a:p>
          <a:p>
            <a:pPr marL="457200" indent="-457200">
              <a:lnSpc>
                <a:spcPct val="120000"/>
              </a:lnSpc>
              <a:buFont typeface="+mj-lt"/>
              <a:buAutoNum type="arabicPeriod"/>
            </a:pPr>
            <a:r>
              <a:rPr lang="en-US" dirty="0"/>
              <a:t>Simple Cost-Benefit Analysis: Evaluate whether the benefits of the proposed system justify the costs involved.</a:t>
            </a:r>
          </a:p>
          <a:p>
            <a:pPr marL="457200" indent="-457200">
              <a:lnSpc>
                <a:spcPct val="120000"/>
              </a:lnSpc>
              <a:buFont typeface="+mj-lt"/>
              <a:buAutoNum type="arabicPeriod"/>
            </a:pPr>
            <a:r>
              <a:rPr lang="en-US" dirty="0"/>
              <a:t>Payback Period: Calculate the time required for the net savings to equal the initial investment.</a:t>
            </a:r>
          </a:p>
          <a:p>
            <a:pPr marL="457200" indent="-457200">
              <a:lnSpc>
                <a:spcPct val="120000"/>
              </a:lnSpc>
              <a:buFont typeface="+mj-lt"/>
              <a:buAutoNum type="arabicPeriod"/>
            </a:pPr>
            <a:r>
              <a:rPr lang="en-US" dirty="0"/>
              <a:t>Net Present Value (NPV): Discount (10%) future cash flows to their present value to determine the overall profitability.</a:t>
            </a:r>
          </a:p>
          <a:p>
            <a:pPr marL="457200" indent="-457200">
              <a:lnSpc>
                <a:spcPct val="120000"/>
              </a:lnSpc>
              <a:buFont typeface="+mj-lt"/>
              <a:buAutoNum type="arabicPeriod"/>
            </a:pPr>
            <a:r>
              <a:rPr lang="en-US" dirty="0"/>
              <a:t>Internal Rate of Return (IRR): Determine the effective interest rate that results in an NPV of zero.</a:t>
            </a:r>
            <a:endParaRPr lang="en-ID" dirty="0"/>
          </a:p>
        </p:txBody>
      </p:sp>
    </p:spTree>
    <p:extLst>
      <p:ext uri="{BB962C8B-B14F-4D97-AF65-F5344CB8AC3E}">
        <p14:creationId xmlns:p14="http://schemas.microsoft.com/office/powerpoint/2010/main" val="3847381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79B42-FFE1-4F83-BE42-4BF3AE1B4976}"/>
              </a:ext>
            </a:extLst>
          </p:cNvPr>
          <p:cNvSpPr>
            <a:spLocks noGrp="1"/>
          </p:cNvSpPr>
          <p:nvPr>
            <p:ph type="title"/>
          </p:nvPr>
        </p:nvSpPr>
        <p:spPr/>
        <p:txBody>
          <a:bodyPr/>
          <a:lstStyle/>
          <a:p>
            <a:r>
              <a:rPr lang="en-US" dirty="0"/>
              <a:t>Case Study II</a:t>
            </a:r>
            <a:endParaRPr lang="en-ID" dirty="0"/>
          </a:p>
        </p:txBody>
      </p:sp>
      <p:sp>
        <p:nvSpPr>
          <p:cNvPr id="3" name="Slide Number Placeholder 2">
            <a:extLst>
              <a:ext uri="{FF2B5EF4-FFF2-40B4-BE49-F238E27FC236}">
                <a16:creationId xmlns:a16="http://schemas.microsoft.com/office/drawing/2014/main" id="{CB6DBA49-31EA-47ED-A425-8140C2FACFAD}"/>
              </a:ext>
            </a:extLst>
          </p:cNvPr>
          <p:cNvSpPr>
            <a:spLocks noGrp="1"/>
          </p:cNvSpPr>
          <p:nvPr>
            <p:ph type="sldNum" sz="quarter" idx="12"/>
          </p:nvPr>
        </p:nvSpPr>
        <p:spPr/>
        <p:txBody>
          <a:bodyPr/>
          <a:lstStyle/>
          <a:p>
            <a:fld id="{8A7409E4-D43D-4036-AE02-5131D818BD5D}" type="slidenum">
              <a:rPr lang="en-US" smtClean="0"/>
              <a:pPr/>
              <a:t>20</a:t>
            </a:fld>
            <a:endParaRPr lang="en-US"/>
          </a:p>
        </p:txBody>
      </p:sp>
      <p:sp>
        <p:nvSpPr>
          <p:cNvPr id="4" name="Content Placeholder 3">
            <a:extLst>
              <a:ext uri="{FF2B5EF4-FFF2-40B4-BE49-F238E27FC236}">
                <a16:creationId xmlns:a16="http://schemas.microsoft.com/office/drawing/2014/main" id="{250782B0-03B3-4FDA-8DD5-62BB856B6629}"/>
              </a:ext>
            </a:extLst>
          </p:cNvPr>
          <p:cNvSpPr>
            <a:spLocks noGrp="1"/>
          </p:cNvSpPr>
          <p:nvPr>
            <p:ph idx="1"/>
          </p:nvPr>
        </p:nvSpPr>
        <p:spPr>
          <a:xfrm>
            <a:off x="838200" y="1690688"/>
            <a:ext cx="10690654" cy="3344690"/>
          </a:xfrm>
        </p:spPr>
        <p:txBody>
          <a:bodyPr>
            <a:normAutofit fontScale="70000" lnSpcReduction="20000"/>
          </a:bodyPr>
          <a:lstStyle/>
          <a:p>
            <a:pPr marL="0" indent="0">
              <a:lnSpc>
                <a:spcPct val="110000"/>
              </a:lnSpc>
              <a:buNone/>
            </a:pPr>
            <a:r>
              <a:rPr lang="en-US" dirty="0"/>
              <a:t>A company is considering investing in a new Accounting Information System (AIS) to improve efficiency and reduce errors. The initial investment required is $25,000. The expected annual benefits from increased efficiency and error reduction vary as follows:</a:t>
            </a:r>
          </a:p>
          <a:p>
            <a:pPr marL="0" indent="0">
              <a:lnSpc>
                <a:spcPct val="110000"/>
              </a:lnSpc>
              <a:buNone/>
            </a:pPr>
            <a:r>
              <a:rPr lang="en-US" dirty="0"/>
              <a:t>Year 1: $5,000</a:t>
            </a:r>
          </a:p>
          <a:p>
            <a:pPr marL="0" indent="0">
              <a:lnSpc>
                <a:spcPct val="110000"/>
              </a:lnSpc>
              <a:buNone/>
            </a:pPr>
            <a:r>
              <a:rPr lang="en-US" dirty="0"/>
              <a:t>Year 2: $7,000</a:t>
            </a:r>
          </a:p>
          <a:p>
            <a:pPr marL="0" indent="0">
              <a:lnSpc>
                <a:spcPct val="110000"/>
              </a:lnSpc>
              <a:buNone/>
            </a:pPr>
            <a:r>
              <a:rPr lang="en-US" dirty="0"/>
              <a:t>Year 3: $9,000</a:t>
            </a:r>
          </a:p>
          <a:p>
            <a:pPr marL="0" indent="0">
              <a:lnSpc>
                <a:spcPct val="110000"/>
              </a:lnSpc>
              <a:buNone/>
            </a:pPr>
            <a:r>
              <a:rPr lang="en-US" dirty="0"/>
              <a:t>Year 4: $11,000</a:t>
            </a:r>
          </a:p>
          <a:p>
            <a:pPr marL="0" indent="0">
              <a:lnSpc>
                <a:spcPct val="110000"/>
              </a:lnSpc>
              <a:buNone/>
            </a:pPr>
            <a:r>
              <a:rPr lang="en-US" dirty="0"/>
              <a:t>Year 5: $13,000</a:t>
            </a:r>
          </a:p>
        </p:txBody>
      </p:sp>
      <p:sp>
        <p:nvSpPr>
          <p:cNvPr id="6" name="TextBox 5">
            <a:extLst>
              <a:ext uri="{FF2B5EF4-FFF2-40B4-BE49-F238E27FC236}">
                <a16:creationId xmlns:a16="http://schemas.microsoft.com/office/drawing/2014/main" id="{BC5E97B6-C7C5-42F8-ABB1-7D4108AB5D7A}"/>
              </a:ext>
            </a:extLst>
          </p:cNvPr>
          <p:cNvSpPr txBox="1"/>
          <p:nvPr/>
        </p:nvSpPr>
        <p:spPr>
          <a:xfrm>
            <a:off x="838200" y="5167312"/>
            <a:ext cx="9936892" cy="923330"/>
          </a:xfrm>
          <a:prstGeom prst="rect">
            <a:avLst/>
          </a:prstGeom>
          <a:noFill/>
        </p:spPr>
        <p:txBody>
          <a:bodyPr wrap="square">
            <a:spAutoFit/>
          </a:bodyPr>
          <a:lstStyle/>
          <a:p>
            <a:pPr marL="0" indent="0">
              <a:buNone/>
            </a:pPr>
            <a:r>
              <a:rPr lang="en-US" b="1" dirty="0">
                <a:solidFill>
                  <a:schemeClr val="bg1"/>
                </a:solidFill>
              </a:rPr>
              <a:t>Tasks</a:t>
            </a:r>
            <a:r>
              <a:rPr lang="en-US" dirty="0">
                <a:solidFill>
                  <a:schemeClr val="bg1"/>
                </a:solidFill>
              </a:rPr>
              <a:t>:</a:t>
            </a:r>
          </a:p>
          <a:p>
            <a:pPr marL="0" indent="0">
              <a:buNone/>
            </a:pPr>
            <a:r>
              <a:rPr lang="en-US" dirty="0">
                <a:solidFill>
                  <a:schemeClr val="bg1"/>
                </a:solidFill>
              </a:rPr>
              <a:t>Calculate Payback Period, Net Present Value (NPV) with 10% Discount Rate, and Internal Rate of Return (IRR)</a:t>
            </a:r>
            <a:endParaRPr lang="en-ID" dirty="0">
              <a:solidFill>
                <a:schemeClr val="bg1"/>
              </a:solidFill>
            </a:endParaRPr>
          </a:p>
        </p:txBody>
      </p:sp>
    </p:spTree>
    <p:extLst>
      <p:ext uri="{BB962C8B-B14F-4D97-AF65-F5344CB8AC3E}">
        <p14:creationId xmlns:p14="http://schemas.microsoft.com/office/powerpoint/2010/main" val="944649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79B42-FFE1-4F83-BE42-4BF3AE1B4976}"/>
              </a:ext>
            </a:extLst>
          </p:cNvPr>
          <p:cNvSpPr>
            <a:spLocks noGrp="1"/>
          </p:cNvSpPr>
          <p:nvPr>
            <p:ph type="title"/>
          </p:nvPr>
        </p:nvSpPr>
        <p:spPr/>
        <p:txBody>
          <a:bodyPr/>
          <a:lstStyle/>
          <a:p>
            <a:r>
              <a:rPr lang="en-US" dirty="0"/>
              <a:t>Case Study III</a:t>
            </a:r>
            <a:endParaRPr lang="en-ID" dirty="0"/>
          </a:p>
        </p:txBody>
      </p:sp>
      <p:sp>
        <p:nvSpPr>
          <p:cNvPr id="3" name="Slide Number Placeholder 2">
            <a:extLst>
              <a:ext uri="{FF2B5EF4-FFF2-40B4-BE49-F238E27FC236}">
                <a16:creationId xmlns:a16="http://schemas.microsoft.com/office/drawing/2014/main" id="{CB6DBA49-31EA-47ED-A425-8140C2FACFAD}"/>
              </a:ext>
            </a:extLst>
          </p:cNvPr>
          <p:cNvSpPr>
            <a:spLocks noGrp="1"/>
          </p:cNvSpPr>
          <p:nvPr>
            <p:ph type="sldNum" sz="quarter" idx="12"/>
          </p:nvPr>
        </p:nvSpPr>
        <p:spPr/>
        <p:txBody>
          <a:bodyPr/>
          <a:lstStyle/>
          <a:p>
            <a:fld id="{8A7409E4-D43D-4036-AE02-5131D818BD5D}" type="slidenum">
              <a:rPr lang="en-US" smtClean="0"/>
              <a:pPr/>
              <a:t>21</a:t>
            </a:fld>
            <a:endParaRPr lang="en-US"/>
          </a:p>
        </p:txBody>
      </p:sp>
      <p:sp>
        <p:nvSpPr>
          <p:cNvPr id="4" name="Content Placeholder 3">
            <a:extLst>
              <a:ext uri="{FF2B5EF4-FFF2-40B4-BE49-F238E27FC236}">
                <a16:creationId xmlns:a16="http://schemas.microsoft.com/office/drawing/2014/main" id="{250782B0-03B3-4FDA-8DD5-62BB856B6629}"/>
              </a:ext>
            </a:extLst>
          </p:cNvPr>
          <p:cNvSpPr>
            <a:spLocks noGrp="1"/>
          </p:cNvSpPr>
          <p:nvPr>
            <p:ph idx="1"/>
          </p:nvPr>
        </p:nvSpPr>
        <p:spPr>
          <a:xfrm>
            <a:off x="838200" y="1690688"/>
            <a:ext cx="10690654" cy="3344690"/>
          </a:xfrm>
        </p:spPr>
        <p:txBody>
          <a:bodyPr>
            <a:normAutofit/>
          </a:bodyPr>
          <a:lstStyle/>
          <a:p>
            <a:pPr marL="0" indent="0">
              <a:buNone/>
            </a:pPr>
            <a:r>
              <a:rPr lang="en-US" dirty="0"/>
              <a:t>A company is considering three AIS Software to purchase as follows:</a:t>
            </a:r>
          </a:p>
        </p:txBody>
      </p:sp>
      <p:sp>
        <p:nvSpPr>
          <p:cNvPr id="6" name="TextBox 5">
            <a:extLst>
              <a:ext uri="{FF2B5EF4-FFF2-40B4-BE49-F238E27FC236}">
                <a16:creationId xmlns:a16="http://schemas.microsoft.com/office/drawing/2014/main" id="{BC5E97B6-C7C5-42F8-ABB1-7D4108AB5D7A}"/>
              </a:ext>
            </a:extLst>
          </p:cNvPr>
          <p:cNvSpPr txBox="1"/>
          <p:nvPr/>
        </p:nvSpPr>
        <p:spPr>
          <a:xfrm>
            <a:off x="838200" y="5025209"/>
            <a:ext cx="9936892" cy="1200329"/>
          </a:xfrm>
          <a:prstGeom prst="rect">
            <a:avLst/>
          </a:prstGeom>
          <a:noFill/>
        </p:spPr>
        <p:txBody>
          <a:bodyPr wrap="square">
            <a:spAutoFit/>
          </a:bodyPr>
          <a:lstStyle/>
          <a:p>
            <a:r>
              <a:rPr lang="en-US" sz="2400" dirty="0">
                <a:solidFill>
                  <a:schemeClr val="bg1"/>
                </a:solidFill>
              </a:rPr>
              <a:t>Assumed discount rate is 10%. </a:t>
            </a:r>
          </a:p>
          <a:p>
            <a:r>
              <a:rPr lang="en-US" sz="2400" dirty="0">
                <a:solidFill>
                  <a:schemeClr val="bg1"/>
                </a:solidFill>
              </a:rPr>
              <a:t>Which option should be picked based on economic feasibility for the next 5 years?</a:t>
            </a:r>
          </a:p>
        </p:txBody>
      </p:sp>
      <p:graphicFrame>
        <p:nvGraphicFramePr>
          <p:cNvPr id="7" name="Table 6">
            <a:extLst>
              <a:ext uri="{FF2B5EF4-FFF2-40B4-BE49-F238E27FC236}">
                <a16:creationId xmlns:a16="http://schemas.microsoft.com/office/drawing/2014/main" id="{CD03DCF1-BBCA-4FC3-9839-DDD9A7DDF7EE}"/>
              </a:ext>
            </a:extLst>
          </p:cNvPr>
          <p:cNvGraphicFramePr>
            <a:graphicFrameLocks noGrp="1"/>
          </p:cNvGraphicFramePr>
          <p:nvPr/>
        </p:nvGraphicFramePr>
        <p:xfrm>
          <a:off x="838200" y="2766639"/>
          <a:ext cx="10835640" cy="1740187"/>
        </p:xfrm>
        <a:graphic>
          <a:graphicData uri="http://schemas.openxmlformats.org/drawingml/2006/table">
            <a:tbl>
              <a:tblPr firstRow="1" bandRow="1">
                <a:tableStyleId>{5C22544A-7EE6-4342-B048-85BDC9FD1C3A}</a:tableStyleId>
              </a:tblPr>
              <a:tblGrid>
                <a:gridCol w="2708910">
                  <a:extLst>
                    <a:ext uri="{9D8B030D-6E8A-4147-A177-3AD203B41FA5}">
                      <a16:colId xmlns:a16="http://schemas.microsoft.com/office/drawing/2014/main" val="4014221511"/>
                    </a:ext>
                  </a:extLst>
                </a:gridCol>
                <a:gridCol w="2708910">
                  <a:extLst>
                    <a:ext uri="{9D8B030D-6E8A-4147-A177-3AD203B41FA5}">
                      <a16:colId xmlns:a16="http://schemas.microsoft.com/office/drawing/2014/main" val="2516086843"/>
                    </a:ext>
                  </a:extLst>
                </a:gridCol>
                <a:gridCol w="2240280">
                  <a:extLst>
                    <a:ext uri="{9D8B030D-6E8A-4147-A177-3AD203B41FA5}">
                      <a16:colId xmlns:a16="http://schemas.microsoft.com/office/drawing/2014/main" val="1829361662"/>
                    </a:ext>
                  </a:extLst>
                </a:gridCol>
                <a:gridCol w="3177540">
                  <a:extLst>
                    <a:ext uri="{9D8B030D-6E8A-4147-A177-3AD203B41FA5}">
                      <a16:colId xmlns:a16="http://schemas.microsoft.com/office/drawing/2014/main" val="2523384034"/>
                    </a:ext>
                  </a:extLst>
                </a:gridCol>
              </a:tblGrid>
              <a:tr h="368587">
                <a:tc>
                  <a:txBody>
                    <a:bodyPr/>
                    <a:lstStyle/>
                    <a:p>
                      <a:pPr algn="ctr"/>
                      <a:r>
                        <a:rPr lang="en-US" dirty="0"/>
                        <a:t>AIS Software</a:t>
                      </a:r>
                      <a:endParaRPr lang="en-ID" dirty="0"/>
                    </a:p>
                  </a:txBody>
                  <a:tcPr/>
                </a:tc>
                <a:tc>
                  <a:txBody>
                    <a:bodyPr/>
                    <a:lstStyle/>
                    <a:p>
                      <a:pPr algn="ctr"/>
                      <a:r>
                        <a:rPr lang="en-US" dirty="0"/>
                        <a:t>Implementation Cost</a:t>
                      </a:r>
                      <a:endParaRPr lang="en-ID" dirty="0"/>
                    </a:p>
                  </a:txBody>
                  <a:tcPr/>
                </a:tc>
                <a:tc>
                  <a:txBody>
                    <a:bodyPr/>
                    <a:lstStyle/>
                    <a:p>
                      <a:pPr algn="ctr"/>
                      <a:r>
                        <a:rPr lang="en-US" dirty="0"/>
                        <a:t>Annual Cost</a:t>
                      </a:r>
                      <a:endParaRPr lang="en-ID" dirty="0"/>
                    </a:p>
                  </a:txBody>
                  <a:tcPr/>
                </a:tc>
                <a:tc>
                  <a:txBody>
                    <a:bodyPr/>
                    <a:lstStyle/>
                    <a:p>
                      <a:pPr algn="ctr"/>
                      <a:r>
                        <a:rPr lang="en-US" dirty="0"/>
                        <a:t>Annual Expected Savings</a:t>
                      </a:r>
                      <a:endParaRPr lang="en-ID" dirty="0"/>
                    </a:p>
                  </a:txBody>
                  <a:tcPr/>
                </a:tc>
                <a:extLst>
                  <a:ext uri="{0D108BD9-81ED-4DB2-BD59-A6C34878D82A}">
                    <a16:rowId xmlns:a16="http://schemas.microsoft.com/office/drawing/2014/main" val="1507748551"/>
                  </a:ext>
                </a:extLst>
              </a:tr>
              <a:tr h="213546">
                <a:tc>
                  <a:txBody>
                    <a:bodyPr/>
                    <a:lstStyle/>
                    <a:p>
                      <a:pPr algn="ctr"/>
                      <a:r>
                        <a:rPr lang="en-US" sz="2400" dirty="0"/>
                        <a:t>SOP Accounting</a:t>
                      </a:r>
                      <a:endParaRPr lang="en-ID" sz="2400" dirty="0"/>
                    </a:p>
                  </a:txBody>
                  <a:tcPr/>
                </a:tc>
                <a:tc>
                  <a:txBody>
                    <a:bodyPr/>
                    <a:lstStyle/>
                    <a:p>
                      <a:pPr algn="ctr"/>
                      <a:r>
                        <a:rPr lang="en-US" sz="2400" dirty="0"/>
                        <a:t>$50.000</a:t>
                      </a:r>
                      <a:endParaRPr lang="en-ID" sz="2400" dirty="0"/>
                    </a:p>
                  </a:txBody>
                  <a:tcPr/>
                </a:tc>
                <a:tc>
                  <a:txBody>
                    <a:bodyPr/>
                    <a:lstStyle/>
                    <a:p>
                      <a:pPr algn="ctr"/>
                      <a:r>
                        <a:rPr lang="en-US" sz="2400" dirty="0"/>
                        <a:t>$400</a:t>
                      </a:r>
                      <a:endParaRPr lang="en-ID" sz="2400" dirty="0"/>
                    </a:p>
                  </a:txBody>
                  <a:tcPr/>
                </a:tc>
                <a:tc>
                  <a:txBody>
                    <a:bodyPr/>
                    <a:lstStyle/>
                    <a:p>
                      <a:pPr algn="ctr"/>
                      <a:r>
                        <a:rPr lang="en-US" sz="2400" dirty="0"/>
                        <a:t>$15.000</a:t>
                      </a:r>
                      <a:endParaRPr lang="en-ID" sz="2400" dirty="0"/>
                    </a:p>
                  </a:txBody>
                  <a:tcPr/>
                </a:tc>
                <a:extLst>
                  <a:ext uri="{0D108BD9-81ED-4DB2-BD59-A6C34878D82A}">
                    <a16:rowId xmlns:a16="http://schemas.microsoft.com/office/drawing/2014/main" val="2064681739"/>
                  </a:ext>
                </a:extLst>
              </a:tr>
              <a:tr h="213546">
                <a:tc>
                  <a:txBody>
                    <a:bodyPr/>
                    <a:lstStyle/>
                    <a:p>
                      <a:pPr algn="ctr"/>
                      <a:r>
                        <a:rPr lang="en-US" sz="2400" dirty="0" err="1"/>
                        <a:t>Tangkar</a:t>
                      </a:r>
                      <a:r>
                        <a:rPr lang="en-US" sz="2400" dirty="0"/>
                        <a:t> Solution</a:t>
                      </a:r>
                      <a:endParaRPr lang="en-ID" sz="2400" dirty="0"/>
                    </a:p>
                  </a:txBody>
                  <a:tcPr/>
                </a:tc>
                <a:tc>
                  <a:txBody>
                    <a:bodyPr/>
                    <a:lstStyle/>
                    <a:p>
                      <a:pPr algn="ctr"/>
                      <a:r>
                        <a:rPr lang="en-US" sz="2400" dirty="0"/>
                        <a:t>$40.000</a:t>
                      </a:r>
                      <a:endParaRPr lang="en-ID" sz="2400" dirty="0"/>
                    </a:p>
                  </a:txBody>
                  <a:tcPr/>
                </a:tc>
                <a:tc>
                  <a:txBody>
                    <a:bodyPr/>
                    <a:lstStyle/>
                    <a:p>
                      <a:pPr algn="ctr"/>
                      <a:r>
                        <a:rPr lang="en-US" sz="2400" dirty="0"/>
                        <a:t>$500</a:t>
                      </a:r>
                      <a:endParaRPr lang="en-ID" sz="2400" dirty="0"/>
                    </a:p>
                  </a:txBody>
                  <a:tcPr/>
                </a:tc>
                <a:tc>
                  <a:txBody>
                    <a:bodyPr/>
                    <a:lstStyle/>
                    <a:p>
                      <a:pPr algn="ctr"/>
                      <a:r>
                        <a:rPr lang="en-US" sz="2400" dirty="0"/>
                        <a:t>$12.000</a:t>
                      </a:r>
                      <a:endParaRPr lang="en-ID" sz="2400" dirty="0"/>
                    </a:p>
                  </a:txBody>
                  <a:tcPr/>
                </a:tc>
                <a:extLst>
                  <a:ext uri="{0D108BD9-81ED-4DB2-BD59-A6C34878D82A}">
                    <a16:rowId xmlns:a16="http://schemas.microsoft.com/office/drawing/2014/main" val="3554983808"/>
                  </a:ext>
                </a:extLst>
              </a:tr>
              <a:tr h="213546">
                <a:tc>
                  <a:txBody>
                    <a:bodyPr/>
                    <a:lstStyle/>
                    <a:p>
                      <a:pPr algn="ctr"/>
                      <a:r>
                        <a:rPr lang="en-US" sz="2400" dirty="0"/>
                        <a:t>Orange NetSuite</a:t>
                      </a:r>
                      <a:endParaRPr lang="en-ID" sz="2400" dirty="0"/>
                    </a:p>
                  </a:txBody>
                  <a:tcPr/>
                </a:tc>
                <a:tc>
                  <a:txBody>
                    <a:bodyPr/>
                    <a:lstStyle/>
                    <a:p>
                      <a:pPr algn="ctr"/>
                      <a:r>
                        <a:rPr lang="en-US" sz="2400" dirty="0"/>
                        <a:t>$20.000</a:t>
                      </a:r>
                      <a:endParaRPr lang="en-ID" sz="2400" dirty="0"/>
                    </a:p>
                  </a:txBody>
                  <a:tcPr/>
                </a:tc>
                <a:tc>
                  <a:txBody>
                    <a:bodyPr/>
                    <a:lstStyle/>
                    <a:p>
                      <a:pPr algn="ctr"/>
                      <a:r>
                        <a:rPr lang="en-US" sz="2400" dirty="0"/>
                        <a:t>$2.000</a:t>
                      </a:r>
                      <a:endParaRPr lang="en-ID" sz="2400" dirty="0"/>
                    </a:p>
                  </a:txBody>
                  <a:tcPr/>
                </a:tc>
                <a:tc>
                  <a:txBody>
                    <a:bodyPr/>
                    <a:lstStyle/>
                    <a:p>
                      <a:pPr algn="ctr"/>
                      <a:r>
                        <a:rPr lang="en-US" sz="2400" dirty="0"/>
                        <a:t>$10.000</a:t>
                      </a:r>
                      <a:endParaRPr lang="en-ID" sz="2400" dirty="0"/>
                    </a:p>
                  </a:txBody>
                  <a:tcPr/>
                </a:tc>
                <a:extLst>
                  <a:ext uri="{0D108BD9-81ED-4DB2-BD59-A6C34878D82A}">
                    <a16:rowId xmlns:a16="http://schemas.microsoft.com/office/drawing/2014/main" val="2070290651"/>
                  </a:ext>
                </a:extLst>
              </a:tr>
            </a:tbl>
          </a:graphicData>
        </a:graphic>
      </p:graphicFrame>
    </p:spTree>
    <p:extLst>
      <p:ext uri="{BB962C8B-B14F-4D97-AF65-F5344CB8AC3E}">
        <p14:creationId xmlns:p14="http://schemas.microsoft.com/office/powerpoint/2010/main" val="2730908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79B42-FFE1-4F83-BE42-4BF3AE1B4976}"/>
              </a:ext>
            </a:extLst>
          </p:cNvPr>
          <p:cNvSpPr>
            <a:spLocks noGrp="1"/>
          </p:cNvSpPr>
          <p:nvPr>
            <p:ph type="title"/>
          </p:nvPr>
        </p:nvSpPr>
        <p:spPr>
          <a:xfrm>
            <a:off x="838200" y="280595"/>
            <a:ext cx="10515600" cy="703734"/>
          </a:xfrm>
        </p:spPr>
        <p:txBody>
          <a:bodyPr>
            <a:normAutofit fontScale="90000"/>
          </a:bodyPr>
          <a:lstStyle/>
          <a:p>
            <a:r>
              <a:rPr lang="en-US" dirty="0"/>
              <a:t>Case Study IV</a:t>
            </a:r>
            <a:endParaRPr lang="en-ID" dirty="0"/>
          </a:p>
        </p:txBody>
      </p:sp>
      <p:sp>
        <p:nvSpPr>
          <p:cNvPr id="3" name="Slide Number Placeholder 2">
            <a:extLst>
              <a:ext uri="{FF2B5EF4-FFF2-40B4-BE49-F238E27FC236}">
                <a16:creationId xmlns:a16="http://schemas.microsoft.com/office/drawing/2014/main" id="{CB6DBA49-31EA-47ED-A425-8140C2FACFAD}"/>
              </a:ext>
            </a:extLst>
          </p:cNvPr>
          <p:cNvSpPr>
            <a:spLocks noGrp="1"/>
          </p:cNvSpPr>
          <p:nvPr>
            <p:ph type="sldNum" sz="quarter" idx="12"/>
          </p:nvPr>
        </p:nvSpPr>
        <p:spPr/>
        <p:txBody>
          <a:bodyPr/>
          <a:lstStyle/>
          <a:p>
            <a:fld id="{8A7409E4-D43D-4036-AE02-5131D818BD5D}" type="slidenum">
              <a:rPr lang="en-US" smtClean="0"/>
              <a:pPr/>
              <a:t>22</a:t>
            </a:fld>
            <a:endParaRPr lang="en-US"/>
          </a:p>
        </p:txBody>
      </p:sp>
      <p:sp>
        <p:nvSpPr>
          <p:cNvPr id="4" name="Content Placeholder 3">
            <a:extLst>
              <a:ext uri="{FF2B5EF4-FFF2-40B4-BE49-F238E27FC236}">
                <a16:creationId xmlns:a16="http://schemas.microsoft.com/office/drawing/2014/main" id="{250782B0-03B3-4FDA-8DD5-62BB856B6629}"/>
              </a:ext>
            </a:extLst>
          </p:cNvPr>
          <p:cNvSpPr>
            <a:spLocks noGrp="1"/>
          </p:cNvSpPr>
          <p:nvPr>
            <p:ph idx="1"/>
          </p:nvPr>
        </p:nvSpPr>
        <p:spPr>
          <a:xfrm>
            <a:off x="838200" y="1115142"/>
            <a:ext cx="10690654" cy="1288248"/>
          </a:xfrm>
        </p:spPr>
        <p:txBody>
          <a:bodyPr>
            <a:normAutofit/>
          </a:bodyPr>
          <a:lstStyle/>
          <a:p>
            <a:pPr marL="0" indent="0">
              <a:buNone/>
            </a:pPr>
            <a:r>
              <a:rPr lang="en-US" sz="2400" dirty="0"/>
              <a:t>A company is considering three options for implementing a new Accounting Information System (AIS):</a:t>
            </a:r>
          </a:p>
        </p:txBody>
      </p:sp>
      <p:sp>
        <p:nvSpPr>
          <p:cNvPr id="8" name="TextBox 7">
            <a:extLst>
              <a:ext uri="{FF2B5EF4-FFF2-40B4-BE49-F238E27FC236}">
                <a16:creationId xmlns:a16="http://schemas.microsoft.com/office/drawing/2014/main" id="{63B19191-23FE-4C60-A571-EDE3AC09162E}"/>
              </a:ext>
            </a:extLst>
          </p:cNvPr>
          <p:cNvSpPr txBox="1"/>
          <p:nvPr/>
        </p:nvSpPr>
        <p:spPr>
          <a:xfrm>
            <a:off x="838201" y="1977535"/>
            <a:ext cx="5105400" cy="3416320"/>
          </a:xfrm>
          <a:prstGeom prst="rect">
            <a:avLst/>
          </a:prstGeom>
          <a:noFill/>
        </p:spPr>
        <p:txBody>
          <a:bodyPr wrap="square">
            <a:spAutoFit/>
          </a:bodyPr>
          <a:lstStyle/>
          <a:p>
            <a:pPr marL="457200" indent="-457200">
              <a:buFont typeface="+mj-lt"/>
              <a:buAutoNum type="arabicPeriod"/>
            </a:pPr>
            <a:r>
              <a:rPr lang="en-US" b="1" dirty="0">
                <a:solidFill>
                  <a:schemeClr val="bg1"/>
                </a:solidFill>
              </a:rPr>
              <a:t>Purchase</a:t>
            </a:r>
            <a:r>
              <a:rPr lang="en-US" dirty="0">
                <a:solidFill>
                  <a:schemeClr val="bg1"/>
                </a:solidFill>
              </a:rPr>
              <a:t>: Buying a ready-made AIS from a vendor.</a:t>
            </a:r>
          </a:p>
          <a:p>
            <a:pPr lvl="1"/>
            <a:r>
              <a:rPr lang="en-US" dirty="0">
                <a:solidFill>
                  <a:schemeClr val="bg1"/>
                </a:solidFill>
              </a:rPr>
              <a:t>Initial Investment: $30,000</a:t>
            </a:r>
          </a:p>
          <a:p>
            <a:pPr lvl="1"/>
            <a:r>
              <a:rPr lang="en-US" dirty="0">
                <a:solidFill>
                  <a:schemeClr val="bg1"/>
                </a:solidFill>
              </a:rPr>
              <a:t>Annual Maintenance Costs: $5,000</a:t>
            </a:r>
          </a:p>
          <a:p>
            <a:pPr lvl="1"/>
            <a:r>
              <a:rPr lang="en-US" dirty="0">
                <a:solidFill>
                  <a:schemeClr val="bg1"/>
                </a:solidFill>
              </a:rPr>
              <a:t>Expected Annual Benefits: $15,000</a:t>
            </a:r>
          </a:p>
          <a:p>
            <a:pPr lvl="1"/>
            <a:r>
              <a:rPr lang="en-US" dirty="0">
                <a:solidFill>
                  <a:schemeClr val="bg1"/>
                </a:solidFill>
              </a:rPr>
              <a:t>Useful Life: 5 years</a:t>
            </a:r>
          </a:p>
          <a:p>
            <a:pPr marL="457200" indent="-457200">
              <a:buFont typeface="+mj-lt"/>
              <a:buAutoNum type="arabicPeriod"/>
            </a:pPr>
            <a:r>
              <a:rPr lang="en-US" b="1" dirty="0">
                <a:solidFill>
                  <a:schemeClr val="bg1"/>
                </a:solidFill>
              </a:rPr>
              <a:t>Outsource</a:t>
            </a:r>
            <a:r>
              <a:rPr lang="en-US" dirty="0">
                <a:solidFill>
                  <a:schemeClr val="bg1"/>
                </a:solidFill>
              </a:rPr>
              <a:t>: Hiring an external firm to develop the AIS.</a:t>
            </a:r>
          </a:p>
          <a:p>
            <a:pPr lvl="1"/>
            <a:r>
              <a:rPr lang="en-US" dirty="0">
                <a:solidFill>
                  <a:schemeClr val="bg1"/>
                </a:solidFill>
              </a:rPr>
              <a:t>Initial Investment: $35,000</a:t>
            </a:r>
          </a:p>
          <a:p>
            <a:pPr lvl="1"/>
            <a:r>
              <a:rPr lang="en-US" dirty="0">
                <a:solidFill>
                  <a:schemeClr val="bg1"/>
                </a:solidFill>
              </a:rPr>
              <a:t>Annual Maintenance Costs: $4,000</a:t>
            </a:r>
          </a:p>
          <a:p>
            <a:pPr lvl="1"/>
            <a:r>
              <a:rPr lang="en-US" dirty="0">
                <a:solidFill>
                  <a:schemeClr val="bg1"/>
                </a:solidFill>
              </a:rPr>
              <a:t>Expected Annual Benefits: $16,000</a:t>
            </a:r>
          </a:p>
          <a:p>
            <a:pPr lvl="1"/>
            <a:r>
              <a:rPr lang="en-US" dirty="0">
                <a:solidFill>
                  <a:schemeClr val="bg1"/>
                </a:solidFill>
              </a:rPr>
              <a:t>Useful Life: 5 years</a:t>
            </a:r>
          </a:p>
        </p:txBody>
      </p:sp>
      <p:sp>
        <p:nvSpPr>
          <p:cNvPr id="9" name="Content Placeholder 2">
            <a:extLst>
              <a:ext uri="{FF2B5EF4-FFF2-40B4-BE49-F238E27FC236}">
                <a16:creationId xmlns:a16="http://schemas.microsoft.com/office/drawing/2014/main" id="{B98D5236-FF7D-44FC-93D8-9044C4F908E5}"/>
              </a:ext>
            </a:extLst>
          </p:cNvPr>
          <p:cNvSpPr txBox="1">
            <a:spLocks/>
          </p:cNvSpPr>
          <p:nvPr/>
        </p:nvSpPr>
        <p:spPr>
          <a:xfrm>
            <a:off x="6031229" y="1977535"/>
            <a:ext cx="5322570" cy="27975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3"/>
            </a:pPr>
            <a:r>
              <a:rPr lang="en-US" sz="2000" b="1" dirty="0">
                <a:solidFill>
                  <a:schemeClr val="bg1"/>
                </a:solidFill>
                <a:latin typeface="+mn-lt"/>
              </a:rPr>
              <a:t>In-House Development</a:t>
            </a:r>
            <a:r>
              <a:rPr lang="en-US" sz="2000" dirty="0">
                <a:solidFill>
                  <a:schemeClr val="bg1"/>
                </a:solidFill>
                <a:latin typeface="+mn-lt"/>
              </a:rPr>
              <a:t>: Developing the AIS internally using the company's resources.</a:t>
            </a:r>
          </a:p>
        </p:txBody>
      </p:sp>
      <p:graphicFrame>
        <p:nvGraphicFramePr>
          <p:cNvPr id="10" name="Content Placeholder 4">
            <a:extLst>
              <a:ext uri="{FF2B5EF4-FFF2-40B4-BE49-F238E27FC236}">
                <a16:creationId xmlns:a16="http://schemas.microsoft.com/office/drawing/2014/main" id="{7EA2C2AA-EC8A-4100-987B-DE0AE0A22B4C}"/>
              </a:ext>
            </a:extLst>
          </p:cNvPr>
          <p:cNvGraphicFramePr>
            <a:graphicFrameLocks/>
          </p:cNvGraphicFramePr>
          <p:nvPr>
            <p:extLst>
              <p:ext uri="{D42A27DB-BD31-4B8C-83A1-F6EECF244321}">
                <p14:modId xmlns:p14="http://schemas.microsoft.com/office/powerpoint/2010/main" val="1921741268"/>
              </p:ext>
            </p:extLst>
          </p:nvPr>
        </p:nvGraphicFramePr>
        <p:xfrm>
          <a:off x="6429086" y="2976331"/>
          <a:ext cx="5099768" cy="2956560"/>
        </p:xfrm>
        <a:graphic>
          <a:graphicData uri="http://schemas.openxmlformats.org/drawingml/2006/table">
            <a:tbl>
              <a:tblPr firstRow="1" bandRow="1">
                <a:tableStyleId>{5C22544A-7EE6-4342-B048-85BDC9FD1C3A}</a:tableStyleId>
              </a:tblPr>
              <a:tblGrid>
                <a:gridCol w="620036">
                  <a:extLst>
                    <a:ext uri="{9D8B030D-6E8A-4147-A177-3AD203B41FA5}">
                      <a16:colId xmlns:a16="http://schemas.microsoft.com/office/drawing/2014/main" val="803524638"/>
                    </a:ext>
                  </a:extLst>
                </a:gridCol>
                <a:gridCol w="3006090">
                  <a:extLst>
                    <a:ext uri="{9D8B030D-6E8A-4147-A177-3AD203B41FA5}">
                      <a16:colId xmlns:a16="http://schemas.microsoft.com/office/drawing/2014/main" val="1067116715"/>
                    </a:ext>
                  </a:extLst>
                </a:gridCol>
                <a:gridCol w="1473642">
                  <a:extLst>
                    <a:ext uri="{9D8B030D-6E8A-4147-A177-3AD203B41FA5}">
                      <a16:colId xmlns:a16="http://schemas.microsoft.com/office/drawing/2014/main" val="137640709"/>
                    </a:ext>
                  </a:extLst>
                </a:gridCol>
              </a:tblGrid>
              <a:tr h="231200">
                <a:tc>
                  <a:txBody>
                    <a:bodyPr/>
                    <a:lstStyle/>
                    <a:p>
                      <a:pPr algn="ctr"/>
                      <a:r>
                        <a:rPr lang="en-US" sz="1200" dirty="0"/>
                        <a:t>Year</a:t>
                      </a:r>
                      <a:endParaRPr lang="en-ID" sz="1200" dirty="0"/>
                    </a:p>
                  </a:txBody>
                  <a:tcPr/>
                </a:tc>
                <a:tc>
                  <a:txBody>
                    <a:bodyPr/>
                    <a:lstStyle/>
                    <a:p>
                      <a:pPr algn="ctr"/>
                      <a:r>
                        <a:rPr lang="en-US" sz="1200" dirty="0"/>
                        <a:t>Expected Costs</a:t>
                      </a:r>
                      <a:endParaRPr lang="en-ID" sz="1200" dirty="0"/>
                    </a:p>
                  </a:txBody>
                  <a:tcPr/>
                </a:tc>
                <a:tc>
                  <a:txBody>
                    <a:bodyPr/>
                    <a:lstStyle/>
                    <a:p>
                      <a:pPr algn="ctr"/>
                      <a:r>
                        <a:rPr lang="en-US" sz="1200" dirty="0"/>
                        <a:t>Expected Benefits</a:t>
                      </a:r>
                      <a:endParaRPr lang="en-ID" sz="1200" dirty="0"/>
                    </a:p>
                  </a:txBody>
                  <a:tcPr/>
                </a:tc>
                <a:extLst>
                  <a:ext uri="{0D108BD9-81ED-4DB2-BD59-A6C34878D82A}">
                    <a16:rowId xmlns:a16="http://schemas.microsoft.com/office/drawing/2014/main" val="1411877896"/>
                  </a:ext>
                </a:extLst>
              </a:tr>
              <a:tr h="323680">
                <a:tc>
                  <a:txBody>
                    <a:bodyPr/>
                    <a:lstStyle/>
                    <a:p>
                      <a:pPr algn="ctr"/>
                      <a:r>
                        <a:rPr lang="en-US" sz="1400" dirty="0"/>
                        <a:t>0</a:t>
                      </a:r>
                      <a:endParaRPr lang="en-ID" sz="1400" dirty="0"/>
                    </a:p>
                  </a:txBody>
                  <a:tcPr/>
                </a:tc>
                <a:tc>
                  <a:txBody>
                    <a:bodyPr/>
                    <a:lstStyle/>
                    <a:p>
                      <a:pPr marL="0" indent="0">
                        <a:buFont typeface="Arial" panose="020B0604020202020204" pitchFamily="34" charset="0"/>
                        <a:buNone/>
                      </a:pPr>
                      <a:r>
                        <a:rPr lang="en-US" sz="1400" dirty="0"/>
                        <a:t>Wages: $3.000</a:t>
                      </a:r>
                    </a:p>
                    <a:p>
                      <a:pPr marL="0" indent="0">
                        <a:buFont typeface="Arial" panose="020B0604020202020204" pitchFamily="34" charset="0"/>
                        <a:buNone/>
                      </a:pPr>
                      <a:r>
                        <a:rPr lang="en-US" sz="1400" dirty="0"/>
                        <a:t>Infrastructure: $5.000</a:t>
                      </a:r>
                    </a:p>
                    <a:p>
                      <a:pPr marL="0" indent="0">
                        <a:buFont typeface="Arial" panose="020B0604020202020204" pitchFamily="34" charset="0"/>
                        <a:buNone/>
                      </a:pPr>
                      <a:r>
                        <a:rPr lang="en-US" sz="1400" dirty="0"/>
                        <a:t>Software Procurement: $1.000</a:t>
                      </a:r>
                      <a:endParaRPr lang="en-ID" sz="1400" dirty="0"/>
                    </a:p>
                  </a:txBody>
                  <a:tcPr/>
                </a:tc>
                <a:tc>
                  <a:txBody>
                    <a:bodyPr/>
                    <a:lstStyle/>
                    <a:p>
                      <a:pPr algn="ctr"/>
                      <a:r>
                        <a:rPr lang="en-US" sz="1200" dirty="0"/>
                        <a:t>-</a:t>
                      </a:r>
                      <a:endParaRPr lang="en-ID" sz="1200" dirty="0"/>
                    </a:p>
                  </a:txBody>
                  <a:tcPr/>
                </a:tc>
                <a:extLst>
                  <a:ext uri="{0D108BD9-81ED-4DB2-BD59-A6C34878D82A}">
                    <a16:rowId xmlns:a16="http://schemas.microsoft.com/office/drawing/2014/main" val="763002570"/>
                  </a:ext>
                </a:extLst>
              </a:tr>
              <a:tr h="323680">
                <a:tc>
                  <a:txBody>
                    <a:bodyPr/>
                    <a:lstStyle/>
                    <a:p>
                      <a:pPr algn="ctr"/>
                      <a:r>
                        <a:rPr lang="en-US" sz="1400" dirty="0"/>
                        <a:t>1</a:t>
                      </a:r>
                      <a:endParaRPr lang="en-ID" sz="1400" dirty="0"/>
                    </a:p>
                  </a:txBody>
                  <a:tcPr/>
                </a:tc>
                <a:tc>
                  <a:txBody>
                    <a:bodyPr/>
                    <a:lstStyle/>
                    <a:p>
                      <a:pPr marL="0" indent="0">
                        <a:buFont typeface="Arial" panose="020B0604020202020204" pitchFamily="34" charset="0"/>
                        <a:buNone/>
                      </a:pPr>
                      <a:r>
                        <a:rPr lang="en-US" sz="1400" dirty="0"/>
                        <a:t>Wages: $5.000</a:t>
                      </a:r>
                    </a:p>
                    <a:p>
                      <a:pPr marL="0" indent="0">
                        <a:buFont typeface="Arial" panose="020B0604020202020204" pitchFamily="34" charset="0"/>
                        <a:buNone/>
                      </a:pPr>
                      <a:r>
                        <a:rPr lang="en-US" sz="1400" dirty="0"/>
                        <a:t>Infrastructure: $2.000</a:t>
                      </a:r>
                    </a:p>
                    <a:p>
                      <a:pPr marL="0" indent="0">
                        <a:buFont typeface="Arial" panose="020B0604020202020204" pitchFamily="34" charset="0"/>
                        <a:buNone/>
                      </a:pPr>
                      <a:r>
                        <a:rPr lang="en-US" sz="1400" dirty="0"/>
                        <a:t>Software Procurement: $1.500</a:t>
                      </a:r>
                      <a:endParaRPr lang="en-ID" sz="1400" dirty="0"/>
                    </a:p>
                  </a:txBody>
                  <a:tcPr/>
                </a:tc>
                <a:tc>
                  <a:txBody>
                    <a:bodyPr/>
                    <a:lstStyle/>
                    <a:p>
                      <a:pPr algn="ctr"/>
                      <a:r>
                        <a:rPr lang="en-US" sz="1200" dirty="0"/>
                        <a:t>-</a:t>
                      </a:r>
                      <a:endParaRPr lang="en-ID" sz="1200" dirty="0"/>
                    </a:p>
                  </a:txBody>
                  <a:tcPr/>
                </a:tc>
                <a:extLst>
                  <a:ext uri="{0D108BD9-81ED-4DB2-BD59-A6C34878D82A}">
                    <a16:rowId xmlns:a16="http://schemas.microsoft.com/office/drawing/2014/main" val="3461169274"/>
                  </a:ext>
                </a:extLst>
              </a:tr>
              <a:tr h="138720">
                <a:tc>
                  <a:txBody>
                    <a:bodyPr/>
                    <a:lstStyle/>
                    <a:p>
                      <a:pPr algn="ctr"/>
                      <a:r>
                        <a:rPr lang="en-US" sz="1400" dirty="0"/>
                        <a:t>2</a:t>
                      </a:r>
                      <a:endParaRPr lang="en-ID" sz="1400" dirty="0"/>
                    </a:p>
                  </a:txBody>
                  <a:tcPr/>
                </a:tc>
                <a:tc>
                  <a:txBody>
                    <a:bodyPr/>
                    <a:lstStyle/>
                    <a:p>
                      <a:pPr marL="0" indent="0">
                        <a:buFont typeface="Arial" panose="020B0604020202020204" pitchFamily="34" charset="0"/>
                        <a:buNone/>
                      </a:pPr>
                      <a:r>
                        <a:rPr lang="en-US" sz="1400" dirty="0"/>
                        <a:t>Training: $1.000</a:t>
                      </a:r>
                    </a:p>
                  </a:txBody>
                  <a:tcPr/>
                </a:tc>
                <a:tc>
                  <a:txBody>
                    <a:bodyPr/>
                    <a:lstStyle/>
                    <a:p>
                      <a:pPr algn="ctr"/>
                      <a:r>
                        <a:rPr lang="en-US" sz="1400" dirty="0"/>
                        <a:t>$15.000</a:t>
                      </a:r>
                      <a:endParaRPr lang="en-ID" sz="1400" dirty="0"/>
                    </a:p>
                  </a:txBody>
                  <a:tcPr/>
                </a:tc>
                <a:extLst>
                  <a:ext uri="{0D108BD9-81ED-4DB2-BD59-A6C34878D82A}">
                    <a16:rowId xmlns:a16="http://schemas.microsoft.com/office/drawing/2014/main" val="1797990738"/>
                  </a:ext>
                </a:extLst>
              </a:tr>
              <a:tr h="295869">
                <a:tc>
                  <a:txBody>
                    <a:bodyPr/>
                    <a:lstStyle/>
                    <a:p>
                      <a:pPr algn="ctr"/>
                      <a:r>
                        <a:rPr lang="en-US" sz="1400" dirty="0"/>
                        <a:t>3</a:t>
                      </a:r>
                      <a:endParaRPr lang="en-ID" sz="1400" dirty="0"/>
                    </a:p>
                  </a:txBody>
                  <a:tcPr/>
                </a:tc>
                <a:tc>
                  <a:txBody>
                    <a:bodyPr/>
                    <a:lstStyle/>
                    <a:p>
                      <a:pPr marL="0" indent="0">
                        <a:buFont typeface="Arial" panose="020B0604020202020204" pitchFamily="34" charset="0"/>
                        <a:buNone/>
                      </a:pPr>
                      <a:r>
                        <a:rPr lang="en-US" sz="1400" dirty="0"/>
                        <a:t>Training: $1.000</a:t>
                      </a:r>
                      <a:endParaRPr lang="en-ID" sz="1400" dirty="0"/>
                    </a:p>
                  </a:txBody>
                  <a:tcPr/>
                </a:tc>
                <a:tc>
                  <a:txBody>
                    <a:bodyPr/>
                    <a:lstStyle/>
                    <a:p>
                      <a:pPr algn="ctr"/>
                      <a:r>
                        <a:rPr lang="en-US" sz="1400" dirty="0"/>
                        <a:t>$15.000</a:t>
                      </a:r>
                      <a:endParaRPr lang="en-ID" sz="1400" dirty="0"/>
                    </a:p>
                  </a:txBody>
                  <a:tcPr/>
                </a:tc>
                <a:extLst>
                  <a:ext uri="{0D108BD9-81ED-4DB2-BD59-A6C34878D82A}">
                    <a16:rowId xmlns:a16="http://schemas.microsoft.com/office/drawing/2014/main" val="1673751615"/>
                  </a:ext>
                </a:extLst>
              </a:tr>
              <a:tr h="0">
                <a:tc>
                  <a:txBody>
                    <a:bodyPr/>
                    <a:lstStyle/>
                    <a:p>
                      <a:pPr algn="ctr"/>
                      <a:r>
                        <a:rPr lang="en-US" sz="1400" dirty="0"/>
                        <a:t>4</a:t>
                      </a:r>
                      <a:endParaRPr lang="en-ID" sz="1400" dirty="0"/>
                    </a:p>
                  </a:txBody>
                  <a:tcPr/>
                </a:tc>
                <a:tc>
                  <a:txBody>
                    <a:bodyPr/>
                    <a:lstStyle/>
                    <a:p>
                      <a:r>
                        <a:rPr lang="en-US" sz="1200" dirty="0"/>
                        <a:t>-</a:t>
                      </a:r>
                      <a:endParaRPr lang="en-ID" sz="1200" dirty="0"/>
                    </a:p>
                  </a:txBody>
                  <a:tcPr/>
                </a:tc>
                <a:tc>
                  <a:txBody>
                    <a:bodyPr/>
                    <a:lstStyle/>
                    <a:p>
                      <a:pPr algn="ctr"/>
                      <a:r>
                        <a:rPr lang="en-US" sz="1400" dirty="0"/>
                        <a:t>$15.000</a:t>
                      </a:r>
                      <a:endParaRPr lang="en-ID" sz="1400" dirty="0"/>
                    </a:p>
                  </a:txBody>
                  <a:tcPr/>
                </a:tc>
                <a:extLst>
                  <a:ext uri="{0D108BD9-81ED-4DB2-BD59-A6C34878D82A}">
                    <a16:rowId xmlns:a16="http://schemas.microsoft.com/office/drawing/2014/main" val="3791367845"/>
                  </a:ext>
                </a:extLst>
              </a:tr>
              <a:tr h="0">
                <a:tc>
                  <a:txBody>
                    <a:bodyPr/>
                    <a:lstStyle/>
                    <a:p>
                      <a:pPr algn="ctr"/>
                      <a:r>
                        <a:rPr lang="en-US" sz="1400" dirty="0"/>
                        <a:t>5</a:t>
                      </a:r>
                      <a:endParaRPr lang="en-ID" sz="1400" dirty="0"/>
                    </a:p>
                  </a:txBody>
                  <a:tcPr/>
                </a:tc>
                <a:tc>
                  <a:txBody>
                    <a:bodyPr/>
                    <a:lstStyle/>
                    <a:p>
                      <a:r>
                        <a:rPr lang="en-US" sz="1200" dirty="0"/>
                        <a:t>-</a:t>
                      </a:r>
                      <a:endParaRPr lang="en-ID" sz="1200" dirty="0"/>
                    </a:p>
                  </a:txBody>
                  <a:tcPr/>
                </a:tc>
                <a:tc>
                  <a:txBody>
                    <a:bodyPr/>
                    <a:lstStyle/>
                    <a:p>
                      <a:pPr algn="ctr"/>
                      <a:r>
                        <a:rPr lang="en-US" sz="1400" dirty="0"/>
                        <a:t>$15.000</a:t>
                      </a:r>
                      <a:endParaRPr lang="en-ID" sz="1400" dirty="0"/>
                    </a:p>
                  </a:txBody>
                  <a:tcPr/>
                </a:tc>
                <a:extLst>
                  <a:ext uri="{0D108BD9-81ED-4DB2-BD59-A6C34878D82A}">
                    <a16:rowId xmlns:a16="http://schemas.microsoft.com/office/drawing/2014/main" val="3510122312"/>
                  </a:ext>
                </a:extLst>
              </a:tr>
            </a:tbl>
          </a:graphicData>
        </a:graphic>
      </p:graphicFrame>
      <p:sp>
        <p:nvSpPr>
          <p:cNvPr id="12" name="TextBox 11">
            <a:extLst>
              <a:ext uri="{FF2B5EF4-FFF2-40B4-BE49-F238E27FC236}">
                <a16:creationId xmlns:a16="http://schemas.microsoft.com/office/drawing/2014/main" id="{A1FEF3B2-BAF2-436E-B92E-1457A05A7702}"/>
              </a:ext>
            </a:extLst>
          </p:cNvPr>
          <p:cNvSpPr txBox="1"/>
          <p:nvPr/>
        </p:nvSpPr>
        <p:spPr>
          <a:xfrm>
            <a:off x="899196" y="5831026"/>
            <a:ext cx="8079774" cy="707886"/>
          </a:xfrm>
          <a:prstGeom prst="rect">
            <a:avLst/>
          </a:prstGeom>
          <a:noFill/>
        </p:spPr>
        <p:txBody>
          <a:bodyPr wrap="square">
            <a:spAutoFit/>
          </a:bodyPr>
          <a:lstStyle/>
          <a:p>
            <a:r>
              <a:rPr lang="en-US" sz="2000" dirty="0">
                <a:solidFill>
                  <a:schemeClr val="bg1"/>
                </a:solidFill>
              </a:rPr>
              <a:t>Assumed discount rate is 10%. </a:t>
            </a:r>
          </a:p>
          <a:p>
            <a:r>
              <a:rPr lang="en-US" sz="2000" dirty="0">
                <a:solidFill>
                  <a:schemeClr val="bg1"/>
                </a:solidFill>
              </a:rPr>
              <a:t>Which option should be picked based on economic feasibility?</a:t>
            </a:r>
            <a:endParaRPr lang="en-ID" sz="2000" dirty="0">
              <a:solidFill>
                <a:schemeClr val="bg1"/>
              </a:solidFill>
            </a:endParaRPr>
          </a:p>
        </p:txBody>
      </p:sp>
    </p:spTree>
    <p:extLst>
      <p:ext uri="{BB962C8B-B14F-4D97-AF65-F5344CB8AC3E}">
        <p14:creationId xmlns:p14="http://schemas.microsoft.com/office/powerpoint/2010/main" val="2181044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79B42-FFE1-4F83-BE42-4BF3AE1B4976}"/>
              </a:ext>
            </a:extLst>
          </p:cNvPr>
          <p:cNvSpPr>
            <a:spLocks noGrp="1"/>
          </p:cNvSpPr>
          <p:nvPr>
            <p:ph type="title"/>
          </p:nvPr>
        </p:nvSpPr>
        <p:spPr>
          <a:xfrm>
            <a:off x="838200" y="365125"/>
            <a:ext cx="10515600" cy="845837"/>
          </a:xfrm>
        </p:spPr>
        <p:txBody>
          <a:bodyPr/>
          <a:lstStyle/>
          <a:p>
            <a:r>
              <a:rPr lang="en-US" dirty="0"/>
              <a:t>Case Study V</a:t>
            </a:r>
            <a:endParaRPr lang="en-ID" dirty="0"/>
          </a:p>
        </p:txBody>
      </p:sp>
      <p:sp>
        <p:nvSpPr>
          <p:cNvPr id="3" name="Slide Number Placeholder 2">
            <a:extLst>
              <a:ext uri="{FF2B5EF4-FFF2-40B4-BE49-F238E27FC236}">
                <a16:creationId xmlns:a16="http://schemas.microsoft.com/office/drawing/2014/main" id="{CB6DBA49-31EA-47ED-A425-8140C2FACFAD}"/>
              </a:ext>
            </a:extLst>
          </p:cNvPr>
          <p:cNvSpPr>
            <a:spLocks noGrp="1"/>
          </p:cNvSpPr>
          <p:nvPr>
            <p:ph type="sldNum" sz="quarter" idx="12"/>
          </p:nvPr>
        </p:nvSpPr>
        <p:spPr/>
        <p:txBody>
          <a:bodyPr/>
          <a:lstStyle/>
          <a:p>
            <a:fld id="{8A7409E4-D43D-4036-AE02-5131D818BD5D}" type="slidenum">
              <a:rPr lang="en-US" smtClean="0"/>
              <a:pPr/>
              <a:t>23</a:t>
            </a:fld>
            <a:endParaRPr lang="en-US"/>
          </a:p>
        </p:txBody>
      </p:sp>
      <p:sp>
        <p:nvSpPr>
          <p:cNvPr id="4" name="Content Placeholder 3">
            <a:extLst>
              <a:ext uri="{FF2B5EF4-FFF2-40B4-BE49-F238E27FC236}">
                <a16:creationId xmlns:a16="http://schemas.microsoft.com/office/drawing/2014/main" id="{250782B0-03B3-4FDA-8DD5-62BB856B6629}"/>
              </a:ext>
            </a:extLst>
          </p:cNvPr>
          <p:cNvSpPr>
            <a:spLocks noGrp="1"/>
          </p:cNvSpPr>
          <p:nvPr>
            <p:ph idx="1"/>
          </p:nvPr>
        </p:nvSpPr>
        <p:spPr>
          <a:xfrm>
            <a:off x="838200" y="1288455"/>
            <a:ext cx="10690654" cy="1325563"/>
          </a:xfrm>
        </p:spPr>
        <p:txBody>
          <a:bodyPr>
            <a:normAutofit fontScale="77500" lnSpcReduction="20000"/>
          </a:bodyPr>
          <a:lstStyle/>
          <a:p>
            <a:pPr marL="0" indent="0">
              <a:lnSpc>
                <a:spcPct val="110000"/>
              </a:lnSpc>
              <a:buNone/>
            </a:pPr>
            <a:r>
              <a:rPr lang="en-US" dirty="0"/>
              <a:t>A company has sent multiple Request for Proposal (RFP) for new AIS development. So far, four proposals have been acquired in response to those RFP. You are tasked to do economic feasibility analysis on acquired proposals using Payback Period, NPV, and IRR.</a:t>
            </a:r>
          </a:p>
        </p:txBody>
      </p:sp>
      <p:graphicFrame>
        <p:nvGraphicFramePr>
          <p:cNvPr id="7" name="Table 6">
            <a:extLst>
              <a:ext uri="{FF2B5EF4-FFF2-40B4-BE49-F238E27FC236}">
                <a16:creationId xmlns:a16="http://schemas.microsoft.com/office/drawing/2014/main" id="{B97C85B0-C96C-4934-9F43-6EC76DB26D11}"/>
              </a:ext>
            </a:extLst>
          </p:cNvPr>
          <p:cNvGraphicFramePr>
            <a:graphicFrameLocks noGrp="1"/>
          </p:cNvGraphicFramePr>
          <p:nvPr>
            <p:extLst>
              <p:ext uri="{D42A27DB-BD31-4B8C-83A1-F6EECF244321}">
                <p14:modId xmlns:p14="http://schemas.microsoft.com/office/powerpoint/2010/main" val="1546183992"/>
              </p:ext>
            </p:extLst>
          </p:nvPr>
        </p:nvGraphicFramePr>
        <p:xfrm>
          <a:off x="435886" y="3019526"/>
          <a:ext cx="11092968" cy="1524000"/>
        </p:xfrm>
        <a:graphic>
          <a:graphicData uri="http://schemas.openxmlformats.org/drawingml/2006/table">
            <a:tbl>
              <a:tblPr firstRow="1" bandRow="1">
                <a:tableStyleId>{5C22544A-7EE6-4342-B048-85BDC9FD1C3A}</a:tableStyleId>
              </a:tblPr>
              <a:tblGrid>
                <a:gridCol w="1073657">
                  <a:extLst>
                    <a:ext uri="{9D8B030D-6E8A-4147-A177-3AD203B41FA5}">
                      <a16:colId xmlns:a16="http://schemas.microsoft.com/office/drawing/2014/main" val="3833793245"/>
                    </a:ext>
                  </a:extLst>
                </a:gridCol>
                <a:gridCol w="1638436">
                  <a:extLst>
                    <a:ext uri="{9D8B030D-6E8A-4147-A177-3AD203B41FA5}">
                      <a16:colId xmlns:a16="http://schemas.microsoft.com/office/drawing/2014/main" val="3317122401"/>
                    </a:ext>
                  </a:extLst>
                </a:gridCol>
                <a:gridCol w="1675688">
                  <a:extLst>
                    <a:ext uri="{9D8B030D-6E8A-4147-A177-3AD203B41FA5}">
                      <a16:colId xmlns:a16="http://schemas.microsoft.com/office/drawing/2014/main" val="2843960279"/>
                    </a:ext>
                  </a:extLst>
                </a:gridCol>
                <a:gridCol w="1685372">
                  <a:extLst>
                    <a:ext uri="{9D8B030D-6E8A-4147-A177-3AD203B41FA5}">
                      <a16:colId xmlns:a16="http://schemas.microsoft.com/office/drawing/2014/main" val="617504105"/>
                    </a:ext>
                  </a:extLst>
                </a:gridCol>
                <a:gridCol w="1772547">
                  <a:extLst>
                    <a:ext uri="{9D8B030D-6E8A-4147-A177-3AD203B41FA5}">
                      <a16:colId xmlns:a16="http://schemas.microsoft.com/office/drawing/2014/main" val="3735678576"/>
                    </a:ext>
                  </a:extLst>
                </a:gridCol>
                <a:gridCol w="1623634">
                  <a:extLst>
                    <a:ext uri="{9D8B030D-6E8A-4147-A177-3AD203B41FA5}">
                      <a16:colId xmlns:a16="http://schemas.microsoft.com/office/drawing/2014/main" val="3802125597"/>
                    </a:ext>
                  </a:extLst>
                </a:gridCol>
                <a:gridCol w="1623634">
                  <a:extLst>
                    <a:ext uri="{9D8B030D-6E8A-4147-A177-3AD203B41FA5}">
                      <a16:colId xmlns:a16="http://schemas.microsoft.com/office/drawing/2014/main" val="1707823636"/>
                    </a:ext>
                  </a:extLst>
                </a:gridCol>
              </a:tblGrid>
              <a:tr h="160391">
                <a:tc>
                  <a:txBody>
                    <a:bodyPr/>
                    <a:lstStyle/>
                    <a:p>
                      <a:r>
                        <a:rPr lang="en-US" sz="1400" dirty="0"/>
                        <a:t>Company</a:t>
                      </a:r>
                      <a:endParaRPr lang="en-ID" sz="1400" dirty="0"/>
                    </a:p>
                  </a:txBody>
                  <a:tcPr/>
                </a:tc>
                <a:tc>
                  <a:txBody>
                    <a:bodyPr/>
                    <a:lstStyle/>
                    <a:p>
                      <a:pPr algn="ctr"/>
                      <a:r>
                        <a:rPr lang="en-US" sz="1400" dirty="0"/>
                        <a:t>Year 0</a:t>
                      </a:r>
                      <a:endParaRPr lang="en-ID" sz="1400" dirty="0"/>
                    </a:p>
                  </a:txBody>
                  <a:tcPr/>
                </a:tc>
                <a:tc>
                  <a:txBody>
                    <a:bodyPr/>
                    <a:lstStyle/>
                    <a:p>
                      <a:pPr algn="ctr"/>
                      <a:r>
                        <a:rPr lang="en-US" sz="1400" dirty="0"/>
                        <a:t>Year 1</a:t>
                      </a:r>
                      <a:endParaRPr lang="en-ID" sz="1400" dirty="0"/>
                    </a:p>
                  </a:txBody>
                  <a:tcPr/>
                </a:tc>
                <a:tc>
                  <a:txBody>
                    <a:bodyPr/>
                    <a:lstStyle/>
                    <a:p>
                      <a:pPr algn="ctr"/>
                      <a:r>
                        <a:rPr lang="en-US" sz="1400" dirty="0"/>
                        <a:t>Year 2</a:t>
                      </a:r>
                      <a:endParaRPr lang="en-ID" sz="1400" dirty="0"/>
                    </a:p>
                  </a:txBody>
                  <a:tcPr/>
                </a:tc>
                <a:tc>
                  <a:txBody>
                    <a:bodyPr/>
                    <a:lstStyle/>
                    <a:p>
                      <a:pPr algn="ctr"/>
                      <a:r>
                        <a:rPr lang="en-US" sz="1400" dirty="0"/>
                        <a:t>Year 3</a:t>
                      </a:r>
                      <a:endParaRPr lang="en-ID" sz="1400" dirty="0"/>
                    </a:p>
                  </a:txBody>
                  <a:tcPr/>
                </a:tc>
                <a:tc>
                  <a:txBody>
                    <a:bodyPr/>
                    <a:lstStyle/>
                    <a:p>
                      <a:pPr algn="ctr"/>
                      <a:r>
                        <a:rPr lang="en-US" sz="1400" dirty="0"/>
                        <a:t>Year 4</a:t>
                      </a:r>
                      <a:endParaRPr lang="en-ID" sz="1400" dirty="0"/>
                    </a:p>
                  </a:txBody>
                  <a:tcPr/>
                </a:tc>
                <a:tc>
                  <a:txBody>
                    <a:bodyPr/>
                    <a:lstStyle/>
                    <a:p>
                      <a:pPr algn="ctr"/>
                      <a:r>
                        <a:rPr lang="en-US" sz="1400" dirty="0"/>
                        <a:t>Year 5</a:t>
                      </a:r>
                      <a:endParaRPr lang="en-ID" sz="1400" dirty="0"/>
                    </a:p>
                  </a:txBody>
                  <a:tcPr/>
                </a:tc>
                <a:extLst>
                  <a:ext uri="{0D108BD9-81ED-4DB2-BD59-A6C34878D82A}">
                    <a16:rowId xmlns:a16="http://schemas.microsoft.com/office/drawing/2014/main" val="2964158030"/>
                  </a:ext>
                </a:extLst>
              </a:tr>
              <a:tr h="243372">
                <a:tc>
                  <a:txBody>
                    <a:bodyPr/>
                    <a:lstStyle/>
                    <a:p>
                      <a:r>
                        <a:rPr lang="en-US" sz="1400" dirty="0" err="1"/>
                        <a:t>Pluit</a:t>
                      </a:r>
                      <a:endParaRPr lang="en-ID" sz="1400" dirty="0"/>
                    </a:p>
                  </a:txBody>
                  <a:tcPr/>
                </a:tc>
                <a:tc>
                  <a:txBody>
                    <a:bodyPr/>
                    <a:lstStyle/>
                    <a:p>
                      <a:pPr algn="ctr"/>
                      <a:r>
                        <a:rPr lang="en-US" sz="1400" dirty="0"/>
                        <a:t>$7.000</a:t>
                      </a:r>
                      <a:endParaRPr lang="en-ID" sz="1400" dirty="0"/>
                    </a:p>
                  </a:txBody>
                  <a:tcPr/>
                </a:tc>
                <a:tc>
                  <a:txBody>
                    <a:bodyPr/>
                    <a:lstStyle/>
                    <a:p>
                      <a:pPr algn="ctr"/>
                      <a:r>
                        <a:rPr lang="en-US" sz="1400" dirty="0"/>
                        <a:t>$8.000</a:t>
                      </a:r>
                      <a:endParaRPr lang="en-ID" sz="1400" dirty="0"/>
                    </a:p>
                  </a:txBody>
                  <a:tcPr/>
                </a:tc>
                <a:tc>
                  <a:txBody>
                    <a:bodyPr/>
                    <a:lstStyle/>
                    <a:p>
                      <a:pPr algn="ctr"/>
                      <a:r>
                        <a:rPr lang="en-US" sz="1400" dirty="0"/>
                        <a:t>$9.000</a:t>
                      </a:r>
                      <a:endParaRPr lang="en-ID" sz="1400" dirty="0"/>
                    </a:p>
                  </a:txBody>
                  <a:tcPr/>
                </a:tc>
                <a:tc>
                  <a:txBody>
                    <a:bodyPr/>
                    <a:lstStyle/>
                    <a:p>
                      <a:pPr algn="ctr"/>
                      <a:r>
                        <a:rPr lang="en-US" sz="1400" dirty="0"/>
                        <a:t>$10.000</a:t>
                      </a:r>
                      <a:endParaRPr lang="en-ID" sz="1400" dirty="0"/>
                    </a:p>
                  </a:txBody>
                  <a:tcPr/>
                </a:tc>
                <a:tc>
                  <a:txBody>
                    <a:bodyPr/>
                    <a:lstStyle/>
                    <a:p>
                      <a:pPr algn="ctr"/>
                      <a:r>
                        <a:rPr lang="en-US" sz="1400" dirty="0"/>
                        <a:t>$5.000</a:t>
                      </a:r>
                      <a:endParaRPr lang="en-ID" sz="1400" dirty="0"/>
                    </a:p>
                  </a:txBody>
                  <a:tcPr/>
                </a:tc>
                <a:tc>
                  <a:txBody>
                    <a:bodyPr/>
                    <a:lstStyle/>
                    <a:p>
                      <a:pPr algn="ctr"/>
                      <a:r>
                        <a:rPr lang="en-US" sz="1400" dirty="0"/>
                        <a:t>$5.000</a:t>
                      </a:r>
                      <a:endParaRPr lang="en-ID" sz="1400" dirty="0"/>
                    </a:p>
                  </a:txBody>
                  <a:tcPr/>
                </a:tc>
                <a:extLst>
                  <a:ext uri="{0D108BD9-81ED-4DB2-BD59-A6C34878D82A}">
                    <a16:rowId xmlns:a16="http://schemas.microsoft.com/office/drawing/2014/main" val="2621126222"/>
                  </a:ext>
                </a:extLst>
              </a:tr>
              <a:tr h="243372">
                <a:tc>
                  <a:txBody>
                    <a:bodyPr/>
                    <a:lstStyle/>
                    <a:p>
                      <a:r>
                        <a:rPr lang="en-US" sz="1400" dirty="0" err="1"/>
                        <a:t>Pewege</a:t>
                      </a:r>
                      <a:endParaRPr lang="en-ID" sz="1400" dirty="0"/>
                    </a:p>
                  </a:txBody>
                  <a:tcPr/>
                </a:tc>
                <a:tc>
                  <a:txBody>
                    <a:bodyPr/>
                    <a:lstStyle/>
                    <a:p>
                      <a:pPr algn="ctr"/>
                      <a:r>
                        <a:rPr lang="en-US" sz="1400" dirty="0"/>
                        <a:t>$10.000</a:t>
                      </a:r>
                      <a:endParaRPr lang="en-ID" sz="1400" dirty="0"/>
                    </a:p>
                  </a:txBody>
                  <a:tcPr/>
                </a:tc>
                <a:tc>
                  <a:txBody>
                    <a:bodyPr/>
                    <a:lstStyle/>
                    <a:p>
                      <a:pPr algn="ctr"/>
                      <a:r>
                        <a:rPr lang="en-US" sz="1400" dirty="0"/>
                        <a:t>$10.000</a:t>
                      </a:r>
                      <a:endParaRPr lang="en-ID" sz="1400" dirty="0"/>
                    </a:p>
                  </a:txBody>
                  <a:tcPr/>
                </a:tc>
                <a:tc>
                  <a:txBody>
                    <a:bodyPr/>
                    <a:lstStyle/>
                    <a:p>
                      <a:pPr algn="ctr"/>
                      <a:r>
                        <a:rPr lang="en-US" sz="1400" dirty="0"/>
                        <a:t>$10.000</a:t>
                      </a:r>
                      <a:endParaRPr lang="en-ID" sz="1400" dirty="0"/>
                    </a:p>
                  </a:txBody>
                  <a:tcPr/>
                </a:tc>
                <a:tc>
                  <a:txBody>
                    <a:bodyPr/>
                    <a:lstStyle/>
                    <a:p>
                      <a:pPr algn="ctr"/>
                      <a:r>
                        <a:rPr lang="en-US" sz="1400" dirty="0"/>
                        <a:t>$2.000</a:t>
                      </a:r>
                      <a:endParaRPr lang="en-ID" sz="1400" dirty="0"/>
                    </a:p>
                  </a:txBody>
                  <a:tcPr/>
                </a:tc>
                <a:tc>
                  <a:txBody>
                    <a:bodyPr/>
                    <a:lstStyle/>
                    <a:p>
                      <a:pPr algn="ctr"/>
                      <a:r>
                        <a:rPr lang="en-US" sz="1400" dirty="0"/>
                        <a:t>$2.000</a:t>
                      </a:r>
                      <a:endParaRPr lang="en-ID" sz="1400" dirty="0"/>
                    </a:p>
                  </a:txBody>
                  <a:tcPr/>
                </a:tc>
                <a:tc>
                  <a:txBody>
                    <a:bodyPr/>
                    <a:lstStyle/>
                    <a:p>
                      <a:pPr algn="ctr"/>
                      <a:r>
                        <a:rPr lang="en-US" sz="1400" dirty="0"/>
                        <a:t>$2.000</a:t>
                      </a:r>
                      <a:endParaRPr lang="en-ID" sz="1400" dirty="0"/>
                    </a:p>
                  </a:txBody>
                  <a:tcPr/>
                </a:tc>
                <a:extLst>
                  <a:ext uri="{0D108BD9-81ED-4DB2-BD59-A6C34878D82A}">
                    <a16:rowId xmlns:a16="http://schemas.microsoft.com/office/drawing/2014/main" val="2671791363"/>
                  </a:ext>
                </a:extLst>
              </a:tr>
              <a:tr h="243372">
                <a:tc>
                  <a:txBody>
                    <a:bodyPr/>
                    <a:lstStyle/>
                    <a:p>
                      <a:r>
                        <a:rPr lang="en-US" sz="1400" dirty="0"/>
                        <a:t>GMPG</a:t>
                      </a:r>
                      <a:endParaRPr lang="en-ID" sz="1400" dirty="0"/>
                    </a:p>
                  </a:txBody>
                  <a:tcPr/>
                </a:tc>
                <a:tc>
                  <a:txBody>
                    <a:bodyPr/>
                    <a:lstStyle/>
                    <a:p>
                      <a:pPr algn="ctr"/>
                      <a:r>
                        <a:rPr lang="en-US" sz="1400" dirty="0"/>
                        <a:t>$25.000</a:t>
                      </a:r>
                      <a:endParaRPr lang="en-ID" sz="1400" dirty="0"/>
                    </a:p>
                  </a:txBody>
                  <a:tcPr/>
                </a:tc>
                <a:tc>
                  <a:txBody>
                    <a:bodyPr/>
                    <a:lstStyle/>
                    <a:p>
                      <a:pPr algn="ctr"/>
                      <a:r>
                        <a:rPr lang="en-US" sz="1400" dirty="0"/>
                        <a:t>$3.000</a:t>
                      </a:r>
                      <a:endParaRPr lang="en-ID" sz="1400" dirty="0"/>
                    </a:p>
                  </a:txBody>
                  <a:tcPr/>
                </a:tc>
                <a:tc>
                  <a:txBody>
                    <a:bodyPr/>
                    <a:lstStyle/>
                    <a:p>
                      <a:pPr algn="ctr"/>
                      <a:r>
                        <a:rPr lang="en-US" sz="1400" dirty="0"/>
                        <a:t>$3.000</a:t>
                      </a:r>
                      <a:endParaRPr lang="en-ID" sz="1400" dirty="0"/>
                    </a:p>
                  </a:txBody>
                  <a:tcPr/>
                </a:tc>
                <a:tc>
                  <a:txBody>
                    <a:bodyPr/>
                    <a:lstStyle/>
                    <a:p>
                      <a:pPr algn="ctr"/>
                      <a:r>
                        <a:rPr lang="en-US" sz="1400" dirty="0"/>
                        <a:t>$3.000</a:t>
                      </a:r>
                      <a:endParaRPr lang="en-ID" sz="1400" dirty="0"/>
                    </a:p>
                  </a:txBody>
                  <a:tcPr/>
                </a:tc>
                <a:tc>
                  <a:txBody>
                    <a:bodyPr/>
                    <a:lstStyle/>
                    <a:p>
                      <a:pPr algn="ctr"/>
                      <a:r>
                        <a:rPr lang="en-US" sz="1400" dirty="0"/>
                        <a:t>$3.000</a:t>
                      </a:r>
                      <a:endParaRPr lang="en-ID" sz="1400" dirty="0"/>
                    </a:p>
                  </a:txBody>
                  <a:tcPr/>
                </a:tc>
                <a:tc>
                  <a:txBody>
                    <a:bodyPr/>
                    <a:lstStyle/>
                    <a:p>
                      <a:pPr algn="ctr"/>
                      <a:r>
                        <a:rPr lang="en-US" sz="1400" dirty="0"/>
                        <a:t>$3.000</a:t>
                      </a:r>
                      <a:endParaRPr lang="en-ID" sz="1400" dirty="0"/>
                    </a:p>
                  </a:txBody>
                  <a:tcPr/>
                </a:tc>
                <a:extLst>
                  <a:ext uri="{0D108BD9-81ED-4DB2-BD59-A6C34878D82A}">
                    <a16:rowId xmlns:a16="http://schemas.microsoft.com/office/drawing/2014/main" val="1069321057"/>
                  </a:ext>
                </a:extLst>
              </a:tr>
              <a:tr h="243372">
                <a:tc>
                  <a:txBody>
                    <a:bodyPr/>
                    <a:lstStyle/>
                    <a:p>
                      <a:r>
                        <a:rPr lang="en-US" sz="1400" dirty="0"/>
                        <a:t>YEE!</a:t>
                      </a:r>
                      <a:endParaRPr lang="en-ID" sz="1400" dirty="0"/>
                    </a:p>
                  </a:txBody>
                  <a:tcPr/>
                </a:tc>
                <a:tc>
                  <a:txBody>
                    <a:bodyPr/>
                    <a:lstStyle/>
                    <a:p>
                      <a:pPr algn="ctr"/>
                      <a:r>
                        <a:rPr lang="en-US" sz="1400" dirty="0"/>
                        <a:t>$8.500</a:t>
                      </a:r>
                      <a:endParaRPr lang="en-ID" sz="1400" dirty="0"/>
                    </a:p>
                  </a:txBody>
                  <a:tcPr/>
                </a:tc>
                <a:tc>
                  <a:txBody>
                    <a:bodyPr/>
                    <a:lstStyle/>
                    <a:p>
                      <a:pPr algn="ctr"/>
                      <a:r>
                        <a:rPr lang="en-US" sz="1400" dirty="0"/>
                        <a:t>$8.500</a:t>
                      </a:r>
                      <a:endParaRPr lang="en-ID" sz="1400" dirty="0"/>
                    </a:p>
                  </a:txBody>
                  <a:tcPr/>
                </a:tc>
                <a:tc>
                  <a:txBody>
                    <a:bodyPr/>
                    <a:lstStyle/>
                    <a:p>
                      <a:pPr algn="ctr"/>
                      <a:r>
                        <a:rPr lang="en-US" sz="1400" dirty="0"/>
                        <a:t>$8.500</a:t>
                      </a:r>
                      <a:endParaRPr lang="en-ID" sz="1400" dirty="0"/>
                    </a:p>
                  </a:txBody>
                  <a:tcPr/>
                </a:tc>
                <a:tc>
                  <a:txBody>
                    <a:bodyPr/>
                    <a:lstStyle/>
                    <a:p>
                      <a:pPr algn="ctr"/>
                      <a:r>
                        <a:rPr lang="en-US" sz="1400" dirty="0"/>
                        <a:t>$8.500</a:t>
                      </a:r>
                      <a:endParaRPr lang="en-ID" sz="1400" dirty="0"/>
                    </a:p>
                  </a:txBody>
                  <a:tcPr/>
                </a:tc>
                <a:tc>
                  <a:txBody>
                    <a:bodyPr/>
                    <a:lstStyle/>
                    <a:p>
                      <a:pPr algn="ctr"/>
                      <a:r>
                        <a:rPr lang="en-US" sz="1400" dirty="0"/>
                        <a:t>$8.500</a:t>
                      </a:r>
                      <a:endParaRPr lang="en-ID" sz="1400" dirty="0"/>
                    </a:p>
                  </a:txBody>
                  <a:tcPr/>
                </a:tc>
                <a:tc>
                  <a:txBody>
                    <a:bodyPr/>
                    <a:lstStyle/>
                    <a:p>
                      <a:pPr algn="ctr"/>
                      <a:r>
                        <a:rPr lang="en-US" sz="1400" dirty="0"/>
                        <a:t>$8.500</a:t>
                      </a:r>
                      <a:endParaRPr lang="en-ID" sz="1400" dirty="0"/>
                    </a:p>
                  </a:txBody>
                  <a:tcPr/>
                </a:tc>
                <a:extLst>
                  <a:ext uri="{0D108BD9-81ED-4DB2-BD59-A6C34878D82A}">
                    <a16:rowId xmlns:a16="http://schemas.microsoft.com/office/drawing/2014/main" val="1476911168"/>
                  </a:ext>
                </a:extLst>
              </a:tr>
            </a:tbl>
          </a:graphicData>
        </a:graphic>
      </p:graphicFrame>
      <p:sp>
        <p:nvSpPr>
          <p:cNvPr id="8" name="TextBox 7">
            <a:extLst>
              <a:ext uri="{FF2B5EF4-FFF2-40B4-BE49-F238E27FC236}">
                <a16:creationId xmlns:a16="http://schemas.microsoft.com/office/drawing/2014/main" id="{1BABC0AF-AC32-46EF-8A76-0BDC1EB76D15}"/>
              </a:ext>
            </a:extLst>
          </p:cNvPr>
          <p:cNvSpPr txBox="1"/>
          <p:nvPr/>
        </p:nvSpPr>
        <p:spPr>
          <a:xfrm>
            <a:off x="435885" y="2614018"/>
            <a:ext cx="1773947" cy="369332"/>
          </a:xfrm>
          <a:prstGeom prst="rect">
            <a:avLst/>
          </a:prstGeom>
          <a:noFill/>
        </p:spPr>
        <p:txBody>
          <a:bodyPr wrap="none" rtlCol="0">
            <a:spAutoFit/>
          </a:bodyPr>
          <a:lstStyle/>
          <a:p>
            <a:r>
              <a:rPr lang="en-US" b="1" dirty="0">
                <a:solidFill>
                  <a:schemeClr val="bg1"/>
                </a:solidFill>
              </a:rPr>
              <a:t>Expected Cost:</a:t>
            </a:r>
            <a:endParaRPr lang="en-ID" b="1" dirty="0">
              <a:solidFill>
                <a:schemeClr val="bg1"/>
              </a:solidFill>
            </a:endParaRPr>
          </a:p>
        </p:txBody>
      </p:sp>
      <p:graphicFrame>
        <p:nvGraphicFramePr>
          <p:cNvPr id="9" name="Table 8">
            <a:extLst>
              <a:ext uri="{FF2B5EF4-FFF2-40B4-BE49-F238E27FC236}">
                <a16:creationId xmlns:a16="http://schemas.microsoft.com/office/drawing/2014/main" id="{99F911F0-2D6F-4EE6-BFE7-1F3C65AA554A}"/>
              </a:ext>
            </a:extLst>
          </p:cNvPr>
          <p:cNvGraphicFramePr>
            <a:graphicFrameLocks noGrp="1"/>
          </p:cNvGraphicFramePr>
          <p:nvPr>
            <p:extLst>
              <p:ext uri="{D42A27DB-BD31-4B8C-83A1-F6EECF244321}">
                <p14:modId xmlns:p14="http://schemas.microsoft.com/office/powerpoint/2010/main" val="1771227560"/>
              </p:ext>
            </p:extLst>
          </p:nvPr>
        </p:nvGraphicFramePr>
        <p:xfrm>
          <a:off x="593093" y="5043796"/>
          <a:ext cx="9500318" cy="1524000"/>
        </p:xfrm>
        <a:graphic>
          <a:graphicData uri="http://schemas.openxmlformats.org/drawingml/2006/table">
            <a:tbl>
              <a:tblPr firstRow="1" bandRow="1">
                <a:tableStyleId>{5C22544A-7EE6-4342-B048-85BDC9FD1C3A}</a:tableStyleId>
              </a:tblPr>
              <a:tblGrid>
                <a:gridCol w="1077170">
                  <a:extLst>
                    <a:ext uri="{9D8B030D-6E8A-4147-A177-3AD203B41FA5}">
                      <a16:colId xmlns:a16="http://schemas.microsoft.com/office/drawing/2014/main" val="3833793245"/>
                    </a:ext>
                  </a:extLst>
                </a:gridCol>
                <a:gridCol w="1643797">
                  <a:extLst>
                    <a:ext uri="{9D8B030D-6E8A-4147-A177-3AD203B41FA5}">
                      <a16:colId xmlns:a16="http://schemas.microsoft.com/office/drawing/2014/main" val="3317122401"/>
                    </a:ext>
                  </a:extLst>
                </a:gridCol>
                <a:gridCol w="1681170">
                  <a:extLst>
                    <a:ext uri="{9D8B030D-6E8A-4147-A177-3AD203B41FA5}">
                      <a16:colId xmlns:a16="http://schemas.microsoft.com/office/drawing/2014/main" val="2843960279"/>
                    </a:ext>
                  </a:extLst>
                </a:gridCol>
                <a:gridCol w="1690888">
                  <a:extLst>
                    <a:ext uri="{9D8B030D-6E8A-4147-A177-3AD203B41FA5}">
                      <a16:colId xmlns:a16="http://schemas.microsoft.com/office/drawing/2014/main" val="617504105"/>
                    </a:ext>
                  </a:extLst>
                </a:gridCol>
                <a:gridCol w="1778347">
                  <a:extLst>
                    <a:ext uri="{9D8B030D-6E8A-4147-A177-3AD203B41FA5}">
                      <a16:colId xmlns:a16="http://schemas.microsoft.com/office/drawing/2014/main" val="3735678576"/>
                    </a:ext>
                  </a:extLst>
                </a:gridCol>
                <a:gridCol w="1628946">
                  <a:extLst>
                    <a:ext uri="{9D8B030D-6E8A-4147-A177-3AD203B41FA5}">
                      <a16:colId xmlns:a16="http://schemas.microsoft.com/office/drawing/2014/main" val="3802125597"/>
                    </a:ext>
                  </a:extLst>
                </a:gridCol>
              </a:tblGrid>
              <a:tr h="238956">
                <a:tc>
                  <a:txBody>
                    <a:bodyPr/>
                    <a:lstStyle/>
                    <a:p>
                      <a:r>
                        <a:rPr lang="en-US" sz="1400" dirty="0"/>
                        <a:t>Company</a:t>
                      </a:r>
                      <a:endParaRPr lang="en-ID" sz="1400" dirty="0"/>
                    </a:p>
                  </a:txBody>
                  <a:tcPr/>
                </a:tc>
                <a:tc>
                  <a:txBody>
                    <a:bodyPr/>
                    <a:lstStyle/>
                    <a:p>
                      <a:pPr algn="ctr"/>
                      <a:r>
                        <a:rPr lang="en-US" sz="1400" dirty="0"/>
                        <a:t>Year 1</a:t>
                      </a:r>
                      <a:endParaRPr lang="en-ID" sz="1400" dirty="0"/>
                    </a:p>
                  </a:txBody>
                  <a:tcPr/>
                </a:tc>
                <a:tc>
                  <a:txBody>
                    <a:bodyPr/>
                    <a:lstStyle/>
                    <a:p>
                      <a:pPr algn="ctr"/>
                      <a:r>
                        <a:rPr lang="en-US" sz="1400" dirty="0"/>
                        <a:t>Year 2</a:t>
                      </a:r>
                      <a:endParaRPr lang="en-ID" sz="1400" dirty="0"/>
                    </a:p>
                  </a:txBody>
                  <a:tcPr/>
                </a:tc>
                <a:tc>
                  <a:txBody>
                    <a:bodyPr/>
                    <a:lstStyle/>
                    <a:p>
                      <a:pPr algn="ctr"/>
                      <a:r>
                        <a:rPr lang="en-US" sz="1400" dirty="0"/>
                        <a:t>Year 3</a:t>
                      </a:r>
                      <a:endParaRPr lang="en-ID" sz="1400" dirty="0"/>
                    </a:p>
                  </a:txBody>
                  <a:tcPr/>
                </a:tc>
                <a:tc>
                  <a:txBody>
                    <a:bodyPr/>
                    <a:lstStyle/>
                    <a:p>
                      <a:pPr algn="ctr"/>
                      <a:r>
                        <a:rPr lang="en-US" sz="1400" dirty="0"/>
                        <a:t>Year 4</a:t>
                      </a:r>
                      <a:endParaRPr lang="en-ID" sz="1400" dirty="0"/>
                    </a:p>
                  </a:txBody>
                  <a:tcPr/>
                </a:tc>
                <a:tc>
                  <a:txBody>
                    <a:bodyPr/>
                    <a:lstStyle/>
                    <a:p>
                      <a:pPr algn="ctr"/>
                      <a:r>
                        <a:rPr lang="en-US" sz="1400" dirty="0"/>
                        <a:t>Year 5</a:t>
                      </a:r>
                      <a:endParaRPr lang="en-ID" sz="1400" dirty="0"/>
                    </a:p>
                  </a:txBody>
                  <a:tcPr/>
                </a:tc>
                <a:extLst>
                  <a:ext uri="{0D108BD9-81ED-4DB2-BD59-A6C34878D82A}">
                    <a16:rowId xmlns:a16="http://schemas.microsoft.com/office/drawing/2014/main" val="2964158030"/>
                  </a:ext>
                </a:extLst>
              </a:tr>
              <a:tr h="238956">
                <a:tc>
                  <a:txBody>
                    <a:bodyPr/>
                    <a:lstStyle/>
                    <a:p>
                      <a:r>
                        <a:rPr lang="en-US" sz="1400" dirty="0" err="1"/>
                        <a:t>Pluit</a:t>
                      </a:r>
                      <a:endParaRPr lang="en-ID" sz="1400" dirty="0"/>
                    </a:p>
                  </a:txBody>
                  <a:tcPr/>
                </a:tc>
                <a:tc>
                  <a:txBody>
                    <a:bodyPr/>
                    <a:lstStyle/>
                    <a:p>
                      <a:pPr algn="ctr"/>
                      <a:r>
                        <a:rPr lang="en-US" sz="1400" dirty="0"/>
                        <a:t>$2.000</a:t>
                      </a:r>
                      <a:endParaRPr lang="en-ID" sz="1400" dirty="0"/>
                    </a:p>
                  </a:txBody>
                  <a:tcPr/>
                </a:tc>
                <a:tc>
                  <a:txBody>
                    <a:bodyPr/>
                    <a:lstStyle/>
                    <a:p>
                      <a:pPr algn="ctr"/>
                      <a:r>
                        <a:rPr lang="en-US" sz="1400" dirty="0"/>
                        <a:t>$4.000</a:t>
                      </a:r>
                      <a:endParaRPr lang="en-ID" sz="1400" dirty="0"/>
                    </a:p>
                  </a:txBody>
                  <a:tcPr/>
                </a:tc>
                <a:tc>
                  <a:txBody>
                    <a:bodyPr/>
                    <a:lstStyle/>
                    <a:p>
                      <a:pPr algn="ctr"/>
                      <a:r>
                        <a:rPr lang="en-US" sz="1400" dirty="0"/>
                        <a:t>$5.000</a:t>
                      </a:r>
                      <a:endParaRPr lang="en-ID" sz="1400" dirty="0"/>
                    </a:p>
                  </a:txBody>
                  <a:tcPr/>
                </a:tc>
                <a:tc>
                  <a:txBody>
                    <a:bodyPr/>
                    <a:lstStyle/>
                    <a:p>
                      <a:pPr algn="ctr"/>
                      <a:r>
                        <a:rPr lang="en-US" sz="1400" dirty="0"/>
                        <a:t>$10.000</a:t>
                      </a:r>
                      <a:endParaRPr lang="en-ID" sz="1400" dirty="0"/>
                    </a:p>
                  </a:txBody>
                  <a:tcPr/>
                </a:tc>
                <a:tc>
                  <a:txBody>
                    <a:bodyPr/>
                    <a:lstStyle/>
                    <a:p>
                      <a:pPr algn="ctr"/>
                      <a:r>
                        <a:rPr lang="en-US" sz="1400" dirty="0"/>
                        <a:t>$20.000</a:t>
                      </a:r>
                      <a:endParaRPr lang="en-ID" sz="1400" dirty="0"/>
                    </a:p>
                  </a:txBody>
                  <a:tcPr/>
                </a:tc>
                <a:extLst>
                  <a:ext uri="{0D108BD9-81ED-4DB2-BD59-A6C34878D82A}">
                    <a16:rowId xmlns:a16="http://schemas.microsoft.com/office/drawing/2014/main" val="2621126222"/>
                  </a:ext>
                </a:extLst>
              </a:tr>
              <a:tr h="238956">
                <a:tc>
                  <a:txBody>
                    <a:bodyPr/>
                    <a:lstStyle/>
                    <a:p>
                      <a:r>
                        <a:rPr lang="en-US" sz="1400" dirty="0" err="1"/>
                        <a:t>Pewege</a:t>
                      </a:r>
                      <a:endParaRPr lang="en-ID" sz="1400" dirty="0"/>
                    </a:p>
                  </a:txBody>
                  <a:tcPr/>
                </a:tc>
                <a:tc>
                  <a:txBody>
                    <a:bodyPr/>
                    <a:lstStyle/>
                    <a:p>
                      <a:pPr algn="ctr"/>
                      <a:r>
                        <a:rPr lang="en-US" sz="1400" dirty="0"/>
                        <a:t>$3.000</a:t>
                      </a:r>
                      <a:endParaRPr lang="en-ID" sz="1400" dirty="0"/>
                    </a:p>
                  </a:txBody>
                  <a:tcPr/>
                </a:tc>
                <a:tc>
                  <a:txBody>
                    <a:bodyPr/>
                    <a:lstStyle/>
                    <a:p>
                      <a:pPr algn="ctr"/>
                      <a:r>
                        <a:rPr lang="en-US" sz="1400" dirty="0"/>
                        <a:t>$4.000</a:t>
                      </a:r>
                      <a:endParaRPr lang="en-ID" sz="1400" dirty="0"/>
                    </a:p>
                  </a:txBody>
                  <a:tcPr/>
                </a:tc>
                <a:tc>
                  <a:txBody>
                    <a:bodyPr/>
                    <a:lstStyle/>
                    <a:p>
                      <a:pPr algn="ctr"/>
                      <a:r>
                        <a:rPr lang="en-US" sz="1400" dirty="0"/>
                        <a:t>$5.000</a:t>
                      </a:r>
                      <a:endParaRPr lang="en-ID" sz="1400" dirty="0"/>
                    </a:p>
                  </a:txBody>
                  <a:tcPr/>
                </a:tc>
                <a:tc>
                  <a:txBody>
                    <a:bodyPr/>
                    <a:lstStyle/>
                    <a:p>
                      <a:pPr algn="ctr"/>
                      <a:r>
                        <a:rPr lang="en-US" sz="1400" dirty="0"/>
                        <a:t>$12.000</a:t>
                      </a:r>
                      <a:endParaRPr lang="en-ID" sz="1400" dirty="0"/>
                    </a:p>
                  </a:txBody>
                  <a:tcPr/>
                </a:tc>
                <a:tc>
                  <a:txBody>
                    <a:bodyPr/>
                    <a:lstStyle/>
                    <a:p>
                      <a:pPr algn="ctr"/>
                      <a:r>
                        <a:rPr lang="en-US" sz="1400" dirty="0"/>
                        <a:t>$15.000</a:t>
                      </a:r>
                      <a:endParaRPr lang="en-ID" sz="1400" dirty="0"/>
                    </a:p>
                  </a:txBody>
                  <a:tcPr/>
                </a:tc>
                <a:extLst>
                  <a:ext uri="{0D108BD9-81ED-4DB2-BD59-A6C34878D82A}">
                    <a16:rowId xmlns:a16="http://schemas.microsoft.com/office/drawing/2014/main" val="2671791363"/>
                  </a:ext>
                </a:extLst>
              </a:tr>
              <a:tr h="238956">
                <a:tc>
                  <a:txBody>
                    <a:bodyPr/>
                    <a:lstStyle/>
                    <a:p>
                      <a:r>
                        <a:rPr lang="en-US" sz="1400" dirty="0"/>
                        <a:t>GMPG</a:t>
                      </a:r>
                      <a:endParaRPr lang="en-ID" sz="1400" dirty="0"/>
                    </a:p>
                  </a:txBody>
                  <a:tcPr/>
                </a:tc>
                <a:tc>
                  <a:txBody>
                    <a:bodyPr/>
                    <a:lstStyle/>
                    <a:p>
                      <a:pPr algn="ctr"/>
                      <a:r>
                        <a:rPr lang="en-US" sz="1400" dirty="0"/>
                        <a:t>$2.000</a:t>
                      </a:r>
                      <a:endParaRPr lang="en-ID" sz="1400" dirty="0"/>
                    </a:p>
                  </a:txBody>
                  <a:tcPr/>
                </a:tc>
                <a:tc>
                  <a:txBody>
                    <a:bodyPr/>
                    <a:lstStyle/>
                    <a:p>
                      <a:pPr algn="ctr"/>
                      <a:r>
                        <a:rPr lang="en-US" sz="1400" dirty="0"/>
                        <a:t>$13.000</a:t>
                      </a:r>
                      <a:endParaRPr lang="en-ID" sz="1400" dirty="0"/>
                    </a:p>
                  </a:txBody>
                  <a:tcPr/>
                </a:tc>
                <a:tc>
                  <a:txBody>
                    <a:bodyPr/>
                    <a:lstStyle/>
                    <a:p>
                      <a:pPr algn="ctr"/>
                      <a:r>
                        <a:rPr lang="en-US" sz="1400" dirty="0"/>
                        <a:t>$13.000</a:t>
                      </a:r>
                      <a:endParaRPr lang="en-ID" sz="1400" dirty="0"/>
                    </a:p>
                  </a:txBody>
                  <a:tcPr/>
                </a:tc>
                <a:tc>
                  <a:txBody>
                    <a:bodyPr/>
                    <a:lstStyle/>
                    <a:p>
                      <a:pPr algn="ctr"/>
                      <a:r>
                        <a:rPr lang="en-US" sz="1400" dirty="0"/>
                        <a:t>$13.000</a:t>
                      </a:r>
                      <a:endParaRPr lang="en-ID" sz="1400" dirty="0"/>
                    </a:p>
                  </a:txBody>
                  <a:tcPr/>
                </a:tc>
                <a:tc>
                  <a:txBody>
                    <a:bodyPr/>
                    <a:lstStyle/>
                    <a:p>
                      <a:pPr algn="ctr"/>
                      <a:r>
                        <a:rPr lang="en-US" sz="1400" dirty="0"/>
                        <a:t>$13.000</a:t>
                      </a:r>
                      <a:endParaRPr lang="en-ID" sz="1400" dirty="0"/>
                    </a:p>
                  </a:txBody>
                  <a:tcPr/>
                </a:tc>
                <a:extLst>
                  <a:ext uri="{0D108BD9-81ED-4DB2-BD59-A6C34878D82A}">
                    <a16:rowId xmlns:a16="http://schemas.microsoft.com/office/drawing/2014/main" val="1069321057"/>
                  </a:ext>
                </a:extLst>
              </a:tr>
              <a:tr h="238956">
                <a:tc>
                  <a:txBody>
                    <a:bodyPr/>
                    <a:lstStyle/>
                    <a:p>
                      <a:r>
                        <a:rPr lang="en-US" sz="1400" dirty="0"/>
                        <a:t>YEE!</a:t>
                      </a:r>
                      <a:endParaRPr lang="en-ID" sz="1400" dirty="0"/>
                    </a:p>
                  </a:txBody>
                  <a:tcPr/>
                </a:tc>
                <a:tc>
                  <a:txBody>
                    <a:bodyPr/>
                    <a:lstStyle/>
                    <a:p>
                      <a:pPr algn="ctr"/>
                      <a:r>
                        <a:rPr lang="en-US" sz="1400" dirty="0"/>
                        <a:t>$10.000</a:t>
                      </a:r>
                      <a:endParaRPr lang="en-ID" sz="1400" dirty="0"/>
                    </a:p>
                  </a:txBody>
                  <a:tcPr/>
                </a:tc>
                <a:tc>
                  <a:txBody>
                    <a:bodyPr/>
                    <a:lstStyle/>
                    <a:p>
                      <a:pPr algn="ctr"/>
                      <a:r>
                        <a:rPr lang="en-US" sz="1400" dirty="0"/>
                        <a:t>$10.000</a:t>
                      </a:r>
                      <a:endParaRPr lang="en-ID" sz="1400" dirty="0"/>
                    </a:p>
                  </a:txBody>
                  <a:tcPr/>
                </a:tc>
                <a:tc>
                  <a:txBody>
                    <a:bodyPr/>
                    <a:lstStyle/>
                    <a:p>
                      <a:pPr algn="ctr"/>
                      <a:r>
                        <a:rPr lang="en-US" sz="1400" dirty="0"/>
                        <a:t>$10.000</a:t>
                      </a:r>
                      <a:endParaRPr lang="en-ID" sz="1400" dirty="0"/>
                    </a:p>
                  </a:txBody>
                  <a:tcPr/>
                </a:tc>
                <a:tc>
                  <a:txBody>
                    <a:bodyPr/>
                    <a:lstStyle/>
                    <a:p>
                      <a:pPr algn="ctr"/>
                      <a:r>
                        <a:rPr lang="en-US" sz="1400" dirty="0"/>
                        <a:t>$10.000</a:t>
                      </a:r>
                      <a:endParaRPr lang="en-ID" sz="1400" dirty="0"/>
                    </a:p>
                  </a:txBody>
                  <a:tcPr/>
                </a:tc>
                <a:tc>
                  <a:txBody>
                    <a:bodyPr/>
                    <a:lstStyle/>
                    <a:p>
                      <a:pPr algn="ctr"/>
                      <a:r>
                        <a:rPr lang="en-US" sz="1400" dirty="0"/>
                        <a:t>$10.000</a:t>
                      </a:r>
                      <a:endParaRPr lang="en-ID" sz="1400" dirty="0"/>
                    </a:p>
                  </a:txBody>
                  <a:tcPr/>
                </a:tc>
                <a:extLst>
                  <a:ext uri="{0D108BD9-81ED-4DB2-BD59-A6C34878D82A}">
                    <a16:rowId xmlns:a16="http://schemas.microsoft.com/office/drawing/2014/main" val="1476911168"/>
                  </a:ext>
                </a:extLst>
              </a:tr>
            </a:tbl>
          </a:graphicData>
        </a:graphic>
      </p:graphicFrame>
      <p:sp>
        <p:nvSpPr>
          <p:cNvPr id="10" name="TextBox 9">
            <a:extLst>
              <a:ext uri="{FF2B5EF4-FFF2-40B4-BE49-F238E27FC236}">
                <a16:creationId xmlns:a16="http://schemas.microsoft.com/office/drawing/2014/main" id="{59626FBF-76AD-485A-9741-DF752391AA24}"/>
              </a:ext>
            </a:extLst>
          </p:cNvPr>
          <p:cNvSpPr txBox="1"/>
          <p:nvPr/>
        </p:nvSpPr>
        <p:spPr>
          <a:xfrm>
            <a:off x="481881" y="4674464"/>
            <a:ext cx="2125005" cy="369332"/>
          </a:xfrm>
          <a:prstGeom prst="rect">
            <a:avLst/>
          </a:prstGeom>
          <a:noFill/>
        </p:spPr>
        <p:txBody>
          <a:bodyPr wrap="none" rtlCol="0">
            <a:spAutoFit/>
          </a:bodyPr>
          <a:lstStyle/>
          <a:p>
            <a:r>
              <a:rPr lang="en-US" b="1" dirty="0">
                <a:solidFill>
                  <a:schemeClr val="bg1"/>
                </a:solidFill>
              </a:rPr>
              <a:t>Expected Savings:</a:t>
            </a:r>
            <a:endParaRPr lang="en-ID" b="1" dirty="0">
              <a:solidFill>
                <a:schemeClr val="bg1"/>
              </a:solidFill>
            </a:endParaRPr>
          </a:p>
        </p:txBody>
      </p:sp>
    </p:spTree>
    <p:extLst>
      <p:ext uri="{BB962C8B-B14F-4D97-AF65-F5344CB8AC3E}">
        <p14:creationId xmlns:p14="http://schemas.microsoft.com/office/powerpoint/2010/main" val="487826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9AE05-A5B7-4330-8AB0-20E642A71C48}"/>
              </a:ext>
            </a:extLst>
          </p:cNvPr>
          <p:cNvSpPr>
            <a:spLocks noGrp="1"/>
          </p:cNvSpPr>
          <p:nvPr>
            <p:ph type="title"/>
          </p:nvPr>
        </p:nvSpPr>
        <p:spPr/>
        <p:txBody>
          <a:bodyPr/>
          <a:lstStyle/>
          <a:p>
            <a:r>
              <a:rPr lang="en-ID" dirty="0"/>
              <a:t>Development</a:t>
            </a:r>
          </a:p>
        </p:txBody>
      </p:sp>
      <p:sp>
        <p:nvSpPr>
          <p:cNvPr id="3" name="Text Placeholder 2">
            <a:extLst>
              <a:ext uri="{FF2B5EF4-FFF2-40B4-BE49-F238E27FC236}">
                <a16:creationId xmlns:a16="http://schemas.microsoft.com/office/drawing/2014/main" id="{86DE7732-0BFC-4217-B1BE-3D1074C96DF2}"/>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1151204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55F9C-6E7A-466A-A5B1-E1C9E8A58291}"/>
              </a:ext>
            </a:extLst>
          </p:cNvPr>
          <p:cNvSpPr>
            <a:spLocks noGrp="1"/>
          </p:cNvSpPr>
          <p:nvPr>
            <p:ph type="title"/>
          </p:nvPr>
        </p:nvSpPr>
        <p:spPr/>
        <p:txBody>
          <a:bodyPr/>
          <a:lstStyle/>
          <a:p>
            <a:r>
              <a:rPr lang="en-ID" dirty="0"/>
              <a:t>System Development Is Different With AI</a:t>
            </a:r>
          </a:p>
        </p:txBody>
      </p:sp>
      <p:sp>
        <p:nvSpPr>
          <p:cNvPr id="4" name="Slide Number Placeholder 3">
            <a:extLst>
              <a:ext uri="{FF2B5EF4-FFF2-40B4-BE49-F238E27FC236}">
                <a16:creationId xmlns:a16="http://schemas.microsoft.com/office/drawing/2014/main" id="{20FDA277-F54B-4252-BC10-460ED81EFF72}"/>
              </a:ext>
            </a:extLst>
          </p:cNvPr>
          <p:cNvSpPr>
            <a:spLocks noGrp="1"/>
          </p:cNvSpPr>
          <p:nvPr>
            <p:ph type="sldNum" sz="quarter" idx="12"/>
          </p:nvPr>
        </p:nvSpPr>
        <p:spPr/>
        <p:txBody>
          <a:bodyPr/>
          <a:lstStyle/>
          <a:p>
            <a:fld id="{8A7409E4-D43D-4036-AE02-5131D818BD5D}" type="slidenum">
              <a:rPr lang="en-US" smtClean="0"/>
              <a:pPr/>
              <a:t>25</a:t>
            </a:fld>
            <a:endParaRPr lang="en-US"/>
          </a:p>
        </p:txBody>
      </p:sp>
      <p:pic>
        <p:nvPicPr>
          <p:cNvPr id="2050" name="Picture 2" descr="Waterfall vs Agile vs AI Build vs Vibe Coding The perfect visual to explain  how different development approaches actually feel in real life Whether  you're building apps, websites, or SaaS, the process">
            <a:extLst>
              <a:ext uri="{FF2B5EF4-FFF2-40B4-BE49-F238E27FC236}">
                <a16:creationId xmlns:a16="http://schemas.microsoft.com/office/drawing/2014/main" id="{D27837D3-8F9F-4284-9850-B6E768526B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33481" y="1795720"/>
            <a:ext cx="3783355" cy="378335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85AB1AB-D47F-4BFB-BB5F-E0AC3D606081}"/>
              </a:ext>
            </a:extLst>
          </p:cNvPr>
          <p:cNvSpPr txBox="1"/>
          <p:nvPr/>
        </p:nvSpPr>
        <p:spPr>
          <a:xfrm>
            <a:off x="1037969" y="1690688"/>
            <a:ext cx="5134232" cy="1200329"/>
          </a:xfrm>
          <a:prstGeom prst="rect">
            <a:avLst/>
          </a:prstGeom>
          <a:noFill/>
        </p:spPr>
        <p:txBody>
          <a:bodyPr wrap="square" rtlCol="0">
            <a:spAutoFit/>
          </a:bodyPr>
          <a:lstStyle/>
          <a:p>
            <a:pPr marL="285750" indent="-285750">
              <a:buFont typeface="Arial" panose="020B0604020202020204" pitchFamily="34" charset="0"/>
              <a:buChar char="•"/>
            </a:pPr>
            <a:r>
              <a:rPr lang="en-ID" sz="2400" dirty="0"/>
              <a:t>Developing software is the job AI is very good at</a:t>
            </a:r>
          </a:p>
          <a:p>
            <a:pPr marL="285750" indent="-285750">
              <a:buFont typeface="Arial" panose="020B0604020202020204" pitchFamily="34" charset="0"/>
              <a:buChar char="•"/>
            </a:pPr>
            <a:r>
              <a:rPr lang="en-ID" sz="2400" dirty="0"/>
              <a:t>But it’s not coming without risk</a:t>
            </a:r>
          </a:p>
        </p:txBody>
      </p:sp>
    </p:spTree>
    <p:extLst>
      <p:ext uri="{BB962C8B-B14F-4D97-AF65-F5344CB8AC3E}">
        <p14:creationId xmlns:p14="http://schemas.microsoft.com/office/powerpoint/2010/main" val="3829027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14A1B-F47E-7DE7-2566-814ACC4E1DC9}"/>
              </a:ext>
            </a:extLst>
          </p:cNvPr>
          <p:cNvSpPr>
            <a:spLocks noGrp="1"/>
          </p:cNvSpPr>
          <p:nvPr>
            <p:ph type="title"/>
          </p:nvPr>
        </p:nvSpPr>
        <p:spPr/>
        <p:txBody>
          <a:bodyPr>
            <a:normAutofit/>
          </a:bodyPr>
          <a:lstStyle/>
          <a:p>
            <a:r>
              <a:rPr lang="en-ID" dirty="0"/>
              <a:t>Agile Methodologies</a:t>
            </a:r>
          </a:p>
        </p:txBody>
      </p:sp>
      <p:sp>
        <p:nvSpPr>
          <p:cNvPr id="3" name="Content Placeholder 2">
            <a:extLst>
              <a:ext uri="{FF2B5EF4-FFF2-40B4-BE49-F238E27FC236}">
                <a16:creationId xmlns:a16="http://schemas.microsoft.com/office/drawing/2014/main" id="{000F01B6-1042-DA67-6C91-B3EE635BA606}"/>
              </a:ext>
            </a:extLst>
          </p:cNvPr>
          <p:cNvSpPr>
            <a:spLocks noGrp="1"/>
          </p:cNvSpPr>
          <p:nvPr>
            <p:ph idx="1"/>
          </p:nvPr>
        </p:nvSpPr>
        <p:spPr/>
        <p:txBody>
          <a:bodyPr/>
          <a:lstStyle/>
          <a:p>
            <a:r>
              <a:rPr lang="en-US" dirty="0"/>
              <a:t>A guiding philosophy and set of principles for developing information systems in an unknown, rapidly changing environment.</a:t>
            </a:r>
          </a:p>
          <a:p>
            <a:r>
              <a:rPr lang="en-ID" dirty="0"/>
              <a:t>Key Principles:</a:t>
            </a:r>
          </a:p>
          <a:p>
            <a:pPr lvl="1"/>
            <a:r>
              <a:rPr lang="en-US" dirty="0"/>
              <a:t>Responding to change over following a plan</a:t>
            </a:r>
          </a:p>
          <a:p>
            <a:pPr lvl="1"/>
            <a:r>
              <a:rPr lang="en-US" dirty="0"/>
              <a:t>Emphasizing individuals and interactions over processes and tools</a:t>
            </a:r>
          </a:p>
          <a:p>
            <a:pPr lvl="1"/>
            <a:r>
              <a:rPr lang="en-US" dirty="0"/>
              <a:t>Customer collaboration over contract negotiation</a:t>
            </a:r>
          </a:p>
          <a:p>
            <a:pPr lvl="1"/>
            <a:r>
              <a:rPr lang="en-US" dirty="0"/>
              <a:t>Producing quality software over comprehensive documentation</a:t>
            </a:r>
          </a:p>
        </p:txBody>
      </p:sp>
      <p:sp>
        <p:nvSpPr>
          <p:cNvPr id="4" name="Slide Number Placeholder 3">
            <a:extLst>
              <a:ext uri="{FF2B5EF4-FFF2-40B4-BE49-F238E27FC236}">
                <a16:creationId xmlns:a16="http://schemas.microsoft.com/office/drawing/2014/main" id="{BBEC3828-5D83-2275-BD7C-41ECD71B3458}"/>
              </a:ext>
            </a:extLst>
          </p:cNvPr>
          <p:cNvSpPr>
            <a:spLocks noGrp="1"/>
          </p:cNvSpPr>
          <p:nvPr>
            <p:ph type="sldNum" sz="quarter" idx="12"/>
          </p:nvPr>
        </p:nvSpPr>
        <p:spPr/>
        <p:txBody>
          <a:bodyPr/>
          <a:lstStyle/>
          <a:p>
            <a:fld id="{F2D6BEEC-707E-44A7-A320-73FE18379FA8}" type="slidenum">
              <a:rPr lang="en-ID" smtClean="0"/>
              <a:t>26</a:t>
            </a:fld>
            <a:endParaRPr lang="en-ID"/>
          </a:p>
        </p:txBody>
      </p:sp>
    </p:spTree>
    <p:extLst>
      <p:ext uri="{BB962C8B-B14F-4D97-AF65-F5344CB8AC3E}">
        <p14:creationId xmlns:p14="http://schemas.microsoft.com/office/powerpoint/2010/main" val="2218598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F1128-8573-BED5-CBCA-8059DB713208}"/>
            </a:ext>
          </a:extLst>
        </p:cNvPr>
        <p:cNvGrpSpPr/>
        <p:nvPr/>
      </p:nvGrpSpPr>
      <p:grpSpPr>
        <a:xfrm>
          <a:off x="0" y="0"/>
          <a:ext cx="0" cy="0"/>
          <a:chOff x="0" y="0"/>
          <a:chExt cx="0" cy="0"/>
        </a:xfrm>
      </p:grpSpPr>
      <p:pic>
        <p:nvPicPr>
          <p:cNvPr id="4106" name="Picture 10" descr="What is Scrum Methodology? | IPM">
            <a:extLst>
              <a:ext uri="{FF2B5EF4-FFF2-40B4-BE49-F238E27FC236}">
                <a16:creationId xmlns:a16="http://schemas.microsoft.com/office/drawing/2014/main" id="{D8066CD8-ABE2-EC16-41C8-7DB5B92E66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932" y="1674076"/>
            <a:ext cx="6210300" cy="391018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1397031-0B68-1C23-66D9-5AC06D38E0BC}"/>
              </a:ext>
            </a:extLst>
          </p:cNvPr>
          <p:cNvSpPr>
            <a:spLocks noGrp="1"/>
          </p:cNvSpPr>
          <p:nvPr>
            <p:ph type="title"/>
          </p:nvPr>
        </p:nvSpPr>
        <p:spPr>
          <a:xfrm>
            <a:off x="838200" y="365126"/>
            <a:ext cx="10515600" cy="604458"/>
          </a:xfrm>
        </p:spPr>
        <p:txBody>
          <a:bodyPr>
            <a:normAutofit/>
          </a:bodyPr>
          <a:lstStyle/>
          <a:p>
            <a:r>
              <a:rPr lang="en-ID" dirty="0"/>
              <a:t>Agile Methodologies: Scrum</a:t>
            </a:r>
          </a:p>
        </p:txBody>
      </p:sp>
      <p:sp>
        <p:nvSpPr>
          <p:cNvPr id="3" name="Content Placeholder 2">
            <a:extLst>
              <a:ext uri="{FF2B5EF4-FFF2-40B4-BE49-F238E27FC236}">
                <a16:creationId xmlns:a16="http://schemas.microsoft.com/office/drawing/2014/main" id="{D29EABD9-8C68-D889-2472-158FCF70C4E7}"/>
              </a:ext>
            </a:extLst>
          </p:cNvPr>
          <p:cNvSpPr>
            <a:spLocks noGrp="1"/>
          </p:cNvSpPr>
          <p:nvPr>
            <p:ph idx="1"/>
          </p:nvPr>
        </p:nvSpPr>
        <p:spPr>
          <a:xfrm>
            <a:off x="6711232" y="1892722"/>
            <a:ext cx="4979836" cy="2084732"/>
          </a:xfrm>
        </p:spPr>
        <p:txBody>
          <a:bodyPr>
            <a:normAutofit lnSpcReduction="10000"/>
          </a:bodyPr>
          <a:lstStyle/>
          <a:p>
            <a:pPr marL="263525" lvl="1"/>
            <a:r>
              <a:rPr lang="en-US" dirty="0"/>
              <a:t>Iterative and incremental development process</a:t>
            </a:r>
          </a:p>
          <a:p>
            <a:pPr marL="263525" lvl="1"/>
            <a:r>
              <a:rPr lang="en-US" dirty="0"/>
              <a:t>Roles: Product owner, scrum team, scrum master</a:t>
            </a:r>
          </a:p>
          <a:p>
            <a:pPr marL="263525" lvl="1"/>
            <a:r>
              <a:rPr lang="en-US" dirty="0"/>
              <a:t>Sprints: Short, focused development cycles</a:t>
            </a:r>
          </a:p>
        </p:txBody>
      </p:sp>
      <p:sp>
        <p:nvSpPr>
          <p:cNvPr id="4" name="Slide Number Placeholder 3">
            <a:extLst>
              <a:ext uri="{FF2B5EF4-FFF2-40B4-BE49-F238E27FC236}">
                <a16:creationId xmlns:a16="http://schemas.microsoft.com/office/drawing/2014/main" id="{836A88A9-1B35-5280-91C7-CB2EF8D0D9DE}"/>
              </a:ext>
            </a:extLst>
          </p:cNvPr>
          <p:cNvSpPr>
            <a:spLocks noGrp="1"/>
          </p:cNvSpPr>
          <p:nvPr>
            <p:ph type="sldNum" sz="quarter" idx="12"/>
          </p:nvPr>
        </p:nvSpPr>
        <p:spPr/>
        <p:txBody>
          <a:bodyPr/>
          <a:lstStyle/>
          <a:p>
            <a:fld id="{F2D6BEEC-707E-44A7-A320-73FE18379FA8}" type="slidenum">
              <a:rPr lang="en-ID" smtClean="0"/>
              <a:t>27</a:t>
            </a:fld>
            <a:endParaRPr lang="en-ID"/>
          </a:p>
        </p:txBody>
      </p:sp>
      <p:sp>
        <p:nvSpPr>
          <p:cNvPr id="9" name="Content Placeholder 2">
            <a:extLst>
              <a:ext uri="{FF2B5EF4-FFF2-40B4-BE49-F238E27FC236}">
                <a16:creationId xmlns:a16="http://schemas.microsoft.com/office/drawing/2014/main" id="{1B3901C3-4FC3-C68B-4968-616C10F32185}"/>
              </a:ext>
            </a:extLst>
          </p:cNvPr>
          <p:cNvSpPr txBox="1">
            <a:spLocks/>
          </p:cNvSpPr>
          <p:nvPr/>
        </p:nvSpPr>
        <p:spPr>
          <a:xfrm>
            <a:off x="1152030" y="1674076"/>
            <a:ext cx="4406348" cy="41769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Scrum</a:t>
            </a:r>
          </a:p>
        </p:txBody>
      </p:sp>
      <p:pic>
        <p:nvPicPr>
          <p:cNvPr id="12" name="Picture 2" descr="Light Bulb PNG Transparent Images Free Download | Vector Files | Pngtree">
            <a:extLst>
              <a:ext uri="{FF2B5EF4-FFF2-40B4-BE49-F238E27FC236}">
                <a16:creationId xmlns:a16="http://schemas.microsoft.com/office/drawing/2014/main" id="{1B8901EE-FCF5-C58E-EC8B-1F739F385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847" y="3604411"/>
            <a:ext cx="1390650" cy="139065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784885C-950D-B634-E8E9-FED26CF1610C}"/>
              </a:ext>
            </a:extLst>
          </p:cNvPr>
          <p:cNvSpPr txBox="1"/>
          <p:nvPr/>
        </p:nvSpPr>
        <p:spPr>
          <a:xfrm>
            <a:off x="7071360" y="4440872"/>
            <a:ext cx="4541520" cy="1477328"/>
          </a:xfrm>
          <a:prstGeom prst="rect">
            <a:avLst/>
          </a:prstGeom>
          <a:solidFill>
            <a:schemeClr val="bg1"/>
          </a:solidFill>
          <a:ln>
            <a:solidFill>
              <a:schemeClr val="tx1"/>
            </a:solidFill>
          </a:ln>
        </p:spPr>
        <p:txBody>
          <a:bodyPr wrap="square">
            <a:spAutoFit/>
          </a:bodyPr>
          <a:lstStyle/>
          <a:p>
            <a:r>
              <a:rPr lang="en-US" dirty="0"/>
              <a:t>Scrum is like a relay race where each team member runs a short distance, hands off the baton, and the next member continues. This ensures continuous progress and quick adjustments.</a:t>
            </a:r>
            <a:endParaRPr lang="en-ID" dirty="0"/>
          </a:p>
        </p:txBody>
      </p:sp>
    </p:spTree>
    <p:extLst>
      <p:ext uri="{BB962C8B-B14F-4D97-AF65-F5344CB8AC3E}">
        <p14:creationId xmlns:p14="http://schemas.microsoft.com/office/powerpoint/2010/main" val="1881939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30B10-C238-E944-94BE-6A80E1D59A2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B0546ED-5AC1-E9EE-0A2D-52E3B7C55C4B}"/>
              </a:ext>
            </a:extLst>
          </p:cNvPr>
          <p:cNvPicPr>
            <a:picLocks noChangeAspect="1"/>
          </p:cNvPicPr>
          <p:nvPr/>
        </p:nvPicPr>
        <p:blipFill>
          <a:blip r:embed="rId2"/>
          <a:stretch>
            <a:fillRect/>
          </a:stretch>
        </p:blipFill>
        <p:spPr>
          <a:xfrm>
            <a:off x="708259" y="1655391"/>
            <a:ext cx="6002974" cy="2799084"/>
          </a:xfrm>
          <a:prstGeom prst="rect">
            <a:avLst/>
          </a:prstGeom>
        </p:spPr>
      </p:pic>
      <p:sp>
        <p:nvSpPr>
          <p:cNvPr id="2" name="Title 1">
            <a:extLst>
              <a:ext uri="{FF2B5EF4-FFF2-40B4-BE49-F238E27FC236}">
                <a16:creationId xmlns:a16="http://schemas.microsoft.com/office/drawing/2014/main" id="{17D3DD48-E860-F95A-663E-02723F353FC7}"/>
              </a:ext>
            </a:extLst>
          </p:cNvPr>
          <p:cNvSpPr>
            <a:spLocks noGrp="1"/>
          </p:cNvSpPr>
          <p:nvPr>
            <p:ph type="title"/>
          </p:nvPr>
        </p:nvSpPr>
        <p:spPr>
          <a:xfrm>
            <a:off x="838200" y="365126"/>
            <a:ext cx="10515600" cy="749680"/>
          </a:xfrm>
        </p:spPr>
        <p:txBody>
          <a:bodyPr>
            <a:normAutofit/>
          </a:bodyPr>
          <a:lstStyle/>
          <a:p>
            <a:r>
              <a:rPr lang="en-ID" sz="3200" dirty="0"/>
              <a:t>Agile Methodologies: Extreme Programming (XP)</a:t>
            </a:r>
          </a:p>
        </p:txBody>
      </p:sp>
      <p:sp>
        <p:nvSpPr>
          <p:cNvPr id="3" name="Content Placeholder 2">
            <a:extLst>
              <a:ext uri="{FF2B5EF4-FFF2-40B4-BE49-F238E27FC236}">
                <a16:creationId xmlns:a16="http://schemas.microsoft.com/office/drawing/2014/main" id="{E52E3A61-4198-335D-0431-95FE6CACBD5E}"/>
              </a:ext>
            </a:extLst>
          </p:cNvPr>
          <p:cNvSpPr>
            <a:spLocks noGrp="1"/>
          </p:cNvSpPr>
          <p:nvPr>
            <p:ph idx="1"/>
          </p:nvPr>
        </p:nvSpPr>
        <p:spPr>
          <a:xfrm>
            <a:off x="6711232" y="1892722"/>
            <a:ext cx="4979836" cy="2084732"/>
          </a:xfrm>
        </p:spPr>
        <p:txBody>
          <a:bodyPr/>
          <a:lstStyle/>
          <a:p>
            <a:pPr marL="263525" lvl="1"/>
            <a:r>
              <a:rPr lang="en-US" dirty="0"/>
              <a:t>Two-person programming teams</a:t>
            </a:r>
          </a:p>
          <a:p>
            <a:pPr marL="263525" lvl="1"/>
            <a:r>
              <a:rPr lang="en-US" dirty="0"/>
              <a:t>Short development cycles with frequent releases</a:t>
            </a:r>
          </a:p>
          <a:p>
            <a:pPr marL="263525" lvl="1"/>
            <a:r>
              <a:rPr lang="en-US" dirty="0"/>
              <a:t>Extensive testing and customer feedback</a:t>
            </a:r>
          </a:p>
        </p:txBody>
      </p:sp>
      <p:sp>
        <p:nvSpPr>
          <p:cNvPr id="4" name="Slide Number Placeholder 3">
            <a:extLst>
              <a:ext uri="{FF2B5EF4-FFF2-40B4-BE49-F238E27FC236}">
                <a16:creationId xmlns:a16="http://schemas.microsoft.com/office/drawing/2014/main" id="{88B4E1B8-9A6C-768B-DB62-F589C1AE69F3}"/>
              </a:ext>
            </a:extLst>
          </p:cNvPr>
          <p:cNvSpPr>
            <a:spLocks noGrp="1"/>
          </p:cNvSpPr>
          <p:nvPr>
            <p:ph type="sldNum" sz="quarter" idx="12"/>
          </p:nvPr>
        </p:nvSpPr>
        <p:spPr/>
        <p:txBody>
          <a:bodyPr/>
          <a:lstStyle/>
          <a:p>
            <a:fld id="{F2D6BEEC-707E-44A7-A320-73FE18379FA8}" type="slidenum">
              <a:rPr lang="en-ID" smtClean="0"/>
              <a:t>28</a:t>
            </a:fld>
            <a:endParaRPr lang="en-ID"/>
          </a:p>
        </p:txBody>
      </p:sp>
      <p:sp>
        <p:nvSpPr>
          <p:cNvPr id="9" name="Content Placeholder 2">
            <a:extLst>
              <a:ext uri="{FF2B5EF4-FFF2-40B4-BE49-F238E27FC236}">
                <a16:creationId xmlns:a16="http://schemas.microsoft.com/office/drawing/2014/main" id="{872ECE15-3A84-C9A9-697E-1792F54495B6}"/>
              </a:ext>
            </a:extLst>
          </p:cNvPr>
          <p:cNvSpPr txBox="1">
            <a:spLocks/>
          </p:cNvSpPr>
          <p:nvPr/>
        </p:nvSpPr>
        <p:spPr>
          <a:xfrm>
            <a:off x="1182922" y="1256377"/>
            <a:ext cx="4406348" cy="41769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XP</a:t>
            </a:r>
          </a:p>
        </p:txBody>
      </p:sp>
      <p:pic>
        <p:nvPicPr>
          <p:cNvPr id="12" name="Picture 2" descr="Light Bulb PNG Transparent Images Free Download | Vector Files | Pngtree">
            <a:extLst>
              <a:ext uri="{FF2B5EF4-FFF2-40B4-BE49-F238E27FC236}">
                <a16:creationId xmlns:a16="http://schemas.microsoft.com/office/drawing/2014/main" id="{89701CA8-FEEC-2DDA-22E1-C58D81AEF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847" y="3604411"/>
            <a:ext cx="1390650" cy="139065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81CC041-9AEB-B968-E5E3-5C7CDB659E33}"/>
              </a:ext>
            </a:extLst>
          </p:cNvPr>
          <p:cNvSpPr txBox="1"/>
          <p:nvPr/>
        </p:nvSpPr>
        <p:spPr>
          <a:xfrm>
            <a:off x="7071360" y="4440872"/>
            <a:ext cx="4541520" cy="1200329"/>
          </a:xfrm>
          <a:prstGeom prst="rect">
            <a:avLst/>
          </a:prstGeom>
          <a:solidFill>
            <a:schemeClr val="bg1"/>
          </a:solidFill>
          <a:ln>
            <a:solidFill>
              <a:schemeClr val="tx1"/>
            </a:solidFill>
          </a:ln>
        </p:spPr>
        <p:txBody>
          <a:bodyPr wrap="square">
            <a:spAutoFit/>
          </a:bodyPr>
          <a:lstStyle/>
          <a:p>
            <a:pPr algn="l"/>
            <a:r>
              <a:rPr lang="en-US" b="0" i="0" dirty="0">
                <a:solidFill>
                  <a:srgbClr val="424242"/>
                </a:solidFill>
                <a:effectLst/>
                <a:latin typeface="Segoe Sans"/>
              </a:rPr>
              <a:t>XP is like a pair of chefs working together to create a dish, constantly tasting and adjusting the recipe to ensure it meets the customer's expectations.</a:t>
            </a:r>
          </a:p>
        </p:txBody>
      </p:sp>
    </p:spTree>
    <p:extLst>
      <p:ext uri="{BB962C8B-B14F-4D97-AF65-F5344CB8AC3E}">
        <p14:creationId xmlns:p14="http://schemas.microsoft.com/office/powerpoint/2010/main" val="3425426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A2B45-0BA7-B2E2-5AB8-61CEB075EDC0}"/>
            </a:ext>
          </a:extLst>
        </p:cNvPr>
        <p:cNvGrpSpPr/>
        <p:nvPr/>
      </p:nvGrpSpPr>
      <p:grpSpPr>
        <a:xfrm>
          <a:off x="0" y="0"/>
          <a:ext cx="0" cy="0"/>
          <a:chOff x="0" y="0"/>
          <a:chExt cx="0" cy="0"/>
        </a:xfrm>
      </p:grpSpPr>
      <p:pic>
        <p:nvPicPr>
          <p:cNvPr id="6146" name="Picture 2" descr="Rational Unified Process (RUP)">
            <a:extLst>
              <a:ext uri="{FF2B5EF4-FFF2-40B4-BE49-F238E27FC236}">
                <a16:creationId xmlns:a16="http://schemas.microsoft.com/office/drawing/2014/main" id="{638F4C7A-4762-9F39-F1A1-3D31A8907D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307" y="1675338"/>
            <a:ext cx="5999552" cy="38581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0BC89F9-53F2-FF10-35C2-B980FD63C6A8}"/>
              </a:ext>
            </a:extLst>
          </p:cNvPr>
          <p:cNvSpPr>
            <a:spLocks noGrp="1"/>
          </p:cNvSpPr>
          <p:nvPr>
            <p:ph type="title"/>
          </p:nvPr>
        </p:nvSpPr>
        <p:spPr>
          <a:xfrm>
            <a:off x="838200" y="365125"/>
            <a:ext cx="10515600" cy="716091"/>
          </a:xfrm>
        </p:spPr>
        <p:txBody>
          <a:bodyPr>
            <a:normAutofit/>
          </a:bodyPr>
          <a:lstStyle/>
          <a:p>
            <a:r>
              <a:rPr lang="en-ID" dirty="0"/>
              <a:t>Agile Methodologies: Unified Process</a:t>
            </a:r>
          </a:p>
        </p:txBody>
      </p:sp>
      <p:sp>
        <p:nvSpPr>
          <p:cNvPr id="3" name="Content Placeholder 2">
            <a:extLst>
              <a:ext uri="{FF2B5EF4-FFF2-40B4-BE49-F238E27FC236}">
                <a16:creationId xmlns:a16="http://schemas.microsoft.com/office/drawing/2014/main" id="{96C6A69E-9EA0-F850-0804-9A23380E8922}"/>
              </a:ext>
            </a:extLst>
          </p:cNvPr>
          <p:cNvSpPr>
            <a:spLocks noGrp="1"/>
          </p:cNvSpPr>
          <p:nvPr>
            <p:ph idx="1"/>
          </p:nvPr>
        </p:nvSpPr>
        <p:spPr>
          <a:xfrm>
            <a:off x="7071360" y="1892722"/>
            <a:ext cx="4619708" cy="2084732"/>
          </a:xfrm>
        </p:spPr>
        <p:txBody>
          <a:bodyPr/>
          <a:lstStyle/>
          <a:p>
            <a:pPr marL="34925" lvl="1" indent="0">
              <a:buNone/>
            </a:pPr>
            <a:r>
              <a:rPr lang="en-US" dirty="0"/>
              <a:t>Iterative development with executable architecture baseline</a:t>
            </a:r>
          </a:p>
        </p:txBody>
      </p:sp>
      <p:sp>
        <p:nvSpPr>
          <p:cNvPr id="4" name="Slide Number Placeholder 3">
            <a:extLst>
              <a:ext uri="{FF2B5EF4-FFF2-40B4-BE49-F238E27FC236}">
                <a16:creationId xmlns:a16="http://schemas.microsoft.com/office/drawing/2014/main" id="{082BC2E9-99EA-A488-F576-F56CB3C802BC}"/>
              </a:ext>
            </a:extLst>
          </p:cNvPr>
          <p:cNvSpPr>
            <a:spLocks noGrp="1"/>
          </p:cNvSpPr>
          <p:nvPr>
            <p:ph type="sldNum" sz="quarter" idx="12"/>
          </p:nvPr>
        </p:nvSpPr>
        <p:spPr/>
        <p:txBody>
          <a:bodyPr/>
          <a:lstStyle/>
          <a:p>
            <a:fld id="{F2D6BEEC-707E-44A7-A320-73FE18379FA8}" type="slidenum">
              <a:rPr lang="en-ID" smtClean="0"/>
              <a:t>29</a:t>
            </a:fld>
            <a:endParaRPr lang="en-ID"/>
          </a:p>
        </p:txBody>
      </p:sp>
      <p:sp>
        <p:nvSpPr>
          <p:cNvPr id="9" name="Content Placeholder 2">
            <a:extLst>
              <a:ext uri="{FF2B5EF4-FFF2-40B4-BE49-F238E27FC236}">
                <a16:creationId xmlns:a16="http://schemas.microsoft.com/office/drawing/2014/main" id="{0E407BF4-79AE-ACEE-BD66-B4DFDC5DD827}"/>
              </a:ext>
            </a:extLst>
          </p:cNvPr>
          <p:cNvSpPr txBox="1">
            <a:spLocks/>
          </p:cNvSpPr>
          <p:nvPr/>
        </p:nvSpPr>
        <p:spPr>
          <a:xfrm>
            <a:off x="1182922" y="1256377"/>
            <a:ext cx="4406348" cy="41769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Unified Process</a:t>
            </a:r>
          </a:p>
        </p:txBody>
      </p:sp>
      <p:pic>
        <p:nvPicPr>
          <p:cNvPr id="12" name="Picture 2" descr="Light Bulb PNG Transparent Images Free Download | Vector Files | Pngtree">
            <a:extLst>
              <a:ext uri="{FF2B5EF4-FFF2-40B4-BE49-F238E27FC236}">
                <a16:creationId xmlns:a16="http://schemas.microsoft.com/office/drawing/2014/main" id="{DF538CCA-223C-BA51-EBB7-9DCA41A775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7847" y="2868873"/>
            <a:ext cx="1390650" cy="139065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88049E3-AA37-6840-98E0-DA3623B5DA14}"/>
              </a:ext>
            </a:extLst>
          </p:cNvPr>
          <p:cNvSpPr txBox="1"/>
          <p:nvPr/>
        </p:nvSpPr>
        <p:spPr>
          <a:xfrm>
            <a:off x="7071360" y="3705334"/>
            <a:ext cx="4541520" cy="1477328"/>
          </a:xfrm>
          <a:prstGeom prst="rect">
            <a:avLst/>
          </a:prstGeom>
          <a:solidFill>
            <a:schemeClr val="bg1"/>
          </a:solidFill>
          <a:ln>
            <a:solidFill>
              <a:schemeClr val="tx1"/>
            </a:solidFill>
          </a:ln>
        </p:spPr>
        <p:txBody>
          <a:bodyPr wrap="square">
            <a:spAutoFit/>
          </a:bodyPr>
          <a:lstStyle/>
          <a:p>
            <a:pPr algn="l"/>
            <a:r>
              <a:rPr lang="en-US" b="0" i="0" dirty="0">
                <a:solidFill>
                  <a:srgbClr val="424242"/>
                </a:solidFill>
                <a:effectLst/>
                <a:latin typeface="Segoe Sans"/>
              </a:rPr>
              <a:t>Unified Process is like constructing a building in phases, starting with the foundation, then the structure, and finally the finishing touches, ensuring each phase is solid before moving to the next.</a:t>
            </a:r>
          </a:p>
        </p:txBody>
      </p:sp>
    </p:spTree>
    <p:extLst>
      <p:ext uri="{BB962C8B-B14F-4D97-AF65-F5344CB8AC3E}">
        <p14:creationId xmlns:p14="http://schemas.microsoft.com/office/powerpoint/2010/main" val="3288706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208E2-6F82-5F1C-1169-D54011CBFCED}"/>
              </a:ext>
            </a:extLst>
          </p:cNvPr>
          <p:cNvSpPr>
            <a:spLocks noGrp="1"/>
          </p:cNvSpPr>
          <p:nvPr>
            <p:ph type="title"/>
          </p:nvPr>
        </p:nvSpPr>
        <p:spPr>
          <a:xfrm>
            <a:off x="838200" y="365126"/>
            <a:ext cx="10515600" cy="873472"/>
          </a:xfrm>
        </p:spPr>
        <p:txBody>
          <a:bodyPr>
            <a:normAutofit/>
          </a:bodyPr>
          <a:lstStyle/>
          <a:p>
            <a:r>
              <a:rPr lang="en-US" dirty="0"/>
              <a:t>Prototyping – The Old Way</a:t>
            </a:r>
            <a:endParaRPr lang="en-ID" dirty="0"/>
          </a:p>
        </p:txBody>
      </p:sp>
      <p:sp>
        <p:nvSpPr>
          <p:cNvPr id="4" name="Slide Number Placeholder 3">
            <a:extLst>
              <a:ext uri="{FF2B5EF4-FFF2-40B4-BE49-F238E27FC236}">
                <a16:creationId xmlns:a16="http://schemas.microsoft.com/office/drawing/2014/main" id="{B8572EB6-4260-B14B-440B-00C17434A839}"/>
              </a:ext>
            </a:extLst>
          </p:cNvPr>
          <p:cNvSpPr>
            <a:spLocks noGrp="1"/>
          </p:cNvSpPr>
          <p:nvPr>
            <p:ph type="sldNum" sz="quarter" idx="12"/>
          </p:nvPr>
        </p:nvSpPr>
        <p:spPr/>
        <p:txBody>
          <a:bodyPr/>
          <a:lstStyle/>
          <a:p>
            <a:fld id="{F2D6BEEC-707E-44A7-A320-73FE18379FA8}" type="slidenum">
              <a:rPr lang="en-ID" smtClean="0"/>
              <a:t>30</a:t>
            </a:fld>
            <a:endParaRPr lang="en-ID"/>
          </a:p>
        </p:txBody>
      </p:sp>
      <p:sp>
        <p:nvSpPr>
          <p:cNvPr id="6" name="Rectangle 5">
            <a:extLst>
              <a:ext uri="{FF2B5EF4-FFF2-40B4-BE49-F238E27FC236}">
                <a16:creationId xmlns:a16="http://schemas.microsoft.com/office/drawing/2014/main" id="{8068178D-1E2B-134C-7A6D-77A89CEF2F77}"/>
              </a:ext>
            </a:extLst>
          </p:cNvPr>
          <p:cNvSpPr/>
          <p:nvPr/>
        </p:nvSpPr>
        <p:spPr>
          <a:xfrm>
            <a:off x="1514023" y="1474788"/>
            <a:ext cx="2257064" cy="589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Segoe UI Light" panose="020B0502040204020203" pitchFamily="34" charset="0"/>
                <a:cs typeface="Segoe UI Light" panose="020B0502040204020203" pitchFamily="34" charset="0"/>
              </a:rPr>
              <a:t>Low Fidelity</a:t>
            </a:r>
          </a:p>
        </p:txBody>
      </p:sp>
      <p:sp>
        <p:nvSpPr>
          <p:cNvPr id="7" name="Rectangle 6">
            <a:extLst>
              <a:ext uri="{FF2B5EF4-FFF2-40B4-BE49-F238E27FC236}">
                <a16:creationId xmlns:a16="http://schemas.microsoft.com/office/drawing/2014/main" id="{A6A489F3-160F-408F-8DEB-261DDC6C410D}"/>
              </a:ext>
            </a:extLst>
          </p:cNvPr>
          <p:cNvSpPr/>
          <p:nvPr/>
        </p:nvSpPr>
        <p:spPr>
          <a:xfrm>
            <a:off x="4967468" y="1474788"/>
            <a:ext cx="2257064" cy="589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Segoe UI Light" panose="020B0502040204020203" pitchFamily="34" charset="0"/>
                <a:cs typeface="Segoe UI Light" panose="020B0502040204020203" pitchFamily="34" charset="0"/>
              </a:rPr>
              <a:t>Mid Fidelity</a:t>
            </a:r>
          </a:p>
        </p:txBody>
      </p:sp>
      <p:sp>
        <p:nvSpPr>
          <p:cNvPr id="8" name="Rectangle 7">
            <a:extLst>
              <a:ext uri="{FF2B5EF4-FFF2-40B4-BE49-F238E27FC236}">
                <a16:creationId xmlns:a16="http://schemas.microsoft.com/office/drawing/2014/main" id="{7AA65D8A-EB09-54D3-1B43-9B335A1E92BF}"/>
              </a:ext>
            </a:extLst>
          </p:cNvPr>
          <p:cNvSpPr/>
          <p:nvPr/>
        </p:nvSpPr>
        <p:spPr>
          <a:xfrm>
            <a:off x="8420913" y="1474788"/>
            <a:ext cx="2257064" cy="589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Segoe UI Light" panose="020B0502040204020203" pitchFamily="34" charset="0"/>
                <a:cs typeface="Segoe UI Light" panose="020B0502040204020203" pitchFamily="34" charset="0"/>
              </a:rPr>
              <a:t>Hi Fidelity</a:t>
            </a:r>
          </a:p>
        </p:txBody>
      </p:sp>
      <p:pic>
        <p:nvPicPr>
          <p:cNvPr id="9" name="Picture 2" descr="Low fidelity wireframes">
            <a:extLst>
              <a:ext uri="{FF2B5EF4-FFF2-40B4-BE49-F238E27FC236}">
                <a16:creationId xmlns:a16="http://schemas.microsoft.com/office/drawing/2014/main" id="{4BCA88F4-B381-F1DA-7C3E-C38AE4AE6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451" y="2300504"/>
            <a:ext cx="3350208" cy="270268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Medium fidelity wireframes">
            <a:extLst>
              <a:ext uri="{FF2B5EF4-FFF2-40B4-BE49-F238E27FC236}">
                <a16:creationId xmlns:a16="http://schemas.microsoft.com/office/drawing/2014/main" id="{CBB78318-C434-F0DB-6F64-C640BE626F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0895" y="2281825"/>
            <a:ext cx="3350209" cy="270268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High fidelity wireframes">
            <a:extLst>
              <a:ext uri="{FF2B5EF4-FFF2-40B4-BE49-F238E27FC236}">
                <a16:creationId xmlns:a16="http://schemas.microsoft.com/office/drawing/2014/main" id="{C265C2F3-C8BA-5FD5-1CDD-F441009D71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3790" y="2373046"/>
            <a:ext cx="3240759" cy="261146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018ECCD-1876-FE93-EE4C-A6E61FAEF4EB}"/>
              </a:ext>
            </a:extLst>
          </p:cNvPr>
          <p:cNvSpPr txBox="1"/>
          <p:nvPr/>
        </p:nvSpPr>
        <p:spPr>
          <a:xfrm>
            <a:off x="1921845" y="5191809"/>
            <a:ext cx="1441420" cy="369332"/>
          </a:xfrm>
          <a:prstGeom prst="rect">
            <a:avLst/>
          </a:prstGeom>
          <a:noFill/>
        </p:spPr>
        <p:txBody>
          <a:bodyPr wrap="none" rtlCol="0">
            <a:spAutoFit/>
          </a:bodyPr>
          <a:lstStyle/>
          <a:p>
            <a:r>
              <a:rPr lang="en-US" dirty="0">
                <a:latin typeface="Segoe UI" panose="020B0502040204020203" pitchFamily="34" charset="0"/>
                <a:cs typeface="Segoe UI" panose="020B0502040204020203" pitchFamily="34" charset="0"/>
              </a:rPr>
              <a:t>Pen &amp; Paper</a:t>
            </a:r>
          </a:p>
        </p:txBody>
      </p:sp>
      <p:sp>
        <p:nvSpPr>
          <p:cNvPr id="13" name="TextBox 12">
            <a:extLst>
              <a:ext uri="{FF2B5EF4-FFF2-40B4-BE49-F238E27FC236}">
                <a16:creationId xmlns:a16="http://schemas.microsoft.com/office/drawing/2014/main" id="{C9FFB6E5-8FF2-1A0C-4F86-E8CC42C34265}"/>
              </a:ext>
            </a:extLst>
          </p:cNvPr>
          <p:cNvSpPr txBox="1"/>
          <p:nvPr/>
        </p:nvSpPr>
        <p:spPr>
          <a:xfrm>
            <a:off x="5160486" y="5191809"/>
            <a:ext cx="1871025" cy="369332"/>
          </a:xfrm>
          <a:prstGeom prst="rect">
            <a:avLst/>
          </a:prstGeom>
          <a:noFill/>
        </p:spPr>
        <p:txBody>
          <a:bodyPr wrap="none" rtlCol="0">
            <a:spAutoFit/>
          </a:bodyPr>
          <a:lstStyle/>
          <a:p>
            <a:r>
              <a:rPr lang="en-US" dirty="0">
                <a:latin typeface="Segoe UI" panose="020B0502040204020203" pitchFamily="34" charset="0"/>
                <a:cs typeface="Segoe UI" panose="020B0502040204020203" pitchFamily="34" charset="0"/>
              </a:rPr>
              <a:t>Prototyping App</a:t>
            </a:r>
          </a:p>
        </p:txBody>
      </p:sp>
      <p:sp>
        <p:nvSpPr>
          <p:cNvPr id="14" name="TextBox 13">
            <a:extLst>
              <a:ext uri="{FF2B5EF4-FFF2-40B4-BE49-F238E27FC236}">
                <a16:creationId xmlns:a16="http://schemas.microsoft.com/office/drawing/2014/main" id="{C4CDFE0F-1898-C290-F41D-119B4B244423}"/>
              </a:ext>
            </a:extLst>
          </p:cNvPr>
          <p:cNvSpPr txBox="1"/>
          <p:nvPr/>
        </p:nvSpPr>
        <p:spPr>
          <a:xfrm>
            <a:off x="7939869" y="5191809"/>
            <a:ext cx="3219151" cy="369332"/>
          </a:xfrm>
          <a:prstGeom prst="rect">
            <a:avLst/>
          </a:prstGeom>
          <a:noFill/>
        </p:spPr>
        <p:txBody>
          <a:bodyPr wrap="none" rtlCol="0">
            <a:spAutoFit/>
          </a:bodyPr>
          <a:lstStyle/>
          <a:p>
            <a:r>
              <a:rPr lang="en-US" dirty="0">
                <a:latin typeface="Segoe UI" panose="020B0502040204020203" pitchFamily="34" charset="0"/>
                <a:cs typeface="Segoe UI" panose="020B0502040204020203" pitchFamily="34" charset="0"/>
              </a:rPr>
              <a:t>Similar tech with final product</a:t>
            </a:r>
          </a:p>
        </p:txBody>
      </p:sp>
    </p:spTree>
    <p:extLst>
      <p:ext uri="{BB962C8B-B14F-4D97-AF65-F5344CB8AC3E}">
        <p14:creationId xmlns:p14="http://schemas.microsoft.com/office/powerpoint/2010/main" val="2443220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rrow: Right 18">
            <a:extLst>
              <a:ext uri="{FF2B5EF4-FFF2-40B4-BE49-F238E27FC236}">
                <a16:creationId xmlns:a16="http://schemas.microsoft.com/office/drawing/2014/main" id="{395B6504-B296-48C8-9F7F-4A42B101C95E}"/>
              </a:ext>
            </a:extLst>
          </p:cNvPr>
          <p:cNvSpPr/>
          <p:nvPr/>
        </p:nvSpPr>
        <p:spPr>
          <a:xfrm rot="10800000">
            <a:off x="3547419" y="4059410"/>
            <a:ext cx="4114800" cy="438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Arrow: Right 16">
            <a:extLst>
              <a:ext uri="{FF2B5EF4-FFF2-40B4-BE49-F238E27FC236}">
                <a16:creationId xmlns:a16="http://schemas.microsoft.com/office/drawing/2014/main" id="{A7060F55-CF16-48B3-934D-D11B6F7E49BD}"/>
              </a:ext>
            </a:extLst>
          </p:cNvPr>
          <p:cNvSpPr/>
          <p:nvPr/>
        </p:nvSpPr>
        <p:spPr>
          <a:xfrm>
            <a:off x="3547419" y="2471351"/>
            <a:ext cx="4114800" cy="4386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141208E2-6F82-5F1C-1169-D54011CBFCED}"/>
              </a:ext>
            </a:extLst>
          </p:cNvPr>
          <p:cNvSpPr>
            <a:spLocks noGrp="1"/>
          </p:cNvSpPr>
          <p:nvPr>
            <p:ph type="title"/>
          </p:nvPr>
        </p:nvSpPr>
        <p:spPr>
          <a:xfrm>
            <a:off x="838200" y="365126"/>
            <a:ext cx="10515600" cy="873472"/>
          </a:xfrm>
        </p:spPr>
        <p:txBody>
          <a:bodyPr>
            <a:normAutofit/>
          </a:bodyPr>
          <a:lstStyle/>
          <a:p>
            <a:r>
              <a:rPr lang="en-US" dirty="0"/>
              <a:t>Prototyping – The AI Way</a:t>
            </a:r>
            <a:endParaRPr lang="en-ID" dirty="0"/>
          </a:p>
        </p:txBody>
      </p:sp>
      <p:sp>
        <p:nvSpPr>
          <p:cNvPr id="4" name="Slide Number Placeholder 3">
            <a:extLst>
              <a:ext uri="{FF2B5EF4-FFF2-40B4-BE49-F238E27FC236}">
                <a16:creationId xmlns:a16="http://schemas.microsoft.com/office/drawing/2014/main" id="{B8572EB6-4260-B14B-440B-00C17434A839}"/>
              </a:ext>
            </a:extLst>
          </p:cNvPr>
          <p:cNvSpPr>
            <a:spLocks noGrp="1"/>
          </p:cNvSpPr>
          <p:nvPr>
            <p:ph type="sldNum" sz="quarter" idx="12"/>
          </p:nvPr>
        </p:nvSpPr>
        <p:spPr/>
        <p:txBody>
          <a:bodyPr/>
          <a:lstStyle/>
          <a:p>
            <a:fld id="{F2D6BEEC-707E-44A7-A320-73FE18379FA8}" type="slidenum">
              <a:rPr lang="en-ID" smtClean="0"/>
              <a:t>31</a:t>
            </a:fld>
            <a:endParaRPr lang="en-ID"/>
          </a:p>
        </p:txBody>
      </p:sp>
      <p:pic>
        <p:nvPicPr>
          <p:cNvPr id="3074" name="Picture 2" descr="Man Thinking Vector Art, Icons, and Graphics for Free Download">
            <a:extLst>
              <a:ext uri="{FF2B5EF4-FFF2-40B4-BE49-F238E27FC236}">
                <a16:creationId xmlns:a16="http://schemas.microsoft.com/office/drawing/2014/main" id="{A292BFF4-FCF4-4B1C-BE60-47443E25E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389" y="2174789"/>
            <a:ext cx="2969224" cy="2969224"/>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1CEBC387-BB11-43AC-8AA8-EB27A4589D42}"/>
              </a:ext>
            </a:extLst>
          </p:cNvPr>
          <p:cNvSpPr/>
          <p:nvPr/>
        </p:nvSpPr>
        <p:spPr>
          <a:xfrm>
            <a:off x="8427091" y="1825817"/>
            <a:ext cx="2257064" cy="589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Segoe UI Light" panose="020B0502040204020203" pitchFamily="34" charset="0"/>
                <a:cs typeface="Segoe UI Light" panose="020B0502040204020203" pitchFamily="34" charset="0"/>
              </a:rPr>
              <a:t>Hi Fidelity</a:t>
            </a:r>
          </a:p>
        </p:txBody>
      </p:sp>
      <p:pic>
        <p:nvPicPr>
          <p:cNvPr id="16" name="Picture 6" descr="High fidelity wireframes">
            <a:extLst>
              <a:ext uri="{FF2B5EF4-FFF2-40B4-BE49-F238E27FC236}">
                <a16:creationId xmlns:a16="http://schemas.microsoft.com/office/drawing/2014/main" id="{BF9C3F8A-A784-4EAC-A9C3-2A3370866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9968" y="2724075"/>
            <a:ext cx="3240759" cy="26114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82E4116-522E-44EA-8181-23A6F7BB5D91}"/>
              </a:ext>
            </a:extLst>
          </p:cNvPr>
          <p:cNvPicPr>
            <a:picLocks noChangeAspect="1"/>
          </p:cNvPicPr>
          <p:nvPr/>
        </p:nvPicPr>
        <p:blipFill>
          <a:blip r:embed="rId4"/>
          <a:stretch>
            <a:fillRect/>
          </a:stretch>
        </p:blipFill>
        <p:spPr>
          <a:xfrm>
            <a:off x="4202033" y="1825817"/>
            <a:ext cx="2780270" cy="2780270"/>
          </a:xfrm>
          <a:prstGeom prst="rect">
            <a:avLst/>
          </a:prstGeom>
        </p:spPr>
      </p:pic>
    </p:spTree>
    <p:extLst>
      <p:ext uri="{BB962C8B-B14F-4D97-AF65-F5344CB8AC3E}">
        <p14:creationId xmlns:p14="http://schemas.microsoft.com/office/powerpoint/2010/main" val="2666734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07C06-0BFA-4CEE-A45F-4ABE403E978E}"/>
              </a:ext>
            </a:extLst>
          </p:cNvPr>
          <p:cNvSpPr>
            <a:spLocks noGrp="1"/>
          </p:cNvSpPr>
          <p:nvPr>
            <p:ph type="title"/>
          </p:nvPr>
        </p:nvSpPr>
        <p:spPr>
          <a:xfrm>
            <a:off x="770238" y="429461"/>
            <a:ext cx="5519351" cy="655066"/>
          </a:xfrm>
        </p:spPr>
        <p:txBody>
          <a:bodyPr>
            <a:normAutofit fontScale="90000"/>
          </a:bodyPr>
          <a:lstStyle/>
          <a:p>
            <a:r>
              <a:rPr lang="en-ID" dirty="0"/>
              <a:t>Let’s Try Creating A Prototype with AI</a:t>
            </a:r>
          </a:p>
        </p:txBody>
      </p:sp>
      <p:sp>
        <p:nvSpPr>
          <p:cNvPr id="4" name="Slide Number Placeholder 3">
            <a:extLst>
              <a:ext uri="{FF2B5EF4-FFF2-40B4-BE49-F238E27FC236}">
                <a16:creationId xmlns:a16="http://schemas.microsoft.com/office/drawing/2014/main" id="{79A399A9-1AC7-4259-8CAE-95392DD5D50C}"/>
              </a:ext>
            </a:extLst>
          </p:cNvPr>
          <p:cNvSpPr>
            <a:spLocks noGrp="1"/>
          </p:cNvSpPr>
          <p:nvPr>
            <p:ph type="sldNum" sz="quarter" idx="12"/>
          </p:nvPr>
        </p:nvSpPr>
        <p:spPr/>
        <p:txBody>
          <a:bodyPr/>
          <a:lstStyle/>
          <a:p>
            <a:fld id="{8A7409E4-D43D-4036-AE02-5131D818BD5D}" type="slidenum">
              <a:rPr lang="en-US" smtClean="0"/>
              <a:pPr/>
              <a:t>32</a:t>
            </a:fld>
            <a:endParaRPr lang="en-US"/>
          </a:p>
        </p:txBody>
      </p:sp>
      <p:sp>
        <p:nvSpPr>
          <p:cNvPr id="34" name="TextBox 33">
            <a:extLst>
              <a:ext uri="{FF2B5EF4-FFF2-40B4-BE49-F238E27FC236}">
                <a16:creationId xmlns:a16="http://schemas.microsoft.com/office/drawing/2014/main" id="{112B48DB-3419-4027-B1F5-4588C29046B4}"/>
              </a:ext>
            </a:extLst>
          </p:cNvPr>
          <p:cNvSpPr txBox="1"/>
          <p:nvPr/>
        </p:nvSpPr>
        <p:spPr>
          <a:xfrm>
            <a:off x="838200" y="1372268"/>
            <a:ext cx="5154827" cy="4401205"/>
          </a:xfrm>
          <a:prstGeom prst="rect">
            <a:avLst/>
          </a:prstGeom>
          <a:noFill/>
        </p:spPr>
        <p:txBody>
          <a:bodyPr wrap="square">
            <a:spAutoFit/>
          </a:bodyPr>
          <a:lstStyle/>
          <a:p>
            <a:r>
              <a:rPr lang="en-US" sz="1400" dirty="0"/>
              <a:t>You are a professional front-end developer.</a:t>
            </a:r>
          </a:p>
          <a:p>
            <a:endParaRPr lang="en-US" sz="1400" dirty="0"/>
          </a:p>
          <a:p>
            <a:r>
              <a:rPr lang="en-US" sz="1400" dirty="0"/>
              <a:t>Create a SINGLE HTML file containing:</a:t>
            </a:r>
          </a:p>
          <a:p>
            <a:pPr marL="285750" indent="-285750">
              <a:buFont typeface="Arial" panose="020B0604020202020204" pitchFamily="34" charset="0"/>
              <a:buChar char="•"/>
            </a:pPr>
            <a:r>
              <a:rPr lang="en-US" sz="1400" dirty="0"/>
              <a:t>HTML</a:t>
            </a:r>
          </a:p>
          <a:p>
            <a:pPr marL="285750" indent="-285750">
              <a:buFont typeface="Arial" panose="020B0604020202020204" pitchFamily="34" charset="0"/>
              <a:buChar char="•"/>
            </a:pPr>
            <a:r>
              <a:rPr lang="en-US" sz="1400" dirty="0"/>
              <a:t>CSS</a:t>
            </a:r>
          </a:p>
          <a:p>
            <a:pPr marL="285750" indent="-285750">
              <a:buFont typeface="Arial" panose="020B0604020202020204" pitchFamily="34" charset="0"/>
              <a:buChar char="•"/>
            </a:pPr>
            <a:r>
              <a:rPr lang="en-US" sz="1400" dirty="0"/>
              <a:t>JavaScript</a:t>
            </a:r>
          </a:p>
          <a:p>
            <a:pPr marL="285750" indent="-285750">
              <a:buFont typeface="Arial" panose="020B0604020202020204" pitchFamily="34" charset="0"/>
              <a:buChar char="•"/>
            </a:pPr>
            <a:endParaRPr lang="en-US" sz="1400" dirty="0"/>
          </a:p>
          <a:p>
            <a:r>
              <a:rPr lang="en-US" sz="1400" dirty="0"/>
              <a:t>Requirements:</a:t>
            </a:r>
          </a:p>
          <a:p>
            <a:pPr marL="342900" indent="-342900">
              <a:buFont typeface="+mj-lt"/>
              <a:buAutoNum type="arabicPeriod"/>
            </a:pPr>
            <a:r>
              <a:rPr lang="en-US" sz="1400" dirty="0"/>
              <a:t>Everything must be inside one .html file.</a:t>
            </a:r>
          </a:p>
          <a:p>
            <a:pPr marL="342900" indent="-342900">
              <a:buFont typeface="+mj-lt"/>
              <a:buAutoNum type="arabicPeriod"/>
            </a:pPr>
            <a:r>
              <a:rPr lang="en-US" sz="1400" dirty="0"/>
              <a:t>Do not use any external libraries or frameworks.</a:t>
            </a:r>
          </a:p>
          <a:p>
            <a:pPr marL="342900" indent="-342900">
              <a:buFont typeface="+mj-lt"/>
              <a:buAutoNum type="arabicPeriod"/>
            </a:pPr>
            <a:r>
              <a:rPr lang="en-US" sz="1400" dirty="0"/>
              <a:t>Do not use React, Vue, Angular, Bootstrap, Tailwind, or CDN.</a:t>
            </a:r>
          </a:p>
          <a:p>
            <a:pPr marL="342900" indent="-342900">
              <a:buFont typeface="+mj-lt"/>
              <a:buAutoNum type="arabicPeriod"/>
            </a:pPr>
            <a:r>
              <a:rPr lang="en-US" sz="1400" dirty="0"/>
              <a:t>The page must be fully responsive.</a:t>
            </a:r>
          </a:p>
          <a:p>
            <a:pPr marL="342900" indent="-342900">
              <a:buFont typeface="+mj-lt"/>
              <a:buAutoNum type="arabicPeriod"/>
            </a:pPr>
            <a:r>
              <a:rPr lang="en-US" sz="1400" dirty="0"/>
              <a:t>Use modern UI design principles.</a:t>
            </a:r>
          </a:p>
          <a:p>
            <a:pPr marL="342900" indent="-342900">
              <a:buFont typeface="+mj-lt"/>
              <a:buAutoNum type="arabicPeriod"/>
            </a:pPr>
            <a:r>
              <a:rPr lang="en-US" sz="1400" dirty="0"/>
              <a:t>Use semantic HTML elements.</a:t>
            </a:r>
          </a:p>
          <a:p>
            <a:pPr marL="342900" indent="-342900">
              <a:buFont typeface="+mj-lt"/>
              <a:buAutoNum type="arabicPeriod"/>
            </a:pPr>
            <a:r>
              <a:rPr lang="en-US" sz="1400" dirty="0"/>
              <a:t>Include smooth animations and hover effects.</a:t>
            </a:r>
          </a:p>
          <a:p>
            <a:pPr marL="342900" indent="-342900">
              <a:buFont typeface="+mj-lt"/>
              <a:buAutoNum type="arabicPeriod"/>
            </a:pPr>
            <a:r>
              <a:rPr lang="en-US" sz="1400" dirty="0"/>
              <a:t>The code must be clean and well-commented.</a:t>
            </a:r>
          </a:p>
          <a:p>
            <a:pPr marL="342900" indent="-342900">
              <a:buFont typeface="+mj-lt"/>
              <a:buAutoNum type="arabicPeriod"/>
            </a:pPr>
            <a:r>
              <a:rPr lang="en-US" sz="1400" dirty="0"/>
              <a:t>The application must work by simply opening the HTML file in a browser.</a:t>
            </a:r>
          </a:p>
          <a:p>
            <a:pPr marL="342900" indent="-342900">
              <a:buFont typeface="+mj-lt"/>
              <a:buAutoNum type="arabicPeriod"/>
            </a:pPr>
            <a:r>
              <a:rPr lang="en-US" sz="1400" dirty="0"/>
              <a:t>Generate complete code only.</a:t>
            </a:r>
          </a:p>
        </p:txBody>
      </p:sp>
      <p:sp>
        <p:nvSpPr>
          <p:cNvPr id="36" name="TextBox 35">
            <a:extLst>
              <a:ext uri="{FF2B5EF4-FFF2-40B4-BE49-F238E27FC236}">
                <a16:creationId xmlns:a16="http://schemas.microsoft.com/office/drawing/2014/main" id="{4E76A468-D088-4B0E-AEF2-CE11E9824A94}"/>
              </a:ext>
            </a:extLst>
          </p:cNvPr>
          <p:cNvSpPr txBox="1"/>
          <p:nvPr/>
        </p:nvSpPr>
        <p:spPr>
          <a:xfrm>
            <a:off x="5995086" y="308920"/>
            <a:ext cx="5109519" cy="5816977"/>
          </a:xfrm>
          <a:prstGeom prst="rect">
            <a:avLst/>
          </a:prstGeom>
          <a:noFill/>
        </p:spPr>
        <p:txBody>
          <a:bodyPr wrap="square">
            <a:spAutoFit/>
          </a:bodyPr>
          <a:lstStyle/>
          <a:p>
            <a:r>
              <a:rPr lang="en-US" sz="1200" dirty="0"/>
              <a:t>APPLICATION:</a:t>
            </a:r>
            <a:br>
              <a:rPr lang="en-US" sz="1200" dirty="0"/>
            </a:br>
            <a:r>
              <a:rPr lang="en-US" sz="1200" dirty="0">
                <a:highlight>
                  <a:srgbClr val="FFFF00"/>
                </a:highlight>
              </a:rPr>
              <a:t>Create a Student Attendance Dashboard for university lecturers.</a:t>
            </a:r>
          </a:p>
          <a:p>
            <a:endParaRPr lang="en-US" sz="1200" dirty="0"/>
          </a:p>
          <a:p>
            <a:r>
              <a:rPr lang="en-US" sz="1200" dirty="0"/>
              <a:t>TARGET USERS:</a:t>
            </a:r>
            <a:br>
              <a:rPr lang="en-US" sz="1200" dirty="0"/>
            </a:br>
            <a:r>
              <a:rPr lang="en-US" sz="1200" dirty="0">
                <a:highlight>
                  <a:srgbClr val="FFFF00"/>
                </a:highlight>
              </a:rPr>
              <a:t>Lecturers and academic staff.</a:t>
            </a:r>
          </a:p>
          <a:p>
            <a:endParaRPr lang="en-US" sz="1200" dirty="0"/>
          </a:p>
          <a:p>
            <a:r>
              <a:rPr lang="en-US" sz="1200" dirty="0"/>
              <a:t>MAIN FEATURES:</a:t>
            </a:r>
          </a:p>
          <a:p>
            <a:pPr marL="228600" indent="-228600">
              <a:buFont typeface="+mj-lt"/>
              <a:buAutoNum type="arabicPeriod"/>
            </a:pPr>
            <a:r>
              <a:rPr lang="en-US" sz="1200" dirty="0">
                <a:highlight>
                  <a:srgbClr val="FFFF00"/>
                </a:highlight>
              </a:rPr>
              <a:t>Dashboard cards showing total students, present students, absent students, and attendance percentage.</a:t>
            </a:r>
          </a:p>
          <a:p>
            <a:pPr marL="228600" indent="-228600">
              <a:buFont typeface="+mj-lt"/>
              <a:buAutoNum type="arabicPeriod"/>
            </a:pPr>
            <a:r>
              <a:rPr lang="en-US" sz="1200" dirty="0">
                <a:highlight>
                  <a:srgbClr val="FFFF00"/>
                </a:highlight>
              </a:rPr>
              <a:t>Attendance table containing student names and attendance status.</a:t>
            </a:r>
          </a:p>
          <a:p>
            <a:pPr marL="228600" indent="-228600">
              <a:buFont typeface="+mj-lt"/>
              <a:buAutoNum type="arabicPeriod"/>
            </a:pPr>
            <a:r>
              <a:rPr lang="en-US" sz="1200" dirty="0">
                <a:highlight>
                  <a:srgbClr val="FFFF00"/>
                </a:highlight>
              </a:rPr>
              <a:t>Search box to search students.</a:t>
            </a:r>
          </a:p>
          <a:p>
            <a:pPr marL="228600" indent="-228600">
              <a:buFont typeface="+mj-lt"/>
              <a:buAutoNum type="arabicPeriod"/>
            </a:pPr>
            <a:r>
              <a:rPr lang="en-US" sz="1200" dirty="0">
                <a:highlight>
                  <a:srgbClr val="FFFF00"/>
                </a:highlight>
              </a:rPr>
              <a:t>Filter by attendance status.</a:t>
            </a:r>
          </a:p>
          <a:p>
            <a:pPr marL="228600" indent="-228600">
              <a:buFont typeface="+mj-lt"/>
              <a:buAutoNum type="arabicPeriod"/>
            </a:pPr>
            <a:r>
              <a:rPr lang="en-US" sz="1200" dirty="0">
                <a:highlight>
                  <a:srgbClr val="FFFF00"/>
                </a:highlight>
              </a:rPr>
              <a:t>Simple attendance chart using CSS or Canvas.</a:t>
            </a:r>
          </a:p>
          <a:p>
            <a:pPr marL="228600" indent="-228600">
              <a:buFont typeface="+mj-lt"/>
              <a:buAutoNum type="arabicPeriod"/>
            </a:pPr>
            <a:r>
              <a:rPr lang="en-US" sz="1200" dirty="0">
                <a:highlight>
                  <a:srgbClr val="FFFF00"/>
                </a:highlight>
              </a:rPr>
              <a:t>Responsive design.</a:t>
            </a:r>
          </a:p>
          <a:p>
            <a:pPr marL="228600" indent="-228600">
              <a:buFont typeface="+mj-lt"/>
              <a:buAutoNum type="arabicPeriod"/>
            </a:pPr>
            <a:endParaRPr lang="en-US" sz="1200" dirty="0"/>
          </a:p>
          <a:p>
            <a:r>
              <a:rPr lang="en-US" sz="1200" dirty="0"/>
              <a:t>COLOR THEME:</a:t>
            </a:r>
            <a:br>
              <a:rPr lang="en-US" sz="1200" dirty="0"/>
            </a:br>
            <a:r>
              <a:rPr lang="en-US" sz="1200" dirty="0">
                <a:highlight>
                  <a:srgbClr val="FFFF00"/>
                </a:highlight>
              </a:rPr>
              <a:t>Blue and white.</a:t>
            </a:r>
          </a:p>
          <a:p>
            <a:endParaRPr lang="en-US" sz="1200" dirty="0"/>
          </a:p>
          <a:p>
            <a:r>
              <a:rPr lang="en-US" sz="1200" dirty="0"/>
              <a:t>DESIGN STYLE:</a:t>
            </a:r>
            <a:br>
              <a:rPr lang="en-US" sz="1200" dirty="0"/>
            </a:br>
            <a:r>
              <a:rPr lang="en-US" sz="1200" dirty="0">
                <a:highlight>
                  <a:srgbClr val="FFFF00"/>
                </a:highlight>
              </a:rPr>
              <a:t>Modern dashboard.</a:t>
            </a:r>
          </a:p>
          <a:p>
            <a:endParaRPr lang="en-US" sz="1200" dirty="0"/>
          </a:p>
          <a:p>
            <a:r>
              <a:rPr lang="en-US" sz="1200" dirty="0"/>
              <a:t>LAYOUT:</a:t>
            </a:r>
            <a:br>
              <a:rPr lang="en-US" sz="1200" dirty="0"/>
            </a:br>
            <a:r>
              <a:rPr lang="en-US" sz="1200" dirty="0">
                <a:highlight>
                  <a:srgbClr val="FFFF00"/>
                </a:highlight>
              </a:rPr>
              <a:t>Left sidebar navigation and top header.</a:t>
            </a:r>
          </a:p>
          <a:p>
            <a:endParaRPr lang="en-US" sz="1200" dirty="0"/>
          </a:p>
          <a:p>
            <a:r>
              <a:rPr lang="en-US" sz="1200" dirty="0"/>
              <a:t>ADDITIONAL COMPONENTS:</a:t>
            </a:r>
          </a:p>
          <a:p>
            <a:pPr marL="171450" indent="-171450">
              <a:buFont typeface="Arial" panose="020B0604020202020204" pitchFamily="34" charset="0"/>
              <a:buChar char="•"/>
            </a:pPr>
            <a:r>
              <a:rPr lang="en-US" sz="1200" dirty="0">
                <a:highlight>
                  <a:srgbClr val="FFFF00"/>
                </a:highlight>
              </a:rPr>
              <a:t>User profile card.</a:t>
            </a:r>
          </a:p>
          <a:p>
            <a:pPr marL="171450" indent="-171450">
              <a:buFont typeface="Arial" panose="020B0604020202020204" pitchFamily="34" charset="0"/>
              <a:buChar char="•"/>
            </a:pPr>
            <a:r>
              <a:rPr lang="en-US" sz="1200" dirty="0">
                <a:highlight>
                  <a:srgbClr val="FFFF00"/>
                </a:highlight>
              </a:rPr>
              <a:t>Notifications panel.</a:t>
            </a:r>
          </a:p>
          <a:p>
            <a:pPr marL="171450" indent="-171450">
              <a:buFont typeface="Arial" panose="020B0604020202020204" pitchFamily="34" charset="0"/>
              <a:buChar char="•"/>
            </a:pPr>
            <a:r>
              <a:rPr lang="en-US" sz="1200" dirty="0">
                <a:highlight>
                  <a:srgbClr val="FFFF00"/>
                </a:highlight>
              </a:rPr>
              <a:t>Current date and time.</a:t>
            </a:r>
          </a:p>
          <a:p>
            <a:pPr marL="171450" indent="-171450">
              <a:buFont typeface="Arial" panose="020B0604020202020204" pitchFamily="34" charset="0"/>
              <a:buChar char="•"/>
            </a:pPr>
            <a:endParaRPr lang="en-US" sz="1200" dirty="0"/>
          </a:p>
          <a:p>
            <a:r>
              <a:rPr lang="en-US" sz="1200" dirty="0"/>
              <a:t>Use realistic sample data.</a:t>
            </a:r>
          </a:p>
          <a:p>
            <a:r>
              <a:rPr lang="en-US" sz="1200" dirty="0"/>
              <a:t>Generate only the complete HTML code.</a:t>
            </a:r>
          </a:p>
        </p:txBody>
      </p:sp>
    </p:spTree>
    <p:extLst>
      <p:ext uri="{BB962C8B-B14F-4D97-AF65-F5344CB8AC3E}">
        <p14:creationId xmlns:p14="http://schemas.microsoft.com/office/powerpoint/2010/main" val="2058148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A635862-BD65-4280-A820-08D38EB670DB}"/>
              </a:ext>
            </a:extLst>
          </p:cNvPr>
          <p:cNvSpPr>
            <a:spLocks noGrp="1"/>
          </p:cNvSpPr>
          <p:nvPr>
            <p:ph type="sldNum" sz="quarter" idx="12"/>
          </p:nvPr>
        </p:nvSpPr>
        <p:spPr/>
        <p:txBody>
          <a:bodyPr/>
          <a:lstStyle/>
          <a:p>
            <a:fld id="{8A7409E4-D43D-4036-AE02-5131D818BD5D}" type="slidenum">
              <a:rPr lang="en-US" smtClean="0"/>
              <a:pPr/>
              <a:t>33</a:t>
            </a:fld>
            <a:endParaRPr lang="en-US"/>
          </a:p>
        </p:txBody>
      </p:sp>
      <p:sp>
        <p:nvSpPr>
          <p:cNvPr id="9" name="Title 1">
            <a:extLst>
              <a:ext uri="{FF2B5EF4-FFF2-40B4-BE49-F238E27FC236}">
                <a16:creationId xmlns:a16="http://schemas.microsoft.com/office/drawing/2014/main" id="{B773AE02-B8D7-4BD4-A39C-2E3D5DCC42B1}"/>
              </a:ext>
            </a:extLst>
          </p:cNvPr>
          <p:cNvSpPr>
            <a:spLocks noGrp="1"/>
          </p:cNvSpPr>
          <p:nvPr>
            <p:ph type="title"/>
          </p:nvPr>
        </p:nvSpPr>
        <p:spPr>
          <a:xfrm>
            <a:off x="770238" y="429461"/>
            <a:ext cx="5519351" cy="655066"/>
          </a:xfrm>
        </p:spPr>
        <p:txBody>
          <a:bodyPr>
            <a:normAutofit fontScale="90000"/>
          </a:bodyPr>
          <a:lstStyle/>
          <a:p>
            <a:r>
              <a:rPr lang="en-ID" dirty="0"/>
              <a:t>Let’s Try Creating A Prototype with AI</a:t>
            </a:r>
          </a:p>
        </p:txBody>
      </p:sp>
      <p:sp>
        <p:nvSpPr>
          <p:cNvPr id="10" name="Slide Number Placeholder 3">
            <a:extLst>
              <a:ext uri="{FF2B5EF4-FFF2-40B4-BE49-F238E27FC236}">
                <a16:creationId xmlns:a16="http://schemas.microsoft.com/office/drawing/2014/main" id="{B890648B-1A82-433E-B432-8D1B75FDACB5}"/>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7409E4-D43D-4036-AE02-5131D818BD5D}" type="slidenum">
              <a:rPr lang="en-US" smtClean="0"/>
              <a:pPr/>
              <a:t>33</a:t>
            </a:fld>
            <a:endParaRPr lang="en-US"/>
          </a:p>
        </p:txBody>
      </p:sp>
      <p:sp>
        <p:nvSpPr>
          <p:cNvPr id="11" name="TextBox 10">
            <a:extLst>
              <a:ext uri="{FF2B5EF4-FFF2-40B4-BE49-F238E27FC236}">
                <a16:creationId xmlns:a16="http://schemas.microsoft.com/office/drawing/2014/main" id="{2463EEF6-5F35-43B6-B860-2F22A54B8533}"/>
              </a:ext>
            </a:extLst>
          </p:cNvPr>
          <p:cNvSpPr txBox="1"/>
          <p:nvPr/>
        </p:nvSpPr>
        <p:spPr>
          <a:xfrm>
            <a:off x="855706" y="1655493"/>
            <a:ext cx="5154827" cy="4401205"/>
          </a:xfrm>
          <a:prstGeom prst="rect">
            <a:avLst/>
          </a:prstGeom>
          <a:noFill/>
        </p:spPr>
        <p:txBody>
          <a:bodyPr wrap="square">
            <a:spAutoFit/>
          </a:bodyPr>
          <a:lstStyle/>
          <a:p>
            <a:r>
              <a:rPr lang="en-US" sz="1400" dirty="0">
                <a:solidFill>
                  <a:schemeClr val="bg1"/>
                </a:solidFill>
              </a:rPr>
              <a:t>You are a professional front-end developer.</a:t>
            </a:r>
          </a:p>
          <a:p>
            <a:endParaRPr lang="en-US" sz="1400" dirty="0">
              <a:solidFill>
                <a:schemeClr val="bg1"/>
              </a:solidFill>
            </a:endParaRPr>
          </a:p>
          <a:p>
            <a:r>
              <a:rPr lang="en-US" sz="1400" dirty="0">
                <a:solidFill>
                  <a:schemeClr val="bg1"/>
                </a:solidFill>
              </a:rPr>
              <a:t>Create a SINGLE HTML file containing:</a:t>
            </a:r>
          </a:p>
          <a:p>
            <a:pPr marL="285750" indent="-285750">
              <a:buFont typeface="Arial" panose="020B0604020202020204" pitchFamily="34" charset="0"/>
              <a:buChar char="•"/>
            </a:pPr>
            <a:r>
              <a:rPr lang="en-US" sz="1400" dirty="0">
                <a:solidFill>
                  <a:schemeClr val="bg1"/>
                </a:solidFill>
              </a:rPr>
              <a:t>HTML</a:t>
            </a:r>
          </a:p>
          <a:p>
            <a:pPr marL="285750" indent="-285750">
              <a:buFont typeface="Arial" panose="020B0604020202020204" pitchFamily="34" charset="0"/>
              <a:buChar char="•"/>
            </a:pPr>
            <a:r>
              <a:rPr lang="en-US" sz="1400" dirty="0">
                <a:solidFill>
                  <a:schemeClr val="bg1"/>
                </a:solidFill>
              </a:rPr>
              <a:t>CSS</a:t>
            </a:r>
          </a:p>
          <a:p>
            <a:pPr marL="285750" indent="-285750">
              <a:buFont typeface="Arial" panose="020B0604020202020204" pitchFamily="34" charset="0"/>
              <a:buChar char="•"/>
            </a:pPr>
            <a:r>
              <a:rPr lang="en-US" sz="1400" dirty="0">
                <a:solidFill>
                  <a:schemeClr val="bg1"/>
                </a:solidFill>
              </a:rPr>
              <a:t>JavaScript</a:t>
            </a:r>
          </a:p>
          <a:p>
            <a:pPr marL="285750" indent="-285750">
              <a:buFont typeface="Arial" panose="020B0604020202020204" pitchFamily="34" charset="0"/>
              <a:buChar char="•"/>
            </a:pPr>
            <a:endParaRPr lang="en-US" sz="1400" dirty="0">
              <a:solidFill>
                <a:schemeClr val="bg1"/>
              </a:solidFill>
            </a:endParaRPr>
          </a:p>
          <a:p>
            <a:r>
              <a:rPr lang="en-US" sz="1400" dirty="0">
                <a:solidFill>
                  <a:schemeClr val="bg1"/>
                </a:solidFill>
              </a:rPr>
              <a:t>Requirements:</a:t>
            </a:r>
          </a:p>
          <a:p>
            <a:pPr marL="342900" indent="-342900">
              <a:buFont typeface="+mj-lt"/>
              <a:buAutoNum type="arabicPeriod"/>
            </a:pPr>
            <a:r>
              <a:rPr lang="en-US" sz="1400" dirty="0">
                <a:solidFill>
                  <a:schemeClr val="bg1"/>
                </a:solidFill>
              </a:rPr>
              <a:t>Everything must be inside one .html file.</a:t>
            </a:r>
          </a:p>
          <a:p>
            <a:pPr marL="342900" indent="-342900">
              <a:buFont typeface="+mj-lt"/>
              <a:buAutoNum type="arabicPeriod"/>
            </a:pPr>
            <a:r>
              <a:rPr lang="en-US" sz="1400" dirty="0">
                <a:solidFill>
                  <a:schemeClr val="bg1"/>
                </a:solidFill>
              </a:rPr>
              <a:t>Do not use any external libraries or frameworks.</a:t>
            </a:r>
          </a:p>
          <a:p>
            <a:pPr marL="342900" indent="-342900">
              <a:buFont typeface="+mj-lt"/>
              <a:buAutoNum type="arabicPeriod"/>
            </a:pPr>
            <a:r>
              <a:rPr lang="en-US" sz="1400" dirty="0">
                <a:solidFill>
                  <a:schemeClr val="bg1"/>
                </a:solidFill>
              </a:rPr>
              <a:t>Do not use React, Vue, Angular, Bootstrap, Tailwind, or CDN.</a:t>
            </a:r>
          </a:p>
          <a:p>
            <a:pPr marL="342900" indent="-342900">
              <a:buFont typeface="+mj-lt"/>
              <a:buAutoNum type="arabicPeriod"/>
            </a:pPr>
            <a:r>
              <a:rPr lang="en-US" sz="1400" dirty="0">
                <a:solidFill>
                  <a:schemeClr val="bg1"/>
                </a:solidFill>
              </a:rPr>
              <a:t>The page must be fully responsive.</a:t>
            </a:r>
          </a:p>
          <a:p>
            <a:pPr marL="342900" indent="-342900">
              <a:buFont typeface="+mj-lt"/>
              <a:buAutoNum type="arabicPeriod"/>
            </a:pPr>
            <a:r>
              <a:rPr lang="en-US" sz="1400" dirty="0">
                <a:solidFill>
                  <a:schemeClr val="bg1"/>
                </a:solidFill>
              </a:rPr>
              <a:t>Use modern UI design principles.</a:t>
            </a:r>
          </a:p>
          <a:p>
            <a:pPr marL="342900" indent="-342900">
              <a:buFont typeface="+mj-lt"/>
              <a:buAutoNum type="arabicPeriod"/>
            </a:pPr>
            <a:r>
              <a:rPr lang="en-US" sz="1400" dirty="0">
                <a:solidFill>
                  <a:schemeClr val="bg1"/>
                </a:solidFill>
              </a:rPr>
              <a:t>Use semantic HTML elements.</a:t>
            </a:r>
          </a:p>
          <a:p>
            <a:pPr marL="342900" indent="-342900">
              <a:buFont typeface="+mj-lt"/>
              <a:buAutoNum type="arabicPeriod"/>
            </a:pPr>
            <a:r>
              <a:rPr lang="en-US" sz="1400" dirty="0">
                <a:solidFill>
                  <a:schemeClr val="bg1"/>
                </a:solidFill>
              </a:rPr>
              <a:t>Include smooth animations and hover effects.</a:t>
            </a:r>
          </a:p>
          <a:p>
            <a:pPr marL="342900" indent="-342900">
              <a:buFont typeface="+mj-lt"/>
              <a:buAutoNum type="arabicPeriod"/>
            </a:pPr>
            <a:r>
              <a:rPr lang="en-US" sz="1400" dirty="0">
                <a:solidFill>
                  <a:schemeClr val="bg1"/>
                </a:solidFill>
              </a:rPr>
              <a:t>The code must be clean and well-commented.</a:t>
            </a:r>
          </a:p>
          <a:p>
            <a:pPr marL="342900" indent="-342900">
              <a:buFont typeface="+mj-lt"/>
              <a:buAutoNum type="arabicPeriod"/>
            </a:pPr>
            <a:r>
              <a:rPr lang="en-US" sz="1400" dirty="0">
                <a:solidFill>
                  <a:schemeClr val="bg1"/>
                </a:solidFill>
              </a:rPr>
              <a:t>The application must work by simply opening the HTML file in a browser.</a:t>
            </a:r>
          </a:p>
          <a:p>
            <a:pPr marL="342900" indent="-342900">
              <a:buFont typeface="+mj-lt"/>
              <a:buAutoNum type="arabicPeriod"/>
            </a:pPr>
            <a:r>
              <a:rPr lang="en-US" sz="1400" dirty="0">
                <a:solidFill>
                  <a:schemeClr val="bg1"/>
                </a:solidFill>
              </a:rPr>
              <a:t>Generate complete code only.</a:t>
            </a:r>
          </a:p>
        </p:txBody>
      </p:sp>
      <p:sp>
        <p:nvSpPr>
          <p:cNvPr id="12" name="TextBox 11">
            <a:extLst>
              <a:ext uri="{FF2B5EF4-FFF2-40B4-BE49-F238E27FC236}">
                <a16:creationId xmlns:a16="http://schemas.microsoft.com/office/drawing/2014/main" id="{EE5452DA-7EE3-40E3-919D-A52AE73E8BFC}"/>
              </a:ext>
            </a:extLst>
          </p:cNvPr>
          <p:cNvSpPr txBox="1"/>
          <p:nvPr/>
        </p:nvSpPr>
        <p:spPr>
          <a:xfrm>
            <a:off x="6096000" y="333634"/>
            <a:ext cx="5916828" cy="6294031"/>
          </a:xfrm>
          <a:prstGeom prst="rect">
            <a:avLst/>
          </a:prstGeom>
          <a:noFill/>
        </p:spPr>
        <p:txBody>
          <a:bodyPr wrap="square">
            <a:spAutoFit/>
          </a:bodyPr>
          <a:lstStyle/>
          <a:p>
            <a:r>
              <a:rPr lang="en-US" sz="1300" dirty="0">
                <a:solidFill>
                  <a:schemeClr val="bg1"/>
                </a:solidFill>
              </a:rPr>
              <a:t>APPLICATION:</a:t>
            </a:r>
            <a:br>
              <a:rPr lang="en-US" sz="1300" dirty="0">
                <a:solidFill>
                  <a:schemeClr val="bg1"/>
                </a:solidFill>
              </a:rPr>
            </a:br>
            <a:r>
              <a:rPr lang="en-US" sz="1300" dirty="0">
                <a:solidFill>
                  <a:schemeClr val="bg1"/>
                </a:solidFill>
                <a:highlight>
                  <a:srgbClr val="000000"/>
                </a:highlight>
              </a:rPr>
              <a:t>Create a Student Attendance Dashboard for university lecturers.</a:t>
            </a:r>
          </a:p>
          <a:p>
            <a:endParaRPr lang="en-US" sz="1300" dirty="0">
              <a:solidFill>
                <a:schemeClr val="bg1"/>
              </a:solidFill>
            </a:endParaRPr>
          </a:p>
          <a:p>
            <a:r>
              <a:rPr lang="en-US" sz="1300" dirty="0">
                <a:solidFill>
                  <a:schemeClr val="bg1"/>
                </a:solidFill>
              </a:rPr>
              <a:t>TARGET USERS:</a:t>
            </a:r>
            <a:br>
              <a:rPr lang="en-US" sz="1300" dirty="0">
                <a:solidFill>
                  <a:schemeClr val="bg1"/>
                </a:solidFill>
              </a:rPr>
            </a:br>
            <a:r>
              <a:rPr lang="en-US" sz="1300" dirty="0">
                <a:solidFill>
                  <a:schemeClr val="bg1"/>
                </a:solidFill>
                <a:highlight>
                  <a:srgbClr val="000000"/>
                </a:highlight>
              </a:rPr>
              <a:t>Lecturers and academic staff.</a:t>
            </a:r>
          </a:p>
          <a:p>
            <a:endParaRPr lang="en-US" sz="1300" dirty="0">
              <a:solidFill>
                <a:schemeClr val="bg1"/>
              </a:solidFill>
            </a:endParaRPr>
          </a:p>
          <a:p>
            <a:r>
              <a:rPr lang="en-US" sz="1300" dirty="0">
                <a:solidFill>
                  <a:schemeClr val="bg1"/>
                </a:solidFill>
              </a:rPr>
              <a:t>MAIN FEATURES:</a:t>
            </a:r>
          </a:p>
          <a:p>
            <a:pPr marL="228600" indent="-228600">
              <a:buFont typeface="+mj-lt"/>
              <a:buAutoNum type="arabicPeriod"/>
            </a:pPr>
            <a:r>
              <a:rPr lang="en-US" sz="1300" dirty="0">
                <a:solidFill>
                  <a:schemeClr val="bg1"/>
                </a:solidFill>
                <a:highlight>
                  <a:srgbClr val="000000"/>
                </a:highlight>
              </a:rPr>
              <a:t>Dashboard cards showing total students, present students, absent students, and attendance percentage.</a:t>
            </a:r>
          </a:p>
          <a:p>
            <a:pPr marL="228600" indent="-228600">
              <a:buFont typeface="+mj-lt"/>
              <a:buAutoNum type="arabicPeriod"/>
            </a:pPr>
            <a:r>
              <a:rPr lang="en-US" sz="1300" dirty="0">
                <a:solidFill>
                  <a:schemeClr val="bg1"/>
                </a:solidFill>
                <a:highlight>
                  <a:srgbClr val="000000"/>
                </a:highlight>
              </a:rPr>
              <a:t>Attendance table containing student names and attendance status.</a:t>
            </a:r>
          </a:p>
          <a:p>
            <a:pPr marL="228600" indent="-228600">
              <a:buFont typeface="+mj-lt"/>
              <a:buAutoNum type="arabicPeriod"/>
            </a:pPr>
            <a:r>
              <a:rPr lang="en-US" sz="1300" dirty="0">
                <a:solidFill>
                  <a:schemeClr val="bg1"/>
                </a:solidFill>
                <a:highlight>
                  <a:srgbClr val="000000"/>
                </a:highlight>
              </a:rPr>
              <a:t>Search box to search students.</a:t>
            </a:r>
          </a:p>
          <a:p>
            <a:pPr marL="228600" indent="-228600">
              <a:buFont typeface="+mj-lt"/>
              <a:buAutoNum type="arabicPeriod"/>
            </a:pPr>
            <a:r>
              <a:rPr lang="en-US" sz="1300" dirty="0">
                <a:solidFill>
                  <a:schemeClr val="bg1"/>
                </a:solidFill>
                <a:highlight>
                  <a:srgbClr val="000000"/>
                </a:highlight>
              </a:rPr>
              <a:t>Filter by attendance status.</a:t>
            </a:r>
          </a:p>
          <a:p>
            <a:pPr marL="228600" indent="-228600">
              <a:buFont typeface="+mj-lt"/>
              <a:buAutoNum type="arabicPeriod"/>
            </a:pPr>
            <a:r>
              <a:rPr lang="en-US" sz="1300" dirty="0">
                <a:solidFill>
                  <a:schemeClr val="bg1"/>
                </a:solidFill>
                <a:highlight>
                  <a:srgbClr val="000000"/>
                </a:highlight>
              </a:rPr>
              <a:t>Simple attendance chart using CSS or Canvas.</a:t>
            </a:r>
          </a:p>
          <a:p>
            <a:pPr marL="228600" indent="-228600">
              <a:buFont typeface="+mj-lt"/>
              <a:buAutoNum type="arabicPeriod"/>
            </a:pPr>
            <a:r>
              <a:rPr lang="en-US" sz="1300" dirty="0">
                <a:solidFill>
                  <a:schemeClr val="bg1"/>
                </a:solidFill>
                <a:highlight>
                  <a:srgbClr val="000000"/>
                </a:highlight>
              </a:rPr>
              <a:t>Responsive design.</a:t>
            </a:r>
          </a:p>
          <a:p>
            <a:pPr marL="228600" indent="-228600">
              <a:buFont typeface="+mj-lt"/>
              <a:buAutoNum type="arabicPeriod"/>
            </a:pPr>
            <a:endParaRPr lang="en-US" sz="1300" dirty="0">
              <a:solidFill>
                <a:schemeClr val="bg1"/>
              </a:solidFill>
            </a:endParaRPr>
          </a:p>
          <a:p>
            <a:r>
              <a:rPr lang="en-US" sz="1300" dirty="0">
                <a:solidFill>
                  <a:schemeClr val="bg1"/>
                </a:solidFill>
              </a:rPr>
              <a:t>COLOR THEME:</a:t>
            </a:r>
            <a:br>
              <a:rPr lang="en-US" sz="1300" dirty="0">
                <a:solidFill>
                  <a:schemeClr val="bg1"/>
                </a:solidFill>
              </a:rPr>
            </a:br>
            <a:r>
              <a:rPr lang="en-US" sz="1300" dirty="0">
                <a:solidFill>
                  <a:schemeClr val="bg1"/>
                </a:solidFill>
                <a:highlight>
                  <a:srgbClr val="000000"/>
                </a:highlight>
              </a:rPr>
              <a:t>Blue and white.</a:t>
            </a:r>
          </a:p>
          <a:p>
            <a:endParaRPr lang="en-US" sz="1300" dirty="0">
              <a:solidFill>
                <a:schemeClr val="bg1"/>
              </a:solidFill>
            </a:endParaRPr>
          </a:p>
          <a:p>
            <a:r>
              <a:rPr lang="en-US" sz="1300" dirty="0">
                <a:solidFill>
                  <a:schemeClr val="bg1"/>
                </a:solidFill>
              </a:rPr>
              <a:t>DESIGN STYLE:</a:t>
            </a:r>
            <a:br>
              <a:rPr lang="en-US" sz="1300" dirty="0">
                <a:solidFill>
                  <a:schemeClr val="bg1"/>
                </a:solidFill>
              </a:rPr>
            </a:br>
            <a:r>
              <a:rPr lang="en-US" sz="1300" dirty="0">
                <a:solidFill>
                  <a:schemeClr val="bg1"/>
                </a:solidFill>
                <a:highlight>
                  <a:srgbClr val="000000"/>
                </a:highlight>
              </a:rPr>
              <a:t>Modern dashboard.</a:t>
            </a:r>
          </a:p>
          <a:p>
            <a:endParaRPr lang="en-US" sz="1300" dirty="0">
              <a:solidFill>
                <a:schemeClr val="bg1"/>
              </a:solidFill>
            </a:endParaRPr>
          </a:p>
          <a:p>
            <a:r>
              <a:rPr lang="en-US" sz="1300" dirty="0">
                <a:solidFill>
                  <a:schemeClr val="bg1"/>
                </a:solidFill>
              </a:rPr>
              <a:t>LAYOUT:</a:t>
            </a:r>
            <a:br>
              <a:rPr lang="en-US" sz="1300" dirty="0">
                <a:solidFill>
                  <a:schemeClr val="bg1"/>
                </a:solidFill>
              </a:rPr>
            </a:br>
            <a:r>
              <a:rPr lang="en-US" sz="1300" dirty="0">
                <a:solidFill>
                  <a:schemeClr val="bg1"/>
                </a:solidFill>
                <a:highlight>
                  <a:srgbClr val="000000"/>
                </a:highlight>
              </a:rPr>
              <a:t>Left sidebar navigation and top header.</a:t>
            </a:r>
          </a:p>
          <a:p>
            <a:endParaRPr lang="en-US" sz="1300" dirty="0">
              <a:solidFill>
                <a:schemeClr val="bg1"/>
              </a:solidFill>
            </a:endParaRPr>
          </a:p>
          <a:p>
            <a:r>
              <a:rPr lang="en-US" sz="1300" dirty="0">
                <a:solidFill>
                  <a:schemeClr val="bg1"/>
                </a:solidFill>
              </a:rPr>
              <a:t>ADDITIONAL COMPONENTS:</a:t>
            </a:r>
          </a:p>
          <a:p>
            <a:pPr marL="171450" indent="-171450">
              <a:buFont typeface="Arial" panose="020B0604020202020204" pitchFamily="34" charset="0"/>
              <a:buChar char="•"/>
            </a:pPr>
            <a:r>
              <a:rPr lang="en-US" sz="1300" dirty="0">
                <a:solidFill>
                  <a:schemeClr val="bg1"/>
                </a:solidFill>
                <a:highlight>
                  <a:srgbClr val="000000"/>
                </a:highlight>
              </a:rPr>
              <a:t>User profile card.</a:t>
            </a:r>
          </a:p>
          <a:p>
            <a:pPr marL="171450" indent="-171450">
              <a:buFont typeface="Arial" panose="020B0604020202020204" pitchFamily="34" charset="0"/>
              <a:buChar char="•"/>
            </a:pPr>
            <a:r>
              <a:rPr lang="en-US" sz="1300" dirty="0">
                <a:solidFill>
                  <a:schemeClr val="bg1"/>
                </a:solidFill>
                <a:highlight>
                  <a:srgbClr val="000000"/>
                </a:highlight>
              </a:rPr>
              <a:t>Notifications panel.</a:t>
            </a:r>
          </a:p>
          <a:p>
            <a:pPr marL="171450" indent="-171450">
              <a:buFont typeface="Arial" panose="020B0604020202020204" pitchFamily="34" charset="0"/>
              <a:buChar char="•"/>
            </a:pPr>
            <a:r>
              <a:rPr lang="en-US" sz="1300" dirty="0">
                <a:solidFill>
                  <a:schemeClr val="bg1"/>
                </a:solidFill>
                <a:highlight>
                  <a:srgbClr val="000000"/>
                </a:highlight>
              </a:rPr>
              <a:t>Current date and time.</a:t>
            </a:r>
          </a:p>
          <a:p>
            <a:pPr marL="171450" indent="-171450">
              <a:buFont typeface="Arial" panose="020B0604020202020204" pitchFamily="34" charset="0"/>
              <a:buChar char="•"/>
            </a:pPr>
            <a:endParaRPr lang="en-US" sz="1300" dirty="0">
              <a:solidFill>
                <a:schemeClr val="bg1"/>
              </a:solidFill>
            </a:endParaRPr>
          </a:p>
          <a:p>
            <a:r>
              <a:rPr lang="en-US" sz="1300" dirty="0">
                <a:solidFill>
                  <a:schemeClr val="bg1"/>
                </a:solidFill>
              </a:rPr>
              <a:t>Use realistic sample data.</a:t>
            </a:r>
          </a:p>
          <a:p>
            <a:r>
              <a:rPr lang="en-US" sz="1300" dirty="0">
                <a:solidFill>
                  <a:schemeClr val="bg1"/>
                </a:solidFill>
              </a:rPr>
              <a:t>Generate only the complete HTML code.</a:t>
            </a:r>
          </a:p>
        </p:txBody>
      </p:sp>
    </p:spTree>
    <p:extLst>
      <p:ext uri="{BB962C8B-B14F-4D97-AF65-F5344CB8AC3E}">
        <p14:creationId xmlns:p14="http://schemas.microsoft.com/office/powerpoint/2010/main" val="13722124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10B9130-ED8C-4749-8395-A3F55B9FD226}"/>
              </a:ext>
            </a:extLst>
          </p:cNvPr>
          <p:cNvSpPr>
            <a:spLocks noGrp="1"/>
          </p:cNvSpPr>
          <p:nvPr>
            <p:ph type="sldNum" sz="quarter" idx="12"/>
          </p:nvPr>
        </p:nvSpPr>
        <p:spPr/>
        <p:txBody>
          <a:bodyPr/>
          <a:lstStyle/>
          <a:p>
            <a:fld id="{8A7409E4-D43D-4036-AE02-5131D818BD5D}" type="slidenum">
              <a:rPr lang="en-US" smtClean="0"/>
              <a:pPr/>
              <a:t>34</a:t>
            </a:fld>
            <a:endParaRPr lang="en-US"/>
          </a:p>
        </p:txBody>
      </p:sp>
      <p:sp>
        <p:nvSpPr>
          <p:cNvPr id="7" name="Title 1">
            <a:extLst>
              <a:ext uri="{FF2B5EF4-FFF2-40B4-BE49-F238E27FC236}">
                <a16:creationId xmlns:a16="http://schemas.microsoft.com/office/drawing/2014/main" id="{B1EF51CC-A35E-46CD-AE71-979BCA9C1B3B}"/>
              </a:ext>
            </a:extLst>
          </p:cNvPr>
          <p:cNvSpPr>
            <a:spLocks noGrp="1"/>
          </p:cNvSpPr>
          <p:nvPr>
            <p:ph type="title"/>
          </p:nvPr>
        </p:nvSpPr>
        <p:spPr>
          <a:xfrm>
            <a:off x="838200" y="365125"/>
            <a:ext cx="10515600" cy="1325563"/>
          </a:xfrm>
        </p:spPr>
        <p:txBody>
          <a:bodyPr/>
          <a:lstStyle/>
          <a:p>
            <a:r>
              <a:rPr lang="en-ID" dirty="0"/>
              <a:t>Evaluate, Rebuild</a:t>
            </a:r>
          </a:p>
        </p:txBody>
      </p:sp>
      <p:sp>
        <p:nvSpPr>
          <p:cNvPr id="8" name="Content Placeholder 2">
            <a:extLst>
              <a:ext uri="{FF2B5EF4-FFF2-40B4-BE49-F238E27FC236}">
                <a16:creationId xmlns:a16="http://schemas.microsoft.com/office/drawing/2014/main" id="{06508049-DA2E-463B-868A-589A67A1CF55}"/>
              </a:ext>
            </a:extLst>
          </p:cNvPr>
          <p:cNvSpPr>
            <a:spLocks noGrp="1"/>
          </p:cNvSpPr>
          <p:nvPr>
            <p:ph idx="1"/>
          </p:nvPr>
        </p:nvSpPr>
        <p:spPr>
          <a:xfrm>
            <a:off x="838200" y="1825625"/>
            <a:ext cx="10515600" cy="4351338"/>
          </a:xfrm>
        </p:spPr>
        <p:txBody>
          <a:bodyPr/>
          <a:lstStyle/>
          <a:p>
            <a:r>
              <a:rPr lang="en-ID" dirty="0"/>
              <a:t>Now that you have your initial design, ask AI to modify it using prompt of your own words</a:t>
            </a:r>
          </a:p>
        </p:txBody>
      </p:sp>
    </p:spTree>
    <p:extLst>
      <p:ext uri="{BB962C8B-B14F-4D97-AF65-F5344CB8AC3E}">
        <p14:creationId xmlns:p14="http://schemas.microsoft.com/office/powerpoint/2010/main" val="32223845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3496D-D75B-4EBF-8941-90BE9315213F}"/>
              </a:ext>
            </a:extLst>
          </p:cNvPr>
          <p:cNvSpPr>
            <a:spLocks noGrp="1"/>
          </p:cNvSpPr>
          <p:nvPr>
            <p:ph type="title"/>
          </p:nvPr>
        </p:nvSpPr>
        <p:spPr/>
        <p:txBody>
          <a:bodyPr/>
          <a:lstStyle/>
          <a:p>
            <a:r>
              <a:rPr lang="en-ID" dirty="0"/>
              <a:t>Methodologies In A Nutshell</a:t>
            </a:r>
          </a:p>
        </p:txBody>
      </p:sp>
      <p:sp>
        <p:nvSpPr>
          <p:cNvPr id="4" name="Slide Number Placeholder 3">
            <a:extLst>
              <a:ext uri="{FF2B5EF4-FFF2-40B4-BE49-F238E27FC236}">
                <a16:creationId xmlns:a16="http://schemas.microsoft.com/office/drawing/2014/main" id="{9675455F-692F-4E79-83EA-1CD35E12DD90}"/>
              </a:ext>
            </a:extLst>
          </p:cNvPr>
          <p:cNvSpPr>
            <a:spLocks noGrp="1"/>
          </p:cNvSpPr>
          <p:nvPr>
            <p:ph type="sldNum" sz="quarter" idx="12"/>
          </p:nvPr>
        </p:nvSpPr>
        <p:spPr/>
        <p:txBody>
          <a:bodyPr/>
          <a:lstStyle/>
          <a:p>
            <a:fld id="{8A7409E4-D43D-4036-AE02-5131D818BD5D}" type="slidenum">
              <a:rPr lang="en-US" smtClean="0"/>
              <a:pPr/>
              <a:t>35</a:t>
            </a:fld>
            <a:endParaRPr lang="en-US"/>
          </a:p>
        </p:txBody>
      </p:sp>
      <p:graphicFrame>
        <p:nvGraphicFramePr>
          <p:cNvPr id="8" name="Content Placeholder 7">
            <a:extLst>
              <a:ext uri="{FF2B5EF4-FFF2-40B4-BE49-F238E27FC236}">
                <a16:creationId xmlns:a16="http://schemas.microsoft.com/office/drawing/2014/main" id="{1BEF9E6C-3BD6-4CFC-91F6-1DEE1FF4F9C8}"/>
              </a:ext>
            </a:extLst>
          </p:cNvPr>
          <p:cNvGraphicFramePr>
            <a:graphicFrameLocks noGrp="1"/>
          </p:cNvGraphicFramePr>
          <p:nvPr>
            <p:ph idx="1"/>
            <p:extLst>
              <p:ext uri="{D42A27DB-BD31-4B8C-83A1-F6EECF244321}">
                <p14:modId xmlns:p14="http://schemas.microsoft.com/office/powerpoint/2010/main" val="397224472"/>
              </p:ext>
            </p:extLst>
          </p:nvPr>
        </p:nvGraphicFramePr>
        <p:xfrm>
          <a:off x="733168" y="1743714"/>
          <a:ext cx="10515600" cy="3749040"/>
        </p:xfrm>
        <a:graphic>
          <a:graphicData uri="http://schemas.openxmlformats.org/drawingml/2006/table">
            <a:tbl>
              <a:tblPr firstRow="1" firstCol="1">
                <a:tableStyleId>{073A0DAA-6AF3-43AB-8588-CEC1D06C72B9}</a:tableStyleId>
              </a:tblPr>
              <a:tblGrid>
                <a:gridCol w="2628900">
                  <a:extLst>
                    <a:ext uri="{9D8B030D-6E8A-4147-A177-3AD203B41FA5}">
                      <a16:colId xmlns:a16="http://schemas.microsoft.com/office/drawing/2014/main" val="3910578182"/>
                    </a:ext>
                  </a:extLst>
                </a:gridCol>
                <a:gridCol w="2628900">
                  <a:extLst>
                    <a:ext uri="{9D8B030D-6E8A-4147-A177-3AD203B41FA5}">
                      <a16:colId xmlns:a16="http://schemas.microsoft.com/office/drawing/2014/main" val="1515355463"/>
                    </a:ext>
                  </a:extLst>
                </a:gridCol>
                <a:gridCol w="2628900">
                  <a:extLst>
                    <a:ext uri="{9D8B030D-6E8A-4147-A177-3AD203B41FA5}">
                      <a16:colId xmlns:a16="http://schemas.microsoft.com/office/drawing/2014/main" val="447039392"/>
                    </a:ext>
                  </a:extLst>
                </a:gridCol>
                <a:gridCol w="2628900">
                  <a:extLst>
                    <a:ext uri="{9D8B030D-6E8A-4147-A177-3AD203B41FA5}">
                      <a16:colId xmlns:a16="http://schemas.microsoft.com/office/drawing/2014/main" val="1268539615"/>
                    </a:ext>
                  </a:extLst>
                </a:gridCol>
              </a:tblGrid>
              <a:tr h="0">
                <a:tc>
                  <a:txBody>
                    <a:bodyPr/>
                    <a:lstStyle/>
                    <a:p>
                      <a:endParaRPr lang="en-ID"/>
                    </a:p>
                  </a:txBody>
                  <a:tcPr anchor="ctr"/>
                </a:tc>
                <a:tc>
                  <a:txBody>
                    <a:bodyPr/>
                    <a:lstStyle/>
                    <a:p>
                      <a:r>
                        <a:rPr lang="en-ID" b="1" dirty="0"/>
                        <a:t>Waterfall</a:t>
                      </a:r>
                      <a:endParaRPr lang="en-ID" dirty="0"/>
                    </a:p>
                  </a:txBody>
                  <a:tcPr anchor="ctr"/>
                </a:tc>
                <a:tc>
                  <a:txBody>
                    <a:bodyPr/>
                    <a:lstStyle/>
                    <a:p>
                      <a:r>
                        <a:rPr lang="en-ID" b="1"/>
                        <a:t>Agile (Scrum)</a:t>
                      </a:r>
                      <a:endParaRPr lang="en-ID"/>
                    </a:p>
                  </a:txBody>
                  <a:tcPr anchor="ctr"/>
                </a:tc>
                <a:tc>
                  <a:txBody>
                    <a:bodyPr/>
                    <a:lstStyle/>
                    <a:p>
                      <a:r>
                        <a:rPr lang="en-ID" b="1"/>
                        <a:t>RAD</a:t>
                      </a:r>
                      <a:endParaRPr lang="en-ID"/>
                    </a:p>
                  </a:txBody>
                  <a:tcPr anchor="ctr"/>
                </a:tc>
                <a:extLst>
                  <a:ext uri="{0D108BD9-81ED-4DB2-BD59-A6C34878D82A}">
                    <a16:rowId xmlns:a16="http://schemas.microsoft.com/office/drawing/2014/main" val="487504756"/>
                  </a:ext>
                </a:extLst>
              </a:tr>
              <a:tr h="0">
                <a:tc>
                  <a:txBody>
                    <a:bodyPr/>
                    <a:lstStyle/>
                    <a:p>
                      <a:r>
                        <a:rPr lang="en-ID" b="1"/>
                        <a:t>Pendekatan</a:t>
                      </a:r>
                      <a:endParaRPr lang="en-ID"/>
                    </a:p>
                  </a:txBody>
                  <a:tcPr anchor="ctr"/>
                </a:tc>
                <a:tc>
                  <a:txBody>
                    <a:bodyPr/>
                    <a:lstStyle/>
                    <a:p>
                      <a:r>
                        <a:rPr lang="en-ID" dirty="0"/>
                        <a:t>Linear-</a:t>
                      </a:r>
                      <a:r>
                        <a:rPr lang="en-ID" dirty="0" err="1"/>
                        <a:t>sekuensial</a:t>
                      </a:r>
                      <a:endParaRPr lang="en-ID" dirty="0"/>
                    </a:p>
                  </a:txBody>
                  <a:tcPr anchor="ctr"/>
                </a:tc>
                <a:tc>
                  <a:txBody>
                    <a:bodyPr/>
                    <a:lstStyle/>
                    <a:p>
                      <a:r>
                        <a:rPr lang="en-ID" dirty="0" err="1"/>
                        <a:t>Iteratif</a:t>
                      </a:r>
                      <a:r>
                        <a:rPr lang="en-ID" dirty="0"/>
                        <a:t>, sprint 2–4 </a:t>
                      </a:r>
                      <a:r>
                        <a:rPr lang="en-ID" dirty="0" err="1"/>
                        <a:t>minggu</a:t>
                      </a:r>
                      <a:endParaRPr lang="en-ID" dirty="0"/>
                    </a:p>
                  </a:txBody>
                  <a:tcPr anchor="ctr"/>
                </a:tc>
                <a:tc>
                  <a:txBody>
                    <a:bodyPr/>
                    <a:lstStyle/>
                    <a:p>
                      <a:r>
                        <a:rPr lang="sv-SE"/>
                        <a:t>Prototyping cepat, user feedback intensif</a:t>
                      </a:r>
                    </a:p>
                  </a:txBody>
                  <a:tcPr anchor="ctr"/>
                </a:tc>
                <a:extLst>
                  <a:ext uri="{0D108BD9-81ED-4DB2-BD59-A6C34878D82A}">
                    <a16:rowId xmlns:a16="http://schemas.microsoft.com/office/drawing/2014/main" val="3248136302"/>
                  </a:ext>
                </a:extLst>
              </a:tr>
              <a:tr h="0">
                <a:tc>
                  <a:txBody>
                    <a:bodyPr/>
                    <a:lstStyle/>
                    <a:p>
                      <a:r>
                        <a:rPr lang="en-ID" b="1"/>
                        <a:t>Fleksibilitas</a:t>
                      </a:r>
                      <a:endParaRPr lang="en-ID"/>
                    </a:p>
                  </a:txBody>
                  <a:tcPr anchor="ctr"/>
                </a:tc>
                <a:tc>
                  <a:txBody>
                    <a:bodyPr/>
                    <a:lstStyle/>
                    <a:p>
                      <a:r>
                        <a:rPr lang="en-ID" dirty="0" err="1"/>
                        <a:t>Rendah</a:t>
                      </a:r>
                      <a:endParaRPr lang="en-ID" dirty="0"/>
                    </a:p>
                  </a:txBody>
                  <a:tcPr anchor="ctr"/>
                </a:tc>
                <a:tc>
                  <a:txBody>
                    <a:bodyPr/>
                    <a:lstStyle/>
                    <a:p>
                      <a:r>
                        <a:rPr lang="en-ID"/>
                        <a:t>Tinggi</a:t>
                      </a:r>
                    </a:p>
                  </a:txBody>
                  <a:tcPr anchor="ctr"/>
                </a:tc>
                <a:tc>
                  <a:txBody>
                    <a:bodyPr/>
                    <a:lstStyle/>
                    <a:p>
                      <a:r>
                        <a:rPr lang="en-ID"/>
                        <a:t>Tinggi</a:t>
                      </a:r>
                    </a:p>
                  </a:txBody>
                  <a:tcPr anchor="ctr"/>
                </a:tc>
                <a:extLst>
                  <a:ext uri="{0D108BD9-81ED-4DB2-BD59-A6C34878D82A}">
                    <a16:rowId xmlns:a16="http://schemas.microsoft.com/office/drawing/2014/main" val="1474857488"/>
                  </a:ext>
                </a:extLst>
              </a:tr>
              <a:tr h="0">
                <a:tc>
                  <a:txBody>
                    <a:bodyPr/>
                    <a:lstStyle/>
                    <a:p>
                      <a:r>
                        <a:rPr lang="en-ID" b="1"/>
                        <a:t>Dokumentasi</a:t>
                      </a:r>
                      <a:endParaRPr lang="en-ID"/>
                    </a:p>
                  </a:txBody>
                  <a:tcPr anchor="ctr"/>
                </a:tc>
                <a:tc>
                  <a:txBody>
                    <a:bodyPr/>
                    <a:lstStyle/>
                    <a:p>
                      <a:r>
                        <a:rPr lang="en-ID"/>
                        <a:t>Sangat lengkap</a:t>
                      </a:r>
                    </a:p>
                  </a:txBody>
                  <a:tcPr anchor="ctr"/>
                </a:tc>
                <a:tc>
                  <a:txBody>
                    <a:bodyPr/>
                    <a:lstStyle/>
                    <a:p>
                      <a:r>
                        <a:rPr lang="en-ID"/>
                        <a:t>Minimal</a:t>
                      </a:r>
                    </a:p>
                  </a:txBody>
                  <a:tcPr anchor="ctr"/>
                </a:tc>
                <a:tc>
                  <a:txBody>
                    <a:bodyPr/>
                    <a:lstStyle/>
                    <a:p>
                      <a:r>
                        <a:rPr lang="en-ID"/>
                        <a:t>Terbatas</a:t>
                      </a:r>
                    </a:p>
                  </a:txBody>
                  <a:tcPr anchor="ctr"/>
                </a:tc>
                <a:extLst>
                  <a:ext uri="{0D108BD9-81ED-4DB2-BD59-A6C34878D82A}">
                    <a16:rowId xmlns:a16="http://schemas.microsoft.com/office/drawing/2014/main" val="2561390750"/>
                  </a:ext>
                </a:extLst>
              </a:tr>
              <a:tr h="0">
                <a:tc>
                  <a:txBody>
                    <a:bodyPr/>
                    <a:lstStyle/>
                    <a:p>
                      <a:r>
                        <a:rPr lang="en-ID" b="1"/>
                        <a:t>Keterlibatan User</a:t>
                      </a:r>
                      <a:endParaRPr lang="en-ID"/>
                    </a:p>
                  </a:txBody>
                  <a:tcPr anchor="ctr"/>
                </a:tc>
                <a:tc>
                  <a:txBody>
                    <a:bodyPr/>
                    <a:lstStyle/>
                    <a:p>
                      <a:r>
                        <a:rPr lang="en-ID"/>
                        <a:t>Di awal &amp; akhir saja</a:t>
                      </a:r>
                    </a:p>
                  </a:txBody>
                  <a:tcPr anchor="ctr"/>
                </a:tc>
                <a:tc>
                  <a:txBody>
                    <a:bodyPr/>
                    <a:lstStyle/>
                    <a:p>
                      <a:r>
                        <a:rPr lang="en-ID"/>
                        <a:t>Terus-menerus</a:t>
                      </a:r>
                    </a:p>
                  </a:txBody>
                  <a:tcPr anchor="ctr"/>
                </a:tc>
                <a:tc>
                  <a:txBody>
                    <a:bodyPr/>
                    <a:lstStyle/>
                    <a:p>
                      <a:r>
                        <a:rPr lang="en-ID"/>
                        <a:t>Sangat intensif</a:t>
                      </a:r>
                    </a:p>
                  </a:txBody>
                  <a:tcPr anchor="ctr"/>
                </a:tc>
                <a:extLst>
                  <a:ext uri="{0D108BD9-81ED-4DB2-BD59-A6C34878D82A}">
                    <a16:rowId xmlns:a16="http://schemas.microsoft.com/office/drawing/2014/main" val="1577406150"/>
                  </a:ext>
                </a:extLst>
              </a:tr>
              <a:tr h="0">
                <a:tc>
                  <a:txBody>
                    <a:bodyPr/>
                    <a:lstStyle/>
                    <a:p>
                      <a:r>
                        <a:rPr lang="en-ID" b="1"/>
                        <a:t>Kemudahan Audit</a:t>
                      </a:r>
                      <a:endParaRPr lang="en-ID"/>
                    </a:p>
                  </a:txBody>
                  <a:tcPr anchor="ctr"/>
                </a:tc>
                <a:tc>
                  <a:txBody>
                    <a:bodyPr/>
                    <a:lstStyle/>
                    <a:p>
                      <a:r>
                        <a:rPr lang="en-ID"/>
                        <a:t>Tinggi</a:t>
                      </a:r>
                    </a:p>
                  </a:txBody>
                  <a:tcPr anchor="ctr"/>
                </a:tc>
                <a:tc>
                  <a:txBody>
                    <a:bodyPr/>
                    <a:lstStyle/>
                    <a:p>
                      <a:r>
                        <a:rPr lang="en-ID"/>
                        <a:t>Rendah–Sedang</a:t>
                      </a:r>
                    </a:p>
                  </a:txBody>
                  <a:tcPr anchor="ctr"/>
                </a:tc>
                <a:tc>
                  <a:txBody>
                    <a:bodyPr/>
                    <a:lstStyle/>
                    <a:p>
                      <a:r>
                        <a:rPr lang="en-ID"/>
                        <a:t>Rendah</a:t>
                      </a:r>
                    </a:p>
                  </a:txBody>
                  <a:tcPr anchor="ctr"/>
                </a:tc>
                <a:extLst>
                  <a:ext uri="{0D108BD9-81ED-4DB2-BD59-A6C34878D82A}">
                    <a16:rowId xmlns:a16="http://schemas.microsoft.com/office/drawing/2014/main" val="3661310394"/>
                  </a:ext>
                </a:extLst>
              </a:tr>
              <a:tr h="0">
                <a:tc>
                  <a:txBody>
                    <a:bodyPr/>
                    <a:lstStyle/>
                    <a:p>
                      <a:r>
                        <a:rPr lang="en-ID" b="1"/>
                        <a:t>Risiko Utama</a:t>
                      </a:r>
                      <a:endParaRPr lang="en-ID"/>
                    </a:p>
                  </a:txBody>
                  <a:tcPr anchor="ctr"/>
                </a:tc>
                <a:tc>
                  <a:txBody>
                    <a:bodyPr/>
                    <a:lstStyle/>
                    <a:p>
                      <a:r>
                        <a:rPr lang="it-IT"/>
                        <a:t>Perubahan mahal di tengah jalan</a:t>
                      </a:r>
                    </a:p>
                  </a:txBody>
                  <a:tcPr anchor="ctr"/>
                </a:tc>
                <a:tc>
                  <a:txBody>
                    <a:bodyPr/>
                    <a:lstStyle/>
                    <a:p>
                      <a:r>
                        <a:rPr lang="en-ID"/>
                        <a:t>Scope creep, dokumentasi lemah</a:t>
                      </a:r>
                    </a:p>
                  </a:txBody>
                  <a:tcPr anchor="ctr"/>
                </a:tc>
                <a:tc>
                  <a:txBody>
                    <a:bodyPr/>
                    <a:lstStyle/>
                    <a:p>
                      <a:r>
                        <a:rPr lang="en-ID"/>
                        <a:t>Technical debt, desain terburu-buru</a:t>
                      </a:r>
                    </a:p>
                  </a:txBody>
                  <a:tcPr anchor="ctr"/>
                </a:tc>
                <a:extLst>
                  <a:ext uri="{0D108BD9-81ED-4DB2-BD59-A6C34878D82A}">
                    <a16:rowId xmlns:a16="http://schemas.microsoft.com/office/drawing/2014/main" val="2227797526"/>
                  </a:ext>
                </a:extLst>
              </a:tr>
              <a:tr h="0">
                <a:tc>
                  <a:txBody>
                    <a:bodyPr/>
                    <a:lstStyle/>
                    <a:p>
                      <a:r>
                        <a:rPr lang="en-ID" b="1"/>
                        <a:t>Cocok Untuk</a:t>
                      </a:r>
                      <a:endParaRPr lang="en-ID"/>
                    </a:p>
                  </a:txBody>
                  <a:tcPr anchor="ctr"/>
                </a:tc>
                <a:tc>
                  <a:txBody>
                    <a:bodyPr/>
                    <a:lstStyle/>
                    <a:p>
                      <a:r>
                        <a:rPr lang="en-ID"/>
                        <a:t>Kebutuhan stabil, regulated industry</a:t>
                      </a:r>
                    </a:p>
                  </a:txBody>
                  <a:tcPr anchor="ctr"/>
                </a:tc>
                <a:tc>
                  <a:txBody>
                    <a:bodyPr/>
                    <a:lstStyle/>
                    <a:p>
                      <a:r>
                        <a:rPr lang="en-ID"/>
                        <a:t>Produk digital dinamis</a:t>
                      </a:r>
                    </a:p>
                  </a:txBody>
                  <a:tcPr anchor="ctr"/>
                </a:tc>
                <a:tc>
                  <a:txBody>
                    <a:bodyPr/>
                    <a:lstStyle/>
                    <a:p>
                      <a:r>
                        <a:rPr lang="en-ID" dirty="0" err="1"/>
                        <a:t>Proyek</a:t>
                      </a:r>
                      <a:r>
                        <a:rPr lang="en-ID" dirty="0"/>
                        <a:t> </a:t>
                      </a:r>
                      <a:r>
                        <a:rPr lang="en-ID" dirty="0" err="1"/>
                        <a:t>cepat</a:t>
                      </a:r>
                      <a:r>
                        <a:rPr lang="en-ID" dirty="0"/>
                        <a:t>, </a:t>
                      </a:r>
                      <a:r>
                        <a:rPr lang="en-ID" dirty="0" err="1"/>
                        <a:t>skala</a:t>
                      </a:r>
                      <a:r>
                        <a:rPr lang="en-ID" dirty="0"/>
                        <a:t> </a:t>
                      </a:r>
                      <a:r>
                        <a:rPr lang="en-ID" dirty="0" err="1"/>
                        <a:t>kecil</a:t>
                      </a:r>
                      <a:r>
                        <a:rPr lang="en-ID" dirty="0"/>
                        <a:t>–</a:t>
                      </a:r>
                      <a:r>
                        <a:rPr lang="en-ID" dirty="0" err="1"/>
                        <a:t>menengah</a:t>
                      </a:r>
                      <a:endParaRPr lang="en-ID" dirty="0"/>
                    </a:p>
                  </a:txBody>
                  <a:tcPr anchor="ctr"/>
                </a:tc>
                <a:extLst>
                  <a:ext uri="{0D108BD9-81ED-4DB2-BD59-A6C34878D82A}">
                    <a16:rowId xmlns:a16="http://schemas.microsoft.com/office/drawing/2014/main" val="3417958948"/>
                  </a:ext>
                </a:extLst>
              </a:tr>
            </a:tbl>
          </a:graphicData>
        </a:graphic>
      </p:graphicFrame>
    </p:spTree>
    <p:extLst>
      <p:ext uri="{BB962C8B-B14F-4D97-AF65-F5344CB8AC3E}">
        <p14:creationId xmlns:p14="http://schemas.microsoft.com/office/powerpoint/2010/main" val="3288548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E3D88-1FB8-415F-8330-DB35D20B9DDE}"/>
              </a:ext>
            </a:extLst>
          </p:cNvPr>
          <p:cNvSpPr>
            <a:spLocks noGrp="1"/>
          </p:cNvSpPr>
          <p:nvPr>
            <p:ph type="title"/>
          </p:nvPr>
        </p:nvSpPr>
        <p:spPr/>
        <p:txBody>
          <a:bodyPr/>
          <a:lstStyle/>
          <a:p>
            <a:r>
              <a:rPr lang="en-ID" dirty="0"/>
              <a:t>Implementation</a:t>
            </a:r>
          </a:p>
        </p:txBody>
      </p:sp>
      <p:sp>
        <p:nvSpPr>
          <p:cNvPr id="3" name="Text Placeholder 2">
            <a:extLst>
              <a:ext uri="{FF2B5EF4-FFF2-40B4-BE49-F238E27FC236}">
                <a16:creationId xmlns:a16="http://schemas.microsoft.com/office/drawing/2014/main" id="{D5426E81-A92E-4730-9276-1F30E4511E51}"/>
              </a:ext>
            </a:extLst>
          </p:cNvPr>
          <p:cNvSpPr>
            <a:spLocks noGrp="1"/>
          </p:cNvSpPr>
          <p:nvPr>
            <p:ph type="body" idx="1"/>
          </p:nvPr>
        </p:nvSpPr>
        <p:spPr/>
        <p:txBody>
          <a:bodyPr/>
          <a:lstStyle/>
          <a:p>
            <a:endParaRPr lang="en-ID"/>
          </a:p>
        </p:txBody>
      </p:sp>
    </p:spTree>
    <p:extLst>
      <p:ext uri="{BB962C8B-B14F-4D97-AF65-F5344CB8AC3E}">
        <p14:creationId xmlns:p14="http://schemas.microsoft.com/office/powerpoint/2010/main" val="36725196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4935-3B69-30B7-A980-74F5B398D1CD}"/>
              </a:ext>
            </a:extLst>
          </p:cNvPr>
          <p:cNvSpPr>
            <a:spLocks noGrp="1"/>
          </p:cNvSpPr>
          <p:nvPr>
            <p:ph type="title"/>
          </p:nvPr>
        </p:nvSpPr>
        <p:spPr>
          <a:xfrm>
            <a:off x="543701" y="151649"/>
            <a:ext cx="10515600" cy="818597"/>
          </a:xfrm>
        </p:spPr>
        <p:txBody>
          <a:bodyPr>
            <a:normAutofit/>
          </a:bodyPr>
          <a:lstStyle/>
          <a:p>
            <a:r>
              <a:rPr lang="en-US" dirty="0"/>
              <a:t>Remember These Guys</a:t>
            </a:r>
          </a:p>
        </p:txBody>
      </p:sp>
      <p:sp>
        <p:nvSpPr>
          <p:cNvPr id="4" name="Slide Number Placeholder 3">
            <a:extLst>
              <a:ext uri="{FF2B5EF4-FFF2-40B4-BE49-F238E27FC236}">
                <a16:creationId xmlns:a16="http://schemas.microsoft.com/office/drawing/2014/main" id="{D1D21D6E-EE25-4A41-5972-3B20E3695FDF}"/>
              </a:ext>
            </a:extLst>
          </p:cNvPr>
          <p:cNvSpPr>
            <a:spLocks noGrp="1"/>
          </p:cNvSpPr>
          <p:nvPr>
            <p:ph type="sldNum" sz="quarter" idx="12"/>
          </p:nvPr>
        </p:nvSpPr>
        <p:spPr/>
        <p:txBody>
          <a:bodyPr/>
          <a:lstStyle/>
          <a:p>
            <a:fld id="{F2D6BEEC-707E-44A7-A320-73FE18379FA8}" type="slidenum">
              <a:rPr lang="en-ID" smtClean="0"/>
              <a:t>37</a:t>
            </a:fld>
            <a:endParaRPr lang="en-ID"/>
          </a:p>
        </p:txBody>
      </p:sp>
      <p:sp>
        <p:nvSpPr>
          <p:cNvPr id="6" name="Rectangle 5">
            <a:extLst>
              <a:ext uri="{FF2B5EF4-FFF2-40B4-BE49-F238E27FC236}">
                <a16:creationId xmlns:a16="http://schemas.microsoft.com/office/drawing/2014/main" id="{7087390C-D122-9A06-DC53-975FCAF5658C}"/>
              </a:ext>
            </a:extLst>
          </p:cNvPr>
          <p:cNvSpPr/>
          <p:nvPr/>
        </p:nvSpPr>
        <p:spPr>
          <a:xfrm>
            <a:off x="593386" y="1385219"/>
            <a:ext cx="3579779" cy="68444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 System</a:t>
            </a:r>
          </a:p>
        </p:txBody>
      </p:sp>
      <p:sp>
        <p:nvSpPr>
          <p:cNvPr id="7" name="Rectangle 6">
            <a:extLst>
              <a:ext uri="{FF2B5EF4-FFF2-40B4-BE49-F238E27FC236}">
                <a16:creationId xmlns:a16="http://schemas.microsoft.com/office/drawing/2014/main" id="{E666EBE3-634C-1F44-1CEB-BEFBA5353C53}"/>
              </a:ext>
            </a:extLst>
          </p:cNvPr>
          <p:cNvSpPr/>
          <p:nvPr/>
        </p:nvSpPr>
        <p:spPr>
          <a:xfrm>
            <a:off x="4173165" y="1385219"/>
            <a:ext cx="3579779" cy="684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System</a:t>
            </a:r>
          </a:p>
        </p:txBody>
      </p:sp>
      <p:sp>
        <p:nvSpPr>
          <p:cNvPr id="8" name="Rectangle 7">
            <a:extLst>
              <a:ext uri="{FF2B5EF4-FFF2-40B4-BE49-F238E27FC236}">
                <a16:creationId xmlns:a16="http://schemas.microsoft.com/office/drawing/2014/main" id="{FC8214C4-4F2D-116C-E7F7-53ED01D8F8B5}"/>
              </a:ext>
            </a:extLst>
          </p:cNvPr>
          <p:cNvSpPr/>
          <p:nvPr/>
        </p:nvSpPr>
        <p:spPr>
          <a:xfrm>
            <a:off x="593386" y="2533083"/>
            <a:ext cx="4338537" cy="363434"/>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 System</a:t>
            </a:r>
          </a:p>
        </p:txBody>
      </p:sp>
      <p:sp>
        <p:nvSpPr>
          <p:cNvPr id="9" name="Rectangle 8">
            <a:extLst>
              <a:ext uri="{FF2B5EF4-FFF2-40B4-BE49-F238E27FC236}">
                <a16:creationId xmlns:a16="http://schemas.microsoft.com/office/drawing/2014/main" id="{7EEF5088-9071-6EE5-5558-40001BCFA855}"/>
              </a:ext>
            </a:extLst>
          </p:cNvPr>
          <p:cNvSpPr/>
          <p:nvPr/>
        </p:nvSpPr>
        <p:spPr>
          <a:xfrm>
            <a:off x="2850203" y="2880456"/>
            <a:ext cx="4902741" cy="36343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System</a:t>
            </a:r>
          </a:p>
        </p:txBody>
      </p:sp>
      <p:sp>
        <p:nvSpPr>
          <p:cNvPr id="10" name="Rectangle 9">
            <a:extLst>
              <a:ext uri="{FF2B5EF4-FFF2-40B4-BE49-F238E27FC236}">
                <a16:creationId xmlns:a16="http://schemas.microsoft.com/office/drawing/2014/main" id="{57B63BB8-A8DA-8D0C-5E0D-059A53843E3C}"/>
              </a:ext>
            </a:extLst>
          </p:cNvPr>
          <p:cNvSpPr/>
          <p:nvPr/>
        </p:nvSpPr>
        <p:spPr>
          <a:xfrm>
            <a:off x="593386" y="3772047"/>
            <a:ext cx="3579779" cy="68444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 System</a:t>
            </a:r>
          </a:p>
        </p:txBody>
      </p:sp>
      <p:sp>
        <p:nvSpPr>
          <p:cNvPr id="11" name="Rectangle 10">
            <a:extLst>
              <a:ext uri="{FF2B5EF4-FFF2-40B4-BE49-F238E27FC236}">
                <a16:creationId xmlns:a16="http://schemas.microsoft.com/office/drawing/2014/main" id="{7BD97981-12FE-FE95-BE3A-19B986D963BD}"/>
              </a:ext>
            </a:extLst>
          </p:cNvPr>
          <p:cNvSpPr/>
          <p:nvPr/>
        </p:nvSpPr>
        <p:spPr>
          <a:xfrm>
            <a:off x="4173165" y="3772047"/>
            <a:ext cx="3579779" cy="684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System</a:t>
            </a:r>
          </a:p>
        </p:txBody>
      </p:sp>
      <p:sp>
        <p:nvSpPr>
          <p:cNvPr id="12" name="Rectangle 11">
            <a:extLst>
              <a:ext uri="{FF2B5EF4-FFF2-40B4-BE49-F238E27FC236}">
                <a16:creationId xmlns:a16="http://schemas.microsoft.com/office/drawing/2014/main" id="{BAA18635-09E8-DD82-4258-DB7A2819D248}"/>
              </a:ext>
            </a:extLst>
          </p:cNvPr>
          <p:cNvSpPr/>
          <p:nvPr/>
        </p:nvSpPr>
        <p:spPr>
          <a:xfrm>
            <a:off x="3325692" y="3772047"/>
            <a:ext cx="847473" cy="19525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016B8E4-BFD3-6AFC-7F48-B9FA0642FA6F}"/>
              </a:ext>
            </a:extLst>
          </p:cNvPr>
          <p:cNvSpPr/>
          <p:nvPr/>
        </p:nvSpPr>
        <p:spPr>
          <a:xfrm>
            <a:off x="3617570" y="3937703"/>
            <a:ext cx="847473" cy="19525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E907258-4995-2150-3003-0C2FAEB8E274}"/>
              </a:ext>
            </a:extLst>
          </p:cNvPr>
          <p:cNvSpPr/>
          <p:nvPr/>
        </p:nvSpPr>
        <p:spPr>
          <a:xfrm>
            <a:off x="3915688" y="4091217"/>
            <a:ext cx="847473" cy="19525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1F7986-1F6D-E6E5-3941-03DBC8DB5725}"/>
              </a:ext>
            </a:extLst>
          </p:cNvPr>
          <p:cNvSpPr/>
          <p:nvPr/>
        </p:nvSpPr>
        <p:spPr>
          <a:xfrm>
            <a:off x="593386" y="4971214"/>
            <a:ext cx="3579779" cy="684447"/>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Old System</a:t>
            </a:r>
          </a:p>
        </p:txBody>
      </p:sp>
      <p:sp>
        <p:nvSpPr>
          <p:cNvPr id="19" name="Rectangle 18">
            <a:extLst>
              <a:ext uri="{FF2B5EF4-FFF2-40B4-BE49-F238E27FC236}">
                <a16:creationId xmlns:a16="http://schemas.microsoft.com/office/drawing/2014/main" id="{6EA260FC-9730-11C5-0A17-61ABBBE0038B}"/>
              </a:ext>
            </a:extLst>
          </p:cNvPr>
          <p:cNvSpPr/>
          <p:nvPr/>
        </p:nvSpPr>
        <p:spPr>
          <a:xfrm>
            <a:off x="4173165" y="4971214"/>
            <a:ext cx="3579779" cy="684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System</a:t>
            </a:r>
          </a:p>
        </p:txBody>
      </p:sp>
      <p:sp>
        <p:nvSpPr>
          <p:cNvPr id="20" name="Rectangle 19">
            <a:extLst>
              <a:ext uri="{FF2B5EF4-FFF2-40B4-BE49-F238E27FC236}">
                <a16:creationId xmlns:a16="http://schemas.microsoft.com/office/drawing/2014/main" id="{6BC77BE0-6202-E486-3034-3E3ECC3C64E9}"/>
              </a:ext>
            </a:extLst>
          </p:cNvPr>
          <p:cNvSpPr/>
          <p:nvPr/>
        </p:nvSpPr>
        <p:spPr>
          <a:xfrm>
            <a:off x="3325692" y="4971214"/>
            <a:ext cx="847473" cy="19525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796D5FA-5A0A-B71B-ECD7-05F26E47F454}"/>
              </a:ext>
            </a:extLst>
          </p:cNvPr>
          <p:cNvSpPr txBox="1"/>
          <p:nvPr/>
        </p:nvSpPr>
        <p:spPr>
          <a:xfrm>
            <a:off x="8356060" y="1385219"/>
            <a:ext cx="2703241" cy="461665"/>
          </a:xfrm>
          <a:prstGeom prst="rect">
            <a:avLst/>
          </a:prstGeom>
          <a:noFill/>
        </p:spPr>
        <p:txBody>
          <a:bodyPr wrap="none" rtlCol="0">
            <a:spAutoFit/>
          </a:bodyPr>
          <a:lstStyle/>
          <a:p>
            <a:r>
              <a:rPr lang="en-US" sz="2400" b="1" dirty="0"/>
              <a:t>Direct Conversion</a:t>
            </a:r>
          </a:p>
        </p:txBody>
      </p:sp>
      <p:sp>
        <p:nvSpPr>
          <p:cNvPr id="24" name="TextBox 23">
            <a:extLst>
              <a:ext uri="{FF2B5EF4-FFF2-40B4-BE49-F238E27FC236}">
                <a16:creationId xmlns:a16="http://schemas.microsoft.com/office/drawing/2014/main" id="{CD4061E7-EEA2-16DE-E7A8-14D39E2300CC}"/>
              </a:ext>
            </a:extLst>
          </p:cNvPr>
          <p:cNvSpPr txBox="1"/>
          <p:nvPr/>
        </p:nvSpPr>
        <p:spPr>
          <a:xfrm>
            <a:off x="8356060" y="2639637"/>
            <a:ext cx="2910733" cy="461665"/>
          </a:xfrm>
          <a:prstGeom prst="rect">
            <a:avLst/>
          </a:prstGeom>
          <a:noFill/>
        </p:spPr>
        <p:txBody>
          <a:bodyPr wrap="none" rtlCol="0">
            <a:spAutoFit/>
          </a:bodyPr>
          <a:lstStyle/>
          <a:p>
            <a:r>
              <a:rPr lang="en-US" sz="2400" b="1" dirty="0"/>
              <a:t>Parallel Conversion</a:t>
            </a:r>
          </a:p>
        </p:txBody>
      </p:sp>
      <p:sp>
        <p:nvSpPr>
          <p:cNvPr id="25" name="TextBox 24">
            <a:extLst>
              <a:ext uri="{FF2B5EF4-FFF2-40B4-BE49-F238E27FC236}">
                <a16:creationId xmlns:a16="http://schemas.microsoft.com/office/drawing/2014/main" id="{024D39A3-01CB-7237-4DD9-06D8F2A8877B}"/>
              </a:ext>
            </a:extLst>
          </p:cNvPr>
          <p:cNvSpPr txBox="1"/>
          <p:nvPr/>
        </p:nvSpPr>
        <p:spPr>
          <a:xfrm>
            <a:off x="8356060" y="3878615"/>
            <a:ext cx="3072188" cy="461665"/>
          </a:xfrm>
          <a:prstGeom prst="rect">
            <a:avLst/>
          </a:prstGeom>
          <a:noFill/>
        </p:spPr>
        <p:txBody>
          <a:bodyPr wrap="none" rtlCol="0">
            <a:spAutoFit/>
          </a:bodyPr>
          <a:lstStyle/>
          <a:p>
            <a:r>
              <a:rPr lang="en-US" sz="2400" b="1" dirty="0"/>
              <a:t>Phase-in Conversion</a:t>
            </a:r>
          </a:p>
        </p:txBody>
      </p:sp>
      <p:sp>
        <p:nvSpPr>
          <p:cNvPr id="26" name="TextBox 25">
            <a:extLst>
              <a:ext uri="{FF2B5EF4-FFF2-40B4-BE49-F238E27FC236}">
                <a16:creationId xmlns:a16="http://schemas.microsoft.com/office/drawing/2014/main" id="{C094C064-105E-DA83-14A9-682A90C62C28}"/>
              </a:ext>
            </a:extLst>
          </p:cNvPr>
          <p:cNvSpPr txBox="1"/>
          <p:nvPr/>
        </p:nvSpPr>
        <p:spPr>
          <a:xfrm>
            <a:off x="8356060" y="5068843"/>
            <a:ext cx="2488695" cy="461665"/>
          </a:xfrm>
          <a:prstGeom prst="rect">
            <a:avLst/>
          </a:prstGeom>
          <a:noFill/>
        </p:spPr>
        <p:txBody>
          <a:bodyPr wrap="none" rtlCol="0">
            <a:spAutoFit/>
          </a:bodyPr>
          <a:lstStyle/>
          <a:p>
            <a:r>
              <a:rPr lang="en-US" sz="2400" b="1" dirty="0"/>
              <a:t>Pilot Conversion</a:t>
            </a:r>
          </a:p>
        </p:txBody>
      </p:sp>
    </p:spTree>
    <p:extLst>
      <p:ext uri="{BB962C8B-B14F-4D97-AF65-F5344CB8AC3E}">
        <p14:creationId xmlns:p14="http://schemas.microsoft.com/office/powerpoint/2010/main" val="1929889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Source Serif Pro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1022</TotalTime>
  <Words>2608</Words>
  <Application>Microsoft Office PowerPoint</Application>
  <PresentationFormat>Widescreen</PresentationFormat>
  <Paragraphs>472</Paragraphs>
  <Slides>37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vt:lpstr>
      <vt:lpstr>Britannic Bold</vt:lpstr>
      <vt:lpstr>Calibri</vt:lpstr>
      <vt:lpstr>Cambria Math</vt:lpstr>
      <vt:lpstr>Monotype Corsiva</vt:lpstr>
      <vt:lpstr>Segoe Sans</vt:lpstr>
      <vt:lpstr>Segoe UI</vt:lpstr>
      <vt:lpstr>Segoe UI Light</vt:lpstr>
      <vt:lpstr>Source Serif Pro Black</vt:lpstr>
      <vt:lpstr>Office Theme</vt:lpstr>
      <vt:lpstr>Domain III Practicum</vt:lpstr>
      <vt:lpstr>Class Recap</vt:lpstr>
      <vt:lpstr>Class Roadmap</vt:lpstr>
      <vt:lpstr>Covered So Far</vt:lpstr>
      <vt:lpstr>Reflection - A Note on Adaptation</vt:lpstr>
      <vt:lpstr>PowerPoint Presentation</vt:lpstr>
      <vt:lpstr>Intro</vt:lpstr>
      <vt:lpstr>Gist of Domain 3 (again)</vt:lpstr>
      <vt:lpstr>Acquisition</vt:lpstr>
      <vt:lpstr>Let’s Math</vt:lpstr>
      <vt:lpstr>Time Value of Money</vt:lpstr>
      <vt:lpstr>Payback Period</vt:lpstr>
      <vt:lpstr>Why Payback Period Matters?</vt:lpstr>
      <vt:lpstr>Net Present Value (NPV)</vt:lpstr>
      <vt:lpstr>Net Present Value (NPV) - Example</vt:lpstr>
      <vt:lpstr>Importance of NPV</vt:lpstr>
      <vt:lpstr>Internal Rate of Return (IRR)</vt:lpstr>
      <vt:lpstr>Importance of IRR</vt:lpstr>
      <vt:lpstr>Case Study I</vt:lpstr>
      <vt:lpstr>Case Study II</vt:lpstr>
      <vt:lpstr>Case Study III</vt:lpstr>
      <vt:lpstr>Case Study IV</vt:lpstr>
      <vt:lpstr>Case Study V</vt:lpstr>
      <vt:lpstr>Development</vt:lpstr>
      <vt:lpstr>System Development Is Different With AI</vt:lpstr>
      <vt:lpstr>Agile Methodologies</vt:lpstr>
      <vt:lpstr>Agile Methodologies: Scrum</vt:lpstr>
      <vt:lpstr>Agile Methodologies: Extreme Programming (XP)</vt:lpstr>
      <vt:lpstr>Agile Methodologies: Unified Process</vt:lpstr>
      <vt:lpstr>Prototyping – The Old Way</vt:lpstr>
      <vt:lpstr>Prototyping – The AI Way</vt:lpstr>
      <vt:lpstr>Let’s Try Creating A Prototype with AI</vt:lpstr>
      <vt:lpstr>Let’s Try Creating A Prototype with AI</vt:lpstr>
      <vt:lpstr>Evaluate, Rebuild</vt:lpstr>
      <vt:lpstr>Methodologies In A Nutshell</vt:lpstr>
      <vt:lpstr>Implementation</vt:lpstr>
      <vt:lpstr>Remember These Guys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Konsep dan Peran SI &amp; TI</dc:title>
  <dc:creator>Teuku Raja Irfan Radarma</dc:creator>
  <cp:lastModifiedBy>Teuku Raja Irfan Radarma</cp:lastModifiedBy>
  <cp:revision>15</cp:revision>
  <dcterms:created xsi:type="dcterms:W3CDTF">2023-09-18T04:21:25Z</dcterms:created>
  <dcterms:modified xsi:type="dcterms:W3CDTF">2026-06-28T06:56:58Z</dcterms:modified>
</cp:coreProperties>
</file>