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62" r:id="rId2"/>
    <p:sldId id="260" r:id="rId3"/>
    <p:sldId id="257" r:id="rId4"/>
    <p:sldId id="304" r:id="rId5"/>
    <p:sldId id="263" r:id="rId6"/>
    <p:sldId id="264" r:id="rId7"/>
    <p:sldId id="416" r:id="rId8"/>
    <p:sldId id="359" r:id="rId9"/>
    <p:sldId id="259" r:id="rId10"/>
    <p:sldId id="417" r:id="rId11"/>
    <p:sldId id="418" r:id="rId12"/>
    <p:sldId id="419" r:id="rId13"/>
    <p:sldId id="420" r:id="rId14"/>
    <p:sldId id="421" r:id="rId15"/>
    <p:sldId id="265" r:id="rId16"/>
    <p:sldId id="266" r:id="rId17"/>
    <p:sldId id="267" r:id="rId18"/>
    <p:sldId id="422" r:id="rId19"/>
    <p:sldId id="424" r:id="rId20"/>
    <p:sldId id="258" r:id="rId21"/>
    <p:sldId id="425" r:id="rId22"/>
    <p:sldId id="426" r:id="rId23"/>
    <p:sldId id="261" r:id="rId24"/>
    <p:sldId id="427" r:id="rId25"/>
    <p:sldId id="428" r:id="rId26"/>
    <p:sldId id="429" r:id="rId27"/>
    <p:sldId id="430" r:id="rId28"/>
    <p:sldId id="431" r:id="rId29"/>
    <p:sldId id="432" r:id="rId30"/>
    <p:sldId id="268" r:id="rId31"/>
    <p:sldId id="269" r:id="rId32"/>
    <p:sldId id="270" r:id="rId33"/>
    <p:sldId id="271" r:id="rId34"/>
    <p:sldId id="433" r:id="rId35"/>
    <p:sldId id="435" r:id="rId36"/>
    <p:sldId id="436" r:id="rId37"/>
    <p:sldId id="437" r:id="rId38"/>
    <p:sldId id="438" r:id="rId39"/>
    <p:sldId id="439" r:id="rId40"/>
    <p:sldId id="440" r:id="rId41"/>
    <p:sldId id="441" r:id="rId42"/>
    <p:sldId id="442" r:id="rId43"/>
    <p:sldId id="443" r:id="rId44"/>
    <p:sldId id="444" r:id="rId45"/>
    <p:sldId id="445" r:id="rId46"/>
    <p:sldId id="446" r:id="rId47"/>
    <p:sldId id="447" r:id="rId48"/>
    <p:sldId id="448" r:id="rId49"/>
    <p:sldId id="434"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0294"/>
    <a:srgbClr val="1A2456"/>
    <a:srgbClr val="FFC000"/>
    <a:srgbClr val="172C51"/>
    <a:srgbClr val="E4D304"/>
    <a:srgbClr val="4472C4"/>
    <a:srgbClr val="3F396D"/>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24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uku Raja Irfan Radarma" userId="cf428174-95ba-4576-8554-3a3b8ffa52b7" providerId="ADAL" clId="{83E20BB8-4A7C-498C-AB58-C17563E956FB}"/>
    <pc:docChg chg="undo custSel addSld delSld modSld sldOrd">
      <pc:chgData name="Teuku Raja Irfan Radarma" userId="cf428174-95ba-4576-8554-3a3b8ffa52b7" providerId="ADAL" clId="{83E20BB8-4A7C-498C-AB58-C17563E956FB}" dt="2026-07-05T16:46:47.463" v="1332" actId="404"/>
      <pc:docMkLst>
        <pc:docMk/>
      </pc:docMkLst>
      <pc:sldChg chg="modSp mod">
        <pc:chgData name="Teuku Raja Irfan Radarma" userId="cf428174-95ba-4576-8554-3a3b8ffa52b7" providerId="ADAL" clId="{83E20BB8-4A7C-498C-AB58-C17563E956FB}" dt="2026-06-28T08:27:26.516" v="48" actId="400"/>
        <pc:sldMkLst>
          <pc:docMk/>
          <pc:sldMk cId="4030995347" sldId="257"/>
        </pc:sldMkLst>
        <pc:spChg chg="mod">
          <ac:chgData name="Teuku Raja Irfan Radarma" userId="cf428174-95ba-4576-8554-3a3b8ffa52b7" providerId="ADAL" clId="{83E20BB8-4A7C-498C-AB58-C17563E956FB}" dt="2026-06-28T08:27:26.516" v="48" actId="400"/>
          <ac:spMkLst>
            <pc:docMk/>
            <pc:sldMk cId="4030995347" sldId="257"/>
            <ac:spMk id="3" creationId="{940F5DB3-7A6F-EDD4-9F33-B3FF6161C717}"/>
          </ac:spMkLst>
        </pc:spChg>
      </pc:sldChg>
      <pc:sldChg chg="delSp modSp add mod setBg">
        <pc:chgData name="Teuku Raja Irfan Radarma" userId="cf428174-95ba-4576-8554-3a3b8ffa52b7" providerId="ADAL" clId="{83E20BB8-4A7C-498C-AB58-C17563E956FB}" dt="2026-07-05T04:59:39.877" v="737" actId="14100"/>
        <pc:sldMkLst>
          <pc:docMk/>
          <pc:sldMk cId="0" sldId="258"/>
        </pc:sldMkLst>
        <pc:spChg chg="del">
          <ac:chgData name="Teuku Raja Irfan Radarma" userId="cf428174-95ba-4576-8554-3a3b8ffa52b7" providerId="ADAL" clId="{83E20BB8-4A7C-498C-AB58-C17563E956FB}" dt="2026-07-05T04:59:37.498" v="736" actId="478"/>
          <ac:spMkLst>
            <pc:docMk/>
            <pc:sldMk cId="0" sldId="258"/>
            <ac:spMk id="2" creationId="{00000000-0000-0000-0000-000000000000}"/>
          </ac:spMkLst>
        </pc:spChg>
        <pc:spChg chg="mod">
          <ac:chgData name="Teuku Raja Irfan Radarma" userId="cf428174-95ba-4576-8554-3a3b8ffa52b7" providerId="ADAL" clId="{83E20BB8-4A7C-498C-AB58-C17563E956FB}" dt="2026-07-05T04:59:39.877" v="737" actId="14100"/>
          <ac:spMkLst>
            <pc:docMk/>
            <pc:sldMk cId="0" sldId="258"/>
            <ac:spMk id="4" creationId="{00000000-0000-0000-0000-000000000000}"/>
          </ac:spMkLst>
        </pc:spChg>
      </pc:sldChg>
      <pc:sldChg chg="modSp add mod setBg">
        <pc:chgData name="Teuku Raja Irfan Radarma" userId="cf428174-95ba-4576-8554-3a3b8ffa52b7" providerId="ADAL" clId="{83E20BB8-4A7C-498C-AB58-C17563E956FB}" dt="2026-06-28T08:31:38.063" v="264" actId="207"/>
        <pc:sldMkLst>
          <pc:docMk/>
          <pc:sldMk cId="0" sldId="259"/>
        </pc:sldMkLst>
        <pc:spChg chg="mod">
          <ac:chgData name="Teuku Raja Irfan Radarma" userId="cf428174-95ba-4576-8554-3a3b8ffa52b7" providerId="ADAL" clId="{83E20BB8-4A7C-498C-AB58-C17563E956FB}" dt="2026-06-28T08:31:28.994" v="263" actId="207"/>
          <ac:spMkLst>
            <pc:docMk/>
            <pc:sldMk cId="0" sldId="259"/>
            <ac:spMk id="14" creationId="{00000000-0000-0000-0000-000000000000}"/>
          </ac:spMkLst>
        </pc:spChg>
        <pc:spChg chg="mod">
          <ac:chgData name="Teuku Raja Irfan Radarma" userId="cf428174-95ba-4576-8554-3a3b8ffa52b7" providerId="ADAL" clId="{83E20BB8-4A7C-498C-AB58-C17563E956FB}" dt="2026-06-28T08:31:38.063" v="264" actId="207"/>
          <ac:spMkLst>
            <pc:docMk/>
            <pc:sldMk cId="0" sldId="259"/>
            <ac:spMk id="16" creationId="{00000000-0000-0000-0000-000000000000}"/>
          </ac:spMkLst>
        </pc:spChg>
        <pc:spChg chg="mod">
          <ac:chgData name="Teuku Raja Irfan Radarma" userId="cf428174-95ba-4576-8554-3a3b8ffa52b7" providerId="ADAL" clId="{83E20BB8-4A7C-498C-AB58-C17563E956FB}" dt="2026-06-28T08:31:38.063" v="264" actId="207"/>
          <ac:spMkLst>
            <pc:docMk/>
            <pc:sldMk cId="0" sldId="259"/>
            <ac:spMk id="17" creationId="{00000000-0000-0000-0000-000000000000}"/>
          </ac:spMkLst>
        </pc:spChg>
        <pc:spChg chg="mod">
          <ac:chgData name="Teuku Raja Irfan Radarma" userId="cf428174-95ba-4576-8554-3a3b8ffa52b7" providerId="ADAL" clId="{83E20BB8-4A7C-498C-AB58-C17563E956FB}" dt="2026-06-28T08:31:38.063" v="264" actId="207"/>
          <ac:spMkLst>
            <pc:docMk/>
            <pc:sldMk cId="0" sldId="259"/>
            <ac:spMk id="18" creationId="{00000000-0000-0000-0000-000000000000}"/>
          </ac:spMkLst>
        </pc:spChg>
        <pc:spChg chg="mod">
          <ac:chgData name="Teuku Raja Irfan Radarma" userId="cf428174-95ba-4576-8554-3a3b8ffa52b7" providerId="ADAL" clId="{83E20BB8-4A7C-498C-AB58-C17563E956FB}" dt="2026-06-28T08:31:38.063" v="264" actId="207"/>
          <ac:spMkLst>
            <pc:docMk/>
            <pc:sldMk cId="0" sldId="259"/>
            <ac:spMk id="19" creationId="{00000000-0000-0000-0000-000000000000}"/>
          </ac:spMkLst>
        </pc:spChg>
        <pc:spChg chg="mod">
          <ac:chgData name="Teuku Raja Irfan Radarma" userId="cf428174-95ba-4576-8554-3a3b8ffa52b7" providerId="ADAL" clId="{83E20BB8-4A7C-498C-AB58-C17563E956FB}" dt="2026-06-28T08:31:38.063" v="264" actId="207"/>
          <ac:spMkLst>
            <pc:docMk/>
            <pc:sldMk cId="0" sldId="259"/>
            <ac:spMk id="20" creationId="{00000000-0000-0000-0000-000000000000}"/>
          </ac:spMkLst>
        </pc:spChg>
        <pc:spChg chg="mod">
          <ac:chgData name="Teuku Raja Irfan Radarma" userId="cf428174-95ba-4576-8554-3a3b8ffa52b7" providerId="ADAL" clId="{83E20BB8-4A7C-498C-AB58-C17563E956FB}" dt="2026-06-28T08:31:38.063" v="264" actId="207"/>
          <ac:spMkLst>
            <pc:docMk/>
            <pc:sldMk cId="0" sldId="259"/>
            <ac:spMk id="21" creationId="{00000000-0000-0000-0000-000000000000}"/>
          </ac:spMkLst>
        </pc:spChg>
        <pc:spChg chg="mod">
          <ac:chgData name="Teuku Raja Irfan Radarma" userId="cf428174-95ba-4576-8554-3a3b8ffa52b7" providerId="ADAL" clId="{83E20BB8-4A7C-498C-AB58-C17563E956FB}" dt="2026-06-28T08:31:38.063" v="264" actId="207"/>
          <ac:spMkLst>
            <pc:docMk/>
            <pc:sldMk cId="0" sldId="259"/>
            <ac:spMk id="22" creationId="{00000000-0000-0000-0000-000000000000}"/>
          </ac:spMkLst>
        </pc:spChg>
        <pc:spChg chg="mod">
          <ac:chgData name="Teuku Raja Irfan Radarma" userId="cf428174-95ba-4576-8554-3a3b8ffa52b7" providerId="ADAL" clId="{83E20BB8-4A7C-498C-AB58-C17563E956FB}" dt="2026-06-28T08:31:38.063" v="264" actId="207"/>
          <ac:spMkLst>
            <pc:docMk/>
            <pc:sldMk cId="0" sldId="259"/>
            <ac:spMk id="23" creationId="{00000000-0000-0000-0000-000000000000}"/>
          </ac:spMkLst>
        </pc:spChg>
        <pc:spChg chg="mod">
          <ac:chgData name="Teuku Raja Irfan Radarma" userId="cf428174-95ba-4576-8554-3a3b8ffa52b7" providerId="ADAL" clId="{83E20BB8-4A7C-498C-AB58-C17563E956FB}" dt="2026-06-28T08:31:38.063" v="264" actId="207"/>
          <ac:spMkLst>
            <pc:docMk/>
            <pc:sldMk cId="0" sldId="259"/>
            <ac:spMk id="24" creationId="{00000000-0000-0000-0000-000000000000}"/>
          </ac:spMkLst>
        </pc:spChg>
      </pc:sldChg>
      <pc:sldChg chg="delSp modSp add del mod setBg">
        <pc:chgData name="Teuku Raja Irfan Radarma" userId="cf428174-95ba-4576-8554-3a3b8ffa52b7" providerId="ADAL" clId="{83E20BB8-4A7C-498C-AB58-C17563E956FB}" dt="2026-07-05T04:59:52.993" v="742" actId="403"/>
        <pc:sldMkLst>
          <pc:docMk/>
          <pc:sldMk cId="0" sldId="261"/>
        </pc:sldMkLst>
        <pc:spChg chg="del mod">
          <ac:chgData name="Teuku Raja Irfan Radarma" userId="cf428174-95ba-4576-8554-3a3b8ffa52b7" providerId="ADAL" clId="{83E20BB8-4A7C-498C-AB58-C17563E956FB}" dt="2026-07-05T04:59:49.552" v="740" actId="478"/>
          <ac:spMkLst>
            <pc:docMk/>
            <pc:sldMk cId="0" sldId="261"/>
            <ac:spMk id="2" creationId="{00000000-0000-0000-0000-000000000000}"/>
          </ac:spMkLst>
        </pc:spChg>
        <pc:spChg chg="mod">
          <ac:chgData name="Teuku Raja Irfan Radarma" userId="cf428174-95ba-4576-8554-3a3b8ffa52b7" providerId="ADAL" clId="{83E20BB8-4A7C-498C-AB58-C17563E956FB}" dt="2026-07-05T04:07:18.031" v="694" actId="14100"/>
          <ac:spMkLst>
            <pc:docMk/>
            <pc:sldMk cId="0" sldId="261"/>
            <ac:spMk id="3" creationId="{00000000-0000-0000-0000-000000000000}"/>
          </ac:spMkLst>
        </pc:spChg>
        <pc:spChg chg="mod">
          <ac:chgData name="Teuku Raja Irfan Radarma" userId="cf428174-95ba-4576-8554-3a3b8ffa52b7" providerId="ADAL" clId="{83E20BB8-4A7C-498C-AB58-C17563E956FB}" dt="2026-07-05T04:59:52.993" v="742" actId="403"/>
          <ac:spMkLst>
            <pc:docMk/>
            <pc:sldMk cId="0" sldId="261"/>
            <ac:spMk id="4" creationId="{00000000-0000-0000-0000-000000000000}"/>
          </ac:spMkLst>
        </pc:spChg>
        <pc:spChg chg="mod">
          <ac:chgData name="Teuku Raja Irfan Radarma" userId="cf428174-95ba-4576-8554-3a3b8ffa52b7" providerId="ADAL" clId="{83E20BB8-4A7C-498C-AB58-C17563E956FB}" dt="2026-07-05T04:09:47.391" v="697" actId="14100"/>
          <ac:spMkLst>
            <pc:docMk/>
            <pc:sldMk cId="0" sldId="261"/>
            <ac:spMk id="6" creationId="{00000000-0000-0000-0000-000000000000}"/>
          </ac:spMkLst>
        </pc:spChg>
        <pc:spChg chg="mod">
          <ac:chgData name="Teuku Raja Irfan Radarma" userId="cf428174-95ba-4576-8554-3a3b8ffa52b7" providerId="ADAL" clId="{83E20BB8-4A7C-498C-AB58-C17563E956FB}" dt="2026-07-05T04:09:47.391" v="697" actId="14100"/>
          <ac:spMkLst>
            <pc:docMk/>
            <pc:sldMk cId="0" sldId="261"/>
            <ac:spMk id="7" creationId="{00000000-0000-0000-0000-000000000000}"/>
          </ac:spMkLst>
        </pc:spChg>
        <pc:spChg chg="mod">
          <ac:chgData name="Teuku Raja Irfan Radarma" userId="cf428174-95ba-4576-8554-3a3b8ffa52b7" providerId="ADAL" clId="{83E20BB8-4A7C-498C-AB58-C17563E956FB}" dt="2026-07-05T04:09:47.391" v="697" actId="14100"/>
          <ac:spMkLst>
            <pc:docMk/>
            <pc:sldMk cId="0" sldId="261"/>
            <ac:spMk id="8" creationId="{00000000-0000-0000-0000-000000000000}"/>
          </ac:spMkLst>
        </pc:spChg>
        <pc:spChg chg="mod">
          <ac:chgData name="Teuku Raja Irfan Radarma" userId="cf428174-95ba-4576-8554-3a3b8ffa52b7" providerId="ADAL" clId="{83E20BB8-4A7C-498C-AB58-C17563E956FB}" dt="2026-07-05T04:09:47.391" v="697" actId="14100"/>
          <ac:spMkLst>
            <pc:docMk/>
            <pc:sldMk cId="0" sldId="261"/>
            <ac:spMk id="9" creationId="{00000000-0000-0000-0000-000000000000}"/>
          </ac:spMkLst>
        </pc:spChg>
        <pc:spChg chg="mod">
          <ac:chgData name="Teuku Raja Irfan Radarma" userId="cf428174-95ba-4576-8554-3a3b8ffa52b7" providerId="ADAL" clId="{83E20BB8-4A7C-498C-AB58-C17563E956FB}" dt="2026-07-05T04:09:47.391" v="697" actId="14100"/>
          <ac:spMkLst>
            <pc:docMk/>
            <pc:sldMk cId="0" sldId="261"/>
            <ac:spMk id="10" creationId="{00000000-0000-0000-0000-000000000000}"/>
          </ac:spMkLst>
        </pc:spChg>
        <pc:spChg chg="mod">
          <ac:chgData name="Teuku Raja Irfan Radarma" userId="cf428174-95ba-4576-8554-3a3b8ffa52b7" providerId="ADAL" clId="{83E20BB8-4A7C-498C-AB58-C17563E956FB}" dt="2026-07-05T04:09:47.391" v="697" actId="14100"/>
          <ac:spMkLst>
            <pc:docMk/>
            <pc:sldMk cId="0" sldId="261"/>
            <ac:spMk id="11" creationId="{00000000-0000-0000-0000-000000000000}"/>
          </ac:spMkLst>
        </pc:spChg>
        <pc:spChg chg="mod">
          <ac:chgData name="Teuku Raja Irfan Radarma" userId="cf428174-95ba-4576-8554-3a3b8ffa52b7" providerId="ADAL" clId="{83E20BB8-4A7C-498C-AB58-C17563E956FB}" dt="2026-07-05T04:09:52.620" v="698" actId="1076"/>
          <ac:spMkLst>
            <pc:docMk/>
            <pc:sldMk cId="0" sldId="261"/>
            <ac:spMk id="12" creationId="{00000000-0000-0000-0000-000000000000}"/>
          </ac:spMkLst>
        </pc:spChg>
        <pc:spChg chg="mod">
          <ac:chgData name="Teuku Raja Irfan Radarma" userId="cf428174-95ba-4576-8554-3a3b8ffa52b7" providerId="ADAL" clId="{83E20BB8-4A7C-498C-AB58-C17563E956FB}" dt="2026-07-05T04:09:52.620" v="698" actId="1076"/>
          <ac:spMkLst>
            <pc:docMk/>
            <pc:sldMk cId="0" sldId="261"/>
            <ac:spMk id="13" creationId="{00000000-0000-0000-0000-000000000000}"/>
          </ac:spMkLst>
        </pc:spChg>
        <pc:spChg chg="mod">
          <ac:chgData name="Teuku Raja Irfan Radarma" userId="cf428174-95ba-4576-8554-3a3b8ffa52b7" providerId="ADAL" clId="{83E20BB8-4A7C-498C-AB58-C17563E956FB}" dt="2026-07-05T04:09:52.620" v="698" actId="1076"/>
          <ac:spMkLst>
            <pc:docMk/>
            <pc:sldMk cId="0" sldId="261"/>
            <ac:spMk id="14" creationId="{00000000-0000-0000-0000-000000000000}"/>
          </ac:spMkLst>
        </pc:spChg>
        <pc:spChg chg="mod">
          <ac:chgData name="Teuku Raja Irfan Radarma" userId="cf428174-95ba-4576-8554-3a3b8ffa52b7" providerId="ADAL" clId="{83E20BB8-4A7C-498C-AB58-C17563E956FB}" dt="2026-07-05T04:09:52.620" v="698" actId="1076"/>
          <ac:spMkLst>
            <pc:docMk/>
            <pc:sldMk cId="0" sldId="261"/>
            <ac:spMk id="15" creationId="{00000000-0000-0000-0000-000000000000}"/>
          </ac:spMkLst>
        </pc:spChg>
        <pc:spChg chg="mod">
          <ac:chgData name="Teuku Raja Irfan Radarma" userId="cf428174-95ba-4576-8554-3a3b8ffa52b7" providerId="ADAL" clId="{83E20BB8-4A7C-498C-AB58-C17563E956FB}" dt="2026-07-05T04:09:52.620" v="698" actId="1076"/>
          <ac:spMkLst>
            <pc:docMk/>
            <pc:sldMk cId="0" sldId="261"/>
            <ac:spMk id="16" creationId="{00000000-0000-0000-0000-000000000000}"/>
          </ac:spMkLst>
        </pc:spChg>
        <pc:spChg chg="mod">
          <ac:chgData name="Teuku Raja Irfan Radarma" userId="cf428174-95ba-4576-8554-3a3b8ffa52b7" providerId="ADAL" clId="{83E20BB8-4A7C-498C-AB58-C17563E956FB}" dt="2026-07-05T04:09:52.620" v="698" actId="1076"/>
          <ac:spMkLst>
            <pc:docMk/>
            <pc:sldMk cId="0" sldId="261"/>
            <ac:spMk id="17" creationId="{00000000-0000-0000-0000-000000000000}"/>
          </ac:spMkLst>
        </pc:spChg>
        <pc:spChg chg="mod">
          <ac:chgData name="Teuku Raja Irfan Radarma" userId="cf428174-95ba-4576-8554-3a3b8ffa52b7" providerId="ADAL" clId="{83E20BB8-4A7C-498C-AB58-C17563E956FB}" dt="2026-07-05T04:09:58.866" v="699" actId="1076"/>
          <ac:spMkLst>
            <pc:docMk/>
            <pc:sldMk cId="0" sldId="261"/>
            <ac:spMk id="18" creationId="{00000000-0000-0000-0000-000000000000}"/>
          </ac:spMkLst>
        </pc:spChg>
        <pc:spChg chg="mod">
          <ac:chgData name="Teuku Raja Irfan Radarma" userId="cf428174-95ba-4576-8554-3a3b8ffa52b7" providerId="ADAL" clId="{83E20BB8-4A7C-498C-AB58-C17563E956FB}" dt="2026-07-05T04:09:58.866" v="699" actId="1076"/>
          <ac:spMkLst>
            <pc:docMk/>
            <pc:sldMk cId="0" sldId="261"/>
            <ac:spMk id="19" creationId="{00000000-0000-0000-0000-000000000000}"/>
          </ac:spMkLst>
        </pc:spChg>
        <pc:spChg chg="mod">
          <ac:chgData name="Teuku Raja Irfan Radarma" userId="cf428174-95ba-4576-8554-3a3b8ffa52b7" providerId="ADAL" clId="{83E20BB8-4A7C-498C-AB58-C17563E956FB}" dt="2026-07-05T04:09:58.866" v="699" actId="1076"/>
          <ac:spMkLst>
            <pc:docMk/>
            <pc:sldMk cId="0" sldId="261"/>
            <ac:spMk id="20" creationId="{00000000-0000-0000-0000-000000000000}"/>
          </ac:spMkLst>
        </pc:spChg>
        <pc:spChg chg="mod">
          <ac:chgData name="Teuku Raja Irfan Radarma" userId="cf428174-95ba-4576-8554-3a3b8ffa52b7" providerId="ADAL" clId="{83E20BB8-4A7C-498C-AB58-C17563E956FB}" dt="2026-07-05T04:09:58.866" v="699" actId="1076"/>
          <ac:spMkLst>
            <pc:docMk/>
            <pc:sldMk cId="0" sldId="261"/>
            <ac:spMk id="21" creationId="{00000000-0000-0000-0000-000000000000}"/>
          </ac:spMkLst>
        </pc:spChg>
        <pc:spChg chg="mod">
          <ac:chgData name="Teuku Raja Irfan Radarma" userId="cf428174-95ba-4576-8554-3a3b8ffa52b7" providerId="ADAL" clId="{83E20BB8-4A7C-498C-AB58-C17563E956FB}" dt="2026-07-05T04:09:58.866" v="699" actId="1076"/>
          <ac:spMkLst>
            <pc:docMk/>
            <pc:sldMk cId="0" sldId="261"/>
            <ac:spMk id="22" creationId="{00000000-0000-0000-0000-000000000000}"/>
          </ac:spMkLst>
        </pc:spChg>
        <pc:spChg chg="mod">
          <ac:chgData name="Teuku Raja Irfan Radarma" userId="cf428174-95ba-4576-8554-3a3b8ffa52b7" providerId="ADAL" clId="{83E20BB8-4A7C-498C-AB58-C17563E956FB}" dt="2026-07-05T04:09:58.866" v="699" actId="1076"/>
          <ac:spMkLst>
            <pc:docMk/>
            <pc:sldMk cId="0" sldId="261"/>
            <ac:spMk id="23" creationId="{00000000-0000-0000-0000-000000000000}"/>
          </ac:spMkLst>
        </pc:spChg>
        <pc:spChg chg="mod">
          <ac:chgData name="Teuku Raja Irfan Radarma" userId="cf428174-95ba-4576-8554-3a3b8ffa52b7" providerId="ADAL" clId="{83E20BB8-4A7C-498C-AB58-C17563E956FB}" dt="2026-07-05T04:10:10.289" v="700" actId="1076"/>
          <ac:spMkLst>
            <pc:docMk/>
            <pc:sldMk cId="0" sldId="261"/>
            <ac:spMk id="24" creationId="{00000000-0000-0000-0000-000000000000}"/>
          </ac:spMkLst>
        </pc:spChg>
        <pc:spChg chg="mod">
          <ac:chgData name="Teuku Raja Irfan Radarma" userId="cf428174-95ba-4576-8554-3a3b8ffa52b7" providerId="ADAL" clId="{83E20BB8-4A7C-498C-AB58-C17563E956FB}" dt="2026-07-05T04:10:10.289" v="700" actId="1076"/>
          <ac:spMkLst>
            <pc:docMk/>
            <pc:sldMk cId="0" sldId="261"/>
            <ac:spMk id="25" creationId="{00000000-0000-0000-0000-000000000000}"/>
          </ac:spMkLst>
        </pc:spChg>
        <pc:spChg chg="mod">
          <ac:chgData name="Teuku Raja Irfan Radarma" userId="cf428174-95ba-4576-8554-3a3b8ffa52b7" providerId="ADAL" clId="{83E20BB8-4A7C-498C-AB58-C17563E956FB}" dt="2026-07-05T04:10:10.289" v="700" actId="1076"/>
          <ac:spMkLst>
            <pc:docMk/>
            <pc:sldMk cId="0" sldId="261"/>
            <ac:spMk id="26" creationId="{00000000-0000-0000-0000-000000000000}"/>
          </ac:spMkLst>
        </pc:spChg>
        <pc:spChg chg="mod">
          <ac:chgData name="Teuku Raja Irfan Radarma" userId="cf428174-95ba-4576-8554-3a3b8ffa52b7" providerId="ADAL" clId="{83E20BB8-4A7C-498C-AB58-C17563E956FB}" dt="2026-07-05T04:10:10.289" v="700" actId="1076"/>
          <ac:spMkLst>
            <pc:docMk/>
            <pc:sldMk cId="0" sldId="261"/>
            <ac:spMk id="27" creationId="{00000000-0000-0000-0000-000000000000}"/>
          </ac:spMkLst>
        </pc:spChg>
        <pc:spChg chg="mod">
          <ac:chgData name="Teuku Raja Irfan Radarma" userId="cf428174-95ba-4576-8554-3a3b8ffa52b7" providerId="ADAL" clId="{83E20BB8-4A7C-498C-AB58-C17563E956FB}" dt="2026-07-05T04:10:10.289" v="700" actId="1076"/>
          <ac:spMkLst>
            <pc:docMk/>
            <pc:sldMk cId="0" sldId="261"/>
            <ac:spMk id="28" creationId="{00000000-0000-0000-0000-000000000000}"/>
          </ac:spMkLst>
        </pc:spChg>
        <pc:spChg chg="mod">
          <ac:chgData name="Teuku Raja Irfan Radarma" userId="cf428174-95ba-4576-8554-3a3b8ffa52b7" providerId="ADAL" clId="{83E20BB8-4A7C-498C-AB58-C17563E956FB}" dt="2026-07-05T04:10:10.289" v="700" actId="1076"/>
          <ac:spMkLst>
            <pc:docMk/>
            <pc:sldMk cId="0" sldId="261"/>
            <ac:spMk id="29" creationId="{00000000-0000-0000-0000-000000000000}"/>
          </ac:spMkLst>
        </pc:spChg>
        <pc:spChg chg="mod">
          <ac:chgData name="Teuku Raja Irfan Radarma" userId="cf428174-95ba-4576-8554-3a3b8ffa52b7" providerId="ADAL" clId="{83E20BB8-4A7C-498C-AB58-C17563E956FB}" dt="2026-07-05T04:10:14.200" v="701" actId="1076"/>
          <ac:spMkLst>
            <pc:docMk/>
            <pc:sldMk cId="0" sldId="261"/>
            <ac:spMk id="30" creationId="{00000000-0000-0000-0000-000000000000}"/>
          </ac:spMkLst>
        </pc:spChg>
        <pc:spChg chg="mod">
          <ac:chgData name="Teuku Raja Irfan Radarma" userId="cf428174-95ba-4576-8554-3a3b8ffa52b7" providerId="ADAL" clId="{83E20BB8-4A7C-498C-AB58-C17563E956FB}" dt="2026-07-05T04:10:14.200" v="701" actId="1076"/>
          <ac:spMkLst>
            <pc:docMk/>
            <pc:sldMk cId="0" sldId="261"/>
            <ac:spMk id="31" creationId="{00000000-0000-0000-0000-000000000000}"/>
          </ac:spMkLst>
        </pc:spChg>
        <pc:spChg chg="mod">
          <ac:chgData name="Teuku Raja Irfan Radarma" userId="cf428174-95ba-4576-8554-3a3b8ffa52b7" providerId="ADAL" clId="{83E20BB8-4A7C-498C-AB58-C17563E956FB}" dt="2026-07-05T04:10:14.200" v="701" actId="1076"/>
          <ac:spMkLst>
            <pc:docMk/>
            <pc:sldMk cId="0" sldId="261"/>
            <ac:spMk id="32" creationId="{00000000-0000-0000-0000-000000000000}"/>
          </ac:spMkLst>
        </pc:spChg>
        <pc:spChg chg="mod">
          <ac:chgData name="Teuku Raja Irfan Radarma" userId="cf428174-95ba-4576-8554-3a3b8ffa52b7" providerId="ADAL" clId="{83E20BB8-4A7C-498C-AB58-C17563E956FB}" dt="2026-07-05T04:10:14.200" v="701" actId="1076"/>
          <ac:spMkLst>
            <pc:docMk/>
            <pc:sldMk cId="0" sldId="261"/>
            <ac:spMk id="33" creationId="{00000000-0000-0000-0000-000000000000}"/>
          </ac:spMkLst>
        </pc:spChg>
        <pc:spChg chg="mod">
          <ac:chgData name="Teuku Raja Irfan Radarma" userId="cf428174-95ba-4576-8554-3a3b8ffa52b7" providerId="ADAL" clId="{83E20BB8-4A7C-498C-AB58-C17563E956FB}" dt="2026-07-05T04:10:14.200" v="701" actId="1076"/>
          <ac:spMkLst>
            <pc:docMk/>
            <pc:sldMk cId="0" sldId="261"/>
            <ac:spMk id="34" creationId="{00000000-0000-0000-0000-000000000000}"/>
          </ac:spMkLst>
        </pc:spChg>
        <pc:spChg chg="mod">
          <ac:chgData name="Teuku Raja Irfan Radarma" userId="cf428174-95ba-4576-8554-3a3b8ffa52b7" providerId="ADAL" clId="{83E20BB8-4A7C-498C-AB58-C17563E956FB}" dt="2026-07-05T04:10:14.200" v="701" actId="1076"/>
          <ac:spMkLst>
            <pc:docMk/>
            <pc:sldMk cId="0" sldId="261"/>
            <ac:spMk id="35" creationId="{00000000-0000-0000-0000-000000000000}"/>
          </ac:spMkLst>
        </pc:spChg>
        <pc:spChg chg="mod">
          <ac:chgData name="Teuku Raja Irfan Radarma" userId="cf428174-95ba-4576-8554-3a3b8ffa52b7" providerId="ADAL" clId="{83E20BB8-4A7C-498C-AB58-C17563E956FB}" dt="2026-07-05T04:10:32.773" v="710" actId="14100"/>
          <ac:spMkLst>
            <pc:docMk/>
            <pc:sldMk cId="0" sldId="261"/>
            <ac:spMk id="36" creationId="{00000000-0000-0000-0000-000000000000}"/>
          </ac:spMkLst>
        </pc:spChg>
        <pc:spChg chg="mod">
          <ac:chgData name="Teuku Raja Irfan Radarma" userId="cf428174-95ba-4576-8554-3a3b8ffa52b7" providerId="ADAL" clId="{83E20BB8-4A7C-498C-AB58-C17563E956FB}" dt="2026-07-05T04:10:38.362" v="711" actId="14100"/>
          <ac:spMkLst>
            <pc:docMk/>
            <pc:sldMk cId="0" sldId="261"/>
            <ac:spMk id="37" creationId="{00000000-0000-0000-0000-000000000000}"/>
          </ac:spMkLst>
        </pc:spChg>
      </pc:sldChg>
      <pc:sldChg chg="modSp mod">
        <pc:chgData name="Teuku Raja Irfan Radarma" userId="cf428174-95ba-4576-8554-3a3b8ffa52b7" providerId="ADAL" clId="{83E20BB8-4A7C-498C-AB58-C17563E956FB}" dt="2026-06-28T08:27:18.211" v="45" actId="20577"/>
        <pc:sldMkLst>
          <pc:docMk/>
          <pc:sldMk cId="911610319" sldId="262"/>
        </pc:sldMkLst>
        <pc:spChg chg="mod">
          <ac:chgData name="Teuku Raja Irfan Radarma" userId="cf428174-95ba-4576-8554-3a3b8ffa52b7" providerId="ADAL" clId="{83E20BB8-4A7C-498C-AB58-C17563E956FB}" dt="2026-06-28T08:27:15.618" v="44" actId="20577"/>
          <ac:spMkLst>
            <pc:docMk/>
            <pc:sldMk cId="911610319" sldId="262"/>
            <ac:spMk id="3" creationId="{B17BBDE0-3A4E-3EA2-60B0-F9756E347209}"/>
          </ac:spMkLst>
        </pc:spChg>
        <pc:spChg chg="mod">
          <ac:chgData name="Teuku Raja Irfan Radarma" userId="cf428174-95ba-4576-8554-3a3b8ffa52b7" providerId="ADAL" clId="{83E20BB8-4A7C-498C-AB58-C17563E956FB}" dt="2026-06-28T08:27:18.211" v="45" actId="20577"/>
          <ac:spMkLst>
            <pc:docMk/>
            <pc:sldMk cId="911610319" sldId="262"/>
            <ac:spMk id="4" creationId="{FFCC89D4-8169-77D5-D53F-1E998B469C40}"/>
          </ac:spMkLst>
        </pc:spChg>
      </pc:sldChg>
      <pc:sldChg chg="modSp mod">
        <pc:chgData name="Teuku Raja Irfan Radarma" userId="cf428174-95ba-4576-8554-3a3b8ffa52b7" providerId="ADAL" clId="{83E20BB8-4A7C-498C-AB58-C17563E956FB}" dt="2026-07-05T15:48:10.944" v="987" actId="20577"/>
        <pc:sldMkLst>
          <pc:docMk/>
          <pc:sldMk cId="3835074240" sldId="263"/>
        </pc:sldMkLst>
        <pc:spChg chg="mod">
          <ac:chgData name="Teuku Raja Irfan Radarma" userId="cf428174-95ba-4576-8554-3a3b8ffa52b7" providerId="ADAL" clId="{83E20BB8-4A7C-498C-AB58-C17563E956FB}" dt="2026-07-05T15:48:10.944" v="987" actId="20577"/>
          <ac:spMkLst>
            <pc:docMk/>
            <pc:sldMk cId="3835074240" sldId="263"/>
            <ac:spMk id="2" creationId="{2079CBE2-7ADF-23F1-83BE-26DF183A5B12}"/>
          </ac:spMkLst>
        </pc:spChg>
      </pc:sldChg>
      <pc:sldChg chg="add setBg">
        <pc:chgData name="Teuku Raja Irfan Radarma" userId="cf428174-95ba-4576-8554-3a3b8ffa52b7" providerId="ADAL" clId="{83E20BB8-4A7C-498C-AB58-C17563E956FB}" dt="2026-06-28T08:35:29.571" v="331"/>
        <pc:sldMkLst>
          <pc:docMk/>
          <pc:sldMk cId="0" sldId="265"/>
        </pc:sldMkLst>
      </pc:sldChg>
      <pc:sldChg chg="modSp add mod setBg">
        <pc:chgData name="Teuku Raja Irfan Radarma" userId="cf428174-95ba-4576-8554-3a3b8ffa52b7" providerId="ADAL" clId="{83E20BB8-4A7C-498C-AB58-C17563E956FB}" dt="2026-06-28T08:36:29.654" v="334" actId="255"/>
        <pc:sldMkLst>
          <pc:docMk/>
          <pc:sldMk cId="0" sldId="266"/>
        </pc:sldMkLst>
        <pc:spChg chg="mod">
          <ac:chgData name="Teuku Raja Irfan Radarma" userId="cf428174-95ba-4576-8554-3a3b8ffa52b7" providerId="ADAL" clId="{83E20BB8-4A7C-498C-AB58-C17563E956FB}" dt="2026-06-28T08:36:29.654" v="334" actId="255"/>
          <ac:spMkLst>
            <pc:docMk/>
            <pc:sldMk cId="0" sldId="266"/>
            <ac:spMk id="26" creationId="{00000000-0000-0000-0000-000000000000}"/>
          </ac:spMkLst>
        </pc:spChg>
      </pc:sldChg>
      <pc:sldChg chg="modSp add mod setBg">
        <pc:chgData name="Teuku Raja Irfan Radarma" userId="cf428174-95ba-4576-8554-3a3b8ffa52b7" providerId="ADAL" clId="{83E20BB8-4A7C-498C-AB58-C17563E956FB}" dt="2026-06-28T08:36:39.045" v="336" actId="404"/>
        <pc:sldMkLst>
          <pc:docMk/>
          <pc:sldMk cId="0" sldId="267"/>
        </pc:sldMkLst>
        <pc:spChg chg="mod">
          <ac:chgData name="Teuku Raja Irfan Radarma" userId="cf428174-95ba-4576-8554-3a3b8ffa52b7" providerId="ADAL" clId="{83E20BB8-4A7C-498C-AB58-C17563E956FB}" dt="2026-06-28T08:36:39.045" v="336" actId="404"/>
          <ac:spMkLst>
            <pc:docMk/>
            <pc:sldMk cId="0" sldId="267"/>
            <ac:spMk id="26" creationId="{00000000-0000-0000-0000-000000000000}"/>
          </ac:spMkLst>
        </pc:spChg>
      </pc:sldChg>
      <pc:sldChg chg="addSp delSp modSp add mod setBg">
        <pc:chgData name="Teuku Raja Irfan Radarma" userId="cf428174-95ba-4576-8554-3a3b8ffa52b7" providerId="ADAL" clId="{83E20BB8-4A7C-498C-AB58-C17563E956FB}" dt="2026-07-05T05:09:21.129" v="887" actId="404"/>
        <pc:sldMkLst>
          <pc:docMk/>
          <pc:sldMk cId="0" sldId="268"/>
        </pc:sldMkLst>
        <pc:spChg chg="del">
          <ac:chgData name="Teuku Raja Irfan Radarma" userId="cf428174-95ba-4576-8554-3a3b8ffa52b7" providerId="ADAL" clId="{83E20BB8-4A7C-498C-AB58-C17563E956FB}" dt="2026-07-05T05:08:02.787" v="869" actId="478"/>
          <ac:spMkLst>
            <pc:docMk/>
            <pc:sldMk cId="0" sldId="268"/>
            <ac:spMk id="2" creationId="{00000000-0000-0000-0000-000000000000}"/>
          </ac:spMkLst>
        </pc:spChg>
        <pc:spChg chg="mod">
          <ac:chgData name="Teuku Raja Irfan Radarma" userId="cf428174-95ba-4576-8554-3a3b8ffa52b7" providerId="ADAL" clId="{83E20BB8-4A7C-498C-AB58-C17563E956FB}" dt="2026-07-05T05:08:17.160" v="870" actId="14100"/>
          <ac:spMkLst>
            <pc:docMk/>
            <pc:sldMk cId="0" sldId="268"/>
            <ac:spMk id="4" creationId="{00000000-0000-0000-0000-000000000000}"/>
          </ac:spMkLst>
        </pc:spChg>
        <pc:spChg chg="mod">
          <ac:chgData name="Teuku Raja Irfan Radarma" userId="cf428174-95ba-4576-8554-3a3b8ffa52b7" providerId="ADAL" clId="{83E20BB8-4A7C-498C-AB58-C17563E956FB}" dt="2026-07-05T05:08:32.653" v="874" actId="14100"/>
          <ac:spMkLst>
            <pc:docMk/>
            <pc:sldMk cId="0" sldId="268"/>
            <ac:spMk id="5" creationId="{00000000-0000-0000-0000-000000000000}"/>
          </ac:spMkLst>
        </pc:spChg>
        <pc:spChg chg="mod">
          <ac:chgData name="Teuku Raja Irfan Radarma" userId="cf428174-95ba-4576-8554-3a3b8ffa52b7" providerId="ADAL" clId="{83E20BB8-4A7C-498C-AB58-C17563E956FB}" dt="2026-07-05T05:08:29.538" v="873" actId="1076"/>
          <ac:spMkLst>
            <pc:docMk/>
            <pc:sldMk cId="0" sldId="268"/>
            <ac:spMk id="6" creationId="{00000000-0000-0000-0000-000000000000}"/>
          </ac:spMkLst>
        </pc:spChg>
        <pc:spChg chg="mod">
          <ac:chgData name="Teuku Raja Irfan Radarma" userId="cf428174-95ba-4576-8554-3a3b8ffa52b7" providerId="ADAL" clId="{83E20BB8-4A7C-498C-AB58-C17563E956FB}" dt="2026-07-05T05:09:21.129" v="887" actId="404"/>
          <ac:spMkLst>
            <pc:docMk/>
            <pc:sldMk cId="0" sldId="268"/>
            <ac:spMk id="9" creationId="{00000000-0000-0000-0000-000000000000}"/>
          </ac:spMkLst>
        </pc:spChg>
        <pc:spChg chg="mod">
          <ac:chgData name="Teuku Raja Irfan Radarma" userId="cf428174-95ba-4576-8554-3a3b8ffa52b7" providerId="ADAL" clId="{83E20BB8-4A7C-498C-AB58-C17563E956FB}" dt="2026-07-05T05:08:59.415" v="882" actId="14100"/>
          <ac:spMkLst>
            <pc:docMk/>
            <pc:sldMk cId="0" sldId="268"/>
            <ac:spMk id="13" creationId="{00000000-0000-0000-0000-000000000000}"/>
          </ac:spMkLst>
        </pc:spChg>
        <pc:spChg chg="mod">
          <ac:chgData name="Teuku Raja Irfan Radarma" userId="cf428174-95ba-4576-8554-3a3b8ffa52b7" providerId="ADAL" clId="{83E20BB8-4A7C-498C-AB58-C17563E956FB}" dt="2026-07-05T05:09:14.735" v="886" actId="14100"/>
          <ac:spMkLst>
            <pc:docMk/>
            <pc:sldMk cId="0" sldId="268"/>
            <ac:spMk id="24" creationId="{00000000-0000-0000-0000-000000000000}"/>
          </ac:spMkLst>
        </pc:spChg>
        <pc:spChg chg="mod">
          <ac:chgData name="Teuku Raja Irfan Radarma" userId="cf428174-95ba-4576-8554-3a3b8ffa52b7" providerId="ADAL" clId="{83E20BB8-4A7C-498C-AB58-C17563E956FB}" dt="2026-07-05T05:09:12.266" v="885" actId="14100"/>
          <ac:spMkLst>
            <pc:docMk/>
            <pc:sldMk cId="0" sldId="268"/>
            <ac:spMk id="29" creationId="{00000000-0000-0000-0000-000000000000}"/>
          </ac:spMkLst>
        </pc:spChg>
        <pc:spChg chg="mod">
          <ac:chgData name="Teuku Raja Irfan Radarma" userId="cf428174-95ba-4576-8554-3a3b8ffa52b7" providerId="ADAL" clId="{83E20BB8-4A7C-498C-AB58-C17563E956FB}" dt="2026-07-05T05:09:08.677" v="884" actId="14100"/>
          <ac:spMkLst>
            <pc:docMk/>
            <pc:sldMk cId="0" sldId="268"/>
            <ac:spMk id="34" creationId="{00000000-0000-0000-0000-000000000000}"/>
          </ac:spMkLst>
        </pc:spChg>
        <pc:spChg chg="mod">
          <ac:chgData name="Teuku Raja Irfan Radarma" userId="cf428174-95ba-4576-8554-3a3b8ffa52b7" providerId="ADAL" clId="{83E20BB8-4A7C-498C-AB58-C17563E956FB}" dt="2026-07-05T05:09:06.067" v="883" actId="1076"/>
          <ac:spMkLst>
            <pc:docMk/>
            <pc:sldMk cId="0" sldId="268"/>
            <ac:spMk id="35" creationId="{00000000-0000-0000-0000-000000000000}"/>
          </ac:spMkLst>
        </pc:spChg>
        <pc:spChg chg="mod">
          <ac:chgData name="Teuku Raja Irfan Radarma" userId="cf428174-95ba-4576-8554-3a3b8ffa52b7" providerId="ADAL" clId="{83E20BB8-4A7C-498C-AB58-C17563E956FB}" dt="2026-07-05T05:09:06.067" v="883" actId="1076"/>
          <ac:spMkLst>
            <pc:docMk/>
            <pc:sldMk cId="0" sldId="268"/>
            <ac:spMk id="36" creationId="{00000000-0000-0000-0000-000000000000}"/>
          </ac:spMkLst>
        </pc:spChg>
        <pc:spChg chg="add mod">
          <ac:chgData name="Teuku Raja Irfan Radarma" userId="cf428174-95ba-4576-8554-3a3b8ffa52b7" providerId="ADAL" clId="{83E20BB8-4A7C-498C-AB58-C17563E956FB}" dt="2026-07-05T05:08:46.458" v="878" actId="207"/>
          <ac:spMkLst>
            <pc:docMk/>
            <pc:sldMk cId="0" sldId="268"/>
            <ac:spMk id="42" creationId="{28D0502E-0C63-4F92-A0CA-AABCF53E0FD3}"/>
          </ac:spMkLst>
        </pc:spChg>
        <pc:spChg chg="add mod">
          <ac:chgData name="Teuku Raja Irfan Radarma" userId="cf428174-95ba-4576-8554-3a3b8ffa52b7" providerId="ADAL" clId="{83E20BB8-4A7C-498C-AB58-C17563E956FB}" dt="2026-07-05T05:08:42.878" v="877" actId="20577"/>
          <ac:spMkLst>
            <pc:docMk/>
            <pc:sldMk cId="0" sldId="268"/>
            <ac:spMk id="43" creationId="{6AFE5756-3E03-4A7C-AD52-FC2F553A530A}"/>
          </ac:spMkLst>
        </pc:spChg>
      </pc:sldChg>
      <pc:sldChg chg="delSp modSp add mod setBg">
        <pc:chgData name="Teuku Raja Irfan Radarma" userId="cf428174-95ba-4576-8554-3a3b8ffa52b7" providerId="ADAL" clId="{83E20BB8-4A7C-498C-AB58-C17563E956FB}" dt="2026-07-05T05:11:42.269" v="891" actId="14100"/>
        <pc:sldMkLst>
          <pc:docMk/>
          <pc:sldMk cId="0" sldId="269"/>
        </pc:sldMkLst>
        <pc:spChg chg="del">
          <ac:chgData name="Teuku Raja Irfan Radarma" userId="cf428174-95ba-4576-8554-3a3b8ffa52b7" providerId="ADAL" clId="{83E20BB8-4A7C-498C-AB58-C17563E956FB}" dt="2026-07-05T05:11:31.661" v="888" actId="478"/>
          <ac:spMkLst>
            <pc:docMk/>
            <pc:sldMk cId="0" sldId="269"/>
            <ac:spMk id="2" creationId="{00000000-0000-0000-0000-000000000000}"/>
          </ac:spMkLst>
        </pc:spChg>
        <pc:spChg chg="mod">
          <ac:chgData name="Teuku Raja Irfan Radarma" userId="cf428174-95ba-4576-8554-3a3b8ffa52b7" providerId="ADAL" clId="{83E20BB8-4A7C-498C-AB58-C17563E956FB}" dt="2026-07-05T05:11:34.094" v="889" actId="14100"/>
          <ac:spMkLst>
            <pc:docMk/>
            <pc:sldMk cId="0" sldId="269"/>
            <ac:spMk id="4" creationId="{00000000-0000-0000-0000-000000000000}"/>
          </ac:spMkLst>
        </pc:spChg>
        <pc:spChg chg="mod">
          <ac:chgData name="Teuku Raja Irfan Radarma" userId="cf428174-95ba-4576-8554-3a3b8ffa52b7" providerId="ADAL" clId="{83E20BB8-4A7C-498C-AB58-C17563E956FB}" dt="2026-07-05T05:11:42.269" v="891" actId="14100"/>
          <ac:spMkLst>
            <pc:docMk/>
            <pc:sldMk cId="0" sldId="269"/>
            <ac:spMk id="49" creationId="{00000000-0000-0000-0000-000000000000}"/>
          </ac:spMkLst>
        </pc:spChg>
        <pc:spChg chg="mod">
          <ac:chgData name="Teuku Raja Irfan Radarma" userId="cf428174-95ba-4576-8554-3a3b8ffa52b7" providerId="ADAL" clId="{83E20BB8-4A7C-498C-AB58-C17563E956FB}" dt="2026-07-05T05:11:39.695" v="890" actId="14100"/>
          <ac:spMkLst>
            <pc:docMk/>
            <pc:sldMk cId="0" sldId="269"/>
            <ac:spMk id="50" creationId="{00000000-0000-0000-0000-000000000000}"/>
          </ac:spMkLst>
        </pc:spChg>
      </pc:sldChg>
      <pc:sldChg chg="modSp add mod setBg">
        <pc:chgData name="Teuku Raja Irfan Radarma" userId="cf428174-95ba-4576-8554-3a3b8ffa52b7" providerId="ADAL" clId="{83E20BB8-4A7C-498C-AB58-C17563E956FB}" dt="2026-07-05T05:11:56.189" v="894" actId="20577"/>
        <pc:sldMkLst>
          <pc:docMk/>
          <pc:sldMk cId="0" sldId="270"/>
        </pc:sldMkLst>
        <pc:spChg chg="mod">
          <ac:chgData name="Teuku Raja Irfan Radarma" userId="cf428174-95ba-4576-8554-3a3b8ffa52b7" providerId="ADAL" clId="{83E20BB8-4A7C-498C-AB58-C17563E956FB}" dt="2026-07-05T05:11:56.189" v="894" actId="20577"/>
          <ac:spMkLst>
            <pc:docMk/>
            <pc:sldMk cId="0" sldId="270"/>
            <ac:spMk id="5" creationId="{00000000-0000-0000-0000-000000000000}"/>
          </ac:spMkLst>
        </pc:spChg>
        <pc:spChg chg="mod">
          <ac:chgData name="Teuku Raja Irfan Radarma" userId="cf428174-95ba-4576-8554-3a3b8ffa52b7" providerId="ADAL" clId="{83E20BB8-4A7C-498C-AB58-C17563E956FB}" dt="2026-07-05T05:11:51.675" v="892" actId="207"/>
          <ac:spMkLst>
            <pc:docMk/>
            <pc:sldMk cId="0" sldId="270"/>
            <ac:spMk id="9" creationId="{00000000-0000-0000-0000-000000000000}"/>
          </ac:spMkLst>
        </pc:spChg>
        <pc:spChg chg="mod">
          <ac:chgData name="Teuku Raja Irfan Radarma" userId="cf428174-95ba-4576-8554-3a3b8ffa52b7" providerId="ADAL" clId="{83E20BB8-4A7C-498C-AB58-C17563E956FB}" dt="2026-07-05T05:11:53.830" v="893" actId="207"/>
          <ac:spMkLst>
            <pc:docMk/>
            <pc:sldMk cId="0" sldId="270"/>
            <ac:spMk id="14" creationId="{00000000-0000-0000-0000-000000000000}"/>
          </ac:spMkLst>
        </pc:spChg>
        <pc:spChg chg="mod">
          <ac:chgData name="Teuku Raja Irfan Radarma" userId="cf428174-95ba-4576-8554-3a3b8ffa52b7" providerId="ADAL" clId="{83E20BB8-4A7C-498C-AB58-C17563E956FB}" dt="2026-07-05T05:11:51.675" v="892" actId="207"/>
          <ac:spMkLst>
            <pc:docMk/>
            <pc:sldMk cId="0" sldId="270"/>
            <ac:spMk id="19" creationId="{00000000-0000-0000-0000-000000000000}"/>
          </ac:spMkLst>
        </pc:spChg>
      </pc:sldChg>
      <pc:sldChg chg="delSp modSp add mod setBg">
        <pc:chgData name="Teuku Raja Irfan Radarma" userId="cf428174-95ba-4576-8554-3a3b8ffa52b7" providerId="ADAL" clId="{83E20BB8-4A7C-498C-AB58-C17563E956FB}" dt="2026-07-05T13:47:33.999" v="915" actId="14100"/>
        <pc:sldMkLst>
          <pc:docMk/>
          <pc:sldMk cId="0" sldId="271"/>
        </pc:sldMkLst>
        <pc:spChg chg="del">
          <ac:chgData name="Teuku Raja Irfan Radarma" userId="cf428174-95ba-4576-8554-3a3b8ffa52b7" providerId="ADAL" clId="{83E20BB8-4A7C-498C-AB58-C17563E956FB}" dt="2026-07-05T05:12:01.800" v="895" actId="478"/>
          <ac:spMkLst>
            <pc:docMk/>
            <pc:sldMk cId="0" sldId="271"/>
            <ac:spMk id="2" creationId="{00000000-0000-0000-0000-000000000000}"/>
          </ac:spMkLst>
        </pc:spChg>
        <pc:spChg chg="mod">
          <ac:chgData name="Teuku Raja Irfan Radarma" userId="cf428174-95ba-4576-8554-3a3b8ffa52b7" providerId="ADAL" clId="{83E20BB8-4A7C-498C-AB58-C17563E956FB}" dt="2026-07-05T05:12:04.761" v="896" actId="14100"/>
          <ac:spMkLst>
            <pc:docMk/>
            <pc:sldMk cId="0" sldId="271"/>
            <ac:spMk id="4" creationId="{00000000-0000-0000-0000-000000000000}"/>
          </ac:spMkLst>
        </pc:spChg>
        <pc:spChg chg="mod">
          <ac:chgData name="Teuku Raja Irfan Radarma" userId="cf428174-95ba-4576-8554-3a3b8ffa52b7" providerId="ADAL" clId="{83E20BB8-4A7C-498C-AB58-C17563E956FB}" dt="2026-07-05T13:46:20.092" v="902" actId="404"/>
          <ac:spMkLst>
            <pc:docMk/>
            <pc:sldMk cId="0" sldId="271"/>
            <ac:spMk id="8" creationId="{00000000-0000-0000-0000-000000000000}"/>
          </ac:spMkLst>
        </pc:spChg>
        <pc:spChg chg="mod">
          <ac:chgData name="Teuku Raja Irfan Radarma" userId="cf428174-95ba-4576-8554-3a3b8ffa52b7" providerId="ADAL" clId="{83E20BB8-4A7C-498C-AB58-C17563E956FB}" dt="2026-07-05T13:46:23.109" v="903" actId="404"/>
          <ac:spMkLst>
            <pc:docMk/>
            <pc:sldMk cId="0" sldId="271"/>
            <ac:spMk id="31" creationId="{00000000-0000-0000-0000-000000000000}"/>
          </ac:spMkLst>
        </pc:spChg>
        <pc:spChg chg="mod">
          <ac:chgData name="Teuku Raja Irfan Radarma" userId="cf428174-95ba-4576-8554-3a3b8ffa52b7" providerId="ADAL" clId="{83E20BB8-4A7C-498C-AB58-C17563E956FB}" dt="2026-07-05T13:46:49.243" v="907" actId="14100"/>
          <ac:spMkLst>
            <pc:docMk/>
            <pc:sldMk cId="0" sldId="271"/>
            <ac:spMk id="54" creationId="{00000000-0000-0000-0000-000000000000}"/>
          </ac:spMkLst>
        </pc:spChg>
        <pc:spChg chg="mod">
          <ac:chgData name="Teuku Raja Irfan Radarma" userId="cf428174-95ba-4576-8554-3a3b8ffa52b7" providerId="ADAL" clId="{83E20BB8-4A7C-498C-AB58-C17563E956FB}" dt="2026-07-05T13:46:53.637" v="908" actId="1076"/>
          <ac:spMkLst>
            <pc:docMk/>
            <pc:sldMk cId="0" sldId="271"/>
            <ac:spMk id="61" creationId="{00000000-0000-0000-0000-000000000000}"/>
          </ac:spMkLst>
        </pc:spChg>
        <pc:spChg chg="mod">
          <ac:chgData name="Teuku Raja Irfan Radarma" userId="cf428174-95ba-4576-8554-3a3b8ffa52b7" providerId="ADAL" clId="{83E20BB8-4A7C-498C-AB58-C17563E956FB}" dt="2026-07-05T13:46:53.637" v="908" actId="1076"/>
          <ac:spMkLst>
            <pc:docMk/>
            <pc:sldMk cId="0" sldId="271"/>
            <ac:spMk id="62" creationId="{00000000-0000-0000-0000-000000000000}"/>
          </ac:spMkLst>
        </pc:spChg>
        <pc:spChg chg="mod">
          <ac:chgData name="Teuku Raja Irfan Radarma" userId="cf428174-95ba-4576-8554-3a3b8ffa52b7" providerId="ADAL" clId="{83E20BB8-4A7C-498C-AB58-C17563E956FB}" dt="2026-07-05T13:46:53.637" v="908" actId="1076"/>
          <ac:spMkLst>
            <pc:docMk/>
            <pc:sldMk cId="0" sldId="271"/>
            <ac:spMk id="63" creationId="{00000000-0000-0000-0000-000000000000}"/>
          </ac:spMkLst>
        </pc:spChg>
        <pc:spChg chg="mod">
          <ac:chgData name="Teuku Raja Irfan Radarma" userId="cf428174-95ba-4576-8554-3a3b8ffa52b7" providerId="ADAL" clId="{83E20BB8-4A7C-498C-AB58-C17563E956FB}" dt="2026-07-05T13:46:53.637" v="908" actId="1076"/>
          <ac:spMkLst>
            <pc:docMk/>
            <pc:sldMk cId="0" sldId="271"/>
            <ac:spMk id="64" creationId="{00000000-0000-0000-0000-000000000000}"/>
          </ac:spMkLst>
        </pc:spChg>
        <pc:spChg chg="mod">
          <ac:chgData name="Teuku Raja Irfan Radarma" userId="cf428174-95ba-4576-8554-3a3b8ffa52b7" providerId="ADAL" clId="{83E20BB8-4A7C-498C-AB58-C17563E956FB}" dt="2026-07-05T13:46:53.637" v="908" actId="1076"/>
          <ac:spMkLst>
            <pc:docMk/>
            <pc:sldMk cId="0" sldId="271"/>
            <ac:spMk id="65" creationId="{00000000-0000-0000-0000-000000000000}"/>
          </ac:spMkLst>
        </pc:spChg>
        <pc:spChg chg="mod">
          <ac:chgData name="Teuku Raja Irfan Radarma" userId="cf428174-95ba-4576-8554-3a3b8ffa52b7" providerId="ADAL" clId="{83E20BB8-4A7C-498C-AB58-C17563E956FB}" dt="2026-07-05T13:46:53.637" v="908" actId="1076"/>
          <ac:spMkLst>
            <pc:docMk/>
            <pc:sldMk cId="0" sldId="271"/>
            <ac:spMk id="66" creationId="{00000000-0000-0000-0000-000000000000}"/>
          </ac:spMkLst>
        </pc:spChg>
        <pc:spChg chg="mod">
          <ac:chgData name="Teuku Raja Irfan Radarma" userId="cf428174-95ba-4576-8554-3a3b8ffa52b7" providerId="ADAL" clId="{83E20BB8-4A7C-498C-AB58-C17563E956FB}" dt="2026-07-05T13:46:53.637" v="908" actId="1076"/>
          <ac:spMkLst>
            <pc:docMk/>
            <pc:sldMk cId="0" sldId="271"/>
            <ac:spMk id="67" creationId="{00000000-0000-0000-0000-000000000000}"/>
          </ac:spMkLst>
        </pc:spChg>
        <pc:spChg chg="mod">
          <ac:chgData name="Teuku Raja Irfan Radarma" userId="cf428174-95ba-4576-8554-3a3b8ffa52b7" providerId="ADAL" clId="{83E20BB8-4A7C-498C-AB58-C17563E956FB}" dt="2026-07-05T13:46:58.691" v="909" actId="1076"/>
          <ac:spMkLst>
            <pc:docMk/>
            <pc:sldMk cId="0" sldId="271"/>
            <ac:spMk id="68" creationId="{00000000-0000-0000-0000-000000000000}"/>
          </ac:spMkLst>
        </pc:spChg>
        <pc:spChg chg="mod">
          <ac:chgData name="Teuku Raja Irfan Radarma" userId="cf428174-95ba-4576-8554-3a3b8ffa52b7" providerId="ADAL" clId="{83E20BB8-4A7C-498C-AB58-C17563E956FB}" dt="2026-07-05T13:46:58.691" v="909" actId="1076"/>
          <ac:spMkLst>
            <pc:docMk/>
            <pc:sldMk cId="0" sldId="271"/>
            <ac:spMk id="69" creationId="{00000000-0000-0000-0000-000000000000}"/>
          </ac:spMkLst>
        </pc:spChg>
        <pc:spChg chg="mod">
          <ac:chgData name="Teuku Raja Irfan Radarma" userId="cf428174-95ba-4576-8554-3a3b8ffa52b7" providerId="ADAL" clId="{83E20BB8-4A7C-498C-AB58-C17563E956FB}" dt="2026-07-05T13:46:58.691" v="909" actId="1076"/>
          <ac:spMkLst>
            <pc:docMk/>
            <pc:sldMk cId="0" sldId="271"/>
            <ac:spMk id="70" creationId="{00000000-0000-0000-0000-000000000000}"/>
          </ac:spMkLst>
        </pc:spChg>
        <pc:spChg chg="mod">
          <ac:chgData name="Teuku Raja Irfan Radarma" userId="cf428174-95ba-4576-8554-3a3b8ffa52b7" providerId="ADAL" clId="{83E20BB8-4A7C-498C-AB58-C17563E956FB}" dt="2026-07-05T13:46:58.691" v="909" actId="1076"/>
          <ac:spMkLst>
            <pc:docMk/>
            <pc:sldMk cId="0" sldId="271"/>
            <ac:spMk id="71" creationId="{00000000-0000-0000-0000-000000000000}"/>
          </ac:spMkLst>
        </pc:spChg>
        <pc:spChg chg="mod">
          <ac:chgData name="Teuku Raja Irfan Radarma" userId="cf428174-95ba-4576-8554-3a3b8ffa52b7" providerId="ADAL" clId="{83E20BB8-4A7C-498C-AB58-C17563E956FB}" dt="2026-07-05T13:46:58.691" v="909" actId="1076"/>
          <ac:spMkLst>
            <pc:docMk/>
            <pc:sldMk cId="0" sldId="271"/>
            <ac:spMk id="72" creationId="{00000000-0000-0000-0000-000000000000}"/>
          </ac:spMkLst>
        </pc:spChg>
        <pc:spChg chg="mod">
          <ac:chgData name="Teuku Raja Irfan Radarma" userId="cf428174-95ba-4576-8554-3a3b8ffa52b7" providerId="ADAL" clId="{83E20BB8-4A7C-498C-AB58-C17563E956FB}" dt="2026-07-05T13:46:58.691" v="909" actId="1076"/>
          <ac:spMkLst>
            <pc:docMk/>
            <pc:sldMk cId="0" sldId="271"/>
            <ac:spMk id="73" creationId="{00000000-0000-0000-0000-000000000000}"/>
          </ac:spMkLst>
        </pc:spChg>
        <pc:spChg chg="mod">
          <ac:chgData name="Teuku Raja Irfan Radarma" userId="cf428174-95ba-4576-8554-3a3b8ffa52b7" providerId="ADAL" clId="{83E20BB8-4A7C-498C-AB58-C17563E956FB}" dt="2026-07-05T13:46:58.691" v="909" actId="1076"/>
          <ac:spMkLst>
            <pc:docMk/>
            <pc:sldMk cId="0" sldId="271"/>
            <ac:spMk id="74" creationId="{00000000-0000-0000-0000-000000000000}"/>
          </ac:spMkLst>
        </pc:spChg>
        <pc:spChg chg="mod">
          <ac:chgData name="Teuku Raja Irfan Radarma" userId="cf428174-95ba-4576-8554-3a3b8ffa52b7" providerId="ADAL" clId="{83E20BB8-4A7C-498C-AB58-C17563E956FB}" dt="2026-07-05T13:47:05.931" v="910" actId="1076"/>
          <ac:spMkLst>
            <pc:docMk/>
            <pc:sldMk cId="0" sldId="271"/>
            <ac:spMk id="75" creationId="{00000000-0000-0000-0000-000000000000}"/>
          </ac:spMkLst>
        </pc:spChg>
        <pc:spChg chg="mod">
          <ac:chgData name="Teuku Raja Irfan Radarma" userId="cf428174-95ba-4576-8554-3a3b8ffa52b7" providerId="ADAL" clId="{83E20BB8-4A7C-498C-AB58-C17563E956FB}" dt="2026-07-05T13:47:05.931" v="910" actId="1076"/>
          <ac:spMkLst>
            <pc:docMk/>
            <pc:sldMk cId="0" sldId="271"/>
            <ac:spMk id="76" creationId="{00000000-0000-0000-0000-000000000000}"/>
          </ac:spMkLst>
        </pc:spChg>
        <pc:spChg chg="mod">
          <ac:chgData name="Teuku Raja Irfan Radarma" userId="cf428174-95ba-4576-8554-3a3b8ffa52b7" providerId="ADAL" clId="{83E20BB8-4A7C-498C-AB58-C17563E956FB}" dt="2026-07-05T13:47:05.931" v="910" actId="1076"/>
          <ac:spMkLst>
            <pc:docMk/>
            <pc:sldMk cId="0" sldId="271"/>
            <ac:spMk id="77" creationId="{00000000-0000-0000-0000-000000000000}"/>
          </ac:spMkLst>
        </pc:spChg>
        <pc:spChg chg="mod">
          <ac:chgData name="Teuku Raja Irfan Radarma" userId="cf428174-95ba-4576-8554-3a3b8ffa52b7" providerId="ADAL" clId="{83E20BB8-4A7C-498C-AB58-C17563E956FB}" dt="2026-07-05T13:47:05.931" v="910" actId="1076"/>
          <ac:spMkLst>
            <pc:docMk/>
            <pc:sldMk cId="0" sldId="271"/>
            <ac:spMk id="78" creationId="{00000000-0000-0000-0000-000000000000}"/>
          </ac:spMkLst>
        </pc:spChg>
        <pc:spChg chg="mod">
          <ac:chgData name="Teuku Raja Irfan Radarma" userId="cf428174-95ba-4576-8554-3a3b8ffa52b7" providerId="ADAL" clId="{83E20BB8-4A7C-498C-AB58-C17563E956FB}" dt="2026-07-05T13:47:05.931" v="910" actId="1076"/>
          <ac:spMkLst>
            <pc:docMk/>
            <pc:sldMk cId="0" sldId="271"/>
            <ac:spMk id="79" creationId="{00000000-0000-0000-0000-000000000000}"/>
          </ac:spMkLst>
        </pc:spChg>
        <pc:spChg chg="mod">
          <ac:chgData name="Teuku Raja Irfan Radarma" userId="cf428174-95ba-4576-8554-3a3b8ffa52b7" providerId="ADAL" clId="{83E20BB8-4A7C-498C-AB58-C17563E956FB}" dt="2026-07-05T13:47:05.931" v="910" actId="1076"/>
          <ac:spMkLst>
            <pc:docMk/>
            <pc:sldMk cId="0" sldId="271"/>
            <ac:spMk id="80" creationId="{00000000-0000-0000-0000-000000000000}"/>
          </ac:spMkLst>
        </pc:spChg>
        <pc:spChg chg="mod">
          <ac:chgData name="Teuku Raja Irfan Radarma" userId="cf428174-95ba-4576-8554-3a3b8ffa52b7" providerId="ADAL" clId="{83E20BB8-4A7C-498C-AB58-C17563E956FB}" dt="2026-07-05T13:47:05.931" v="910" actId="1076"/>
          <ac:spMkLst>
            <pc:docMk/>
            <pc:sldMk cId="0" sldId="271"/>
            <ac:spMk id="81" creationId="{00000000-0000-0000-0000-000000000000}"/>
          </ac:spMkLst>
        </pc:spChg>
        <pc:spChg chg="mod">
          <ac:chgData name="Teuku Raja Irfan Radarma" userId="cf428174-95ba-4576-8554-3a3b8ffa52b7" providerId="ADAL" clId="{83E20BB8-4A7C-498C-AB58-C17563E956FB}" dt="2026-07-05T13:47:25.029" v="913" actId="14100"/>
          <ac:spMkLst>
            <pc:docMk/>
            <pc:sldMk cId="0" sldId="271"/>
            <ac:spMk id="82" creationId="{00000000-0000-0000-0000-000000000000}"/>
          </ac:spMkLst>
        </pc:spChg>
        <pc:spChg chg="mod">
          <ac:chgData name="Teuku Raja Irfan Radarma" userId="cf428174-95ba-4576-8554-3a3b8ffa52b7" providerId="ADAL" clId="{83E20BB8-4A7C-498C-AB58-C17563E956FB}" dt="2026-07-05T13:47:33.999" v="915" actId="14100"/>
          <ac:spMkLst>
            <pc:docMk/>
            <pc:sldMk cId="0" sldId="271"/>
            <ac:spMk id="83" creationId="{00000000-0000-0000-0000-000000000000}"/>
          </ac:spMkLst>
        </pc:spChg>
      </pc:sldChg>
      <pc:sldChg chg="modSp add del mod setBg">
        <pc:chgData name="Teuku Raja Irfan Radarma" userId="cf428174-95ba-4576-8554-3a3b8ffa52b7" providerId="ADAL" clId="{83E20BB8-4A7C-498C-AB58-C17563E956FB}" dt="2026-07-05T15:48:29.477" v="988" actId="47"/>
        <pc:sldMkLst>
          <pc:docMk/>
          <pc:sldMk cId="0" sldId="272"/>
        </pc:sldMkLst>
        <pc:spChg chg="mod">
          <ac:chgData name="Teuku Raja Irfan Radarma" userId="cf428174-95ba-4576-8554-3a3b8ffa52b7" providerId="ADAL" clId="{83E20BB8-4A7C-498C-AB58-C17563E956FB}" dt="2026-07-05T05:12:10.741" v="897" actId="207"/>
          <ac:spMkLst>
            <pc:docMk/>
            <pc:sldMk cId="0" sldId="272"/>
            <ac:spMk id="3" creationId="{00000000-0000-0000-0000-000000000000}"/>
          </ac:spMkLst>
        </pc:spChg>
        <pc:spChg chg="mod">
          <ac:chgData name="Teuku Raja Irfan Radarma" userId="cf428174-95ba-4576-8554-3a3b8ffa52b7" providerId="ADAL" clId="{83E20BB8-4A7C-498C-AB58-C17563E956FB}" dt="2026-07-05T05:12:12.595" v="898" actId="207"/>
          <ac:spMkLst>
            <pc:docMk/>
            <pc:sldMk cId="0" sldId="272"/>
            <ac:spMk id="8" creationId="{00000000-0000-0000-0000-000000000000}"/>
          </ac:spMkLst>
        </pc:spChg>
        <pc:spChg chg="mod">
          <ac:chgData name="Teuku Raja Irfan Radarma" userId="cf428174-95ba-4576-8554-3a3b8ffa52b7" providerId="ADAL" clId="{83E20BB8-4A7C-498C-AB58-C17563E956FB}" dt="2026-07-05T13:48:13.441" v="922" actId="14100"/>
          <ac:spMkLst>
            <pc:docMk/>
            <pc:sldMk cId="0" sldId="272"/>
            <ac:spMk id="9" creationId="{00000000-0000-0000-0000-000000000000}"/>
          </ac:spMkLst>
        </pc:spChg>
        <pc:spChg chg="mod">
          <ac:chgData name="Teuku Raja Irfan Radarma" userId="cf428174-95ba-4576-8554-3a3b8ffa52b7" providerId="ADAL" clId="{83E20BB8-4A7C-498C-AB58-C17563E956FB}" dt="2026-07-05T13:47:59.569" v="918" actId="1076"/>
          <ac:spMkLst>
            <pc:docMk/>
            <pc:sldMk cId="0" sldId="272"/>
            <ac:spMk id="14" creationId="{00000000-0000-0000-0000-000000000000}"/>
          </ac:spMkLst>
        </pc:spChg>
        <pc:spChg chg="mod">
          <ac:chgData name="Teuku Raja Irfan Radarma" userId="cf428174-95ba-4576-8554-3a3b8ffa52b7" providerId="ADAL" clId="{83E20BB8-4A7C-498C-AB58-C17563E956FB}" dt="2026-07-05T13:48:23.213" v="924" actId="14100"/>
          <ac:spMkLst>
            <pc:docMk/>
            <pc:sldMk cId="0" sldId="272"/>
            <ac:spMk id="15" creationId="{00000000-0000-0000-0000-000000000000}"/>
          </ac:spMkLst>
        </pc:spChg>
        <pc:spChg chg="mod">
          <ac:chgData name="Teuku Raja Irfan Radarma" userId="cf428174-95ba-4576-8554-3a3b8ffa52b7" providerId="ADAL" clId="{83E20BB8-4A7C-498C-AB58-C17563E956FB}" dt="2026-07-05T13:48:13.441" v="922" actId="14100"/>
          <ac:spMkLst>
            <pc:docMk/>
            <pc:sldMk cId="0" sldId="272"/>
            <ac:spMk id="20" creationId="{00000000-0000-0000-0000-000000000000}"/>
          </ac:spMkLst>
        </pc:spChg>
        <pc:spChg chg="mod">
          <ac:chgData name="Teuku Raja Irfan Radarma" userId="cf428174-95ba-4576-8554-3a3b8ffa52b7" providerId="ADAL" clId="{83E20BB8-4A7C-498C-AB58-C17563E956FB}" dt="2026-07-05T13:48:13.441" v="922" actId="14100"/>
          <ac:spMkLst>
            <pc:docMk/>
            <pc:sldMk cId="0" sldId="272"/>
            <ac:spMk id="21" creationId="{00000000-0000-0000-0000-000000000000}"/>
          </ac:spMkLst>
        </pc:spChg>
        <pc:spChg chg="mod">
          <ac:chgData name="Teuku Raja Irfan Radarma" userId="cf428174-95ba-4576-8554-3a3b8ffa52b7" providerId="ADAL" clId="{83E20BB8-4A7C-498C-AB58-C17563E956FB}" dt="2026-07-05T13:47:59.569" v="918" actId="1076"/>
          <ac:spMkLst>
            <pc:docMk/>
            <pc:sldMk cId="0" sldId="272"/>
            <ac:spMk id="26" creationId="{00000000-0000-0000-0000-000000000000}"/>
          </ac:spMkLst>
        </pc:spChg>
        <pc:spChg chg="mod">
          <ac:chgData name="Teuku Raja Irfan Radarma" userId="cf428174-95ba-4576-8554-3a3b8ffa52b7" providerId="ADAL" clId="{83E20BB8-4A7C-498C-AB58-C17563E956FB}" dt="2026-07-05T13:48:06.256" v="919" actId="1076"/>
          <ac:spMkLst>
            <pc:docMk/>
            <pc:sldMk cId="0" sldId="272"/>
            <ac:spMk id="27" creationId="{00000000-0000-0000-0000-000000000000}"/>
          </ac:spMkLst>
        </pc:spChg>
        <pc:spChg chg="mod">
          <ac:chgData name="Teuku Raja Irfan Radarma" userId="cf428174-95ba-4576-8554-3a3b8ffa52b7" providerId="ADAL" clId="{83E20BB8-4A7C-498C-AB58-C17563E956FB}" dt="2026-07-05T13:48:28.358" v="927" actId="122"/>
          <ac:spMkLst>
            <pc:docMk/>
            <pc:sldMk cId="0" sldId="272"/>
            <ac:spMk id="28" creationId="{00000000-0000-0000-0000-000000000000}"/>
          </ac:spMkLst>
        </pc:spChg>
      </pc:sldChg>
      <pc:sldChg chg="modSp add del mod setBg">
        <pc:chgData name="Teuku Raja Irfan Radarma" userId="cf428174-95ba-4576-8554-3a3b8ffa52b7" providerId="ADAL" clId="{83E20BB8-4A7C-498C-AB58-C17563E956FB}" dt="2026-07-05T15:48:34.162" v="989" actId="47"/>
        <pc:sldMkLst>
          <pc:docMk/>
          <pc:sldMk cId="0" sldId="273"/>
        </pc:sldMkLst>
        <pc:spChg chg="mod">
          <ac:chgData name="Teuku Raja Irfan Radarma" userId="cf428174-95ba-4576-8554-3a3b8ffa52b7" providerId="ADAL" clId="{83E20BB8-4A7C-498C-AB58-C17563E956FB}" dt="2026-07-05T05:12:29.920" v="901" actId="207"/>
          <ac:spMkLst>
            <pc:docMk/>
            <pc:sldMk cId="0" sldId="273"/>
            <ac:spMk id="3" creationId="{00000000-0000-0000-0000-000000000000}"/>
          </ac:spMkLst>
        </pc:spChg>
        <pc:spChg chg="mod">
          <ac:chgData name="Teuku Raja Irfan Radarma" userId="cf428174-95ba-4576-8554-3a3b8ffa52b7" providerId="ADAL" clId="{83E20BB8-4A7C-498C-AB58-C17563E956FB}" dt="2026-07-05T05:12:26.693" v="900" actId="207"/>
          <ac:spMkLst>
            <pc:docMk/>
            <pc:sldMk cId="0" sldId="273"/>
            <ac:spMk id="8" creationId="{00000000-0000-0000-0000-000000000000}"/>
          </ac:spMkLst>
        </pc:spChg>
        <pc:spChg chg="mod">
          <ac:chgData name="Teuku Raja Irfan Radarma" userId="cf428174-95ba-4576-8554-3a3b8ffa52b7" providerId="ADAL" clId="{83E20BB8-4A7C-498C-AB58-C17563E956FB}" dt="2026-07-05T05:12:26.693" v="900" actId="207"/>
          <ac:spMkLst>
            <pc:docMk/>
            <pc:sldMk cId="0" sldId="273"/>
            <ac:spMk id="13" creationId="{00000000-0000-0000-0000-000000000000}"/>
          </ac:spMkLst>
        </pc:spChg>
        <pc:spChg chg="mod">
          <ac:chgData name="Teuku Raja Irfan Radarma" userId="cf428174-95ba-4576-8554-3a3b8ffa52b7" providerId="ADAL" clId="{83E20BB8-4A7C-498C-AB58-C17563E956FB}" dt="2026-07-05T05:12:26.693" v="900" actId="207"/>
          <ac:spMkLst>
            <pc:docMk/>
            <pc:sldMk cId="0" sldId="273"/>
            <ac:spMk id="18" creationId="{00000000-0000-0000-0000-000000000000}"/>
          </ac:spMkLst>
        </pc:spChg>
        <pc:spChg chg="mod">
          <ac:chgData name="Teuku Raja Irfan Radarma" userId="cf428174-95ba-4576-8554-3a3b8ffa52b7" providerId="ADAL" clId="{83E20BB8-4A7C-498C-AB58-C17563E956FB}" dt="2026-07-05T05:12:26.693" v="900" actId="207"/>
          <ac:spMkLst>
            <pc:docMk/>
            <pc:sldMk cId="0" sldId="273"/>
            <ac:spMk id="23" creationId="{00000000-0000-0000-0000-000000000000}"/>
          </ac:spMkLst>
        </pc:spChg>
        <pc:spChg chg="mod">
          <ac:chgData name="Teuku Raja Irfan Radarma" userId="cf428174-95ba-4576-8554-3a3b8ffa52b7" providerId="ADAL" clId="{83E20BB8-4A7C-498C-AB58-C17563E956FB}" dt="2026-07-05T05:12:26.693" v="900" actId="207"/>
          <ac:spMkLst>
            <pc:docMk/>
            <pc:sldMk cId="0" sldId="273"/>
            <ac:spMk id="28" creationId="{00000000-0000-0000-0000-000000000000}"/>
          </ac:spMkLst>
        </pc:spChg>
        <pc:spChg chg="mod">
          <ac:chgData name="Teuku Raja Irfan Radarma" userId="cf428174-95ba-4576-8554-3a3b8ffa52b7" providerId="ADAL" clId="{83E20BB8-4A7C-498C-AB58-C17563E956FB}" dt="2026-07-05T05:12:26.693" v="900" actId="207"/>
          <ac:spMkLst>
            <pc:docMk/>
            <pc:sldMk cId="0" sldId="273"/>
            <ac:spMk id="33" creationId="{00000000-0000-0000-0000-000000000000}"/>
          </ac:spMkLst>
        </pc:spChg>
        <pc:spChg chg="mod">
          <ac:chgData name="Teuku Raja Irfan Radarma" userId="cf428174-95ba-4576-8554-3a3b8ffa52b7" providerId="ADAL" clId="{83E20BB8-4A7C-498C-AB58-C17563E956FB}" dt="2026-07-05T05:12:26.693" v="900" actId="207"/>
          <ac:spMkLst>
            <pc:docMk/>
            <pc:sldMk cId="0" sldId="273"/>
            <ac:spMk id="38" creationId="{00000000-0000-0000-0000-000000000000}"/>
          </ac:spMkLst>
        </pc:spChg>
        <pc:spChg chg="mod">
          <ac:chgData name="Teuku Raja Irfan Radarma" userId="cf428174-95ba-4576-8554-3a3b8ffa52b7" providerId="ADAL" clId="{83E20BB8-4A7C-498C-AB58-C17563E956FB}" dt="2026-07-05T05:12:26.693" v="900" actId="207"/>
          <ac:spMkLst>
            <pc:docMk/>
            <pc:sldMk cId="0" sldId="273"/>
            <ac:spMk id="43" creationId="{00000000-0000-0000-0000-000000000000}"/>
          </ac:spMkLst>
        </pc:spChg>
      </pc:sldChg>
      <pc:sldChg chg="del">
        <pc:chgData name="Teuku Raja Irfan Radarma" userId="cf428174-95ba-4576-8554-3a3b8ffa52b7" providerId="ADAL" clId="{83E20BB8-4A7C-498C-AB58-C17563E956FB}" dt="2026-06-28T08:27:37.184" v="49" actId="47"/>
        <pc:sldMkLst>
          <pc:docMk/>
          <pc:sldMk cId="3404562138" sldId="305"/>
        </pc:sldMkLst>
      </pc:sldChg>
      <pc:sldChg chg="del">
        <pc:chgData name="Teuku Raja Irfan Radarma" userId="cf428174-95ba-4576-8554-3a3b8ffa52b7" providerId="ADAL" clId="{83E20BB8-4A7C-498C-AB58-C17563E956FB}" dt="2026-06-28T08:29:18.098" v="195" actId="47"/>
        <pc:sldMkLst>
          <pc:docMk/>
          <pc:sldMk cId="3051451500" sldId="306"/>
        </pc:sldMkLst>
      </pc:sldChg>
      <pc:sldChg chg="del">
        <pc:chgData name="Teuku Raja Irfan Radarma" userId="cf428174-95ba-4576-8554-3a3b8ffa52b7" providerId="ADAL" clId="{83E20BB8-4A7C-498C-AB58-C17563E956FB}" dt="2026-06-28T08:31:04.259" v="261" actId="47"/>
        <pc:sldMkLst>
          <pc:docMk/>
          <pc:sldMk cId="1131878590" sldId="340"/>
        </pc:sldMkLst>
      </pc:sldChg>
      <pc:sldChg chg="del">
        <pc:chgData name="Teuku Raja Irfan Radarma" userId="cf428174-95ba-4576-8554-3a3b8ffa52b7" providerId="ADAL" clId="{83E20BB8-4A7C-498C-AB58-C17563E956FB}" dt="2026-06-28T08:31:04.259" v="261" actId="47"/>
        <pc:sldMkLst>
          <pc:docMk/>
          <pc:sldMk cId="3777954771" sldId="341"/>
        </pc:sldMkLst>
      </pc:sldChg>
      <pc:sldChg chg="del">
        <pc:chgData name="Teuku Raja Irfan Radarma" userId="cf428174-95ba-4576-8554-3a3b8ffa52b7" providerId="ADAL" clId="{83E20BB8-4A7C-498C-AB58-C17563E956FB}" dt="2026-06-28T08:31:04.259" v="261" actId="47"/>
        <pc:sldMkLst>
          <pc:docMk/>
          <pc:sldMk cId="2922654326" sldId="342"/>
        </pc:sldMkLst>
      </pc:sldChg>
      <pc:sldChg chg="del">
        <pc:chgData name="Teuku Raja Irfan Radarma" userId="cf428174-95ba-4576-8554-3a3b8ffa52b7" providerId="ADAL" clId="{83E20BB8-4A7C-498C-AB58-C17563E956FB}" dt="2026-06-28T08:31:04.259" v="261" actId="47"/>
        <pc:sldMkLst>
          <pc:docMk/>
          <pc:sldMk cId="1984154171" sldId="343"/>
        </pc:sldMkLst>
      </pc:sldChg>
      <pc:sldChg chg="del">
        <pc:chgData name="Teuku Raja Irfan Radarma" userId="cf428174-95ba-4576-8554-3a3b8ffa52b7" providerId="ADAL" clId="{83E20BB8-4A7C-498C-AB58-C17563E956FB}" dt="2026-06-28T08:31:04.259" v="261" actId="47"/>
        <pc:sldMkLst>
          <pc:docMk/>
          <pc:sldMk cId="720182622" sldId="344"/>
        </pc:sldMkLst>
      </pc:sldChg>
      <pc:sldChg chg="del">
        <pc:chgData name="Teuku Raja Irfan Radarma" userId="cf428174-95ba-4576-8554-3a3b8ffa52b7" providerId="ADAL" clId="{83E20BB8-4A7C-498C-AB58-C17563E956FB}" dt="2026-06-28T08:31:04.259" v="261" actId="47"/>
        <pc:sldMkLst>
          <pc:docMk/>
          <pc:sldMk cId="1135567565" sldId="345"/>
        </pc:sldMkLst>
      </pc:sldChg>
      <pc:sldChg chg="del">
        <pc:chgData name="Teuku Raja Irfan Radarma" userId="cf428174-95ba-4576-8554-3a3b8ffa52b7" providerId="ADAL" clId="{83E20BB8-4A7C-498C-AB58-C17563E956FB}" dt="2026-06-28T08:31:04.259" v="261" actId="47"/>
        <pc:sldMkLst>
          <pc:docMk/>
          <pc:sldMk cId="1462807222" sldId="346"/>
        </pc:sldMkLst>
      </pc:sldChg>
      <pc:sldChg chg="del">
        <pc:chgData name="Teuku Raja Irfan Radarma" userId="cf428174-95ba-4576-8554-3a3b8ffa52b7" providerId="ADAL" clId="{83E20BB8-4A7C-498C-AB58-C17563E956FB}" dt="2026-06-28T08:31:04.259" v="261" actId="47"/>
        <pc:sldMkLst>
          <pc:docMk/>
          <pc:sldMk cId="357881007" sldId="347"/>
        </pc:sldMkLst>
      </pc:sldChg>
      <pc:sldChg chg="modSp mod">
        <pc:chgData name="Teuku Raja Irfan Radarma" userId="cf428174-95ba-4576-8554-3a3b8ffa52b7" providerId="ADAL" clId="{83E20BB8-4A7C-498C-AB58-C17563E956FB}" dt="2026-06-28T08:30:49.295" v="260" actId="20577"/>
        <pc:sldMkLst>
          <pc:docMk/>
          <pc:sldMk cId="62413706" sldId="359"/>
        </pc:sldMkLst>
        <pc:spChg chg="mod">
          <ac:chgData name="Teuku Raja Irfan Radarma" userId="cf428174-95ba-4576-8554-3a3b8ffa52b7" providerId="ADAL" clId="{83E20BB8-4A7C-498C-AB58-C17563E956FB}" dt="2026-06-28T08:29:26.940" v="214" actId="20577"/>
          <ac:spMkLst>
            <pc:docMk/>
            <pc:sldMk cId="62413706" sldId="359"/>
            <ac:spMk id="2" creationId="{86D1BB63-4350-72A4-F5A6-7BC05C8ACCEA}"/>
          </ac:spMkLst>
        </pc:spChg>
        <pc:spChg chg="mod">
          <ac:chgData name="Teuku Raja Irfan Radarma" userId="cf428174-95ba-4576-8554-3a3b8ffa52b7" providerId="ADAL" clId="{83E20BB8-4A7C-498C-AB58-C17563E956FB}" dt="2026-06-28T08:30:49.295" v="260" actId="20577"/>
          <ac:spMkLst>
            <pc:docMk/>
            <pc:sldMk cId="62413706" sldId="359"/>
            <ac:spMk id="5" creationId="{CDABB48A-BC50-4B2D-B1DE-0C178146765A}"/>
          </ac:spMkLst>
        </pc:spChg>
      </pc:sldChg>
      <pc:sldChg chg="addSp delSp modSp del mod">
        <pc:chgData name="Teuku Raja Irfan Radarma" userId="cf428174-95ba-4576-8554-3a3b8ffa52b7" providerId="ADAL" clId="{83E20BB8-4A7C-498C-AB58-C17563E956FB}" dt="2026-06-28T08:29:54.765" v="231" actId="47"/>
        <pc:sldMkLst>
          <pc:docMk/>
          <pc:sldMk cId="1044276249" sldId="363"/>
        </pc:sldMkLst>
        <pc:spChg chg="mod">
          <ac:chgData name="Teuku Raja Irfan Radarma" userId="cf428174-95ba-4576-8554-3a3b8ffa52b7" providerId="ADAL" clId="{83E20BB8-4A7C-498C-AB58-C17563E956FB}" dt="2026-06-28T08:29:37.583" v="226" actId="20577"/>
          <ac:spMkLst>
            <pc:docMk/>
            <pc:sldMk cId="1044276249" sldId="363"/>
            <ac:spMk id="2" creationId="{A125681A-45A2-7128-DE7A-C52014C27119}"/>
          </ac:spMkLst>
        </pc:spChg>
        <pc:spChg chg="add del mod">
          <ac:chgData name="Teuku Raja Irfan Radarma" userId="cf428174-95ba-4576-8554-3a3b8ffa52b7" providerId="ADAL" clId="{83E20BB8-4A7C-498C-AB58-C17563E956FB}" dt="2026-06-28T08:29:44.751" v="229"/>
          <ac:spMkLst>
            <pc:docMk/>
            <pc:sldMk cId="1044276249" sldId="363"/>
            <ac:spMk id="5" creationId="{B784FB81-45DB-41E0-9189-05132F6B7220}"/>
          </ac:spMkLst>
        </pc:spChg>
        <pc:spChg chg="del">
          <ac:chgData name="Teuku Raja Irfan Radarma" userId="cf428174-95ba-4576-8554-3a3b8ffa52b7" providerId="ADAL" clId="{83E20BB8-4A7C-498C-AB58-C17563E956FB}" dt="2026-06-28T08:29:43.474" v="227" actId="478"/>
          <ac:spMkLst>
            <pc:docMk/>
            <pc:sldMk cId="1044276249" sldId="363"/>
            <ac:spMk id="6" creationId="{00CA8178-C5D9-B7AC-2EB9-8CAE37EAAF27}"/>
          </ac:spMkLst>
        </pc:spChg>
        <pc:spChg chg="add del mod">
          <ac:chgData name="Teuku Raja Irfan Radarma" userId="cf428174-95ba-4576-8554-3a3b8ffa52b7" providerId="ADAL" clId="{83E20BB8-4A7C-498C-AB58-C17563E956FB}" dt="2026-06-28T08:29:44.751" v="229"/>
          <ac:spMkLst>
            <pc:docMk/>
            <pc:sldMk cId="1044276249" sldId="363"/>
            <ac:spMk id="7" creationId="{4AF6F576-545A-4683-BBBE-E545D7B59C57}"/>
          </ac:spMkLst>
        </pc:spChg>
      </pc:sldChg>
      <pc:sldChg chg="del">
        <pc:chgData name="Teuku Raja Irfan Radarma" userId="cf428174-95ba-4576-8554-3a3b8ffa52b7" providerId="ADAL" clId="{83E20BB8-4A7C-498C-AB58-C17563E956FB}" dt="2026-06-28T08:31:04.259" v="261" actId="47"/>
        <pc:sldMkLst>
          <pc:docMk/>
          <pc:sldMk cId="3847381933" sldId="364"/>
        </pc:sldMkLst>
      </pc:sldChg>
      <pc:sldChg chg="del">
        <pc:chgData name="Teuku Raja Irfan Radarma" userId="cf428174-95ba-4576-8554-3a3b8ffa52b7" providerId="ADAL" clId="{83E20BB8-4A7C-498C-AB58-C17563E956FB}" dt="2026-06-28T08:31:04.259" v="261" actId="47"/>
        <pc:sldMkLst>
          <pc:docMk/>
          <pc:sldMk cId="944649271" sldId="365"/>
        </pc:sldMkLst>
      </pc:sldChg>
      <pc:sldChg chg="del">
        <pc:chgData name="Teuku Raja Irfan Radarma" userId="cf428174-95ba-4576-8554-3a3b8ffa52b7" providerId="ADAL" clId="{83E20BB8-4A7C-498C-AB58-C17563E956FB}" dt="2026-06-28T08:31:04.259" v="261" actId="47"/>
        <pc:sldMkLst>
          <pc:docMk/>
          <pc:sldMk cId="2181044874" sldId="366"/>
        </pc:sldMkLst>
      </pc:sldChg>
      <pc:sldChg chg="del">
        <pc:chgData name="Teuku Raja Irfan Radarma" userId="cf428174-95ba-4576-8554-3a3b8ffa52b7" providerId="ADAL" clId="{83E20BB8-4A7C-498C-AB58-C17563E956FB}" dt="2026-06-28T08:31:04.259" v="261" actId="47"/>
        <pc:sldMkLst>
          <pc:docMk/>
          <pc:sldMk cId="2730908032" sldId="367"/>
        </pc:sldMkLst>
      </pc:sldChg>
      <pc:sldChg chg="del">
        <pc:chgData name="Teuku Raja Irfan Radarma" userId="cf428174-95ba-4576-8554-3a3b8ffa52b7" providerId="ADAL" clId="{83E20BB8-4A7C-498C-AB58-C17563E956FB}" dt="2026-06-28T08:31:04.259" v="261" actId="47"/>
        <pc:sldMkLst>
          <pc:docMk/>
          <pc:sldMk cId="487826166" sldId="368"/>
        </pc:sldMkLst>
      </pc:sldChg>
      <pc:sldChg chg="del">
        <pc:chgData name="Teuku Raja Irfan Radarma" userId="cf428174-95ba-4576-8554-3a3b8ffa52b7" providerId="ADAL" clId="{83E20BB8-4A7C-498C-AB58-C17563E956FB}" dt="2026-06-28T08:31:04.259" v="261" actId="47"/>
        <pc:sldMkLst>
          <pc:docMk/>
          <pc:sldMk cId="1151204020" sldId="369"/>
        </pc:sldMkLst>
      </pc:sldChg>
      <pc:sldChg chg="del">
        <pc:chgData name="Teuku Raja Irfan Radarma" userId="cf428174-95ba-4576-8554-3a3b8ffa52b7" providerId="ADAL" clId="{83E20BB8-4A7C-498C-AB58-C17563E956FB}" dt="2026-06-28T08:31:04.259" v="261" actId="47"/>
        <pc:sldMkLst>
          <pc:docMk/>
          <pc:sldMk cId="3829027960" sldId="370"/>
        </pc:sldMkLst>
      </pc:sldChg>
      <pc:sldChg chg="del">
        <pc:chgData name="Teuku Raja Irfan Radarma" userId="cf428174-95ba-4576-8554-3a3b8ffa52b7" providerId="ADAL" clId="{83E20BB8-4A7C-498C-AB58-C17563E956FB}" dt="2026-06-28T08:31:04.259" v="261" actId="47"/>
        <pc:sldMkLst>
          <pc:docMk/>
          <pc:sldMk cId="2218598090" sldId="387"/>
        </pc:sldMkLst>
      </pc:sldChg>
      <pc:sldChg chg="del">
        <pc:chgData name="Teuku Raja Irfan Radarma" userId="cf428174-95ba-4576-8554-3a3b8ffa52b7" providerId="ADAL" clId="{83E20BB8-4A7C-498C-AB58-C17563E956FB}" dt="2026-06-28T08:31:04.259" v="261" actId="47"/>
        <pc:sldMkLst>
          <pc:docMk/>
          <pc:sldMk cId="2443220430" sldId="405"/>
        </pc:sldMkLst>
      </pc:sldChg>
      <pc:sldChg chg="del">
        <pc:chgData name="Teuku Raja Irfan Radarma" userId="cf428174-95ba-4576-8554-3a3b8ffa52b7" providerId="ADAL" clId="{83E20BB8-4A7C-498C-AB58-C17563E956FB}" dt="2026-06-28T08:31:04.259" v="261" actId="47"/>
        <pc:sldMkLst>
          <pc:docMk/>
          <pc:sldMk cId="2666734825" sldId="406"/>
        </pc:sldMkLst>
      </pc:sldChg>
      <pc:sldChg chg="del">
        <pc:chgData name="Teuku Raja Irfan Radarma" userId="cf428174-95ba-4576-8554-3a3b8ffa52b7" providerId="ADAL" clId="{83E20BB8-4A7C-498C-AB58-C17563E956FB}" dt="2026-06-28T08:31:04.259" v="261" actId="47"/>
        <pc:sldMkLst>
          <pc:docMk/>
          <pc:sldMk cId="1881939540" sldId="407"/>
        </pc:sldMkLst>
      </pc:sldChg>
      <pc:sldChg chg="del">
        <pc:chgData name="Teuku Raja Irfan Radarma" userId="cf428174-95ba-4576-8554-3a3b8ffa52b7" providerId="ADAL" clId="{83E20BB8-4A7C-498C-AB58-C17563E956FB}" dt="2026-06-28T08:31:04.259" v="261" actId="47"/>
        <pc:sldMkLst>
          <pc:docMk/>
          <pc:sldMk cId="3425426936" sldId="408"/>
        </pc:sldMkLst>
      </pc:sldChg>
      <pc:sldChg chg="del">
        <pc:chgData name="Teuku Raja Irfan Radarma" userId="cf428174-95ba-4576-8554-3a3b8ffa52b7" providerId="ADAL" clId="{83E20BB8-4A7C-498C-AB58-C17563E956FB}" dt="2026-06-28T08:31:04.259" v="261" actId="47"/>
        <pc:sldMkLst>
          <pc:docMk/>
          <pc:sldMk cId="3288706146" sldId="409"/>
        </pc:sldMkLst>
      </pc:sldChg>
      <pc:sldChg chg="del">
        <pc:chgData name="Teuku Raja Irfan Radarma" userId="cf428174-95ba-4576-8554-3a3b8ffa52b7" providerId="ADAL" clId="{83E20BB8-4A7C-498C-AB58-C17563E956FB}" dt="2026-06-28T08:31:04.259" v="261" actId="47"/>
        <pc:sldMkLst>
          <pc:docMk/>
          <pc:sldMk cId="2058148323" sldId="410"/>
        </pc:sldMkLst>
      </pc:sldChg>
      <pc:sldChg chg="del">
        <pc:chgData name="Teuku Raja Irfan Radarma" userId="cf428174-95ba-4576-8554-3a3b8ffa52b7" providerId="ADAL" clId="{83E20BB8-4A7C-498C-AB58-C17563E956FB}" dt="2026-06-28T08:31:04.259" v="261" actId="47"/>
        <pc:sldMkLst>
          <pc:docMk/>
          <pc:sldMk cId="1929889162" sldId="411"/>
        </pc:sldMkLst>
      </pc:sldChg>
      <pc:sldChg chg="del">
        <pc:chgData name="Teuku Raja Irfan Radarma" userId="cf428174-95ba-4576-8554-3a3b8ffa52b7" providerId="ADAL" clId="{83E20BB8-4A7C-498C-AB58-C17563E956FB}" dt="2026-06-28T08:31:04.259" v="261" actId="47"/>
        <pc:sldMkLst>
          <pc:docMk/>
          <pc:sldMk cId="3288548221" sldId="412"/>
        </pc:sldMkLst>
      </pc:sldChg>
      <pc:sldChg chg="del">
        <pc:chgData name="Teuku Raja Irfan Radarma" userId="cf428174-95ba-4576-8554-3a3b8ffa52b7" providerId="ADAL" clId="{83E20BB8-4A7C-498C-AB58-C17563E956FB}" dt="2026-06-28T08:31:04.259" v="261" actId="47"/>
        <pc:sldMkLst>
          <pc:docMk/>
          <pc:sldMk cId="1372212483" sldId="413"/>
        </pc:sldMkLst>
      </pc:sldChg>
      <pc:sldChg chg="del">
        <pc:chgData name="Teuku Raja Irfan Radarma" userId="cf428174-95ba-4576-8554-3a3b8ffa52b7" providerId="ADAL" clId="{83E20BB8-4A7C-498C-AB58-C17563E956FB}" dt="2026-06-28T08:31:04.259" v="261" actId="47"/>
        <pc:sldMkLst>
          <pc:docMk/>
          <pc:sldMk cId="3222384564" sldId="414"/>
        </pc:sldMkLst>
      </pc:sldChg>
      <pc:sldChg chg="del">
        <pc:chgData name="Teuku Raja Irfan Radarma" userId="cf428174-95ba-4576-8554-3a3b8ffa52b7" providerId="ADAL" clId="{83E20BB8-4A7C-498C-AB58-C17563E956FB}" dt="2026-06-28T08:31:04.259" v="261" actId="47"/>
        <pc:sldMkLst>
          <pc:docMk/>
          <pc:sldMk cId="3672519675" sldId="415"/>
        </pc:sldMkLst>
      </pc:sldChg>
      <pc:sldChg chg="modSp new mod ord">
        <pc:chgData name="Teuku Raja Irfan Radarma" userId="cf428174-95ba-4576-8554-3a3b8ffa52b7" providerId="ADAL" clId="{83E20BB8-4A7C-498C-AB58-C17563E956FB}" dt="2026-06-28T08:29:10.867" v="194" actId="6549"/>
        <pc:sldMkLst>
          <pc:docMk/>
          <pc:sldMk cId="3989581509" sldId="416"/>
        </pc:sldMkLst>
        <pc:spChg chg="mod">
          <ac:chgData name="Teuku Raja Irfan Radarma" userId="cf428174-95ba-4576-8554-3a3b8ffa52b7" providerId="ADAL" clId="{83E20BB8-4A7C-498C-AB58-C17563E956FB}" dt="2026-06-28T08:29:10.867" v="194" actId="6549"/>
          <ac:spMkLst>
            <pc:docMk/>
            <pc:sldMk cId="3989581509" sldId="416"/>
            <ac:spMk id="2" creationId="{E886DC59-6DF6-44A0-A24A-57A501B2C061}"/>
          </ac:spMkLst>
        </pc:spChg>
        <pc:spChg chg="mod">
          <ac:chgData name="Teuku Raja Irfan Radarma" userId="cf428174-95ba-4576-8554-3a3b8ffa52b7" providerId="ADAL" clId="{83E20BB8-4A7C-498C-AB58-C17563E956FB}" dt="2026-06-28T08:29:04.834" v="193" actId="5793"/>
          <ac:spMkLst>
            <pc:docMk/>
            <pc:sldMk cId="3989581509" sldId="416"/>
            <ac:spMk id="4" creationId="{0992A27D-1687-427A-8A0D-95800E66E34F}"/>
          </ac:spMkLst>
        </pc:spChg>
      </pc:sldChg>
      <pc:sldChg chg="modSp add mod setBg">
        <pc:chgData name="Teuku Raja Irfan Radarma" userId="cf428174-95ba-4576-8554-3a3b8ffa52b7" providerId="ADAL" clId="{83E20BB8-4A7C-498C-AB58-C17563E956FB}" dt="2026-06-28T08:32:14.726" v="266" actId="207"/>
        <pc:sldMkLst>
          <pc:docMk/>
          <pc:sldMk cId="0" sldId="417"/>
        </pc:sldMkLst>
        <pc:spChg chg="mod">
          <ac:chgData name="Teuku Raja Irfan Radarma" userId="cf428174-95ba-4576-8554-3a3b8ffa52b7" providerId="ADAL" clId="{83E20BB8-4A7C-498C-AB58-C17563E956FB}" dt="2026-06-28T08:32:05.368" v="265" actId="207"/>
          <ac:spMkLst>
            <pc:docMk/>
            <pc:sldMk cId="0" sldId="417"/>
            <ac:spMk id="12" creationId="{00000000-0000-0000-0000-000000000000}"/>
          </ac:spMkLst>
        </pc:spChg>
        <pc:spChg chg="mod">
          <ac:chgData name="Teuku Raja Irfan Radarma" userId="cf428174-95ba-4576-8554-3a3b8ffa52b7" providerId="ADAL" clId="{83E20BB8-4A7C-498C-AB58-C17563E956FB}" dt="2026-06-28T08:32:14.726" v="266" actId="207"/>
          <ac:spMkLst>
            <pc:docMk/>
            <pc:sldMk cId="0" sldId="417"/>
            <ac:spMk id="13" creationId="{00000000-0000-0000-0000-000000000000}"/>
          </ac:spMkLst>
        </pc:spChg>
        <pc:spChg chg="mod">
          <ac:chgData name="Teuku Raja Irfan Radarma" userId="cf428174-95ba-4576-8554-3a3b8ffa52b7" providerId="ADAL" clId="{83E20BB8-4A7C-498C-AB58-C17563E956FB}" dt="2026-06-28T08:32:14.726" v="266" actId="207"/>
          <ac:spMkLst>
            <pc:docMk/>
            <pc:sldMk cId="0" sldId="417"/>
            <ac:spMk id="14" creationId="{00000000-0000-0000-0000-000000000000}"/>
          </ac:spMkLst>
        </pc:spChg>
      </pc:sldChg>
      <pc:sldChg chg="addSp delSp modSp new mod">
        <pc:chgData name="Teuku Raja Irfan Radarma" userId="cf428174-95ba-4576-8554-3a3b8ffa52b7" providerId="ADAL" clId="{83E20BB8-4A7C-498C-AB58-C17563E956FB}" dt="2026-06-28T08:34:12.405" v="327" actId="1036"/>
        <pc:sldMkLst>
          <pc:docMk/>
          <pc:sldMk cId="1784993129" sldId="418"/>
        </pc:sldMkLst>
        <pc:spChg chg="mod">
          <ac:chgData name="Teuku Raja Irfan Radarma" userId="cf428174-95ba-4576-8554-3a3b8ffa52b7" providerId="ADAL" clId="{83E20BB8-4A7C-498C-AB58-C17563E956FB}" dt="2026-06-28T08:32:43.282" v="288" actId="14100"/>
          <ac:spMkLst>
            <pc:docMk/>
            <pc:sldMk cId="1784993129" sldId="418"/>
            <ac:spMk id="2" creationId="{A7759058-BAE6-4641-86EE-BDAC84176AC9}"/>
          </ac:spMkLst>
        </pc:spChg>
        <pc:spChg chg="del">
          <ac:chgData name="Teuku Raja Irfan Radarma" userId="cf428174-95ba-4576-8554-3a3b8ffa52b7" providerId="ADAL" clId="{83E20BB8-4A7C-498C-AB58-C17563E956FB}" dt="2026-06-28T08:32:44.675" v="289" actId="478"/>
          <ac:spMkLst>
            <pc:docMk/>
            <pc:sldMk cId="1784993129" sldId="418"/>
            <ac:spMk id="3" creationId="{2C1C9A65-75BE-422D-B742-646701F37C19}"/>
          </ac:spMkLst>
        </pc:spChg>
        <pc:spChg chg="add mod">
          <ac:chgData name="Teuku Raja Irfan Radarma" userId="cf428174-95ba-4576-8554-3a3b8ffa52b7" providerId="ADAL" clId="{83E20BB8-4A7C-498C-AB58-C17563E956FB}" dt="2026-06-28T08:32:57.550" v="294" actId="2711"/>
          <ac:spMkLst>
            <pc:docMk/>
            <pc:sldMk cId="1784993129" sldId="418"/>
            <ac:spMk id="5" creationId="{D5D2742E-0A53-4B3E-AF7F-0D9E4B681CB1}"/>
          </ac:spMkLst>
        </pc:spChg>
        <pc:spChg chg="add mod">
          <ac:chgData name="Teuku Raja Irfan Radarma" userId="cf428174-95ba-4576-8554-3a3b8ffa52b7" providerId="ADAL" clId="{83E20BB8-4A7C-498C-AB58-C17563E956FB}" dt="2026-06-28T08:34:06.997" v="318" actId="14100"/>
          <ac:spMkLst>
            <pc:docMk/>
            <pc:sldMk cId="1784993129" sldId="418"/>
            <ac:spMk id="6" creationId="{DC9AEAE6-6DDA-49DA-979C-F4D764B308F3}"/>
          </ac:spMkLst>
        </pc:spChg>
        <pc:spChg chg="add mod">
          <ac:chgData name="Teuku Raja Irfan Radarma" userId="cf428174-95ba-4576-8554-3a3b8ffa52b7" providerId="ADAL" clId="{83E20BB8-4A7C-498C-AB58-C17563E956FB}" dt="2026-06-28T08:33:56.280" v="307" actId="14100"/>
          <ac:spMkLst>
            <pc:docMk/>
            <pc:sldMk cId="1784993129" sldId="418"/>
            <ac:spMk id="7" creationId="{F9591E11-FDCB-4E81-ADD2-F63C6F485860}"/>
          </ac:spMkLst>
        </pc:spChg>
        <pc:spChg chg="add mod">
          <ac:chgData name="Teuku Raja Irfan Radarma" userId="cf428174-95ba-4576-8554-3a3b8ffa52b7" providerId="ADAL" clId="{83E20BB8-4A7C-498C-AB58-C17563E956FB}" dt="2026-06-28T08:34:12.405" v="327" actId="1036"/>
          <ac:spMkLst>
            <pc:docMk/>
            <pc:sldMk cId="1784993129" sldId="418"/>
            <ac:spMk id="8" creationId="{3205CE1E-F257-4F8E-92DA-2754A78E8AC1}"/>
          </ac:spMkLst>
        </pc:spChg>
        <pc:spChg chg="add mod">
          <ac:chgData name="Teuku Raja Irfan Radarma" userId="cf428174-95ba-4576-8554-3a3b8ffa52b7" providerId="ADAL" clId="{83E20BB8-4A7C-498C-AB58-C17563E956FB}" dt="2026-06-28T08:34:06.997" v="318" actId="14100"/>
          <ac:spMkLst>
            <pc:docMk/>
            <pc:sldMk cId="1784993129" sldId="418"/>
            <ac:spMk id="9" creationId="{916C8A17-7BAA-400B-A9A5-2BC67D0BE82B}"/>
          </ac:spMkLst>
        </pc:spChg>
        <pc:spChg chg="add mod">
          <ac:chgData name="Teuku Raja Irfan Radarma" userId="cf428174-95ba-4576-8554-3a3b8ffa52b7" providerId="ADAL" clId="{83E20BB8-4A7C-498C-AB58-C17563E956FB}" dt="2026-06-28T08:33:56.280" v="307" actId="14100"/>
          <ac:spMkLst>
            <pc:docMk/>
            <pc:sldMk cId="1784993129" sldId="418"/>
            <ac:spMk id="10" creationId="{860C8F2C-03D5-4971-9EF7-1E292BDCDE24}"/>
          </ac:spMkLst>
        </pc:spChg>
        <pc:spChg chg="add mod">
          <ac:chgData name="Teuku Raja Irfan Radarma" userId="cf428174-95ba-4576-8554-3a3b8ffa52b7" providerId="ADAL" clId="{83E20BB8-4A7C-498C-AB58-C17563E956FB}" dt="2026-06-28T08:34:12.405" v="327" actId="1036"/>
          <ac:spMkLst>
            <pc:docMk/>
            <pc:sldMk cId="1784993129" sldId="418"/>
            <ac:spMk id="11" creationId="{309EFD7A-A046-4B47-8801-0F36559E40FC}"/>
          </ac:spMkLst>
        </pc:spChg>
        <pc:spChg chg="add mod">
          <ac:chgData name="Teuku Raja Irfan Radarma" userId="cf428174-95ba-4576-8554-3a3b8ffa52b7" providerId="ADAL" clId="{83E20BB8-4A7C-498C-AB58-C17563E956FB}" dt="2026-06-28T08:34:06.997" v="318" actId="14100"/>
          <ac:spMkLst>
            <pc:docMk/>
            <pc:sldMk cId="1784993129" sldId="418"/>
            <ac:spMk id="12" creationId="{23677C36-E587-47BD-8DA7-C941F467F419}"/>
          </ac:spMkLst>
        </pc:spChg>
        <pc:spChg chg="add mod">
          <ac:chgData name="Teuku Raja Irfan Radarma" userId="cf428174-95ba-4576-8554-3a3b8ffa52b7" providerId="ADAL" clId="{83E20BB8-4A7C-498C-AB58-C17563E956FB}" dt="2026-06-28T08:33:56.280" v="307" actId="14100"/>
          <ac:spMkLst>
            <pc:docMk/>
            <pc:sldMk cId="1784993129" sldId="418"/>
            <ac:spMk id="13" creationId="{589CB145-2DA6-40BB-9404-6D7D96D8C11D}"/>
          </ac:spMkLst>
        </pc:spChg>
        <pc:spChg chg="add mod">
          <ac:chgData name="Teuku Raja Irfan Radarma" userId="cf428174-95ba-4576-8554-3a3b8ffa52b7" providerId="ADAL" clId="{83E20BB8-4A7C-498C-AB58-C17563E956FB}" dt="2026-06-28T08:34:12.405" v="327" actId="1036"/>
          <ac:spMkLst>
            <pc:docMk/>
            <pc:sldMk cId="1784993129" sldId="418"/>
            <ac:spMk id="14" creationId="{22F2B771-D1A0-49FD-8FED-3108F61E3831}"/>
          </ac:spMkLst>
        </pc:spChg>
        <pc:spChg chg="add mod">
          <ac:chgData name="Teuku Raja Irfan Radarma" userId="cf428174-95ba-4576-8554-3a3b8ffa52b7" providerId="ADAL" clId="{83E20BB8-4A7C-498C-AB58-C17563E956FB}" dt="2026-06-28T08:34:06.997" v="318" actId="14100"/>
          <ac:spMkLst>
            <pc:docMk/>
            <pc:sldMk cId="1784993129" sldId="418"/>
            <ac:spMk id="15" creationId="{5A1119D6-B7AB-44E6-8051-69B2775D269E}"/>
          </ac:spMkLst>
        </pc:spChg>
        <pc:spChg chg="add mod">
          <ac:chgData name="Teuku Raja Irfan Radarma" userId="cf428174-95ba-4576-8554-3a3b8ffa52b7" providerId="ADAL" clId="{83E20BB8-4A7C-498C-AB58-C17563E956FB}" dt="2026-06-28T08:33:56.280" v="307" actId="14100"/>
          <ac:spMkLst>
            <pc:docMk/>
            <pc:sldMk cId="1784993129" sldId="418"/>
            <ac:spMk id="16" creationId="{D9FF6BFF-0397-4370-B794-EEA310FE9BB4}"/>
          </ac:spMkLst>
        </pc:spChg>
        <pc:spChg chg="add mod">
          <ac:chgData name="Teuku Raja Irfan Radarma" userId="cf428174-95ba-4576-8554-3a3b8ffa52b7" providerId="ADAL" clId="{83E20BB8-4A7C-498C-AB58-C17563E956FB}" dt="2026-06-28T08:34:12.405" v="327" actId="1036"/>
          <ac:spMkLst>
            <pc:docMk/>
            <pc:sldMk cId="1784993129" sldId="418"/>
            <ac:spMk id="17" creationId="{B317DD45-4641-44BB-9851-0CCA95689557}"/>
          </ac:spMkLst>
        </pc:spChg>
      </pc:sldChg>
      <pc:sldChg chg="add setBg">
        <pc:chgData name="Teuku Raja Irfan Radarma" userId="cf428174-95ba-4576-8554-3a3b8ffa52b7" providerId="ADAL" clId="{83E20BB8-4A7C-498C-AB58-C17563E956FB}" dt="2026-06-28T08:34:32.349" v="328"/>
        <pc:sldMkLst>
          <pc:docMk/>
          <pc:sldMk cId="0" sldId="419"/>
        </pc:sldMkLst>
      </pc:sldChg>
      <pc:sldChg chg="add setBg">
        <pc:chgData name="Teuku Raja Irfan Radarma" userId="cf428174-95ba-4576-8554-3a3b8ffa52b7" providerId="ADAL" clId="{83E20BB8-4A7C-498C-AB58-C17563E956FB}" dt="2026-06-28T08:34:44.734" v="329"/>
        <pc:sldMkLst>
          <pc:docMk/>
          <pc:sldMk cId="0" sldId="420"/>
        </pc:sldMkLst>
      </pc:sldChg>
      <pc:sldChg chg="add setBg">
        <pc:chgData name="Teuku Raja Irfan Radarma" userId="cf428174-95ba-4576-8554-3a3b8ffa52b7" providerId="ADAL" clId="{83E20BB8-4A7C-498C-AB58-C17563E956FB}" dt="2026-06-28T08:34:57.752" v="330"/>
        <pc:sldMkLst>
          <pc:docMk/>
          <pc:sldMk cId="0" sldId="421"/>
        </pc:sldMkLst>
      </pc:sldChg>
      <pc:sldChg chg="modSp new mod">
        <pc:chgData name="Teuku Raja Irfan Radarma" userId="cf428174-95ba-4576-8554-3a3b8ffa52b7" providerId="ADAL" clId="{83E20BB8-4A7C-498C-AB58-C17563E956FB}" dt="2026-07-05T03:47:34.460" v="432" actId="20577"/>
        <pc:sldMkLst>
          <pc:docMk/>
          <pc:sldMk cId="4210646334" sldId="422"/>
        </pc:sldMkLst>
        <pc:spChg chg="mod">
          <ac:chgData name="Teuku Raja Irfan Radarma" userId="cf428174-95ba-4576-8554-3a3b8ffa52b7" providerId="ADAL" clId="{83E20BB8-4A7C-498C-AB58-C17563E956FB}" dt="2026-07-05T03:47:31.538" v="422"/>
          <ac:spMkLst>
            <pc:docMk/>
            <pc:sldMk cId="4210646334" sldId="422"/>
            <ac:spMk id="2" creationId="{7C238F48-307B-47AF-A4A0-B8842D0DE7FB}"/>
          </ac:spMkLst>
        </pc:spChg>
        <pc:spChg chg="mod">
          <ac:chgData name="Teuku Raja Irfan Radarma" userId="cf428174-95ba-4576-8554-3a3b8ffa52b7" providerId="ADAL" clId="{83E20BB8-4A7C-498C-AB58-C17563E956FB}" dt="2026-07-05T03:47:34.460" v="432" actId="20577"/>
          <ac:spMkLst>
            <pc:docMk/>
            <pc:sldMk cId="4210646334" sldId="422"/>
            <ac:spMk id="3" creationId="{7F91870A-88BB-4B80-9E08-14C332F326E8}"/>
          </ac:spMkLst>
        </pc:spChg>
      </pc:sldChg>
      <pc:sldChg chg="addSp delSp modSp new del mod">
        <pc:chgData name="Teuku Raja Irfan Radarma" userId="cf428174-95ba-4576-8554-3a3b8ffa52b7" providerId="ADAL" clId="{83E20BB8-4A7C-498C-AB58-C17563E956FB}" dt="2026-07-05T03:48:45.185" v="443" actId="47"/>
        <pc:sldMkLst>
          <pc:docMk/>
          <pc:sldMk cId="2963875463" sldId="423"/>
        </pc:sldMkLst>
        <pc:spChg chg="mod">
          <ac:chgData name="Teuku Raja Irfan Radarma" userId="cf428174-95ba-4576-8554-3a3b8ffa52b7" providerId="ADAL" clId="{83E20BB8-4A7C-498C-AB58-C17563E956FB}" dt="2026-07-05T03:47:59.423" v="436" actId="14100"/>
          <ac:spMkLst>
            <pc:docMk/>
            <pc:sldMk cId="2963875463" sldId="423"/>
            <ac:spMk id="2" creationId="{6CD8D4BE-34A6-4AFB-8B21-DE753B7FA115}"/>
          </ac:spMkLst>
        </pc:spChg>
        <pc:spChg chg="del mod">
          <ac:chgData name="Teuku Raja Irfan Radarma" userId="cf428174-95ba-4576-8554-3a3b8ffa52b7" providerId="ADAL" clId="{83E20BB8-4A7C-498C-AB58-C17563E956FB}" dt="2026-07-05T03:48:11.274" v="438"/>
          <ac:spMkLst>
            <pc:docMk/>
            <pc:sldMk cId="2963875463" sldId="423"/>
            <ac:spMk id="3" creationId="{8D4B7256-8A76-4038-ADB2-F3AAEE9AB690}"/>
          </ac:spMkLst>
        </pc:spChg>
        <pc:spChg chg="add mod">
          <ac:chgData name="Teuku Raja Irfan Radarma" userId="cf428174-95ba-4576-8554-3a3b8ffa52b7" providerId="ADAL" clId="{83E20BB8-4A7C-498C-AB58-C17563E956FB}" dt="2026-07-05T03:48:15.568" v="439" actId="14100"/>
          <ac:spMkLst>
            <pc:docMk/>
            <pc:sldMk cId="2963875463" sldId="423"/>
            <ac:spMk id="5" creationId="{4DCD45F6-AC30-4E84-87A7-D7F7F9AF6DBC}"/>
          </ac:spMkLst>
        </pc:spChg>
      </pc:sldChg>
      <pc:sldChg chg="modSp add mod setBg">
        <pc:chgData name="Teuku Raja Irfan Radarma" userId="cf428174-95ba-4576-8554-3a3b8ffa52b7" providerId="ADAL" clId="{83E20BB8-4A7C-498C-AB58-C17563E956FB}" dt="2026-07-05T03:48:40.846" v="442" actId="1076"/>
        <pc:sldMkLst>
          <pc:docMk/>
          <pc:sldMk cId="0" sldId="424"/>
        </pc:sldMkLst>
        <pc:spChg chg="mod">
          <ac:chgData name="Teuku Raja Irfan Radarma" userId="cf428174-95ba-4576-8554-3a3b8ffa52b7" providerId="ADAL" clId="{83E20BB8-4A7C-498C-AB58-C17563E956FB}" dt="2026-07-05T03:48:35.245" v="441" actId="1076"/>
          <ac:spMkLst>
            <pc:docMk/>
            <pc:sldMk cId="0" sldId="424"/>
            <ac:spMk id="2"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3"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4"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5"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6"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7"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8"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9"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10"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11"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12"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13"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14"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15"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16"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17"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18"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19"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20"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21"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22"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23"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24"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25"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26"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27"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28"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29"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30"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31"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32"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33"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34"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35"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36"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37"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38"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39"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40"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41"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42"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43"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44"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45"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46"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47"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48"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49"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50"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51"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52"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53"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54" creationId="{00000000-0000-0000-0000-000000000000}"/>
          </ac:spMkLst>
        </pc:spChg>
        <pc:spChg chg="mod">
          <ac:chgData name="Teuku Raja Irfan Radarma" userId="cf428174-95ba-4576-8554-3a3b8ffa52b7" providerId="ADAL" clId="{83E20BB8-4A7C-498C-AB58-C17563E956FB}" dt="2026-07-05T03:48:35.245" v="441" actId="1076"/>
          <ac:spMkLst>
            <pc:docMk/>
            <pc:sldMk cId="0" sldId="424"/>
            <ac:spMk id="55" creationId="{00000000-0000-0000-0000-000000000000}"/>
          </ac:spMkLst>
        </pc:spChg>
        <pc:spChg chg="mod">
          <ac:chgData name="Teuku Raja Irfan Radarma" userId="cf428174-95ba-4576-8554-3a3b8ffa52b7" providerId="ADAL" clId="{83E20BB8-4A7C-498C-AB58-C17563E956FB}" dt="2026-07-05T03:48:40.846" v="442" actId="1076"/>
          <ac:spMkLst>
            <pc:docMk/>
            <pc:sldMk cId="0" sldId="424"/>
            <ac:spMk id="56" creationId="{00000000-0000-0000-0000-000000000000}"/>
          </ac:spMkLst>
        </pc:spChg>
        <pc:spChg chg="mod">
          <ac:chgData name="Teuku Raja Irfan Radarma" userId="cf428174-95ba-4576-8554-3a3b8ffa52b7" providerId="ADAL" clId="{83E20BB8-4A7C-498C-AB58-C17563E956FB}" dt="2026-07-05T03:48:40.846" v="442" actId="1076"/>
          <ac:spMkLst>
            <pc:docMk/>
            <pc:sldMk cId="0" sldId="424"/>
            <ac:spMk id="57" creationId="{00000000-0000-0000-0000-000000000000}"/>
          </ac:spMkLst>
        </pc:spChg>
      </pc:sldChg>
      <pc:sldChg chg="delSp modSp add mod setBg">
        <pc:chgData name="Teuku Raja Irfan Radarma" userId="cf428174-95ba-4576-8554-3a3b8ffa52b7" providerId="ADAL" clId="{83E20BB8-4A7C-498C-AB58-C17563E956FB}" dt="2026-07-05T04:59:45.398" v="739" actId="14100"/>
        <pc:sldMkLst>
          <pc:docMk/>
          <pc:sldMk cId="0" sldId="425"/>
        </pc:sldMkLst>
        <pc:spChg chg="del">
          <ac:chgData name="Teuku Raja Irfan Radarma" userId="cf428174-95ba-4576-8554-3a3b8ffa52b7" providerId="ADAL" clId="{83E20BB8-4A7C-498C-AB58-C17563E956FB}" dt="2026-07-05T04:59:42.762" v="738" actId="478"/>
          <ac:spMkLst>
            <pc:docMk/>
            <pc:sldMk cId="0" sldId="425"/>
            <ac:spMk id="2" creationId="{00000000-0000-0000-0000-000000000000}"/>
          </ac:spMkLst>
        </pc:spChg>
        <pc:spChg chg="mod">
          <ac:chgData name="Teuku Raja Irfan Radarma" userId="cf428174-95ba-4576-8554-3a3b8ffa52b7" providerId="ADAL" clId="{83E20BB8-4A7C-498C-AB58-C17563E956FB}" dt="2026-07-05T04:59:45.398" v="739" actId="14100"/>
          <ac:spMkLst>
            <pc:docMk/>
            <pc:sldMk cId="0" sldId="425"/>
            <ac:spMk id="4" creationId="{00000000-0000-0000-0000-000000000000}"/>
          </ac:spMkLst>
        </pc:spChg>
      </pc:sldChg>
      <pc:sldChg chg="addSp delSp modSp add mod setBg">
        <pc:chgData name="Teuku Raja Irfan Radarma" userId="cf428174-95ba-4576-8554-3a3b8ffa52b7" providerId="ADAL" clId="{83E20BB8-4A7C-498C-AB58-C17563E956FB}" dt="2026-07-05T04:07:04.115" v="689" actId="1076"/>
        <pc:sldMkLst>
          <pc:docMk/>
          <pc:sldMk cId="0" sldId="426"/>
        </pc:sldMkLst>
        <pc:spChg chg="del">
          <ac:chgData name="Teuku Raja Irfan Radarma" userId="cf428174-95ba-4576-8554-3a3b8ffa52b7" providerId="ADAL" clId="{83E20BB8-4A7C-498C-AB58-C17563E956FB}" dt="2026-07-05T04:00:03.312" v="487" actId="478"/>
          <ac:spMkLst>
            <pc:docMk/>
            <pc:sldMk cId="0" sldId="426"/>
            <ac:spMk id="2" creationId="{00000000-0000-0000-0000-000000000000}"/>
          </ac:spMkLst>
        </pc:spChg>
        <pc:spChg chg="del">
          <ac:chgData name="Teuku Raja Irfan Radarma" userId="cf428174-95ba-4576-8554-3a3b8ffa52b7" providerId="ADAL" clId="{83E20BB8-4A7C-498C-AB58-C17563E956FB}" dt="2026-07-05T04:00:01.985" v="486" actId="478"/>
          <ac:spMkLst>
            <pc:docMk/>
            <pc:sldMk cId="0" sldId="426"/>
            <ac:spMk id="3" creationId="{00000000-0000-0000-0000-000000000000}"/>
          </ac:spMkLst>
        </pc:spChg>
        <pc:spChg chg="mod">
          <ac:chgData name="Teuku Raja Irfan Radarma" userId="cf428174-95ba-4576-8554-3a3b8ffa52b7" providerId="ADAL" clId="{83E20BB8-4A7C-498C-AB58-C17563E956FB}" dt="2026-07-05T04:07:04.115" v="689" actId="1076"/>
          <ac:spMkLst>
            <pc:docMk/>
            <pc:sldMk cId="0" sldId="426"/>
            <ac:spMk id="4" creationId="{00000000-0000-0000-0000-000000000000}"/>
          </ac:spMkLst>
        </pc:spChg>
        <pc:spChg chg="mod">
          <ac:chgData name="Teuku Raja Irfan Radarma" userId="cf428174-95ba-4576-8554-3a3b8ffa52b7" providerId="ADAL" clId="{83E20BB8-4A7C-498C-AB58-C17563E956FB}" dt="2026-07-05T04:06:59.646" v="688" actId="1076"/>
          <ac:spMkLst>
            <pc:docMk/>
            <pc:sldMk cId="0" sldId="426"/>
            <ac:spMk id="5" creationId="{00000000-0000-0000-0000-000000000000}"/>
          </ac:spMkLst>
        </pc:spChg>
        <pc:spChg chg="mod">
          <ac:chgData name="Teuku Raja Irfan Radarma" userId="cf428174-95ba-4576-8554-3a3b8ffa52b7" providerId="ADAL" clId="{83E20BB8-4A7C-498C-AB58-C17563E956FB}" dt="2026-07-05T04:06:59.646" v="688" actId="1076"/>
          <ac:spMkLst>
            <pc:docMk/>
            <pc:sldMk cId="0" sldId="426"/>
            <ac:spMk id="6" creationId="{00000000-0000-0000-0000-000000000000}"/>
          </ac:spMkLst>
        </pc:spChg>
        <pc:spChg chg="mod">
          <ac:chgData name="Teuku Raja Irfan Radarma" userId="cf428174-95ba-4576-8554-3a3b8ffa52b7" providerId="ADAL" clId="{83E20BB8-4A7C-498C-AB58-C17563E956FB}" dt="2026-07-05T04:06:59.646" v="688" actId="1076"/>
          <ac:spMkLst>
            <pc:docMk/>
            <pc:sldMk cId="0" sldId="426"/>
            <ac:spMk id="7" creationId="{00000000-0000-0000-0000-000000000000}"/>
          </ac:spMkLst>
        </pc:spChg>
        <pc:spChg chg="del mod">
          <ac:chgData name="Teuku Raja Irfan Radarma" userId="cf428174-95ba-4576-8554-3a3b8ffa52b7" providerId="ADAL" clId="{83E20BB8-4A7C-498C-AB58-C17563E956FB}" dt="2026-07-05T03:58:35.215" v="449" actId="478"/>
          <ac:spMkLst>
            <pc:docMk/>
            <pc:sldMk cId="0" sldId="426"/>
            <ac:spMk id="8" creationId="{00000000-0000-0000-0000-000000000000}"/>
          </ac:spMkLst>
        </pc:spChg>
        <pc:spChg chg="del">
          <ac:chgData name="Teuku Raja Irfan Radarma" userId="cf428174-95ba-4576-8554-3a3b8ffa52b7" providerId="ADAL" clId="{83E20BB8-4A7C-498C-AB58-C17563E956FB}" dt="2026-07-05T03:58:35.992" v="450" actId="478"/>
          <ac:spMkLst>
            <pc:docMk/>
            <pc:sldMk cId="0" sldId="426"/>
            <ac:spMk id="9" creationId="{00000000-0000-0000-0000-000000000000}"/>
          </ac:spMkLst>
        </pc:spChg>
        <pc:spChg chg="del">
          <ac:chgData name="Teuku Raja Irfan Radarma" userId="cf428174-95ba-4576-8554-3a3b8ffa52b7" providerId="ADAL" clId="{83E20BB8-4A7C-498C-AB58-C17563E956FB}" dt="2026-07-05T03:58:37.005" v="451" actId="478"/>
          <ac:spMkLst>
            <pc:docMk/>
            <pc:sldMk cId="0" sldId="426"/>
            <ac:spMk id="10" creationId="{00000000-0000-0000-0000-000000000000}"/>
          </ac:spMkLst>
        </pc:spChg>
        <pc:spChg chg="mod">
          <ac:chgData name="Teuku Raja Irfan Radarma" userId="cf428174-95ba-4576-8554-3a3b8ffa52b7" providerId="ADAL" clId="{83E20BB8-4A7C-498C-AB58-C17563E956FB}" dt="2026-07-05T04:06:59.646" v="688" actId="1076"/>
          <ac:spMkLst>
            <pc:docMk/>
            <pc:sldMk cId="0" sldId="426"/>
            <ac:spMk id="11" creationId="{00000000-0000-0000-0000-000000000000}"/>
          </ac:spMkLst>
        </pc:spChg>
        <pc:spChg chg="mod">
          <ac:chgData name="Teuku Raja Irfan Radarma" userId="cf428174-95ba-4576-8554-3a3b8ffa52b7" providerId="ADAL" clId="{83E20BB8-4A7C-498C-AB58-C17563E956FB}" dt="2026-07-05T04:06:59.646" v="688" actId="1076"/>
          <ac:spMkLst>
            <pc:docMk/>
            <pc:sldMk cId="0" sldId="426"/>
            <ac:spMk id="12" creationId="{00000000-0000-0000-0000-000000000000}"/>
          </ac:spMkLst>
        </pc:spChg>
        <pc:spChg chg="mod">
          <ac:chgData name="Teuku Raja Irfan Radarma" userId="cf428174-95ba-4576-8554-3a3b8ffa52b7" providerId="ADAL" clId="{83E20BB8-4A7C-498C-AB58-C17563E956FB}" dt="2026-07-05T04:06:59.646" v="688" actId="1076"/>
          <ac:spMkLst>
            <pc:docMk/>
            <pc:sldMk cId="0" sldId="426"/>
            <ac:spMk id="13" creationId="{00000000-0000-0000-0000-000000000000}"/>
          </ac:spMkLst>
        </pc:spChg>
        <pc:spChg chg="mod">
          <ac:chgData name="Teuku Raja Irfan Radarma" userId="cf428174-95ba-4576-8554-3a3b8ffa52b7" providerId="ADAL" clId="{83E20BB8-4A7C-498C-AB58-C17563E956FB}" dt="2026-07-05T04:06:59.646" v="688" actId="1076"/>
          <ac:spMkLst>
            <pc:docMk/>
            <pc:sldMk cId="0" sldId="426"/>
            <ac:spMk id="14" creationId="{00000000-0000-0000-0000-000000000000}"/>
          </ac:spMkLst>
        </pc:spChg>
        <pc:spChg chg="mod">
          <ac:chgData name="Teuku Raja Irfan Radarma" userId="cf428174-95ba-4576-8554-3a3b8ffa52b7" providerId="ADAL" clId="{83E20BB8-4A7C-498C-AB58-C17563E956FB}" dt="2026-07-05T04:06:59.646" v="688" actId="1076"/>
          <ac:spMkLst>
            <pc:docMk/>
            <pc:sldMk cId="0" sldId="426"/>
            <ac:spMk id="15" creationId="{00000000-0000-0000-0000-000000000000}"/>
          </ac:spMkLst>
        </pc:spChg>
        <pc:spChg chg="mod">
          <ac:chgData name="Teuku Raja Irfan Radarma" userId="cf428174-95ba-4576-8554-3a3b8ffa52b7" providerId="ADAL" clId="{83E20BB8-4A7C-498C-AB58-C17563E956FB}" dt="2026-07-05T04:06:59.646" v="688" actId="1076"/>
          <ac:spMkLst>
            <pc:docMk/>
            <pc:sldMk cId="0" sldId="426"/>
            <ac:spMk id="16" creationId="{00000000-0000-0000-0000-000000000000}"/>
          </ac:spMkLst>
        </pc:spChg>
        <pc:spChg chg="mod">
          <ac:chgData name="Teuku Raja Irfan Radarma" userId="cf428174-95ba-4576-8554-3a3b8ffa52b7" providerId="ADAL" clId="{83E20BB8-4A7C-498C-AB58-C17563E956FB}" dt="2026-07-05T04:06:59.646" v="688" actId="1076"/>
          <ac:spMkLst>
            <pc:docMk/>
            <pc:sldMk cId="0" sldId="426"/>
            <ac:spMk id="17" creationId="{00000000-0000-0000-0000-000000000000}"/>
          </ac:spMkLst>
        </pc:spChg>
        <pc:spChg chg="mod">
          <ac:chgData name="Teuku Raja Irfan Radarma" userId="cf428174-95ba-4576-8554-3a3b8ffa52b7" providerId="ADAL" clId="{83E20BB8-4A7C-498C-AB58-C17563E956FB}" dt="2026-07-05T04:06:59.646" v="688" actId="1076"/>
          <ac:spMkLst>
            <pc:docMk/>
            <pc:sldMk cId="0" sldId="426"/>
            <ac:spMk id="18" creationId="{00000000-0000-0000-0000-000000000000}"/>
          </ac:spMkLst>
        </pc:spChg>
        <pc:spChg chg="mod">
          <ac:chgData name="Teuku Raja Irfan Radarma" userId="cf428174-95ba-4576-8554-3a3b8ffa52b7" providerId="ADAL" clId="{83E20BB8-4A7C-498C-AB58-C17563E956FB}" dt="2026-07-05T04:06:59.646" v="688" actId="1076"/>
          <ac:spMkLst>
            <pc:docMk/>
            <pc:sldMk cId="0" sldId="426"/>
            <ac:spMk id="19" creationId="{00000000-0000-0000-0000-000000000000}"/>
          </ac:spMkLst>
        </pc:spChg>
        <pc:spChg chg="mod">
          <ac:chgData name="Teuku Raja Irfan Radarma" userId="cf428174-95ba-4576-8554-3a3b8ffa52b7" providerId="ADAL" clId="{83E20BB8-4A7C-498C-AB58-C17563E956FB}" dt="2026-07-05T04:06:59.646" v="688" actId="1076"/>
          <ac:spMkLst>
            <pc:docMk/>
            <pc:sldMk cId="0" sldId="426"/>
            <ac:spMk id="20" creationId="{00000000-0000-0000-0000-000000000000}"/>
          </ac:spMkLst>
        </pc:spChg>
        <pc:spChg chg="mod">
          <ac:chgData name="Teuku Raja Irfan Radarma" userId="cf428174-95ba-4576-8554-3a3b8ffa52b7" providerId="ADAL" clId="{83E20BB8-4A7C-498C-AB58-C17563E956FB}" dt="2026-07-05T04:06:59.646" v="688" actId="1076"/>
          <ac:spMkLst>
            <pc:docMk/>
            <pc:sldMk cId="0" sldId="426"/>
            <ac:spMk id="21" creationId="{00000000-0000-0000-0000-000000000000}"/>
          </ac:spMkLst>
        </pc:spChg>
        <pc:spChg chg="mod">
          <ac:chgData name="Teuku Raja Irfan Radarma" userId="cf428174-95ba-4576-8554-3a3b8ffa52b7" providerId="ADAL" clId="{83E20BB8-4A7C-498C-AB58-C17563E956FB}" dt="2026-07-05T04:06:59.646" v="688" actId="1076"/>
          <ac:spMkLst>
            <pc:docMk/>
            <pc:sldMk cId="0" sldId="426"/>
            <ac:spMk id="22" creationId="{00000000-0000-0000-0000-000000000000}"/>
          </ac:spMkLst>
        </pc:spChg>
        <pc:spChg chg="mod">
          <ac:chgData name="Teuku Raja Irfan Radarma" userId="cf428174-95ba-4576-8554-3a3b8ffa52b7" providerId="ADAL" clId="{83E20BB8-4A7C-498C-AB58-C17563E956FB}" dt="2026-07-05T04:06:59.646" v="688" actId="1076"/>
          <ac:spMkLst>
            <pc:docMk/>
            <pc:sldMk cId="0" sldId="426"/>
            <ac:spMk id="23" creationId="{00000000-0000-0000-0000-000000000000}"/>
          </ac:spMkLst>
        </pc:spChg>
        <pc:spChg chg="mod">
          <ac:chgData name="Teuku Raja Irfan Radarma" userId="cf428174-95ba-4576-8554-3a3b8ffa52b7" providerId="ADAL" clId="{83E20BB8-4A7C-498C-AB58-C17563E956FB}" dt="2026-07-05T04:06:59.646" v="688" actId="1076"/>
          <ac:spMkLst>
            <pc:docMk/>
            <pc:sldMk cId="0" sldId="426"/>
            <ac:spMk id="24" creationId="{00000000-0000-0000-0000-000000000000}"/>
          </ac:spMkLst>
        </pc:spChg>
        <pc:spChg chg="mod">
          <ac:chgData name="Teuku Raja Irfan Radarma" userId="cf428174-95ba-4576-8554-3a3b8ffa52b7" providerId="ADAL" clId="{83E20BB8-4A7C-498C-AB58-C17563E956FB}" dt="2026-07-05T04:06:59.646" v="688" actId="1076"/>
          <ac:spMkLst>
            <pc:docMk/>
            <pc:sldMk cId="0" sldId="426"/>
            <ac:spMk id="25" creationId="{00000000-0000-0000-0000-000000000000}"/>
          </ac:spMkLst>
        </pc:spChg>
        <pc:spChg chg="del">
          <ac:chgData name="Teuku Raja Irfan Radarma" userId="cf428174-95ba-4576-8554-3a3b8ffa52b7" providerId="ADAL" clId="{83E20BB8-4A7C-498C-AB58-C17563E956FB}" dt="2026-07-05T03:59:32.965" v="477" actId="478"/>
          <ac:spMkLst>
            <pc:docMk/>
            <pc:sldMk cId="0" sldId="426"/>
            <ac:spMk id="26" creationId="{00000000-0000-0000-0000-000000000000}"/>
          </ac:spMkLst>
        </pc:spChg>
        <pc:spChg chg="del">
          <ac:chgData name="Teuku Raja Irfan Radarma" userId="cf428174-95ba-4576-8554-3a3b8ffa52b7" providerId="ADAL" clId="{83E20BB8-4A7C-498C-AB58-C17563E956FB}" dt="2026-07-05T03:59:32.965" v="477" actId="478"/>
          <ac:spMkLst>
            <pc:docMk/>
            <pc:sldMk cId="0" sldId="426"/>
            <ac:spMk id="27" creationId="{00000000-0000-0000-0000-000000000000}"/>
          </ac:spMkLst>
        </pc:spChg>
        <pc:spChg chg="del">
          <ac:chgData name="Teuku Raja Irfan Radarma" userId="cf428174-95ba-4576-8554-3a3b8ffa52b7" providerId="ADAL" clId="{83E20BB8-4A7C-498C-AB58-C17563E956FB}" dt="2026-07-05T03:59:32.965" v="477" actId="478"/>
          <ac:spMkLst>
            <pc:docMk/>
            <pc:sldMk cId="0" sldId="426"/>
            <ac:spMk id="28" creationId="{00000000-0000-0000-0000-000000000000}"/>
          </ac:spMkLst>
        </pc:spChg>
        <pc:spChg chg="del">
          <ac:chgData name="Teuku Raja Irfan Radarma" userId="cf428174-95ba-4576-8554-3a3b8ffa52b7" providerId="ADAL" clId="{83E20BB8-4A7C-498C-AB58-C17563E956FB}" dt="2026-07-05T03:59:32.965" v="477" actId="478"/>
          <ac:spMkLst>
            <pc:docMk/>
            <pc:sldMk cId="0" sldId="426"/>
            <ac:spMk id="29" creationId="{00000000-0000-0000-0000-000000000000}"/>
          </ac:spMkLst>
        </pc:spChg>
        <pc:spChg chg="del">
          <ac:chgData name="Teuku Raja Irfan Radarma" userId="cf428174-95ba-4576-8554-3a3b8ffa52b7" providerId="ADAL" clId="{83E20BB8-4A7C-498C-AB58-C17563E956FB}" dt="2026-07-05T03:59:32.965" v="477" actId="478"/>
          <ac:spMkLst>
            <pc:docMk/>
            <pc:sldMk cId="0" sldId="426"/>
            <ac:spMk id="30" creationId="{00000000-0000-0000-0000-000000000000}"/>
          </ac:spMkLst>
        </pc:spChg>
        <pc:spChg chg="del">
          <ac:chgData name="Teuku Raja Irfan Radarma" userId="cf428174-95ba-4576-8554-3a3b8ffa52b7" providerId="ADAL" clId="{83E20BB8-4A7C-498C-AB58-C17563E956FB}" dt="2026-07-05T03:59:32.965" v="477" actId="478"/>
          <ac:spMkLst>
            <pc:docMk/>
            <pc:sldMk cId="0" sldId="426"/>
            <ac:spMk id="31" creationId="{00000000-0000-0000-0000-000000000000}"/>
          </ac:spMkLst>
        </pc:spChg>
        <pc:spChg chg="add mod ord">
          <ac:chgData name="Teuku Raja Irfan Radarma" userId="cf428174-95ba-4576-8554-3a3b8ffa52b7" providerId="ADAL" clId="{83E20BB8-4A7C-498C-AB58-C17563E956FB}" dt="2026-07-05T04:06:59.646" v="688" actId="1076"/>
          <ac:spMkLst>
            <pc:docMk/>
            <pc:sldMk cId="0" sldId="426"/>
            <ac:spMk id="32" creationId="{2AC679D2-1255-48DF-AADB-6DD28A7B846D}"/>
          </ac:spMkLst>
        </pc:spChg>
        <pc:spChg chg="add mod">
          <ac:chgData name="Teuku Raja Irfan Radarma" userId="cf428174-95ba-4576-8554-3a3b8ffa52b7" providerId="ADAL" clId="{83E20BB8-4A7C-498C-AB58-C17563E956FB}" dt="2026-07-05T04:06:59.646" v="688" actId="1076"/>
          <ac:spMkLst>
            <pc:docMk/>
            <pc:sldMk cId="0" sldId="426"/>
            <ac:spMk id="33" creationId="{D911154F-4105-42F4-9AB1-083121E6511B}"/>
          </ac:spMkLst>
        </pc:spChg>
        <pc:spChg chg="add mod">
          <ac:chgData name="Teuku Raja Irfan Radarma" userId="cf428174-95ba-4576-8554-3a3b8ffa52b7" providerId="ADAL" clId="{83E20BB8-4A7C-498C-AB58-C17563E956FB}" dt="2026-07-05T04:06:59.646" v="688" actId="1076"/>
          <ac:spMkLst>
            <pc:docMk/>
            <pc:sldMk cId="0" sldId="426"/>
            <ac:spMk id="34" creationId="{90879E3E-B9EB-4B45-8113-92CF669626CF}"/>
          </ac:spMkLst>
        </pc:spChg>
        <pc:spChg chg="add mod">
          <ac:chgData name="Teuku Raja Irfan Radarma" userId="cf428174-95ba-4576-8554-3a3b8ffa52b7" providerId="ADAL" clId="{83E20BB8-4A7C-498C-AB58-C17563E956FB}" dt="2026-07-05T04:06:59.646" v="688" actId="1076"/>
          <ac:spMkLst>
            <pc:docMk/>
            <pc:sldMk cId="0" sldId="426"/>
            <ac:spMk id="35" creationId="{AA8D560C-9524-4C5D-9872-376DB6C3B6E9}"/>
          </ac:spMkLst>
        </pc:spChg>
        <pc:spChg chg="add mod">
          <ac:chgData name="Teuku Raja Irfan Radarma" userId="cf428174-95ba-4576-8554-3a3b8ffa52b7" providerId="ADAL" clId="{83E20BB8-4A7C-498C-AB58-C17563E956FB}" dt="2026-07-05T04:06:59.646" v="688" actId="1076"/>
          <ac:spMkLst>
            <pc:docMk/>
            <pc:sldMk cId="0" sldId="426"/>
            <ac:spMk id="36" creationId="{552D1473-A3FA-4CD1-A952-208768E000D0}"/>
          </ac:spMkLst>
        </pc:spChg>
        <pc:spChg chg="add mod">
          <ac:chgData name="Teuku Raja Irfan Radarma" userId="cf428174-95ba-4576-8554-3a3b8ffa52b7" providerId="ADAL" clId="{83E20BB8-4A7C-498C-AB58-C17563E956FB}" dt="2026-07-05T04:06:59.646" v="688" actId="1076"/>
          <ac:spMkLst>
            <pc:docMk/>
            <pc:sldMk cId="0" sldId="426"/>
            <ac:spMk id="37" creationId="{3C80307F-9915-4DE9-99A3-40BFFFCEBD24}"/>
          </ac:spMkLst>
        </pc:spChg>
        <pc:spChg chg="add mod">
          <ac:chgData name="Teuku Raja Irfan Radarma" userId="cf428174-95ba-4576-8554-3a3b8ffa52b7" providerId="ADAL" clId="{83E20BB8-4A7C-498C-AB58-C17563E956FB}" dt="2026-07-05T04:06:59.646" v="688" actId="1076"/>
          <ac:spMkLst>
            <pc:docMk/>
            <pc:sldMk cId="0" sldId="426"/>
            <ac:spMk id="38" creationId="{9E73E00A-BF11-454B-ADFD-4465687A7FB9}"/>
          </ac:spMkLst>
        </pc:spChg>
      </pc:sldChg>
      <pc:sldChg chg="delSp modSp add mod setBg">
        <pc:chgData name="Teuku Raja Irfan Radarma" userId="cf428174-95ba-4576-8554-3a3b8ffa52b7" providerId="ADAL" clId="{83E20BB8-4A7C-498C-AB58-C17563E956FB}" dt="2026-07-05T05:01:01.002" v="754" actId="1076"/>
        <pc:sldMkLst>
          <pc:docMk/>
          <pc:sldMk cId="0" sldId="427"/>
        </pc:sldMkLst>
        <pc:spChg chg="del">
          <ac:chgData name="Teuku Raja Irfan Radarma" userId="cf428174-95ba-4576-8554-3a3b8ffa52b7" providerId="ADAL" clId="{83E20BB8-4A7C-498C-AB58-C17563E956FB}" dt="2026-07-05T04:59:56.413" v="743" actId="478"/>
          <ac:spMkLst>
            <pc:docMk/>
            <pc:sldMk cId="0" sldId="427"/>
            <ac:spMk id="2" creationId="{00000000-0000-0000-0000-000000000000}"/>
          </ac:spMkLst>
        </pc:spChg>
        <pc:spChg chg="mod">
          <ac:chgData name="Teuku Raja Irfan Radarma" userId="cf428174-95ba-4576-8554-3a3b8ffa52b7" providerId="ADAL" clId="{83E20BB8-4A7C-498C-AB58-C17563E956FB}" dt="2026-07-05T04:59:58.333" v="744" actId="14100"/>
          <ac:spMkLst>
            <pc:docMk/>
            <pc:sldMk cId="0" sldId="427"/>
            <ac:spMk id="4" creationId="{00000000-0000-0000-0000-000000000000}"/>
          </ac:spMkLst>
        </pc:spChg>
        <pc:spChg chg="mod">
          <ac:chgData name="Teuku Raja Irfan Radarma" userId="cf428174-95ba-4576-8554-3a3b8ffa52b7" providerId="ADAL" clId="{83E20BB8-4A7C-498C-AB58-C17563E956FB}" dt="2026-07-05T05:00:17.379" v="745" actId="1076"/>
          <ac:spMkLst>
            <pc:docMk/>
            <pc:sldMk cId="0" sldId="427"/>
            <ac:spMk id="5" creationId="{00000000-0000-0000-0000-000000000000}"/>
          </ac:spMkLst>
        </pc:spChg>
        <pc:spChg chg="mod">
          <ac:chgData name="Teuku Raja Irfan Radarma" userId="cf428174-95ba-4576-8554-3a3b8ffa52b7" providerId="ADAL" clId="{83E20BB8-4A7C-498C-AB58-C17563E956FB}" dt="2026-07-05T05:00:28.411" v="746" actId="14100"/>
          <ac:spMkLst>
            <pc:docMk/>
            <pc:sldMk cId="0" sldId="427"/>
            <ac:spMk id="6" creationId="{00000000-0000-0000-0000-000000000000}"/>
          </ac:spMkLst>
        </pc:spChg>
        <pc:spChg chg="mod">
          <ac:chgData name="Teuku Raja Irfan Radarma" userId="cf428174-95ba-4576-8554-3a3b8ffa52b7" providerId="ADAL" clId="{83E20BB8-4A7C-498C-AB58-C17563E956FB}" dt="2026-07-05T05:00:28.411" v="746" actId="14100"/>
          <ac:spMkLst>
            <pc:docMk/>
            <pc:sldMk cId="0" sldId="427"/>
            <ac:spMk id="7" creationId="{00000000-0000-0000-0000-000000000000}"/>
          </ac:spMkLst>
        </pc:spChg>
        <pc:spChg chg="mod">
          <ac:chgData name="Teuku Raja Irfan Radarma" userId="cf428174-95ba-4576-8554-3a3b8ffa52b7" providerId="ADAL" clId="{83E20BB8-4A7C-498C-AB58-C17563E956FB}" dt="2026-07-05T05:00:28.411" v="746" actId="14100"/>
          <ac:spMkLst>
            <pc:docMk/>
            <pc:sldMk cId="0" sldId="427"/>
            <ac:spMk id="8" creationId="{00000000-0000-0000-0000-000000000000}"/>
          </ac:spMkLst>
        </pc:spChg>
        <pc:spChg chg="mod">
          <ac:chgData name="Teuku Raja Irfan Radarma" userId="cf428174-95ba-4576-8554-3a3b8ffa52b7" providerId="ADAL" clId="{83E20BB8-4A7C-498C-AB58-C17563E956FB}" dt="2026-07-05T05:00:28.411" v="746" actId="14100"/>
          <ac:spMkLst>
            <pc:docMk/>
            <pc:sldMk cId="0" sldId="427"/>
            <ac:spMk id="9" creationId="{00000000-0000-0000-0000-000000000000}"/>
          </ac:spMkLst>
        </pc:spChg>
        <pc:spChg chg="mod">
          <ac:chgData name="Teuku Raja Irfan Radarma" userId="cf428174-95ba-4576-8554-3a3b8ffa52b7" providerId="ADAL" clId="{83E20BB8-4A7C-498C-AB58-C17563E956FB}" dt="2026-07-05T05:00:44.763" v="751" actId="1076"/>
          <ac:spMkLst>
            <pc:docMk/>
            <pc:sldMk cId="0" sldId="427"/>
            <ac:spMk id="10" creationId="{00000000-0000-0000-0000-000000000000}"/>
          </ac:spMkLst>
        </pc:spChg>
        <pc:spChg chg="mod">
          <ac:chgData name="Teuku Raja Irfan Radarma" userId="cf428174-95ba-4576-8554-3a3b8ffa52b7" providerId="ADAL" clId="{83E20BB8-4A7C-498C-AB58-C17563E956FB}" dt="2026-07-05T05:00:44.763" v="751" actId="1076"/>
          <ac:spMkLst>
            <pc:docMk/>
            <pc:sldMk cId="0" sldId="427"/>
            <ac:spMk id="11" creationId="{00000000-0000-0000-0000-000000000000}"/>
          </ac:spMkLst>
        </pc:spChg>
        <pc:spChg chg="mod">
          <ac:chgData name="Teuku Raja Irfan Radarma" userId="cf428174-95ba-4576-8554-3a3b8ffa52b7" providerId="ADAL" clId="{83E20BB8-4A7C-498C-AB58-C17563E956FB}" dt="2026-07-05T05:00:34.812" v="747" actId="1076"/>
          <ac:spMkLst>
            <pc:docMk/>
            <pc:sldMk cId="0" sldId="427"/>
            <ac:spMk id="12" creationId="{00000000-0000-0000-0000-000000000000}"/>
          </ac:spMkLst>
        </pc:spChg>
        <pc:spChg chg="mod">
          <ac:chgData name="Teuku Raja Irfan Radarma" userId="cf428174-95ba-4576-8554-3a3b8ffa52b7" providerId="ADAL" clId="{83E20BB8-4A7C-498C-AB58-C17563E956FB}" dt="2026-07-05T05:00:34.812" v="747" actId="1076"/>
          <ac:spMkLst>
            <pc:docMk/>
            <pc:sldMk cId="0" sldId="427"/>
            <ac:spMk id="13" creationId="{00000000-0000-0000-0000-000000000000}"/>
          </ac:spMkLst>
        </pc:spChg>
        <pc:spChg chg="mod">
          <ac:chgData name="Teuku Raja Irfan Radarma" userId="cf428174-95ba-4576-8554-3a3b8ffa52b7" providerId="ADAL" clId="{83E20BB8-4A7C-498C-AB58-C17563E956FB}" dt="2026-07-05T05:00:34.812" v="747" actId="1076"/>
          <ac:spMkLst>
            <pc:docMk/>
            <pc:sldMk cId="0" sldId="427"/>
            <ac:spMk id="14" creationId="{00000000-0000-0000-0000-000000000000}"/>
          </ac:spMkLst>
        </pc:spChg>
        <pc:spChg chg="mod">
          <ac:chgData name="Teuku Raja Irfan Radarma" userId="cf428174-95ba-4576-8554-3a3b8ffa52b7" providerId="ADAL" clId="{83E20BB8-4A7C-498C-AB58-C17563E956FB}" dt="2026-07-05T05:00:34.812" v="747" actId="1076"/>
          <ac:spMkLst>
            <pc:docMk/>
            <pc:sldMk cId="0" sldId="427"/>
            <ac:spMk id="15" creationId="{00000000-0000-0000-0000-000000000000}"/>
          </ac:spMkLst>
        </pc:spChg>
        <pc:spChg chg="mod">
          <ac:chgData name="Teuku Raja Irfan Radarma" userId="cf428174-95ba-4576-8554-3a3b8ffa52b7" providerId="ADAL" clId="{83E20BB8-4A7C-498C-AB58-C17563E956FB}" dt="2026-07-05T05:00:41.622" v="750" actId="1076"/>
          <ac:spMkLst>
            <pc:docMk/>
            <pc:sldMk cId="0" sldId="427"/>
            <ac:spMk id="16" creationId="{00000000-0000-0000-0000-000000000000}"/>
          </ac:spMkLst>
        </pc:spChg>
        <pc:spChg chg="mod">
          <ac:chgData name="Teuku Raja Irfan Radarma" userId="cf428174-95ba-4576-8554-3a3b8ffa52b7" providerId="ADAL" clId="{83E20BB8-4A7C-498C-AB58-C17563E956FB}" dt="2026-07-05T05:00:41.622" v="750" actId="1076"/>
          <ac:spMkLst>
            <pc:docMk/>
            <pc:sldMk cId="0" sldId="427"/>
            <ac:spMk id="17" creationId="{00000000-0000-0000-0000-000000000000}"/>
          </ac:spMkLst>
        </pc:spChg>
        <pc:spChg chg="mod">
          <ac:chgData name="Teuku Raja Irfan Radarma" userId="cf428174-95ba-4576-8554-3a3b8ffa52b7" providerId="ADAL" clId="{83E20BB8-4A7C-498C-AB58-C17563E956FB}" dt="2026-07-05T05:00:50.263" v="752" actId="1076"/>
          <ac:spMkLst>
            <pc:docMk/>
            <pc:sldMk cId="0" sldId="427"/>
            <ac:spMk id="18" creationId="{00000000-0000-0000-0000-000000000000}"/>
          </ac:spMkLst>
        </pc:spChg>
        <pc:spChg chg="mod">
          <ac:chgData name="Teuku Raja Irfan Radarma" userId="cf428174-95ba-4576-8554-3a3b8ffa52b7" providerId="ADAL" clId="{83E20BB8-4A7C-498C-AB58-C17563E956FB}" dt="2026-07-05T05:00:50.263" v="752" actId="1076"/>
          <ac:spMkLst>
            <pc:docMk/>
            <pc:sldMk cId="0" sldId="427"/>
            <ac:spMk id="19" creationId="{00000000-0000-0000-0000-000000000000}"/>
          </ac:spMkLst>
        </pc:spChg>
        <pc:spChg chg="mod">
          <ac:chgData name="Teuku Raja Irfan Radarma" userId="cf428174-95ba-4576-8554-3a3b8ffa52b7" providerId="ADAL" clId="{83E20BB8-4A7C-498C-AB58-C17563E956FB}" dt="2026-07-05T05:00:50.263" v="752" actId="1076"/>
          <ac:spMkLst>
            <pc:docMk/>
            <pc:sldMk cId="0" sldId="427"/>
            <ac:spMk id="20" creationId="{00000000-0000-0000-0000-000000000000}"/>
          </ac:spMkLst>
        </pc:spChg>
        <pc:spChg chg="mod">
          <ac:chgData name="Teuku Raja Irfan Radarma" userId="cf428174-95ba-4576-8554-3a3b8ffa52b7" providerId="ADAL" clId="{83E20BB8-4A7C-498C-AB58-C17563E956FB}" dt="2026-07-05T05:00:50.263" v="752" actId="1076"/>
          <ac:spMkLst>
            <pc:docMk/>
            <pc:sldMk cId="0" sldId="427"/>
            <ac:spMk id="21" creationId="{00000000-0000-0000-0000-000000000000}"/>
          </ac:spMkLst>
        </pc:spChg>
        <pc:spChg chg="mod">
          <ac:chgData name="Teuku Raja Irfan Radarma" userId="cf428174-95ba-4576-8554-3a3b8ffa52b7" providerId="ADAL" clId="{83E20BB8-4A7C-498C-AB58-C17563E956FB}" dt="2026-07-05T05:00:50.263" v="752" actId="1076"/>
          <ac:spMkLst>
            <pc:docMk/>
            <pc:sldMk cId="0" sldId="427"/>
            <ac:spMk id="22" creationId="{00000000-0000-0000-0000-000000000000}"/>
          </ac:spMkLst>
        </pc:spChg>
        <pc:spChg chg="mod">
          <ac:chgData name="Teuku Raja Irfan Radarma" userId="cf428174-95ba-4576-8554-3a3b8ffa52b7" providerId="ADAL" clId="{83E20BB8-4A7C-498C-AB58-C17563E956FB}" dt="2026-07-05T05:00:50.263" v="752" actId="1076"/>
          <ac:spMkLst>
            <pc:docMk/>
            <pc:sldMk cId="0" sldId="427"/>
            <ac:spMk id="23" creationId="{00000000-0000-0000-0000-000000000000}"/>
          </ac:spMkLst>
        </pc:spChg>
        <pc:spChg chg="mod">
          <ac:chgData name="Teuku Raja Irfan Radarma" userId="cf428174-95ba-4576-8554-3a3b8ffa52b7" providerId="ADAL" clId="{83E20BB8-4A7C-498C-AB58-C17563E956FB}" dt="2026-07-05T05:00:56.642" v="753" actId="1076"/>
          <ac:spMkLst>
            <pc:docMk/>
            <pc:sldMk cId="0" sldId="427"/>
            <ac:spMk id="24" creationId="{00000000-0000-0000-0000-000000000000}"/>
          </ac:spMkLst>
        </pc:spChg>
        <pc:spChg chg="mod">
          <ac:chgData name="Teuku Raja Irfan Radarma" userId="cf428174-95ba-4576-8554-3a3b8ffa52b7" providerId="ADAL" clId="{83E20BB8-4A7C-498C-AB58-C17563E956FB}" dt="2026-07-05T05:00:56.642" v="753" actId="1076"/>
          <ac:spMkLst>
            <pc:docMk/>
            <pc:sldMk cId="0" sldId="427"/>
            <ac:spMk id="25" creationId="{00000000-0000-0000-0000-000000000000}"/>
          </ac:spMkLst>
        </pc:spChg>
        <pc:spChg chg="mod">
          <ac:chgData name="Teuku Raja Irfan Radarma" userId="cf428174-95ba-4576-8554-3a3b8ffa52b7" providerId="ADAL" clId="{83E20BB8-4A7C-498C-AB58-C17563E956FB}" dt="2026-07-05T05:00:56.642" v="753" actId="1076"/>
          <ac:spMkLst>
            <pc:docMk/>
            <pc:sldMk cId="0" sldId="427"/>
            <ac:spMk id="26" creationId="{00000000-0000-0000-0000-000000000000}"/>
          </ac:spMkLst>
        </pc:spChg>
        <pc:spChg chg="mod">
          <ac:chgData name="Teuku Raja Irfan Radarma" userId="cf428174-95ba-4576-8554-3a3b8ffa52b7" providerId="ADAL" clId="{83E20BB8-4A7C-498C-AB58-C17563E956FB}" dt="2026-07-05T05:00:56.642" v="753" actId="1076"/>
          <ac:spMkLst>
            <pc:docMk/>
            <pc:sldMk cId="0" sldId="427"/>
            <ac:spMk id="27" creationId="{00000000-0000-0000-0000-000000000000}"/>
          </ac:spMkLst>
        </pc:spChg>
        <pc:spChg chg="mod">
          <ac:chgData name="Teuku Raja Irfan Radarma" userId="cf428174-95ba-4576-8554-3a3b8ffa52b7" providerId="ADAL" clId="{83E20BB8-4A7C-498C-AB58-C17563E956FB}" dt="2026-07-05T05:00:56.642" v="753" actId="1076"/>
          <ac:spMkLst>
            <pc:docMk/>
            <pc:sldMk cId="0" sldId="427"/>
            <ac:spMk id="28" creationId="{00000000-0000-0000-0000-000000000000}"/>
          </ac:spMkLst>
        </pc:spChg>
        <pc:spChg chg="mod">
          <ac:chgData name="Teuku Raja Irfan Radarma" userId="cf428174-95ba-4576-8554-3a3b8ffa52b7" providerId="ADAL" clId="{83E20BB8-4A7C-498C-AB58-C17563E956FB}" dt="2026-07-05T05:00:56.642" v="753" actId="1076"/>
          <ac:spMkLst>
            <pc:docMk/>
            <pc:sldMk cId="0" sldId="427"/>
            <ac:spMk id="29" creationId="{00000000-0000-0000-0000-000000000000}"/>
          </ac:spMkLst>
        </pc:spChg>
        <pc:spChg chg="mod">
          <ac:chgData name="Teuku Raja Irfan Radarma" userId="cf428174-95ba-4576-8554-3a3b8ffa52b7" providerId="ADAL" clId="{83E20BB8-4A7C-498C-AB58-C17563E956FB}" dt="2026-07-05T05:01:01.002" v="754" actId="1076"/>
          <ac:spMkLst>
            <pc:docMk/>
            <pc:sldMk cId="0" sldId="427"/>
            <ac:spMk id="30" creationId="{00000000-0000-0000-0000-000000000000}"/>
          </ac:spMkLst>
        </pc:spChg>
        <pc:spChg chg="mod">
          <ac:chgData name="Teuku Raja Irfan Radarma" userId="cf428174-95ba-4576-8554-3a3b8ffa52b7" providerId="ADAL" clId="{83E20BB8-4A7C-498C-AB58-C17563E956FB}" dt="2026-07-05T05:01:01.002" v="754" actId="1076"/>
          <ac:spMkLst>
            <pc:docMk/>
            <pc:sldMk cId="0" sldId="427"/>
            <ac:spMk id="31" creationId="{00000000-0000-0000-0000-000000000000}"/>
          </ac:spMkLst>
        </pc:spChg>
        <pc:spChg chg="mod">
          <ac:chgData name="Teuku Raja Irfan Radarma" userId="cf428174-95ba-4576-8554-3a3b8ffa52b7" providerId="ADAL" clId="{83E20BB8-4A7C-498C-AB58-C17563E956FB}" dt="2026-07-05T05:01:01.002" v="754" actId="1076"/>
          <ac:spMkLst>
            <pc:docMk/>
            <pc:sldMk cId="0" sldId="427"/>
            <ac:spMk id="32" creationId="{00000000-0000-0000-0000-000000000000}"/>
          </ac:spMkLst>
        </pc:spChg>
        <pc:spChg chg="mod">
          <ac:chgData name="Teuku Raja Irfan Radarma" userId="cf428174-95ba-4576-8554-3a3b8ffa52b7" providerId="ADAL" clId="{83E20BB8-4A7C-498C-AB58-C17563E956FB}" dt="2026-07-05T05:01:01.002" v="754" actId="1076"/>
          <ac:spMkLst>
            <pc:docMk/>
            <pc:sldMk cId="0" sldId="427"/>
            <ac:spMk id="33" creationId="{00000000-0000-0000-0000-000000000000}"/>
          </ac:spMkLst>
        </pc:spChg>
        <pc:spChg chg="mod">
          <ac:chgData name="Teuku Raja Irfan Radarma" userId="cf428174-95ba-4576-8554-3a3b8ffa52b7" providerId="ADAL" clId="{83E20BB8-4A7C-498C-AB58-C17563E956FB}" dt="2026-07-05T05:01:01.002" v="754" actId="1076"/>
          <ac:spMkLst>
            <pc:docMk/>
            <pc:sldMk cId="0" sldId="427"/>
            <ac:spMk id="34" creationId="{00000000-0000-0000-0000-000000000000}"/>
          </ac:spMkLst>
        </pc:spChg>
        <pc:spChg chg="mod">
          <ac:chgData name="Teuku Raja Irfan Radarma" userId="cf428174-95ba-4576-8554-3a3b8ffa52b7" providerId="ADAL" clId="{83E20BB8-4A7C-498C-AB58-C17563E956FB}" dt="2026-07-05T05:01:01.002" v="754" actId="1076"/>
          <ac:spMkLst>
            <pc:docMk/>
            <pc:sldMk cId="0" sldId="427"/>
            <ac:spMk id="35" creationId="{00000000-0000-0000-0000-000000000000}"/>
          </ac:spMkLst>
        </pc:spChg>
        <pc:spChg chg="mod">
          <ac:chgData name="Teuku Raja Irfan Radarma" userId="cf428174-95ba-4576-8554-3a3b8ffa52b7" providerId="ADAL" clId="{83E20BB8-4A7C-498C-AB58-C17563E956FB}" dt="2026-07-05T05:01:01.002" v="754" actId="1076"/>
          <ac:spMkLst>
            <pc:docMk/>
            <pc:sldMk cId="0" sldId="427"/>
            <ac:spMk id="36" creationId="{00000000-0000-0000-0000-000000000000}"/>
          </ac:spMkLst>
        </pc:spChg>
        <pc:spChg chg="mod">
          <ac:chgData name="Teuku Raja Irfan Radarma" userId="cf428174-95ba-4576-8554-3a3b8ffa52b7" providerId="ADAL" clId="{83E20BB8-4A7C-498C-AB58-C17563E956FB}" dt="2026-07-05T05:01:01.002" v="754" actId="1076"/>
          <ac:spMkLst>
            <pc:docMk/>
            <pc:sldMk cId="0" sldId="427"/>
            <ac:spMk id="37" creationId="{00000000-0000-0000-0000-000000000000}"/>
          </ac:spMkLst>
        </pc:spChg>
        <pc:spChg chg="mod">
          <ac:chgData name="Teuku Raja Irfan Radarma" userId="cf428174-95ba-4576-8554-3a3b8ffa52b7" providerId="ADAL" clId="{83E20BB8-4A7C-498C-AB58-C17563E956FB}" dt="2026-07-05T05:01:01.002" v="754" actId="1076"/>
          <ac:spMkLst>
            <pc:docMk/>
            <pc:sldMk cId="0" sldId="427"/>
            <ac:spMk id="38" creationId="{00000000-0000-0000-0000-000000000000}"/>
          </ac:spMkLst>
        </pc:spChg>
      </pc:sldChg>
      <pc:sldChg chg="delSp modSp add mod setBg">
        <pc:chgData name="Teuku Raja Irfan Radarma" userId="cf428174-95ba-4576-8554-3a3b8ffa52b7" providerId="ADAL" clId="{83E20BB8-4A7C-498C-AB58-C17563E956FB}" dt="2026-07-05T15:43:40.899" v="937" actId="1076"/>
        <pc:sldMkLst>
          <pc:docMk/>
          <pc:sldMk cId="0" sldId="428"/>
        </pc:sldMkLst>
        <pc:spChg chg="del">
          <ac:chgData name="Teuku Raja Irfan Radarma" userId="cf428174-95ba-4576-8554-3a3b8ffa52b7" providerId="ADAL" clId="{83E20BB8-4A7C-498C-AB58-C17563E956FB}" dt="2026-07-05T04:59:15.636" v="732" actId="478"/>
          <ac:spMkLst>
            <pc:docMk/>
            <pc:sldMk cId="0" sldId="428"/>
            <ac:spMk id="2" creationId="{00000000-0000-0000-0000-000000000000}"/>
          </ac:spMkLst>
        </pc:spChg>
        <pc:spChg chg="mod">
          <ac:chgData name="Teuku Raja Irfan Radarma" userId="cf428174-95ba-4576-8554-3a3b8ffa52b7" providerId="ADAL" clId="{83E20BB8-4A7C-498C-AB58-C17563E956FB}" dt="2026-07-05T04:59:18.577" v="733" actId="14100"/>
          <ac:spMkLst>
            <pc:docMk/>
            <pc:sldMk cId="0" sldId="428"/>
            <ac:spMk id="4" creationId="{00000000-0000-0000-0000-000000000000}"/>
          </ac:spMkLst>
        </pc:spChg>
        <pc:spChg chg="mod">
          <ac:chgData name="Teuku Raja Irfan Radarma" userId="cf428174-95ba-4576-8554-3a3b8ffa52b7" providerId="ADAL" clId="{83E20BB8-4A7C-498C-AB58-C17563E956FB}" dt="2026-07-05T04:59:23.726" v="734" actId="14100"/>
          <ac:spMkLst>
            <pc:docMk/>
            <pc:sldMk cId="0" sldId="428"/>
            <ac:spMk id="30" creationId="{00000000-0000-0000-0000-000000000000}"/>
          </ac:spMkLst>
        </pc:spChg>
        <pc:spChg chg="mod">
          <ac:chgData name="Teuku Raja Irfan Radarma" userId="cf428174-95ba-4576-8554-3a3b8ffa52b7" providerId="ADAL" clId="{83E20BB8-4A7C-498C-AB58-C17563E956FB}" dt="2026-07-05T15:43:38.348" v="936" actId="1076"/>
          <ac:spMkLst>
            <pc:docMk/>
            <pc:sldMk cId="0" sldId="428"/>
            <ac:spMk id="34" creationId="{00000000-0000-0000-0000-000000000000}"/>
          </ac:spMkLst>
        </pc:spChg>
        <pc:spChg chg="mod">
          <ac:chgData name="Teuku Raja Irfan Radarma" userId="cf428174-95ba-4576-8554-3a3b8ffa52b7" providerId="ADAL" clId="{83E20BB8-4A7C-498C-AB58-C17563E956FB}" dt="2026-07-05T15:43:33.537" v="933" actId="1076"/>
          <ac:spMkLst>
            <pc:docMk/>
            <pc:sldMk cId="0" sldId="428"/>
            <ac:spMk id="37" creationId="{00000000-0000-0000-0000-000000000000}"/>
          </ac:spMkLst>
        </pc:spChg>
        <pc:spChg chg="mod">
          <ac:chgData name="Teuku Raja Irfan Radarma" userId="cf428174-95ba-4576-8554-3a3b8ffa52b7" providerId="ADAL" clId="{83E20BB8-4A7C-498C-AB58-C17563E956FB}" dt="2026-07-05T15:43:36.126" v="934" actId="1076"/>
          <ac:spMkLst>
            <pc:docMk/>
            <pc:sldMk cId="0" sldId="428"/>
            <ac:spMk id="38" creationId="{00000000-0000-0000-0000-000000000000}"/>
          </ac:spMkLst>
        </pc:spChg>
        <pc:spChg chg="mod">
          <ac:chgData name="Teuku Raja Irfan Radarma" userId="cf428174-95ba-4576-8554-3a3b8ffa52b7" providerId="ADAL" clId="{83E20BB8-4A7C-498C-AB58-C17563E956FB}" dt="2026-07-05T15:43:40.899" v="937" actId="1076"/>
          <ac:spMkLst>
            <pc:docMk/>
            <pc:sldMk cId="0" sldId="428"/>
            <ac:spMk id="39" creationId="{00000000-0000-0000-0000-000000000000}"/>
          </ac:spMkLst>
        </pc:spChg>
        <pc:spChg chg="mod">
          <ac:chgData name="Teuku Raja Irfan Radarma" userId="cf428174-95ba-4576-8554-3a3b8ffa52b7" providerId="ADAL" clId="{83E20BB8-4A7C-498C-AB58-C17563E956FB}" dt="2026-07-05T05:01:17.497" v="756" actId="1076"/>
          <ac:spMkLst>
            <pc:docMk/>
            <pc:sldMk cId="0" sldId="428"/>
            <ac:spMk id="40" creationId="{00000000-0000-0000-0000-000000000000}"/>
          </ac:spMkLst>
        </pc:spChg>
        <pc:spChg chg="mod">
          <ac:chgData name="Teuku Raja Irfan Radarma" userId="cf428174-95ba-4576-8554-3a3b8ffa52b7" providerId="ADAL" clId="{83E20BB8-4A7C-498C-AB58-C17563E956FB}" dt="2026-07-05T05:01:17.497" v="756" actId="1076"/>
          <ac:spMkLst>
            <pc:docMk/>
            <pc:sldMk cId="0" sldId="428"/>
            <ac:spMk id="41" creationId="{00000000-0000-0000-0000-000000000000}"/>
          </ac:spMkLst>
        </pc:spChg>
      </pc:sldChg>
      <pc:sldChg chg="delSp modSp add mod setBg">
        <pc:chgData name="Teuku Raja Irfan Radarma" userId="cf428174-95ba-4576-8554-3a3b8ffa52b7" providerId="ADAL" clId="{83E20BB8-4A7C-498C-AB58-C17563E956FB}" dt="2026-07-05T14:04:07.130" v="932" actId="207"/>
        <pc:sldMkLst>
          <pc:docMk/>
          <pc:sldMk cId="0" sldId="429"/>
        </pc:sldMkLst>
        <pc:spChg chg="del">
          <ac:chgData name="Teuku Raja Irfan Radarma" userId="cf428174-95ba-4576-8554-3a3b8ffa52b7" providerId="ADAL" clId="{83E20BB8-4A7C-498C-AB58-C17563E956FB}" dt="2026-07-05T04:51:55.784" v="712" actId="478"/>
          <ac:spMkLst>
            <pc:docMk/>
            <pc:sldMk cId="0" sldId="429"/>
            <ac:spMk id="2" creationId="{00000000-0000-0000-0000-000000000000}"/>
          </ac:spMkLst>
        </pc:spChg>
        <pc:spChg chg="mod">
          <ac:chgData name="Teuku Raja Irfan Radarma" userId="cf428174-95ba-4576-8554-3a3b8ffa52b7" providerId="ADAL" clId="{83E20BB8-4A7C-498C-AB58-C17563E956FB}" dt="2026-07-05T04:51:58.055" v="713" actId="14100"/>
          <ac:spMkLst>
            <pc:docMk/>
            <pc:sldMk cId="0" sldId="429"/>
            <ac:spMk id="4"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5"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6"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7"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8" creationId="{00000000-0000-0000-0000-000000000000}"/>
          </ac:spMkLst>
        </pc:spChg>
        <pc:spChg chg="mod">
          <ac:chgData name="Teuku Raja Irfan Radarma" userId="cf428174-95ba-4576-8554-3a3b8ffa52b7" providerId="ADAL" clId="{83E20BB8-4A7C-498C-AB58-C17563E956FB}" dt="2026-07-05T14:03:55.179" v="928" actId="207"/>
          <ac:spMkLst>
            <pc:docMk/>
            <pc:sldMk cId="0" sldId="429"/>
            <ac:spMk id="9"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10"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11"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12"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13"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14"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15"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16" creationId="{00000000-0000-0000-0000-000000000000}"/>
          </ac:spMkLst>
        </pc:spChg>
        <pc:spChg chg="mod">
          <ac:chgData name="Teuku Raja Irfan Radarma" userId="cf428174-95ba-4576-8554-3a3b8ffa52b7" providerId="ADAL" clId="{83E20BB8-4A7C-498C-AB58-C17563E956FB}" dt="2026-07-05T14:03:56.300" v="929" actId="20577"/>
          <ac:spMkLst>
            <pc:docMk/>
            <pc:sldMk cId="0" sldId="429"/>
            <ac:spMk id="17" creationId="{00000000-0000-0000-0000-000000000000}"/>
          </ac:spMkLst>
        </pc:spChg>
        <pc:spChg chg="mod">
          <ac:chgData name="Teuku Raja Irfan Radarma" userId="cf428174-95ba-4576-8554-3a3b8ffa52b7" providerId="ADAL" clId="{83E20BB8-4A7C-498C-AB58-C17563E956FB}" dt="2026-07-05T14:03:57.956" v="930" actId="207"/>
          <ac:spMkLst>
            <pc:docMk/>
            <pc:sldMk cId="0" sldId="429"/>
            <ac:spMk id="18"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19"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20"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21"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22"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23"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24"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25"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26" creationId="{00000000-0000-0000-0000-000000000000}"/>
          </ac:spMkLst>
        </pc:spChg>
        <pc:spChg chg="mod">
          <ac:chgData name="Teuku Raja Irfan Radarma" userId="cf428174-95ba-4576-8554-3a3b8ffa52b7" providerId="ADAL" clId="{83E20BB8-4A7C-498C-AB58-C17563E956FB}" dt="2026-07-05T14:04:07.130" v="932" actId="207"/>
          <ac:spMkLst>
            <pc:docMk/>
            <pc:sldMk cId="0" sldId="429"/>
            <ac:spMk id="27"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28"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29"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30"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31"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32"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33"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34"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35" creationId="{00000000-0000-0000-0000-000000000000}"/>
          </ac:spMkLst>
        </pc:spChg>
        <pc:spChg chg="mod">
          <ac:chgData name="Teuku Raja Irfan Radarma" userId="cf428174-95ba-4576-8554-3a3b8ffa52b7" providerId="ADAL" clId="{83E20BB8-4A7C-498C-AB58-C17563E956FB}" dt="2026-07-05T14:04:07.130" v="932" actId="207"/>
          <ac:spMkLst>
            <pc:docMk/>
            <pc:sldMk cId="0" sldId="429"/>
            <ac:spMk id="36"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37"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38"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39"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40"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41"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42"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43"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44" creationId="{00000000-0000-0000-0000-000000000000}"/>
          </ac:spMkLst>
        </pc:spChg>
        <pc:spChg chg="mod">
          <ac:chgData name="Teuku Raja Irfan Radarma" userId="cf428174-95ba-4576-8554-3a3b8ffa52b7" providerId="ADAL" clId="{83E20BB8-4A7C-498C-AB58-C17563E956FB}" dt="2026-07-05T14:04:07.130" v="932" actId="207"/>
          <ac:spMkLst>
            <pc:docMk/>
            <pc:sldMk cId="0" sldId="429"/>
            <ac:spMk id="45"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46"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47"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48"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49"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50"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51"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52"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53" creationId="{00000000-0000-0000-0000-000000000000}"/>
          </ac:spMkLst>
        </pc:spChg>
        <pc:spChg chg="mod">
          <ac:chgData name="Teuku Raja Irfan Radarma" userId="cf428174-95ba-4576-8554-3a3b8ffa52b7" providerId="ADAL" clId="{83E20BB8-4A7C-498C-AB58-C17563E956FB}" dt="2026-07-05T14:04:07.130" v="932" actId="207"/>
          <ac:spMkLst>
            <pc:docMk/>
            <pc:sldMk cId="0" sldId="429"/>
            <ac:spMk id="54"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55"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56"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57"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58"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59"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60"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61"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62" creationId="{00000000-0000-0000-0000-000000000000}"/>
          </ac:spMkLst>
        </pc:spChg>
        <pc:spChg chg="mod">
          <ac:chgData name="Teuku Raja Irfan Radarma" userId="cf428174-95ba-4576-8554-3a3b8ffa52b7" providerId="ADAL" clId="{83E20BB8-4A7C-498C-AB58-C17563E956FB}" dt="2026-07-05T14:04:07.130" v="932" actId="207"/>
          <ac:spMkLst>
            <pc:docMk/>
            <pc:sldMk cId="0" sldId="429"/>
            <ac:spMk id="63"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64"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65"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66"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67"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68"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69"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70"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71" creationId="{00000000-0000-0000-0000-000000000000}"/>
          </ac:spMkLst>
        </pc:spChg>
        <pc:spChg chg="mod">
          <ac:chgData name="Teuku Raja Irfan Radarma" userId="cf428174-95ba-4576-8554-3a3b8ffa52b7" providerId="ADAL" clId="{83E20BB8-4A7C-498C-AB58-C17563E956FB}" dt="2026-07-05T14:04:07.130" v="932" actId="207"/>
          <ac:spMkLst>
            <pc:docMk/>
            <pc:sldMk cId="0" sldId="429"/>
            <ac:spMk id="72"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73"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74"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75"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76"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77"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78"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79"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80"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81" creationId="{00000000-0000-0000-0000-000000000000}"/>
          </ac:spMkLst>
        </pc:spChg>
        <pc:spChg chg="mod">
          <ac:chgData name="Teuku Raja Irfan Radarma" userId="cf428174-95ba-4576-8554-3a3b8ffa52b7" providerId="ADAL" clId="{83E20BB8-4A7C-498C-AB58-C17563E956FB}" dt="2026-07-05T04:52:08.247" v="715" actId="1076"/>
          <ac:spMkLst>
            <pc:docMk/>
            <pc:sldMk cId="0" sldId="429"/>
            <ac:spMk id="82" creationId="{00000000-0000-0000-0000-000000000000}"/>
          </ac:spMkLst>
        </pc:spChg>
        <pc:spChg chg="del">
          <ac:chgData name="Teuku Raja Irfan Radarma" userId="cf428174-95ba-4576-8554-3a3b8ffa52b7" providerId="ADAL" clId="{83E20BB8-4A7C-498C-AB58-C17563E956FB}" dt="2026-07-05T04:52:03.508" v="714" actId="478"/>
          <ac:spMkLst>
            <pc:docMk/>
            <pc:sldMk cId="0" sldId="429"/>
            <ac:spMk id="83" creationId="{00000000-0000-0000-0000-000000000000}"/>
          </ac:spMkLst>
        </pc:spChg>
        <pc:spChg chg="del">
          <ac:chgData name="Teuku Raja Irfan Radarma" userId="cf428174-95ba-4576-8554-3a3b8ffa52b7" providerId="ADAL" clId="{83E20BB8-4A7C-498C-AB58-C17563E956FB}" dt="2026-07-05T04:52:03.508" v="714" actId="478"/>
          <ac:spMkLst>
            <pc:docMk/>
            <pc:sldMk cId="0" sldId="429"/>
            <ac:spMk id="84" creationId="{00000000-0000-0000-0000-000000000000}"/>
          </ac:spMkLst>
        </pc:spChg>
      </pc:sldChg>
      <pc:sldChg chg="delSp modSp add mod setBg">
        <pc:chgData name="Teuku Raja Irfan Radarma" userId="cf428174-95ba-4576-8554-3a3b8ffa52b7" providerId="ADAL" clId="{83E20BB8-4A7C-498C-AB58-C17563E956FB}" dt="2026-07-05T05:01:48.509" v="761" actId="14100"/>
        <pc:sldMkLst>
          <pc:docMk/>
          <pc:sldMk cId="0" sldId="430"/>
        </pc:sldMkLst>
        <pc:spChg chg="del">
          <ac:chgData name="Teuku Raja Irfan Radarma" userId="cf428174-95ba-4576-8554-3a3b8ffa52b7" providerId="ADAL" clId="{83E20BB8-4A7C-498C-AB58-C17563E956FB}" dt="2026-07-05T04:52:11.979" v="716" actId="478"/>
          <ac:spMkLst>
            <pc:docMk/>
            <pc:sldMk cId="0" sldId="430"/>
            <ac:spMk id="2" creationId="{00000000-0000-0000-0000-000000000000}"/>
          </ac:spMkLst>
        </pc:spChg>
        <pc:spChg chg="mod">
          <ac:chgData name="Teuku Raja Irfan Radarma" userId="cf428174-95ba-4576-8554-3a3b8ffa52b7" providerId="ADAL" clId="{83E20BB8-4A7C-498C-AB58-C17563E956FB}" dt="2026-07-05T04:52:15.255" v="717" actId="1076"/>
          <ac:spMkLst>
            <pc:docMk/>
            <pc:sldMk cId="0" sldId="430"/>
            <ac:spMk id="4" creationId="{00000000-0000-0000-0000-000000000000}"/>
          </ac:spMkLst>
        </pc:spChg>
        <pc:spChg chg="mod">
          <ac:chgData name="Teuku Raja Irfan Radarma" userId="cf428174-95ba-4576-8554-3a3b8ffa52b7" providerId="ADAL" clId="{83E20BB8-4A7C-498C-AB58-C17563E956FB}" dt="2026-07-05T04:52:29.359" v="720" actId="14100"/>
          <ac:spMkLst>
            <pc:docMk/>
            <pc:sldMk cId="0" sldId="430"/>
            <ac:spMk id="5" creationId="{00000000-0000-0000-0000-000000000000}"/>
          </ac:spMkLst>
        </pc:spChg>
        <pc:spChg chg="mod">
          <ac:chgData name="Teuku Raja Irfan Radarma" userId="cf428174-95ba-4576-8554-3a3b8ffa52b7" providerId="ADAL" clId="{83E20BB8-4A7C-498C-AB58-C17563E956FB}" dt="2026-07-05T05:01:39.489" v="758" actId="14100"/>
          <ac:spMkLst>
            <pc:docMk/>
            <pc:sldMk cId="0" sldId="430"/>
            <ac:spMk id="13" creationId="{00000000-0000-0000-0000-000000000000}"/>
          </ac:spMkLst>
        </pc:spChg>
        <pc:spChg chg="mod">
          <ac:chgData name="Teuku Raja Irfan Radarma" userId="cf428174-95ba-4576-8554-3a3b8ffa52b7" providerId="ADAL" clId="{83E20BB8-4A7C-498C-AB58-C17563E956FB}" dt="2026-07-05T05:01:45.921" v="760" actId="14100"/>
          <ac:spMkLst>
            <pc:docMk/>
            <pc:sldMk cId="0" sldId="430"/>
            <ac:spMk id="14" creationId="{00000000-0000-0000-0000-000000000000}"/>
          </ac:spMkLst>
        </pc:spChg>
        <pc:spChg chg="mod">
          <ac:chgData name="Teuku Raja Irfan Radarma" userId="cf428174-95ba-4576-8554-3a3b8ffa52b7" providerId="ADAL" clId="{83E20BB8-4A7C-498C-AB58-C17563E956FB}" dt="2026-07-05T05:01:36.453" v="757" actId="14100"/>
          <ac:spMkLst>
            <pc:docMk/>
            <pc:sldMk cId="0" sldId="430"/>
            <ac:spMk id="15" creationId="{00000000-0000-0000-0000-000000000000}"/>
          </ac:spMkLst>
        </pc:spChg>
        <pc:spChg chg="mod">
          <ac:chgData name="Teuku Raja Irfan Radarma" userId="cf428174-95ba-4576-8554-3a3b8ffa52b7" providerId="ADAL" clId="{83E20BB8-4A7C-498C-AB58-C17563E956FB}" dt="2026-07-05T05:01:39.489" v="758" actId="14100"/>
          <ac:spMkLst>
            <pc:docMk/>
            <pc:sldMk cId="0" sldId="430"/>
            <ac:spMk id="17" creationId="{00000000-0000-0000-0000-000000000000}"/>
          </ac:spMkLst>
        </pc:spChg>
        <pc:spChg chg="mod">
          <ac:chgData name="Teuku Raja Irfan Radarma" userId="cf428174-95ba-4576-8554-3a3b8ffa52b7" providerId="ADAL" clId="{83E20BB8-4A7C-498C-AB58-C17563E956FB}" dt="2026-07-05T05:01:48.509" v="761" actId="14100"/>
          <ac:spMkLst>
            <pc:docMk/>
            <pc:sldMk cId="0" sldId="430"/>
            <ac:spMk id="18" creationId="{00000000-0000-0000-0000-000000000000}"/>
          </ac:spMkLst>
        </pc:spChg>
        <pc:spChg chg="mod">
          <ac:chgData name="Teuku Raja Irfan Radarma" userId="cf428174-95ba-4576-8554-3a3b8ffa52b7" providerId="ADAL" clId="{83E20BB8-4A7C-498C-AB58-C17563E956FB}" dt="2026-07-05T05:01:36.453" v="757" actId="14100"/>
          <ac:spMkLst>
            <pc:docMk/>
            <pc:sldMk cId="0" sldId="430"/>
            <ac:spMk id="19" creationId="{00000000-0000-0000-0000-000000000000}"/>
          </ac:spMkLst>
        </pc:spChg>
        <pc:spChg chg="mod">
          <ac:chgData name="Teuku Raja Irfan Radarma" userId="cf428174-95ba-4576-8554-3a3b8ffa52b7" providerId="ADAL" clId="{83E20BB8-4A7C-498C-AB58-C17563E956FB}" dt="2026-07-05T05:01:42.334" v="759" actId="14100"/>
          <ac:spMkLst>
            <pc:docMk/>
            <pc:sldMk cId="0" sldId="430"/>
            <ac:spMk id="21" creationId="{00000000-0000-0000-0000-000000000000}"/>
          </ac:spMkLst>
        </pc:spChg>
        <pc:spChg chg="mod">
          <ac:chgData name="Teuku Raja Irfan Radarma" userId="cf428174-95ba-4576-8554-3a3b8ffa52b7" providerId="ADAL" clId="{83E20BB8-4A7C-498C-AB58-C17563E956FB}" dt="2026-07-05T05:01:39.489" v="758" actId="14100"/>
          <ac:spMkLst>
            <pc:docMk/>
            <pc:sldMk cId="0" sldId="430"/>
            <ac:spMk id="22" creationId="{00000000-0000-0000-0000-000000000000}"/>
          </ac:spMkLst>
        </pc:spChg>
        <pc:spChg chg="mod">
          <ac:chgData name="Teuku Raja Irfan Radarma" userId="cf428174-95ba-4576-8554-3a3b8ffa52b7" providerId="ADAL" clId="{83E20BB8-4A7C-498C-AB58-C17563E956FB}" dt="2026-07-05T05:01:36.453" v="757" actId="14100"/>
          <ac:spMkLst>
            <pc:docMk/>
            <pc:sldMk cId="0" sldId="430"/>
            <ac:spMk id="23" creationId="{00000000-0000-0000-0000-000000000000}"/>
          </ac:spMkLst>
        </pc:spChg>
        <pc:spChg chg="mod">
          <ac:chgData name="Teuku Raja Irfan Radarma" userId="cf428174-95ba-4576-8554-3a3b8ffa52b7" providerId="ADAL" clId="{83E20BB8-4A7C-498C-AB58-C17563E956FB}" dt="2026-07-05T04:52:29.359" v="720" actId="14100"/>
          <ac:spMkLst>
            <pc:docMk/>
            <pc:sldMk cId="0" sldId="430"/>
            <ac:spMk id="26" creationId="{00000000-0000-0000-0000-000000000000}"/>
          </ac:spMkLst>
        </pc:spChg>
        <pc:spChg chg="mod">
          <ac:chgData name="Teuku Raja Irfan Radarma" userId="cf428174-95ba-4576-8554-3a3b8ffa52b7" providerId="ADAL" clId="{83E20BB8-4A7C-498C-AB58-C17563E956FB}" dt="2026-07-05T04:52:32.310" v="729" actId="1035"/>
          <ac:spMkLst>
            <pc:docMk/>
            <pc:sldMk cId="0" sldId="430"/>
            <ac:spMk id="43" creationId="{00000000-0000-0000-0000-000000000000}"/>
          </ac:spMkLst>
        </pc:spChg>
        <pc:spChg chg="del">
          <ac:chgData name="Teuku Raja Irfan Radarma" userId="cf428174-95ba-4576-8554-3a3b8ffa52b7" providerId="ADAL" clId="{83E20BB8-4A7C-498C-AB58-C17563E956FB}" dt="2026-07-05T04:52:19.376" v="719" actId="478"/>
          <ac:spMkLst>
            <pc:docMk/>
            <pc:sldMk cId="0" sldId="430"/>
            <ac:spMk id="44" creationId="{00000000-0000-0000-0000-000000000000}"/>
          </ac:spMkLst>
        </pc:spChg>
        <pc:spChg chg="del">
          <ac:chgData name="Teuku Raja Irfan Radarma" userId="cf428174-95ba-4576-8554-3a3b8ffa52b7" providerId="ADAL" clId="{83E20BB8-4A7C-498C-AB58-C17563E956FB}" dt="2026-07-05T04:52:18.766" v="718" actId="478"/>
          <ac:spMkLst>
            <pc:docMk/>
            <pc:sldMk cId="0" sldId="430"/>
            <ac:spMk id="45" creationId="{00000000-0000-0000-0000-000000000000}"/>
          </ac:spMkLst>
        </pc:spChg>
      </pc:sldChg>
      <pc:sldChg chg="addSp delSp modSp add mod setBg">
        <pc:chgData name="Teuku Raja Irfan Radarma" userId="cf428174-95ba-4576-8554-3a3b8ffa52b7" providerId="ADAL" clId="{83E20BB8-4A7C-498C-AB58-C17563E956FB}" dt="2026-07-05T05:03:29.657" v="787" actId="207"/>
        <pc:sldMkLst>
          <pc:docMk/>
          <pc:sldMk cId="0" sldId="431"/>
        </pc:sldMkLst>
        <pc:spChg chg="del">
          <ac:chgData name="Teuku Raja Irfan Radarma" userId="cf428174-95ba-4576-8554-3a3b8ffa52b7" providerId="ADAL" clId="{83E20BB8-4A7C-498C-AB58-C17563E956FB}" dt="2026-07-05T04:52:50.531" v="730" actId="478"/>
          <ac:spMkLst>
            <pc:docMk/>
            <pc:sldMk cId="0" sldId="431"/>
            <ac:spMk id="2" creationId="{00000000-0000-0000-0000-000000000000}"/>
          </ac:spMkLst>
        </pc:spChg>
        <pc:spChg chg="mod">
          <ac:chgData name="Teuku Raja Irfan Radarma" userId="cf428174-95ba-4576-8554-3a3b8ffa52b7" providerId="ADAL" clId="{83E20BB8-4A7C-498C-AB58-C17563E956FB}" dt="2026-07-05T05:03:03.408" v="777" actId="14100"/>
          <ac:spMkLst>
            <pc:docMk/>
            <pc:sldMk cId="0" sldId="431"/>
            <ac:spMk id="4" creationId="{00000000-0000-0000-0000-000000000000}"/>
          </ac:spMkLst>
        </pc:spChg>
        <pc:spChg chg="mod">
          <ac:chgData name="Teuku Raja Irfan Radarma" userId="cf428174-95ba-4576-8554-3a3b8ffa52b7" providerId="ADAL" clId="{83E20BB8-4A7C-498C-AB58-C17563E956FB}" dt="2026-07-05T05:02:01.855" v="762" actId="14100"/>
          <ac:spMkLst>
            <pc:docMk/>
            <pc:sldMk cId="0" sldId="431"/>
            <ac:spMk id="17" creationId="{00000000-0000-0000-0000-000000000000}"/>
          </ac:spMkLst>
        </pc:spChg>
        <pc:spChg chg="mod">
          <ac:chgData name="Teuku Raja Irfan Radarma" userId="cf428174-95ba-4576-8554-3a3b8ffa52b7" providerId="ADAL" clId="{83E20BB8-4A7C-498C-AB58-C17563E956FB}" dt="2026-07-05T05:02:01.855" v="762" actId="14100"/>
          <ac:spMkLst>
            <pc:docMk/>
            <pc:sldMk cId="0" sldId="431"/>
            <ac:spMk id="19" creationId="{00000000-0000-0000-0000-000000000000}"/>
          </ac:spMkLst>
        </pc:spChg>
        <pc:spChg chg="mod">
          <ac:chgData name="Teuku Raja Irfan Radarma" userId="cf428174-95ba-4576-8554-3a3b8ffa52b7" providerId="ADAL" clId="{83E20BB8-4A7C-498C-AB58-C17563E956FB}" dt="2026-07-05T05:02:01.855" v="762" actId="14100"/>
          <ac:spMkLst>
            <pc:docMk/>
            <pc:sldMk cId="0" sldId="431"/>
            <ac:spMk id="21" creationId="{00000000-0000-0000-0000-000000000000}"/>
          </ac:spMkLst>
        </pc:spChg>
        <pc:spChg chg="mod">
          <ac:chgData name="Teuku Raja Irfan Radarma" userId="cf428174-95ba-4576-8554-3a3b8ffa52b7" providerId="ADAL" clId="{83E20BB8-4A7C-498C-AB58-C17563E956FB}" dt="2026-07-05T05:02:05.922" v="763" actId="1076"/>
          <ac:spMkLst>
            <pc:docMk/>
            <pc:sldMk cId="0" sldId="431"/>
            <ac:spMk id="23" creationId="{00000000-0000-0000-0000-000000000000}"/>
          </ac:spMkLst>
        </pc:spChg>
        <pc:spChg chg="mod">
          <ac:chgData name="Teuku Raja Irfan Radarma" userId="cf428174-95ba-4576-8554-3a3b8ffa52b7" providerId="ADAL" clId="{83E20BB8-4A7C-498C-AB58-C17563E956FB}" dt="2026-07-05T05:02:05.922" v="763" actId="1076"/>
          <ac:spMkLst>
            <pc:docMk/>
            <pc:sldMk cId="0" sldId="431"/>
            <ac:spMk id="24" creationId="{00000000-0000-0000-0000-000000000000}"/>
          </ac:spMkLst>
        </pc:spChg>
        <pc:spChg chg="mod">
          <ac:chgData name="Teuku Raja Irfan Radarma" userId="cf428174-95ba-4576-8554-3a3b8ffa52b7" providerId="ADAL" clId="{83E20BB8-4A7C-498C-AB58-C17563E956FB}" dt="2026-07-05T05:02:05.922" v="763" actId="1076"/>
          <ac:spMkLst>
            <pc:docMk/>
            <pc:sldMk cId="0" sldId="431"/>
            <ac:spMk id="25" creationId="{00000000-0000-0000-0000-000000000000}"/>
          </ac:spMkLst>
        </pc:spChg>
        <pc:spChg chg="mod">
          <ac:chgData name="Teuku Raja Irfan Radarma" userId="cf428174-95ba-4576-8554-3a3b8ffa52b7" providerId="ADAL" clId="{83E20BB8-4A7C-498C-AB58-C17563E956FB}" dt="2026-07-05T05:02:05.922" v="763" actId="1076"/>
          <ac:spMkLst>
            <pc:docMk/>
            <pc:sldMk cId="0" sldId="431"/>
            <ac:spMk id="26" creationId="{00000000-0000-0000-0000-000000000000}"/>
          </ac:spMkLst>
        </pc:spChg>
        <pc:spChg chg="mod">
          <ac:chgData name="Teuku Raja Irfan Radarma" userId="cf428174-95ba-4576-8554-3a3b8ffa52b7" providerId="ADAL" clId="{83E20BB8-4A7C-498C-AB58-C17563E956FB}" dt="2026-07-05T05:02:05.922" v="763" actId="1076"/>
          <ac:spMkLst>
            <pc:docMk/>
            <pc:sldMk cId="0" sldId="431"/>
            <ac:spMk id="27" creationId="{00000000-0000-0000-0000-000000000000}"/>
          </ac:spMkLst>
        </pc:spChg>
        <pc:spChg chg="mod">
          <ac:chgData name="Teuku Raja Irfan Radarma" userId="cf428174-95ba-4576-8554-3a3b8ffa52b7" providerId="ADAL" clId="{83E20BB8-4A7C-498C-AB58-C17563E956FB}" dt="2026-07-05T05:02:05.922" v="763" actId="1076"/>
          <ac:spMkLst>
            <pc:docMk/>
            <pc:sldMk cId="0" sldId="431"/>
            <ac:spMk id="28" creationId="{00000000-0000-0000-0000-000000000000}"/>
          </ac:spMkLst>
        </pc:spChg>
        <pc:spChg chg="mod">
          <ac:chgData name="Teuku Raja Irfan Radarma" userId="cf428174-95ba-4576-8554-3a3b8ffa52b7" providerId="ADAL" clId="{83E20BB8-4A7C-498C-AB58-C17563E956FB}" dt="2026-07-05T05:02:05.922" v="763" actId="1076"/>
          <ac:spMkLst>
            <pc:docMk/>
            <pc:sldMk cId="0" sldId="431"/>
            <ac:spMk id="29" creationId="{00000000-0000-0000-0000-000000000000}"/>
          </ac:spMkLst>
        </pc:spChg>
        <pc:spChg chg="mod">
          <ac:chgData name="Teuku Raja Irfan Radarma" userId="cf428174-95ba-4576-8554-3a3b8ffa52b7" providerId="ADAL" clId="{83E20BB8-4A7C-498C-AB58-C17563E956FB}" dt="2026-07-05T05:02:05.922" v="763" actId="1076"/>
          <ac:spMkLst>
            <pc:docMk/>
            <pc:sldMk cId="0" sldId="431"/>
            <ac:spMk id="30" creationId="{00000000-0000-0000-0000-000000000000}"/>
          </ac:spMkLst>
        </pc:spChg>
        <pc:spChg chg="mod">
          <ac:chgData name="Teuku Raja Irfan Radarma" userId="cf428174-95ba-4576-8554-3a3b8ffa52b7" providerId="ADAL" clId="{83E20BB8-4A7C-498C-AB58-C17563E956FB}" dt="2026-07-05T05:02:05.922" v="763" actId="1076"/>
          <ac:spMkLst>
            <pc:docMk/>
            <pc:sldMk cId="0" sldId="431"/>
            <ac:spMk id="31" creationId="{00000000-0000-0000-0000-000000000000}"/>
          </ac:spMkLst>
        </pc:spChg>
        <pc:spChg chg="mod">
          <ac:chgData name="Teuku Raja Irfan Radarma" userId="cf428174-95ba-4576-8554-3a3b8ffa52b7" providerId="ADAL" clId="{83E20BB8-4A7C-498C-AB58-C17563E956FB}" dt="2026-07-05T05:02:05.922" v="763" actId="1076"/>
          <ac:spMkLst>
            <pc:docMk/>
            <pc:sldMk cId="0" sldId="431"/>
            <ac:spMk id="32" creationId="{00000000-0000-0000-0000-000000000000}"/>
          </ac:spMkLst>
        </pc:spChg>
        <pc:spChg chg="mod">
          <ac:chgData name="Teuku Raja Irfan Radarma" userId="cf428174-95ba-4576-8554-3a3b8ffa52b7" providerId="ADAL" clId="{83E20BB8-4A7C-498C-AB58-C17563E956FB}" dt="2026-07-05T05:02:05.922" v="763" actId="1076"/>
          <ac:spMkLst>
            <pc:docMk/>
            <pc:sldMk cId="0" sldId="431"/>
            <ac:spMk id="33" creationId="{00000000-0000-0000-0000-000000000000}"/>
          </ac:spMkLst>
        </pc:spChg>
        <pc:spChg chg="mod">
          <ac:chgData name="Teuku Raja Irfan Radarma" userId="cf428174-95ba-4576-8554-3a3b8ffa52b7" providerId="ADAL" clId="{83E20BB8-4A7C-498C-AB58-C17563E956FB}" dt="2026-07-05T05:02:05.922" v="763" actId="1076"/>
          <ac:spMkLst>
            <pc:docMk/>
            <pc:sldMk cId="0" sldId="431"/>
            <ac:spMk id="34" creationId="{00000000-0000-0000-0000-000000000000}"/>
          </ac:spMkLst>
        </pc:spChg>
        <pc:spChg chg="mod">
          <ac:chgData name="Teuku Raja Irfan Radarma" userId="cf428174-95ba-4576-8554-3a3b8ffa52b7" providerId="ADAL" clId="{83E20BB8-4A7C-498C-AB58-C17563E956FB}" dt="2026-07-05T05:02:05.922" v="763" actId="1076"/>
          <ac:spMkLst>
            <pc:docMk/>
            <pc:sldMk cId="0" sldId="431"/>
            <ac:spMk id="35" creationId="{00000000-0000-0000-0000-000000000000}"/>
          </ac:spMkLst>
        </pc:spChg>
        <pc:spChg chg="mod">
          <ac:chgData name="Teuku Raja Irfan Radarma" userId="cf428174-95ba-4576-8554-3a3b8ffa52b7" providerId="ADAL" clId="{83E20BB8-4A7C-498C-AB58-C17563E956FB}" dt="2026-07-05T05:02:05.922" v="763" actId="1076"/>
          <ac:spMkLst>
            <pc:docMk/>
            <pc:sldMk cId="0" sldId="431"/>
            <ac:spMk id="36" creationId="{00000000-0000-0000-0000-000000000000}"/>
          </ac:spMkLst>
        </pc:spChg>
        <pc:spChg chg="mod">
          <ac:chgData name="Teuku Raja Irfan Radarma" userId="cf428174-95ba-4576-8554-3a3b8ffa52b7" providerId="ADAL" clId="{83E20BB8-4A7C-498C-AB58-C17563E956FB}" dt="2026-07-05T05:02:05.922" v="763" actId="1076"/>
          <ac:spMkLst>
            <pc:docMk/>
            <pc:sldMk cId="0" sldId="431"/>
            <ac:spMk id="37" creationId="{00000000-0000-0000-0000-000000000000}"/>
          </ac:spMkLst>
        </pc:spChg>
        <pc:spChg chg="mod">
          <ac:chgData name="Teuku Raja Irfan Radarma" userId="cf428174-95ba-4576-8554-3a3b8ffa52b7" providerId="ADAL" clId="{83E20BB8-4A7C-498C-AB58-C17563E956FB}" dt="2026-07-05T05:02:13.172" v="766" actId="14100"/>
          <ac:spMkLst>
            <pc:docMk/>
            <pc:sldMk cId="0" sldId="431"/>
            <ac:spMk id="38" creationId="{00000000-0000-0000-0000-000000000000}"/>
          </ac:spMkLst>
        </pc:spChg>
        <pc:spChg chg="mod">
          <ac:chgData name="Teuku Raja Irfan Radarma" userId="cf428174-95ba-4576-8554-3a3b8ffa52b7" providerId="ADAL" clId="{83E20BB8-4A7C-498C-AB58-C17563E956FB}" dt="2026-07-05T05:02:13.172" v="766" actId="14100"/>
          <ac:spMkLst>
            <pc:docMk/>
            <pc:sldMk cId="0" sldId="431"/>
            <ac:spMk id="39" creationId="{00000000-0000-0000-0000-000000000000}"/>
          </ac:spMkLst>
        </pc:spChg>
        <pc:spChg chg="add mod">
          <ac:chgData name="Teuku Raja Irfan Radarma" userId="cf428174-95ba-4576-8554-3a3b8ffa52b7" providerId="ADAL" clId="{83E20BB8-4A7C-498C-AB58-C17563E956FB}" dt="2026-07-05T05:03:29.657" v="787" actId="207"/>
          <ac:spMkLst>
            <pc:docMk/>
            <pc:sldMk cId="0" sldId="431"/>
            <ac:spMk id="40" creationId="{EFDE7836-0507-4340-A56B-C682EC91D774}"/>
          </ac:spMkLst>
        </pc:spChg>
        <pc:spChg chg="add mod">
          <ac:chgData name="Teuku Raja Irfan Radarma" userId="cf428174-95ba-4576-8554-3a3b8ffa52b7" providerId="ADAL" clId="{83E20BB8-4A7C-498C-AB58-C17563E956FB}" dt="2026-07-05T05:03:25.681" v="784" actId="207"/>
          <ac:spMkLst>
            <pc:docMk/>
            <pc:sldMk cId="0" sldId="431"/>
            <ac:spMk id="41" creationId="{CC95DEB0-57BD-4ECA-B654-310FBE0C1DF1}"/>
          </ac:spMkLst>
        </pc:spChg>
      </pc:sldChg>
      <pc:sldChg chg="addSp delSp modSp add mod setBg">
        <pc:chgData name="Teuku Raja Irfan Radarma" userId="cf428174-95ba-4576-8554-3a3b8ffa52b7" providerId="ADAL" clId="{83E20BB8-4A7C-498C-AB58-C17563E956FB}" dt="2026-07-05T05:07:51.152" v="868" actId="1076"/>
        <pc:sldMkLst>
          <pc:docMk/>
          <pc:sldMk cId="0" sldId="432"/>
        </pc:sldMkLst>
        <pc:spChg chg="del">
          <ac:chgData name="Teuku Raja Irfan Radarma" userId="cf428174-95ba-4576-8554-3a3b8ffa52b7" providerId="ADAL" clId="{83E20BB8-4A7C-498C-AB58-C17563E956FB}" dt="2026-07-05T05:02:20.791" v="767" actId="478"/>
          <ac:spMkLst>
            <pc:docMk/>
            <pc:sldMk cId="0" sldId="432"/>
            <ac:spMk id="2" creationId="{00000000-0000-0000-0000-000000000000}"/>
          </ac:spMkLst>
        </pc:spChg>
        <pc:spChg chg="mod">
          <ac:chgData name="Teuku Raja Irfan Radarma" userId="cf428174-95ba-4576-8554-3a3b8ffa52b7" providerId="ADAL" clId="{83E20BB8-4A7C-498C-AB58-C17563E956FB}" dt="2026-07-05T05:04:46.150" v="808" actId="404"/>
          <ac:spMkLst>
            <pc:docMk/>
            <pc:sldMk cId="0" sldId="432"/>
            <ac:spMk id="4" creationId="{00000000-0000-0000-0000-000000000000}"/>
          </ac:spMkLst>
        </pc:spChg>
        <pc:spChg chg="mod">
          <ac:chgData name="Teuku Raja Irfan Radarma" userId="cf428174-95ba-4576-8554-3a3b8ffa52b7" providerId="ADAL" clId="{83E20BB8-4A7C-498C-AB58-C17563E956FB}" dt="2026-07-05T05:05:25.552" v="817" actId="1076"/>
          <ac:spMkLst>
            <pc:docMk/>
            <pc:sldMk cId="0" sldId="432"/>
            <ac:spMk id="5" creationId="{00000000-0000-0000-0000-000000000000}"/>
          </ac:spMkLst>
        </pc:spChg>
        <pc:spChg chg="del">
          <ac:chgData name="Teuku Raja Irfan Radarma" userId="cf428174-95ba-4576-8554-3a3b8ffa52b7" providerId="ADAL" clId="{83E20BB8-4A7C-498C-AB58-C17563E956FB}" dt="2026-07-05T05:03:40.268" v="788" actId="478"/>
          <ac:spMkLst>
            <pc:docMk/>
            <pc:sldMk cId="0" sldId="432"/>
            <ac:spMk id="6" creationId="{00000000-0000-0000-0000-000000000000}"/>
          </ac:spMkLst>
        </pc:spChg>
        <pc:spChg chg="mod">
          <ac:chgData name="Teuku Raja Irfan Radarma" userId="cf428174-95ba-4576-8554-3a3b8ffa52b7" providerId="ADAL" clId="{83E20BB8-4A7C-498C-AB58-C17563E956FB}" dt="2026-07-05T05:03:54.034" v="792" actId="1076"/>
          <ac:spMkLst>
            <pc:docMk/>
            <pc:sldMk cId="0" sldId="432"/>
            <ac:spMk id="7" creationId="{00000000-0000-0000-0000-000000000000}"/>
          </ac:spMkLst>
        </pc:spChg>
        <pc:spChg chg="mod">
          <ac:chgData name="Teuku Raja Irfan Radarma" userId="cf428174-95ba-4576-8554-3a3b8ffa52b7" providerId="ADAL" clId="{83E20BB8-4A7C-498C-AB58-C17563E956FB}" dt="2026-07-05T05:04:35.481" v="804" actId="1076"/>
          <ac:spMkLst>
            <pc:docMk/>
            <pc:sldMk cId="0" sldId="432"/>
            <ac:spMk id="8" creationId="{00000000-0000-0000-0000-000000000000}"/>
          </ac:spMkLst>
        </pc:spChg>
        <pc:spChg chg="del">
          <ac:chgData name="Teuku Raja Irfan Radarma" userId="cf428174-95ba-4576-8554-3a3b8ffa52b7" providerId="ADAL" clId="{83E20BB8-4A7C-498C-AB58-C17563E956FB}" dt="2026-07-05T05:04:14.826" v="800" actId="478"/>
          <ac:spMkLst>
            <pc:docMk/>
            <pc:sldMk cId="0" sldId="432"/>
            <ac:spMk id="9" creationId="{00000000-0000-0000-0000-000000000000}"/>
          </ac:spMkLst>
        </pc:spChg>
        <pc:spChg chg="mod">
          <ac:chgData name="Teuku Raja Irfan Radarma" userId="cf428174-95ba-4576-8554-3a3b8ffa52b7" providerId="ADAL" clId="{83E20BB8-4A7C-498C-AB58-C17563E956FB}" dt="2026-07-05T05:04:35.481" v="804" actId="1076"/>
          <ac:spMkLst>
            <pc:docMk/>
            <pc:sldMk cId="0" sldId="432"/>
            <ac:spMk id="10" creationId="{00000000-0000-0000-0000-000000000000}"/>
          </ac:spMkLst>
        </pc:spChg>
        <pc:spChg chg="mod">
          <ac:chgData name="Teuku Raja Irfan Radarma" userId="cf428174-95ba-4576-8554-3a3b8ffa52b7" providerId="ADAL" clId="{83E20BB8-4A7C-498C-AB58-C17563E956FB}" dt="2026-07-05T05:04:35.481" v="804" actId="1076"/>
          <ac:spMkLst>
            <pc:docMk/>
            <pc:sldMk cId="0" sldId="432"/>
            <ac:spMk id="11" creationId="{00000000-0000-0000-0000-000000000000}"/>
          </ac:spMkLst>
        </pc:spChg>
        <pc:spChg chg="del">
          <ac:chgData name="Teuku Raja Irfan Radarma" userId="cf428174-95ba-4576-8554-3a3b8ffa52b7" providerId="ADAL" clId="{83E20BB8-4A7C-498C-AB58-C17563E956FB}" dt="2026-07-05T05:04:15.482" v="801" actId="478"/>
          <ac:spMkLst>
            <pc:docMk/>
            <pc:sldMk cId="0" sldId="432"/>
            <ac:spMk id="12" creationId="{00000000-0000-0000-0000-000000000000}"/>
          </ac:spMkLst>
        </pc:spChg>
        <pc:spChg chg="mod">
          <ac:chgData name="Teuku Raja Irfan Radarma" userId="cf428174-95ba-4576-8554-3a3b8ffa52b7" providerId="ADAL" clId="{83E20BB8-4A7C-498C-AB58-C17563E956FB}" dt="2026-07-05T05:05:31.263" v="819" actId="404"/>
          <ac:spMkLst>
            <pc:docMk/>
            <pc:sldMk cId="0" sldId="432"/>
            <ac:spMk id="13" creationId="{00000000-0000-0000-0000-000000000000}"/>
          </ac:spMkLst>
        </pc:spChg>
        <pc:spChg chg="mod">
          <ac:chgData name="Teuku Raja Irfan Radarma" userId="cf428174-95ba-4576-8554-3a3b8ffa52b7" providerId="ADAL" clId="{83E20BB8-4A7C-498C-AB58-C17563E956FB}" dt="2026-07-05T05:04:35.481" v="804" actId="1076"/>
          <ac:spMkLst>
            <pc:docMk/>
            <pc:sldMk cId="0" sldId="432"/>
            <ac:spMk id="14" creationId="{00000000-0000-0000-0000-000000000000}"/>
          </ac:spMkLst>
        </pc:spChg>
        <pc:spChg chg="del">
          <ac:chgData name="Teuku Raja Irfan Radarma" userId="cf428174-95ba-4576-8554-3a3b8ffa52b7" providerId="ADAL" clId="{83E20BB8-4A7C-498C-AB58-C17563E956FB}" dt="2026-07-05T05:04:09.221" v="795" actId="478"/>
          <ac:spMkLst>
            <pc:docMk/>
            <pc:sldMk cId="0" sldId="432"/>
            <ac:spMk id="15" creationId="{00000000-0000-0000-0000-000000000000}"/>
          </ac:spMkLst>
        </pc:spChg>
        <pc:spChg chg="mod">
          <ac:chgData name="Teuku Raja Irfan Radarma" userId="cf428174-95ba-4576-8554-3a3b8ffa52b7" providerId="ADAL" clId="{83E20BB8-4A7C-498C-AB58-C17563E956FB}" dt="2026-07-05T05:04:35.481" v="804" actId="1076"/>
          <ac:spMkLst>
            <pc:docMk/>
            <pc:sldMk cId="0" sldId="432"/>
            <ac:spMk id="16" creationId="{00000000-0000-0000-0000-000000000000}"/>
          </ac:spMkLst>
        </pc:spChg>
        <pc:spChg chg="mod">
          <ac:chgData name="Teuku Raja Irfan Radarma" userId="cf428174-95ba-4576-8554-3a3b8ffa52b7" providerId="ADAL" clId="{83E20BB8-4A7C-498C-AB58-C17563E956FB}" dt="2026-07-05T05:04:35.481" v="804" actId="1076"/>
          <ac:spMkLst>
            <pc:docMk/>
            <pc:sldMk cId="0" sldId="432"/>
            <ac:spMk id="17" creationId="{00000000-0000-0000-0000-000000000000}"/>
          </ac:spMkLst>
        </pc:spChg>
        <pc:spChg chg="del">
          <ac:chgData name="Teuku Raja Irfan Radarma" userId="cf428174-95ba-4576-8554-3a3b8ffa52b7" providerId="ADAL" clId="{83E20BB8-4A7C-498C-AB58-C17563E956FB}" dt="2026-07-05T05:04:09.765" v="796" actId="478"/>
          <ac:spMkLst>
            <pc:docMk/>
            <pc:sldMk cId="0" sldId="432"/>
            <ac:spMk id="18" creationId="{00000000-0000-0000-0000-000000000000}"/>
          </ac:spMkLst>
        </pc:spChg>
        <pc:spChg chg="mod">
          <ac:chgData name="Teuku Raja Irfan Radarma" userId="cf428174-95ba-4576-8554-3a3b8ffa52b7" providerId="ADAL" clId="{83E20BB8-4A7C-498C-AB58-C17563E956FB}" dt="2026-07-05T05:04:35.481" v="804" actId="1076"/>
          <ac:spMkLst>
            <pc:docMk/>
            <pc:sldMk cId="0" sldId="432"/>
            <ac:spMk id="19" creationId="{00000000-0000-0000-0000-000000000000}"/>
          </ac:spMkLst>
        </pc:spChg>
        <pc:spChg chg="add del mod">
          <ac:chgData name="Teuku Raja Irfan Radarma" userId="cf428174-95ba-4576-8554-3a3b8ffa52b7" providerId="ADAL" clId="{83E20BB8-4A7C-498C-AB58-C17563E956FB}" dt="2026-07-05T05:04:35.481" v="804" actId="1076"/>
          <ac:spMkLst>
            <pc:docMk/>
            <pc:sldMk cId="0" sldId="432"/>
            <ac:spMk id="20" creationId="{00000000-0000-0000-0000-000000000000}"/>
          </ac:spMkLst>
        </pc:spChg>
        <pc:spChg chg="mod">
          <ac:chgData name="Teuku Raja Irfan Radarma" userId="cf428174-95ba-4576-8554-3a3b8ffa52b7" providerId="ADAL" clId="{83E20BB8-4A7C-498C-AB58-C17563E956FB}" dt="2026-07-05T05:03:57.300" v="793" actId="1076"/>
          <ac:spMkLst>
            <pc:docMk/>
            <pc:sldMk cId="0" sldId="432"/>
            <ac:spMk id="21" creationId="{00000000-0000-0000-0000-000000000000}"/>
          </ac:spMkLst>
        </pc:spChg>
        <pc:spChg chg="mod">
          <ac:chgData name="Teuku Raja Irfan Radarma" userId="cf428174-95ba-4576-8554-3a3b8ffa52b7" providerId="ADAL" clId="{83E20BB8-4A7C-498C-AB58-C17563E956FB}" dt="2026-07-05T05:03:57.300" v="793" actId="1076"/>
          <ac:spMkLst>
            <pc:docMk/>
            <pc:sldMk cId="0" sldId="432"/>
            <ac:spMk id="22" creationId="{00000000-0000-0000-0000-000000000000}"/>
          </ac:spMkLst>
        </pc:spChg>
        <pc:spChg chg="mod">
          <ac:chgData name="Teuku Raja Irfan Radarma" userId="cf428174-95ba-4576-8554-3a3b8ffa52b7" providerId="ADAL" clId="{83E20BB8-4A7C-498C-AB58-C17563E956FB}" dt="2026-07-05T05:03:57.300" v="793" actId="1076"/>
          <ac:spMkLst>
            <pc:docMk/>
            <pc:sldMk cId="0" sldId="432"/>
            <ac:spMk id="23" creationId="{00000000-0000-0000-0000-000000000000}"/>
          </ac:spMkLst>
        </pc:spChg>
        <pc:spChg chg="mod">
          <ac:chgData name="Teuku Raja Irfan Radarma" userId="cf428174-95ba-4576-8554-3a3b8ffa52b7" providerId="ADAL" clId="{83E20BB8-4A7C-498C-AB58-C17563E956FB}" dt="2026-07-05T05:03:57.300" v="793" actId="1076"/>
          <ac:spMkLst>
            <pc:docMk/>
            <pc:sldMk cId="0" sldId="432"/>
            <ac:spMk id="24" creationId="{00000000-0000-0000-0000-000000000000}"/>
          </ac:spMkLst>
        </pc:spChg>
        <pc:spChg chg="mod">
          <ac:chgData name="Teuku Raja Irfan Radarma" userId="cf428174-95ba-4576-8554-3a3b8ffa52b7" providerId="ADAL" clId="{83E20BB8-4A7C-498C-AB58-C17563E956FB}" dt="2026-07-05T05:03:57.300" v="793" actId="1076"/>
          <ac:spMkLst>
            <pc:docMk/>
            <pc:sldMk cId="0" sldId="432"/>
            <ac:spMk id="25" creationId="{00000000-0000-0000-0000-000000000000}"/>
          </ac:spMkLst>
        </pc:spChg>
        <pc:spChg chg="del mod">
          <ac:chgData name="Teuku Raja Irfan Radarma" userId="cf428174-95ba-4576-8554-3a3b8ffa52b7" providerId="ADAL" clId="{83E20BB8-4A7C-498C-AB58-C17563E956FB}" dt="2026-07-05T05:05:15.137" v="816" actId="478"/>
          <ac:spMkLst>
            <pc:docMk/>
            <pc:sldMk cId="0" sldId="432"/>
            <ac:spMk id="26" creationId="{00000000-0000-0000-0000-000000000000}"/>
          </ac:spMkLst>
        </pc:spChg>
        <pc:spChg chg="mod">
          <ac:chgData name="Teuku Raja Irfan Radarma" userId="cf428174-95ba-4576-8554-3a3b8ffa52b7" providerId="ADAL" clId="{83E20BB8-4A7C-498C-AB58-C17563E956FB}" dt="2026-07-05T05:06:42.568" v="846" actId="14100"/>
          <ac:spMkLst>
            <pc:docMk/>
            <pc:sldMk cId="0" sldId="432"/>
            <ac:spMk id="27" creationId="{00000000-0000-0000-0000-000000000000}"/>
          </ac:spMkLst>
        </pc:spChg>
        <pc:spChg chg="mod">
          <ac:chgData name="Teuku Raja Irfan Radarma" userId="cf428174-95ba-4576-8554-3a3b8ffa52b7" providerId="ADAL" clId="{83E20BB8-4A7C-498C-AB58-C17563E956FB}" dt="2026-07-05T05:06:42.568" v="846" actId="14100"/>
          <ac:spMkLst>
            <pc:docMk/>
            <pc:sldMk cId="0" sldId="432"/>
            <ac:spMk id="31" creationId="{00000000-0000-0000-0000-000000000000}"/>
          </ac:spMkLst>
        </pc:spChg>
        <pc:spChg chg="mod">
          <ac:chgData name="Teuku Raja Irfan Radarma" userId="cf428174-95ba-4576-8554-3a3b8ffa52b7" providerId="ADAL" clId="{83E20BB8-4A7C-498C-AB58-C17563E956FB}" dt="2026-07-05T05:06:42.568" v="846" actId="14100"/>
          <ac:spMkLst>
            <pc:docMk/>
            <pc:sldMk cId="0" sldId="432"/>
            <ac:spMk id="35" creationId="{00000000-0000-0000-0000-000000000000}"/>
          </ac:spMkLst>
        </pc:spChg>
        <pc:spChg chg="mod">
          <ac:chgData name="Teuku Raja Irfan Radarma" userId="cf428174-95ba-4576-8554-3a3b8ffa52b7" providerId="ADAL" clId="{83E20BB8-4A7C-498C-AB58-C17563E956FB}" dt="2026-07-05T05:06:42.568" v="846" actId="14100"/>
          <ac:spMkLst>
            <pc:docMk/>
            <pc:sldMk cId="0" sldId="432"/>
            <ac:spMk id="39" creationId="{00000000-0000-0000-0000-000000000000}"/>
          </ac:spMkLst>
        </pc:spChg>
        <pc:spChg chg="mod">
          <ac:chgData name="Teuku Raja Irfan Radarma" userId="cf428174-95ba-4576-8554-3a3b8ffa52b7" providerId="ADAL" clId="{83E20BB8-4A7C-498C-AB58-C17563E956FB}" dt="2026-07-05T05:06:42.568" v="846" actId="14100"/>
          <ac:spMkLst>
            <pc:docMk/>
            <pc:sldMk cId="0" sldId="432"/>
            <ac:spMk id="43" creationId="{00000000-0000-0000-0000-000000000000}"/>
          </ac:spMkLst>
        </pc:spChg>
        <pc:spChg chg="mod">
          <ac:chgData name="Teuku Raja Irfan Radarma" userId="cf428174-95ba-4576-8554-3a3b8ffa52b7" providerId="ADAL" clId="{83E20BB8-4A7C-498C-AB58-C17563E956FB}" dt="2026-07-05T05:07:44.594" v="864" actId="21"/>
          <ac:spMkLst>
            <pc:docMk/>
            <pc:sldMk cId="0" sldId="432"/>
            <ac:spMk id="47" creationId="{00000000-0000-0000-0000-000000000000}"/>
          </ac:spMkLst>
        </pc:spChg>
        <pc:spChg chg="mod">
          <ac:chgData name="Teuku Raja Irfan Radarma" userId="cf428174-95ba-4576-8554-3a3b8ffa52b7" providerId="ADAL" clId="{83E20BB8-4A7C-498C-AB58-C17563E956FB}" dt="2026-07-05T05:05:49.519" v="824" actId="21"/>
          <ac:spMkLst>
            <pc:docMk/>
            <pc:sldMk cId="0" sldId="432"/>
            <ac:spMk id="48" creationId="{00000000-0000-0000-0000-000000000000}"/>
          </ac:spMkLst>
        </pc:spChg>
        <pc:spChg chg="add mod">
          <ac:chgData name="Teuku Raja Irfan Radarma" userId="cf428174-95ba-4576-8554-3a3b8ffa52b7" providerId="ADAL" clId="{83E20BB8-4A7C-498C-AB58-C17563E956FB}" dt="2026-07-05T05:03:46.819" v="789"/>
          <ac:spMkLst>
            <pc:docMk/>
            <pc:sldMk cId="0" sldId="432"/>
            <ac:spMk id="49" creationId="{D625663F-DF36-4EC5-A0D5-05E38E1348C9}"/>
          </ac:spMkLst>
        </pc:spChg>
        <pc:spChg chg="add mod">
          <ac:chgData name="Teuku Raja Irfan Radarma" userId="cf428174-95ba-4576-8554-3a3b8ffa52b7" providerId="ADAL" clId="{83E20BB8-4A7C-498C-AB58-C17563E956FB}" dt="2026-07-05T05:03:51.268" v="791" actId="20577"/>
          <ac:spMkLst>
            <pc:docMk/>
            <pc:sldMk cId="0" sldId="432"/>
            <ac:spMk id="50" creationId="{B5A2CD4D-3597-432C-9412-CDD8A324B533}"/>
          </ac:spMkLst>
        </pc:spChg>
        <pc:spChg chg="add mod">
          <ac:chgData name="Teuku Raja Irfan Radarma" userId="cf428174-95ba-4576-8554-3a3b8ffa52b7" providerId="ADAL" clId="{83E20BB8-4A7C-498C-AB58-C17563E956FB}" dt="2026-07-05T05:05:11.578" v="814"/>
          <ac:spMkLst>
            <pc:docMk/>
            <pc:sldMk cId="0" sldId="432"/>
            <ac:spMk id="51" creationId="{03A29ABF-6EA8-4F1E-826D-F58A6D3596AA}"/>
          </ac:spMkLst>
        </pc:spChg>
        <pc:spChg chg="add mod">
          <ac:chgData name="Teuku Raja Irfan Radarma" userId="cf428174-95ba-4576-8554-3a3b8ffa52b7" providerId="ADAL" clId="{83E20BB8-4A7C-498C-AB58-C17563E956FB}" dt="2026-07-05T05:05:02.188" v="812" actId="207"/>
          <ac:spMkLst>
            <pc:docMk/>
            <pc:sldMk cId="0" sldId="432"/>
            <ac:spMk id="52" creationId="{523D9FC6-EEE9-4D2C-AE57-8297BFBF472E}"/>
          </ac:spMkLst>
        </pc:spChg>
        <pc:spChg chg="add mod">
          <ac:chgData name="Teuku Raja Irfan Radarma" userId="cf428174-95ba-4576-8554-3a3b8ffa52b7" providerId="ADAL" clId="{83E20BB8-4A7C-498C-AB58-C17563E956FB}" dt="2026-07-05T05:04:56.730" v="811" actId="20577"/>
          <ac:spMkLst>
            <pc:docMk/>
            <pc:sldMk cId="0" sldId="432"/>
            <ac:spMk id="53" creationId="{98B030C1-2D37-4796-80EA-14EA25A8E1F8}"/>
          </ac:spMkLst>
        </pc:spChg>
        <pc:spChg chg="add mod">
          <ac:chgData name="Teuku Raja Irfan Radarma" userId="cf428174-95ba-4576-8554-3a3b8ffa52b7" providerId="ADAL" clId="{83E20BB8-4A7C-498C-AB58-C17563E956FB}" dt="2026-07-05T05:07:51.152" v="868" actId="1076"/>
          <ac:spMkLst>
            <pc:docMk/>
            <pc:sldMk cId="0" sldId="432"/>
            <ac:spMk id="55" creationId="{1C349C3B-F307-4F26-A0B7-9D60730DC6AA}"/>
          </ac:spMkLst>
        </pc:spChg>
      </pc:sldChg>
      <pc:sldChg chg="modSp new mod">
        <pc:chgData name="Teuku Raja Irfan Radarma" userId="cf428174-95ba-4576-8554-3a3b8ffa52b7" providerId="ADAL" clId="{83E20BB8-4A7C-498C-AB58-C17563E956FB}" dt="2026-07-05T15:49:07.034" v="1042" actId="20577"/>
        <pc:sldMkLst>
          <pc:docMk/>
          <pc:sldMk cId="1193449496" sldId="433"/>
        </pc:sldMkLst>
        <pc:spChg chg="mod">
          <ac:chgData name="Teuku Raja Irfan Radarma" userId="cf428174-95ba-4576-8554-3a3b8ffa52b7" providerId="ADAL" clId="{83E20BB8-4A7C-498C-AB58-C17563E956FB}" dt="2026-07-05T15:49:01.583" v="1024" actId="20577"/>
          <ac:spMkLst>
            <pc:docMk/>
            <pc:sldMk cId="1193449496" sldId="433"/>
            <ac:spMk id="2" creationId="{3C78F26D-A4EC-4553-A035-6658891AFE05}"/>
          </ac:spMkLst>
        </pc:spChg>
        <pc:spChg chg="mod">
          <ac:chgData name="Teuku Raja Irfan Radarma" userId="cf428174-95ba-4576-8554-3a3b8ffa52b7" providerId="ADAL" clId="{83E20BB8-4A7C-498C-AB58-C17563E956FB}" dt="2026-07-05T15:49:07.034" v="1042" actId="20577"/>
          <ac:spMkLst>
            <pc:docMk/>
            <pc:sldMk cId="1193449496" sldId="433"/>
            <ac:spMk id="3" creationId="{0EB4A89D-8897-4EF8-B0E3-0282C8F8BB53}"/>
          </ac:spMkLst>
        </pc:spChg>
      </pc:sldChg>
      <pc:sldChg chg="modSp new mod">
        <pc:chgData name="Teuku Raja Irfan Radarma" userId="cf428174-95ba-4576-8554-3a3b8ffa52b7" providerId="ADAL" clId="{83E20BB8-4A7C-498C-AB58-C17563E956FB}" dt="2026-07-05T16:03:06.325" v="1233" actId="20577"/>
        <pc:sldMkLst>
          <pc:docMk/>
          <pc:sldMk cId="2122604225" sldId="434"/>
        </pc:sldMkLst>
        <pc:spChg chg="mod">
          <ac:chgData name="Teuku Raja Irfan Radarma" userId="cf428174-95ba-4576-8554-3a3b8ffa52b7" providerId="ADAL" clId="{83E20BB8-4A7C-498C-AB58-C17563E956FB}" dt="2026-07-05T16:01:49.895" v="1060" actId="20577"/>
          <ac:spMkLst>
            <pc:docMk/>
            <pc:sldMk cId="2122604225" sldId="434"/>
            <ac:spMk id="2" creationId="{E9EDF414-37CC-4D79-8C81-7E3139EE363D}"/>
          </ac:spMkLst>
        </pc:spChg>
        <pc:spChg chg="mod">
          <ac:chgData name="Teuku Raja Irfan Radarma" userId="cf428174-95ba-4576-8554-3a3b8ffa52b7" providerId="ADAL" clId="{83E20BB8-4A7C-498C-AB58-C17563E956FB}" dt="2026-07-05T16:03:06.325" v="1233" actId="20577"/>
          <ac:spMkLst>
            <pc:docMk/>
            <pc:sldMk cId="2122604225" sldId="434"/>
            <ac:spMk id="4" creationId="{CFA13D9A-0025-43AF-AF2B-44B590795236}"/>
          </ac:spMkLst>
        </pc:spChg>
      </pc:sldChg>
      <pc:sldChg chg="addSp delSp modSp new mod">
        <pc:chgData name="Teuku Raja Irfan Radarma" userId="cf428174-95ba-4576-8554-3a3b8ffa52b7" providerId="ADAL" clId="{83E20BB8-4A7C-498C-AB58-C17563E956FB}" dt="2026-07-05T16:42:23.129" v="1262" actId="404"/>
        <pc:sldMkLst>
          <pc:docMk/>
          <pc:sldMk cId="1710240183" sldId="435"/>
        </pc:sldMkLst>
        <pc:spChg chg="mod">
          <ac:chgData name="Teuku Raja Irfan Radarma" userId="cf428174-95ba-4576-8554-3a3b8ffa52b7" providerId="ADAL" clId="{83E20BB8-4A7C-498C-AB58-C17563E956FB}" dt="2026-07-05T16:41:08.940" v="1244" actId="1076"/>
          <ac:spMkLst>
            <pc:docMk/>
            <pc:sldMk cId="1710240183" sldId="435"/>
            <ac:spMk id="2" creationId="{C1F01F51-750D-43EC-B1B2-26A2402EEAA7}"/>
          </ac:spMkLst>
        </pc:spChg>
        <pc:spChg chg="del mod">
          <ac:chgData name="Teuku Raja Irfan Radarma" userId="cf428174-95ba-4576-8554-3a3b8ffa52b7" providerId="ADAL" clId="{83E20BB8-4A7C-498C-AB58-C17563E956FB}" dt="2026-07-05T16:41:29.912" v="1247" actId="478"/>
          <ac:spMkLst>
            <pc:docMk/>
            <pc:sldMk cId="1710240183" sldId="435"/>
            <ac:spMk id="3" creationId="{3FD00B9C-4B2D-4E00-A456-58D9E9AB8923}"/>
          </ac:spMkLst>
        </pc:spChg>
        <pc:spChg chg="add mod">
          <ac:chgData name="Teuku Raja Irfan Radarma" userId="cf428174-95ba-4576-8554-3a3b8ffa52b7" providerId="ADAL" clId="{83E20BB8-4A7C-498C-AB58-C17563E956FB}" dt="2026-07-05T16:41:03.914" v="1243" actId="14100"/>
          <ac:spMkLst>
            <pc:docMk/>
            <pc:sldMk cId="1710240183" sldId="435"/>
            <ac:spMk id="5" creationId="{5ABA70D0-4466-4F43-8C13-2CA63068F794}"/>
          </ac:spMkLst>
        </pc:spChg>
        <pc:spChg chg="add mod">
          <ac:chgData name="Teuku Raja Irfan Radarma" userId="cf428174-95ba-4576-8554-3a3b8ffa52b7" providerId="ADAL" clId="{83E20BB8-4A7C-498C-AB58-C17563E956FB}" dt="2026-07-05T16:41:17.547" v="1246" actId="403"/>
          <ac:spMkLst>
            <pc:docMk/>
            <pc:sldMk cId="1710240183" sldId="435"/>
            <ac:spMk id="6" creationId="{E459F56F-5A86-46E2-8C6C-643D96E74FCC}"/>
          </ac:spMkLst>
        </pc:spChg>
        <pc:spChg chg="add mod">
          <ac:chgData name="Teuku Raja Irfan Radarma" userId="cf428174-95ba-4576-8554-3a3b8ffa52b7" providerId="ADAL" clId="{83E20BB8-4A7C-498C-AB58-C17563E956FB}" dt="2026-07-05T16:42:23.129" v="1262" actId="404"/>
          <ac:spMkLst>
            <pc:docMk/>
            <pc:sldMk cId="1710240183" sldId="435"/>
            <ac:spMk id="7" creationId="{1FA8301A-3D31-4F13-BCB5-0D2F0FEA53EE}"/>
          </ac:spMkLst>
        </pc:spChg>
        <pc:spChg chg="add mod">
          <ac:chgData name="Teuku Raja Irfan Radarma" userId="cf428174-95ba-4576-8554-3a3b8ffa52b7" providerId="ADAL" clId="{83E20BB8-4A7C-498C-AB58-C17563E956FB}" dt="2026-07-05T16:42:23.129" v="1262" actId="404"/>
          <ac:spMkLst>
            <pc:docMk/>
            <pc:sldMk cId="1710240183" sldId="435"/>
            <ac:spMk id="8" creationId="{918CD8AF-C882-4524-B6AC-29EBAB863707}"/>
          </ac:spMkLst>
        </pc:spChg>
        <pc:spChg chg="add mod">
          <ac:chgData name="Teuku Raja Irfan Radarma" userId="cf428174-95ba-4576-8554-3a3b8ffa52b7" providerId="ADAL" clId="{83E20BB8-4A7C-498C-AB58-C17563E956FB}" dt="2026-07-05T16:41:47.087" v="1252" actId="1076"/>
          <ac:spMkLst>
            <pc:docMk/>
            <pc:sldMk cId="1710240183" sldId="435"/>
            <ac:spMk id="9" creationId="{5027372B-CC4E-4379-ABEC-1487AEDB5910}"/>
          </ac:spMkLst>
        </pc:spChg>
        <pc:spChg chg="add mod">
          <ac:chgData name="Teuku Raja Irfan Radarma" userId="cf428174-95ba-4576-8554-3a3b8ffa52b7" providerId="ADAL" clId="{83E20BB8-4A7C-498C-AB58-C17563E956FB}" dt="2026-07-05T16:42:23.129" v="1262" actId="404"/>
          <ac:spMkLst>
            <pc:docMk/>
            <pc:sldMk cId="1710240183" sldId="435"/>
            <ac:spMk id="10" creationId="{DC587E41-E5B6-441F-84F2-88A0D1276039}"/>
          </ac:spMkLst>
        </pc:spChg>
        <pc:spChg chg="add mod">
          <ac:chgData name="Teuku Raja Irfan Radarma" userId="cf428174-95ba-4576-8554-3a3b8ffa52b7" providerId="ADAL" clId="{83E20BB8-4A7C-498C-AB58-C17563E956FB}" dt="2026-07-05T16:41:58.565" v="1254" actId="1076"/>
          <ac:spMkLst>
            <pc:docMk/>
            <pc:sldMk cId="1710240183" sldId="435"/>
            <ac:spMk id="11" creationId="{18890B3A-88AC-4F17-BCD6-2599B9415F0E}"/>
          </ac:spMkLst>
        </pc:spChg>
        <pc:spChg chg="add mod">
          <ac:chgData name="Teuku Raja Irfan Radarma" userId="cf428174-95ba-4576-8554-3a3b8ffa52b7" providerId="ADAL" clId="{83E20BB8-4A7C-498C-AB58-C17563E956FB}" dt="2026-07-05T16:42:23.129" v="1262" actId="404"/>
          <ac:spMkLst>
            <pc:docMk/>
            <pc:sldMk cId="1710240183" sldId="435"/>
            <ac:spMk id="12" creationId="{2EB83969-BBAC-4992-BAF8-F3F6B5A3C045}"/>
          </ac:spMkLst>
        </pc:spChg>
        <pc:spChg chg="add mod">
          <ac:chgData name="Teuku Raja Irfan Radarma" userId="cf428174-95ba-4576-8554-3a3b8ffa52b7" providerId="ADAL" clId="{83E20BB8-4A7C-498C-AB58-C17563E956FB}" dt="2026-07-05T16:42:03.795" v="1255" actId="1076"/>
          <ac:spMkLst>
            <pc:docMk/>
            <pc:sldMk cId="1710240183" sldId="435"/>
            <ac:spMk id="13" creationId="{2C547714-BC29-4EF0-94A8-9CEF6DCFD6F5}"/>
          </ac:spMkLst>
        </pc:spChg>
        <pc:spChg chg="add mod">
          <ac:chgData name="Teuku Raja Irfan Radarma" userId="cf428174-95ba-4576-8554-3a3b8ffa52b7" providerId="ADAL" clId="{83E20BB8-4A7C-498C-AB58-C17563E956FB}" dt="2026-07-05T16:42:23.129" v="1262" actId="404"/>
          <ac:spMkLst>
            <pc:docMk/>
            <pc:sldMk cId="1710240183" sldId="435"/>
            <ac:spMk id="14" creationId="{220C371F-223B-4AD1-867B-5F7800CB2302}"/>
          </ac:spMkLst>
        </pc:spChg>
        <pc:spChg chg="add mod">
          <ac:chgData name="Teuku Raja Irfan Radarma" userId="cf428174-95ba-4576-8554-3a3b8ffa52b7" providerId="ADAL" clId="{83E20BB8-4A7C-498C-AB58-C17563E956FB}" dt="2026-07-05T16:42:08.290" v="1256" actId="1076"/>
          <ac:spMkLst>
            <pc:docMk/>
            <pc:sldMk cId="1710240183" sldId="435"/>
            <ac:spMk id="15" creationId="{D3780D27-63D7-40FD-88A8-D6B53D4B904F}"/>
          </ac:spMkLst>
        </pc:spChg>
        <pc:spChg chg="add mod">
          <ac:chgData name="Teuku Raja Irfan Radarma" userId="cf428174-95ba-4576-8554-3a3b8ffa52b7" providerId="ADAL" clId="{83E20BB8-4A7C-498C-AB58-C17563E956FB}" dt="2026-07-05T16:42:23.129" v="1262" actId="404"/>
          <ac:spMkLst>
            <pc:docMk/>
            <pc:sldMk cId="1710240183" sldId="435"/>
            <ac:spMk id="16" creationId="{91D11EC4-98B2-4591-8D3C-FA3E6213B134}"/>
          </ac:spMkLst>
        </pc:spChg>
        <pc:spChg chg="add mod">
          <ac:chgData name="Teuku Raja Irfan Radarma" userId="cf428174-95ba-4576-8554-3a3b8ffa52b7" providerId="ADAL" clId="{83E20BB8-4A7C-498C-AB58-C17563E956FB}" dt="2026-07-05T16:42:13.034" v="1257" actId="1076"/>
          <ac:spMkLst>
            <pc:docMk/>
            <pc:sldMk cId="1710240183" sldId="435"/>
            <ac:spMk id="17" creationId="{199CBF38-A71B-4B9B-97E4-0DD764483E95}"/>
          </ac:spMkLst>
        </pc:spChg>
        <pc:spChg chg="add mod">
          <ac:chgData name="Teuku Raja Irfan Radarma" userId="cf428174-95ba-4576-8554-3a3b8ffa52b7" providerId="ADAL" clId="{83E20BB8-4A7C-498C-AB58-C17563E956FB}" dt="2026-07-05T16:42:23.129" v="1262" actId="404"/>
          <ac:spMkLst>
            <pc:docMk/>
            <pc:sldMk cId="1710240183" sldId="435"/>
            <ac:spMk id="18" creationId="{8356946D-6C50-4894-B098-29F0CA03B8D6}"/>
          </ac:spMkLst>
        </pc:spChg>
        <pc:spChg chg="add mod">
          <ac:chgData name="Teuku Raja Irfan Radarma" userId="cf428174-95ba-4576-8554-3a3b8ffa52b7" providerId="ADAL" clId="{83E20BB8-4A7C-498C-AB58-C17563E956FB}" dt="2026-07-05T16:42:18.477" v="1258" actId="1076"/>
          <ac:spMkLst>
            <pc:docMk/>
            <pc:sldMk cId="1710240183" sldId="435"/>
            <ac:spMk id="19" creationId="{708F8DBA-30B7-4A49-9B42-848D2CA767A7}"/>
          </ac:spMkLst>
        </pc:spChg>
        <pc:spChg chg="add mod">
          <ac:chgData name="Teuku Raja Irfan Radarma" userId="cf428174-95ba-4576-8554-3a3b8ffa52b7" providerId="ADAL" clId="{83E20BB8-4A7C-498C-AB58-C17563E956FB}" dt="2026-07-05T16:42:23.129" v="1262" actId="404"/>
          <ac:spMkLst>
            <pc:docMk/>
            <pc:sldMk cId="1710240183" sldId="435"/>
            <ac:spMk id="20" creationId="{E453C063-848E-4638-AA66-C89D4E45A948}"/>
          </ac:spMkLst>
        </pc:spChg>
        <pc:spChg chg="add mod">
          <ac:chgData name="Teuku Raja Irfan Radarma" userId="cf428174-95ba-4576-8554-3a3b8ffa52b7" providerId="ADAL" clId="{83E20BB8-4A7C-498C-AB58-C17563E956FB}" dt="2026-07-05T16:41:42.298" v="1251" actId="1076"/>
          <ac:spMkLst>
            <pc:docMk/>
            <pc:sldMk cId="1710240183" sldId="435"/>
            <ac:spMk id="21" creationId="{83B5D5CE-B546-4C07-B714-092863D837F1}"/>
          </ac:spMkLst>
        </pc:spChg>
        <pc:spChg chg="add mod">
          <ac:chgData name="Teuku Raja Irfan Radarma" userId="cf428174-95ba-4576-8554-3a3b8ffa52b7" providerId="ADAL" clId="{83E20BB8-4A7C-498C-AB58-C17563E956FB}" dt="2026-07-05T16:42:23.129" v="1262" actId="404"/>
          <ac:spMkLst>
            <pc:docMk/>
            <pc:sldMk cId="1710240183" sldId="435"/>
            <ac:spMk id="22" creationId="{F413F654-54D8-4B38-A9DB-320048039C0D}"/>
          </ac:spMkLst>
        </pc:spChg>
        <pc:spChg chg="add mod">
          <ac:chgData name="Teuku Raja Irfan Radarma" userId="cf428174-95ba-4576-8554-3a3b8ffa52b7" providerId="ADAL" clId="{83E20BB8-4A7C-498C-AB58-C17563E956FB}" dt="2026-07-05T16:41:58.565" v="1254" actId="1076"/>
          <ac:spMkLst>
            <pc:docMk/>
            <pc:sldMk cId="1710240183" sldId="435"/>
            <ac:spMk id="23" creationId="{9ABD1111-E22C-4D4F-A92F-E77B75878DED}"/>
          </ac:spMkLst>
        </pc:spChg>
        <pc:spChg chg="add mod">
          <ac:chgData name="Teuku Raja Irfan Radarma" userId="cf428174-95ba-4576-8554-3a3b8ffa52b7" providerId="ADAL" clId="{83E20BB8-4A7C-498C-AB58-C17563E956FB}" dt="2026-07-05T16:42:23.129" v="1262" actId="404"/>
          <ac:spMkLst>
            <pc:docMk/>
            <pc:sldMk cId="1710240183" sldId="435"/>
            <ac:spMk id="24" creationId="{7F0A3BAF-EEBA-47DD-975E-1AC9BB0E4737}"/>
          </ac:spMkLst>
        </pc:spChg>
        <pc:spChg chg="add mod">
          <ac:chgData name="Teuku Raja Irfan Radarma" userId="cf428174-95ba-4576-8554-3a3b8ffa52b7" providerId="ADAL" clId="{83E20BB8-4A7C-498C-AB58-C17563E956FB}" dt="2026-07-05T16:42:03.795" v="1255" actId="1076"/>
          <ac:spMkLst>
            <pc:docMk/>
            <pc:sldMk cId="1710240183" sldId="435"/>
            <ac:spMk id="25" creationId="{71887681-D9AE-4021-89B2-D44649FF5B1A}"/>
          </ac:spMkLst>
        </pc:spChg>
        <pc:spChg chg="add mod">
          <ac:chgData name="Teuku Raja Irfan Radarma" userId="cf428174-95ba-4576-8554-3a3b8ffa52b7" providerId="ADAL" clId="{83E20BB8-4A7C-498C-AB58-C17563E956FB}" dt="2026-07-05T16:42:23.129" v="1262" actId="404"/>
          <ac:spMkLst>
            <pc:docMk/>
            <pc:sldMk cId="1710240183" sldId="435"/>
            <ac:spMk id="26" creationId="{08900CAA-BB58-453C-AE41-AD13365310ED}"/>
          </ac:spMkLst>
        </pc:spChg>
        <pc:spChg chg="add mod">
          <ac:chgData name="Teuku Raja Irfan Radarma" userId="cf428174-95ba-4576-8554-3a3b8ffa52b7" providerId="ADAL" clId="{83E20BB8-4A7C-498C-AB58-C17563E956FB}" dt="2026-07-05T16:42:08.290" v="1256" actId="1076"/>
          <ac:spMkLst>
            <pc:docMk/>
            <pc:sldMk cId="1710240183" sldId="435"/>
            <ac:spMk id="27" creationId="{4ED0278D-A9B8-4FB3-919C-5CDE93731907}"/>
          </ac:spMkLst>
        </pc:spChg>
        <pc:spChg chg="add mod">
          <ac:chgData name="Teuku Raja Irfan Radarma" userId="cf428174-95ba-4576-8554-3a3b8ffa52b7" providerId="ADAL" clId="{83E20BB8-4A7C-498C-AB58-C17563E956FB}" dt="2026-07-05T16:42:23.129" v="1262" actId="404"/>
          <ac:spMkLst>
            <pc:docMk/>
            <pc:sldMk cId="1710240183" sldId="435"/>
            <ac:spMk id="28" creationId="{FA78C646-5327-4415-AA71-0E962810175C}"/>
          </ac:spMkLst>
        </pc:spChg>
        <pc:spChg chg="add mod">
          <ac:chgData name="Teuku Raja Irfan Radarma" userId="cf428174-95ba-4576-8554-3a3b8ffa52b7" providerId="ADAL" clId="{83E20BB8-4A7C-498C-AB58-C17563E956FB}" dt="2026-07-05T16:42:13.034" v="1257" actId="1076"/>
          <ac:spMkLst>
            <pc:docMk/>
            <pc:sldMk cId="1710240183" sldId="435"/>
            <ac:spMk id="29" creationId="{BB6E4153-5FB4-4B34-8043-5C62812DC0EA}"/>
          </ac:spMkLst>
        </pc:spChg>
        <pc:spChg chg="add mod">
          <ac:chgData name="Teuku Raja Irfan Radarma" userId="cf428174-95ba-4576-8554-3a3b8ffa52b7" providerId="ADAL" clId="{83E20BB8-4A7C-498C-AB58-C17563E956FB}" dt="2026-07-05T16:42:23.129" v="1262" actId="404"/>
          <ac:spMkLst>
            <pc:docMk/>
            <pc:sldMk cId="1710240183" sldId="435"/>
            <ac:spMk id="30" creationId="{914EA90F-137C-4ED8-9B88-0EF44A75328D}"/>
          </ac:spMkLst>
        </pc:spChg>
        <pc:spChg chg="add mod">
          <ac:chgData name="Teuku Raja Irfan Radarma" userId="cf428174-95ba-4576-8554-3a3b8ffa52b7" providerId="ADAL" clId="{83E20BB8-4A7C-498C-AB58-C17563E956FB}" dt="2026-07-05T16:42:18.477" v="1258" actId="1076"/>
          <ac:spMkLst>
            <pc:docMk/>
            <pc:sldMk cId="1710240183" sldId="435"/>
            <ac:spMk id="31" creationId="{95B0C5C3-3E2D-4F46-94AF-D5F01CA6C5DB}"/>
          </ac:spMkLst>
        </pc:spChg>
        <pc:spChg chg="add mod">
          <ac:chgData name="Teuku Raja Irfan Radarma" userId="cf428174-95ba-4576-8554-3a3b8ffa52b7" providerId="ADAL" clId="{83E20BB8-4A7C-498C-AB58-C17563E956FB}" dt="2026-07-05T16:42:23.129" v="1262" actId="404"/>
          <ac:spMkLst>
            <pc:docMk/>
            <pc:sldMk cId="1710240183" sldId="435"/>
            <ac:spMk id="32" creationId="{F71C3BEB-4BED-462B-B38E-520FC4952A90}"/>
          </ac:spMkLst>
        </pc:spChg>
      </pc:sldChg>
      <pc:sldChg chg="addSp delSp modSp new mod">
        <pc:chgData name="Teuku Raja Irfan Radarma" userId="cf428174-95ba-4576-8554-3a3b8ffa52b7" providerId="ADAL" clId="{83E20BB8-4A7C-498C-AB58-C17563E956FB}" dt="2026-07-05T16:43:59.948" v="1292" actId="1076"/>
        <pc:sldMkLst>
          <pc:docMk/>
          <pc:sldMk cId="4232655685" sldId="436"/>
        </pc:sldMkLst>
        <pc:spChg chg="mod">
          <ac:chgData name="Teuku Raja Irfan Radarma" userId="cf428174-95ba-4576-8554-3a3b8ffa52b7" providerId="ADAL" clId="{83E20BB8-4A7C-498C-AB58-C17563E956FB}" dt="2026-07-05T16:43:13.755" v="1274" actId="1076"/>
          <ac:spMkLst>
            <pc:docMk/>
            <pc:sldMk cId="4232655685" sldId="436"/>
            <ac:spMk id="2" creationId="{837D7A65-33C1-4217-8823-F9EB538E1F72}"/>
          </ac:spMkLst>
        </pc:spChg>
        <pc:spChg chg="del">
          <ac:chgData name="Teuku Raja Irfan Radarma" userId="cf428174-95ba-4576-8554-3a3b8ffa52b7" providerId="ADAL" clId="{83E20BB8-4A7C-498C-AB58-C17563E956FB}" dt="2026-07-05T16:42:56.943" v="1264"/>
          <ac:spMkLst>
            <pc:docMk/>
            <pc:sldMk cId="4232655685" sldId="436"/>
            <ac:spMk id="3" creationId="{FC6A3847-25BE-4EFB-B33A-51004022FBAB}"/>
          </ac:spMkLst>
        </pc:spChg>
        <pc:spChg chg="add del mod">
          <ac:chgData name="Teuku Raja Irfan Radarma" userId="cf428174-95ba-4576-8554-3a3b8ffa52b7" providerId="ADAL" clId="{83E20BB8-4A7C-498C-AB58-C17563E956FB}" dt="2026-07-05T16:43:17.389" v="1276"/>
          <ac:spMkLst>
            <pc:docMk/>
            <pc:sldMk cId="4232655685" sldId="436"/>
            <ac:spMk id="6" creationId="{4502B876-E958-438D-836C-AEBE3E54F620}"/>
          </ac:spMkLst>
        </pc:spChg>
        <pc:spChg chg="add del mod">
          <ac:chgData name="Teuku Raja Irfan Radarma" userId="cf428174-95ba-4576-8554-3a3b8ffa52b7" providerId="ADAL" clId="{83E20BB8-4A7C-498C-AB58-C17563E956FB}" dt="2026-07-05T16:43:34.190" v="1280" actId="478"/>
          <ac:spMkLst>
            <pc:docMk/>
            <pc:sldMk cId="4232655685" sldId="436"/>
            <ac:spMk id="7" creationId="{60547726-9826-46FE-95BF-266A41B182D2}"/>
          </ac:spMkLst>
        </pc:spChg>
        <pc:spChg chg="add del mod">
          <ac:chgData name="Teuku Raja Irfan Radarma" userId="cf428174-95ba-4576-8554-3a3b8ffa52b7" providerId="ADAL" clId="{83E20BB8-4A7C-498C-AB58-C17563E956FB}" dt="2026-07-05T16:43:34.190" v="1280" actId="478"/>
          <ac:spMkLst>
            <pc:docMk/>
            <pc:sldMk cId="4232655685" sldId="436"/>
            <ac:spMk id="8" creationId="{69CF5DB1-5D77-4139-BBF5-3A66FF40E508}"/>
          </ac:spMkLst>
        </pc:spChg>
        <pc:spChg chg="add del mod">
          <ac:chgData name="Teuku Raja Irfan Radarma" userId="cf428174-95ba-4576-8554-3a3b8ffa52b7" providerId="ADAL" clId="{83E20BB8-4A7C-498C-AB58-C17563E956FB}" dt="2026-07-05T16:43:34.190" v="1280" actId="478"/>
          <ac:spMkLst>
            <pc:docMk/>
            <pc:sldMk cId="4232655685" sldId="436"/>
            <ac:spMk id="9" creationId="{56A7D64A-561F-40BE-9A28-04CA1640F01C}"/>
          </ac:spMkLst>
        </pc:spChg>
        <pc:spChg chg="add del mod">
          <ac:chgData name="Teuku Raja Irfan Radarma" userId="cf428174-95ba-4576-8554-3a3b8ffa52b7" providerId="ADAL" clId="{83E20BB8-4A7C-498C-AB58-C17563E956FB}" dt="2026-07-05T16:43:34.190" v="1280" actId="478"/>
          <ac:spMkLst>
            <pc:docMk/>
            <pc:sldMk cId="4232655685" sldId="436"/>
            <ac:spMk id="10" creationId="{56BA70B9-FD11-4DF4-BB48-3D6648EA90ED}"/>
          </ac:spMkLst>
        </pc:spChg>
        <pc:spChg chg="add del mod">
          <ac:chgData name="Teuku Raja Irfan Radarma" userId="cf428174-95ba-4576-8554-3a3b8ffa52b7" providerId="ADAL" clId="{83E20BB8-4A7C-498C-AB58-C17563E956FB}" dt="2026-07-05T16:43:34.190" v="1280" actId="478"/>
          <ac:spMkLst>
            <pc:docMk/>
            <pc:sldMk cId="4232655685" sldId="436"/>
            <ac:spMk id="11" creationId="{84681BB6-2F47-480C-A16A-4CF06F41B0F8}"/>
          </ac:spMkLst>
        </pc:spChg>
        <pc:spChg chg="add del mod">
          <ac:chgData name="Teuku Raja Irfan Radarma" userId="cf428174-95ba-4576-8554-3a3b8ffa52b7" providerId="ADAL" clId="{83E20BB8-4A7C-498C-AB58-C17563E956FB}" dt="2026-07-05T16:43:34.190" v="1280" actId="478"/>
          <ac:spMkLst>
            <pc:docMk/>
            <pc:sldMk cId="4232655685" sldId="436"/>
            <ac:spMk id="12" creationId="{2F447BA4-2F84-47DD-A6B8-87460E3C504F}"/>
          </ac:spMkLst>
        </pc:spChg>
        <pc:spChg chg="add del mod">
          <ac:chgData name="Teuku Raja Irfan Radarma" userId="cf428174-95ba-4576-8554-3a3b8ffa52b7" providerId="ADAL" clId="{83E20BB8-4A7C-498C-AB58-C17563E956FB}" dt="2026-07-05T16:43:34.190" v="1280" actId="478"/>
          <ac:spMkLst>
            <pc:docMk/>
            <pc:sldMk cId="4232655685" sldId="436"/>
            <ac:spMk id="13" creationId="{E7D2726E-0519-4187-B6FD-CD8A614A8B3B}"/>
          </ac:spMkLst>
        </pc:spChg>
        <pc:spChg chg="add del mod">
          <ac:chgData name="Teuku Raja Irfan Radarma" userId="cf428174-95ba-4576-8554-3a3b8ffa52b7" providerId="ADAL" clId="{83E20BB8-4A7C-498C-AB58-C17563E956FB}" dt="2026-07-05T16:43:34.190" v="1280" actId="478"/>
          <ac:spMkLst>
            <pc:docMk/>
            <pc:sldMk cId="4232655685" sldId="436"/>
            <ac:spMk id="14" creationId="{3E467CAA-E991-49E4-88AA-7EFDCB45BCCE}"/>
          </ac:spMkLst>
        </pc:spChg>
        <pc:spChg chg="add del mod">
          <ac:chgData name="Teuku Raja Irfan Radarma" userId="cf428174-95ba-4576-8554-3a3b8ffa52b7" providerId="ADAL" clId="{83E20BB8-4A7C-498C-AB58-C17563E956FB}" dt="2026-07-05T16:43:34.190" v="1280" actId="478"/>
          <ac:spMkLst>
            <pc:docMk/>
            <pc:sldMk cId="4232655685" sldId="436"/>
            <ac:spMk id="15" creationId="{6C14D672-FCE0-4A28-A8C4-BA6FD7DA6158}"/>
          </ac:spMkLst>
        </pc:spChg>
        <pc:spChg chg="add del mod">
          <ac:chgData name="Teuku Raja Irfan Radarma" userId="cf428174-95ba-4576-8554-3a3b8ffa52b7" providerId="ADAL" clId="{83E20BB8-4A7C-498C-AB58-C17563E956FB}" dt="2026-07-05T16:43:34.190" v="1280" actId="478"/>
          <ac:spMkLst>
            <pc:docMk/>
            <pc:sldMk cId="4232655685" sldId="436"/>
            <ac:spMk id="16" creationId="{3D1BFD5C-9AD0-40D6-8634-CC984B3EDF39}"/>
          </ac:spMkLst>
        </pc:spChg>
        <pc:spChg chg="add del mod">
          <ac:chgData name="Teuku Raja Irfan Radarma" userId="cf428174-95ba-4576-8554-3a3b8ffa52b7" providerId="ADAL" clId="{83E20BB8-4A7C-498C-AB58-C17563E956FB}" dt="2026-07-05T16:43:34.190" v="1280" actId="478"/>
          <ac:spMkLst>
            <pc:docMk/>
            <pc:sldMk cId="4232655685" sldId="436"/>
            <ac:spMk id="17" creationId="{729EA250-350A-466A-BF0B-92068EE34D70}"/>
          </ac:spMkLst>
        </pc:spChg>
        <pc:spChg chg="add del mod">
          <ac:chgData name="Teuku Raja Irfan Radarma" userId="cf428174-95ba-4576-8554-3a3b8ffa52b7" providerId="ADAL" clId="{83E20BB8-4A7C-498C-AB58-C17563E956FB}" dt="2026-07-05T16:43:34.190" v="1280" actId="478"/>
          <ac:spMkLst>
            <pc:docMk/>
            <pc:sldMk cId="4232655685" sldId="436"/>
            <ac:spMk id="18" creationId="{DE99D3D9-FD7A-4EF3-ABD5-2CCB25E6A1A0}"/>
          </ac:spMkLst>
        </pc:spChg>
        <pc:spChg chg="add del mod">
          <ac:chgData name="Teuku Raja Irfan Radarma" userId="cf428174-95ba-4576-8554-3a3b8ffa52b7" providerId="ADAL" clId="{83E20BB8-4A7C-498C-AB58-C17563E956FB}" dt="2026-07-05T16:43:34.190" v="1280" actId="478"/>
          <ac:spMkLst>
            <pc:docMk/>
            <pc:sldMk cId="4232655685" sldId="436"/>
            <ac:spMk id="19" creationId="{E6390EF3-0CCE-4209-BA7B-8535EBCEBC9C}"/>
          </ac:spMkLst>
        </pc:spChg>
        <pc:spChg chg="add del mod">
          <ac:chgData name="Teuku Raja Irfan Radarma" userId="cf428174-95ba-4576-8554-3a3b8ffa52b7" providerId="ADAL" clId="{83E20BB8-4A7C-498C-AB58-C17563E956FB}" dt="2026-07-05T16:43:34.190" v="1280" actId="478"/>
          <ac:spMkLst>
            <pc:docMk/>
            <pc:sldMk cId="4232655685" sldId="436"/>
            <ac:spMk id="20" creationId="{6CF17591-CBD3-4938-A8E5-7EBCD5AE9B0B}"/>
          </ac:spMkLst>
        </pc:spChg>
        <pc:spChg chg="add del mod">
          <ac:chgData name="Teuku Raja Irfan Radarma" userId="cf428174-95ba-4576-8554-3a3b8ffa52b7" providerId="ADAL" clId="{83E20BB8-4A7C-498C-AB58-C17563E956FB}" dt="2026-07-05T16:43:34.190" v="1280" actId="478"/>
          <ac:spMkLst>
            <pc:docMk/>
            <pc:sldMk cId="4232655685" sldId="436"/>
            <ac:spMk id="21" creationId="{5531308E-6BBD-4AF2-BD99-CE476532E763}"/>
          </ac:spMkLst>
        </pc:spChg>
        <pc:spChg chg="add del mod">
          <ac:chgData name="Teuku Raja Irfan Radarma" userId="cf428174-95ba-4576-8554-3a3b8ffa52b7" providerId="ADAL" clId="{83E20BB8-4A7C-498C-AB58-C17563E956FB}" dt="2026-07-05T16:43:34.190" v="1280" actId="478"/>
          <ac:spMkLst>
            <pc:docMk/>
            <pc:sldMk cId="4232655685" sldId="436"/>
            <ac:spMk id="22" creationId="{DBC5CC89-B023-4F6C-A380-639E40C76E9B}"/>
          </ac:spMkLst>
        </pc:spChg>
        <pc:spChg chg="add del mod">
          <ac:chgData name="Teuku Raja Irfan Radarma" userId="cf428174-95ba-4576-8554-3a3b8ffa52b7" providerId="ADAL" clId="{83E20BB8-4A7C-498C-AB58-C17563E956FB}" dt="2026-07-05T16:43:34.190" v="1280" actId="478"/>
          <ac:spMkLst>
            <pc:docMk/>
            <pc:sldMk cId="4232655685" sldId="436"/>
            <ac:spMk id="23" creationId="{75C7235A-C9C1-4F91-9F8B-1B38230F7E6F}"/>
          </ac:spMkLst>
        </pc:spChg>
        <pc:spChg chg="add del mod">
          <ac:chgData name="Teuku Raja Irfan Radarma" userId="cf428174-95ba-4576-8554-3a3b8ffa52b7" providerId="ADAL" clId="{83E20BB8-4A7C-498C-AB58-C17563E956FB}" dt="2026-07-05T16:43:34.190" v="1280" actId="478"/>
          <ac:spMkLst>
            <pc:docMk/>
            <pc:sldMk cId="4232655685" sldId="436"/>
            <ac:spMk id="24" creationId="{C9FC78E6-837B-4D34-8790-6710719D7DC7}"/>
          </ac:spMkLst>
        </pc:spChg>
        <pc:spChg chg="add del mod">
          <ac:chgData name="Teuku Raja Irfan Radarma" userId="cf428174-95ba-4576-8554-3a3b8ffa52b7" providerId="ADAL" clId="{83E20BB8-4A7C-498C-AB58-C17563E956FB}" dt="2026-07-05T16:43:34.190" v="1280" actId="478"/>
          <ac:spMkLst>
            <pc:docMk/>
            <pc:sldMk cId="4232655685" sldId="436"/>
            <ac:spMk id="25" creationId="{D81FD4BB-126A-4817-9CB4-77C279DFEDA1}"/>
          </ac:spMkLst>
        </pc:spChg>
        <pc:spChg chg="add del mod">
          <ac:chgData name="Teuku Raja Irfan Radarma" userId="cf428174-95ba-4576-8554-3a3b8ffa52b7" providerId="ADAL" clId="{83E20BB8-4A7C-498C-AB58-C17563E956FB}" dt="2026-07-05T16:43:34.190" v="1280" actId="478"/>
          <ac:spMkLst>
            <pc:docMk/>
            <pc:sldMk cId="4232655685" sldId="436"/>
            <ac:spMk id="26" creationId="{6F093617-31AC-4665-A983-6FCCFFED40EC}"/>
          </ac:spMkLst>
        </pc:spChg>
        <pc:spChg chg="add del mod">
          <ac:chgData name="Teuku Raja Irfan Radarma" userId="cf428174-95ba-4576-8554-3a3b8ffa52b7" providerId="ADAL" clId="{83E20BB8-4A7C-498C-AB58-C17563E956FB}" dt="2026-07-05T16:43:34.190" v="1280" actId="478"/>
          <ac:spMkLst>
            <pc:docMk/>
            <pc:sldMk cId="4232655685" sldId="436"/>
            <ac:spMk id="27" creationId="{FEE8A71F-4726-486A-A4A0-5FC5C51AEAB3}"/>
          </ac:spMkLst>
        </pc:spChg>
        <pc:spChg chg="add del mod">
          <ac:chgData name="Teuku Raja Irfan Radarma" userId="cf428174-95ba-4576-8554-3a3b8ffa52b7" providerId="ADAL" clId="{83E20BB8-4A7C-498C-AB58-C17563E956FB}" dt="2026-07-05T16:43:34.190" v="1280" actId="478"/>
          <ac:spMkLst>
            <pc:docMk/>
            <pc:sldMk cId="4232655685" sldId="436"/>
            <ac:spMk id="28" creationId="{BA8C389D-EE4F-4619-B343-3688D69FAD86}"/>
          </ac:spMkLst>
        </pc:spChg>
        <pc:spChg chg="add del mod">
          <ac:chgData name="Teuku Raja Irfan Radarma" userId="cf428174-95ba-4576-8554-3a3b8ffa52b7" providerId="ADAL" clId="{83E20BB8-4A7C-498C-AB58-C17563E956FB}" dt="2026-07-05T16:43:34.190" v="1280" actId="478"/>
          <ac:spMkLst>
            <pc:docMk/>
            <pc:sldMk cId="4232655685" sldId="436"/>
            <ac:spMk id="29" creationId="{8483957B-C97A-4385-80CC-4DF8EE931CBE}"/>
          </ac:spMkLst>
        </pc:spChg>
        <pc:spChg chg="add del mod">
          <ac:chgData name="Teuku Raja Irfan Radarma" userId="cf428174-95ba-4576-8554-3a3b8ffa52b7" providerId="ADAL" clId="{83E20BB8-4A7C-498C-AB58-C17563E956FB}" dt="2026-07-05T16:43:34.190" v="1280" actId="478"/>
          <ac:spMkLst>
            <pc:docMk/>
            <pc:sldMk cId="4232655685" sldId="436"/>
            <ac:spMk id="30" creationId="{F5E409F2-AC9C-4D1F-8FDB-7435B7D4B858}"/>
          </ac:spMkLst>
        </pc:spChg>
        <pc:spChg chg="add mod">
          <ac:chgData name="Teuku Raja Irfan Radarma" userId="cf428174-95ba-4576-8554-3a3b8ffa52b7" providerId="ADAL" clId="{83E20BB8-4A7C-498C-AB58-C17563E956FB}" dt="2026-07-05T16:43:59.948" v="1292" actId="1076"/>
          <ac:spMkLst>
            <pc:docMk/>
            <pc:sldMk cId="4232655685" sldId="436"/>
            <ac:spMk id="32" creationId="{9C593A45-FCBB-4401-B210-F87DA21E823D}"/>
          </ac:spMkLst>
        </pc:spChg>
        <pc:picChg chg="add mod">
          <ac:chgData name="Teuku Raja Irfan Radarma" userId="cf428174-95ba-4576-8554-3a3b8ffa52b7" providerId="ADAL" clId="{83E20BB8-4A7C-498C-AB58-C17563E956FB}" dt="2026-07-05T16:43:42.717" v="1285" actId="1076"/>
          <ac:picMkLst>
            <pc:docMk/>
            <pc:sldMk cId="4232655685" sldId="436"/>
            <ac:picMk id="5" creationId="{6583558A-D4D1-5355-0AC2-1E4F851A5801}"/>
          </ac:picMkLst>
        </pc:picChg>
      </pc:sldChg>
      <pc:sldChg chg="add setBg">
        <pc:chgData name="Teuku Raja Irfan Radarma" userId="cf428174-95ba-4576-8554-3a3b8ffa52b7" providerId="ADAL" clId="{83E20BB8-4A7C-498C-AB58-C17563E956FB}" dt="2026-07-05T16:44:12.478" v="1293"/>
        <pc:sldMkLst>
          <pc:docMk/>
          <pc:sldMk cId="0" sldId="437"/>
        </pc:sldMkLst>
      </pc:sldChg>
      <pc:sldChg chg="modSp add mod setBg">
        <pc:chgData name="Teuku Raja Irfan Radarma" userId="cf428174-95ba-4576-8554-3a3b8ffa52b7" providerId="ADAL" clId="{83E20BB8-4A7C-498C-AB58-C17563E956FB}" dt="2026-07-05T16:44:42.170" v="1296" actId="14100"/>
        <pc:sldMkLst>
          <pc:docMk/>
          <pc:sldMk cId="0" sldId="438"/>
        </pc:sldMkLst>
        <pc:spChg chg="mod">
          <ac:chgData name="Teuku Raja Irfan Radarma" userId="cf428174-95ba-4576-8554-3a3b8ffa52b7" providerId="ADAL" clId="{83E20BB8-4A7C-498C-AB58-C17563E956FB}" dt="2026-07-05T16:44:42.170" v="1296" actId="14100"/>
          <ac:spMkLst>
            <pc:docMk/>
            <pc:sldMk cId="0" sldId="438"/>
            <ac:spMk id="8" creationId="{00000000-0000-0000-0000-000000000000}"/>
          </ac:spMkLst>
        </pc:spChg>
        <pc:spChg chg="mod">
          <ac:chgData name="Teuku Raja Irfan Radarma" userId="cf428174-95ba-4576-8554-3a3b8ffa52b7" providerId="ADAL" clId="{83E20BB8-4A7C-498C-AB58-C17563E956FB}" dt="2026-07-05T16:44:42.170" v="1296" actId="14100"/>
          <ac:spMkLst>
            <pc:docMk/>
            <pc:sldMk cId="0" sldId="438"/>
            <ac:spMk id="16" creationId="{00000000-0000-0000-0000-000000000000}"/>
          </ac:spMkLst>
        </pc:spChg>
        <pc:spChg chg="mod">
          <ac:chgData name="Teuku Raja Irfan Radarma" userId="cf428174-95ba-4576-8554-3a3b8ffa52b7" providerId="ADAL" clId="{83E20BB8-4A7C-498C-AB58-C17563E956FB}" dt="2026-07-05T16:44:36.417" v="1294" actId="14100"/>
          <ac:spMkLst>
            <pc:docMk/>
            <pc:sldMk cId="0" sldId="438"/>
            <ac:spMk id="28" creationId="{00000000-0000-0000-0000-000000000000}"/>
          </ac:spMkLst>
        </pc:spChg>
        <pc:spChg chg="mod">
          <ac:chgData name="Teuku Raja Irfan Radarma" userId="cf428174-95ba-4576-8554-3a3b8ffa52b7" providerId="ADAL" clId="{83E20BB8-4A7C-498C-AB58-C17563E956FB}" dt="2026-07-05T16:44:39.423" v="1295" actId="14100"/>
          <ac:spMkLst>
            <pc:docMk/>
            <pc:sldMk cId="0" sldId="438"/>
            <ac:spMk id="31" creationId="{00000000-0000-0000-0000-000000000000}"/>
          </ac:spMkLst>
        </pc:spChg>
      </pc:sldChg>
      <pc:sldChg chg="modSp add mod setBg">
        <pc:chgData name="Teuku Raja Irfan Radarma" userId="cf428174-95ba-4576-8554-3a3b8ffa52b7" providerId="ADAL" clId="{83E20BB8-4A7C-498C-AB58-C17563E956FB}" dt="2026-07-05T16:44:51.835" v="1299" actId="14100"/>
        <pc:sldMkLst>
          <pc:docMk/>
          <pc:sldMk cId="0" sldId="439"/>
        </pc:sldMkLst>
        <pc:spChg chg="mod">
          <ac:chgData name="Teuku Raja Irfan Radarma" userId="cf428174-95ba-4576-8554-3a3b8ffa52b7" providerId="ADAL" clId="{83E20BB8-4A7C-498C-AB58-C17563E956FB}" dt="2026-07-05T16:44:51.835" v="1299" actId="14100"/>
          <ac:spMkLst>
            <pc:docMk/>
            <pc:sldMk cId="0" sldId="439"/>
            <ac:spMk id="8" creationId="{00000000-0000-0000-0000-000000000000}"/>
          </ac:spMkLst>
        </pc:spChg>
        <pc:spChg chg="mod">
          <ac:chgData name="Teuku Raja Irfan Radarma" userId="cf428174-95ba-4576-8554-3a3b8ffa52b7" providerId="ADAL" clId="{83E20BB8-4A7C-498C-AB58-C17563E956FB}" dt="2026-07-05T16:44:51.835" v="1299" actId="14100"/>
          <ac:spMkLst>
            <pc:docMk/>
            <pc:sldMk cId="0" sldId="439"/>
            <ac:spMk id="16" creationId="{00000000-0000-0000-0000-000000000000}"/>
          </ac:spMkLst>
        </pc:spChg>
        <pc:spChg chg="mod">
          <ac:chgData name="Teuku Raja Irfan Radarma" userId="cf428174-95ba-4576-8554-3a3b8ffa52b7" providerId="ADAL" clId="{83E20BB8-4A7C-498C-AB58-C17563E956FB}" dt="2026-07-05T16:44:46.693" v="1297" actId="14100"/>
          <ac:spMkLst>
            <pc:docMk/>
            <pc:sldMk cId="0" sldId="439"/>
            <ac:spMk id="28" creationId="{00000000-0000-0000-0000-000000000000}"/>
          </ac:spMkLst>
        </pc:spChg>
        <pc:spChg chg="mod">
          <ac:chgData name="Teuku Raja Irfan Radarma" userId="cf428174-95ba-4576-8554-3a3b8ffa52b7" providerId="ADAL" clId="{83E20BB8-4A7C-498C-AB58-C17563E956FB}" dt="2026-07-05T16:44:49.287" v="1298" actId="14100"/>
          <ac:spMkLst>
            <pc:docMk/>
            <pc:sldMk cId="0" sldId="439"/>
            <ac:spMk id="31" creationId="{00000000-0000-0000-0000-000000000000}"/>
          </ac:spMkLst>
        </pc:spChg>
      </pc:sldChg>
      <pc:sldChg chg="modSp add mod setBg">
        <pc:chgData name="Teuku Raja Irfan Radarma" userId="cf428174-95ba-4576-8554-3a3b8ffa52b7" providerId="ADAL" clId="{83E20BB8-4A7C-498C-AB58-C17563E956FB}" dt="2026-07-05T16:45:11.284" v="1304" actId="14100"/>
        <pc:sldMkLst>
          <pc:docMk/>
          <pc:sldMk cId="0" sldId="440"/>
        </pc:sldMkLst>
        <pc:spChg chg="mod">
          <ac:chgData name="Teuku Raja Irfan Radarma" userId="cf428174-95ba-4576-8554-3a3b8ffa52b7" providerId="ADAL" clId="{83E20BB8-4A7C-498C-AB58-C17563E956FB}" dt="2026-07-05T16:45:11.284" v="1304" actId="14100"/>
          <ac:spMkLst>
            <pc:docMk/>
            <pc:sldMk cId="0" sldId="440"/>
            <ac:spMk id="8" creationId="{00000000-0000-0000-0000-000000000000}"/>
          </ac:spMkLst>
        </pc:spChg>
        <pc:spChg chg="mod">
          <ac:chgData name="Teuku Raja Irfan Radarma" userId="cf428174-95ba-4576-8554-3a3b8ffa52b7" providerId="ADAL" clId="{83E20BB8-4A7C-498C-AB58-C17563E956FB}" dt="2026-07-05T16:45:11.284" v="1304" actId="14100"/>
          <ac:spMkLst>
            <pc:docMk/>
            <pc:sldMk cId="0" sldId="440"/>
            <ac:spMk id="16" creationId="{00000000-0000-0000-0000-000000000000}"/>
          </ac:spMkLst>
        </pc:spChg>
        <pc:spChg chg="mod">
          <ac:chgData name="Teuku Raja Irfan Radarma" userId="cf428174-95ba-4576-8554-3a3b8ffa52b7" providerId="ADAL" clId="{83E20BB8-4A7C-498C-AB58-C17563E956FB}" dt="2026-07-05T16:45:07.246" v="1302" actId="14100"/>
          <ac:spMkLst>
            <pc:docMk/>
            <pc:sldMk cId="0" sldId="440"/>
            <ac:spMk id="28" creationId="{00000000-0000-0000-0000-000000000000}"/>
          </ac:spMkLst>
        </pc:spChg>
        <pc:spChg chg="mod">
          <ac:chgData name="Teuku Raja Irfan Radarma" userId="cf428174-95ba-4576-8554-3a3b8ffa52b7" providerId="ADAL" clId="{83E20BB8-4A7C-498C-AB58-C17563E956FB}" dt="2026-07-05T16:45:08.676" v="1303" actId="14100"/>
          <ac:spMkLst>
            <pc:docMk/>
            <pc:sldMk cId="0" sldId="440"/>
            <ac:spMk id="31" creationId="{00000000-0000-0000-0000-000000000000}"/>
          </ac:spMkLst>
        </pc:spChg>
      </pc:sldChg>
      <pc:sldChg chg="modSp add mod setBg">
        <pc:chgData name="Teuku Raja Irfan Radarma" userId="cf428174-95ba-4576-8554-3a3b8ffa52b7" providerId="ADAL" clId="{83E20BB8-4A7C-498C-AB58-C17563E956FB}" dt="2026-07-05T16:45:26.021" v="1308" actId="14100"/>
        <pc:sldMkLst>
          <pc:docMk/>
          <pc:sldMk cId="0" sldId="441"/>
        </pc:sldMkLst>
        <pc:spChg chg="mod">
          <ac:chgData name="Teuku Raja Irfan Radarma" userId="cf428174-95ba-4576-8554-3a3b8ffa52b7" providerId="ADAL" clId="{83E20BB8-4A7C-498C-AB58-C17563E956FB}" dt="2026-07-05T16:45:26.021" v="1308" actId="14100"/>
          <ac:spMkLst>
            <pc:docMk/>
            <pc:sldMk cId="0" sldId="441"/>
            <ac:spMk id="8" creationId="{00000000-0000-0000-0000-000000000000}"/>
          </ac:spMkLst>
        </pc:spChg>
        <pc:spChg chg="mod">
          <ac:chgData name="Teuku Raja Irfan Radarma" userId="cf428174-95ba-4576-8554-3a3b8ffa52b7" providerId="ADAL" clId="{83E20BB8-4A7C-498C-AB58-C17563E956FB}" dt="2026-07-05T16:45:26.021" v="1308" actId="14100"/>
          <ac:spMkLst>
            <pc:docMk/>
            <pc:sldMk cId="0" sldId="441"/>
            <ac:spMk id="16" creationId="{00000000-0000-0000-0000-000000000000}"/>
          </ac:spMkLst>
        </pc:spChg>
        <pc:spChg chg="mod">
          <ac:chgData name="Teuku Raja Irfan Radarma" userId="cf428174-95ba-4576-8554-3a3b8ffa52b7" providerId="ADAL" clId="{83E20BB8-4A7C-498C-AB58-C17563E956FB}" dt="2026-07-05T16:45:22.433" v="1307" actId="14100"/>
          <ac:spMkLst>
            <pc:docMk/>
            <pc:sldMk cId="0" sldId="441"/>
            <ac:spMk id="28" creationId="{00000000-0000-0000-0000-000000000000}"/>
          </ac:spMkLst>
        </pc:spChg>
        <pc:spChg chg="mod">
          <ac:chgData name="Teuku Raja Irfan Radarma" userId="cf428174-95ba-4576-8554-3a3b8ffa52b7" providerId="ADAL" clId="{83E20BB8-4A7C-498C-AB58-C17563E956FB}" dt="2026-07-05T16:45:17.458" v="1306" actId="404"/>
          <ac:spMkLst>
            <pc:docMk/>
            <pc:sldMk cId="0" sldId="441"/>
            <ac:spMk id="31" creationId="{00000000-0000-0000-0000-000000000000}"/>
          </ac:spMkLst>
        </pc:spChg>
      </pc:sldChg>
      <pc:sldChg chg="modSp add mod setBg">
        <pc:chgData name="Teuku Raja Irfan Radarma" userId="cf428174-95ba-4576-8554-3a3b8ffa52b7" providerId="ADAL" clId="{83E20BB8-4A7C-498C-AB58-C17563E956FB}" dt="2026-07-05T16:45:37.295" v="1312" actId="14100"/>
        <pc:sldMkLst>
          <pc:docMk/>
          <pc:sldMk cId="0" sldId="442"/>
        </pc:sldMkLst>
        <pc:spChg chg="mod">
          <ac:chgData name="Teuku Raja Irfan Radarma" userId="cf428174-95ba-4576-8554-3a3b8ffa52b7" providerId="ADAL" clId="{83E20BB8-4A7C-498C-AB58-C17563E956FB}" dt="2026-07-05T16:45:37.295" v="1312" actId="14100"/>
          <ac:spMkLst>
            <pc:docMk/>
            <pc:sldMk cId="0" sldId="442"/>
            <ac:spMk id="8" creationId="{00000000-0000-0000-0000-000000000000}"/>
          </ac:spMkLst>
        </pc:spChg>
        <pc:spChg chg="mod">
          <ac:chgData name="Teuku Raja Irfan Radarma" userId="cf428174-95ba-4576-8554-3a3b8ffa52b7" providerId="ADAL" clId="{83E20BB8-4A7C-498C-AB58-C17563E956FB}" dt="2026-07-05T16:45:37.295" v="1312" actId="14100"/>
          <ac:spMkLst>
            <pc:docMk/>
            <pc:sldMk cId="0" sldId="442"/>
            <ac:spMk id="16" creationId="{00000000-0000-0000-0000-000000000000}"/>
          </ac:spMkLst>
        </pc:spChg>
        <pc:spChg chg="mod">
          <ac:chgData name="Teuku Raja Irfan Radarma" userId="cf428174-95ba-4576-8554-3a3b8ffa52b7" providerId="ADAL" clId="{83E20BB8-4A7C-498C-AB58-C17563E956FB}" dt="2026-07-05T16:45:34.120" v="1311" actId="14100"/>
          <ac:spMkLst>
            <pc:docMk/>
            <pc:sldMk cId="0" sldId="442"/>
            <ac:spMk id="28" creationId="{00000000-0000-0000-0000-000000000000}"/>
          </ac:spMkLst>
        </pc:spChg>
        <pc:spChg chg="mod">
          <ac:chgData name="Teuku Raja Irfan Radarma" userId="cf428174-95ba-4576-8554-3a3b8ffa52b7" providerId="ADAL" clId="{83E20BB8-4A7C-498C-AB58-C17563E956FB}" dt="2026-07-05T16:45:31.950" v="1310" actId="14100"/>
          <ac:spMkLst>
            <pc:docMk/>
            <pc:sldMk cId="0" sldId="442"/>
            <ac:spMk id="31" creationId="{00000000-0000-0000-0000-000000000000}"/>
          </ac:spMkLst>
        </pc:spChg>
      </pc:sldChg>
      <pc:sldChg chg="modSp add mod setBg">
        <pc:chgData name="Teuku Raja Irfan Radarma" userId="cf428174-95ba-4576-8554-3a3b8ffa52b7" providerId="ADAL" clId="{83E20BB8-4A7C-498C-AB58-C17563E956FB}" dt="2026-07-05T16:45:52.388" v="1315" actId="14100"/>
        <pc:sldMkLst>
          <pc:docMk/>
          <pc:sldMk cId="0" sldId="443"/>
        </pc:sldMkLst>
        <pc:spChg chg="mod">
          <ac:chgData name="Teuku Raja Irfan Radarma" userId="cf428174-95ba-4576-8554-3a3b8ffa52b7" providerId="ADAL" clId="{83E20BB8-4A7C-498C-AB58-C17563E956FB}" dt="2026-07-05T16:45:48.727" v="1314" actId="14100"/>
          <ac:spMkLst>
            <pc:docMk/>
            <pc:sldMk cId="0" sldId="443"/>
            <ac:spMk id="8" creationId="{00000000-0000-0000-0000-000000000000}"/>
          </ac:spMkLst>
        </pc:spChg>
        <pc:spChg chg="mod">
          <ac:chgData name="Teuku Raja Irfan Radarma" userId="cf428174-95ba-4576-8554-3a3b8ffa52b7" providerId="ADAL" clId="{83E20BB8-4A7C-498C-AB58-C17563E956FB}" dt="2026-07-05T16:45:48.727" v="1314" actId="14100"/>
          <ac:spMkLst>
            <pc:docMk/>
            <pc:sldMk cId="0" sldId="443"/>
            <ac:spMk id="16" creationId="{00000000-0000-0000-0000-000000000000}"/>
          </ac:spMkLst>
        </pc:spChg>
        <pc:spChg chg="mod">
          <ac:chgData name="Teuku Raja Irfan Radarma" userId="cf428174-95ba-4576-8554-3a3b8ffa52b7" providerId="ADAL" clId="{83E20BB8-4A7C-498C-AB58-C17563E956FB}" dt="2026-07-05T16:45:52.388" v="1315" actId="14100"/>
          <ac:spMkLst>
            <pc:docMk/>
            <pc:sldMk cId="0" sldId="443"/>
            <ac:spMk id="28" creationId="{00000000-0000-0000-0000-000000000000}"/>
          </ac:spMkLst>
        </pc:spChg>
        <pc:spChg chg="mod">
          <ac:chgData name="Teuku Raja Irfan Radarma" userId="cf428174-95ba-4576-8554-3a3b8ffa52b7" providerId="ADAL" clId="{83E20BB8-4A7C-498C-AB58-C17563E956FB}" dt="2026-07-05T16:45:43.185" v="1313" actId="14100"/>
          <ac:spMkLst>
            <pc:docMk/>
            <pc:sldMk cId="0" sldId="443"/>
            <ac:spMk id="31" creationId="{00000000-0000-0000-0000-000000000000}"/>
          </ac:spMkLst>
        </pc:spChg>
      </pc:sldChg>
      <pc:sldChg chg="add setBg">
        <pc:chgData name="Teuku Raja Irfan Radarma" userId="cf428174-95ba-4576-8554-3a3b8ffa52b7" providerId="ADAL" clId="{83E20BB8-4A7C-498C-AB58-C17563E956FB}" dt="2026-07-05T16:44:12.478" v="1293"/>
        <pc:sldMkLst>
          <pc:docMk/>
          <pc:sldMk cId="0" sldId="444"/>
        </pc:sldMkLst>
      </pc:sldChg>
      <pc:sldChg chg="modSp add mod setBg">
        <pc:chgData name="Teuku Raja Irfan Radarma" userId="cf428174-95ba-4576-8554-3a3b8ffa52b7" providerId="ADAL" clId="{83E20BB8-4A7C-498C-AB58-C17563E956FB}" dt="2026-07-05T16:46:08.626" v="1319" actId="14100"/>
        <pc:sldMkLst>
          <pc:docMk/>
          <pc:sldMk cId="0" sldId="445"/>
        </pc:sldMkLst>
        <pc:spChg chg="mod">
          <ac:chgData name="Teuku Raja Irfan Radarma" userId="cf428174-95ba-4576-8554-3a3b8ffa52b7" providerId="ADAL" clId="{83E20BB8-4A7C-498C-AB58-C17563E956FB}" dt="2026-07-05T16:46:02.806" v="1317" actId="404"/>
          <ac:spMkLst>
            <pc:docMk/>
            <pc:sldMk cId="0" sldId="445"/>
            <ac:spMk id="4" creationId="{00000000-0000-0000-0000-000000000000}"/>
          </ac:spMkLst>
        </pc:spChg>
        <pc:spChg chg="mod">
          <ac:chgData name="Teuku Raja Irfan Radarma" userId="cf428174-95ba-4576-8554-3a3b8ffa52b7" providerId="ADAL" clId="{83E20BB8-4A7C-498C-AB58-C17563E956FB}" dt="2026-07-05T16:46:08.626" v="1319" actId="14100"/>
          <ac:spMkLst>
            <pc:docMk/>
            <pc:sldMk cId="0" sldId="445"/>
            <ac:spMk id="8" creationId="{00000000-0000-0000-0000-000000000000}"/>
          </ac:spMkLst>
        </pc:spChg>
        <pc:spChg chg="mod">
          <ac:chgData name="Teuku Raja Irfan Radarma" userId="cf428174-95ba-4576-8554-3a3b8ffa52b7" providerId="ADAL" clId="{83E20BB8-4A7C-498C-AB58-C17563E956FB}" dt="2026-07-05T16:46:08.626" v="1319" actId="14100"/>
          <ac:spMkLst>
            <pc:docMk/>
            <pc:sldMk cId="0" sldId="445"/>
            <ac:spMk id="16" creationId="{00000000-0000-0000-0000-000000000000}"/>
          </ac:spMkLst>
        </pc:spChg>
        <pc:spChg chg="mod">
          <ac:chgData name="Teuku Raja Irfan Radarma" userId="cf428174-95ba-4576-8554-3a3b8ffa52b7" providerId="ADAL" clId="{83E20BB8-4A7C-498C-AB58-C17563E956FB}" dt="2026-07-05T16:46:06.379" v="1318" actId="14100"/>
          <ac:spMkLst>
            <pc:docMk/>
            <pc:sldMk cId="0" sldId="445"/>
            <ac:spMk id="28" creationId="{00000000-0000-0000-0000-000000000000}"/>
          </ac:spMkLst>
        </pc:spChg>
      </pc:sldChg>
      <pc:sldChg chg="modSp add mod setBg">
        <pc:chgData name="Teuku Raja Irfan Radarma" userId="cf428174-95ba-4576-8554-3a3b8ffa52b7" providerId="ADAL" clId="{83E20BB8-4A7C-498C-AB58-C17563E956FB}" dt="2026-07-05T16:46:25.711" v="1326" actId="14100"/>
        <pc:sldMkLst>
          <pc:docMk/>
          <pc:sldMk cId="0" sldId="446"/>
        </pc:sldMkLst>
        <pc:spChg chg="mod">
          <ac:chgData name="Teuku Raja Irfan Radarma" userId="cf428174-95ba-4576-8554-3a3b8ffa52b7" providerId="ADAL" clId="{83E20BB8-4A7C-498C-AB58-C17563E956FB}" dt="2026-07-05T16:46:25.711" v="1326" actId="14100"/>
          <ac:spMkLst>
            <pc:docMk/>
            <pc:sldMk cId="0" sldId="446"/>
            <ac:spMk id="8" creationId="{00000000-0000-0000-0000-000000000000}"/>
          </ac:spMkLst>
        </pc:spChg>
        <pc:spChg chg="mod">
          <ac:chgData name="Teuku Raja Irfan Radarma" userId="cf428174-95ba-4576-8554-3a3b8ffa52b7" providerId="ADAL" clId="{83E20BB8-4A7C-498C-AB58-C17563E956FB}" dt="2026-07-05T16:46:25.711" v="1326" actId="14100"/>
          <ac:spMkLst>
            <pc:docMk/>
            <pc:sldMk cId="0" sldId="446"/>
            <ac:spMk id="16" creationId="{00000000-0000-0000-0000-000000000000}"/>
          </ac:spMkLst>
        </pc:spChg>
        <pc:spChg chg="mod">
          <ac:chgData name="Teuku Raja Irfan Radarma" userId="cf428174-95ba-4576-8554-3a3b8ffa52b7" providerId="ADAL" clId="{83E20BB8-4A7C-498C-AB58-C17563E956FB}" dt="2026-07-05T16:46:22.865" v="1324" actId="14100"/>
          <ac:spMkLst>
            <pc:docMk/>
            <pc:sldMk cId="0" sldId="446"/>
            <ac:spMk id="28" creationId="{00000000-0000-0000-0000-000000000000}"/>
          </ac:spMkLst>
        </pc:spChg>
        <pc:spChg chg="mod">
          <ac:chgData name="Teuku Raja Irfan Radarma" userId="cf428174-95ba-4576-8554-3a3b8ffa52b7" providerId="ADAL" clId="{83E20BB8-4A7C-498C-AB58-C17563E956FB}" dt="2026-07-05T16:46:15.168" v="1321" actId="14100"/>
          <ac:spMkLst>
            <pc:docMk/>
            <pc:sldMk cId="0" sldId="446"/>
            <ac:spMk id="31" creationId="{00000000-0000-0000-0000-000000000000}"/>
          </ac:spMkLst>
        </pc:spChg>
      </pc:sldChg>
      <pc:sldChg chg="modSp add mod setBg">
        <pc:chgData name="Teuku Raja Irfan Radarma" userId="cf428174-95ba-4576-8554-3a3b8ffa52b7" providerId="ADAL" clId="{83E20BB8-4A7C-498C-AB58-C17563E956FB}" dt="2026-07-05T16:46:38.033" v="1331" actId="14100"/>
        <pc:sldMkLst>
          <pc:docMk/>
          <pc:sldMk cId="0" sldId="447"/>
        </pc:sldMkLst>
        <pc:spChg chg="mod">
          <ac:chgData name="Teuku Raja Irfan Radarma" userId="cf428174-95ba-4576-8554-3a3b8ffa52b7" providerId="ADAL" clId="{83E20BB8-4A7C-498C-AB58-C17563E956FB}" dt="2026-07-05T16:46:38.033" v="1331" actId="14100"/>
          <ac:spMkLst>
            <pc:docMk/>
            <pc:sldMk cId="0" sldId="447"/>
            <ac:spMk id="8" creationId="{00000000-0000-0000-0000-000000000000}"/>
          </ac:spMkLst>
        </pc:spChg>
        <pc:spChg chg="mod">
          <ac:chgData name="Teuku Raja Irfan Radarma" userId="cf428174-95ba-4576-8554-3a3b8ffa52b7" providerId="ADAL" clId="{83E20BB8-4A7C-498C-AB58-C17563E956FB}" dt="2026-07-05T16:46:38.033" v="1331" actId="14100"/>
          <ac:spMkLst>
            <pc:docMk/>
            <pc:sldMk cId="0" sldId="447"/>
            <ac:spMk id="16" creationId="{00000000-0000-0000-0000-000000000000}"/>
          </ac:spMkLst>
        </pc:spChg>
        <pc:spChg chg="mod">
          <ac:chgData name="Teuku Raja Irfan Radarma" userId="cf428174-95ba-4576-8554-3a3b8ffa52b7" providerId="ADAL" clId="{83E20BB8-4A7C-498C-AB58-C17563E956FB}" dt="2026-07-05T16:46:35.147" v="1330" actId="14100"/>
          <ac:spMkLst>
            <pc:docMk/>
            <pc:sldMk cId="0" sldId="447"/>
            <ac:spMk id="28" creationId="{00000000-0000-0000-0000-000000000000}"/>
          </ac:spMkLst>
        </pc:spChg>
        <pc:spChg chg="mod">
          <ac:chgData name="Teuku Raja Irfan Radarma" userId="cf428174-95ba-4576-8554-3a3b8ffa52b7" providerId="ADAL" clId="{83E20BB8-4A7C-498C-AB58-C17563E956FB}" dt="2026-07-05T16:46:32.417" v="1329" actId="14100"/>
          <ac:spMkLst>
            <pc:docMk/>
            <pc:sldMk cId="0" sldId="447"/>
            <ac:spMk id="31" creationId="{00000000-0000-0000-0000-000000000000}"/>
          </ac:spMkLst>
        </pc:spChg>
      </pc:sldChg>
      <pc:sldChg chg="modSp add mod setBg">
        <pc:chgData name="Teuku Raja Irfan Radarma" userId="cf428174-95ba-4576-8554-3a3b8ffa52b7" providerId="ADAL" clId="{83E20BB8-4A7C-498C-AB58-C17563E956FB}" dt="2026-07-05T16:46:47.463" v="1332" actId="404"/>
        <pc:sldMkLst>
          <pc:docMk/>
          <pc:sldMk cId="0" sldId="448"/>
        </pc:sldMkLst>
        <pc:spChg chg="mod">
          <ac:chgData name="Teuku Raja Irfan Radarma" userId="cf428174-95ba-4576-8554-3a3b8ffa52b7" providerId="ADAL" clId="{83E20BB8-4A7C-498C-AB58-C17563E956FB}" dt="2026-07-05T16:46:47.463" v="1332" actId="404"/>
          <ac:spMkLst>
            <pc:docMk/>
            <pc:sldMk cId="0" sldId="448"/>
            <ac:spMk id="5" creationId="{00000000-0000-0000-0000-000000000000}"/>
          </ac:spMkLst>
        </pc:spChg>
      </pc:sldChg>
    </pc:docChg>
  </pc:docChgLst>
  <pc:docChgLst>
    <pc:chgData name="Teuku Raja Irfan Radarma" userId="cf428174-95ba-4576-8554-3a3b8ffa52b7" providerId="ADAL" clId="{6C5D399A-8E2C-4907-9624-A2DD17609376}"/>
    <pc:docChg chg="undo custSel addSld delSld modSld sldOrd">
      <pc:chgData name="Teuku Raja Irfan Radarma" userId="cf428174-95ba-4576-8554-3a3b8ffa52b7" providerId="ADAL" clId="{6C5D399A-8E2C-4907-9624-A2DD17609376}" dt="2025-12-01T03:23:29.842" v="2278" actId="478"/>
      <pc:docMkLst>
        <pc:docMk/>
      </pc:docMkLst>
      <pc:sldChg chg="modSp mod">
        <pc:chgData name="Teuku Raja Irfan Radarma" userId="cf428174-95ba-4576-8554-3a3b8ffa52b7" providerId="ADAL" clId="{6C5D399A-8E2C-4907-9624-A2DD17609376}" dt="2025-11-29T03:35:42.378" v="1800" actId="400"/>
        <pc:sldMkLst>
          <pc:docMk/>
          <pc:sldMk cId="4030995347" sldId="257"/>
        </pc:sldMkLst>
        <pc:spChg chg="mod">
          <ac:chgData name="Teuku Raja Irfan Radarma" userId="cf428174-95ba-4576-8554-3a3b8ffa52b7" providerId="ADAL" clId="{6C5D399A-8E2C-4907-9624-A2DD17609376}" dt="2025-11-29T03:35:42.378" v="1800" actId="400"/>
          <ac:spMkLst>
            <pc:docMk/>
            <pc:sldMk cId="4030995347" sldId="257"/>
            <ac:spMk id="3" creationId="{940F5DB3-7A6F-EDD4-9F33-B3FF6161C717}"/>
          </ac:spMkLst>
        </pc:spChg>
      </pc:sldChg>
      <pc:sldChg chg="modSp mod">
        <pc:chgData name="Teuku Raja Irfan Radarma" userId="cf428174-95ba-4576-8554-3a3b8ffa52b7" providerId="ADAL" clId="{6C5D399A-8E2C-4907-9624-A2DD17609376}" dt="2025-11-29T03:35:23.475" v="1796" actId="20577"/>
        <pc:sldMkLst>
          <pc:docMk/>
          <pc:sldMk cId="911610319" sldId="262"/>
        </pc:sldMkLst>
        <pc:spChg chg="mod">
          <ac:chgData name="Teuku Raja Irfan Radarma" userId="cf428174-95ba-4576-8554-3a3b8ffa52b7" providerId="ADAL" clId="{6C5D399A-8E2C-4907-9624-A2DD17609376}" dt="2025-11-29T03:35:20.303" v="1793" actId="20577"/>
          <ac:spMkLst>
            <pc:docMk/>
            <pc:sldMk cId="911610319" sldId="262"/>
            <ac:spMk id="3" creationId="{B17BBDE0-3A4E-3EA2-60B0-F9756E347209}"/>
          </ac:spMkLst>
        </pc:spChg>
        <pc:spChg chg="mod">
          <ac:chgData name="Teuku Raja Irfan Radarma" userId="cf428174-95ba-4576-8554-3a3b8ffa52b7" providerId="ADAL" clId="{6C5D399A-8E2C-4907-9624-A2DD17609376}" dt="2025-11-29T03:35:23.475" v="1796" actId="20577"/>
          <ac:spMkLst>
            <pc:docMk/>
            <pc:sldMk cId="911610319" sldId="262"/>
            <ac:spMk id="4" creationId="{FFCC89D4-8169-77D5-D53F-1E998B469C40}"/>
          </ac:spMkLst>
        </pc:spChg>
      </pc:sldChg>
      <pc:sldChg chg="modSp mod ord">
        <pc:chgData name="Teuku Raja Irfan Radarma" userId="cf428174-95ba-4576-8554-3a3b8ffa52b7" providerId="ADAL" clId="{6C5D399A-8E2C-4907-9624-A2DD17609376}" dt="2025-11-29T03:49:31.668" v="2095"/>
        <pc:sldMkLst>
          <pc:docMk/>
          <pc:sldMk cId="3835074240" sldId="263"/>
        </pc:sldMkLst>
        <pc:spChg chg="mod">
          <ac:chgData name="Teuku Raja Irfan Radarma" userId="cf428174-95ba-4576-8554-3a3b8ffa52b7" providerId="ADAL" clId="{6C5D399A-8E2C-4907-9624-A2DD17609376}" dt="2025-11-29T03:49:31.668" v="2095"/>
          <ac:spMkLst>
            <pc:docMk/>
            <pc:sldMk cId="3835074240" sldId="263"/>
            <ac:spMk id="2" creationId="{2079CBE2-7ADF-23F1-83BE-26DF183A5B12}"/>
          </ac:spMkLst>
        </pc:spChg>
      </pc:sldChg>
      <pc:sldChg chg="modSp mod">
        <pc:chgData name="Teuku Raja Irfan Radarma" userId="cf428174-95ba-4576-8554-3a3b8ffa52b7" providerId="ADAL" clId="{6C5D399A-8E2C-4907-9624-A2DD17609376}" dt="2025-11-22T04:37:01.464" v="1262" actId="20577"/>
        <pc:sldMkLst>
          <pc:docMk/>
          <pc:sldMk cId="1457204914" sldId="264"/>
        </pc:sldMkLst>
        <pc:spChg chg="mod">
          <ac:chgData name="Teuku Raja Irfan Radarma" userId="cf428174-95ba-4576-8554-3a3b8ffa52b7" providerId="ADAL" clId="{6C5D399A-8E2C-4907-9624-A2DD17609376}" dt="2025-11-22T04:36:46.769" v="1237" actId="20577"/>
          <ac:spMkLst>
            <pc:docMk/>
            <pc:sldMk cId="1457204914" sldId="264"/>
            <ac:spMk id="2" creationId="{7E958052-05B2-9F29-B874-84F80A24B16B}"/>
          </ac:spMkLst>
        </pc:spChg>
        <pc:spChg chg="mod">
          <ac:chgData name="Teuku Raja Irfan Radarma" userId="cf428174-95ba-4576-8554-3a3b8ffa52b7" providerId="ADAL" clId="{6C5D399A-8E2C-4907-9624-A2DD17609376}" dt="2025-11-22T04:37:01.464" v="1262" actId="20577"/>
          <ac:spMkLst>
            <pc:docMk/>
            <pc:sldMk cId="1457204914" sldId="264"/>
            <ac:spMk id="3" creationId="{ED136815-6D1A-2136-FEB7-5B68FA9A3B40}"/>
          </ac:spMkLst>
        </pc:spChg>
      </pc:sldChg>
      <pc:sldChg chg="delSp modSp mod">
        <pc:chgData name="Teuku Raja Irfan Radarma" userId="cf428174-95ba-4576-8554-3a3b8ffa52b7" providerId="ADAL" clId="{6C5D399A-8E2C-4907-9624-A2DD17609376}" dt="2025-12-01T03:23:29.842" v="2278" actId="478"/>
        <pc:sldMkLst>
          <pc:docMk/>
          <pc:sldMk cId="2891726164" sldId="304"/>
        </pc:sldMkLst>
        <pc:spChg chg="mod">
          <ac:chgData name="Teuku Raja Irfan Radarma" userId="cf428174-95ba-4576-8554-3a3b8ffa52b7" providerId="ADAL" clId="{6C5D399A-8E2C-4907-9624-A2DD17609376}" dt="2025-11-22T04:25:58.366" v="109" actId="20577"/>
          <ac:spMkLst>
            <pc:docMk/>
            <pc:sldMk cId="2891726164" sldId="304"/>
            <ac:spMk id="2" creationId="{FE2F06DC-C82D-49A7-49E8-24B02235CE1B}"/>
          </ac:spMkLst>
        </pc:spChg>
        <pc:spChg chg="mod">
          <ac:chgData name="Teuku Raja Irfan Radarma" userId="cf428174-95ba-4576-8554-3a3b8ffa52b7" providerId="ADAL" clId="{6C5D399A-8E2C-4907-9624-A2DD17609376}" dt="2025-11-29T03:36:35.604" v="1863" actId="1076"/>
          <ac:spMkLst>
            <pc:docMk/>
            <pc:sldMk cId="2891726164" sldId="304"/>
            <ac:spMk id="3" creationId="{0EEF17E5-AD4D-CEBE-F9C3-691B024490D7}"/>
          </ac:spMkLst>
        </pc:spChg>
        <pc:spChg chg="mod">
          <ac:chgData name="Teuku Raja Irfan Radarma" userId="cf428174-95ba-4576-8554-3a3b8ffa52b7" providerId="ADAL" clId="{6C5D399A-8E2C-4907-9624-A2DD17609376}" dt="2025-11-29T03:36:33.605" v="1862" actId="1076"/>
          <ac:spMkLst>
            <pc:docMk/>
            <pc:sldMk cId="2891726164" sldId="304"/>
            <ac:spMk id="5" creationId="{7D1C4826-0D9F-82A9-71DC-D0E6749679B2}"/>
          </ac:spMkLst>
        </pc:spChg>
        <pc:picChg chg="del">
          <ac:chgData name="Teuku Raja Irfan Radarma" userId="cf428174-95ba-4576-8554-3a3b8ffa52b7" providerId="ADAL" clId="{6C5D399A-8E2C-4907-9624-A2DD17609376}" dt="2025-12-01T03:23:29.842" v="2278" actId="478"/>
          <ac:picMkLst>
            <pc:docMk/>
            <pc:sldMk cId="2891726164" sldId="304"/>
            <ac:picMk id="7" creationId="{49B6D3FE-8769-21BC-BF58-6C31B83C8104}"/>
          </ac:picMkLst>
        </pc:picChg>
        <pc:picChg chg="del mod">
          <ac:chgData name="Teuku Raja Irfan Radarma" userId="cf428174-95ba-4576-8554-3a3b8ffa52b7" providerId="ADAL" clId="{6C5D399A-8E2C-4907-9624-A2DD17609376}" dt="2025-12-01T03:23:28.153" v="2277" actId="478"/>
          <ac:picMkLst>
            <pc:docMk/>
            <pc:sldMk cId="2891726164" sldId="304"/>
            <ac:picMk id="8" creationId="{1DF48BA0-E2AC-E6EA-A883-0DABBD93C5DC}"/>
          </ac:picMkLst>
        </pc:picChg>
      </pc:sldChg>
      <pc:sldChg chg="addSp modSp mod">
        <pc:chgData name="Teuku Raja Irfan Radarma" userId="cf428174-95ba-4576-8554-3a3b8ffa52b7" providerId="ADAL" clId="{6C5D399A-8E2C-4907-9624-A2DD17609376}" dt="2025-11-29T03:48:35.965" v="2067" actId="114"/>
        <pc:sldMkLst>
          <pc:docMk/>
          <pc:sldMk cId="3404562138" sldId="305"/>
        </pc:sldMkLst>
        <pc:spChg chg="mod">
          <ac:chgData name="Teuku Raja Irfan Radarma" userId="cf428174-95ba-4576-8554-3a3b8ffa52b7" providerId="ADAL" clId="{6C5D399A-8E2C-4907-9624-A2DD17609376}" dt="2025-11-29T03:43:51.059" v="1930" actId="14100"/>
          <ac:spMkLst>
            <pc:docMk/>
            <pc:sldMk cId="3404562138" sldId="305"/>
            <ac:spMk id="2" creationId="{59E61678-8156-B5D7-6985-8F8C864E2A3D}"/>
          </ac:spMkLst>
        </pc:spChg>
        <pc:spChg chg="mod">
          <ac:chgData name="Teuku Raja Irfan Radarma" userId="cf428174-95ba-4576-8554-3a3b8ffa52b7" providerId="ADAL" clId="{6C5D399A-8E2C-4907-9624-A2DD17609376}" dt="2025-11-29T03:45:32.522" v="1978"/>
          <ac:spMkLst>
            <pc:docMk/>
            <pc:sldMk cId="3404562138" sldId="305"/>
            <ac:spMk id="3" creationId="{8BA43A71-550D-6448-8070-817ACA416DEE}"/>
          </ac:spMkLst>
        </pc:spChg>
        <pc:spChg chg="add mod">
          <ac:chgData name="Teuku Raja Irfan Radarma" userId="cf428174-95ba-4576-8554-3a3b8ffa52b7" providerId="ADAL" clId="{6C5D399A-8E2C-4907-9624-A2DD17609376}" dt="2025-11-29T03:48:35.965" v="2067" actId="114"/>
          <ac:spMkLst>
            <pc:docMk/>
            <pc:sldMk cId="3404562138" sldId="305"/>
            <ac:spMk id="5" creationId="{F73080AC-D3B5-D417-D864-98ECC2EE282A}"/>
          </ac:spMkLst>
        </pc:spChg>
      </pc:sldChg>
      <pc:sldChg chg="addSp delSp modSp mod">
        <pc:chgData name="Teuku Raja Irfan Radarma" userId="cf428174-95ba-4576-8554-3a3b8ffa52b7" providerId="ADAL" clId="{6C5D399A-8E2C-4907-9624-A2DD17609376}" dt="2025-11-22T04:45:15.534" v="1733" actId="20577"/>
        <pc:sldMkLst>
          <pc:docMk/>
          <pc:sldMk cId="3051451500" sldId="306"/>
        </pc:sldMkLst>
        <pc:spChg chg="mod">
          <ac:chgData name="Teuku Raja Irfan Radarma" userId="cf428174-95ba-4576-8554-3a3b8ffa52b7" providerId="ADAL" clId="{6C5D399A-8E2C-4907-9624-A2DD17609376}" dt="2025-11-22T04:37:38.774" v="1355" actId="20577"/>
          <ac:spMkLst>
            <pc:docMk/>
            <pc:sldMk cId="3051451500" sldId="306"/>
            <ac:spMk id="2" creationId="{31B9DD37-A529-C0FC-5CA8-591ADC5F0314}"/>
          </ac:spMkLst>
        </pc:spChg>
        <pc:spChg chg="mod">
          <ac:chgData name="Teuku Raja Irfan Radarma" userId="cf428174-95ba-4576-8554-3a3b8ffa52b7" providerId="ADAL" clId="{6C5D399A-8E2C-4907-9624-A2DD17609376}" dt="2025-11-22T04:42:59.576" v="1707" actId="404"/>
          <ac:spMkLst>
            <pc:docMk/>
            <pc:sldMk cId="3051451500" sldId="306"/>
            <ac:spMk id="6" creationId="{C6007249-6724-8E38-EC48-6E0C4748BD12}"/>
          </ac:spMkLst>
        </pc:spChg>
      </pc:sldChg>
      <pc:sldChg chg="addSp modSp mod">
        <pc:chgData name="Teuku Raja Irfan Radarma" userId="cf428174-95ba-4576-8554-3a3b8ffa52b7" providerId="ADAL" clId="{6C5D399A-8E2C-4907-9624-A2DD17609376}" dt="2025-11-22T04:46:38.099" v="1752" actId="14100"/>
        <pc:sldMkLst>
          <pc:docMk/>
          <pc:sldMk cId="4133513380" sldId="310"/>
        </pc:sldMkLst>
        <pc:spChg chg="mod">
          <ac:chgData name="Teuku Raja Irfan Radarma" userId="cf428174-95ba-4576-8554-3a3b8ffa52b7" providerId="ADAL" clId="{6C5D399A-8E2C-4907-9624-A2DD17609376}" dt="2025-11-22T04:40:58.918" v="1694" actId="20577"/>
          <ac:spMkLst>
            <pc:docMk/>
            <pc:sldMk cId="4133513380" sldId="310"/>
            <ac:spMk id="2" creationId="{F4204DA2-4008-E351-CEE8-31BD3B9DC7B0}"/>
          </ac:spMkLst>
        </pc:spChg>
        <pc:spChg chg="mod">
          <ac:chgData name="Teuku Raja Irfan Radarma" userId="cf428174-95ba-4576-8554-3a3b8ffa52b7" providerId="ADAL" clId="{6C5D399A-8E2C-4907-9624-A2DD17609376}" dt="2025-11-22T04:46:01.275" v="1741" actId="14100"/>
          <ac:spMkLst>
            <pc:docMk/>
            <pc:sldMk cId="4133513380" sldId="310"/>
            <ac:spMk id="3" creationId="{BD9E2BB4-0C99-4A5A-63A6-F98A68A6FA16}"/>
          </ac:spMkLst>
        </pc:spChg>
      </pc:sldChg>
      <pc:sldChg chg="modSp mod">
        <pc:chgData name="Teuku Raja Irfan Radarma" userId="cf428174-95ba-4576-8554-3a3b8ffa52b7" providerId="ADAL" clId="{6C5D399A-8E2C-4907-9624-A2DD17609376}" dt="2025-11-29T03:50:09.419" v="2110" actId="20577"/>
        <pc:sldMkLst>
          <pc:docMk/>
          <pc:sldMk cId="62413706" sldId="359"/>
        </pc:sldMkLst>
        <pc:spChg chg="mod">
          <ac:chgData name="Teuku Raja Irfan Radarma" userId="cf428174-95ba-4576-8554-3a3b8ffa52b7" providerId="ADAL" clId="{6C5D399A-8E2C-4907-9624-A2DD17609376}" dt="2025-11-29T03:50:00.963" v="2096"/>
          <ac:spMkLst>
            <pc:docMk/>
            <pc:sldMk cId="62413706" sldId="359"/>
            <ac:spMk id="2" creationId="{86D1BB63-4350-72A4-F5A6-7BC05C8ACCEA}"/>
          </ac:spMkLst>
        </pc:spChg>
        <pc:spChg chg="mod">
          <ac:chgData name="Teuku Raja Irfan Radarma" userId="cf428174-95ba-4576-8554-3a3b8ffa52b7" providerId="ADAL" clId="{6C5D399A-8E2C-4907-9624-A2DD17609376}" dt="2025-11-29T03:50:09.419" v="2110" actId="20577"/>
          <ac:spMkLst>
            <pc:docMk/>
            <pc:sldMk cId="62413706" sldId="359"/>
            <ac:spMk id="3" creationId="{10DAE108-9E44-567B-9E8A-3F62785A8106}"/>
          </ac:spMkLst>
        </pc:spChg>
      </pc:sldChg>
      <pc:sldChg chg="modSp mod">
        <pc:chgData name="Teuku Raja Irfan Radarma" userId="cf428174-95ba-4576-8554-3a3b8ffa52b7" providerId="ADAL" clId="{6C5D399A-8E2C-4907-9624-A2DD17609376}" dt="2025-11-29T03:54:02.888" v="2180" actId="20577"/>
        <pc:sldMkLst>
          <pc:docMk/>
          <pc:sldMk cId="2404744056" sldId="360"/>
        </pc:sldMkLst>
        <pc:spChg chg="mod">
          <ac:chgData name="Teuku Raja Irfan Radarma" userId="cf428174-95ba-4576-8554-3a3b8ffa52b7" providerId="ADAL" clId="{6C5D399A-8E2C-4907-9624-A2DD17609376}" dt="2025-11-29T03:53:45.677" v="2173"/>
          <ac:spMkLst>
            <pc:docMk/>
            <pc:sldMk cId="2404744056" sldId="360"/>
            <ac:spMk id="2" creationId="{92D33C5B-666B-44AF-F5DA-F291DC227033}"/>
          </ac:spMkLst>
        </pc:spChg>
        <pc:spChg chg="mod">
          <ac:chgData name="Teuku Raja Irfan Radarma" userId="cf428174-95ba-4576-8554-3a3b8ffa52b7" providerId="ADAL" clId="{6C5D399A-8E2C-4907-9624-A2DD17609376}" dt="2025-11-29T03:54:02.888" v="2180" actId="20577"/>
          <ac:spMkLst>
            <pc:docMk/>
            <pc:sldMk cId="2404744056" sldId="360"/>
            <ac:spMk id="3" creationId="{F8BDAA9C-22C0-D55D-1EF7-51DBED1171A8}"/>
          </ac:spMkLst>
        </pc:spChg>
      </pc:sldChg>
      <pc:sldChg chg="modSp mod">
        <pc:chgData name="Teuku Raja Irfan Radarma" userId="cf428174-95ba-4576-8554-3a3b8ffa52b7" providerId="ADAL" clId="{6C5D399A-8E2C-4907-9624-A2DD17609376}" dt="2025-11-29T04:00:50.176" v="2248" actId="1076"/>
        <pc:sldMkLst>
          <pc:docMk/>
          <pc:sldMk cId="2842273901" sldId="361"/>
        </pc:sldMkLst>
        <pc:spChg chg="mod">
          <ac:chgData name="Teuku Raja Irfan Radarma" userId="cf428174-95ba-4576-8554-3a3b8ffa52b7" providerId="ADAL" clId="{6C5D399A-8E2C-4907-9624-A2DD17609376}" dt="2025-11-29T04:00:50.176" v="2248" actId="1076"/>
          <ac:spMkLst>
            <pc:docMk/>
            <pc:sldMk cId="2842273901" sldId="361"/>
            <ac:spMk id="2" creationId="{371AC606-9CA3-A16A-AC54-A351C99D82CC}"/>
          </ac:spMkLst>
        </pc:spChg>
        <pc:spChg chg="mod">
          <ac:chgData name="Teuku Raja Irfan Radarma" userId="cf428174-95ba-4576-8554-3a3b8ffa52b7" providerId="ADAL" clId="{6C5D399A-8E2C-4907-9624-A2DD17609376}" dt="2025-11-29T04:00:39.661" v="2246" actId="1076"/>
          <ac:spMkLst>
            <pc:docMk/>
            <pc:sldMk cId="2842273901" sldId="361"/>
            <ac:spMk id="3" creationId="{A873FDAF-A69D-CD40-D4B3-06E89828D610}"/>
          </ac:spMkLst>
        </pc:spChg>
      </pc:sldChg>
      <pc:sldChg chg="addSp delSp modSp mod">
        <pc:chgData name="Teuku Raja Irfan Radarma" userId="cf428174-95ba-4576-8554-3a3b8ffa52b7" providerId="ADAL" clId="{6C5D399A-8E2C-4907-9624-A2DD17609376}" dt="2025-11-29T03:50:51.165" v="2143" actId="20577"/>
        <pc:sldMkLst>
          <pc:docMk/>
          <pc:sldMk cId="1044276249" sldId="363"/>
        </pc:sldMkLst>
        <pc:spChg chg="mod">
          <ac:chgData name="Teuku Raja Irfan Radarma" userId="cf428174-95ba-4576-8554-3a3b8ffa52b7" providerId="ADAL" clId="{6C5D399A-8E2C-4907-9624-A2DD17609376}" dt="2025-11-29T03:50:27.675" v="2131" actId="20577"/>
          <ac:spMkLst>
            <pc:docMk/>
            <pc:sldMk cId="1044276249" sldId="363"/>
            <ac:spMk id="2" creationId="{A125681A-45A2-7128-DE7A-C52014C27119}"/>
          </ac:spMkLst>
        </pc:spChg>
        <pc:spChg chg="mod">
          <ac:chgData name="Teuku Raja Irfan Radarma" userId="cf428174-95ba-4576-8554-3a3b8ffa52b7" providerId="ADAL" clId="{6C5D399A-8E2C-4907-9624-A2DD17609376}" dt="2025-11-29T03:50:51.165" v="2143" actId="20577"/>
          <ac:spMkLst>
            <pc:docMk/>
            <pc:sldMk cId="1044276249" sldId="363"/>
            <ac:spMk id="6" creationId="{00CA8178-C5D9-B7AC-2EB9-8CAE37EAAF27}"/>
          </ac:spMkLst>
        </pc:spChg>
      </pc:sldChg>
      <pc:sldChg chg="addSp modSp mod">
        <pc:chgData name="Teuku Raja Irfan Radarma" userId="cf428174-95ba-4576-8554-3a3b8ffa52b7" providerId="ADAL" clId="{6C5D399A-8E2C-4907-9624-A2DD17609376}" dt="2025-11-29T03:52:02.927" v="2155" actId="113"/>
        <pc:sldMkLst>
          <pc:docMk/>
          <pc:sldMk cId="3369179900" sldId="364"/>
        </pc:sldMkLst>
        <pc:spChg chg="mod">
          <ac:chgData name="Teuku Raja Irfan Radarma" userId="cf428174-95ba-4576-8554-3a3b8ffa52b7" providerId="ADAL" clId="{6C5D399A-8E2C-4907-9624-A2DD17609376}" dt="2025-11-29T03:51:09.132" v="2146"/>
          <ac:spMkLst>
            <pc:docMk/>
            <pc:sldMk cId="3369179900" sldId="364"/>
            <ac:spMk id="2" creationId="{9355AC7A-A396-196D-64A6-0D798170A028}"/>
          </ac:spMkLst>
        </pc:spChg>
        <pc:spChg chg="mod">
          <ac:chgData name="Teuku Raja Irfan Radarma" userId="cf428174-95ba-4576-8554-3a3b8ffa52b7" providerId="ADAL" clId="{6C5D399A-8E2C-4907-9624-A2DD17609376}" dt="2025-11-29T03:52:02.927" v="2155" actId="113"/>
          <ac:spMkLst>
            <pc:docMk/>
            <pc:sldMk cId="3369179900" sldId="364"/>
            <ac:spMk id="6" creationId="{DA02822E-99EC-C2AA-3F8B-FB9F20D07F69}"/>
          </ac:spMkLst>
        </pc:spChg>
      </pc:sldChg>
      <pc:sldChg chg="addSp modSp mod modClrScheme chgLayout">
        <pc:chgData name="Teuku Raja Irfan Radarma" userId="cf428174-95ba-4576-8554-3a3b8ffa52b7" providerId="ADAL" clId="{6C5D399A-8E2C-4907-9624-A2DD17609376}" dt="2025-11-29T03:55:55.766" v="2227" actId="1076"/>
        <pc:sldMkLst>
          <pc:docMk/>
          <pc:sldMk cId="3681168979" sldId="375"/>
        </pc:sldMkLst>
        <pc:spChg chg="mod">
          <ac:chgData name="Teuku Raja Irfan Radarma" userId="cf428174-95ba-4576-8554-3a3b8ffa52b7" providerId="ADAL" clId="{6C5D399A-8E2C-4907-9624-A2DD17609376}" dt="2025-11-29T03:55:38.111" v="2221" actId="26606"/>
          <ac:spMkLst>
            <pc:docMk/>
            <pc:sldMk cId="3681168979" sldId="375"/>
            <ac:spMk id="2" creationId="{364633BB-D74D-FC4C-AE63-46D0CE85E220}"/>
          </ac:spMkLst>
        </pc:spChg>
        <pc:spChg chg="mod">
          <ac:chgData name="Teuku Raja Irfan Radarma" userId="cf428174-95ba-4576-8554-3a3b8ffa52b7" providerId="ADAL" clId="{6C5D399A-8E2C-4907-9624-A2DD17609376}" dt="2025-11-29T03:55:40.793" v="2222" actId="14100"/>
          <ac:spMkLst>
            <pc:docMk/>
            <pc:sldMk cId="3681168979" sldId="375"/>
            <ac:spMk id="3" creationId="{F434CB59-B9B2-408E-598F-1718021403D3}"/>
          </ac:spMkLst>
        </pc:spChg>
        <pc:spChg chg="mod ord">
          <ac:chgData name="Teuku Raja Irfan Radarma" userId="cf428174-95ba-4576-8554-3a3b8ffa52b7" providerId="ADAL" clId="{6C5D399A-8E2C-4907-9624-A2DD17609376}" dt="2025-11-29T03:55:38.111" v="2221" actId="26606"/>
          <ac:spMkLst>
            <pc:docMk/>
            <pc:sldMk cId="3681168979" sldId="375"/>
            <ac:spMk id="4" creationId="{51AF1EBF-EBFC-867B-B883-0635F9063911}"/>
          </ac:spMkLst>
        </pc:spChg>
        <pc:picChg chg="add mod">
          <ac:chgData name="Teuku Raja Irfan Radarma" userId="cf428174-95ba-4576-8554-3a3b8ffa52b7" providerId="ADAL" clId="{6C5D399A-8E2C-4907-9624-A2DD17609376}" dt="2025-11-29T03:55:55.766" v="2227" actId="1076"/>
          <ac:picMkLst>
            <pc:docMk/>
            <pc:sldMk cId="3681168979" sldId="375"/>
            <ac:picMk id="2050" creationId="{78579B90-4609-3AAD-08D4-CF839E19E6F4}"/>
          </ac:picMkLst>
        </pc:picChg>
      </pc:sldChg>
      <pc:sldChg chg="modSp add mod">
        <pc:chgData name="Teuku Raja Irfan Radarma" userId="cf428174-95ba-4576-8554-3a3b8ffa52b7" providerId="ADAL" clId="{6C5D399A-8E2C-4907-9624-A2DD17609376}" dt="2025-11-29T03:52:33.472" v="2171" actId="20577"/>
        <pc:sldMkLst>
          <pc:docMk/>
          <pc:sldMk cId="24033230" sldId="393"/>
        </pc:sldMkLst>
        <pc:spChg chg="mod">
          <ac:chgData name="Teuku Raja Irfan Radarma" userId="cf428174-95ba-4576-8554-3a3b8ffa52b7" providerId="ADAL" clId="{6C5D399A-8E2C-4907-9624-A2DD17609376}" dt="2025-11-29T03:52:33.472" v="2171" actId="20577"/>
          <ac:spMkLst>
            <pc:docMk/>
            <pc:sldMk cId="24033230" sldId="393"/>
            <ac:spMk id="2" creationId="{A2759546-00F4-91AC-B27E-4F3C0E8C95B5}"/>
          </ac:spMkLst>
        </pc:spChg>
        <pc:spChg chg="mod">
          <ac:chgData name="Teuku Raja Irfan Radarma" userId="cf428174-95ba-4576-8554-3a3b8ffa52b7" providerId="ADAL" clId="{6C5D399A-8E2C-4907-9624-A2DD17609376}" dt="2025-11-29T03:52:27.089" v="2158" actId="6549"/>
          <ac:spMkLst>
            <pc:docMk/>
            <pc:sldMk cId="24033230" sldId="393"/>
            <ac:spMk id="6" creationId="{36C0195D-953D-4709-0ADE-D3B79ED3FD8F}"/>
          </ac:spMkLst>
        </pc:spChg>
      </pc:sldChg>
      <pc:sldChg chg="modSp add mod">
        <pc:chgData name="Teuku Raja Irfan Radarma" userId="cf428174-95ba-4576-8554-3a3b8ffa52b7" providerId="ADAL" clId="{6C5D399A-8E2C-4907-9624-A2DD17609376}" dt="2025-11-29T03:57:13.390" v="2236" actId="113"/>
        <pc:sldMkLst>
          <pc:docMk/>
          <pc:sldMk cId="6759311" sldId="394"/>
        </pc:sldMkLst>
        <pc:spChg chg="mod">
          <ac:chgData name="Teuku Raja Irfan Radarma" userId="cf428174-95ba-4576-8554-3a3b8ffa52b7" providerId="ADAL" clId="{6C5D399A-8E2C-4907-9624-A2DD17609376}" dt="2025-11-29T03:56:46.354" v="2229"/>
          <ac:spMkLst>
            <pc:docMk/>
            <pc:sldMk cId="6759311" sldId="394"/>
            <ac:spMk id="2" creationId="{0DE3491A-8057-6A9D-1885-DC4F914766C8}"/>
          </ac:spMkLst>
        </pc:spChg>
        <pc:spChg chg="mod">
          <ac:chgData name="Teuku Raja Irfan Radarma" userId="cf428174-95ba-4576-8554-3a3b8ffa52b7" providerId="ADAL" clId="{6C5D399A-8E2C-4907-9624-A2DD17609376}" dt="2025-11-29T03:57:13.390" v="2236" actId="113"/>
          <ac:spMkLst>
            <pc:docMk/>
            <pc:sldMk cId="6759311" sldId="394"/>
            <ac:spMk id="6" creationId="{7CE5A10C-FB17-79EE-9401-A53B9F115A80}"/>
          </ac:spMkLst>
        </pc:spChg>
      </pc:sldChg>
      <pc:sldChg chg="addSp modSp add mod">
        <pc:chgData name="Teuku Raja Irfan Radarma" userId="cf428174-95ba-4576-8554-3a3b8ffa52b7" providerId="ADAL" clId="{6C5D399A-8E2C-4907-9624-A2DD17609376}" dt="2025-11-29T03:58:27.358" v="2239" actId="6549"/>
        <pc:sldMkLst>
          <pc:docMk/>
          <pc:sldMk cId="4233368658" sldId="395"/>
        </pc:sldMkLst>
        <pc:spChg chg="mod">
          <ac:chgData name="Teuku Raja Irfan Radarma" userId="cf428174-95ba-4576-8554-3a3b8ffa52b7" providerId="ADAL" clId="{6C5D399A-8E2C-4907-9624-A2DD17609376}" dt="2025-11-29T03:58:27.358" v="2239" actId="6549"/>
          <ac:spMkLst>
            <pc:docMk/>
            <pc:sldMk cId="4233368658" sldId="395"/>
            <ac:spMk id="6" creationId="{42323E48-747B-8E99-30FB-856BEA8C1E45}"/>
          </ac:spMkLst>
        </pc:spChg>
      </pc:sldChg>
      <pc:sldChg chg="delSp modSp add mod">
        <pc:chgData name="Teuku Raja Irfan Radarma" userId="cf428174-95ba-4576-8554-3a3b8ffa52b7" providerId="ADAL" clId="{6C5D399A-8E2C-4907-9624-A2DD17609376}" dt="2025-11-29T04:01:57.386" v="2257" actId="14100"/>
        <pc:sldMkLst>
          <pc:docMk/>
          <pc:sldMk cId="2926703991" sldId="396"/>
        </pc:sldMkLst>
        <pc:spChg chg="mod">
          <ac:chgData name="Teuku Raja Irfan Radarma" userId="cf428174-95ba-4576-8554-3a3b8ffa52b7" providerId="ADAL" clId="{6C5D399A-8E2C-4907-9624-A2DD17609376}" dt="2025-11-29T04:01:57.386" v="2257" actId="14100"/>
          <ac:spMkLst>
            <pc:docMk/>
            <pc:sldMk cId="2926703991" sldId="396"/>
            <ac:spMk id="3" creationId="{F9B155AC-BEE7-82C7-501F-8B331D96EEAB}"/>
          </ac:spMkLst>
        </pc:spChg>
      </pc:sldChg>
      <pc:sldChg chg="addSp modSp add mod">
        <pc:chgData name="Teuku Raja Irfan Radarma" userId="cf428174-95ba-4576-8554-3a3b8ffa52b7" providerId="ADAL" clId="{6C5D399A-8E2C-4907-9624-A2DD17609376}" dt="2025-11-29T04:02:44.421" v="2270" actId="113"/>
        <pc:sldMkLst>
          <pc:docMk/>
          <pc:sldMk cId="3567308655" sldId="397"/>
        </pc:sldMkLst>
        <pc:spChg chg="mod">
          <ac:chgData name="Teuku Raja Irfan Radarma" userId="cf428174-95ba-4576-8554-3a3b8ffa52b7" providerId="ADAL" clId="{6C5D399A-8E2C-4907-9624-A2DD17609376}" dt="2025-11-29T04:02:14.685" v="2262" actId="20577"/>
          <ac:spMkLst>
            <pc:docMk/>
            <pc:sldMk cId="3567308655" sldId="397"/>
            <ac:spMk id="2" creationId="{AF18771B-9326-5E08-22A4-F49E91A074D2}"/>
          </ac:spMkLst>
        </pc:spChg>
        <pc:spChg chg="mod">
          <ac:chgData name="Teuku Raja Irfan Radarma" userId="cf428174-95ba-4576-8554-3a3b8ffa52b7" providerId="ADAL" clId="{6C5D399A-8E2C-4907-9624-A2DD17609376}" dt="2025-11-29T04:02:44.421" v="2270" actId="113"/>
          <ac:spMkLst>
            <pc:docMk/>
            <pc:sldMk cId="3567308655" sldId="397"/>
            <ac:spMk id="6" creationId="{2EB2AB99-9B7D-50FC-FFE9-39BAA0A8A000}"/>
          </ac:spMkLst>
        </pc:spChg>
      </pc:sldChg>
      <pc:sldChg chg="addSp modSp add mod">
        <pc:chgData name="Teuku Raja Irfan Radarma" userId="cf428174-95ba-4576-8554-3a3b8ffa52b7" providerId="ADAL" clId="{6C5D399A-8E2C-4907-9624-A2DD17609376}" dt="2025-11-29T04:03:17.962" v="2275" actId="113"/>
        <pc:sldMkLst>
          <pc:docMk/>
          <pc:sldMk cId="672625704" sldId="398"/>
        </pc:sldMkLst>
        <pc:spChg chg="mod">
          <ac:chgData name="Teuku Raja Irfan Radarma" userId="cf428174-95ba-4576-8554-3a3b8ffa52b7" providerId="ADAL" clId="{6C5D399A-8E2C-4907-9624-A2DD17609376}" dt="2025-11-29T04:03:17.962" v="2275" actId="113"/>
          <ac:spMkLst>
            <pc:docMk/>
            <pc:sldMk cId="672625704" sldId="398"/>
            <ac:spMk id="6" creationId="{7ED1D741-3A93-39E9-DE3A-C19DA2862C88}"/>
          </ac:spMkLst>
        </pc:spChg>
      </pc:sldChg>
    </pc:docChg>
  </pc:docChgLst>
  <pc:docChgLst>
    <pc:chgData name="Teuku Raja Irfan Radarma" userId="cf428174-95ba-4576-8554-3a3b8ffa52b7" providerId="ADAL" clId="{D9DF5880-402D-47D0-89FB-D6E93FCFC015}"/>
    <pc:docChg chg="undo custSel addSld delSld modSld sldOrd">
      <pc:chgData name="Teuku Raja Irfan Radarma" userId="cf428174-95ba-4576-8554-3a3b8ffa52b7" providerId="ADAL" clId="{D9DF5880-402D-47D0-89FB-D6E93FCFC015}" dt="2026-06-28T06:47:17.540" v="2448" actId="22"/>
      <pc:docMkLst>
        <pc:docMk/>
      </pc:docMkLst>
      <pc:sldChg chg="addSp delSp modSp mod">
        <pc:chgData name="Teuku Raja Irfan Radarma" userId="cf428174-95ba-4576-8554-3a3b8ffa52b7" providerId="ADAL" clId="{D9DF5880-402D-47D0-89FB-D6E93FCFC015}" dt="2026-06-28T06:47:17.540" v="2448" actId="22"/>
        <pc:sldMkLst>
          <pc:docMk/>
          <pc:sldMk cId="4030995347" sldId="257"/>
        </pc:sldMkLst>
        <pc:spChg chg="mod">
          <ac:chgData name="Teuku Raja Irfan Radarma" userId="cf428174-95ba-4576-8554-3a3b8ffa52b7" providerId="ADAL" clId="{D9DF5880-402D-47D0-89FB-D6E93FCFC015}" dt="2026-06-28T01:04:50.978" v="207" actId="113"/>
          <ac:spMkLst>
            <pc:docMk/>
            <pc:sldMk cId="4030995347" sldId="257"/>
            <ac:spMk id="3" creationId="{940F5DB3-7A6F-EDD4-9F33-B3FF6161C717}"/>
          </ac:spMkLst>
        </pc:spChg>
        <pc:spChg chg="mod">
          <ac:chgData name="Teuku Raja Irfan Radarma" userId="cf428174-95ba-4576-8554-3a3b8ffa52b7" providerId="ADAL" clId="{D9DF5880-402D-47D0-89FB-D6E93FCFC015}" dt="2026-06-28T01:04:45.610" v="206" actId="20577"/>
          <ac:spMkLst>
            <pc:docMk/>
            <pc:sldMk cId="4030995347" sldId="257"/>
            <ac:spMk id="4" creationId="{6C09DF7A-9B78-AB11-FA80-26BA72C3D29B}"/>
          </ac:spMkLst>
        </pc:spChg>
        <pc:spChg chg="add del">
          <ac:chgData name="Teuku Raja Irfan Radarma" userId="cf428174-95ba-4576-8554-3a3b8ffa52b7" providerId="ADAL" clId="{D9DF5880-402D-47D0-89FB-D6E93FCFC015}" dt="2026-06-28T06:47:17.540" v="2448" actId="22"/>
          <ac:spMkLst>
            <pc:docMk/>
            <pc:sldMk cId="4030995347" sldId="257"/>
            <ac:spMk id="6" creationId="{B0A715F1-E423-40B1-BB6E-23FF20060FC0}"/>
          </ac:spMkLst>
        </pc:spChg>
      </pc:sldChg>
      <pc:sldChg chg="modSp mod">
        <pc:chgData name="Teuku Raja Irfan Radarma" userId="cf428174-95ba-4576-8554-3a3b8ffa52b7" providerId="ADAL" clId="{D9DF5880-402D-47D0-89FB-D6E93FCFC015}" dt="2026-06-28T01:15:18.603" v="260" actId="20577"/>
        <pc:sldMkLst>
          <pc:docMk/>
          <pc:sldMk cId="911610319" sldId="262"/>
        </pc:sldMkLst>
        <pc:spChg chg="mod">
          <ac:chgData name="Teuku Raja Irfan Radarma" userId="cf428174-95ba-4576-8554-3a3b8ffa52b7" providerId="ADAL" clId="{D9DF5880-402D-47D0-89FB-D6E93FCFC015}" dt="2026-06-28T01:15:15.577" v="259" actId="20577"/>
          <ac:spMkLst>
            <pc:docMk/>
            <pc:sldMk cId="911610319" sldId="262"/>
            <ac:spMk id="3" creationId="{B17BBDE0-3A4E-3EA2-60B0-F9756E347209}"/>
          </ac:spMkLst>
        </pc:spChg>
        <pc:spChg chg="mod">
          <ac:chgData name="Teuku Raja Irfan Radarma" userId="cf428174-95ba-4576-8554-3a3b8ffa52b7" providerId="ADAL" clId="{D9DF5880-402D-47D0-89FB-D6E93FCFC015}" dt="2026-06-28T01:15:18.603" v="260" actId="20577"/>
          <ac:spMkLst>
            <pc:docMk/>
            <pc:sldMk cId="911610319" sldId="262"/>
            <ac:spMk id="4" creationId="{FFCC89D4-8169-77D5-D53F-1E998B469C40}"/>
          </ac:spMkLst>
        </pc:spChg>
      </pc:sldChg>
      <pc:sldChg chg="modSp mod">
        <pc:chgData name="Teuku Raja Irfan Radarma" userId="cf428174-95ba-4576-8554-3a3b8ffa52b7" providerId="ADAL" clId="{D9DF5880-402D-47D0-89FB-D6E93FCFC015}" dt="2026-06-28T01:42:09.200" v="1174" actId="20577"/>
        <pc:sldMkLst>
          <pc:docMk/>
          <pc:sldMk cId="3835074240" sldId="263"/>
        </pc:sldMkLst>
        <pc:spChg chg="mod">
          <ac:chgData name="Teuku Raja Irfan Radarma" userId="cf428174-95ba-4576-8554-3a3b8ffa52b7" providerId="ADAL" clId="{D9DF5880-402D-47D0-89FB-D6E93FCFC015}" dt="2026-06-28T01:42:09.200" v="1174" actId="20577"/>
          <ac:spMkLst>
            <pc:docMk/>
            <pc:sldMk cId="3835074240" sldId="263"/>
            <ac:spMk id="2" creationId="{2079CBE2-7ADF-23F1-83BE-26DF183A5B12}"/>
          </ac:spMkLst>
        </pc:spChg>
      </pc:sldChg>
      <pc:sldChg chg="addSp delSp modSp mod">
        <pc:chgData name="Teuku Raja Irfan Radarma" userId="cf428174-95ba-4576-8554-3a3b8ffa52b7" providerId="ADAL" clId="{D9DF5880-402D-47D0-89FB-D6E93FCFC015}" dt="2026-06-28T01:42:56.638" v="1176" actId="478"/>
        <pc:sldMkLst>
          <pc:docMk/>
          <pc:sldMk cId="1457204914" sldId="264"/>
        </pc:sldMkLst>
        <pc:spChg chg="del">
          <ac:chgData name="Teuku Raja Irfan Radarma" userId="cf428174-95ba-4576-8554-3a3b8ffa52b7" providerId="ADAL" clId="{D9DF5880-402D-47D0-89FB-D6E93FCFC015}" dt="2026-06-28T01:42:53.892" v="1175" actId="478"/>
          <ac:spMkLst>
            <pc:docMk/>
            <pc:sldMk cId="1457204914" sldId="264"/>
            <ac:spMk id="3" creationId="{ED136815-6D1A-2136-FEB7-5B68FA9A3B40}"/>
          </ac:spMkLst>
        </pc:spChg>
        <pc:spChg chg="add del mod">
          <ac:chgData name="Teuku Raja Irfan Radarma" userId="cf428174-95ba-4576-8554-3a3b8ffa52b7" providerId="ADAL" clId="{D9DF5880-402D-47D0-89FB-D6E93FCFC015}" dt="2026-06-28T01:42:56.638" v="1176" actId="478"/>
          <ac:spMkLst>
            <pc:docMk/>
            <pc:sldMk cId="1457204914" sldId="264"/>
            <ac:spMk id="5" creationId="{DA76068A-C65F-44A8-9C6A-38CC7F7DF828}"/>
          </ac:spMkLst>
        </pc:spChg>
      </pc:sldChg>
      <pc:sldChg chg="modSp mod">
        <pc:chgData name="Teuku Raja Irfan Radarma" userId="cf428174-95ba-4576-8554-3a3b8ffa52b7" providerId="ADAL" clId="{D9DF5880-402D-47D0-89FB-D6E93FCFC015}" dt="2026-06-28T01:06:33.240" v="229" actId="400"/>
        <pc:sldMkLst>
          <pc:docMk/>
          <pc:sldMk cId="2891726164" sldId="304"/>
        </pc:sldMkLst>
        <pc:spChg chg="mod">
          <ac:chgData name="Teuku Raja Irfan Radarma" userId="cf428174-95ba-4576-8554-3a3b8ffa52b7" providerId="ADAL" clId="{D9DF5880-402D-47D0-89FB-D6E93FCFC015}" dt="2026-06-28T01:06:00.210" v="212" actId="27636"/>
          <ac:spMkLst>
            <pc:docMk/>
            <pc:sldMk cId="2891726164" sldId="304"/>
            <ac:spMk id="3" creationId="{0EEF17E5-AD4D-CEBE-F9C3-691B024490D7}"/>
          </ac:spMkLst>
        </pc:spChg>
        <pc:spChg chg="mod">
          <ac:chgData name="Teuku Raja Irfan Radarma" userId="cf428174-95ba-4576-8554-3a3b8ffa52b7" providerId="ADAL" clId="{D9DF5880-402D-47D0-89FB-D6E93FCFC015}" dt="2026-06-28T01:06:33.240" v="229" actId="400"/>
          <ac:spMkLst>
            <pc:docMk/>
            <pc:sldMk cId="2891726164" sldId="304"/>
            <ac:spMk id="5" creationId="{7D1C4826-0D9F-82A9-71DC-D0E6749679B2}"/>
          </ac:spMkLst>
        </pc:spChg>
      </pc:sldChg>
      <pc:sldChg chg="addSp delSp modSp mod">
        <pc:chgData name="Teuku Raja Irfan Radarma" userId="cf428174-95ba-4576-8554-3a3b8ffa52b7" providerId="ADAL" clId="{D9DF5880-402D-47D0-89FB-D6E93FCFC015}" dt="2026-06-28T01:40:58.480" v="1140" actId="1076"/>
        <pc:sldMkLst>
          <pc:docMk/>
          <pc:sldMk cId="3404562138" sldId="305"/>
        </pc:sldMkLst>
        <pc:spChg chg="mod">
          <ac:chgData name="Teuku Raja Irfan Radarma" userId="cf428174-95ba-4576-8554-3a3b8ffa52b7" providerId="ADAL" clId="{D9DF5880-402D-47D0-89FB-D6E93FCFC015}" dt="2026-06-28T01:38:15.075" v="1109"/>
          <ac:spMkLst>
            <pc:docMk/>
            <pc:sldMk cId="3404562138" sldId="305"/>
            <ac:spMk id="2" creationId="{59E61678-8156-B5D7-6985-8F8C864E2A3D}"/>
          </ac:spMkLst>
        </pc:spChg>
        <pc:spChg chg="mod">
          <ac:chgData name="Teuku Raja Irfan Radarma" userId="cf428174-95ba-4576-8554-3a3b8ffa52b7" providerId="ADAL" clId="{D9DF5880-402D-47D0-89FB-D6E93FCFC015}" dt="2026-06-28T01:38:56.918" v="1121" actId="2711"/>
          <ac:spMkLst>
            <pc:docMk/>
            <pc:sldMk cId="3404562138" sldId="305"/>
            <ac:spMk id="3" creationId="{8BA43A71-550D-6448-8070-817ACA416DEE}"/>
          </ac:spMkLst>
        </pc:spChg>
        <pc:spChg chg="del">
          <ac:chgData name="Teuku Raja Irfan Radarma" userId="cf428174-95ba-4576-8554-3a3b8ffa52b7" providerId="ADAL" clId="{D9DF5880-402D-47D0-89FB-D6E93FCFC015}" dt="2026-06-28T01:15:31.786" v="263" actId="478"/>
          <ac:spMkLst>
            <pc:docMk/>
            <pc:sldMk cId="3404562138" sldId="305"/>
            <ac:spMk id="5" creationId="{F73080AC-D3B5-D417-D864-98ECC2EE282A}"/>
          </ac:spMkLst>
        </pc:spChg>
        <pc:spChg chg="add mod">
          <ac:chgData name="Teuku Raja Irfan Radarma" userId="cf428174-95ba-4576-8554-3a3b8ffa52b7" providerId="ADAL" clId="{D9DF5880-402D-47D0-89FB-D6E93FCFC015}" dt="2026-06-28T01:39:25.079" v="1129" actId="1076"/>
          <ac:spMkLst>
            <pc:docMk/>
            <pc:sldMk cId="3404562138" sldId="305"/>
            <ac:spMk id="7" creationId="{E6CAD1F5-3B53-47AA-88E0-827B6D50BB23}"/>
          </ac:spMkLst>
        </pc:spChg>
        <pc:spChg chg="add mod">
          <ac:chgData name="Teuku Raja Irfan Radarma" userId="cf428174-95ba-4576-8554-3a3b8ffa52b7" providerId="ADAL" clId="{D9DF5880-402D-47D0-89FB-D6E93FCFC015}" dt="2026-06-28T01:39:21.361" v="1127" actId="14100"/>
          <ac:spMkLst>
            <pc:docMk/>
            <pc:sldMk cId="3404562138" sldId="305"/>
            <ac:spMk id="8" creationId="{75861CFE-120C-4D69-A3F2-1D64F2BB2A9B}"/>
          </ac:spMkLst>
        </pc:spChg>
        <pc:spChg chg="add mod">
          <ac:chgData name="Teuku Raja Irfan Radarma" userId="cf428174-95ba-4576-8554-3a3b8ffa52b7" providerId="ADAL" clId="{D9DF5880-402D-47D0-89FB-D6E93FCFC015}" dt="2026-06-28T01:40:58.480" v="1140" actId="1076"/>
          <ac:spMkLst>
            <pc:docMk/>
            <pc:sldMk cId="3404562138" sldId="305"/>
            <ac:spMk id="11" creationId="{27D07FC7-CC35-4216-8EBD-1CF305D66300}"/>
          </ac:spMkLst>
        </pc:spChg>
        <pc:picChg chg="add mod">
          <ac:chgData name="Teuku Raja Irfan Radarma" userId="cf428174-95ba-4576-8554-3a3b8ffa52b7" providerId="ADAL" clId="{D9DF5880-402D-47D0-89FB-D6E93FCFC015}" dt="2026-06-28T01:40:36.502" v="1132" actId="1076"/>
          <ac:picMkLst>
            <pc:docMk/>
            <pc:sldMk cId="3404562138" sldId="305"/>
            <ac:picMk id="10" creationId="{AD51EF73-CCD7-434F-A05E-1D10B3B23199}"/>
          </ac:picMkLst>
        </pc:picChg>
      </pc:sldChg>
      <pc:sldChg chg="addSp delSp modSp mod">
        <pc:chgData name="Teuku Raja Irfan Radarma" userId="cf428174-95ba-4576-8554-3a3b8ffa52b7" providerId="ADAL" clId="{D9DF5880-402D-47D0-89FB-D6E93FCFC015}" dt="2026-06-28T02:00:19.355" v="1410"/>
        <pc:sldMkLst>
          <pc:docMk/>
          <pc:sldMk cId="3051451500" sldId="306"/>
        </pc:sldMkLst>
        <pc:spChg chg="mod">
          <ac:chgData name="Teuku Raja Irfan Radarma" userId="cf428174-95ba-4576-8554-3a3b8ffa52b7" providerId="ADAL" clId="{D9DF5880-402D-47D0-89FB-D6E93FCFC015}" dt="2026-06-28T01:44:49.884" v="1206" actId="20577"/>
          <ac:spMkLst>
            <pc:docMk/>
            <pc:sldMk cId="3051451500" sldId="306"/>
            <ac:spMk id="2" creationId="{31B9DD37-A529-C0FC-5CA8-591ADC5F0314}"/>
          </ac:spMkLst>
        </pc:spChg>
        <pc:spChg chg="add mod">
          <ac:chgData name="Teuku Raja Irfan Radarma" userId="cf428174-95ba-4576-8554-3a3b8ffa52b7" providerId="ADAL" clId="{D9DF5880-402D-47D0-89FB-D6E93FCFC015}" dt="2026-06-28T01:56:16.588" v="1288" actId="14100"/>
          <ac:spMkLst>
            <pc:docMk/>
            <pc:sldMk cId="3051451500" sldId="306"/>
            <ac:spMk id="3" creationId="{108DE137-52A3-47D6-820C-2A1C0A906A4C}"/>
          </ac:spMkLst>
        </pc:spChg>
        <pc:spChg chg="add mod">
          <ac:chgData name="Teuku Raja Irfan Radarma" userId="cf428174-95ba-4576-8554-3a3b8ffa52b7" providerId="ADAL" clId="{D9DF5880-402D-47D0-89FB-D6E93FCFC015}" dt="2026-06-28T01:45:58.852" v="1231" actId="1076"/>
          <ac:spMkLst>
            <pc:docMk/>
            <pc:sldMk cId="3051451500" sldId="306"/>
            <ac:spMk id="5" creationId="{1C7A7819-D966-4B57-8617-223A0F7DE1CF}"/>
          </ac:spMkLst>
        </pc:spChg>
        <pc:spChg chg="del mod">
          <ac:chgData name="Teuku Raja Irfan Radarma" userId="cf428174-95ba-4576-8554-3a3b8ffa52b7" providerId="ADAL" clId="{D9DF5880-402D-47D0-89FB-D6E93FCFC015}" dt="2026-06-28T01:45:18.079" v="1208" actId="478"/>
          <ac:spMkLst>
            <pc:docMk/>
            <pc:sldMk cId="3051451500" sldId="306"/>
            <ac:spMk id="6" creationId="{C6007249-6724-8E38-EC48-6E0C4748BD12}"/>
          </ac:spMkLst>
        </pc:spChg>
        <pc:spChg chg="add mod">
          <ac:chgData name="Teuku Raja Irfan Radarma" userId="cf428174-95ba-4576-8554-3a3b8ffa52b7" providerId="ADAL" clId="{D9DF5880-402D-47D0-89FB-D6E93FCFC015}" dt="2026-06-28T01:56:16.588" v="1288" actId="14100"/>
          <ac:spMkLst>
            <pc:docMk/>
            <pc:sldMk cId="3051451500" sldId="306"/>
            <ac:spMk id="7" creationId="{1886D78B-8D1C-4B35-876E-F77EAFF47937}"/>
          </ac:spMkLst>
        </pc:spChg>
        <pc:spChg chg="add mod">
          <ac:chgData name="Teuku Raja Irfan Radarma" userId="cf428174-95ba-4576-8554-3a3b8ffa52b7" providerId="ADAL" clId="{D9DF5880-402D-47D0-89FB-D6E93FCFC015}" dt="2026-06-28T01:46:24.161" v="1259" actId="1076"/>
          <ac:spMkLst>
            <pc:docMk/>
            <pc:sldMk cId="3051451500" sldId="306"/>
            <ac:spMk id="8" creationId="{B1E355B9-F216-436D-9F04-49173D10308E}"/>
          </ac:spMkLst>
        </pc:spChg>
        <pc:spChg chg="add mod">
          <ac:chgData name="Teuku Raja Irfan Radarma" userId="cf428174-95ba-4576-8554-3a3b8ffa52b7" providerId="ADAL" clId="{D9DF5880-402D-47D0-89FB-D6E93FCFC015}" dt="2026-06-28T01:56:16.588" v="1288" actId="14100"/>
          <ac:spMkLst>
            <pc:docMk/>
            <pc:sldMk cId="3051451500" sldId="306"/>
            <ac:spMk id="9" creationId="{03A39EBE-5D95-4B9C-95BB-1F02F08594B5}"/>
          </ac:spMkLst>
        </pc:spChg>
        <pc:spChg chg="add mod">
          <ac:chgData name="Teuku Raja Irfan Radarma" userId="cf428174-95ba-4576-8554-3a3b8ffa52b7" providerId="ADAL" clId="{D9DF5880-402D-47D0-89FB-D6E93FCFC015}" dt="2026-06-28T01:46:26.758" v="1260" actId="1076"/>
          <ac:spMkLst>
            <pc:docMk/>
            <pc:sldMk cId="3051451500" sldId="306"/>
            <ac:spMk id="10" creationId="{13909B7A-2AC9-48FD-9047-922A7103A9A8}"/>
          </ac:spMkLst>
        </pc:spChg>
        <pc:spChg chg="add mod">
          <ac:chgData name="Teuku Raja Irfan Radarma" userId="cf428174-95ba-4576-8554-3a3b8ffa52b7" providerId="ADAL" clId="{D9DF5880-402D-47D0-89FB-D6E93FCFC015}" dt="2026-06-28T01:59:33.375" v="1403" actId="113"/>
          <ac:spMkLst>
            <pc:docMk/>
            <pc:sldMk cId="3051451500" sldId="306"/>
            <ac:spMk id="16" creationId="{D4A7F2B1-4FA7-4EAC-B6DD-126C7FF063B1}"/>
          </ac:spMkLst>
        </pc:spChg>
        <pc:spChg chg="add mod">
          <ac:chgData name="Teuku Raja Irfan Radarma" userId="cf428174-95ba-4576-8554-3a3b8ffa52b7" providerId="ADAL" clId="{D9DF5880-402D-47D0-89FB-D6E93FCFC015}" dt="2026-06-28T01:59:50.629" v="1405" actId="14100"/>
          <ac:spMkLst>
            <pc:docMk/>
            <pc:sldMk cId="3051451500" sldId="306"/>
            <ac:spMk id="17" creationId="{8C1A5ADA-3418-4CBF-B1C6-50125421201B}"/>
          </ac:spMkLst>
        </pc:spChg>
        <pc:spChg chg="add mod">
          <ac:chgData name="Teuku Raja Irfan Radarma" userId="cf428174-95ba-4576-8554-3a3b8ffa52b7" providerId="ADAL" clId="{D9DF5880-402D-47D0-89FB-D6E93FCFC015}" dt="2026-06-28T02:00:19.355" v="1410"/>
          <ac:spMkLst>
            <pc:docMk/>
            <pc:sldMk cId="3051451500" sldId="306"/>
            <ac:spMk id="18" creationId="{2A5F5BC5-134A-45B6-BCEC-0E5402175417}"/>
          </ac:spMkLst>
        </pc:spChg>
        <pc:cxnChg chg="add mod">
          <ac:chgData name="Teuku Raja Irfan Radarma" userId="cf428174-95ba-4576-8554-3a3b8ffa52b7" providerId="ADAL" clId="{D9DF5880-402D-47D0-89FB-D6E93FCFC015}" dt="2026-06-28T01:46:44.685" v="1266" actId="1076"/>
          <ac:cxnSpMkLst>
            <pc:docMk/>
            <pc:sldMk cId="3051451500" sldId="306"/>
            <ac:cxnSpMk id="12" creationId="{AC931DA6-EE90-4BA2-A45D-E5AAD725908F}"/>
          </ac:cxnSpMkLst>
        </pc:cxnChg>
        <pc:cxnChg chg="add mod">
          <ac:chgData name="Teuku Raja Irfan Radarma" userId="cf428174-95ba-4576-8554-3a3b8ffa52b7" providerId="ADAL" clId="{D9DF5880-402D-47D0-89FB-D6E93FCFC015}" dt="2026-06-28T01:46:47.284" v="1267" actId="571"/>
          <ac:cxnSpMkLst>
            <pc:docMk/>
            <pc:sldMk cId="3051451500" sldId="306"/>
            <ac:cxnSpMk id="13" creationId="{F0792A78-BEAA-4BA7-975C-0BA5CD51A6CC}"/>
          </ac:cxnSpMkLst>
        </pc:cxnChg>
        <pc:cxnChg chg="add mod">
          <ac:chgData name="Teuku Raja Irfan Radarma" userId="cf428174-95ba-4576-8554-3a3b8ffa52b7" providerId="ADAL" clId="{D9DF5880-402D-47D0-89FB-D6E93FCFC015}" dt="2026-06-28T01:46:49.684" v="1268" actId="571"/>
          <ac:cxnSpMkLst>
            <pc:docMk/>
            <pc:sldMk cId="3051451500" sldId="306"/>
            <ac:cxnSpMk id="14" creationId="{9179AAB9-069D-417D-96CC-469236CA68F4}"/>
          </ac:cxnSpMkLst>
        </pc:cxnChg>
      </pc:sldChg>
      <pc:sldChg chg="del">
        <pc:chgData name="Teuku Raja Irfan Radarma" userId="cf428174-95ba-4576-8554-3a3b8ffa52b7" providerId="ADAL" clId="{D9DF5880-402D-47D0-89FB-D6E93FCFC015}" dt="2026-06-28T02:01:17.811" v="1427" actId="47"/>
        <pc:sldMkLst>
          <pc:docMk/>
          <pc:sldMk cId="4133513380" sldId="310"/>
        </pc:sldMkLst>
      </pc:sldChg>
      <pc:sldChg chg="modSp add del mod">
        <pc:chgData name="Teuku Raja Irfan Radarma" userId="cf428174-95ba-4576-8554-3a3b8ffa52b7" providerId="ADAL" clId="{D9DF5880-402D-47D0-89FB-D6E93FCFC015}" dt="2026-06-28T02:10:42.900" v="1486"/>
        <pc:sldMkLst>
          <pc:docMk/>
          <pc:sldMk cId="4085560915" sldId="339"/>
        </pc:sldMkLst>
        <pc:spChg chg="mod">
          <ac:chgData name="Teuku Raja Irfan Radarma" userId="cf428174-95ba-4576-8554-3a3b8ffa52b7" providerId="ADAL" clId="{D9DF5880-402D-47D0-89FB-D6E93FCFC015}" dt="2026-06-28T02:10:42.900" v="1486"/>
          <ac:spMkLst>
            <pc:docMk/>
            <pc:sldMk cId="4085560915" sldId="339"/>
            <ac:spMk id="2" creationId="{40965C82-5C7C-0F04-E2CA-D93C5FEAC3DC}"/>
          </ac:spMkLst>
        </pc:spChg>
      </pc:sldChg>
      <pc:sldChg chg="modSp add mod">
        <pc:chgData name="Teuku Raja Irfan Radarma" userId="cf428174-95ba-4576-8554-3a3b8ffa52b7" providerId="ADAL" clId="{D9DF5880-402D-47D0-89FB-D6E93FCFC015}" dt="2026-06-28T02:12:03.866" v="1573" actId="27636"/>
        <pc:sldMkLst>
          <pc:docMk/>
          <pc:sldMk cId="1131878590" sldId="340"/>
        </pc:sldMkLst>
        <pc:spChg chg="mod">
          <ac:chgData name="Teuku Raja Irfan Radarma" userId="cf428174-95ba-4576-8554-3a3b8ffa52b7" providerId="ADAL" clId="{D9DF5880-402D-47D0-89FB-D6E93FCFC015}" dt="2026-06-28T02:11:57.568" v="1567" actId="14100"/>
          <ac:spMkLst>
            <pc:docMk/>
            <pc:sldMk cId="1131878590" sldId="340"/>
            <ac:spMk id="2" creationId="{B42C3C28-98DB-058A-7B02-A883BCB542EF}"/>
          </ac:spMkLst>
        </pc:spChg>
        <pc:spChg chg="mod">
          <ac:chgData name="Teuku Raja Irfan Radarma" userId="cf428174-95ba-4576-8554-3a3b8ffa52b7" providerId="ADAL" clId="{D9DF5880-402D-47D0-89FB-D6E93FCFC015}" dt="2026-06-28T02:12:03.866" v="1573" actId="27636"/>
          <ac:spMkLst>
            <pc:docMk/>
            <pc:sldMk cId="1131878590" sldId="340"/>
            <ac:spMk id="3" creationId="{B23E9C5B-1FDD-EE9F-5086-D49A72149523}"/>
          </ac:spMkLst>
        </pc:spChg>
      </pc:sldChg>
      <pc:sldChg chg="modSp add mod">
        <pc:chgData name="Teuku Raja Irfan Radarma" userId="cf428174-95ba-4576-8554-3a3b8ffa52b7" providerId="ADAL" clId="{D9DF5880-402D-47D0-89FB-D6E93FCFC015}" dt="2026-06-28T02:11:40.316" v="1549" actId="27636"/>
        <pc:sldMkLst>
          <pc:docMk/>
          <pc:sldMk cId="3777954771" sldId="341"/>
        </pc:sldMkLst>
        <pc:spChg chg="mod">
          <ac:chgData name="Teuku Raja Irfan Radarma" userId="cf428174-95ba-4576-8554-3a3b8ffa52b7" providerId="ADAL" clId="{D9DF5880-402D-47D0-89FB-D6E93FCFC015}" dt="2026-06-28T02:11:40.316" v="1549" actId="27636"/>
          <ac:spMkLst>
            <pc:docMk/>
            <pc:sldMk cId="3777954771" sldId="341"/>
            <ac:spMk id="2" creationId="{59CF2A00-A725-3C8C-AC75-6FD531C17342}"/>
          </ac:spMkLst>
        </pc:spChg>
      </pc:sldChg>
      <pc:sldChg chg="modSp add mod">
        <pc:chgData name="Teuku Raja Irfan Radarma" userId="cf428174-95ba-4576-8554-3a3b8ffa52b7" providerId="ADAL" clId="{D9DF5880-402D-47D0-89FB-D6E93FCFC015}" dt="2026-06-28T02:14:29.928" v="1611" actId="1076"/>
        <pc:sldMkLst>
          <pc:docMk/>
          <pc:sldMk cId="2922654326" sldId="342"/>
        </pc:sldMkLst>
        <pc:spChg chg="mod">
          <ac:chgData name="Teuku Raja Irfan Radarma" userId="cf428174-95ba-4576-8554-3a3b8ffa52b7" providerId="ADAL" clId="{D9DF5880-402D-47D0-89FB-D6E93FCFC015}" dt="2026-06-28T02:12:33.540" v="1574" actId="14100"/>
          <ac:spMkLst>
            <pc:docMk/>
            <pc:sldMk cId="2922654326" sldId="342"/>
            <ac:spMk id="2" creationId="{5DEE3C2E-967A-C215-8D49-D470FF604327}"/>
          </ac:spMkLst>
        </pc:spChg>
        <pc:spChg chg="mod">
          <ac:chgData name="Teuku Raja Irfan Radarma" userId="cf428174-95ba-4576-8554-3a3b8ffa52b7" providerId="ADAL" clId="{D9DF5880-402D-47D0-89FB-D6E93FCFC015}" dt="2026-06-28T02:13:25.427" v="1589" actId="1076"/>
          <ac:spMkLst>
            <pc:docMk/>
            <pc:sldMk cId="2922654326" sldId="342"/>
            <ac:spMk id="3" creationId="{94347386-F2CD-BC8A-DDEB-A093457418A9}"/>
          </ac:spMkLst>
        </pc:spChg>
        <pc:spChg chg="mod">
          <ac:chgData name="Teuku Raja Irfan Radarma" userId="cf428174-95ba-4576-8554-3a3b8ffa52b7" providerId="ADAL" clId="{D9DF5880-402D-47D0-89FB-D6E93FCFC015}" dt="2026-06-28T02:14:29.928" v="1611" actId="1076"/>
          <ac:spMkLst>
            <pc:docMk/>
            <pc:sldMk cId="2922654326" sldId="342"/>
            <ac:spMk id="6" creationId="{7D7B407A-06F2-DAD4-4679-ABF1BEE7059E}"/>
          </ac:spMkLst>
        </pc:spChg>
        <pc:spChg chg="mod">
          <ac:chgData name="Teuku Raja Irfan Radarma" userId="cf428174-95ba-4576-8554-3a3b8ffa52b7" providerId="ADAL" clId="{D9DF5880-402D-47D0-89FB-D6E93FCFC015}" dt="2026-06-28T02:14:26.579" v="1610" actId="404"/>
          <ac:spMkLst>
            <pc:docMk/>
            <pc:sldMk cId="2922654326" sldId="342"/>
            <ac:spMk id="7" creationId="{07083490-7D9F-2C03-FCAC-8AB429230064}"/>
          </ac:spMkLst>
        </pc:spChg>
        <pc:spChg chg="mod ord">
          <ac:chgData name="Teuku Raja Irfan Radarma" userId="cf428174-95ba-4576-8554-3a3b8ffa52b7" providerId="ADAL" clId="{D9DF5880-402D-47D0-89FB-D6E93FCFC015}" dt="2026-06-28T02:14:14.206" v="1606" actId="1076"/>
          <ac:spMkLst>
            <pc:docMk/>
            <pc:sldMk cId="2922654326" sldId="342"/>
            <ac:spMk id="8" creationId="{E530DC8B-A961-A050-E092-EFA89405A559}"/>
          </ac:spMkLst>
        </pc:spChg>
        <pc:spChg chg="mod ord">
          <ac:chgData name="Teuku Raja Irfan Radarma" userId="cf428174-95ba-4576-8554-3a3b8ffa52b7" providerId="ADAL" clId="{D9DF5880-402D-47D0-89FB-D6E93FCFC015}" dt="2026-06-28T02:13:46.724" v="1597" actId="14100"/>
          <ac:spMkLst>
            <pc:docMk/>
            <pc:sldMk cId="2922654326" sldId="342"/>
            <ac:spMk id="12" creationId="{13C4E359-A040-1A7D-D291-DB98B9506BE8}"/>
          </ac:spMkLst>
        </pc:spChg>
        <pc:spChg chg="mod">
          <ac:chgData name="Teuku Raja Irfan Radarma" userId="cf428174-95ba-4576-8554-3a3b8ffa52b7" providerId="ADAL" clId="{D9DF5880-402D-47D0-89FB-D6E93FCFC015}" dt="2026-06-28T02:13:52.119" v="1599" actId="1076"/>
          <ac:spMkLst>
            <pc:docMk/>
            <pc:sldMk cId="2922654326" sldId="342"/>
            <ac:spMk id="13" creationId="{EBE946B2-23C7-37E1-DF0D-F161FBD93D2A}"/>
          </ac:spMkLst>
        </pc:spChg>
        <pc:spChg chg="mod">
          <ac:chgData name="Teuku Raja Irfan Radarma" userId="cf428174-95ba-4576-8554-3a3b8ffa52b7" providerId="ADAL" clId="{D9DF5880-402D-47D0-89FB-D6E93FCFC015}" dt="2026-06-28T02:13:44.932" v="1596" actId="1076"/>
          <ac:spMkLst>
            <pc:docMk/>
            <pc:sldMk cId="2922654326" sldId="342"/>
            <ac:spMk id="14" creationId="{C3F25ECC-96C6-A117-A7A3-2447368B51E1}"/>
          </ac:spMkLst>
        </pc:spChg>
      </pc:sldChg>
      <pc:sldChg chg="modSp add mod">
        <pc:chgData name="Teuku Raja Irfan Radarma" userId="cf428174-95ba-4576-8554-3a3b8ffa52b7" providerId="ADAL" clId="{D9DF5880-402D-47D0-89FB-D6E93FCFC015}" dt="2026-06-28T02:11:40.340" v="1551" actId="27636"/>
        <pc:sldMkLst>
          <pc:docMk/>
          <pc:sldMk cId="1984154171" sldId="343"/>
        </pc:sldMkLst>
        <pc:spChg chg="mod">
          <ac:chgData name="Teuku Raja Irfan Radarma" userId="cf428174-95ba-4576-8554-3a3b8ffa52b7" providerId="ADAL" clId="{D9DF5880-402D-47D0-89FB-D6E93FCFC015}" dt="2026-06-28T02:11:40.340" v="1551" actId="27636"/>
          <ac:spMkLst>
            <pc:docMk/>
            <pc:sldMk cId="1984154171" sldId="343"/>
            <ac:spMk id="2" creationId="{1402E16A-6BF7-8EF2-E219-A4250260CFF1}"/>
          </ac:spMkLst>
        </pc:spChg>
      </pc:sldChg>
      <pc:sldChg chg="modSp add mod">
        <pc:chgData name="Teuku Raja Irfan Radarma" userId="cf428174-95ba-4576-8554-3a3b8ffa52b7" providerId="ADAL" clId="{D9DF5880-402D-47D0-89FB-D6E93FCFC015}" dt="2026-06-28T02:11:40.342" v="1552" actId="27636"/>
        <pc:sldMkLst>
          <pc:docMk/>
          <pc:sldMk cId="720182622" sldId="344"/>
        </pc:sldMkLst>
        <pc:spChg chg="mod">
          <ac:chgData name="Teuku Raja Irfan Radarma" userId="cf428174-95ba-4576-8554-3a3b8ffa52b7" providerId="ADAL" clId="{D9DF5880-402D-47D0-89FB-D6E93FCFC015}" dt="2026-06-28T02:11:40.342" v="1552" actId="27636"/>
          <ac:spMkLst>
            <pc:docMk/>
            <pc:sldMk cId="720182622" sldId="344"/>
            <ac:spMk id="2" creationId="{31EADDA9-0DAD-D59D-CE21-8342D007B5BB}"/>
          </ac:spMkLst>
        </pc:spChg>
      </pc:sldChg>
      <pc:sldChg chg="modSp add mod">
        <pc:chgData name="Teuku Raja Irfan Radarma" userId="cf428174-95ba-4576-8554-3a3b8ffa52b7" providerId="ADAL" clId="{D9DF5880-402D-47D0-89FB-D6E93FCFC015}" dt="2026-06-28T02:11:53.322" v="1566" actId="27636"/>
        <pc:sldMkLst>
          <pc:docMk/>
          <pc:sldMk cId="1135567565" sldId="345"/>
        </pc:sldMkLst>
        <pc:spChg chg="mod">
          <ac:chgData name="Teuku Raja Irfan Radarma" userId="cf428174-95ba-4576-8554-3a3b8ffa52b7" providerId="ADAL" clId="{D9DF5880-402D-47D0-89FB-D6E93FCFC015}" dt="2026-06-28T02:11:51.479" v="1564" actId="14100"/>
          <ac:spMkLst>
            <pc:docMk/>
            <pc:sldMk cId="1135567565" sldId="345"/>
            <ac:spMk id="2" creationId="{5BB14FF2-4775-809F-F99C-F38B9367797A}"/>
          </ac:spMkLst>
        </pc:spChg>
        <pc:spChg chg="mod">
          <ac:chgData name="Teuku Raja Irfan Radarma" userId="cf428174-95ba-4576-8554-3a3b8ffa52b7" providerId="ADAL" clId="{D9DF5880-402D-47D0-89FB-D6E93FCFC015}" dt="2026-06-28T02:11:53.322" v="1566" actId="27636"/>
          <ac:spMkLst>
            <pc:docMk/>
            <pc:sldMk cId="1135567565" sldId="345"/>
            <ac:spMk id="3" creationId="{94BD0726-CD40-1A76-7ED7-16EADD301DAA}"/>
          </ac:spMkLst>
        </pc:spChg>
      </pc:sldChg>
      <pc:sldChg chg="modSp add mod">
        <pc:chgData name="Teuku Raja Irfan Radarma" userId="cf428174-95ba-4576-8554-3a3b8ffa52b7" providerId="ADAL" clId="{D9DF5880-402D-47D0-89FB-D6E93FCFC015}" dt="2026-06-28T02:15:08.001" v="1620" actId="14100"/>
        <pc:sldMkLst>
          <pc:docMk/>
          <pc:sldMk cId="1462807222" sldId="346"/>
        </pc:sldMkLst>
        <pc:spChg chg="mod">
          <ac:chgData name="Teuku Raja Irfan Radarma" userId="cf428174-95ba-4576-8554-3a3b8ffa52b7" providerId="ADAL" clId="{D9DF5880-402D-47D0-89FB-D6E93FCFC015}" dt="2026-06-28T02:15:06.543" v="1619" actId="14100"/>
          <ac:spMkLst>
            <pc:docMk/>
            <pc:sldMk cId="1462807222" sldId="346"/>
            <ac:spMk id="2" creationId="{29544D43-99A7-60C6-4847-D3883FE6B703}"/>
          </ac:spMkLst>
        </pc:spChg>
        <pc:spChg chg="mod">
          <ac:chgData name="Teuku Raja Irfan Radarma" userId="cf428174-95ba-4576-8554-3a3b8ffa52b7" providerId="ADAL" clId="{D9DF5880-402D-47D0-89FB-D6E93FCFC015}" dt="2026-06-28T02:15:08.001" v="1620" actId="14100"/>
          <ac:spMkLst>
            <pc:docMk/>
            <pc:sldMk cId="1462807222" sldId="346"/>
            <ac:spMk id="3" creationId="{463CDCED-1771-AF71-F46E-8513ACE3DD8A}"/>
          </ac:spMkLst>
        </pc:spChg>
      </pc:sldChg>
      <pc:sldChg chg="modSp add mod">
        <pc:chgData name="Teuku Raja Irfan Radarma" userId="cf428174-95ba-4576-8554-3a3b8ffa52b7" providerId="ADAL" clId="{D9DF5880-402D-47D0-89FB-D6E93FCFC015}" dt="2026-06-28T02:15:23.764" v="1621" actId="404"/>
        <pc:sldMkLst>
          <pc:docMk/>
          <pc:sldMk cId="357881007" sldId="347"/>
        </pc:sldMkLst>
        <pc:spChg chg="mod">
          <ac:chgData name="Teuku Raja Irfan Radarma" userId="cf428174-95ba-4576-8554-3a3b8ffa52b7" providerId="ADAL" clId="{D9DF5880-402D-47D0-89FB-D6E93FCFC015}" dt="2026-06-28T02:11:40.351" v="1555" actId="27636"/>
          <ac:spMkLst>
            <pc:docMk/>
            <pc:sldMk cId="357881007" sldId="347"/>
            <ac:spMk id="2" creationId="{57C1544F-2480-62C7-EF94-3D558973AA74}"/>
          </ac:spMkLst>
        </pc:spChg>
        <pc:spChg chg="mod">
          <ac:chgData name="Teuku Raja Irfan Radarma" userId="cf428174-95ba-4576-8554-3a3b8ffa52b7" providerId="ADAL" clId="{D9DF5880-402D-47D0-89FB-D6E93FCFC015}" dt="2026-06-28T02:15:23.764" v="1621" actId="404"/>
          <ac:spMkLst>
            <pc:docMk/>
            <pc:sldMk cId="357881007" sldId="347"/>
            <ac:spMk id="3" creationId="{F73A8A31-7939-9B91-68F1-0F1900A68525}"/>
          </ac:spMkLst>
        </pc:spChg>
      </pc:sldChg>
      <pc:sldChg chg="modSp add del mod">
        <pc:chgData name="Teuku Raja Irfan Radarma" userId="cf428174-95ba-4576-8554-3a3b8ffa52b7" providerId="ADAL" clId="{D9DF5880-402D-47D0-89FB-D6E93FCFC015}" dt="2026-06-28T02:15:47.072" v="1622" actId="47"/>
        <pc:sldMkLst>
          <pc:docMk/>
          <pc:sldMk cId="659791743" sldId="348"/>
        </pc:sldMkLst>
        <pc:spChg chg="mod">
          <ac:chgData name="Teuku Raja Irfan Radarma" userId="cf428174-95ba-4576-8554-3a3b8ffa52b7" providerId="ADAL" clId="{D9DF5880-402D-47D0-89FB-D6E93FCFC015}" dt="2026-06-28T02:11:40.354" v="1556" actId="27636"/>
          <ac:spMkLst>
            <pc:docMk/>
            <pc:sldMk cId="659791743" sldId="348"/>
            <ac:spMk id="2" creationId="{7B057AA4-5A9F-E408-F1D0-8974F87F9854}"/>
          </ac:spMkLst>
        </pc:spChg>
        <pc:spChg chg="mod">
          <ac:chgData name="Teuku Raja Irfan Radarma" userId="cf428174-95ba-4576-8554-3a3b8ffa52b7" providerId="ADAL" clId="{D9DF5880-402D-47D0-89FB-D6E93FCFC015}" dt="2026-06-28T02:11:40.227" v="1544"/>
          <ac:spMkLst>
            <pc:docMk/>
            <pc:sldMk cId="659791743" sldId="348"/>
            <ac:spMk id="4" creationId="{EA76BD42-F049-C91E-822D-00AE8C0B366F}"/>
          </ac:spMkLst>
        </pc:spChg>
      </pc:sldChg>
      <pc:sldChg chg="modSp add del mod">
        <pc:chgData name="Teuku Raja Irfan Radarma" userId="cf428174-95ba-4576-8554-3a3b8ffa52b7" providerId="ADAL" clId="{D9DF5880-402D-47D0-89FB-D6E93FCFC015}" dt="2026-06-28T02:15:47.072" v="1622" actId="47"/>
        <pc:sldMkLst>
          <pc:docMk/>
          <pc:sldMk cId="96428312" sldId="349"/>
        </pc:sldMkLst>
        <pc:spChg chg="mod">
          <ac:chgData name="Teuku Raja Irfan Radarma" userId="cf428174-95ba-4576-8554-3a3b8ffa52b7" providerId="ADAL" clId="{D9DF5880-402D-47D0-89FB-D6E93FCFC015}" dt="2026-06-28T02:11:40.356" v="1557" actId="27636"/>
          <ac:spMkLst>
            <pc:docMk/>
            <pc:sldMk cId="96428312" sldId="349"/>
            <ac:spMk id="2" creationId="{7448B2EF-A399-4F18-C81D-DC250B7F61AC}"/>
          </ac:spMkLst>
        </pc:spChg>
        <pc:spChg chg="mod">
          <ac:chgData name="Teuku Raja Irfan Radarma" userId="cf428174-95ba-4576-8554-3a3b8ffa52b7" providerId="ADAL" clId="{D9DF5880-402D-47D0-89FB-D6E93FCFC015}" dt="2026-06-28T02:11:40.227" v="1544"/>
          <ac:spMkLst>
            <pc:docMk/>
            <pc:sldMk cId="96428312" sldId="349"/>
            <ac:spMk id="4" creationId="{0B780532-3144-EF7D-8A27-962CEA1B5FF4}"/>
          </ac:spMkLst>
        </pc:spChg>
      </pc:sldChg>
      <pc:sldChg chg="modSp add del mod">
        <pc:chgData name="Teuku Raja Irfan Radarma" userId="cf428174-95ba-4576-8554-3a3b8ffa52b7" providerId="ADAL" clId="{D9DF5880-402D-47D0-89FB-D6E93FCFC015}" dt="2026-06-28T02:15:47.072" v="1622" actId="47"/>
        <pc:sldMkLst>
          <pc:docMk/>
          <pc:sldMk cId="1202587374" sldId="350"/>
        </pc:sldMkLst>
        <pc:spChg chg="mod">
          <ac:chgData name="Teuku Raja Irfan Radarma" userId="cf428174-95ba-4576-8554-3a3b8ffa52b7" providerId="ADAL" clId="{D9DF5880-402D-47D0-89FB-D6E93FCFC015}" dt="2026-06-28T02:11:40.363" v="1560" actId="27636"/>
          <ac:spMkLst>
            <pc:docMk/>
            <pc:sldMk cId="1202587374" sldId="350"/>
            <ac:spMk id="2" creationId="{CADFDED1-3E63-4CF8-1970-7B1C20706E48}"/>
          </ac:spMkLst>
        </pc:spChg>
        <pc:spChg chg="mod">
          <ac:chgData name="Teuku Raja Irfan Radarma" userId="cf428174-95ba-4576-8554-3a3b8ffa52b7" providerId="ADAL" clId="{D9DF5880-402D-47D0-89FB-D6E93FCFC015}" dt="2026-06-28T02:11:40.227" v="1544"/>
          <ac:spMkLst>
            <pc:docMk/>
            <pc:sldMk cId="1202587374" sldId="350"/>
            <ac:spMk id="4" creationId="{A31F5270-1E08-F572-50C2-51EAA7FE3C9E}"/>
          </ac:spMkLst>
        </pc:spChg>
      </pc:sldChg>
      <pc:sldChg chg="modSp add del mod">
        <pc:chgData name="Teuku Raja Irfan Radarma" userId="cf428174-95ba-4576-8554-3a3b8ffa52b7" providerId="ADAL" clId="{D9DF5880-402D-47D0-89FB-D6E93FCFC015}" dt="2026-06-28T02:16:48.938" v="1650"/>
        <pc:sldMkLst>
          <pc:docMk/>
          <pc:sldMk cId="1269188375" sldId="354"/>
        </pc:sldMkLst>
        <pc:spChg chg="mod">
          <ac:chgData name="Teuku Raja Irfan Radarma" userId="cf428174-95ba-4576-8554-3a3b8ffa52b7" providerId="ADAL" clId="{D9DF5880-402D-47D0-89FB-D6E93FCFC015}" dt="2026-06-28T02:16:48.938" v="1650"/>
          <ac:spMkLst>
            <pc:docMk/>
            <pc:sldMk cId="1269188375" sldId="354"/>
            <ac:spMk id="2" creationId="{13E22CE7-BFCC-44AE-3B9F-427D04846AE7}"/>
          </ac:spMkLst>
        </pc:spChg>
        <pc:spChg chg="mod">
          <ac:chgData name="Teuku Raja Irfan Radarma" userId="cf428174-95ba-4576-8554-3a3b8ffa52b7" providerId="ADAL" clId="{D9DF5880-402D-47D0-89FB-D6E93FCFC015}" dt="2026-06-28T02:16:48.078" v="1647"/>
          <ac:spMkLst>
            <pc:docMk/>
            <pc:sldMk cId="1269188375" sldId="354"/>
            <ac:spMk id="4" creationId="{3C20E9E8-2E18-7174-D3DE-EFD94AE4B977}"/>
          </ac:spMkLst>
        </pc:spChg>
      </pc:sldChg>
      <pc:sldChg chg="modSp add del mod">
        <pc:chgData name="Teuku Raja Irfan Radarma" userId="cf428174-95ba-4576-8554-3a3b8ffa52b7" providerId="ADAL" clId="{D9DF5880-402D-47D0-89FB-D6E93FCFC015}" dt="2026-06-28T02:15:47.072" v="1622" actId="47"/>
        <pc:sldMkLst>
          <pc:docMk/>
          <pc:sldMk cId="3446699931" sldId="355"/>
        </pc:sldMkLst>
        <pc:spChg chg="mod">
          <ac:chgData name="Teuku Raja Irfan Radarma" userId="cf428174-95ba-4576-8554-3a3b8ffa52b7" providerId="ADAL" clId="{D9DF5880-402D-47D0-89FB-D6E93FCFC015}" dt="2026-06-28T02:11:40.361" v="1559" actId="27636"/>
          <ac:spMkLst>
            <pc:docMk/>
            <pc:sldMk cId="3446699931" sldId="355"/>
            <ac:spMk id="2" creationId="{61BC0BFA-1C56-79DD-30B7-6C15A0897942}"/>
          </ac:spMkLst>
        </pc:spChg>
        <pc:spChg chg="mod">
          <ac:chgData name="Teuku Raja Irfan Radarma" userId="cf428174-95ba-4576-8554-3a3b8ffa52b7" providerId="ADAL" clId="{D9DF5880-402D-47D0-89FB-D6E93FCFC015}" dt="2026-06-28T02:11:40.227" v="1544"/>
          <ac:spMkLst>
            <pc:docMk/>
            <pc:sldMk cId="3446699931" sldId="355"/>
            <ac:spMk id="4" creationId="{4627A3D4-E566-163C-B563-AFB6105620BE}"/>
          </ac:spMkLst>
        </pc:spChg>
      </pc:sldChg>
      <pc:sldChg chg="modSp add del mod">
        <pc:chgData name="Teuku Raja Irfan Radarma" userId="cf428174-95ba-4576-8554-3a3b8ffa52b7" providerId="ADAL" clId="{D9DF5880-402D-47D0-89FB-D6E93FCFC015}" dt="2026-06-28T02:15:47.072" v="1622" actId="47"/>
        <pc:sldMkLst>
          <pc:docMk/>
          <pc:sldMk cId="2532558048" sldId="356"/>
        </pc:sldMkLst>
        <pc:spChg chg="mod">
          <ac:chgData name="Teuku Raja Irfan Radarma" userId="cf428174-95ba-4576-8554-3a3b8ffa52b7" providerId="ADAL" clId="{D9DF5880-402D-47D0-89FB-D6E93FCFC015}" dt="2026-06-28T02:11:40.368" v="1561" actId="27636"/>
          <ac:spMkLst>
            <pc:docMk/>
            <pc:sldMk cId="2532558048" sldId="356"/>
            <ac:spMk id="2" creationId="{D20CC177-37C2-B44A-0F38-F1CB8CCD84E8}"/>
          </ac:spMkLst>
        </pc:spChg>
        <pc:spChg chg="mod">
          <ac:chgData name="Teuku Raja Irfan Radarma" userId="cf428174-95ba-4576-8554-3a3b8ffa52b7" providerId="ADAL" clId="{D9DF5880-402D-47D0-89FB-D6E93FCFC015}" dt="2026-06-28T02:11:40.227" v="1544"/>
          <ac:spMkLst>
            <pc:docMk/>
            <pc:sldMk cId="2532558048" sldId="356"/>
            <ac:spMk id="4" creationId="{79BF53BC-6B08-E9ED-0CBD-86B1B5AD546F}"/>
          </ac:spMkLst>
        </pc:spChg>
      </pc:sldChg>
      <pc:sldChg chg="addSp delSp modSp mod">
        <pc:chgData name="Teuku Raja Irfan Radarma" userId="cf428174-95ba-4576-8554-3a3b8ffa52b7" providerId="ADAL" clId="{D9DF5880-402D-47D0-89FB-D6E93FCFC015}" dt="2026-06-28T02:01:15.820" v="1426" actId="478"/>
        <pc:sldMkLst>
          <pc:docMk/>
          <pc:sldMk cId="62413706" sldId="359"/>
        </pc:sldMkLst>
        <pc:spChg chg="mod">
          <ac:chgData name="Teuku Raja Irfan Radarma" userId="cf428174-95ba-4576-8554-3a3b8ffa52b7" providerId="ADAL" clId="{D9DF5880-402D-47D0-89FB-D6E93FCFC015}" dt="2026-06-28T02:01:12.425" v="1425" actId="20577"/>
          <ac:spMkLst>
            <pc:docMk/>
            <pc:sldMk cId="62413706" sldId="359"/>
            <ac:spMk id="2" creationId="{86D1BB63-4350-72A4-F5A6-7BC05C8ACCEA}"/>
          </ac:spMkLst>
        </pc:spChg>
        <pc:spChg chg="del">
          <ac:chgData name="Teuku Raja Irfan Radarma" userId="cf428174-95ba-4576-8554-3a3b8ffa52b7" providerId="ADAL" clId="{D9DF5880-402D-47D0-89FB-D6E93FCFC015}" dt="2026-06-28T02:01:15.820" v="1426" actId="478"/>
          <ac:spMkLst>
            <pc:docMk/>
            <pc:sldMk cId="62413706" sldId="359"/>
            <ac:spMk id="3" creationId="{10DAE108-9E44-567B-9E8A-3F62785A8106}"/>
          </ac:spMkLst>
        </pc:spChg>
        <pc:spChg chg="add mod">
          <ac:chgData name="Teuku Raja Irfan Radarma" userId="cf428174-95ba-4576-8554-3a3b8ffa52b7" providerId="ADAL" clId="{D9DF5880-402D-47D0-89FB-D6E93FCFC015}" dt="2026-06-28T02:01:15.820" v="1426" actId="478"/>
          <ac:spMkLst>
            <pc:docMk/>
            <pc:sldMk cId="62413706" sldId="359"/>
            <ac:spMk id="5" creationId="{CDABB48A-BC50-4B2D-B1DE-0C178146765A}"/>
          </ac:spMkLst>
        </pc:spChg>
      </pc:sldChg>
      <pc:sldChg chg="del">
        <pc:chgData name="Teuku Raja Irfan Radarma" userId="cf428174-95ba-4576-8554-3a3b8ffa52b7" providerId="ADAL" clId="{D9DF5880-402D-47D0-89FB-D6E93FCFC015}" dt="2026-06-28T02:15:52.217" v="1623" actId="47"/>
        <pc:sldMkLst>
          <pc:docMk/>
          <pc:sldMk cId="2404744056" sldId="360"/>
        </pc:sldMkLst>
      </pc:sldChg>
      <pc:sldChg chg="del">
        <pc:chgData name="Teuku Raja Irfan Radarma" userId="cf428174-95ba-4576-8554-3a3b8ffa52b7" providerId="ADAL" clId="{D9DF5880-402D-47D0-89FB-D6E93FCFC015}" dt="2026-06-28T02:15:52.217" v="1623" actId="47"/>
        <pc:sldMkLst>
          <pc:docMk/>
          <pc:sldMk cId="2842273901" sldId="361"/>
        </pc:sldMkLst>
      </pc:sldChg>
      <pc:sldChg chg="del">
        <pc:chgData name="Teuku Raja Irfan Radarma" userId="cf428174-95ba-4576-8554-3a3b8ffa52b7" providerId="ADAL" clId="{D9DF5880-402D-47D0-89FB-D6E93FCFC015}" dt="2026-06-28T02:15:52.217" v="1623" actId="47"/>
        <pc:sldMkLst>
          <pc:docMk/>
          <pc:sldMk cId="2948661724" sldId="362"/>
        </pc:sldMkLst>
      </pc:sldChg>
      <pc:sldChg chg="modSp mod">
        <pc:chgData name="Teuku Raja Irfan Radarma" userId="cf428174-95ba-4576-8554-3a3b8ffa52b7" providerId="ADAL" clId="{D9DF5880-402D-47D0-89FB-D6E93FCFC015}" dt="2026-06-28T02:11:28.805" v="1543" actId="20577"/>
        <pc:sldMkLst>
          <pc:docMk/>
          <pc:sldMk cId="1044276249" sldId="363"/>
        </pc:sldMkLst>
        <pc:spChg chg="mod">
          <ac:chgData name="Teuku Raja Irfan Radarma" userId="cf428174-95ba-4576-8554-3a3b8ffa52b7" providerId="ADAL" clId="{D9DF5880-402D-47D0-89FB-D6E93FCFC015}" dt="2026-06-28T02:01:30.962" v="1440" actId="20577"/>
          <ac:spMkLst>
            <pc:docMk/>
            <pc:sldMk cId="1044276249" sldId="363"/>
            <ac:spMk id="2" creationId="{A125681A-45A2-7128-DE7A-C52014C27119}"/>
          </ac:spMkLst>
        </pc:spChg>
        <pc:spChg chg="mod">
          <ac:chgData name="Teuku Raja Irfan Radarma" userId="cf428174-95ba-4576-8554-3a3b8ffa52b7" providerId="ADAL" clId="{D9DF5880-402D-47D0-89FB-D6E93FCFC015}" dt="2026-06-28T02:11:28.805" v="1543" actId="20577"/>
          <ac:spMkLst>
            <pc:docMk/>
            <pc:sldMk cId="1044276249" sldId="363"/>
            <ac:spMk id="6" creationId="{00CA8178-C5D9-B7AC-2EB9-8CAE37EAAF27}"/>
          </ac:spMkLst>
        </pc:spChg>
      </pc:sldChg>
      <pc:sldChg chg="del">
        <pc:chgData name="Teuku Raja Irfan Radarma" userId="cf428174-95ba-4576-8554-3a3b8ffa52b7" providerId="ADAL" clId="{D9DF5880-402D-47D0-89FB-D6E93FCFC015}" dt="2026-06-28T02:15:52.217" v="1623" actId="47"/>
        <pc:sldMkLst>
          <pc:docMk/>
          <pc:sldMk cId="3369179900" sldId="364"/>
        </pc:sldMkLst>
      </pc:sldChg>
      <pc:sldChg chg="modSp new mod">
        <pc:chgData name="Teuku Raja Irfan Radarma" userId="cf428174-95ba-4576-8554-3a3b8ffa52b7" providerId="ADAL" clId="{D9DF5880-402D-47D0-89FB-D6E93FCFC015}" dt="2026-06-28T02:16:06.015" v="1633" actId="20577"/>
        <pc:sldMkLst>
          <pc:docMk/>
          <pc:sldMk cId="3847381933" sldId="364"/>
        </pc:sldMkLst>
        <pc:spChg chg="mod">
          <ac:chgData name="Teuku Raja Irfan Radarma" userId="cf428174-95ba-4576-8554-3a3b8ffa52b7" providerId="ADAL" clId="{D9DF5880-402D-47D0-89FB-D6E93FCFC015}" dt="2026-06-28T02:15:57.811" v="1625"/>
          <ac:spMkLst>
            <pc:docMk/>
            <pc:sldMk cId="3847381933" sldId="364"/>
            <ac:spMk id="2" creationId="{51C79B42-FFE1-4F83-BE42-4BF3AE1B4976}"/>
          </ac:spMkLst>
        </pc:spChg>
        <pc:spChg chg="mod">
          <ac:chgData name="Teuku Raja Irfan Radarma" userId="cf428174-95ba-4576-8554-3a3b8ffa52b7" providerId="ADAL" clId="{D9DF5880-402D-47D0-89FB-D6E93FCFC015}" dt="2026-06-28T02:16:06.015" v="1633" actId="20577"/>
          <ac:spMkLst>
            <pc:docMk/>
            <pc:sldMk cId="3847381933" sldId="364"/>
            <ac:spMk id="4" creationId="{250782B0-03B3-4FDA-8DD5-62BB856B6629}"/>
          </ac:spMkLst>
        </pc:spChg>
      </pc:sldChg>
      <pc:sldChg chg="addSp modSp add mod">
        <pc:chgData name="Teuku Raja Irfan Radarma" userId="cf428174-95ba-4576-8554-3a3b8ffa52b7" providerId="ADAL" clId="{D9DF5880-402D-47D0-89FB-D6E93FCFC015}" dt="2026-06-28T02:16:36.962" v="1646" actId="1076"/>
        <pc:sldMkLst>
          <pc:docMk/>
          <pc:sldMk cId="944649271" sldId="365"/>
        </pc:sldMkLst>
        <pc:spChg chg="mod">
          <ac:chgData name="Teuku Raja Irfan Radarma" userId="cf428174-95ba-4576-8554-3a3b8ffa52b7" providerId="ADAL" clId="{D9DF5880-402D-47D0-89FB-D6E93FCFC015}" dt="2026-06-28T02:16:11.640" v="1635"/>
          <ac:spMkLst>
            <pc:docMk/>
            <pc:sldMk cId="944649271" sldId="365"/>
            <ac:spMk id="2" creationId="{51C79B42-FFE1-4F83-BE42-4BF3AE1B4976}"/>
          </ac:spMkLst>
        </pc:spChg>
        <pc:spChg chg="mod">
          <ac:chgData name="Teuku Raja Irfan Radarma" userId="cf428174-95ba-4576-8554-3a3b8ffa52b7" providerId="ADAL" clId="{D9DF5880-402D-47D0-89FB-D6E93FCFC015}" dt="2026-06-28T02:16:23.008" v="1641" actId="27636"/>
          <ac:spMkLst>
            <pc:docMk/>
            <pc:sldMk cId="944649271" sldId="365"/>
            <ac:spMk id="4" creationId="{250782B0-03B3-4FDA-8DD5-62BB856B6629}"/>
          </ac:spMkLst>
        </pc:spChg>
        <pc:spChg chg="add mod">
          <ac:chgData name="Teuku Raja Irfan Radarma" userId="cf428174-95ba-4576-8554-3a3b8ffa52b7" providerId="ADAL" clId="{D9DF5880-402D-47D0-89FB-D6E93FCFC015}" dt="2026-06-28T02:16:36.962" v="1646" actId="1076"/>
          <ac:spMkLst>
            <pc:docMk/>
            <pc:sldMk cId="944649271" sldId="365"/>
            <ac:spMk id="6" creationId="{BC5E97B6-C7C5-42F8-ABB1-7D4108AB5D7A}"/>
          </ac:spMkLst>
        </pc:spChg>
      </pc:sldChg>
      <pc:sldChg chg="addSp delSp modSp add mod">
        <pc:chgData name="Teuku Raja Irfan Radarma" userId="cf428174-95ba-4576-8554-3a3b8ffa52b7" providerId="ADAL" clId="{D9DF5880-402D-47D0-89FB-D6E93FCFC015}" dt="2026-06-28T02:19:52.738" v="1708" actId="20577"/>
        <pc:sldMkLst>
          <pc:docMk/>
          <pc:sldMk cId="2181044874" sldId="366"/>
        </pc:sldMkLst>
        <pc:spChg chg="mod">
          <ac:chgData name="Teuku Raja Irfan Radarma" userId="cf428174-95ba-4576-8554-3a3b8ffa52b7" providerId="ADAL" clId="{D9DF5880-402D-47D0-89FB-D6E93FCFC015}" dt="2026-06-28T02:19:52.738" v="1708" actId="20577"/>
          <ac:spMkLst>
            <pc:docMk/>
            <pc:sldMk cId="2181044874" sldId="366"/>
            <ac:spMk id="2" creationId="{51C79B42-FFE1-4F83-BE42-4BF3AE1B4976}"/>
          </ac:spMkLst>
        </pc:spChg>
        <pc:spChg chg="mod">
          <ac:chgData name="Teuku Raja Irfan Radarma" userId="cf428174-95ba-4576-8554-3a3b8ffa52b7" providerId="ADAL" clId="{D9DF5880-402D-47D0-89FB-D6E93FCFC015}" dt="2026-06-28T02:19:08.669" v="1695" actId="404"/>
          <ac:spMkLst>
            <pc:docMk/>
            <pc:sldMk cId="2181044874" sldId="366"/>
            <ac:spMk id="4" creationId="{250782B0-03B3-4FDA-8DD5-62BB856B6629}"/>
          </ac:spMkLst>
        </pc:spChg>
        <pc:spChg chg="del mod">
          <ac:chgData name="Teuku Raja Irfan Radarma" userId="cf428174-95ba-4576-8554-3a3b8ffa52b7" providerId="ADAL" clId="{D9DF5880-402D-47D0-89FB-D6E93FCFC015}" dt="2026-06-28T02:18:15.645" v="1681" actId="478"/>
          <ac:spMkLst>
            <pc:docMk/>
            <pc:sldMk cId="2181044874" sldId="366"/>
            <ac:spMk id="6" creationId="{BC5E97B6-C7C5-42F8-ABB1-7D4108AB5D7A}"/>
          </ac:spMkLst>
        </pc:spChg>
        <pc:spChg chg="add mod">
          <ac:chgData name="Teuku Raja Irfan Radarma" userId="cf428174-95ba-4576-8554-3a3b8ffa52b7" providerId="ADAL" clId="{D9DF5880-402D-47D0-89FB-D6E93FCFC015}" dt="2026-06-28T02:19:16.857" v="1696" actId="1076"/>
          <ac:spMkLst>
            <pc:docMk/>
            <pc:sldMk cId="2181044874" sldId="366"/>
            <ac:spMk id="8" creationId="{63B19191-23FE-4C60-A571-EDE3AC09162E}"/>
          </ac:spMkLst>
        </pc:spChg>
        <pc:spChg chg="add mod">
          <ac:chgData name="Teuku Raja Irfan Radarma" userId="cf428174-95ba-4576-8554-3a3b8ffa52b7" providerId="ADAL" clId="{D9DF5880-402D-47D0-89FB-D6E93FCFC015}" dt="2026-06-28T02:19:16.857" v="1696" actId="1076"/>
          <ac:spMkLst>
            <pc:docMk/>
            <pc:sldMk cId="2181044874" sldId="366"/>
            <ac:spMk id="9" creationId="{B98D5236-FF7D-44FC-93D8-9044C4F908E5}"/>
          </ac:spMkLst>
        </pc:spChg>
        <pc:spChg chg="add mod">
          <ac:chgData name="Teuku Raja Irfan Radarma" userId="cf428174-95ba-4576-8554-3a3b8ffa52b7" providerId="ADAL" clId="{D9DF5880-402D-47D0-89FB-D6E93FCFC015}" dt="2026-06-28T02:19:33.156" v="1700" actId="1076"/>
          <ac:spMkLst>
            <pc:docMk/>
            <pc:sldMk cId="2181044874" sldId="366"/>
            <ac:spMk id="12" creationId="{A1FEF3B2-BAF2-436E-B92E-1457A05A7702}"/>
          </ac:spMkLst>
        </pc:spChg>
        <pc:graphicFrameChg chg="add del mod">
          <ac:chgData name="Teuku Raja Irfan Radarma" userId="cf428174-95ba-4576-8554-3a3b8ffa52b7" providerId="ADAL" clId="{D9DF5880-402D-47D0-89FB-D6E93FCFC015}" dt="2026-06-28T02:17:58.648" v="1671" actId="478"/>
          <ac:graphicFrameMkLst>
            <pc:docMk/>
            <pc:sldMk cId="2181044874" sldId="366"/>
            <ac:graphicFrameMk id="7" creationId="{CD03DCF1-BBCA-4FC3-9839-DDD9A7DDF7EE}"/>
          </ac:graphicFrameMkLst>
        </pc:graphicFrameChg>
        <pc:graphicFrameChg chg="add mod">
          <ac:chgData name="Teuku Raja Irfan Radarma" userId="cf428174-95ba-4576-8554-3a3b8ffa52b7" providerId="ADAL" clId="{D9DF5880-402D-47D0-89FB-D6E93FCFC015}" dt="2026-06-28T02:19:19.825" v="1697" actId="1076"/>
          <ac:graphicFrameMkLst>
            <pc:docMk/>
            <pc:sldMk cId="2181044874" sldId="366"/>
            <ac:graphicFrameMk id="10" creationId="{7EA2C2AA-EC8A-4100-987B-DE0AE0A22B4C}"/>
          </ac:graphicFrameMkLst>
        </pc:graphicFrameChg>
      </pc:sldChg>
      <pc:sldChg chg="modSp add mod ord">
        <pc:chgData name="Teuku Raja Irfan Radarma" userId="cf428174-95ba-4576-8554-3a3b8ffa52b7" providerId="ADAL" clId="{D9DF5880-402D-47D0-89FB-D6E93FCFC015}" dt="2026-06-28T02:19:49.511" v="1705" actId="20577"/>
        <pc:sldMkLst>
          <pc:docMk/>
          <pc:sldMk cId="2730908032" sldId="367"/>
        </pc:sldMkLst>
        <pc:spChg chg="mod">
          <ac:chgData name="Teuku Raja Irfan Radarma" userId="cf428174-95ba-4576-8554-3a3b8ffa52b7" providerId="ADAL" clId="{D9DF5880-402D-47D0-89FB-D6E93FCFC015}" dt="2026-06-28T02:19:49.511" v="1705" actId="20577"/>
          <ac:spMkLst>
            <pc:docMk/>
            <pc:sldMk cId="2730908032" sldId="367"/>
            <ac:spMk id="2" creationId="{51C79B42-FFE1-4F83-BE42-4BF3AE1B4976}"/>
          </ac:spMkLst>
        </pc:spChg>
      </pc:sldChg>
      <pc:sldChg chg="addSp delSp modSp add mod ord">
        <pc:chgData name="Teuku Raja Irfan Radarma" userId="cf428174-95ba-4576-8554-3a3b8ffa52b7" providerId="ADAL" clId="{D9DF5880-402D-47D0-89FB-D6E93FCFC015}" dt="2026-06-28T02:21:02.152" v="1733" actId="113"/>
        <pc:sldMkLst>
          <pc:docMk/>
          <pc:sldMk cId="487826166" sldId="368"/>
        </pc:sldMkLst>
        <pc:spChg chg="mod">
          <ac:chgData name="Teuku Raja Irfan Radarma" userId="cf428174-95ba-4576-8554-3a3b8ffa52b7" providerId="ADAL" clId="{D9DF5880-402D-47D0-89FB-D6E93FCFC015}" dt="2026-06-28T02:20:22.438" v="1719" actId="14100"/>
          <ac:spMkLst>
            <pc:docMk/>
            <pc:sldMk cId="487826166" sldId="368"/>
            <ac:spMk id="2" creationId="{51C79B42-FFE1-4F83-BE42-4BF3AE1B4976}"/>
          </ac:spMkLst>
        </pc:spChg>
        <pc:spChg chg="mod">
          <ac:chgData name="Teuku Raja Irfan Radarma" userId="cf428174-95ba-4576-8554-3a3b8ffa52b7" providerId="ADAL" clId="{D9DF5880-402D-47D0-89FB-D6E93FCFC015}" dt="2026-06-28T02:20:24.424" v="1720" actId="1076"/>
          <ac:spMkLst>
            <pc:docMk/>
            <pc:sldMk cId="487826166" sldId="368"/>
            <ac:spMk id="4" creationId="{250782B0-03B3-4FDA-8DD5-62BB856B6629}"/>
          </ac:spMkLst>
        </pc:spChg>
        <pc:spChg chg="del">
          <ac:chgData name="Teuku Raja Irfan Radarma" userId="cf428174-95ba-4576-8554-3a3b8ffa52b7" providerId="ADAL" clId="{D9DF5880-402D-47D0-89FB-D6E93FCFC015}" dt="2026-06-28T02:20:27.088" v="1721" actId="478"/>
          <ac:spMkLst>
            <pc:docMk/>
            <pc:sldMk cId="487826166" sldId="368"/>
            <ac:spMk id="6" creationId="{BC5E97B6-C7C5-42F8-ABB1-7D4108AB5D7A}"/>
          </ac:spMkLst>
        </pc:spChg>
        <pc:spChg chg="add mod">
          <ac:chgData name="Teuku Raja Irfan Radarma" userId="cf428174-95ba-4576-8554-3a3b8ffa52b7" providerId="ADAL" clId="{D9DF5880-402D-47D0-89FB-D6E93FCFC015}" dt="2026-06-28T02:21:02.152" v="1733" actId="113"/>
          <ac:spMkLst>
            <pc:docMk/>
            <pc:sldMk cId="487826166" sldId="368"/>
            <ac:spMk id="8" creationId="{1BABC0AF-AC32-46EF-8A76-0BDC1EB76D15}"/>
          </ac:spMkLst>
        </pc:spChg>
        <pc:spChg chg="add mod">
          <ac:chgData name="Teuku Raja Irfan Radarma" userId="cf428174-95ba-4576-8554-3a3b8ffa52b7" providerId="ADAL" clId="{D9DF5880-402D-47D0-89FB-D6E93FCFC015}" dt="2026-06-28T02:21:00.671" v="1732" actId="207"/>
          <ac:spMkLst>
            <pc:docMk/>
            <pc:sldMk cId="487826166" sldId="368"/>
            <ac:spMk id="10" creationId="{59626FBF-76AD-485A-9741-DF752391AA24}"/>
          </ac:spMkLst>
        </pc:spChg>
        <pc:graphicFrameChg chg="add mod modGraphic">
          <ac:chgData name="Teuku Raja Irfan Radarma" userId="cf428174-95ba-4576-8554-3a3b8ffa52b7" providerId="ADAL" clId="{D9DF5880-402D-47D0-89FB-D6E93FCFC015}" dt="2026-06-28T02:20:39.425" v="1725" actId="404"/>
          <ac:graphicFrameMkLst>
            <pc:docMk/>
            <pc:sldMk cId="487826166" sldId="368"/>
            <ac:graphicFrameMk id="7" creationId="{B97C85B0-C96C-4934-9F43-6EC76DB26D11}"/>
          </ac:graphicFrameMkLst>
        </pc:graphicFrameChg>
        <pc:graphicFrameChg chg="add mod modGraphic">
          <ac:chgData name="Teuku Raja Irfan Radarma" userId="cf428174-95ba-4576-8554-3a3b8ffa52b7" providerId="ADAL" clId="{D9DF5880-402D-47D0-89FB-D6E93FCFC015}" dt="2026-06-28T02:20:56.068" v="1729" actId="1076"/>
          <ac:graphicFrameMkLst>
            <pc:docMk/>
            <pc:sldMk cId="487826166" sldId="368"/>
            <ac:graphicFrameMk id="9" creationId="{99F911F0-2D6F-4EE6-BFE7-1F3C65AA554A}"/>
          </ac:graphicFrameMkLst>
        </pc:graphicFrameChg>
      </pc:sldChg>
      <pc:sldChg chg="modSp new mod">
        <pc:chgData name="Teuku Raja Irfan Radarma" userId="cf428174-95ba-4576-8554-3a3b8ffa52b7" providerId="ADAL" clId="{D9DF5880-402D-47D0-89FB-D6E93FCFC015}" dt="2026-06-28T05:32:44.666" v="1745" actId="20577"/>
        <pc:sldMkLst>
          <pc:docMk/>
          <pc:sldMk cId="1151204020" sldId="369"/>
        </pc:sldMkLst>
        <pc:spChg chg="mod">
          <ac:chgData name="Teuku Raja Irfan Radarma" userId="cf428174-95ba-4576-8554-3a3b8ffa52b7" providerId="ADAL" clId="{D9DF5880-402D-47D0-89FB-D6E93FCFC015}" dt="2026-06-28T05:32:44.666" v="1745" actId="20577"/>
          <ac:spMkLst>
            <pc:docMk/>
            <pc:sldMk cId="1151204020" sldId="369"/>
            <ac:spMk id="2" creationId="{3A59AE05-A5B7-4330-8AB0-20E642A71C48}"/>
          </ac:spMkLst>
        </pc:spChg>
      </pc:sldChg>
      <pc:sldChg chg="addSp delSp modSp new mod">
        <pc:chgData name="Teuku Raja Irfan Radarma" userId="cf428174-95ba-4576-8554-3a3b8ffa52b7" providerId="ADAL" clId="{D9DF5880-402D-47D0-89FB-D6E93FCFC015}" dt="2026-06-28T05:37:03.047" v="1928" actId="403"/>
        <pc:sldMkLst>
          <pc:docMk/>
          <pc:sldMk cId="3829027960" sldId="370"/>
        </pc:sldMkLst>
        <pc:spChg chg="mod">
          <ac:chgData name="Teuku Raja Irfan Radarma" userId="cf428174-95ba-4576-8554-3a3b8ffa52b7" providerId="ADAL" clId="{D9DF5880-402D-47D0-89FB-D6E93FCFC015}" dt="2026-06-28T05:36:01.606" v="1815" actId="20577"/>
          <ac:spMkLst>
            <pc:docMk/>
            <pc:sldMk cId="3829027960" sldId="370"/>
            <ac:spMk id="2" creationId="{9D855F9C-6E7A-466A-A5B1-E1C9E8A58291}"/>
          </ac:spMkLst>
        </pc:spChg>
        <pc:spChg chg="del">
          <ac:chgData name="Teuku Raja Irfan Radarma" userId="cf428174-95ba-4576-8554-3a3b8ffa52b7" providerId="ADAL" clId="{D9DF5880-402D-47D0-89FB-D6E93FCFC015}" dt="2026-06-28T05:34:46.271" v="1747"/>
          <ac:spMkLst>
            <pc:docMk/>
            <pc:sldMk cId="3829027960" sldId="370"/>
            <ac:spMk id="3" creationId="{9B076EE7-97BA-4578-8287-F32AD34C9380}"/>
          </ac:spMkLst>
        </pc:spChg>
        <pc:spChg chg="add mod">
          <ac:chgData name="Teuku Raja Irfan Radarma" userId="cf428174-95ba-4576-8554-3a3b8ffa52b7" providerId="ADAL" clId="{D9DF5880-402D-47D0-89FB-D6E93FCFC015}" dt="2026-06-28T05:37:03.047" v="1928" actId="403"/>
          <ac:spMkLst>
            <pc:docMk/>
            <pc:sldMk cId="3829027960" sldId="370"/>
            <ac:spMk id="5" creationId="{A85AB1AB-D47F-4BFB-BB5F-E0AC3D606081}"/>
          </ac:spMkLst>
        </pc:spChg>
        <pc:picChg chg="add mod">
          <ac:chgData name="Teuku Raja Irfan Radarma" userId="cf428174-95ba-4576-8554-3a3b8ffa52b7" providerId="ADAL" clId="{D9DF5880-402D-47D0-89FB-D6E93FCFC015}" dt="2026-06-28T05:36:06.724" v="1818" actId="1076"/>
          <ac:picMkLst>
            <pc:docMk/>
            <pc:sldMk cId="3829027960" sldId="370"/>
            <ac:picMk id="2050" creationId="{D27837D3-8F9F-4284-9850-B6E768526BD3}"/>
          </ac:picMkLst>
        </pc:picChg>
      </pc:sldChg>
      <pc:sldChg chg="new del">
        <pc:chgData name="Teuku Raja Irfan Radarma" userId="cf428174-95ba-4576-8554-3a3b8ffa52b7" providerId="ADAL" clId="{D9DF5880-402D-47D0-89FB-D6E93FCFC015}" dt="2026-06-28T05:37:39.489" v="1932" actId="47"/>
        <pc:sldMkLst>
          <pc:docMk/>
          <pc:sldMk cId="2719506922" sldId="371"/>
        </pc:sldMkLst>
      </pc:sldChg>
      <pc:sldChg chg="del">
        <pc:chgData name="Teuku Raja Irfan Radarma" userId="cf428174-95ba-4576-8554-3a3b8ffa52b7" providerId="ADAL" clId="{D9DF5880-402D-47D0-89FB-D6E93FCFC015}" dt="2026-06-28T02:15:52.217" v="1623" actId="47"/>
        <pc:sldMkLst>
          <pc:docMk/>
          <pc:sldMk cId="3887449466" sldId="374"/>
        </pc:sldMkLst>
      </pc:sldChg>
      <pc:sldChg chg="del">
        <pc:chgData name="Teuku Raja Irfan Radarma" userId="cf428174-95ba-4576-8554-3a3b8ffa52b7" providerId="ADAL" clId="{D9DF5880-402D-47D0-89FB-D6E93FCFC015}" dt="2026-06-28T02:15:52.217" v="1623" actId="47"/>
        <pc:sldMkLst>
          <pc:docMk/>
          <pc:sldMk cId="3681168979" sldId="375"/>
        </pc:sldMkLst>
      </pc:sldChg>
      <pc:sldChg chg="modSp add mod">
        <pc:chgData name="Teuku Raja Irfan Radarma" userId="cf428174-95ba-4576-8554-3a3b8ffa52b7" providerId="ADAL" clId="{D9DF5880-402D-47D0-89FB-D6E93FCFC015}" dt="2026-06-28T05:49:10.991" v="1956" actId="27636"/>
        <pc:sldMkLst>
          <pc:docMk/>
          <pc:sldMk cId="2218598090" sldId="387"/>
        </pc:sldMkLst>
        <pc:spChg chg="mod">
          <ac:chgData name="Teuku Raja Irfan Radarma" userId="cf428174-95ba-4576-8554-3a3b8ffa52b7" providerId="ADAL" clId="{D9DF5880-402D-47D0-89FB-D6E93FCFC015}" dt="2026-06-28T05:49:10.991" v="1956" actId="27636"/>
          <ac:spMkLst>
            <pc:docMk/>
            <pc:sldMk cId="2218598090" sldId="387"/>
            <ac:spMk id="2" creationId="{10E14A1B-F47E-7DE7-2566-814ACC4E1DC9}"/>
          </ac:spMkLst>
        </pc:spChg>
      </pc:sldChg>
      <pc:sldChg chg="del">
        <pc:chgData name="Teuku Raja Irfan Radarma" userId="cf428174-95ba-4576-8554-3a3b8ffa52b7" providerId="ADAL" clId="{D9DF5880-402D-47D0-89FB-D6E93FCFC015}" dt="2026-06-28T02:15:52.217" v="1623" actId="47"/>
        <pc:sldMkLst>
          <pc:docMk/>
          <pc:sldMk cId="24033230" sldId="393"/>
        </pc:sldMkLst>
      </pc:sldChg>
      <pc:sldChg chg="del">
        <pc:chgData name="Teuku Raja Irfan Radarma" userId="cf428174-95ba-4576-8554-3a3b8ffa52b7" providerId="ADAL" clId="{D9DF5880-402D-47D0-89FB-D6E93FCFC015}" dt="2026-06-28T02:15:52.217" v="1623" actId="47"/>
        <pc:sldMkLst>
          <pc:docMk/>
          <pc:sldMk cId="6759311" sldId="394"/>
        </pc:sldMkLst>
      </pc:sldChg>
      <pc:sldChg chg="del">
        <pc:chgData name="Teuku Raja Irfan Radarma" userId="cf428174-95ba-4576-8554-3a3b8ffa52b7" providerId="ADAL" clId="{D9DF5880-402D-47D0-89FB-D6E93FCFC015}" dt="2026-06-28T02:15:52.217" v="1623" actId="47"/>
        <pc:sldMkLst>
          <pc:docMk/>
          <pc:sldMk cId="4233368658" sldId="395"/>
        </pc:sldMkLst>
      </pc:sldChg>
      <pc:sldChg chg="del">
        <pc:chgData name="Teuku Raja Irfan Radarma" userId="cf428174-95ba-4576-8554-3a3b8ffa52b7" providerId="ADAL" clId="{D9DF5880-402D-47D0-89FB-D6E93FCFC015}" dt="2026-06-28T02:15:52.217" v="1623" actId="47"/>
        <pc:sldMkLst>
          <pc:docMk/>
          <pc:sldMk cId="2926703991" sldId="396"/>
        </pc:sldMkLst>
      </pc:sldChg>
      <pc:sldChg chg="del">
        <pc:chgData name="Teuku Raja Irfan Radarma" userId="cf428174-95ba-4576-8554-3a3b8ffa52b7" providerId="ADAL" clId="{D9DF5880-402D-47D0-89FB-D6E93FCFC015}" dt="2026-06-28T02:15:52.217" v="1623" actId="47"/>
        <pc:sldMkLst>
          <pc:docMk/>
          <pc:sldMk cId="3567308655" sldId="397"/>
        </pc:sldMkLst>
      </pc:sldChg>
      <pc:sldChg chg="del">
        <pc:chgData name="Teuku Raja Irfan Radarma" userId="cf428174-95ba-4576-8554-3a3b8ffa52b7" providerId="ADAL" clId="{D9DF5880-402D-47D0-89FB-D6E93FCFC015}" dt="2026-06-28T02:15:52.217" v="1623" actId="47"/>
        <pc:sldMkLst>
          <pc:docMk/>
          <pc:sldMk cId="672625704" sldId="398"/>
        </pc:sldMkLst>
      </pc:sldChg>
      <pc:sldChg chg="del">
        <pc:chgData name="Teuku Raja Irfan Radarma" userId="cf428174-95ba-4576-8554-3a3b8ffa52b7" providerId="ADAL" clId="{D9DF5880-402D-47D0-89FB-D6E93FCFC015}" dt="2026-06-28T02:15:52.217" v="1623" actId="47"/>
        <pc:sldMkLst>
          <pc:docMk/>
          <pc:sldMk cId="2416570866" sldId="399"/>
        </pc:sldMkLst>
      </pc:sldChg>
      <pc:sldChg chg="del">
        <pc:chgData name="Teuku Raja Irfan Radarma" userId="cf428174-95ba-4576-8554-3a3b8ffa52b7" providerId="ADAL" clId="{D9DF5880-402D-47D0-89FB-D6E93FCFC015}" dt="2026-06-28T02:15:52.217" v="1623" actId="47"/>
        <pc:sldMkLst>
          <pc:docMk/>
          <pc:sldMk cId="53942385" sldId="400"/>
        </pc:sldMkLst>
      </pc:sldChg>
      <pc:sldChg chg="del">
        <pc:chgData name="Teuku Raja Irfan Radarma" userId="cf428174-95ba-4576-8554-3a3b8ffa52b7" providerId="ADAL" clId="{D9DF5880-402D-47D0-89FB-D6E93FCFC015}" dt="2026-06-28T02:15:52.217" v="1623" actId="47"/>
        <pc:sldMkLst>
          <pc:docMk/>
          <pc:sldMk cId="4130794792" sldId="401"/>
        </pc:sldMkLst>
      </pc:sldChg>
      <pc:sldChg chg="del">
        <pc:chgData name="Teuku Raja Irfan Radarma" userId="cf428174-95ba-4576-8554-3a3b8ffa52b7" providerId="ADAL" clId="{D9DF5880-402D-47D0-89FB-D6E93FCFC015}" dt="2026-06-28T02:15:52.217" v="1623" actId="47"/>
        <pc:sldMkLst>
          <pc:docMk/>
          <pc:sldMk cId="1406115806" sldId="402"/>
        </pc:sldMkLst>
      </pc:sldChg>
      <pc:sldChg chg="del">
        <pc:chgData name="Teuku Raja Irfan Radarma" userId="cf428174-95ba-4576-8554-3a3b8ffa52b7" providerId="ADAL" clId="{D9DF5880-402D-47D0-89FB-D6E93FCFC015}" dt="2026-06-28T02:15:52.217" v="1623" actId="47"/>
        <pc:sldMkLst>
          <pc:docMk/>
          <pc:sldMk cId="992091417" sldId="405"/>
        </pc:sldMkLst>
      </pc:sldChg>
      <pc:sldChg chg="modSp add mod">
        <pc:chgData name="Teuku Raja Irfan Radarma" userId="cf428174-95ba-4576-8554-3a3b8ffa52b7" providerId="ADAL" clId="{D9DF5880-402D-47D0-89FB-D6E93FCFC015}" dt="2026-06-28T05:37:50.744" v="1948" actId="20577"/>
        <pc:sldMkLst>
          <pc:docMk/>
          <pc:sldMk cId="2443220430" sldId="405"/>
        </pc:sldMkLst>
        <pc:spChg chg="mod">
          <ac:chgData name="Teuku Raja Irfan Radarma" userId="cf428174-95ba-4576-8554-3a3b8ffa52b7" providerId="ADAL" clId="{D9DF5880-402D-47D0-89FB-D6E93FCFC015}" dt="2026-06-28T05:37:50.744" v="1948" actId="20577"/>
          <ac:spMkLst>
            <pc:docMk/>
            <pc:sldMk cId="2443220430" sldId="405"/>
            <ac:spMk id="2" creationId="{141208E2-6F82-5F1C-1169-D54011CBFCED}"/>
          </ac:spMkLst>
        </pc:spChg>
      </pc:sldChg>
      <pc:sldChg chg="del">
        <pc:chgData name="Teuku Raja Irfan Radarma" userId="cf428174-95ba-4576-8554-3a3b8ffa52b7" providerId="ADAL" clId="{D9DF5880-402D-47D0-89FB-D6E93FCFC015}" dt="2026-06-28T02:15:52.217" v="1623" actId="47"/>
        <pc:sldMkLst>
          <pc:docMk/>
          <pc:sldMk cId="2484617555" sldId="406"/>
        </pc:sldMkLst>
      </pc:sldChg>
      <pc:sldChg chg="addSp delSp modSp add mod">
        <pc:chgData name="Teuku Raja Irfan Radarma" userId="cf428174-95ba-4576-8554-3a3b8ffa52b7" providerId="ADAL" clId="{D9DF5880-402D-47D0-89FB-D6E93FCFC015}" dt="2026-06-28T05:51:54.066" v="1988" actId="1076"/>
        <pc:sldMkLst>
          <pc:docMk/>
          <pc:sldMk cId="2666734825" sldId="406"/>
        </pc:sldMkLst>
        <pc:spChg chg="mod">
          <ac:chgData name="Teuku Raja Irfan Radarma" userId="cf428174-95ba-4576-8554-3a3b8ffa52b7" providerId="ADAL" clId="{D9DF5880-402D-47D0-89FB-D6E93FCFC015}" dt="2026-06-28T05:37:57.951" v="1953" actId="20577"/>
          <ac:spMkLst>
            <pc:docMk/>
            <pc:sldMk cId="2666734825" sldId="406"/>
            <ac:spMk id="2" creationId="{141208E2-6F82-5F1C-1169-D54011CBFCED}"/>
          </ac:spMkLst>
        </pc:spChg>
        <pc:spChg chg="del">
          <ac:chgData name="Teuku Raja Irfan Radarma" userId="cf428174-95ba-4576-8554-3a3b8ffa52b7" providerId="ADAL" clId="{D9DF5880-402D-47D0-89FB-D6E93FCFC015}" dt="2026-06-28T05:38:01.704" v="1954" actId="478"/>
          <ac:spMkLst>
            <pc:docMk/>
            <pc:sldMk cId="2666734825" sldId="406"/>
            <ac:spMk id="6" creationId="{8068178D-1E2B-134C-7A6D-77A89CEF2F77}"/>
          </ac:spMkLst>
        </pc:spChg>
        <pc:spChg chg="del">
          <ac:chgData name="Teuku Raja Irfan Radarma" userId="cf428174-95ba-4576-8554-3a3b8ffa52b7" providerId="ADAL" clId="{D9DF5880-402D-47D0-89FB-D6E93FCFC015}" dt="2026-06-28T05:38:01.704" v="1954" actId="478"/>
          <ac:spMkLst>
            <pc:docMk/>
            <pc:sldMk cId="2666734825" sldId="406"/>
            <ac:spMk id="7" creationId="{A6A489F3-160F-408F-8DEB-261DDC6C410D}"/>
          </ac:spMkLst>
        </pc:spChg>
        <pc:spChg chg="del">
          <ac:chgData name="Teuku Raja Irfan Radarma" userId="cf428174-95ba-4576-8554-3a3b8ffa52b7" providerId="ADAL" clId="{D9DF5880-402D-47D0-89FB-D6E93FCFC015}" dt="2026-06-28T05:38:01.704" v="1954" actId="478"/>
          <ac:spMkLst>
            <pc:docMk/>
            <pc:sldMk cId="2666734825" sldId="406"/>
            <ac:spMk id="8" creationId="{7AA65D8A-EB09-54D3-1B43-9B335A1E92BF}"/>
          </ac:spMkLst>
        </pc:spChg>
        <pc:spChg chg="del">
          <ac:chgData name="Teuku Raja Irfan Radarma" userId="cf428174-95ba-4576-8554-3a3b8ffa52b7" providerId="ADAL" clId="{D9DF5880-402D-47D0-89FB-D6E93FCFC015}" dt="2026-06-28T05:38:01.704" v="1954" actId="478"/>
          <ac:spMkLst>
            <pc:docMk/>
            <pc:sldMk cId="2666734825" sldId="406"/>
            <ac:spMk id="12" creationId="{8018ECCD-1876-FE93-EE4C-A6E61FAEF4EB}"/>
          </ac:spMkLst>
        </pc:spChg>
        <pc:spChg chg="del">
          <ac:chgData name="Teuku Raja Irfan Radarma" userId="cf428174-95ba-4576-8554-3a3b8ffa52b7" providerId="ADAL" clId="{D9DF5880-402D-47D0-89FB-D6E93FCFC015}" dt="2026-06-28T05:38:01.704" v="1954" actId="478"/>
          <ac:spMkLst>
            <pc:docMk/>
            <pc:sldMk cId="2666734825" sldId="406"/>
            <ac:spMk id="13" creationId="{C9FFB6E5-8FF2-1A0C-4F86-E8CC42C34265}"/>
          </ac:spMkLst>
        </pc:spChg>
        <pc:spChg chg="del">
          <ac:chgData name="Teuku Raja Irfan Radarma" userId="cf428174-95ba-4576-8554-3a3b8ffa52b7" providerId="ADAL" clId="{D9DF5880-402D-47D0-89FB-D6E93FCFC015}" dt="2026-06-28T05:38:01.704" v="1954" actId="478"/>
          <ac:spMkLst>
            <pc:docMk/>
            <pc:sldMk cId="2666734825" sldId="406"/>
            <ac:spMk id="14" creationId="{C4CDFE0F-1898-C290-F41D-119B4B244423}"/>
          </ac:spMkLst>
        </pc:spChg>
        <pc:spChg chg="add mod">
          <ac:chgData name="Teuku Raja Irfan Radarma" userId="cf428174-95ba-4576-8554-3a3b8ffa52b7" providerId="ADAL" clId="{D9DF5880-402D-47D0-89FB-D6E93FCFC015}" dt="2026-06-28T05:51:16.363" v="1976" actId="1076"/>
          <ac:spMkLst>
            <pc:docMk/>
            <pc:sldMk cId="2666734825" sldId="406"/>
            <ac:spMk id="15" creationId="{1CEBC387-BB11-43AC-8AA8-EB27A4589D42}"/>
          </ac:spMkLst>
        </pc:spChg>
        <pc:spChg chg="add mod ord">
          <ac:chgData name="Teuku Raja Irfan Radarma" userId="cf428174-95ba-4576-8554-3a3b8ffa52b7" providerId="ADAL" clId="{D9DF5880-402D-47D0-89FB-D6E93FCFC015}" dt="2026-06-28T05:51:37.337" v="1982" actId="167"/>
          <ac:spMkLst>
            <pc:docMk/>
            <pc:sldMk cId="2666734825" sldId="406"/>
            <ac:spMk id="17" creationId="{A7060F55-CF16-48B3-934D-D11B6F7E49BD}"/>
          </ac:spMkLst>
        </pc:spChg>
        <pc:spChg chg="add mod ord">
          <ac:chgData name="Teuku Raja Irfan Radarma" userId="cf428174-95ba-4576-8554-3a3b8ffa52b7" providerId="ADAL" clId="{D9DF5880-402D-47D0-89FB-D6E93FCFC015}" dt="2026-06-28T05:51:48.694" v="1986" actId="167"/>
          <ac:spMkLst>
            <pc:docMk/>
            <pc:sldMk cId="2666734825" sldId="406"/>
            <ac:spMk id="19" creationId="{395B6504-B296-48C8-9F7F-4A42B101C95E}"/>
          </ac:spMkLst>
        </pc:spChg>
        <pc:picChg chg="add mod">
          <ac:chgData name="Teuku Raja Irfan Radarma" userId="cf428174-95ba-4576-8554-3a3b8ffa52b7" providerId="ADAL" clId="{D9DF5880-402D-47D0-89FB-D6E93FCFC015}" dt="2026-06-28T05:51:54.066" v="1988" actId="1076"/>
          <ac:picMkLst>
            <pc:docMk/>
            <pc:sldMk cId="2666734825" sldId="406"/>
            <ac:picMk id="5" creationId="{682E4116-522E-44EA-8181-23A6F7BB5D91}"/>
          </ac:picMkLst>
        </pc:picChg>
        <pc:picChg chg="del">
          <ac:chgData name="Teuku Raja Irfan Radarma" userId="cf428174-95ba-4576-8554-3a3b8ffa52b7" providerId="ADAL" clId="{D9DF5880-402D-47D0-89FB-D6E93FCFC015}" dt="2026-06-28T05:38:01.704" v="1954" actId="478"/>
          <ac:picMkLst>
            <pc:docMk/>
            <pc:sldMk cId="2666734825" sldId="406"/>
            <ac:picMk id="9" creationId="{4BCA88F4-B381-F1DA-7C3E-C38AE4AE657E}"/>
          </ac:picMkLst>
        </pc:picChg>
        <pc:picChg chg="del">
          <ac:chgData name="Teuku Raja Irfan Radarma" userId="cf428174-95ba-4576-8554-3a3b8ffa52b7" providerId="ADAL" clId="{D9DF5880-402D-47D0-89FB-D6E93FCFC015}" dt="2026-06-28T05:38:01.704" v="1954" actId="478"/>
          <ac:picMkLst>
            <pc:docMk/>
            <pc:sldMk cId="2666734825" sldId="406"/>
            <ac:picMk id="10" creationId="{CBB78318-C434-F0DB-6F64-C640BE626FD9}"/>
          </ac:picMkLst>
        </pc:picChg>
        <pc:picChg chg="del">
          <ac:chgData name="Teuku Raja Irfan Radarma" userId="cf428174-95ba-4576-8554-3a3b8ffa52b7" providerId="ADAL" clId="{D9DF5880-402D-47D0-89FB-D6E93FCFC015}" dt="2026-06-28T05:38:01.704" v="1954" actId="478"/>
          <ac:picMkLst>
            <pc:docMk/>
            <pc:sldMk cId="2666734825" sldId="406"/>
            <ac:picMk id="11" creationId="{C265C2F3-C8BA-5FD5-1CDD-F441009D71B5}"/>
          </ac:picMkLst>
        </pc:picChg>
        <pc:picChg chg="add mod">
          <ac:chgData name="Teuku Raja Irfan Radarma" userId="cf428174-95ba-4576-8554-3a3b8ffa52b7" providerId="ADAL" clId="{D9DF5880-402D-47D0-89FB-D6E93FCFC015}" dt="2026-06-28T05:51:16.363" v="1976" actId="1076"/>
          <ac:picMkLst>
            <pc:docMk/>
            <pc:sldMk cId="2666734825" sldId="406"/>
            <ac:picMk id="16" creationId="{BF9C3F8A-A784-4EAC-A9C3-2A3370866F50}"/>
          </ac:picMkLst>
        </pc:picChg>
        <pc:picChg chg="add mod">
          <ac:chgData name="Teuku Raja Irfan Radarma" userId="cf428174-95ba-4576-8554-3a3b8ffa52b7" providerId="ADAL" clId="{D9DF5880-402D-47D0-89FB-D6E93FCFC015}" dt="2026-06-28T05:51:14.078" v="1975" actId="1076"/>
          <ac:picMkLst>
            <pc:docMk/>
            <pc:sldMk cId="2666734825" sldId="406"/>
            <ac:picMk id="3074" creationId="{A292BFF4-FCF4-4B1C-BE60-47443E25E5C0}"/>
          </ac:picMkLst>
        </pc:picChg>
      </pc:sldChg>
      <pc:sldChg chg="modSp add mod">
        <pc:chgData name="Teuku Raja Irfan Radarma" userId="cf428174-95ba-4576-8554-3a3b8ffa52b7" providerId="ADAL" clId="{D9DF5880-402D-47D0-89FB-D6E93FCFC015}" dt="2026-06-28T05:49:36.768" v="1965" actId="1076"/>
        <pc:sldMkLst>
          <pc:docMk/>
          <pc:sldMk cId="1881939540" sldId="407"/>
        </pc:sldMkLst>
        <pc:spChg chg="mod">
          <ac:chgData name="Teuku Raja Irfan Radarma" userId="cf428174-95ba-4576-8554-3a3b8ffa52b7" providerId="ADAL" clId="{D9DF5880-402D-47D0-89FB-D6E93FCFC015}" dt="2026-06-28T05:49:34.873" v="1964" actId="14100"/>
          <ac:spMkLst>
            <pc:docMk/>
            <pc:sldMk cId="1881939540" sldId="407"/>
            <ac:spMk id="2" creationId="{F1397031-0B68-1C23-66D9-5AC06D38E0BC}"/>
          </ac:spMkLst>
        </pc:spChg>
        <pc:spChg chg="mod">
          <ac:chgData name="Teuku Raja Irfan Radarma" userId="cf428174-95ba-4576-8554-3a3b8ffa52b7" providerId="ADAL" clId="{D9DF5880-402D-47D0-89FB-D6E93FCFC015}" dt="2026-06-28T05:49:11.020" v="1957" actId="27636"/>
          <ac:spMkLst>
            <pc:docMk/>
            <pc:sldMk cId="1881939540" sldId="407"/>
            <ac:spMk id="3" creationId="{D29EABD9-8C68-D889-2472-158FCF70C4E7}"/>
          </ac:spMkLst>
        </pc:spChg>
        <pc:spChg chg="mod">
          <ac:chgData name="Teuku Raja Irfan Radarma" userId="cf428174-95ba-4576-8554-3a3b8ffa52b7" providerId="ADAL" clId="{D9DF5880-402D-47D0-89FB-D6E93FCFC015}" dt="2026-06-28T05:49:36.768" v="1965" actId="1076"/>
          <ac:spMkLst>
            <pc:docMk/>
            <pc:sldMk cId="1881939540" sldId="407"/>
            <ac:spMk id="9" creationId="{1B3901C3-4FC3-C68B-4968-616C10F32185}"/>
          </ac:spMkLst>
        </pc:spChg>
      </pc:sldChg>
      <pc:sldChg chg="del">
        <pc:chgData name="Teuku Raja Irfan Radarma" userId="cf428174-95ba-4576-8554-3a3b8ffa52b7" providerId="ADAL" clId="{D9DF5880-402D-47D0-89FB-D6E93FCFC015}" dt="2026-06-28T02:15:52.217" v="1623" actId="47"/>
        <pc:sldMkLst>
          <pc:docMk/>
          <pc:sldMk cId="2846676278" sldId="407"/>
        </pc:sldMkLst>
      </pc:sldChg>
      <pc:sldChg chg="del">
        <pc:chgData name="Teuku Raja Irfan Radarma" userId="cf428174-95ba-4576-8554-3a3b8ffa52b7" providerId="ADAL" clId="{D9DF5880-402D-47D0-89FB-D6E93FCFC015}" dt="2026-06-28T02:15:52.217" v="1623" actId="47"/>
        <pc:sldMkLst>
          <pc:docMk/>
          <pc:sldMk cId="2340584467" sldId="408"/>
        </pc:sldMkLst>
      </pc:sldChg>
      <pc:sldChg chg="modSp add mod">
        <pc:chgData name="Teuku Raja Irfan Radarma" userId="cf428174-95ba-4576-8554-3a3b8ffa52b7" providerId="ADAL" clId="{D9DF5880-402D-47D0-89FB-D6E93FCFC015}" dt="2026-06-28T05:49:26.934" v="1962" actId="14100"/>
        <pc:sldMkLst>
          <pc:docMk/>
          <pc:sldMk cId="3425426936" sldId="408"/>
        </pc:sldMkLst>
        <pc:spChg chg="mod">
          <ac:chgData name="Teuku Raja Irfan Radarma" userId="cf428174-95ba-4576-8554-3a3b8ffa52b7" providerId="ADAL" clId="{D9DF5880-402D-47D0-89FB-D6E93FCFC015}" dt="2026-06-28T05:49:26.934" v="1962" actId="14100"/>
          <ac:spMkLst>
            <pc:docMk/>
            <pc:sldMk cId="3425426936" sldId="408"/>
            <ac:spMk id="2" creationId="{17D3DD48-E860-F95A-663E-02723F353FC7}"/>
          </ac:spMkLst>
        </pc:spChg>
      </pc:sldChg>
      <pc:sldChg chg="del">
        <pc:chgData name="Teuku Raja Irfan Radarma" userId="cf428174-95ba-4576-8554-3a3b8ffa52b7" providerId="ADAL" clId="{D9DF5880-402D-47D0-89FB-D6E93FCFC015}" dt="2026-06-28T02:15:52.217" v="1623" actId="47"/>
        <pc:sldMkLst>
          <pc:docMk/>
          <pc:sldMk cId="2057318610" sldId="409"/>
        </pc:sldMkLst>
      </pc:sldChg>
      <pc:sldChg chg="modSp add mod">
        <pc:chgData name="Teuku Raja Irfan Radarma" userId="cf428174-95ba-4576-8554-3a3b8ffa52b7" providerId="ADAL" clId="{D9DF5880-402D-47D0-89FB-D6E93FCFC015}" dt="2026-06-28T05:49:31.342" v="1963" actId="14100"/>
        <pc:sldMkLst>
          <pc:docMk/>
          <pc:sldMk cId="3288706146" sldId="409"/>
        </pc:sldMkLst>
        <pc:spChg chg="mod">
          <ac:chgData name="Teuku Raja Irfan Radarma" userId="cf428174-95ba-4576-8554-3a3b8ffa52b7" providerId="ADAL" clId="{D9DF5880-402D-47D0-89FB-D6E93FCFC015}" dt="2026-06-28T05:49:31.342" v="1963" actId="14100"/>
          <ac:spMkLst>
            <pc:docMk/>
            <pc:sldMk cId="3288706146" sldId="409"/>
            <ac:spMk id="2" creationId="{B0BC89F9-53F2-FF10-35C2-B980FD63C6A8}"/>
          </ac:spMkLst>
        </pc:spChg>
      </pc:sldChg>
      <pc:sldChg chg="del">
        <pc:chgData name="Teuku Raja Irfan Radarma" userId="cf428174-95ba-4576-8554-3a3b8ffa52b7" providerId="ADAL" clId="{D9DF5880-402D-47D0-89FB-D6E93FCFC015}" dt="2026-06-28T02:15:52.217" v="1623" actId="47"/>
        <pc:sldMkLst>
          <pc:docMk/>
          <pc:sldMk cId="4907323" sldId="410"/>
        </pc:sldMkLst>
      </pc:sldChg>
      <pc:sldChg chg="addSp delSp modSp new mod">
        <pc:chgData name="Teuku Raja Irfan Radarma" userId="cf428174-95ba-4576-8554-3a3b8ffa52b7" providerId="ADAL" clId="{D9DF5880-402D-47D0-89FB-D6E93FCFC015}" dt="2026-06-28T06:00:25.045" v="2109" actId="13926"/>
        <pc:sldMkLst>
          <pc:docMk/>
          <pc:sldMk cId="2058148323" sldId="410"/>
        </pc:sldMkLst>
        <pc:spChg chg="mod">
          <ac:chgData name="Teuku Raja Irfan Radarma" userId="cf428174-95ba-4576-8554-3a3b8ffa52b7" providerId="ADAL" clId="{D9DF5880-402D-47D0-89FB-D6E93FCFC015}" dt="2026-06-28T05:59:50.373" v="2096" actId="1076"/>
          <ac:spMkLst>
            <pc:docMk/>
            <pc:sldMk cId="2058148323" sldId="410"/>
            <ac:spMk id="2" creationId="{2D807C06-0BFA-4CEE-A45F-4ABE403E978E}"/>
          </ac:spMkLst>
        </pc:spChg>
        <pc:spChg chg="del">
          <ac:chgData name="Teuku Raja Irfan Radarma" userId="cf428174-95ba-4576-8554-3a3b8ffa52b7" providerId="ADAL" clId="{D9DF5880-402D-47D0-89FB-D6E93FCFC015}" dt="2026-06-28T05:54:03.760" v="2041" actId="478"/>
          <ac:spMkLst>
            <pc:docMk/>
            <pc:sldMk cId="2058148323" sldId="410"/>
            <ac:spMk id="3" creationId="{811E7976-764E-4004-8ED6-4076C8C08441}"/>
          </ac:spMkLst>
        </pc:spChg>
        <pc:spChg chg="add del">
          <ac:chgData name="Teuku Raja Irfan Radarma" userId="cf428174-95ba-4576-8554-3a3b8ffa52b7" providerId="ADAL" clId="{D9DF5880-402D-47D0-89FB-D6E93FCFC015}" dt="2026-06-28T05:54:01.945" v="2040"/>
          <ac:spMkLst>
            <pc:docMk/>
            <pc:sldMk cId="2058148323" sldId="410"/>
            <ac:spMk id="5" creationId="{2C517FB5-D147-4C85-8EB7-618B46434B62}"/>
          </ac:spMkLst>
        </pc:spChg>
        <pc:spChg chg="add del">
          <ac:chgData name="Teuku Raja Irfan Radarma" userId="cf428174-95ba-4576-8554-3a3b8ffa52b7" providerId="ADAL" clId="{D9DF5880-402D-47D0-89FB-D6E93FCFC015}" dt="2026-06-28T05:54:01.945" v="2040"/>
          <ac:spMkLst>
            <pc:docMk/>
            <pc:sldMk cId="2058148323" sldId="410"/>
            <ac:spMk id="6" creationId="{A8FCA8BE-AB86-4D8C-B23D-5164869696A7}"/>
          </ac:spMkLst>
        </pc:spChg>
        <pc:spChg chg="add del">
          <ac:chgData name="Teuku Raja Irfan Radarma" userId="cf428174-95ba-4576-8554-3a3b8ffa52b7" providerId="ADAL" clId="{D9DF5880-402D-47D0-89FB-D6E93FCFC015}" dt="2026-06-28T05:54:01.945" v="2040"/>
          <ac:spMkLst>
            <pc:docMk/>
            <pc:sldMk cId="2058148323" sldId="410"/>
            <ac:spMk id="7" creationId="{E2D0BC8D-B12B-4E3E-9D98-BF3DD4D3F929}"/>
          </ac:spMkLst>
        </pc:spChg>
        <pc:spChg chg="add del">
          <ac:chgData name="Teuku Raja Irfan Radarma" userId="cf428174-95ba-4576-8554-3a3b8ffa52b7" providerId="ADAL" clId="{D9DF5880-402D-47D0-89FB-D6E93FCFC015}" dt="2026-06-28T05:54:01.945" v="2040"/>
          <ac:spMkLst>
            <pc:docMk/>
            <pc:sldMk cId="2058148323" sldId="410"/>
            <ac:spMk id="8" creationId="{D8E55EF0-8725-4323-8C79-BF42CDE6E589}"/>
          </ac:spMkLst>
        </pc:spChg>
        <pc:spChg chg="add del">
          <ac:chgData name="Teuku Raja Irfan Radarma" userId="cf428174-95ba-4576-8554-3a3b8ffa52b7" providerId="ADAL" clId="{D9DF5880-402D-47D0-89FB-D6E93FCFC015}" dt="2026-06-28T05:54:01.945" v="2040"/>
          <ac:spMkLst>
            <pc:docMk/>
            <pc:sldMk cId="2058148323" sldId="410"/>
            <ac:spMk id="9" creationId="{37CCD851-D00A-4135-A3CE-88B5006E7E3C}"/>
          </ac:spMkLst>
        </pc:spChg>
        <pc:spChg chg="add del">
          <ac:chgData name="Teuku Raja Irfan Radarma" userId="cf428174-95ba-4576-8554-3a3b8ffa52b7" providerId="ADAL" clId="{D9DF5880-402D-47D0-89FB-D6E93FCFC015}" dt="2026-06-28T05:54:01.945" v="2040"/>
          <ac:spMkLst>
            <pc:docMk/>
            <pc:sldMk cId="2058148323" sldId="410"/>
            <ac:spMk id="10" creationId="{E0291194-23E8-4033-A6E4-4F572E89347E}"/>
          </ac:spMkLst>
        </pc:spChg>
        <pc:spChg chg="add del">
          <ac:chgData name="Teuku Raja Irfan Radarma" userId="cf428174-95ba-4576-8554-3a3b8ffa52b7" providerId="ADAL" clId="{D9DF5880-402D-47D0-89FB-D6E93FCFC015}" dt="2026-06-28T05:54:01.945" v="2040"/>
          <ac:spMkLst>
            <pc:docMk/>
            <pc:sldMk cId="2058148323" sldId="410"/>
            <ac:spMk id="11" creationId="{F9F602CD-E277-4C02-96A9-A5EDE51999ED}"/>
          </ac:spMkLst>
        </pc:spChg>
        <pc:spChg chg="add del">
          <ac:chgData name="Teuku Raja Irfan Radarma" userId="cf428174-95ba-4576-8554-3a3b8ffa52b7" providerId="ADAL" clId="{D9DF5880-402D-47D0-89FB-D6E93FCFC015}" dt="2026-06-28T05:54:01.945" v="2040"/>
          <ac:spMkLst>
            <pc:docMk/>
            <pc:sldMk cId="2058148323" sldId="410"/>
            <ac:spMk id="12" creationId="{A0AA7DF8-112B-4B5B-9EF1-E466A0796CE6}"/>
          </ac:spMkLst>
        </pc:spChg>
        <pc:spChg chg="add del">
          <ac:chgData name="Teuku Raja Irfan Radarma" userId="cf428174-95ba-4576-8554-3a3b8ffa52b7" providerId="ADAL" clId="{D9DF5880-402D-47D0-89FB-D6E93FCFC015}" dt="2026-06-28T05:54:01.945" v="2040"/>
          <ac:spMkLst>
            <pc:docMk/>
            <pc:sldMk cId="2058148323" sldId="410"/>
            <ac:spMk id="13" creationId="{EB734E0D-D600-4307-A454-9FB9723C0EE4}"/>
          </ac:spMkLst>
        </pc:spChg>
        <pc:spChg chg="add del">
          <ac:chgData name="Teuku Raja Irfan Radarma" userId="cf428174-95ba-4576-8554-3a3b8ffa52b7" providerId="ADAL" clId="{D9DF5880-402D-47D0-89FB-D6E93FCFC015}" dt="2026-06-28T05:54:01.945" v="2040"/>
          <ac:spMkLst>
            <pc:docMk/>
            <pc:sldMk cId="2058148323" sldId="410"/>
            <ac:spMk id="14" creationId="{47F3606A-56C1-4CF1-A97E-F5305CE28F2E}"/>
          </ac:spMkLst>
        </pc:spChg>
        <pc:spChg chg="add del">
          <ac:chgData name="Teuku Raja Irfan Radarma" userId="cf428174-95ba-4576-8554-3a3b8ffa52b7" providerId="ADAL" clId="{D9DF5880-402D-47D0-89FB-D6E93FCFC015}" dt="2026-06-28T05:54:01.945" v="2040"/>
          <ac:spMkLst>
            <pc:docMk/>
            <pc:sldMk cId="2058148323" sldId="410"/>
            <ac:spMk id="15" creationId="{259F0BA4-3AE4-434C-BBC7-3461B4279B3C}"/>
          </ac:spMkLst>
        </pc:spChg>
        <pc:spChg chg="add del">
          <ac:chgData name="Teuku Raja Irfan Radarma" userId="cf428174-95ba-4576-8554-3a3b8ffa52b7" providerId="ADAL" clId="{D9DF5880-402D-47D0-89FB-D6E93FCFC015}" dt="2026-06-28T05:54:01.945" v="2040"/>
          <ac:spMkLst>
            <pc:docMk/>
            <pc:sldMk cId="2058148323" sldId="410"/>
            <ac:spMk id="16" creationId="{B49ABA8A-DDF2-46DE-A02D-B5EB8AC74C7A}"/>
          </ac:spMkLst>
        </pc:spChg>
        <pc:spChg chg="add del">
          <ac:chgData name="Teuku Raja Irfan Radarma" userId="cf428174-95ba-4576-8554-3a3b8ffa52b7" providerId="ADAL" clId="{D9DF5880-402D-47D0-89FB-D6E93FCFC015}" dt="2026-06-28T05:54:01.945" v="2040"/>
          <ac:spMkLst>
            <pc:docMk/>
            <pc:sldMk cId="2058148323" sldId="410"/>
            <ac:spMk id="17" creationId="{FB2CF1EA-FDA4-4EFF-B6BF-F0FCC1049B39}"/>
          </ac:spMkLst>
        </pc:spChg>
        <pc:spChg chg="add del">
          <ac:chgData name="Teuku Raja Irfan Radarma" userId="cf428174-95ba-4576-8554-3a3b8ffa52b7" providerId="ADAL" clId="{D9DF5880-402D-47D0-89FB-D6E93FCFC015}" dt="2026-06-28T05:54:05.380" v="2043"/>
          <ac:spMkLst>
            <pc:docMk/>
            <pc:sldMk cId="2058148323" sldId="410"/>
            <ac:spMk id="18" creationId="{B246F699-4EEA-40F3-9ED9-E61F4CAE62D1}"/>
          </ac:spMkLst>
        </pc:spChg>
        <pc:spChg chg="add del">
          <ac:chgData name="Teuku Raja Irfan Radarma" userId="cf428174-95ba-4576-8554-3a3b8ffa52b7" providerId="ADAL" clId="{D9DF5880-402D-47D0-89FB-D6E93FCFC015}" dt="2026-06-28T05:54:05.380" v="2043"/>
          <ac:spMkLst>
            <pc:docMk/>
            <pc:sldMk cId="2058148323" sldId="410"/>
            <ac:spMk id="19" creationId="{5F3C3359-A11D-4E5B-9E4C-6121A4995891}"/>
          </ac:spMkLst>
        </pc:spChg>
        <pc:spChg chg="add del">
          <ac:chgData name="Teuku Raja Irfan Radarma" userId="cf428174-95ba-4576-8554-3a3b8ffa52b7" providerId="ADAL" clId="{D9DF5880-402D-47D0-89FB-D6E93FCFC015}" dt="2026-06-28T05:54:05.380" v="2043"/>
          <ac:spMkLst>
            <pc:docMk/>
            <pc:sldMk cId="2058148323" sldId="410"/>
            <ac:spMk id="20" creationId="{1ACFAE59-1C4C-4D6F-925B-4869B7A5E1DD}"/>
          </ac:spMkLst>
        </pc:spChg>
        <pc:spChg chg="add del">
          <ac:chgData name="Teuku Raja Irfan Radarma" userId="cf428174-95ba-4576-8554-3a3b8ffa52b7" providerId="ADAL" clId="{D9DF5880-402D-47D0-89FB-D6E93FCFC015}" dt="2026-06-28T05:54:05.380" v="2043"/>
          <ac:spMkLst>
            <pc:docMk/>
            <pc:sldMk cId="2058148323" sldId="410"/>
            <ac:spMk id="21" creationId="{7E293836-CB8D-4592-A397-C4A6A859A52B}"/>
          </ac:spMkLst>
        </pc:spChg>
        <pc:spChg chg="add del">
          <ac:chgData name="Teuku Raja Irfan Radarma" userId="cf428174-95ba-4576-8554-3a3b8ffa52b7" providerId="ADAL" clId="{D9DF5880-402D-47D0-89FB-D6E93FCFC015}" dt="2026-06-28T05:54:05.380" v="2043"/>
          <ac:spMkLst>
            <pc:docMk/>
            <pc:sldMk cId="2058148323" sldId="410"/>
            <ac:spMk id="22" creationId="{D099A5EB-99D3-42FD-BBBD-229D00403BC7}"/>
          </ac:spMkLst>
        </pc:spChg>
        <pc:spChg chg="add del">
          <ac:chgData name="Teuku Raja Irfan Radarma" userId="cf428174-95ba-4576-8554-3a3b8ffa52b7" providerId="ADAL" clId="{D9DF5880-402D-47D0-89FB-D6E93FCFC015}" dt="2026-06-28T05:54:05.380" v="2043"/>
          <ac:spMkLst>
            <pc:docMk/>
            <pc:sldMk cId="2058148323" sldId="410"/>
            <ac:spMk id="23" creationId="{CEAB1613-F671-4ECA-BCBF-BFD9EE5430B8}"/>
          </ac:spMkLst>
        </pc:spChg>
        <pc:spChg chg="add del">
          <ac:chgData name="Teuku Raja Irfan Radarma" userId="cf428174-95ba-4576-8554-3a3b8ffa52b7" providerId="ADAL" clId="{D9DF5880-402D-47D0-89FB-D6E93FCFC015}" dt="2026-06-28T05:54:05.380" v="2043"/>
          <ac:spMkLst>
            <pc:docMk/>
            <pc:sldMk cId="2058148323" sldId="410"/>
            <ac:spMk id="24" creationId="{37ED66C5-3271-40EF-A8E7-8ED3B6234959}"/>
          </ac:spMkLst>
        </pc:spChg>
        <pc:spChg chg="add del">
          <ac:chgData name="Teuku Raja Irfan Radarma" userId="cf428174-95ba-4576-8554-3a3b8ffa52b7" providerId="ADAL" clId="{D9DF5880-402D-47D0-89FB-D6E93FCFC015}" dt="2026-06-28T05:54:05.380" v="2043"/>
          <ac:spMkLst>
            <pc:docMk/>
            <pc:sldMk cId="2058148323" sldId="410"/>
            <ac:spMk id="25" creationId="{1F13A776-1F0A-4F72-8BB9-ADB206189D8B}"/>
          </ac:spMkLst>
        </pc:spChg>
        <pc:spChg chg="add del">
          <ac:chgData name="Teuku Raja Irfan Radarma" userId="cf428174-95ba-4576-8554-3a3b8ffa52b7" providerId="ADAL" clId="{D9DF5880-402D-47D0-89FB-D6E93FCFC015}" dt="2026-06-28T05:54:05.380" v="2043"/>
          <ac:spMkLst>
            <pc:docMk/>
            <pc:sldMk cId="2058148323" sldId="410"/>
            <ac:spMk id="26" creationId="{69ACEF7F-5EE6-4340-9994-6D1E6D52277B}"/>
          </ac:spMkLst>
        </pc:spChg>
        <pc:spChg chg="add del">
          <ac:chgData name="Teuku Raja Irfan Radarma" userId="cf428174-95ba-4576-8554-3a3b8ffa52b7" providerId="ADAL" clId="{D9DF5880-402D-47D0-89FB-D6E93FCFC015}" dt="2026-06-28T05:54:05.380" v="2043"/>
          <ac:spMkLst>
            <pc:docMk/>
            <pc:sldMk cId="2058148323" sldId="410"/>
            <ac:spMk id="27" creationId="{BE342510-F602-4A57-9BC7-2C3275A1FF71}"/>
          </ac:spMkLst>
        </pc:spChg>
        <pc:spChg chg="add del">
          <ac:chgData name="Teuku Raja Irfan Radarma" userId="cf428174-95ba-4576-8554-3a3b8ffa52b7" providerId="ADAL" clId="{D9DF5880-402D-47D0-89FB-D6E93FCFC015}" dt="2026-06-28T05:54:05.380" v="2043"/>
          <ac:spMkLst>
            <pc:docMk/>
            <pc:sldMk cId="2058148323" sldId="410"/>
            <ac:spMk id="28" creationId="{E32F1729-EDE9-4B08-B0DC-A0D4B084A30D}"/>
          </ac:spMkLst>
        </pc:spChg>
        <pc:spChg chg="add del">
          <ac:chgData name="Teuku Raja Irfan Radarma" userId="cf428174-95ba-4576-8554-3a3b8ffa52b7" providerId="ADAL" clId="{D9DF5880-402D-47D0-89FB-D6E93FCFC015}" dt="2026-06-28T05:54:05.380" v="2043"/>
          <ac:spMkLst>
            <pc:docMk/>
            <pc:sldMk cId="2058148323" sldId="410"/>
            <ac:spMk id="29" creationId="{D6D60DFF-B688-4524-9533-7AE9F03C49EA}"/>
          </ac:spMkLst>
        </pc:spChg>
        <pc:spChg chg="add del">
          <ac:chgData name="Teuku Raja Irfan Radarma" userId="cf428174-95ba-4576-8554-3a3b8ffa52b7" providerId="ADAL" clId="{D9DF5880-402D-47D0-89FB-D6E93FCFC015}" dt="2026-06-28T05:54:05.380" v="2043"/>
          <ac:spMkLst>
            <pc:docMk/>
            <pc:sldMk cId="2058148323" sldId="410"/>
            <ac:spMk id="30" creationId="{19A1E9B4-1C4D-4377-A2E3-87EB40D996A5}"/>
          </ac:spMkLst>
        </pc:spChg>
        <pc:spChg chg="add del">
          <ac:chgData name="Teuku Raja Irfan Radarma" userId="cf428174-95ba-4576-8554-3a3b8ffa52b7" providerId="ADAL" clId="{D9DF5880-402D-47D0-89FB-D6E93FCFC015}" dt="2026-06-28T05:56:24.300" v="2045" actId="22"/>
          <ac:spMkLst>
            <pc:docMk/>
            <pc:sldMk cId="2058148323" sldId="410"/>
            <ac:spMk id="32" creationId="{948D2EAE-83B0-47B2-A20D-C608FECA7C9E}"/>
          </ac:spMkLst>
        </pc:spChg>
        <pc:spChg chg="add mod">
          <ac:chgData name="Teuku Raja Irfan Radarma" userId="cf428174-95ba-4576-8554-3a3b8ffa52b7" providerId="ADAL" clId="{D9DF5880-402D-47D0-89FB-D6E93FCFC015}" dt="2026-06-28T05:58:15.504" v="2065" actId="1076"/>
          <ac:spMkLst>
            <pc:docMk/>
            <pc:sldMk cId="2058148323" sldId="410"/>
            <ac:spMk id="34" creationId="{112B48DB-3419-4027-B1F5-4588C29046B4}"/>
          </ac:spMkLst>
        </pc:spChg>
        <pc:spChg chg="add mod">
          <ac:chgData name="Teuku Raja Irfan Radarma" userId="cf428174-95ba-4576-8554-3a3b8ffa52b7" providerId="ADAL" clId="{D9DF5880-402D-47D0-89FB-D6E93FCFC015}" dt="2026-06-28T06:00:25.045" v="2109" actId="13926"/>
          <ac:spMkLst>
            <pc:docMk/>
            <pc:sldMk cId="2058148323" sldId="410"/>
            <ac:spMk id="36" creationId="{4E76A468-D088-4B0E-AEF2-CE11E9824A94}"/>
          </ac:spMkLst>
        </pc:spChg>
      </pc:sldChg>
      <pc:sldChg chg="modSp add del mod">
        <pc:chgData name="Teuku Raja Irfan Radarma" userId="cf428174-95ba-4576-8554-3a3b8ffa52b7" providerId="ADAL" clId="{D9DF5880-402D-47D0-89FB-D6E93FCFC015}" dt="2026-06-28T06:20:25.510" v="2446" actId="20577"/>
        <pc:sldMkLst>
          <pc:docMk/>
          <pc:sldMk cId="1929889162" sldId="411"/>
        </pc:sldMkLst>
        <pc:spChg chg="mod">
          <ac:chgData name="Teuku Raja Irfan Radarma" userId="cf428174-95ba-4576-8554-3a3b8ffa52b7" providerId="ADAL" clId="{D9DF5880-402D-47D0-89FB-D6E93FCFC015}" dt="2026-06-28T06:20:25.510" v="2446" actId="20577"/>
          <ac:spMkLst>
            <pc:docMk/>
            <pc:sldMk cId="1929889162" sldId="411"/>
            <ac:spMk id="2" creationId="{A37C4935-3B69-30B7-A980-74F5B398D1CD}"/>
          </ac:spMkLst>
        </pc:spChg>
      </pc:sldChg>
      <pc:sldChg chg="modSp new del mod">
        <pc:chgData name="Teuku Raja Irfan Radarma" userId="cf428174-95ba-4576-8554-3a3b8ffa52b7" providerId="ADAL" clId="{D9DF5880-402D-47D0-89FB-D6E93FCFC015}" dt="2026-06-28T06:18:42.310" v="2391" actId="47"/>
        <pc:sldMkLst>
          <pc:docMk/>
          <pc:sldMk cId="2866713929" sldId="411"/>
        </pc:sldMkLst>
        <pc:spChg chg="mod">
          <ac:chgData name="Teuku Raja Irfan Radarma" userId="cf428174-95ba-4576-8554-3a3b8ffa52b7" providerId="ADAL" clId="{D9DF5880-402D-47D0-89FB-D6E93FCFC015}" dt="2026-06-28T06:00:55.750" v="2165" actId="20577"/>
          <ac:spMkLst>
            <pc:docMk/>
            <pc:sldMk cId="2866713929" sldId="411"/>
            <ac:spMk id="2" creationId="{C9866867-0065-4422-8B2D-D1AF4D4B70D2}"/>
          </ac:spMkLst>
        </pc:spChg>
        <pc:spChg chg="mod">
          <ac:chgData name="Teuku Raja Irfan Radarma" userId="cf428174-95ba-4576-8554-3a3b8ffa52b7" providerId="ADAL" clId="{D9DF5880-402D-47D0-89FB-D6E93FCFC015}" dt="2026-06-28T06:01:32.045" v="2325" actId="20577"/>
          <ac:spMkLst>
            <pc:docMk/>
            <pc:sldMk cId="2866713929" sldId="411"/>
            <ac:spMk id="3" creationId="{52BE45BC-92A2-451E-8E15-1EA6CC08D902}"/>
          </ac:spMkLst>
        </pc:spChg>
      </pc:sldChg>
      <pc:sldChg chg="del">
        <pc:chgData name="Teuku Raja Irfan Radarma" userId="cf428174-95ba-4576-8554-3a3b8ffa52b7" providerId="ADAL" clId="{D9DF5880-402D-47D0-89FB-D6E93FCFC015}" dt="2026-06-28T02:15:52.217" v="1623" actId="47"/>
        <pc:sldMkLst>
          <pc:docMk/>
          <pc:sldMk cId="1460602123" sldId="412"/>
        </pc:sldMkLst>
      </pc:sldChg>
      <pc:sldChg chg="addSp delSp modSp new mod">
        <pc:chgData name="Teuku Raja Irfan Radarma" userId="cf428174-95ba-4576-8554-3a3b8ffa52b7" providerId="ADAL" clId="{D9DF5880-402D-47D0-89FB-D6E93FCFC015}" dt="2026-06-28T06:13:03.989" v="2364" actId="1076"/>
        <pc:sldMkLst>
          <pc:docMk/>
          <pc:sldMk cId="3288548221" sldId="412"/>
        </pc:sldMkLst>
        <pc:spChg chg="mod">
          <ac:chgData name="Teuku Raja Irfan Radarma" userId="cf428174-95ba-4576-8554-3a3b8ffa52b7" providerId="ADAL" clId="{D9DF5880-402D-47D0-89FB-D6E93FCFC015}" dt="2026-06-28T06:04:35.989" v="2354" actId="20577"/>
          <ac:spMkLst>
            <pc:docMk/>
            <pc:sldMk cId="3288548221" sldId="412"/>
            <ac:spMk id="2" creationId="{6B73496D-D75B-4EBF-8941-90BE9315213F}"/>
          </ac:spMkLst>
        </pc:spChg>
        <pc:spChg chg="del">
          <ac:chgData name="Teuku Raja Irfan Radarma" userId="cf428174-95ba-4576-8554-3a3b8ffa52b7" providerId="ADAL" clId="{D9DF5880-402D-47D0-89FB-D6E93FCFC015}" dt="2026-06-28T06:04:23.537" v="2327"/>
          <ac:spMkLst>
            <pc:docMk/>
            <pc:sldMk cId="3288548221" sldId="412"/>
            <ac:spMk id="3" creationId="{F386944D-BA58-4171-AF18-834479117192}"/>
          </ac:spMkLst>
        </pc:spChg>
        <pc:spChg chg="add del mod">
          <ac:chgData name="Teuku Raja Irfan Radarma" userId="cf428174-95ba-4576-8554-3a3b8ffa52b7" providerId="ADAL" clId="{D9DF5880-402D-47D0-89FB-D6E93FCFC015}" dt="2026-06-28T06:12:50.396" v="2359"/>
          <ac:spMkLst>
            <pc:docMk/>
            <pc:sldMk cId="3288548221" sldId="412"/>
            <ac:spMk id="7" creationId="{26E4EFA0-8D22-4CAB-B781-AB6B858680F7}"/>
          </ac:spMkLst>
        </pc:spChg>
        <pc:graphicFrameChg chg="add del mod modGraphic">
          <ac:chgData name="Teuku Raja Irfan Radarma" userId="cf428174-95ba-4576-8554-3a3b8ffa52b7" providerId="ADAL" clId="{D9DF5880-402D-47D0-89FB-D6E93FCFC015}" dt="2026-06-28T06:12:49.612" v="2358" actId="478"/>
          <ac:graphicFrameMkLst>
            <pc:docMk/>
            <pc:sldMk cId="3288548221" sldId="412"/>
            <ac:graphicFrameMk id="5" creationId="{44EA254A-3DD7-4687-9444-91CCF00C4227}"/>
          </ac:graphicFrameMkLst>
        </pc:graphicFrameChg>
        <pc:graphicFrameChg chg="add mod modGraphic">
          <ac:chgData name="Teuku Raja Irfan Radarma" userId="cf428174-95ba-4576-8554-3a3b8ffa52b7" providerId="ADAL" clId="{D9DF5880-402D-47D0-89FB-D6E93FCFC015}" dt="2026-06-28T06:13:03.989" v="2364" actId="1076"/>
          <ac:graphicFrameMkLst>
            <pc:docMk/>
            <pc:sldMk cId="3288548221" sldId="412"/>
            <ac:graphicFrameMk id="8" creationId="{1BEF9E6C-3BD6-4CFC-91F6-1DEE1FF4F9C8}"/>
          </ac:graphicFrameMkLst>
        </pc:graphicFrameChg>
      </pc:sldChg>
      <pc:sldChg chg="del">
        <pc:chgData name="Teuku Raja Irfan Radarma" userId="cf428174-95ba-4576-8554-3a3b8ffa52b7" providerId="ADAL" clId="{D9DF5880-402D-47D0-89FB-D6E93FCFC015}" dt="2026-06-28T02:15:52.217" v="1623" actId="47"/>
        <pc:sldMkLst>
          <pc:docMk/>
          <pc:sldMk cId="1112028576" sldId="413"/>
        </pc:sldMkLst>
      </pc:sldChg>
      <pc:sldChg chg="addSp delSp modSp new mod">
        <pc:chgData name="Teuku Raja Irfan Radarma" userId="cf428174-95ba-4576-8554-3a3b8ffa52b7" providerId="ADAL" clId="{D9DF5880-402D-47D0-89FB-D6E93FCFC015}" dt="2026-06-28T06:16:17.853" v="2385" actId="1076"/>
        <pc:sldMkLst>
          <pc:docMk/>
          <pc:sldMk cId="1372212483" sldId="413"/>
        </pc:sldMkLst>
        <pc:spChg chg="del">
          <ac:chgData name="Teuku Raja Irfan Radarma" userId="cf428174-95ba-4576-8554-3a3b8ffa52b7" providerId="ADAL" clId="{D9DF5880-402D-47D0-89FB-D6E93FCFC015}" dt="2026-06-28T06:15:20.423" v="2370" actId="478"/>
          <ac:spMkLst>
            <pc:docMk/>
            <pc:sldMk cId="1372212483" sldId="413"/>
            <ac:spMk id="2" creationId="{668A2E78-2241-4DAB-883A-8E58CFAEC1E0}"/>
          </ac:spMkLst>
        </pc:spChg>
        <pc:spChg chg="del">
          <ac:chgData name="Teuku Raja Irfan Radarma" userId="cf428174-95ba-4576-8554-3a3b8ffa52b7" providerId="ADAL" clId="{D9DF5880-402D-47D0-89FB-D6E93FCFC015}" dt="2026-06-28T06:15:20.423" v="2370" actId="478"/>
          <ac:spMkLst>
            <pc:docMk/>
            <pc:sldMk cId="1372212483" sldId="413"/>
            <ac:spMk id="4" creationId="{F5449100-B5C0-4DAC-AD99-8CF3D234E863}"/>
          </ac:spMkLst>
        </pc:spChg>
        <pc:spChg chg="add del mod">
          <ac:chgData name="Teuku Raja Irfan Radarma" userId="cf428174-95ba-4576-8554-3a3b8ffa52b7" providerId="ADAL" clId="{D9DF5880-402D-47D0-89FB-D6E93FCFC015}" dt="2026-06-28T06:15:19.150" v="2369"/>
          <ac:spMkLst>
            <pc:docMk/>
            <pc:sldMk cId="1372212483" sldId="413"/>
            <ac:spMk id="5" creationId="{5255A8CA-2B8A-4DDC-97B5-C2F75255409E}"/>
          </ac:spMkLst>
        </pc:spChg>
        <pc:spChg chg="add del mod">
          <ac:chgData name="Teuku Raja Irfan Radarma" userId="cf428174-95ba-4576-8554-3a3b8ffa52b7" providerId="ADAL" clId="{D9DF5880-402D-47D0-89FB-D6E93FCFC015}" dt="2026-06-28T06:15:19.150" v="2369"/>
          <ac:spMkLst>
            <pc:docMk/>
            <pc:sldMk cId="1372212483" sldId="413"/>
            <ac:spMk id="6" creationId="{E7DD76DD-23D2-4BA0-8A03-B8153446A565}"/>
          </ac:spMkLst>
        </pc:spChg>
        <pc:spChg chg="add del mod">
          <ac:chgData name="Teuku Raja Irfan Radarma" userId="cf428174-95ba-4576-8554-3a3b8ffa52b7" providerId="ADAL" clId="{D9DF5880-402D-47D0-89FB-D6E93FCFC015}" dt="2026-06-28T06:15:19.150" v="2369"/>
          <ac:spMkLst>
            <pc:docMk/>
            <pc:sldMk cId="1372212483" sldId="413"/>
            <ac:spMk id="7" creationId="{3A336025-EB09-490A-884C-BD8497B1FAE9}"/>
          </ac:spMkLst>
        </pc:spChg>
        <pc:spChg chg="add del mod">
          <ac:chgData name="Teuku Raja Irfan Radarma" userId="cf428174-95ba-4576-8554-3a3b8ffa52b7" providerId="ADAL" clId="{D9DF5880-402D-47D0-89FB-D6E93FCFC015}" dt="2026-06-28T06:15:19.150" v="2369"/>
          <ac:spMkLst>
            <pc:docMk/>
            <pc:sldMk cId="1372212483" sldId="413"/>
            <ac:spMk id="8" creationId="{A089BFA7-F19B-428C-ADB2-83D1FEE23F72}"/>
          </ac:spMkLst>
        </pc:spChg>
        <pc:spChg chg="add mod">
          <ac:chgData name="Teuku Raja Irfan Radarma" userId="cf428174-95ba-4576-8554-3a3b8ffa52b7" providerId="ADAL" clId="{D9DF5880-402D-47D0-89FB-D6E93FCFC015}" dt="2026-06-28T06:15:20.783" v="2371"/>
          <ac:spMkLst>
            <pc:docMk/>
            <pc:sldMk cId="1372212483" sldId="413"/>
            <ac:spMk id="9" creationId="{B773AE02-B8D7-4BD4-A39C-2E3D5DCC42B1}"/>
          </ac:spMkLst>
        </pc:spChg>
        <pc:spChg chg="add mod">
          <ac:chgData name="Teuku Raja Irfan Radarma" userId="cf428174-95ba-4576-8554-3a3b8ffa52b7" providerId="ADAL" clId="{D9DF5880-402D-47D0-89FB-D6E93FCFC015}" dt="2026-06-28T06:15:20.783" v="2371"/>
          <ac:spMkLst>
            <pc:docMk/>
            <pc:sldMk cId="1372212483" sldId="413"/>
            <ac:spMk id="10" creationId="{B890648B-1A82-433E-B432-8D1B75FDACB5}"/>
          </ac:spMkLst>
        </pc:spChg>
        <pc:spChg chg="add mod">
          <ac:chgData name="Teuku Raja Irfan Radarma" userId="cf428174-95ba-4576-8554-3a3b8ffa52b7" providerId="ADAL" clId="{D9DF5880-402D-47D0-89FB-D6E93FCFC015}" dt="2026-06-28T06:16:17.853" v="2385" actId="1076"/>
          <ac:spMkLst>
            <pc:docMk/>
            <pc:sldMk cId="1372212483" sldId="413"/>
            <ac:spMk id="11" creationId="{2463EEF6-5F35-43B6-B860-2F22A54B8533}"/>
          </ac:spMkLst>
        </pc:spChg>
        <pc:spChg chg="add mod">
          <ac:chgData name="Teuku Raja Irfan Radarma" userId="cf428174-95ba-4576-8554-3a3b8ffa52b7" providerId="ADAL" clId="{D9DF5880-402D-47D0-89FB-D6E93FCFC015}" dt="2026-06-28T06:16:08.820" v="2384" actId="1076"/>
          <ac:spMkLst>
            <pc:docMk/>
            <pc:sldMk cId="1372212483" sldId="413"/>
            <ac:spMk id="12" creationId="{EE5452DA-7EE3-40E3-919D-A52AE73E8BFC}"/>
          </ac:spMkLst>
        </pc:spChg>
      </pc:sldChg>
      <pc:sldChg chg="del">
        <pc:chgData name="Teuku Raja Irfan Radarma" userId="cf428174-95ba-4576-8554-3a3b8ffa52b7" providerId="ADAL" clId="{D9DF5880-402D-47D0-89FB-D6E93FCFC015}" dt="2026-06-28T02:15:52.217" v="1623" actId="47"/>
        <pc:sldMkLst>
          <pc:docMk/>
          <pc:sldMk cId="1718121370" sldId="414"/>
        </pc:sldMkLst>
      </pc:sldChg>
      <pc:sldChg chg="addSp delSp modSp new mod">
        <pc:chgData name="Teuku Raja Irfan Radarma" userId="cf428174-95ba-4576-8554-3a3b8ffa52b7" providerId="ADAL" clId="{D9DF5880-402D-47D0-89FB-D6E93FCFC015}" dt="2026-06-28T06:18:55.795" v="2405" actId="20577"/>
        <pc:sldMkLst>
          <pc:docMk/>
          <pc:sldMk cId="3222384564" sldId="414"/>
        </pc:sldMkLst>
        <pc:spChg chg="del">
          <ac:chgData name="Teuku Raja Irfan Radarma" userId="cf428174-95ba-4576-8554-3a3b8ffa52b7" providerId="ADAL" clId="{D9DF5880-402D-47D0-89FB-D6E93FCFC015}" dt="2026-06-28T06:18:39.979" v="2389" actId="478"/>
          <ac:spMkLst>
            <pc:docMk/>
            <pc:sldMk cId="3222384564" sldId="414"/>
            <ac:spMk id="2" creationId="{AF11ED02-E358-4114-8499-AF7215C1E33C}"/>
          </ac:spMkLst>
        </pc:spChg>
        <pc:spChg chg="del">
          <ac:chgData name="Teuku Raja Irfan Radarma" userId="cf428174-95ba-4576-8554-3a3b8ffa52b7" providerId="ADAL" clId="{D9DF5880-402D-47D0-89FB-D6E93FCFC015}" dt="2026-06-28T06:18:39.979" v="2389" actId="478"/>
          <ac:spMkLst>
            <pc:docMk/>
            <pc:sldMk cId="3222384564" sldId="414"/>
            <ac:spMk id="4" creationId="{53F9763A-8264-4502-9605-D2CABC76CD68}"/>
          </ac:spMkLst>
        </pc:spChg>
        <pc:spChg chg="add del mod">
          <ac:chgData name="Teuku Raja Irfan Radarma" userId="cf428174-95ba-4576-8554-3a3b8ffa52b7" providerId="ADAL" clId="{D9DF5880-402D-47D0-89FB-D6E93FCFC015}" dt="2026-06-28T06:18:38.832" v="2388"/>
          <ac:spMkLst>
            <pc:docMk/>
            <pc:sldMk cId="3222384564" sldId="414"/>
            <ac:spMk id="5" creationId="{A7FD396D-F160-4295-A42D-9AB910069370}"/>
          </ac:spMkLst>
        </pc:spChg>
        <pc:spChg chg="add del mod">
          <ac:chgData name="Teuku Raja Irfan Radarma" userId="cf428174-95ba-4576-8554-3a3b8ffa52b7" providerId="ADAL" clId="{D9DF5880-402D-47D0-89FB-D6E93FCFC015}" dt="2026-06-28T06:18:38.832" v="2388"/>
          <ac:spMkLst>
            <pc:docMk/>
            <pc:sldMk cId="3222384564" sldId="414"/>
            <ac:spMk id="6" creationId="{F2A78BDC-AB73-421A-AC2B-D300AFD1635B}"/>
          </ac:spMkLst>
        </pc:spChg>
        <pc:spChg chg="add mod">
          <ac:chgData name="Teuku Raja Irfan Radarma" userId="cf428174-95ba-4576-8554-3a3b8ffa52b7" providerId="ADAL" clId="{D9DF5880-402D-47D0-89FB-D6E93FCFC015}" dt="2026-06-28T06:18:40.345" v="2390"/>
          <ac:spMkLst>
            <pc:docMk/>
            <pc:sldMk cId="3222384564" sldId="414"/>
            <ac:spMk id="7" creationId="{B1EF51CC-A35E-46CD-AE71-979BCA9C1B3B}"/>
          </ac:spMkLst>
        </pc:spChg>
        <pc:spChg chg="add mod">
          <ac:chgData name="Teuku Raja Irfan Radarma" userId="cf428174-95ba-4576-8554-3a3b8ffa52b7" providerId="ADAL" clId="{D9DF5880-402D-47D0-89FB-D6E93FCFC015}" dt="2026-06-28T06:18:55.795" v="2405" actId="20577"/>
          <ac:spMkLst>
            <pc:docMk/>
            <pc:sldMk cId="3222384564" sldId="414"/>
            <ac:spMk id="8" creationId="{06508049-DA2E-463B-868A-589A67A1CF55}"/>
          </ac:spMkLst>
        </pc:spChg>
      </pc:sldChg>
      <pc:sldChg chg="modSp new mod">
        <pc:chgData name="Teuku Raja Irfan Radarma" userId="cf428174-95ba-4576-8554-3a3b8ffa52b7" providerId="ADAL" clId="{D9DF5880-402D-47D0-89FB-D6E93FCFC015}" dt="2026-06-28T06:19:15.416" v="2420" actId="20577"/>
        <pc:sldMkLst>
          <pc:docMk/>
          <pc:sldMk cId="3672519675" sldId="415"/>
        </pc:sldMkLst>
        <pc:spChg chg="mod">
          <ac:chgData name="Teuku Raja Irfan Radarma" userId="cf428174-95ba-4576-8554-3a3b8ffa52b7" providerId="ADAL" clId="{D9DF5880-402D-47D0-89FB-D6E93FCFC015}" dt="2026-06-28T06:19:15.416" v="2420" actId="20577"/>
          <ac:spMkLst>
            <pc:docMk/>
            <pc:sldMk cId="3672519675" sldId="415"/>
            <ac:spMk id="2" creationId="{D58E3D88-1FB8-415F-8330-DB35D20B9DDE}"/>
          </ac:spMkLst>
        </pc:spChg>
      </pc:sldChg>
      <pc:sldChg chg="del">
        <pc:chgData name="Teuku Raja Irfan Radarma" userId="cf428174-95ba-4576-8554-3a3b8ffa52b7" providerId="ADAL" clId="{D9DF5880-402D-47D0-89FB-D6E93FCFC015}" dt="2026-06-28T02:15:52.217" v="1623" actId="47"/>
        <pc:sldMkLst>
          <pc:docMk/>
          <pc:sldMk cId="4252467002" sldId="415"/>
        </pc:sldMkLst>
      </pc:sldChg>
      <pc:sldChg chg="new del">
        <pc:chgData name="Teuku Raja Irfan Radarma" userId="cf428174-95ba-4576-8554-3a3b8ffa52b7" providerId="ADAL" clId="{D9DF5880-402D-47D0-89FB-D6E93FCFC015}" dt="2026-06-28T06:20:19.142" v="2425" actId="47"/>
        <pc:sldMkLst>
          <pc:docMk/>
          <pc:sldMk cId="433253047" sldId="416"/>
        </pc:sldMkLst>
      </pc:sldChg>
      <pc:sldChg chg="new del">
        <pc:chgData name="Teuku Raja Irfan Radarma" userId="cf428174-95ba-4576-8554-3a3b8ffa52b7" providerId="ADAL" clId="{D9DF5880-402D-47D0-89FB-D6E93FCFC015}" dt="2026-06-28T06:20:14.626" v="2422" actId="680"/>
        <pc:sldMkLst>
          <pc:docMk/>
          <pc:sldMk cId="2455403878" sldId="416"/>
        </pc:sldMkLst>
      </pc:sldChg>
    </pc:docChg>
  </pc:docChgLst>
  <pc:docChgLst>
    <pc:chgData name="Teuku Raja Irfan Radarma" userId="cf428174-95ba-4576-8554-3a3b8ffa52b7" providerId="ADAL" clId="{A80269FD-1647-41EA-9465-E4829927D3E9}"/>
    <pc:docChg chg="undo redo custSel addSld delSld modSld sldOrd modMainMaster">
      <pc:chgData name="Teuku Raja Irfan Radarma" userId="cf428174-95ba-4576-8554-3a3b8ffa52b7" providerId="ADAL" clId="{A80269FD-1647-41EA-9465-E4829927D3E9}" dt="2025-11-29T10:59:28.149" v="15178" actId="20577"/>
      <pc:docMkLst>
        <pc:docMk/>
      </pc:docMkLst>
      <pc:sldChg chg="addSp delSp modSp mod ord">
        <pc:chgData name="Teuku Raja Irfan Radarma" userId="cf428174-95ba-4576-8554-3a3b8ffa52b7" providerId="ADAL" clId="{A80269FD-1647-41EA-9465-E4829927D3E9}" dt="2025-11-22T13:20:34.214" v="9975" actId="20577"/>
        <pc:sldMkLst>
          <pc:docMk/>
          <pc:sldMk cId="4030995347" sldId="257"/>
        </pc:sldMkLst>
        <pc:spChg chg="mod">
          <ac:chgData name="Teuku Raja Irfan Radarma" userId="cf428174-95ba-4576-8554-3a3b8ffa52b7" providerId="ADAL" clId="{A80269FD-1647-41EA-9465-E4829927D3E9}" dt="2025-11-09T09:18:31.053" v="735" actId="403"/>
          <ac:spMkLst>
            <pc:docMk/>
            <pc:sldMk cId="4030995347" sldId="257"/>
            <ac:spMk id="2" creationId="{5067157F-D729-D43A-6721-923C7B23828A}"/>
          </ac:spMkLst>
        </pc:spChg>
        <pc:spChg chg="mod">
          <ac:chgData name="Teuku Raja Irfan Radarma" userId="cf428174-95ba-4576-8554-3a3b8ffa52b7" providerId="ADAL" clId="{A80269FD-1647-41EA-9465-E4829927D3E9}" dt="2025-11-22T13:20:34.214" v="9975" actId="20577"/>
          <ac:spMkLst>
            <pc:docMk/>
            <pc:sldMk cId="4030995347" sldId="257"/>
            <ac:spMk id="3" creationId="{940F5DB3-7A6F-EDD4-9F33-B3FF6161C717}"/>
          </ac:spMkLst>
        </pc:spChg>
        <pc:spChg chg="add mod">
          <ac:chgData name="Teuku Raja Irfan Radarma" userId="cf428174-95ba-4576-8554-3a3b8ffa52b7" providerId="ADAL" clId="{A80269FD-1647-41EA-9465-E4829927D3E9}" dt="2025-11-09T09:20:21.260" v="962" actId="1076"/>
          <ac:spMkLst>
            <pc:docMk/>
            <pc:sldMk cId="4030995347" sldId="257"/>
            <ac:spMk id="4" creationId="{6C09DF7A-9B78-AB11-FA80-26BA72C3D29B}"/>
          </ac:spMkLst>
        </pc:spChg>
      </pc:sldChg>
      <pc:sldChg chg="modSp mod">
        <pc:chgData name="Teuku Raja Irfan Radarma" userId="cf428174-95ba-4576-8554-3a3b8ffa52b7" providerId="ADAL" clId="{A80269FD-1647-41EA-9465-E4829927D3E9}" dt="2025-11-16T04:20:40.085" v="3802" actId="20577"/>
        <pc:sldMkLst>
          <pc:docMk/>
          <pc:sldMk cId="2021974124" sldId="260"/>
        </pc:sldMkLst>
        <pc:spChg chg="mod">
          <ac:chgData name="Teuku Raja Irfan Radarma" userId="cf428174-95ba-4576-8554-3a3b8ffa52b7" providerId="ADAL" clId="{A80269FD-1647-41EA-9465-E4829927D3E9}" dt="2025-11-16T04:20:40.085" v="3802" actId="20577"/>
          <ac:spMkLst>
            <pc:docMk/>
            <pc:sldMk cId="2021974124" sldId="260"/>
            <ac:spMk id="3" creationId="{2952C04A-BCBB-9364-2819-8725E6696366}"/>
          </ac:spMkLst>
        </pc:spChg>
      </pc:sldChg>
      <pc:sldChg chg="modSp mod">
        <pc:chgData name="Teuku Raja Irfan Radarma" userId="cf428174-95ba-4576-8554-3a3b8ffa52b7" providerId="ADAL" clId="{A80269FD-1647-41EA-9465-E4829927D3E9}" dt="2025-11-16T04:19:10.368" v="3693" actId="20577"/>
        <pc:sldMkLst>
          <pc:docMk/>
          <pc:sldMk cId="911610319" sldId="262"/>
        </pc:sldMkLst>
        <pc:spChg chg="mod">
          <ac:chgData name="Teuku Raja Irfan Radarma" userId="cf428174-95ba-4576-8554-3a3b8ffa52b7" providerId="ADAL" clId="{A80269FD-1647-41EA-9465-E4829927D3E9}" dt="2025-11-16T04:19:08.622" v="3692" actId="20577"/>
          <ac:spMkLst>
            <pc:docMk/>
            <pc:sldMk cId="911610319" sldId="262"/>
            <ac:spMk id="3" creationId="{B17BBDE0-3A4E-3EA2-60B0-F9756E347209}"/>
          </ac:spMkLst>
        </pc:spChg>
        <pc:spChg chg="mod">
          <ac:chgData name="Teuku Raja Irfan Radarma" userId="cf428174-95ba-4576-8554-3a3b8ffa52b7" providerId="ADAL" clId="{A80269FD-1647-41EA-9465-E4829927D3E9}" dt="2025-11-16T04:19:10.368" v="3693" actId="20577"/>
          <ac:spMkLst>
            <pc:docMk/>
            <pc:sldMk cId="911610319" sldId="262"/>
            <ac:spMk id="4" creationId="{FFCC89D4-8169-77D5-D53F-1E998B469C40}"/>
          </ac:spMkLst>
        </pc:spChg>
      </pc:sldChg>
      <pc:sldChg chg="modSp mod">
        <pc:chgData name="Teuku Raja Irfan Radarma" userId="cf428174-95ba-4576-8554-3a3b8ffa52b7" providerId="ADAL" clId="{A80269FD-1647-41EA-9465-E4829927D3E9}" dt="2025-11-22T13:30:56.461" v="10252" actId="2710"/>
        <pc:sldMkLst>
          <pc:docMk/>
          <pc:sldMk cId="3835074240" sldId="263"/>
        </pc:sldMkLst>
        <pc:spChg chg="mod">
          <ac:chgData name="Teuku Raja Irfan Radarma" userId="cf428174-95ba-4576-8554-3a3b8ffa52b7" providerId="ADAL" clId="{A80269FD-1647-41EA-9465-E4829927D3E9}" dt="2025-11-22T13:30:56.461" v="10252" actId="2710"/>
          <ac:spMkLst>
            <pc:docMk/>
            <pc:sldMk cId="3835074240" sldId="263"/>
            <ac:spMk id="2" creationId="{2079CBE2-7ADF-23F1-83BE-26DF183A5B12}"/>
          </ac:spMkLst>
        </pc:spChg>
      </pc:sldChg>
      <pc:sldChg chg="modSp mod">
        <pc:chgData name="Teuku Raja Irfan Radarma" userId="cf428174-95ba-4576-8554-3a3b8ffa52b7" providerId="ADAL" clId="{A80269FD-1647-41EA-9465-E4829927D3E9}" dt="2025-11-29T10:28:02.281" v="14663" actId="20577"/>
        <pc:sldMkLst>
          <pc:docMk/>
          <pc:sldMk cId="1457204914" sldId="264"/>
        </pc:sldMkLst>
        <pc:spChg chg="mod">
          <ac:chgData name="Teuku Raja Irfan Radarma" userId="cf428174-95ba-4576-8554-3a3b8ffa52b7" providerId="ADAL" clId="{A80269FD-1647-41EA-9465-E4829927D3E9}" dt="2025-11-16T04:23:14.220" v="4080" actId="20577"/>
          <ac:spMkLst>
            <pc:docMk/>
            <pc:sldMk cId="1457204914" sldId="264"/>
            <ac:spMk id="2" creationId="{7E958052-05B2-9F29-B874-84F80A24B16B}"/>
          </ac:spMkLst>
        </pc:spChg>
        <pc:spChg chg="mod">
          <ac:chgData name="Teuku Raja Irfan Radarma" userId="cf428174-95ba-4576-8554-3a3b8ffa52b7" providerId="ADAL" clId="{A80269FD-1647-41EA-9465-E4829927D3E9}" dt="2025-11-29T10:28:02.281" v="14663" actId="20577"/>
          <ac:spMkLst>
            <pc:docMk/>
            <pc:sldMk cId="1457204914" sldId="264"/>
            <ac:spMk id="3" creationId="{ED136815-6D1A-2136-FEB7-5B68FA9A3B40}"/>
          </ac:spMkLst>
        </pc:spChg>
      </pc:sldChg>
      <pc:sldChg chg="addSp modSp new mod">
        <pc:chgData name="Teuku Raja Irfan Radarma" userId="cf428174-95ba-4576-8554-3a3b8ffa52b7" providerId="ADAL" clId="{A80269FD-1647-41EA-9465-E4829927D3E9}" dt="2025-11-23T13:03:03.131" v="13907" actId="207"/>
        <pc:sldMkLst>
          <pc:docMk/>
          <pc:sldMk cId="2891726164" sldId="304"/>
        </pc:sldMkLst>
        <pc:spChg chg="mod">
          <ac:chgData name="Teuku Raja Irfan Radarma" userId="cf428174-95ba-4576-8554-3a3b8ffa52b7" providerId="ADAL" clId="{A80269FD-1647-41EA-9465-E4829927D3E9}" dt="2025-11-16T04:21:35.033" v="3840" actId="20577"/>
          <ac:spMkLst>
            <pc:docMk/>
            <pc:sldMk cId="2891726164" sldId="304"/>
            <ac:spMk id="2" creationId="{FE2F06DC-C82D-49A7-49E8-24B02235CE1B}"/>
          </ac:spMkLst>
        </pc:spChg>
        <pc:spChg chg="mod">
          <ac:chgData name="Teuku Raja Irfan Radarma" userId="cf428174-95ba-4576-8554-3a3b8ffa52b7" providerId="ADAL" clId="{A80269FD-1647-41EA-9465-E4829927D3E9}" dt="2025-11-16T04:22:40.974" v="4023" actId="404"/>
          <ac:spMkLst>
            <pc:docMk/>
            <pc:sldMk cId="2891726164" sldId="304"/>
            <ac:spMk id="3" creationId="{0EEF17E5-AD4D-CEBE-F9C3-691B024490D7}"/>
          </ac:spMkLst>
        </pc:spChg>
        <pc:spChg chg="add mod">
          <ac:chgData name="Teuku Raja Irfan Radarma" userId="cf428174-95ba-4576-8554-3a3b8ffa52b7" providerId="ADAL" clId="{A80269FD-1647-41EA-9465-E4829927D3E9}" dt="2025-11-23T13:02:24.833" v="13901" actId="20577"/>
          <ac:spMkLst>
            <pc:docMk/>
            <pc:sldMk cId="2891726164" sldId="304"/>
            <ac:spMk id="5" creationId="{7D1C4826-0D9F-82A9-71DC-D0E6749679B2}"/>
          </ac:spMkLst>
        </pc:spChg>
      </pc:sldChg>
      <pc:sldChg chg="modSp new mod">
        <pc:chgData name="Teuku Raja Irfan Radarma" userId="cf428174-95ba-4576-8554-3a3b8ffa52b7" providerId="ADAL" clId="{A80269FD-1647-41EA-9465-E4829927D3E9}" dt="2025-11-29T10:59:12.061" v="15175" actId="20577"/>
        <pc:sldMkLst>
          <pc:docMk/>
          <pc:sldMk cId="3404562138" sldId="305"/>
        </pc:sldMkLst>
        <pc:spChg chg="mod">
          <ac:chgData name="Teuku Raja Irfan Radarma" userId="cf428174-95ba-4576-8554-3a3b8ffa52b7" providerId="ADAL" clId="{A80269FD-1647-41EA-9465-E4829927D3E9}" dt="2025-11-16T13:48:47.008" v="9712" actId="14100"/>
          <ac:spMkLst>
            <pc:docMk/>
            <pc:sldMk cId="3404562138" sldId="305"/>
            <ac:spMk id="2" creationId="{59E61678-8156-B5D7-6985-8F8C864E2A3D}"/>
          </ac:spMkLst>
        </pc:spChg>
        <pc:spChg chg="mod">
          <ac:chgData name="Teuku Raja Irfan Radarma" userId="cf428174-95ba-4576-8554-3a3b8ffa52b7" providerId="ADAL" clId="{A80269FD-1647-41EA-9465-E4829927D3E9}" dt="2025-11-16T13:54:37.265" v="9765" actId="20577"/>
          <ac:spMkLst>
            <pc:docMk/>
            <pc:sldMk cId="3404562138" sldId="305"/>
            <ac:spMk id="3" creationId="{8BA43A71-550D-6448-8070-817ACA416DEE}"/>
          </ac:spMkLst>
        </pc:spChg>
        <pc:spChg chg="mod">
          <ac:chgData name="Teuku Raja Irfan Radarma" userId="cf428174-95ba-4576-8554-3a3b8ffa52b7" providerId="ADAL" clId="{A80269FD-1647-41EA-9465-E4829927D3E9}" dt="2025-11-29T10:59:12.061" v="15175" actId="20577"/>
          <ac:spMkLst>
            <pc:docMk/>
            <pc:sldMk cId="3404562138" sldId="305"/>
            <ac:spMk id="5" creationId="{F73080AC-D3B5-D417-D864-98ECC2EE282A}"/>
          </ac:spMkLst>
        </pc:spChg>
      </pc:sldChg>
      <pc:sldChg chg="addSp delSp modSp new mod">
        <pc:chgData name="Teuku Raja Irfan Radarma" userId="cf428174-95ba-4576-8554-3a3b8ffa52b7" providerId="ADAL" clId="{A80269FD-1647-41EA-9465-E4829927D3E9}" dt="2025-11-29T10:29:13.086" v="14679" actId="20577"/>
        <pc:sldMkLst>
          <pc:docMk/>
          <pc:sldMk cId="3051451500" sldId="306"/>
        </pc:sldMkLst>
        <pc:spChg chg="mod">
          <ac:chgData name="Teuku Raja Irfan Radarma" userId="cf428174-95ba-4576-8554-3a3b8ffa52b7" providerId="ADAL" clId="{A80269FD-1647-41EA-9465-E4829927D3E9}" dt="2025-11-23T13:50:01.983" v="14397" actId="20577"/>
          <ac:spMkLst>
            <pc:docMk/>
            <pc:sldMk cId="3051451500" sldId="306"/>
            <ac:spMk id="2" creationId="{31B9DD37-A529-C0FC-5CA8-591ADC5F0314}"/>
          </ac:spMkLst>
        </pc:spChg>
        <pc:spChg chg="mod">
          <ac:chgData name="Teuku Raja Irfan Radarma" userId="cf428174-95ba-4576-8554-3a3b8ffa52b7" providerId="ADAL" clId="{A80269FD-1647-41EA-9465-E4829927D3E9}" dt="2025-11-16T04:31:46.568" v="4218" actId="403"/>
          <ac:spMkLst>
            <pc:docMk/>
            <pc:sldMk cId="3051451500" sldId="306"/>
            <ac:spMk id="4" creationId="{1EBF9B3F-1891-0D88-A0F9-6164A522FA62}"/>
          </ac:spMkLst>
        </pc:spChg>
        <pc:spChg chg="add mod">
          <ac:chgData name="Teuku Raja Irfan Radarma" userId="cf428174-95ba-4576-8554-3a3b8ffa52b7" providerId="ADAL" clId="{A80269FD-1647-41EA-9465-E4829927D3E9}" dt="2025-11-29T10:29:13.086" v="14679" actId="20577"/>
          <ac:spMkLst>
            <pc:docMk/>
            <pc:sldMk cId="3051451500" sldId="306"/>
            <ac:spMk id="6" creationId="{C6007249-6724-8E38-EC48-6E0C4748BD12}"/>
          </ac:spMkLst>
        </pc:spChg>
      </pc:sldChg>
      <pc:sldChg chg="delSp modSp add mod ord">
        <pc:chgData name="Teuku Raja Irfan Radarma" userId="cf428174-95ba-4576-8554-3a3b8ffa52b7" providerId="ADAL" clId="{A80269FD-1647-41EA-9465-E4829927D3E9}" dt="2025-11-29T10:59:28.149" v="15178" actId="20577"/>
        <pc:sldMkLst>
          <pc:docMk/>
          <pc:sldMk cId="4133513380" sldId="310"/>
        </pc:sldMkLst>
        <pc:spChg chg="mod">
          <ac:chgData name="Teuku Raja Irfan Radarma" userId="cf428174-95ba-4576-8554-3a3b8ffa52b7" providerId="ADAL" clId="{A80269FD-1647-41EA-9465-E4829927D3E9}" dt="2025-11-29T10:59:28.149" v="15178" actId="20577"/>
          <ac:spMkLst>
            <pc:docMk/>
            <pc:sldMk cId="4133513380" sldId="310"/>
            <ac:spMk id="2" creationId="{F4204DA2-4008-E351-CEE8-31BD3B9DC7B0}"/>
          </ac:spMkLst>
        </pc:spChg>
        <pc:spChg chg="mod">
          <ac:chgData name="Teuku Raja Irfan Radarma" userId="cf428174-95ba-4576-8554-3a3b8ffa52b7" providerId="ADAL" clId="{A80269FD-1647-41EA-9465-E4829927D3E9}" dt="2025-11-29T10:31:13.348" v="14711" actId="20577"/>
          <ac:spMkLst>
            <pc:docMk/>
            <pc:sldMk cId="4133513380" sldId="310"/>
            <ac:spMk id="3" creationId="{BD9E2BB4-0C99-4A5A-63A6-F98A68A6FA16}"/>
          </ac:spMkLst>
        </pc:spChg>
      </pc:sldChg>
      <pc:sldChg chg="modSp add mod ord">
        <pc:chgData name="Teuku Raja Irfan Radarma" userId="cf428174-95ba-4576-8554-3a3b8ffa52b7" providerId="ADAL" clId="{A80269FD-1647-41EA-9465-E4829927D3E9}" dt="2025-11-29T10:16:04.655" v="14400" actId="20577"/>
        <pc:sldMkLst>
          <pc:docMk/>
          <pc:sldMk cId="62413706" sldId="359"/>
        </pc:sldMkLst>
        <pc:spChg chg="mod">
          <ac:chgData name="Teuku Raja Irfan Radarma" userId="cf428174-95ba-4576-8554-3a3b8ffa52b7" providerId="ADAL" clId="{A80269FD-1647-41EA-9465-E4829927D3E9}" dt="2025-11-22T13:31:38.482" v="10256" actId="27636"/>
          <ac:spMkLst>
            <pc:docMk/>
            <pc:sldMk cId="62413706" sldId="359"/>
            <ac:spMk id="2" creationId="{86D1BB63-4350-72A4-F5A6-7BC05C8ACCEA}"/>
          </ac:spMkLst>
        </pc:spChg>
        <pc:spChg chg="mod">
          <ac:chgData name="Teuku Raja Irfan Radarma" userId="cf428174-95ba-4576-8554-3a3b8ffa52b7" providerId="ADAL" clId="{A80269FD-1647-41EA-9465-E4829927D3E9}" dt="2025-11-29T10:16:04.655" v="14400" actId="20577"/>
          <ac:spMkLst>
            <pc:docMk/>
            <pc:sldMk cId="62413706" sldId="359"/>
            <ac:spMk id="3" creationId="{10DAE108-9E44-567B-9E8A-3F62785A8106}"/>
          </ac:spMkLst>
        </pc:spChg>
      </pc:sldChg>
      <pc:sldChg chg="modSp add mod">
        <pc:chgData name="Teuku Raja Irfan Radarma" userId="cf428174-95ba-4576-8554-3a3b8ffa52b7" providerId="ADAL" clId="{A80269FD-1647-41EA-9465-E4829927D3E9}" dt="2025-11-23T09:43:50.114" v="12712" actId="20577"/>
        <pc:sldMkLst>
          <pc:docMk/>
          <pc:sldMk cId="2404744056" sldId="360"/>
        </pc:sldMkLst>
        <pc:spChg chg="mod">
          <ac:chgData name="Teuku Raja Irfan Radarma" userId="cf428174-95ba-4576-8554-3a3b8ffa52b7" providerId="ADAL" clId="{A80269FD-1647-41EA-9465-E4829927D3E9}" dt="2025-11-22T13:31:49.282" v="10260" actId="27636"/>
          <ac:spMkLst>
            <pc:docMk/>
            <pc:sldMk cId="2404744056" sldId="360"/>
            <ac:spMk id="2" creationId="{92D33C5B-666B-44AF-F5DA-F291DC227033}"/>
          </ac:spMkLst>
        </pc:spChg>
        <pc:spChg chg="mod">
          <ac:chgData name="Teuku Raja Irfan Radarma" userId="cf428174-95ba-4576-8554-3a3b8ffa52b7" providerId="ADAL" clId="{A80269FD-1647-41EA-9465-E4829927D3E9}" dt="2025-11-23T09:43:50.114" v="12712" actId="20577"/>
          <ac:spMkLst>
            <pc:docMk/>
            <pc:sldMk cId="2404744056" sldId="360"/>
            <ac:spMk id="3" creationId="{F8BDAA9C-22C0-D55D-1EF7-51DBED1171A8}"/>
          </ac:spMkLst>
        </pc:spChg>
      </pc:sldChg>
      <pc:sldChg chg="modSp add mod">
        <pc:chgData name="Teuku Raja Irfan Radarma" userId="cf428174-95ba-4576-8554-3a3b8ffa52b7" providerId="ADAL" clId="{A80269FD-1647-41EA-9465-E4829927D3E9}" dt="2025-11-22T13:34:10.716" v="10331" actId="20577"/>
        <pc:sldMkLst>
          <pc:docMk/>
          <pc:sldMk cId="2842273901" sldId="361"/>
        </pc:sldMkLst>
        <pc:spChg chg="mod">
          <ac:chgData name="Teuku Raja Irfan Radarma" userId="cf428174-95ba-4576-8554-3a3b8ffa52b7" providerId="ADAL" clId="{A80269FD-1647-41EA-9465-E4829927D3E9}" dt="2025-11-22T13:32:01.453" v="10262" actId="5793"/>
          <ac:spMkLst>
            <pc:docMk/>
            <pc:sldMk cId="2842273901" sldId="361"/>
            <ac:spMk id="2" creationId="{371AC606-9CA3-A16A-AC54-A351C99D82CC}"/>
          </ac:spMkLst>
        </pc:spChg>
        <pc:spChg chg="mod">
          <ac:chgData name="Teuku Raja Irfan Radarma" userId="cf428174-95ba-4576-8554-3a3b8ffa52b7" providerId="ADAL" clId="{A80269FD-1647-41EA-9465-E4829927D3E9}" dt="2025-11-22T13:34:10.716" v="10331" actId="20577"/>
          <ac:spMkLst>
            <pc:docMk/>
            <pc:sldMk cId="2842273901" sldId="361"/>
            <ac:spMk id="3" creationId="{A873FDAF-A69D-CD40-D4B3-06E89828D610}"/>
          </ac:spMkLst>
        </pc:spChg>
      </pc:sldChg>
      <pc:sldChg chg="modSp add mod">
        <pc:chgData name="Teuku Raja Irfan Radarma" userId="cf428174-95ba-4576-8554-3a3b8ffa52b7" providerId="ADAL" clId="{A80269FD-1647-41EA-9465-E4829927D3E9}" dt="2025-11-29T10:16:28.783" v="14407"/>
        <pc:sldMkLst>
          <pc:docMk/>
          <pc:sldMk cId="2948661724" sldId="362"/>
        </pc:sldMkLst>
        <pc:spChg chg="mod">
          <ac:chgData name="Teuku Raja Irfan Radarma" userId="cf428174-95ba-4576-8554-3a3b8ffa52b7" providerId="ADAL" clId="{A80269FD-1647-41EA-9465-E4829927D3E9}" dt="2025-11-29T10:16:28.783" v="14407"/>
          <ac:spMkLst>
            <pc:docMk/>
            <pc:sldMk cId="2948661724" sldId="362"/>
            <ac:spMk id="2" creationId="{1F5DF6D6-8F52-BE2D-5E23-48D0F43EDCEB}"/>
          </ac:spMkLst>
        </pc:spChg>
        <pc:spChg chg="mod">
          <ac:chgData name="Teuku Raja Irfan Radarma" userId="cf428174-95ba-4576-8554-3a3b8ffa52b7" providerId="ADAL" clId="{A80269FD-1647-41EA-9465-E4829927D3E9}" dt="2025-11-29T10:16:11.397" v="14406" actId="20577"/>
          <ac:spMkLst>
            <pc:docMk/>
            <pc:sldMk cId="2948661724" sldId="362"/>
            <ac:spMk id="3" creationId="{69551409-D9D6-781E-9386-25124D216DAF}"/>
          </ac:spMkLst>
        </pc:spChg>
      </pc:sldChg>
      <pc:sldChg chg="addSp modSp new mod">
        <pc:chgData name="Teuku Raja Irfan Radarma" userId="cf428174-95ba-4576-8554-3a3b8ffa52b7" providerId="ADAL" clId="{A80269FD-1647-41EA-9465-E4829927D3E9}" dt="2025-11-22T13:39:05.849" v="10400" actId="1076"/>
        <pc:sldMkLst>
          <pc:docMk/>
          <pc:sldMk cId="1044276249" sldId="363"/>
        </pc:sldMkLst>
        <pc:spChg chg="mod">
          <ac:chgData name="Teuku Raja Irfan Radarma" userId="cf428174-95ba-4576-8554-3a3b8ffa52b7" providerId="ADAL" clId="{A80269FD-1647-41EA-9465-E4829927D3E9}" dt="2025-11-22T13:36:32.370" v="10359"/>
          <ac:spMkLst>
            <pc:docMk/>
            <pc:sldMk cId="1044276249" sldId="363"/>
            <ac:spMk id="2" creationId="{A125681A-45A2-7128-DE7A-C52014C27119}"/>
          </ac:spMkLst>
        </pc:spChg>
        <pc:spChg chg="add mod">
          <ac:chgData name="Teuku Raja Irfan Radarma" userId="cf428174-95ba-4576-8554-3a3b8ffa52b7" providerId="ADAL" clId="{A80269FD-1647-41EA-9465-E4829927D3E9}" dt="2025-11-22T13:39:05.849" v="10400" actId="1076"/>
          <ac:spMkLst>
            <pc:docMk/>
            <pc:sldMk cId="1044276249" sldId="363"/>
            <ac:spMk id="6" creationId="{00CA8178-C5D9-B7AC-2EB9-8CAE37EAAF27}"/>
          </ac:spMkLst>
        </pc:spChg>
      </pc:sldChg>
      <pc:sldChg chg="addSp delSp modSp add mod">
        <pc:chgData name="Teuku Raja Irfan Radarma" userId="cf428174-95ba-4576-8554-3a3b8ffa52b7" providerId="ADAL" clId="{A80269FD-1647-41EA-9465-E4829927D3E9}" dt="2025-11-29T10:32:26.062" v="14738" actId="6549"/>
        <pc:sldMkLst>
          <pc:docMk/>
          <pc:sldMk cId="3369179900" sldId="364"/>
        </pc:sldMkLst>
        <pc:spChg chg="mod">
          <ac:chgData name="Teuku Raja Irfan Radarma" userId="cf428174-95ba-4576-8554-3a3b8ffa52b7" providerId="ADAL" clId="{A80269FD-1647-41EA-9465-E4829927D3E9}" dt="2025-11-29T10:32:14.624" v="14736" actId="20577"/>
          <ac:spMkLst>
            <pc:docMk/>
            <pc:sldMk cId="3369179900" sldId="364"/>
            <ac:spMk id="2" creationId="{9355AC7A-A396-196D-64A6-0D798170A028}"/>
          </ac:spMkLst>
        </pc:spChg>
        <pc:spChg chg="mod">
          <ac:chgData name="Teuku Raja Irfan Radarma" userId="cf428174-95ba-4576-8554-3a3b8ffa52b7" providerId="ADAL" clId="{A80269FD-1647-41EA-9465-E4829927D3E9}" dt="2025-11-29T10:32:26.062" v="14738" actId="6549"/>
          <ac:spMkLst>
            <pc:docMk/>
            <pc:sldMk cId="3369179900" sldId="364"/>
            <ac:spMk id="6" creationId="{DA02822E-99EC-C2AA-3F8B-FB9F20D07F69}"/>
          </ac:spMkLst>
        </pc:spChg>
      </pc:sldChg>
      <pc:sldChg chg="addSp modSp add del mod">
        <pc:chgData name="Teuku Raja Irfan Radarma" userId="cf428174-95ba-4576-8554-3a3b8ffa52b7" providerId="ADAL" clId="{A80269FD-1647-41EA-9465-E4829927D3E9}" dt="2025-11-29T10:25:30.677" v="14632" actId="1076"/>
        <pc:sldMkLst>
          <pc:docMk/>
          <pc:sldMk cId="3887449466" sldId="374"/>
        </pc:sldMkLst>
        <pc:spChg chg="mod">
          <ac:chgData name="Teuku Raja Irfan Radarma" userId="cf428174-95ba-4576-8554-3a3b8ffa52b7" providerId="ADAL" clId="{A80269FD-1647-41EA-9465-E4829927D3E9}" dt="2025-11-29T10:18:36.236" v="14463" actId="20577"/>
          <ac:spMkLst>
            <pc:docMk/>
            <pc:sldMk cId="3887449466" sldId="374"/>
            <ac:spMk id="2" creationId="{2EFF2390-A351-2BC1-BB12-FE12FE55FE51}"/>
          </ac:spMkLst>
        </pc:spChg>
        <pc:spChg chg="mod">
          <ac:chgData name="Teuku Raja Irfan Radarma" userId="cf428174-95ba-4576-8554-3a3b8ffa52b7" providerId="ADAL" clId="{A80269FD-1647-41EA-9465-E4829927D3E9}" dt="2025-11-29T10:25:18.247" v="14627" actId="20577"/>
          <ac:spMkLst>
            <pc:docMk/>
            <pc:sldMk cId="3887449466" sldId="374"/>
            <ac:spMk id="4" creationId="{5DFB2A37-0B4B-405A-2CAA-C05F9F347F73}"/>
          </ac:spMkLst>
        </pc:spChg>
        <pc:picChg chg="add mod">
          <ac:chgData name="Teuku Raja Irfan Radarma" userId="cf428174-95ba-4576-8554-3a3b8ffa52b7" providerId="ADAL" clId="{A80269FD-1647-41EA-9465-E4829927D3E9}" dt="2025-11-29T10:25:30.677" v="14632" actId="1076"/>
          <ac:picMkLst>
            <pc:docMk/>
            <pc:sldMk cId="3887449466" sldId="374"/>
            <ac:picMk id="6" creationId="{B8F47FCE-39A0-F05E-665A-90026BC87EDD}"/>
          </ac:picMkLst>
        </pc:picChg>
      </pc:sldChg>
      <pc:sldChg chg="modSp new mod">
        <pc:chgData name="Teuku Raja Irfan Radarma" userId="cf428174-95ba-4576-8554-3a3b8ffa52b7" providerId="ADAL" clId="{A80269FD-1647-41EA-9465-E4829927D3E9}" dt="2025-11-23T09:48:23.658" v="12942" actId="14100"/>
        <pc:sldMkLst>
          <pc:docMk/>
          <pc:sldMk cId="3681168979" sldId="375"/>
        </pc:sldMkLst>
        <pc:spChg chg="mod">
          <ac:chgData name="Teuku Raja Irfan Radarma" userId="cf428174-95ba-4576-8554-3a3b8ffa52b7" providerId="ADAL" clId="{A80269FD-1647-41EA-9465-E4829927D3E9}" dt="2025-11-23T09:48:20.393" v="12939" actId="14100"/>
          <ac:spMkLst>
            <pc:docMk/>
            <pc:sldMk cId="3681168979" sldId="375"/>
            <ac:spMk id="2" creationId="{364633BB-D74D-FC4C-AE63-46D0CE85E220}"/>
          </ac:spMkLst>
        </pc:spChg>
        <pc:spChg chg="mod">
          <ac:chgData name="Teuku Raja Irfan Radarma" userId="cf428174-95ba-4576-8554-3a3b8ffa52b7" providerId="ADAL" clId="{A80269FD-1647-41EA-9465-E4829927D3E9}" dt="2025-11-23T09:48:23.658" v="12942" actId="14100"/>
          <ac:spMkLst>
            <pc:docMk/>
            <pc:sldMk cId="3681168979" sldId="375"/>
            <ac:spMk id="3" creationId="{F434CB59-B9B2-408E-598F-1718021403D3}"/>
          </ac:spMkLst>
        </pc:spChg>
      </pc:sldChg>
      <pc:sldChg chg="addSp modSp mod">
        <pc:chgData name="Teuku Raja Irfan Radarma" userId="cf428174-95ba-4576-8554-3a3b8ffa52b7" providerId="ADAL" clId="{A80269FD-1647-41EA-9465-E4829927D3E9}" dt="2025-11-29T10:43:27.610" v="15014" actId="113"/>
        <pc:sldMkLst>
          <pc:docMk/>
          <pc:sldMk cId="24033230" sldId="393"/>
        </pc:sldMkLst>
        <pc:spChg chg="mod">
          <ac:chgData name="Teuku Raja Irfan Radarma" userId="cf428174-95ba-4576-8554-3a3b8ffa52b7" providerId="ADAL" clId="{A80269FD-1647-41EA-9465-E4829927D3E9}" dt="2025-11-29T10:42:55.593" v="14970"/>
          <ac:spMkLst>
            <pc:docMk/>
            <pc:sldMk cId="24033230" sldId="393"/>
            <ac:spMk id="2" creationId="{A2759546-00F4-91AC-B27E-4F3C0E8C95B5}"/>
          </ac:spMkLst>
        </pc:spChg>
        <pc:spChg chg="mod">
          <ac:chgData name="Teuku Raja Irfan Radarma" userId="cf428174-95ba-4576-8554-3a3b8ffa52b7" providerId="ADAL" clId="{A80269FD-1647-41EA-9465-E4829927D3E9}" dt="2025-11-29T10:43:27.610" v="15014" actId="113"/>
          <ac:spMkLst>
            <pc:docMk/>
            <pc:sldMk cId="24033230" sldId="393"/>
            <ac:spMk id="6" creationId="{36C0195D-953D-4709-0ADE-D3B79ED3FD8F}"/>
          </ac:spMkLst>
        </pc:spChg>
      </pc:sldChg>
      <pc:sldChg chg="addSp modSp mod">
        <pc:chgData name="Teuku Raja Irfan Radarma" userId="cf428174-95ba-4576-8554-3a3b8ffa52b7" providerId="ADAL" clId="{A80269FD-1647-41EA-9465-E4829927D3E9}" dt="2025-11-29T10:55:19.326" v="15128" actId="1076"/>
        <pc:sldMkLst>
          <pc:docMk/>
          <pc:sldMk cId="672625704" sldId="398"/>
        </pc:sldMkLst>
        <pc:spChg chg="mod">
          <ac:chgData name="Teuku Raja Irfan Radarma" userId="cf428174-95ba-4576-8554-3a3b8ffa52b7" providerId="ADAL" clId="{A80269FD-1647-41EA-9465-E4829927D3E9}" dt="2025-11-29T10:53:52.853" v="15109" actId="20577"/>
          <ac:spMkLst>
            <pc:docMk/>
            <pc:sldMk cId="672625704" sldId="398"/>
            <ac:spMk id="2" creationId="{9E362D16-BA3B-9BC0-5577-7BE2AB2C741F}"/>
          </ac:spMkLst>
        </pc:spChg>
        <pc:spChg chg="add mod">
          <ac:chgData name="Teuku Raja Irfan Radarma" userId="cf428174-95ba-4576-8554-3a3b8ffa52b7" providerId="ADAL" clId="{A80269FD-1647-41EA-9465-E4829927D3E9}" dt="2025-11-29T10:55:19.326" v="15128" actId="1076"/>
          <ac:spMkLst>
            <pc:docMk/>
            <pc:sldMk cId="672625704" sldId="398"/>
            <ac:spMk id="3" creationId="{C727AD68-8FF3-745F-5215-0C8910CF38E5}"/>
          </ac:spMkLst>
        </pc:spChg>
        <pc:spChg chg="mod">
          <ac:chgData name="Teuku Raja Irfan Radarma" userId="cf428174-95ba-4576-8554-3a3b8ffa52b7" providerId="ADAL" clId="{A80269FD-1647-41EA-9465-E4829927D3E9}" dt="2025-11-29T10:54:47.070" v="15119" actId="12"/>
          <ac:spMkLst>
            <pc:docMk/>
            <pc:sldMk cId="672625704" sldId="398"/>
            <ac:spMk id="6" creationId="{7ED1D741-3A93-39E9-DE3A-C19DA2862C88}"/>
          </ac:spMkLst>
        </pc:spChg>
      </pc:sldChg>
      <pc:sldChg chg="modSp add mod">
        <pc:chgData name="Teuku Raja Irfan Radarma" userId="cf428174-95ba-4576-8554-3a3b8ffa52b7" providerId="ADAL" clId="{A80269FD-1647-41EA-9465-E4829927D3E9}" dt="2025-11-29T10:17:17.766" v="14414" actId="113"/>
        <pc:sldMkLst>
          <pc:docMk/>
          <pc:sldMk cId="2416570866" sldId="399"/>
        </pc:sldMkLst>
        <pc:spChg chg="mod">
          <ac:chgData name="Teuku Raja Irfan Radarma" userId="cf428174-95ba-4576-8554-3a3b8ffa52b7" providerId="ADAL" clId="{A80269FD-1647-41EA-9465-E4829927D3E9}" dt="2025-11-29T10:17:17.766" v="14414" actId="113"/>
          <ac:spMkLst>
            <pc:docMk/>
            <pc:sldMk cId="2416570866" sldId="399"/>
            <ac:spMk id="3" creationId="{F046738E-7344-0C31-9948-55917495D174}"/>
          </ac:spMkLst>
        </pc:spChg>
      </pc:sldChg>
      <pc:sldChg chg="addSp modSp add mod">
        <pc:chgData name="Teuku Raja Irfan Radarma" userId="cf428174-95ba-4576-8554-3a3b8ffa52b7" providerId="ADAL" clId="{A80269FD-1647-41EA-9465-E4829927D3E9}" dt="2025-11-29T10:57:28.740" v="15137" actId="113"/>
        <pc:sldMkLst>
          <pc:docMk/>
          <pc:sldMk cId="53942385" sldId="400"/>
        </pc:sldMkLst>
        <pc:spChg chg="mod">
          <ac:chgData name="Teuku Raja Irfan Radarma" userId="cf428174-95ba-4576-8554-3a3b8ffa52b7" providerId="ADAL" clId="{A80269FD-1647-41EA-9465-E4829927D3E9}" dt="2025-11-29T10:57:19.571" v="15134"/>
          <ac:spMkLst>
            <pc:docMk/>
            <pc:sldMk cId="53942385" sldId="400"/>
            <ac:spMk id="2" creationId="{D7021ED3-5C7C-A49C-FB7B-82EDA5CA7137}"/>
          </ac:spMkLst>
        </pc:spChg>
        <pc:spChg chg="mod">
          <ac:chgData name="Teuku Raja Irfan Radarma" userId="cf428174-95ba-4576-8554-3a3b8ffa52b7" providerId="ADAL" clId="{A80269FD-1647-41EA-9465-E4829927D3E9}" dt="2025-11-29T10:57:28.740" v="15137" actId="113"/>
          <ac:spMkLst>
            <pc:docMk/>
            <pc:sldMk cId="53942385" sldId="400"/>
            <ac:spMk id="6" creationId="{8821C5D5-FFE8-0601-1EC5-1A9B783E34F0}"/>
          </ac:spMkLst>
        </pc:spChg>
      </pc:sldChg>
      <pc:sldChg chg="addSp modSp add mod">
        <pc:chgData name="Teuku Raja Irfan Radarma" userId="cf428174-95ba-4576-8554-3a3b8ffa52b7" providerId="ADAL" clId="{A80269FD-1647-41EA-9465-E4829927D3E9}" dt="2025-11-29T10:18:03.621" v="14443" actId="6549"/>
        <pc:sldMkLst>
          <pc:docMk/>
          <pc:sldMk cId="4130794792" sldId="401"/>
        </pc:sldMkLst>
        <pc:spChg chg="mod">
          <ac:chgData name="Teuku Raja Irfan Radarma" userId="cf428174-95ba-4576-8554-3a3b8ffa52b7" providerId="ADAL" clId="{A80269FD-1647-41EA-9465-E4829927D3E9}" dt="2025-11-29T10:18:03.621" v="14443" actId="6549"/>
          <ac:spMkLst>
            <pc:docMk/>
            <pc:sldMk cId="4130794792" sldId="401"/>
            <ac:spMk id="6" creationId="{1931FF4C-4A90-6E3E-5469-5CCEE66BD977}"/>
          </ac:spMkLst>
        </pc:spChg>
      </pc:sldChg>
      <pc:sldChg chg="addSp modSp add mod">
        <pc:chgData name="Teuku Raja Irfan Radarma" userId="cf428174-95ba-4576-8554-3a3b8ffa52b7" providerId="ADAL" clId="{A80269FD-1647-41EA-9465-E4829927D3E9}" dt="2025-11-29T10:35:49.266" v="14825" actId="20577"/>
        <pc:sldMkLst>
          <pc:docMk/>
          <pc:sldMk cId="1406115806" sldId="402"/>
        </pc:sldMkLst>
        <pc:spChg chg="mod">
          <ac:chgData name="Teuku Raja Irfan Radarma" userId="cf428174-95ba-4576-8554-3a3b8ffa52b7" providerId="ADAL" clId="{A80269FD-1647-41EA-9465-E4829927D3E9}" dt="2025-11-29T10:34:19.075" v="14766" actId="20577"/>
          <ac:spMkLst>
            <pc:docMk/>
            <pc:sldMk cId="1406115806" sldId="402"/>
            <ac:spMk id="2" creationId="{44503ED3-F04E-3FF3-FE7C-177F32CED5BA}"/>
          </ac:spMkLst>
        </pc:spChg>
        <pc:spChg chg="mod">
          <ac:chgData name="Teuku Raja Irfan Radarma" userId="cf428174-95ba-4576-8554-3a3b8ffa52b7" providerId="ADAL" clId="{A80269FD-1647-41EA-9465-E4829927D3E9}" dt="2025-11-29T10:35:49.266" v="14825" actId="20577"/>
          <ac:spMkLst>
            <pc:docMk/>
            <pc:sldMk cId="1406115806" sldId="402"/>
            <ac:spMk id="6" creationId="{5F5878D7-1A1A-AC67-0BE8-90075C8298FE}"/>
          </ac:spMkLst>
        </pc:spChg>
      </pc:sldChg>
      <pc:sldChg chg="addSp modSp add mod">
        <pc:chgData name="Teuku Raja Irfan Radarma" userId="cf428174-95ba-4576-8554-3a3b8ffa52b7" providerId="ADAL" clId="{A80269FD-1647-41EA-9465-E4829927D3E9}" dt="2025-11-29T10:44:09.925" v="15020" actId="108"/>
        <pc:sldMkLst>
          <pc:docMk/>
          <pc:sldMk cId="992091417" sldId="405"/>
        </pc:sldMkLst>
        <pc:spChg chg="mod">
          <ac:chgData name="Teuku Raja Irfan Radarma" userId="cf428174-95ba-4576-8554-3a3b8ffa52b7" providerId="ADAL" clId="{A80269FD-1647-41EA-9465-E4829927D3E9}" dt="2025-11-29T10:35:52.464" v="14826" actId="20577"/>
          <ac:spMkLst>
            <pc:docMk/>
            <pc:sldMk cId="992091417" sldId="405"/>
            <ac:spMk id="2" creationId="{9425A933-B29C-ADB9-B235-70E2CB6CBD8A}"/>
          </ac:spMkLst>
        </pc:spChg>
        <pc:spChg chg="mod">
          <ac:chgData name="Teuku Raja Irfan Radarma" userId="cf428174-95ba-4576-8554-3a3b8ffa52b7" providerId="ADAL" clId="{A80269FD-1647-41EA-9465-E4829927D3E9}" dt="2025-11-29T10:44:09.925" v="15020" actId="108"/>
          <ac:spMkLst>
            <pc:docMk/>
            <pc:sldMk cId="992091417" sldId="405"/>
            <ac:spMk id="6" creationId="{C599779B-FF6A-25B7-698D-26C7C1F9BA98}"/>
          </ac:spMkLst>
        </pc:spChg>
      </pc:sldChg>
      <pc:sldChg chg="modSp add mod">
        <pc:chgData name="Teuku Raja Irfan Radarma" userId="cf428174-95ba-4576-8554-3a3b8ffa52b7" providerId="ADAL" clId="{A80269FD-1647-41EA-9465-E4829927D3E9}" dt="2025-11-29T10:44:19.853" v="15022" actId="113"/>
        <pc:sldMkLst>
          <pc:docMk/>
          <pc:sldMk cId="2484617555" sldId="406"/>
        </pc:sldMkLst>
        <pc:spChg chg="mod">
          <ac:chgData name="Teuku Raja Irfan Radarma" userId="cf428174-95ba-4576-8554-3a3b8ffa52b7" providerId="ADAL" clId="{A80269FD-1647-41EA-9465-E4829927D3E9}" dt="2025-11-29T10:44:19.853" v="15022" actId="113"/>
          <ac:spMkLst>
            <pc:docMk/>
            <pc:sldMk cId="2484617555" sldId="406"/>
            <ac:spMk id="6" creationId="{60959673-656B-BE3F-FBE4-2E3283C3DA1E}"/>
          </ac:spMkLst>
        </pc:spChg>
      </pc:sldChg>
      <pc:sldChg chg="addSp modSp add mod">
        <pc:chgData name="Teuku Raja Irfan Radarma" userId="cf428174-95ba-4576-8554-3a3b8ffa52b7" providerId="ADAL" clId="{A80269FD-1647-41EA-9465-E4829927D3E9}" dt="2025-11-29T10:52:48.694" v="15104" actId="14100"/>
        <pc:sldMkLst>
          <pc:docMk/>
          <pc:sldMk cId="2846676278" sldId="407"/>
        </pc:sldMkLst>
        <pc:spChg chg="mod">
          <ac:chgData name="Teuku Raja Irfan Radarma" userId="cf428174-95ba-4576-8554-3a3b8ffa52b7" providerId="ADAL" clId="{A80269FD-1647-41EA-9465-E4829927D3E9}" dt="2025-11-29T10:45:51.245" v="15043" actId="1076"/>
          <ac:spMkLst>
            <pc:docMk/>
            <pc:sldMk cId="2846676278" sldId="407"/>
            <ac:spMk id="2" creationId="{52336892-564E-45A8-D6B9-B9CA2FF11FC1}"/>
          </ac:spMkLst>
        </pc:spChg>
        <pc:spChg chg="add mod">
          <ac:chgData name="Teuku Raja Irfan Radarma" userId="cf428174-95ba-4576-8554-3a3b8ffa52b7" providerId="ADAL" clId="{A80269FD-1647-41EA-9465-E4829927D3E9}" dt="2025-11-29T10:52:48.694" v="15104" actId="14100"/>
          <ac:spMkLst>
            <pc:docMk/>
            <pc:sldMk cId="2846676278" sldId="407"/>
            <ac:spMk id="3" creationId="{D9A3C663-8465-6034-41AC-A371C8178E84}"/>
          </ac:spMkLst>
        </pc:spChg>
        <pc:spChg chg="mod">
          <ac:chgData name="Teuku Raja Irfan Radarma" userId="cf428174-95ba-4576-8554-3a3b8ffa52b7" providerId="ADAL" clId="{A80269FD-1647-41EA-9465-E4829927D3E9}" dt="2025-11-29T10:52:16.183" v="15091" actId="20577"/>
          <ac:spMkLst>
            <pc:docMk/>
            <pc:sldMk cId="2846676278" sldId="407"/>
            <ac:spMk id="6" creationId="{37314925-FA7C-A108-6B5F-42560E8C65F0}"/>
          </ac:spMkLst>
        </pc:spChg>
      </pc:sldChg>
      <pc:sldChg chg="modSp add mod">
        <pc:chgData name="Teuku Raja Irfan Radarma" userId="cf428174-95ba-4576-8554-3a3b8ffa52b7" providerId="ADAL" clId="{A80269FD-1647-41EA-9465-E4829927D3E9}" dt="2025-11-29T10:46:28.030" v="15056" actId="113"/>
        <pc:sldMkLst>
          <pc:docMk/>
          <pc:sldMk cId="2340584467" sldId="408"/>
        </pc:sldMkLst>
        <pc:spChg chg="mod">
          <ac:chgData name="Teuku Raja Irfan Radarma" userId="cf428174-95ba-4576-8554-3a3b8ffa52b7" providerId="ADAL" clId="{A80269FD-1647-41EA-9465-E4829927D3E9}" dt="2025-11-29T10:46:17.411" v="15049" actId="14100"/>
          <ac:spMkLst>
            <pc:docMk/>
            <pc:sldMk cId="2340584467" sldId="408"/>
            <ac:spMk id="2" creationId="{AB385069-0EC0-AB48-E25B-7C56842F9481}"/>
          </ac:spMkLst>
        </pc:spChg>
        <pc:spChg chg="mod">
          <ac:chgData name="Teuku Raja Irfan Radarma" userId="cf428174-95ba-4576-8554-3a3b8ffa52b7" providerId="ADAL" clId="{A80269FD-1647-41EA-9465-E4829927D3E9}" dt="2025-11-29T10:46:28.030" v="15056" actId="113"/>
          <ac:spMkLst>
            <pc:docMk/>
            <pc:sldMk cId="2340584467" sldId="408"/>
            <ac:spMk id="6" creationId="{0B998E60-0C1D-E584-006F-34B2827DD017}"/>
          </ac:spMkLst>
        </pc:spChg>
      </pc:sldChg>
      <pc:sldChg chg="modSp add mod">
        <pc:chgData name="Teuku Raja Irfan Radarma" userId="cf428174-95ba-4576-8554-3a3b8ffa52b7" providerId="ADAL" clId="{A80269FD-1647-41EA-9465-E4829927D3E9}" dt="2025-11-29T10:47:10.387" v="15062" actId="113"/>
        <pc:sldMkLst>
          <pc:docMk/>
          <pc:sldMk cId="2057318610" sldId="409"/>
        </pc:sldMkLst>
        <pc:spChg chg="mod">
          <ac:chgData name="Teuku Raja Irfan Radarma" userId="cf428174-95ba-4576-8554-3a3b8ffa52b7" providerId="ADAL" clId="{A80269FD-1647-41EA-9465-E4829927D3E9}" dt="2025-11-29T10:47:00.711" v="15058"/>
          <ac:spMkLst>
            <pc:docMk/>
            <pc:sldMk cId="2057318610" sldId="409"/>
            <ac:spMk id="2" creationId="{6875DD2F-B6A1-DBE6-C0C1-0EB653860BDB}"/>
          </ac:spMkLst>
        </pc:spChg>
        <pc:spChg chg="mod">
          <ac:chgData name="Teuku Raja Irfan Radarma" userId="cf428174-95ba-4576-8554-3a3b8ffa52b7" providerId="ADAL" clId="{A80269FD-1647-41EA-9465-E4829927D3E9}" dt="2025-11-29T10:47:10.387" v="15062" actId="113"/>
          <ac:spMkLst>
            <pc:docMk/>
            <pc:sldMk cId="2057318610" sldId="409"/>
            <ac:spMk id="6" creationId="{A7C0E0F7-83FA-90A5-8E55-828153DE171F}"/>
          </ac:spMkLst>
        </pc:spChg>
      </pc:sldChg>
      <pc:sldChg chg="addSp modSp add mod">
        <pc:chgData name="Teuku Raja Irfan Radarma" userId="cf428174-95ba-4576-8554-3a3b8ffa52b7" providerId="ADAL" clId="{A80269FD-1647-41EA-9465-E4829927D3E9}" dt="2025-11-29T10:52:05.079" v="15087" actId="14100"/>
        <pc:sldMkLst>
          <pc:docMk/>
          <pc:sldMk cId="4907323" sldId="410"/>
        </pc:sldMkLst>
        <pc:spChg chg="mod">
          <ac:chgData name="Teuku Raja Irfan Radarma" userId="cf428174-95ba-4576-8554-3a3b8ffa52b7" providerId="ADAL" clId="{A80269FD-1647-41EA-9465-E4829927D3E9}" dt="2025-11-29T10:48:32.160" v="15065"/>
          <ac:spMkLst>
            <pc:docMk/>
            <pc:sldMk cId="4907323" sldId="410"/>
            <ac:spMk id="2" creationId="{24D1ADBF-CD5B-5FC2-368F-9E5D74BD1813}"/>
          </ac:spMkLst>
        </pc:spChg>
        <pc:spChg chg="add mod">
          <ac:chgData name="Teuku Raja Irfan Radarma" userId="cf428174-95ba-4576-8554-3a3b8ffa52b7" providerId="ADAL" clId="{A80269FD-1647-41EA-9465-E4829927D3E9}" dt="2025-11-29T10:52:05.079" v="15087" actId="14100"/>
          <ac:spMkLst>
            <pc:docMk/>
            <pc:sldMk cId="4907323" sldId="410"/>
            <ac:spMk id="3" creationId="{B9ED0B6A-4CDC-924F-0EB0-E7AC226CA317}"/>
          </ac:spMkLst>
        </pc:spChg>
        <pc:spChg chg="mod">
          <ac:chgData name="Teuku Raja Irfan Radarma" userId="cf428174-95ba-4576-8554-3a3b8ffa52b7" providerId="ADAL" clId="{A80269FD-1647-41EA-9465-E4829927D3E9}" dt="2025-11-29T10:51:33" v="15077" actId="20577"/>
          <ac:spMkLst>
            <pc:docMk/>
            <pc:sldMk cId="4907323" sldId="410"/>
            <ac:spMk id="6" creationId="{E4D48E91-662A-9913-1E8A-3995953D01E4}"/>
          </ac:spMkLst>
        </pc:spChg>
      </pc:sldChg>
      <pc:sldChg chg="modSp add mod">
        <pc:chgData name="Teuku Raja Irfan Radarma" userId="cf428174-95ba-4576-8554-3a3b8ffa52b7" providerId="ADAL" clId="{A80269FD-1647-41EA-9465-E4829927D3E9}" dt="2025-11-29T10:54:08.512" v="15113" actId="1076"/>
        <pc:sldMkLst>
          <pc:docMk/>
          <pc:sldMk cId="1929889162" sldId="411"/>
        </pc:sldMkLst>
        <pc:spChg chg="mod">
          <ac:chgData name="Teuku Raja Irfan Radarma" userId="cf428174-95ba-4576-8554-3a3b8ffa52b7" providerId="ADAL" clId="{A80269FD-1647-41EA-9465-E4829927D3E9}" dt="2025-11-29T10:54:03.457" v="15112" actId="14100"/>
          <ac:spMkLst>
            <pc:docMk/>
            <pc:sldMk cId="1929889162" sldId="411"/>
            <ac:spMk id="2" creationId="{A37C4935-3B69-30B7-A980-74F5B398D1CD}"/>
          </ac:spMkLst>
        </pc:spChg>
        <pc:spChg chg="mod">
          <ac:chgData name="Teuku Raja Irfan Radarma" userId="cf428174-95ba-4576-8554-3a3b8ffa52b7" providerId="ADAL" clId="{A80269FD-1647-41EA-9465-E4829927D3E9}" dt="2025-11-29T10:54:08.512" v="15113" actId="1076"/>
          <ac:spMkLst>
            <pc:docMk/>
            <pc:sldMk cId="1929889162" sldId="411"/>
            <ac:spMk id="6" creationId="{7087390C-D122-9A06-DC53-975FCAF5658C}"/>
          </ac:spMkLst>
        </pc:spChg>
        <pc:spChg chg="mod">
          <ac:chgData name="Teuku Raja Irfan Radarma" userId="cf428174-95ba-4576-8554-3a3b8ffa52b7" providerId="ADAL" clId="{A80269FD-1647-41EA-9465-E4829927D3E9}" dt="2025-11-29T10:54:08.512" v="15113" actId="1076"/>
          <ac:spMkLst>
            <pc:docMk/>
            <pc:sldMk cId="1929889162" sldId="411"/>
            <ac:spMk id="7" creationId="{E666EBE3-634C-1F44-1CEB-BEFBA5353C53}"/>
          </ac:spMkLst>
        </pc:spChg>
        <pc:spChg chg="mod">
          <ac:chgData name="Teuku Raja Irfan Radarma" userId="cf428174-95ba-4576-8554-3a3b8ffa52b7" providerId="ADAL" clId="{A80269FD-1647-41EA-9465-E4829927D3E9}" dt="2025-11-29T10:54:08.512" v="15113" actId="1076"/>
          <ac:spMkLst>
            <pc:docMk/>
            <pc:sldMk cId="1929889162" sldId="411"/>
            <ac:spMk id="10" creationId="{57B63BB8-A8DA-8D0C-5E0D-059A53843E3C}"/>
          </ac:spMkLst>
        </pc:spChg>
        <pc:spChg chg="mod">
          <ac:chgData name="Teuku Raja Irfan Radarma" userId="cf428174-95ba-4576-8554-3a3b8ffa52b7" providerId="ADAL" clId="{A80269FD-1647-41EA-9465-E4829927D3E9}" dt="2025-11-29T10:54:08.512" v="15113" actId="1076"/>
          <ac:spMkLst>
            <pc:docMk/>
            <pc:sldMk cId="1929889162" sldId="411"/>
            <ac:spMk id="11" creationId="{7BD97981-12FE-FE95-BE3A-19B986D963BD}"/>
          </ac:spMkLst>
        </pc:spChg>
        <pc:spChg chg="mod">
          <ac:chgData name="Teuku Raja Irfan Radarma" userId="cf428174-95ba-4576-8554-3a3b8ffa52b7" providerId="ADAL" clId="{A80269FD-1647-41EA-9465-E4829927D3E9}" dt="2025-11-29T10:54:08.512" v="15113" actId="1076"/>
          <ac:spMkLst>
            <pc:docMk/>
            <pc:sldMk cId="1929889162" sldId="411"/>
            <ac:spMk id="12" creationId="{BAA18635-09E8-DD82-4258-DB7A2819D248}"/>
          </ac:spMkLst>
        </pc:spChg>
        <pc:spChg chg="mod">
          <ac:chgData name="Teuku Raja Irfan Radarma" userId="cf428174-95ba-4576-8554-3a3b8ffa52b7" providerId="ADAL" clId="{A80269FD-1647-41EA-9465-E4829927D3E9}" dt="2025-11-29T10:54:08.512" v="15113" actId="1076"/>
          <ac:spMkLst>
            <pc:docMk/>
            <pc:sldMk cId="1929889162" sldId="411"/>
            <ac:spMk id="20" creationId="{6BC77BE0-6202-E486-3034-3E3ECC3C64E9}"/>
          </ac:spMkLst>
        </pc:spChg>
        <pc:spChg chg="mod">
          <ac:chgData name="Teuku Raja Irfan Radarma" userId="cf428174-95ba-4576-8554-3a3b8ffa52b7" providerId="ADAL" clId="{A80269FD-1647-41EA-9465-E4829927D3E9}" dt="2025-11-29T10:54:08.512" v="15113" actId="1076"/>
          <ac:spMkLst>
            <pc:docMk/>
            <pc:sldMk cId="1929889162" sldId="411"/>
            <ac:spMk id="23" creationId="{3796D5FA-5A0A-B71B-ECD7-05F26E47F454}"/>
          </ac:spMkLst>
        </pc:spChg>
        <pc:spChg chg="mod">
          <ac:chgData name="Teuku Raja Irfan Radarma" userId="cf428174-95ba-4576-8554-3a3b8ffa52b7" providerId="ADAL" clId="{A80269FD-1647-41EA-9465-E4829927D3E9}" dt="2025-11-29T10:54:08.512" v="15113" actId="1076"/>
          <ac:spMkLst>
            <pc:docMk/>
            <pc:sldMk cId="1929889162" sldId="411"/>
            <ac:spMk id="24" creationId="{CD4061E7-EEA2-16DE-E7A8-14D39E2300CC}"/>
          </ac:spMkLst>
        </pc:spChg>
        <pc:spChg chg="mod">
          <ac:chgData name="Teuku Raja Irfan Radarma" userId="cf428174-95ba-4576-8554-3a3b8ffa52b7" providerId="ADAL" clId="{A80269FD-1647-41EA-9465-E4829927D3E9}" dt="2025-11-29T10:54:08.512" v="15113" actId="1076"/>
          <ac:spMkLst>
            <pc:docMk/>
            <pc:sldMk cId="1929889162" sldId="411"/>
            <ac:spMk id="25" creationId="{024D39A3-01CB-7237-4DD9-06D8F2A8877B}"/>
          </ac:spMkLst>
        </pc:spChg>
        <pc:spChg chg="mod">
          <ac:chgData name="Teuku Raja Irfan Radarma" userId="cf428174-95ba-4576-8554-3a3b8ffa52b7" providerId="ADAL" clId="{A80269FD-1647-41EA-9465-E4829927D3E9}" dt="2025-11-29T10:54:08.512" v="15113" actId="1076"/>
          <ac:spMkLst>
            <pc:docMk/>
            <pc:sldMk cId="1929889162" sldId="411"/>
            <ac:spMk id="26" creationId="{C094C064-105E-DA83-14A9-682A90C62C28}"/>
          </ac:spMkLst>
        </pc:spChg>
      </pc:sldChg>
      <pc:sldChg chg="add">
        <pc:chgData name="Teuku Raja Irfan Radarma" userId="cf428174-95ba-4576-8554-3a3b8ffa52b7" providerId="ADAL" clId="{A80269FD-1647-41EA-9465-E4829927D3E9}" dt="2025-11-29T10:53:42.542" v="15106" actId="2890"/>
        <pc:sldMkLst>
          <pc:docMk/>
          <pc:sldMk cId="1460602123" sldId="412"/>
        </pc:sldMkLst>
      </pc:sldChg>
      <pc:sldChg chg="delSp modSp add mod">
        <pc:chgData name="Teuku Raja Irfan Radarma" userId="cf428174-95ba-4576-8554-3a3b8ffa52b7" providerId="ADAL" clId="{A80269FD-1647-41EA-9465-E4829927D3E9}" dt="2025-11-29T10:55:39.246" v="15133" actId="5793"/>
        <pc:sldMkLst>
          <pc:docMk/>
          <pc:sldMk cId="1112028576" sldId="413"/>
        </pc:sldMkLst>
        <pc:spChg chg="mod">
          <ac:chgData name="Teuku Raja Irfan Radarma" userId="cf428174-95ba-4576-8554-3a3b8ffa52b7" providerId="ADAL" clId="{A80269FD-1647-41EA-9465-E4829927D3E9}" dt="2025-11-29T10:55:31.099" v="15130"/>
          <ac:spMkLst>
            <pc:docMk/>
            <pc:sldMk cId="1112028576" sldId="413"/>
            <ac:spMk id="2" creationId="{953B6335-3D5B-481B-88B6-8A247B1BACEB}"/>
          </ac:spMkLst>
        </pc:spChg>
        <pc:spChg chg="mod">
          <ac:chgData name="Teuku Raja Irfan Radarma" userId="cf428174-95ba-4576-8554-3a3b8ffa52b7" providerId="ADAL" clId="{A80269FD-1647-41EA-9465-E4829927D3E9}" dt="2025-11-29T10:55:39.246" v="15133" actId="5793"/>
          <ac:spMkLst>
            <pc:docMk/>
            <pc:sldMk cId="1112028576" sldId="413"/>
            <ac:spMk id="6" creationId="{A7694CCE-F1CC-641A-98F9-50E8787C6E48}"/>
          </ac:spMkLst>
        </pc:spChg>
      </pc:sldChg>
      <pc:sldChg chg="modSp add mod">
        <pc:chgData name="Teuku Raja Irfan Radarma" userId="cf428174-95ba-4576-8554-3a3b8ffa52b7" providerId="ADAL" clId="{A80269FD-1647-41EA-9465-E4829927D3E9}" dt="2025-11-29T10:57:42.625" v="15141" actId="6549"/>
        <pc:sldMkLst>
          <pc:docMk/>
          <pc:sldMk cId="1718121370" sldId="414"/>
        </pc:sldMkLst>
        <pc:spChg chg="mod">
          <ac:chgData name="Teuku Raja Irfan Radarma" userId="cf428174-95ba-4576-8554-3a3b8ffa52b7" providerId="ADAL" clId="{A80269FD-1647-41EA-9465-E4829927D3E9}" dt="2025-11-29T10:57:36.416" v="15139"/>
          <ac:spMkLst>
            <pc:docMk/>
            <pc:sldMk cId="1718121370" sldId="414"/>
            <ac:spMk id="2" creationId="{3EA72357-C22A-3EE4-31A2-11BCEFE18C3A}"/>
          </ac:spMkLst>
        </pc:spChg>
        <pc:spChg chg="mod">
          <ac:chgData name="Teuku Raja Irfan Radarma" userId="cf428174-95ba-4576-8554-3a3b8ffa52b7" providerId="ADAL" clId="{A80269FD-1647-41EA-9465-E4829927D3E9}" dt="2025-11-29T10:57:42.625" v="15141" actId="6549"/>
          <ac:spMkLst>
            <pc:docMk/>
            <pc:sldMk cId="1718121370" sldId="414"/>
            <ac:spMk id="6" creationId="{B4B34834-E26C-0B0D-B300-01F0072F820D}"/>
          </ac:spMkLst>
        </pc:spChg>
      </pc:sldChg>
      <pc:sldChg chg="modSp new mod">
        <pc:chgData name="Teuku Raja Irfan Radarma" userId="cf428174-95ba-4576-8554-3a3b8ffa52b7" providerId="ADAL" clId="{A80269FD-1647-41EA-9465-E4829927D3E9}" dt="2025-11-29T10:58:34.408" v="15171" actId="5793"/>
        <pc:sldMkLst>
          <pc:docMk/>
          <pc:sldMk cId="4252467002" sldId="415"/>
        </pc:sldMkLst>
        <pc:spChg chg="mod">
          <ac:chgData name="Teuku Raja Irfan Radarma" userId="cf428174-95ba-4576-8554-3a3b8ffa52b7" providerId="ADAL" clId="{A80269FD-1647-41EA-9465-E4829927D3E9}" dt="2025-11-29T10:58:31.455" v="15170" actId="20577"/>
          <ac:spMkLst>
            <pc:docMk/>
            <pc:sldMk cId="4252467002" sldId="415"/>
            <ac:spMk id="2" creationId="{C1BDE6C1-96DC-A0A5-4882-2C722D0330F2}"/>
          </ac:spMkLst>
        </pc:spChg>
        <pc:spChg chg="mod">
          <ac:chgData name="Teuku Raja Irfan Radarma" userId="cf428174-95ba-4576-8554-3a3b8ffa52b7" providerId="ADAL" clId="{A80269FD-1647-41EA-9465-E4829927D3E9}" dt="2025-11-29T10:58:34.408" v="15171" actId="5793"/>
          <ac:spMkLst>
            <pc:docMk/>
            <pc:sldMk cId="4252467002" sldId="415"/>
            <ac:spMk id="4" creationId="{CA4A099B-3A64-3C6F-948C-C6F92DB2400A}"/>
          </ac:spMkLst>
        </pc:spChg>
      </pc:sldChg>
      <pc:sldMasterChg chg="modSldLayout">
        <pc:chgData name="Teuku Raja Irfan Radarma" userId="cf428174-95ba-4576-8554-3a3b8ffa52b7" providerId="ADAL" clId="{A80269FD-1647-41EA-9465-E4829927D3E9}" dt="2025-11-09T10:40:41.058" v="1846" actId="20577"/>
        <pc:sldMasterMkLst>
          <pc:docMk/>
          <pc:sldMasterMk cId="856379123" sldId="2147483648"/>
        </pc:sldMasterMkLst>
        <pc:sldLayoutChg chg="modSp mod">
          <pc:chgData name="Teuku Raja Irfan Radarma" userId="cf428174-95ba-4576-8554-3a3b8ffa52b7" providerId="ADAL" clId="{A80269FD-1647-41EA-9465-E4829927D3E9}" dt="2025-11-09T10:40:41.058" v="1846" actId="20577"/>
          <pc:sldLayoutMkLst>
            <pc:docMk/>
            <pc:sldMasterMk cId="856379123" sldId="2147483648"/>
            <pc:sldLayoutMk cId="4051033477" sldId="2147483650"/>
          </pc:sldLayoutMkLst>
          <pc:spChg chg="mod">
            <ac:chgData name="Teuku Raja Irfan Radarma" userId="cf428174-95ba-4576-8554-3a3b8ffa52b7" providerId="ADAL" clId="{A80269FD-1647-41EA-9465-E4829927D3E9}" dt="2025-11-09T10:40:41.058" v="1846" actId="20577"/>
            <ac:spMkLst>
              <pc:docMk/>
              <pc:sldMasterMk cId="856379123" sldId="2147483648"/>
              <pc:sldLayoutMk cId="4051033477" sldId="2147483650"/>
              <ac:spMk id="9" creationId="{15F53667-E945-14D4-A90C-05D1E426649F}"/>
            </ac:spMkLst>
          </pc:spChg>
        </pc:sldLayoutChg>
        <pc:sldLayoutChg chg="delSp modSp mod">
          <pc:chgData name="Teuku Raja Irfan Radarma" userId="cf428174-95ba-4576-8554-3a3b8ffa52b7" providerId="ADAL" clId="{A80269FD-1647-41EA-9465-E4829927D3E9}" dt="2025-11-09T09:13:34.720" v="486" actId="20577"/>
          <pc:sldLayoutMkLst>
            <pc:docMk/>
            <pc:sldMasterMk cId="856379123" sldId="2147483648"/>
            <pc:sldLayoutMk cId="2508048250" sldId="2147483662"/>
          </pc:sldLayoutMkLst>
          <pc:spChg chg="mod">
            <ac:chgData name="Teuku Raja Irfan Radarma" userId="cf428174-95ba-4576-8554-3a3b8ffa52b7" providerId="ADAL" clId="{A80269FD-1647-41EA-9465-E4829927D3E9}" dt="2025-11-09T09:13:34.720" v="486" actId="20577"/>
            <ac:spMkLst>
              <pc:docMk/>
              <pc:sldMasterMk cId="856379123" sldId="2147483648"/>
              <pc:sldLayoutMk cId="2508048250" sldId="2147483662"/>
              <ac:spMk id="2" creationId="{34BC7E75-7FE4-6D39-F18B-B1386AA76CC2}"/>
            </ac:spMkLst>
          </pc:spChg>
          <pc:spChg chg="mod">
            <ac:chgData name="Teuku Raja Irfan Radarma" userId="cf428174-95ba-4576-8554-3a3b8ffa52b7" providerId="ADAL" clId="{A80269FD-1647-41EA-9465-E4829927D3E9}" dt="2025-11-09T09:13:20.292" v="472" actId="20577"/>
            <ac:spMkLst>
              <pc:docMk/>
              <pc:sldMasterMk cId="856379123" sldId="2147483648"/>
              <pc:sldLayoutMk cId="2508048250" sldId="2147483662"/>
              <ac:spMk id="3" creationId="{16CA9344-337A-6909-2D92-1C9349DCCECD}"/>
            </ac:spMkLst>
          </pc:spChg>
          <pc:picChg chg="mod">
            <ac:chgData name="Teuku Raja Irfan Radarma" userId="cf428174-95ba-4576-8554-3a3b8ffa52b7" providerId="ADAL" clId="{A80269FD-1647-41EA-9465-E4829927D3E9}" dt="2025-11-09T09:13:12.990" v="470" actId="1076"/>
            <ac:picMkLst>
              <pc:docMk/>
              <pc:sldMasterMk cId="856379123" sldId="2147483648"/>
              <pc:sldLayoutMk cId="2508048250" sldId="2147483662"/>
              <ac:picMk id="76" creationId="{7E189709-2B81-101F-AB9F-CDAD6BD8B7AA}"/>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8B011F-D7B6-4AA5-96DB-211285231097}" type="datetimeFigureOut">
              <a:rPr lang="en-US" smtClean="0"/>
              <a:t>7/5/2026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C40E93-FF8B-448D-BBEA-F694856742D7}" type="slidenum">
              <a:rPr lang="en-US" smtClean="0"/>
              <a:t>‹#›</a:t>
            </a:fld>
            <a:endParaRPr lang="en-US"/>
          </a:p>
        </p:txBody>
      </p:sp>
    </p:spTree>
    <p:extLst>
      <p:ext uri="{BB962C8B-B14F-4D97-AF65-F5344CB8AC3E}">
        <p14:creationId xmlns:p14="http://schemas.microsoft.com/office/powerpoint/2010/main" val="3281219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Diskusikan: mahasiswa sudah belajar CISA (ISACA). Sekarang kita tambahkan lapisan IIA. Keduanya dipakai berbarengan di praktik profesi.</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GTAG berada di lapisan paling bawah bukan berarti tidak penting — justru ini yang paling langsung berguna di lapangan karena sifatnya praktis dan spesifik.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Analogikan: CISA = buku kedokteran, GTAG = SOP rumah sakit. Dokter perlu keduanya.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Bacakan sekilas tiap GTAG. Tidak perlu dalam — tujuannya agar mahasiswa punya gambaran katalog.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GTAG 12 (Auditing IT Projects) — sangat relevan karena domain 3 yang baru saja dibahas.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Tanyakan: 'Kalian sudah belajar bagaimana IS audit seharusnya dilakukan (Domain 1). Kalau besok kalian ditugaskan audit, GTAG mana yang kalian buka pertama?'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GTAG 7 (Outsourcing) — semakin relevan di era cloud. Banyak perusahaan Indonesia sudah outsource IT ke AWS, GCP, dll.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paling relevan — mahasiswa baru selesai belajar Domain 3. Ajak mereka melihat koneksi langsung: 'Kemarin kalian belajar SDLC. Hari ini kita lihat GTAG yang kalian pakai ketika mengaudit proyek SDLC itu.'</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students: GTAG is 29 pages + appendices. Appendix D (p.29) is the crown jewel — it's where IIA explicitly maps GTAG governance areas to COBIT 2019 objectives. We'll work up to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teaching point: Standard 9.1 makes this MANDATORY — the CAE must understand and assess governance processes. This is not a nice-to-have. Standard 14.4 means findings must come with recommendations. GTAG operationalizes HOW to do both.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establishes the legal basis for combining GTAG + COBIT. It's not our invention — it's in Figure 1 and Standard 13.4. The org's framework = the criteria. If COBIT is used, COBIT practices = criteria.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IA is the Third Line. Its role is independent assurance to the BOARD — not to management. This is why IT governance findings ultimately get reported to the board (Standard 8.1), not IT operations.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moment: the GTAG author team cited COBIT EDM objectives next to every governance area. This is deliberate — they intended practitioners to use COBIT for the detailed criteria when auditing each area.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governance from management here: governance = board sets the direction (5 EDM objectives). Management = executives execute (APO/BAI/DSS/MEA). An IT governance audit focuses primarily on the EDM layer, but management failures often trace back to governance root causes.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 on the root cause mandate — this distinguishes an IT governance audit from a simple IT controls review. Activity 4 (risk appetite consistency) is especially important: it connects what the board has decided to tolerate versus what IA sees happening.</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8 steps briefly — next slides deep-dive each group. Step 6 (Identify Criteria) is the most conceptually important — emphasize the COBIT connection. The orange caveat at the bottom is from p.14 and reflects real-world audit practice.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tip: the interview questions on p.15-16 are designed for governance-level stakeholders, not IT operations. They're strategic questions about board understanding, decision rights, and value measurement — not technical questions.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practice: take one of the Nusantara Bank facts (e.g., 'no IT steering committee') → write it as a risk scenario row with risk and expected control. This is the core skill of Steps 3 and the audit program construction.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scoping task 2 — it's the most immediately verifiable governance indicator. You can check it in 5 minutes using the org chart. If the CIO only reports to the CEO, that's a material governance finding without needing to do any further testing.</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conceptually important slide. Criteria is 'what should be.' Without it you cannot write the 'Criteria' line of your finding. Spend time on the three-step COBIT cascade — it's the bridge between GTAG methodology and our COBIT practice.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Workpaper 5 (criteria, marked ★) connects directly back to Step 6 and the COBIT bridge. The five workpapers together = one complete audit planning package. Have students identify which workpaper they would produce for the Nusantara scenario.</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practical point: governance findings go to the board, not to IT ops. This has implications for how you write the finding — the board audience needs strategic language, not technical detail. Also: Standard 11.5 (Acceptance of Risks) matters when management disagrees with the finding.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capstone slide. Spend extra time here. The four-step workflow on the right shows how our COBIT practice plugs directly into GTAG's architecture. Appendix D is the proof — IIA made this connection explicit in the 2025 edition.</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is not just a chapter in DMBOK — it's the architectural spine. Emphasize: governance defines decision rights (who decides what about data), not just policies. Decision rights without enforcement = theater. Enforcement without decision rights = bureaucracy.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Architecture is often the starting point for a data management program — it provides the structural context that all other areas operate within. Without it, you can't know where data lives, how it flows, or how it connects.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the three model levels: Conceptual (business view — what exists), Logical (data view — how it's related), Physical (technical view — how it's stored). Governance enforces that definitions in the conceptual model are consistent across all logical and physical implementations.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Often overlooked in governance discussions but critically important. A key governance-operations connection: data retention policies (legal/compliance) must be technically enforced by DBAs. The policy without the implementation is meaningless.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security is increasingly a regulatory concern (GDPR, PDPA, industry regulations). Emphasize the data classification step — you cannot secure what you haven't categorized. Classification drives all downstream security controls.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area is new in DMBOK 2 — previously called 'Data Integration.' The addition of 'Interoperability' reflects the broader reality of cloud, APIs, and ecosystem data sharing. Lineage documentation produced here feeds directly into Metadata Management.</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Often the most overlooked knowledge area. Remind students: regulatory audits frequently involve document production. If documents are unmanaged — lost, unversioned, or improperly disposed — this creates immediate legal and compliance risk.</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MDM is one of the most politically complex knowledge areas because it requires organizational alignment on 'who owns the customer record?' — a question that crosses departmental boundaries. Governance is essential to resolve these ownership conflicts.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'conflicting numbers' problem is one of the most common data governance failure modes. Different departments report different revenue numbers from different sources. Governance + DW/BI together is the solution — not just one or the other.</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Metadata is often called the 'enabler of enablers' — it makes all other knowledge areas more effective. Data quality can't be measured without metadata. Security can't classify what it can't describe. Lineage can't be traced without provenance metadata.</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DMBOK 2 lists 8 quality dimensions: Accuracy, Validity, Completeness, Integrity, Uniqueness/Deduplication, Timeliness, Reasonability, Consistency. The revised edition adds Currency and improves Reasonableness. Emphasize: quality without governance = nobody is responsible for fixing it.</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interconnection table is the practical teaching tool. Use the question: 'Can you improve data quality without governance? Without metadata? Without modeling?' — the answer is always no. This shows why the wheel is a wheel and not a list.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9BB156A4-E5DC-BD9E-0277-60026C66B37B}"/>
              </a:ext>
            </a:extLst>
          </p:cNvPr>
          <p:cNvSpPr>
            <a:spLocks noGrp="1"/>
          </p:cNvSpPr>
          <p:nvPr>
            <p:ph type="pic" sz="quarter" idx="13" hasCustomPrompt="1"/>
          </p:nvPr>
        </p:nvSpPr>
        <p:spPr>
          <a:xfrm>
            <a:off x="0" y="0"/>
            <a:ext cx="12192000" cy="3181350"/>
          </a:xfrm>
        </p:spPr>
        <p:txBody>
          <a:bodyPr/>
          <a:lstStyle>
            <a:lvl1pPr>
              <a:defRPr/>
            </a:lvl1pPr>
          </a:lstStyle>
          <a:p>
            <a:r>
              <a:rPr lang="en-US" err="1"/>
              <a:t>gambar</a:t>
            </a:r>
            <a:endParaRPr lang="en-US"/>
          </a:p>
        </p:txBody>
      </p:sp>
      <p:sp>
        <p:nvSpPr>
          <p:cNvPr id="10" name="Rectangle 9">
            <a:extLst>
              <a:ext uri="{FF2B5EF4-FFF2-40B4-BE49-F238E27FC236}">
                <a16:creationId xmlns:a16="http://schemas.microsoft.com/office/drawing/2014/main" id="{18CE7D8F-8D59-78B8-97D8-AA1D3D293B00}"/>
              </a:ext>
            </a:extLst>
          </p:cNvPr>
          <p:cNvSpPr/>
          <p:nvPr userDrawn="1"/>
        </p:nvSpPr>
        <p:spPr>
          <a:xfrm>
            <a:off x="0" y="3429000"/>
            <a:ext cx="12192000" cy="3429000"/>
          </a:xfrm>
          <a:prstGeom prst="rect">
            <a:avLst/>
          </a:prstGeom>
          <a:solidFill>
            <a:srgbClr val="02029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Black and white 3D wave design">
            <a:extLst>
              <a:ext uri="{FF2B5EF4-FFF2-40B4-BE49-F238E27FC236}">
                <a16:creationId xmlns:a16="http://schemas.microsoft.com/office/drawing/2014/main" id="{A355B9C9-62AF-74CB-DD64-6E68C347AAED}"/>
              </a:ext>
            </a:extLst>
          </p:cNvPr>
          <p:cNvPicPr>
            <a:picLocks noChangeAspect="1"/>
          </p:cNvPicPr>
          <p:nvPr userDrawn="1"/>
        </p:nvPicPr>
        <p:blipFill rotWithShape="1">
          <a:blip r:embed="rId2">
            <a:alphaModFix amt="14000"/>
            <a:extLst>
              <a:ext uri="{28A0092B-C50C-407E-A947-70E740481C1C}">
                <a14:useLocalDpi xmlns:a14="http://schemas.microsoft.com/office/drawing/2010/main" val="0"/>
              </a:ext>
            </a:extLst>
          </a:blip>
          <a:srcRect t="31362" b="18638"/>
          <a:stretch/>
        </p:blipFill>
        <p:spPr>
          <a:xfrm>
            <a:off x="0" y="3429000"/>
            <a:ext cx="12192000" cy="3429000"/>
          </a:xfrm>
          <a:prstGeom prst="rect">
            <a:avLst/>
          </a:prstGeom>
        </p:spPr>
      </p:pic>
      <p:sp>
        <p:nvSpPr>
          <p:cNvPr id="2" name="Title 1">
            <a:extLst>
              <a:ext uri="{FF2B5EF4-FFF2-40B4-BE49-F238E27FC236}">
                <a16:creationId xmlns:a16="http://schemas.microsoft.com/office/drawing/2014/main" id="{F658DAEF-925F-5505-B516-1E35B4B57802}"/>
              </a:ext>
            </a:extLst>
          </p:cNvPr>
          <p:cNvSpPr>
            <a:spLocks noGrp="1"/>
          </p:cNvSpPr>
          <p:nvPr>
            <p:ph type="ctrTitle"/>
          </p:nvPr>
        </p:nvSpPr>
        <p:spPr>
          <a:xfrm>
            <a:off x="714375" y="3429000"/>
            <a:ext cx="9144000" cy="971551"/>
          </a:xfrm>
        </p:spPr>
        <p:txBody>
          <a:bodyPr anchor="b">
            <a:noAutofit/>
          </a:bodyPr>
          <a:lstStyle>
            <a:lvl1pPr algn="l">
              <a:defRPr sz="36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BC168B28-1F01-2FE5-5F22-7A39033B9E1E}"/>
              </a:ext>
            </a:extLst>
          </p:cNvPr>
          <p:cNvSpPr>
            <a:spLocks noGrp="1"/>
          </p:cNvSpPr>
          <p:nvPr>
            <p:ph type="subTitle" idx="1"/>
          </p:nvPr>
        </p:nvSpPr>
        <p:spPr>
          <a:xfrm>
            <a:off x="714375" y="4400551"/>
            <a:ext cx="9144000" cy="1586467"/>
          </a:xfrm>
        </p:spPr>
        <p:txBody>
          <a:bodyPr/>
          <a:lstStyle>
            <a:lvl1pPr marL="0" indent="0" algn="l">
              <a:buNone/>
              <a:defRPr sz="2400">
                <a:solidFill>
                  <a:srgbClr val="E4D30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E60B2D-CEA2-41AE-A645-252274BF353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DDC5E43-CB27-49BC-9DB7-94D08E1173B9}"/>
              </a:ext>
            </a:extLst>
          </p:cNvPr>
          <p:cNvSpPr>
            <a:spLocks noGrp="1"/>
          </p:cNvSpPr>
          <p:nvPr>
            <p:ph type="ftr" sz="quarter" idx="11"/>
          </p:nvPr>
        </p:nvSpPr>
        <p:spPr/>
        <p:txBody>
          <a:bodyPr/>
          <a:lstStyle/>
          <a:p>
            <a:endParaRPr lang="en-US"/>
          </a:p>
        </p:txBody>
      </p:sp>
      <p:sp>
        <p:nvSpPr>
          <p:cNvPr id="7" name="Rectangle 6">
            <a:extLst>
              <a:ext uri="{FF2B5EF4-FFF2-40B4-BE49-F238E27FC236}">
                <a16:creationId xmlns:a16="http://schemas.microsoft.com/office/drawing/2014/main" id="{DF58E01D-DC36-7F62-6787-C7D44BBAE6BF}"/>
              </a:ext>
            </a:extLst>
          </p:cNvPr>
          <p:cNvSpPr/>
          <p:nvPr userDrawn="1"/>
        </p:nvSpPr>
        <p:spPr>
          <a:xfrm>
            <a:off x="0" y="3181351"/>
            <a:ext cx="12192000" cy="247649"/>
          </a:xfrm>
          <a:prstGeom prst="rect">
            <a:avLst/>
          </a:prstGeom>
          <a:solidFill>
            <a:srgbClr val="E4D3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65CB65A2-F0D1-50E5-D300-FA692A08196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629900" y="5589587"/>
            <a:ext cx="1004887" cy="100488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6BD6353-9C57-985F-CA0D-9FE168345B41}"/>
              </a:ext>
            </a:extLst>
          </p:cNvPr>
          <p:cNvSpPr txBox="1"/>
          <p:nvPr userDrawn="1"/>
        </p:nvSpPr>
        <p:spPr>
          <a:xfrm>
            <a:off x="821285" y="5987018"/>
            <a:ext cx="2398413" cy="369332"/>
          </a:xfrm>
          <a:prstGeom prst="rect">
            <a:avLst/>
          </a:prstGeom>
          <a:noFill/>
        </p:spPr>
        <p:txBody>
          <a:bodyPr wrap="none" rtlCol="0">
            <a:spAutoFit/>
          </a:bodyPr>
          <a:lstStyle/>
          <a:p>
            <a:r>
              <a:rPr lang="en-US" b="0">
                <a:solidFill>
                  <a:schemeClr val="bg1"/>
                </a:solidFill>
                <a:latin typeface="Monotype Corsiva" panose="03010101010201010101" pitchFamily="66" charset="0"/>
              </a:rPr>
              <a:t>Teuku Raja Irfan Radarma</a:t>
            </a:r>
          </a:p>
        </p:txBody>
      </p:sp>
    </p:spTree>
    <p:extLst>
      <p:ext uri="{BB962C8B-B14F-4D97-AF65-F5344CB8AC3E}">
        <p14:creationId xmlns:p14="http://schemas.microsoft.com/office/powerpoint/2010/main" val="506968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rgbClr val="C00000"/>
        </a:solidFill>
        <a:effectLst/>
      </p:bgPr>
    </p:bg>
    <p:spTree>
      <p:nvGrpSpPr>
        <p:cNvPr id="1" name=""/>
        <p:cNvGrpSpPr/>
        <p:nvPr/>
      </p:nvGrpSpPr>
      <p:grpSpPr>
        <a:xfrm>
          <a:off x="0" y="0"/>
          <a:ext cx="0" cy="0"/>
          <a:chOff x="0" y="0"/>
          <a:chExt cx="0" cy="0"/>
        </a:xfrm>
      </p:grpSpPr>
      <p:pic>
        <p:nvPicPr>
          <p:cNvPr id="10" name="Picture 9" descr="Close up of a person's eye">
            <a:extLst>
              <a:ext uri="{FF2B5EF4-FFF2-40B4-BE49-F238E27FC236}">
                <a16:creationId xmlns:a16="http://schemas.microsoft.com/office/drawing/2014/main" id="{7097E4FB-807E-8E70-4956-74A7B808D6DC}"/>
              </a:ext>
            </a:extLst>
          </p:cNvPr>
          <p:cNvPicPr>
            <a:picLocks noChangeAspect="1"/>
          </p:cNvPicPr>
          <p:nvPr userDrawn="1"/>
        </p:nvPicPr>
        <p:blipFill rotWithShape="1">
          <a:blip r:embed="rId2">
            <a:alphaModFix amt="23000"/>
            <a:extLst>
              <a:ext uri="{28A0092B-C50C-407E-A947-70E740481C1C}">
                <a14:useLocalDpi xmlns:a14="http://schemas.microsoft.com/office/drawing/2010/main" val="0"/>
              </a:ext>
            </a:extLst>
          </a:blip>
          <a:srcRect t="7812" b="7812"/>
          <a:stretch/>
        </p:blipFill>
        <p:spPr>
          <a:xfrm>
            <a:off x="0" y="0"/>
            <a:ext cx="12192000" cy="6858000"/>
          </a:xfrm>
          <a:prstGeom prst="rect">
            <a:avLst/>
          </a:prstGeom>
        </p:spPr>
      </p:pic>
      <p:sp>
        <p:nvSpPr>
          <p:cNvPr id="2" name="Title 1">
            <a:extLst>
              <a:ext uri="{FF2B5EF4-FFF2-40B4-BE49-F238E27FC236}">
                <a16:creationId xmlns:a16="http://schemas.microsoft.com/office/drawing/2014/main" id="{88CB613F-A1B4-D3C7-25DC-8D05E3B777CC}"/>
              </a:ext>
            </a:extLst>
          </p:cNvPr>
          <p:cNvSpPr>
            <a:spLocks noGrp="1"/>
          </p:cNvSpPr>
          <p:nvPr>
            <p:ph type="title"/>
          </p:nvPr>
        </p:nvSpPr>
        <p:spPr/>
        <p:txBody>
          <a:bodyPr/>
          <a:lstStyle>
            <a:lvl1pPr algn="l">
              <a:defRPr>
                <a:solidFill>
                  <a:schemeClr val="bg1"/>
                </a:solidFill>
              </a:defRPr>
            </a:lvl1pPr>
          </a:lstStyle>
          <a:p>
            <a:endParaRPr lang="en-US"/>
          </a:p>
        </p:txBody>
      </p:sp>
      <p:sp>
        <p:nvSpPr>
          <p:cNvPr id="3" name="Date Placeholder 2">
            <a:extLst>
              <a:ext uri="{FF2B5EF4-FFF2-40B4-BE49-F238E27FC236}">
                <a16:creationId xmlns:a16="http://schemas.microsoft.com/office/drawing/2014/main" id="{275D33C7-84C4-AE72-483B-24AB2536C6BE}"/>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D13AD0E7-98AD-8F4A-8F09-61E3DF391F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B0453B-D8CA-A3F8-13B2-F7A61DF82530}"/>
              </a:ext>
            </a:extLst>
          </p:cNvPr>
          <p:cNvSpPr>
            <a:spLocks noGrp="1"/>
          </p:cNvSpPr>
          <p:nvPr>
            <p:ph type="sldNum" sz="quarter" idx="12"/>
          </p:nvPr>
        </p:nvSpPr>
        <p:spPr/>
        <p:txBody>
          <a:bodyPr/>
          <a:lstStyle>
            <a:lvl1pPr>
              <a:defRPr sz="1400">
                <a:solidFill>
                  <a:schemeClr val="bg1"/>
                </a:solidFill>
              </a:defRPr>
            </a:lvl1pPr>
          </a:lstStyle>
          <a:p>
            <a:fld id="{8A7409E4-D43D-4036-AE02-5131D818BD5D}" type="slidenum">
              <a:rPr lang="en-US" smtClean="0"/>
              <a:pPr/>
              <a:t>‹#›</a:t>
            </a:fld>
            <a:endParaRPr lang="en-US"/>
          </a:p>
        </p:txBody>
      </p:sp>
      <p:sp>
        <p:nvSpPr>
          <p:cNvPr id="8" name="Content Placeholder 2">
            <a:extLst>
              <a:ext uri="{FF2B5EF4-FFF2-40B4-BE49-F238E27FC236}">
                <a16:creationId xmlns:a16="http://schemas.microsoft.com/office/drawing/2014/main" id="{F3A7DC0A-71C4-5E52-9E70-C5B7695D5FDF}"/>
              </a:ext>
            </a:extLst>
          </p:cNvPr>
          <p:cNvSpPr>
            <a:spLocks noGrp="1"/>
          </p:cNvSpPr>
          <p:nvPr>
            <p:ph idx="1"/>
          </p:nvPr>
        </p:nvSpPr>
        <p:spPr>
          <a:xfrm>
            <a:off x="838200" y="1690688"/>
            <a:ext cx="7985760" cy="38645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161015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E4D304"/>
        </a:solidFill>
        <a:effectLst/>
      </p:bgPr>
    </p:bg>
    <p:spTree>
      <p:nvGrpSpPr>
        <p:cNvPr id="1" name=""/>
        <p:cNvGrpSpPr/>
        <p:nvPr/>
      </p:nvGrpSpPr>
      <p:grpSpPr>
        <a:xfrm>
          <a:off x="0" y="0"/>
          <a:ext cx="0" cy="0"/>
          <a:chOff x="0" y="0"/>
          <a:chExt cx="0" cy="0"/>
        </a:xfrm>
      </p:grpSpPr>
      <p:pic>
        <p:nvPicPr>
          <p:cNvPr id="9" name="Picture 8" descr="Black and white 3D wave design">
            <a:extLst>
              <a:ext uri="{FF2B5EF4-FFF2-40B4-BE49-F238E27FC236}">
                <a16:creationId xmlns:a16="http://schemas.microsoft.com/office/drawing/2014/main" id="{3BEFDFC4-5A88-4EA9-1BBB-C17CD8718F27}"/>
              </a:ext>
            </a:extLst>
          </p:cNvPr>
          <p:cNvPicPr>
            <a:picLocks noChangeAspect="1"/>
          </p:cNvPicPr>
          <p:nvPr userDrawn="1"/>
        </p:nvPicPr>
        <p:blipFill rotWithShape="1">
          <a:blip r:embed="rId2">
            <a:alphaModFix amt="7000"/>
            <a:extLst>
              <a:ext uri="{28A0092B-C50C-407E-A947-70E740481C1C}">
                <a14:useLocalDpi xmlns:a14="http://schemas.microsoft.com/office/drawing/2010/main" val="0"/>
              </a:ext>
            </a:extLst>
          </a:blip>
          <a:srcRect t="-144" b="142"/>
          <a:stretch/>
        </p:blipFill>
        <p:spPr>
          <a:xfrm>
            <a:off x="0" y="-52"/>
            <a:ext cx="12192000" cy="6858052"/>
          </a:xfrm>
          <a:prstGeom prst="rect">
            <a:avLst/>
          </a:prstGeom>
        </p:spPr>
      </p:pic>
      <p:sp>
        <p:nvSpPr>
          <p:cNvPr id="3" name="Content Placeholder 2">
            <a:extLst>
              <a:ext uri="{FF2B5EF4-FFF2-40B4-BE49-F238E27FC236}">
                <a16:creationId xmlns:a16="http://schemas.microsoft.com/office/drawing/2014/main" id="{16CA9344-337A-6909-2D92-1C9349DCCECD}"/>
              </a:ext>
            </a:extLst>
          </p:cNvPr>
          <p:cNvSpPr>
            <a:spLocks noGrp="1"/>
          </p:cNvSpPr>
          <p:nvPr>
            <p:ph idx="1"/>
          </p:nvPr>
        </p:nvSpPr>
        <p:spPr>
          <a:xfrm>
            <a:off x="5553074" y="1084469"/>
            <a:ext cx="5800725" cy="46772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2">
            <a:extLst>
              <a:ext uri="{FF2B5EF4-FFF2-40B4-BE49-F238E27FC236}">
                <a16:creationId xmlns:a16="http://schemas.microsoft.com/office/drawing/2014/main" id="{9C0B2564-55DA-FA4D-DBFE-A8A986B928F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629900" y="5589587"/>
            <a:ext cx="1004887" cy="1004887"/>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a:extLst>
              <a:ext uri="{FF2B5EF4-FFF2-40B4-BE49-F238E27FC236}">
                <a16:creationId xmlns:a16="http://schemas.microsoft.com/office/drawing/2014/main" id="{173B85BB-CF98-A57C-3915-986D51559C89}"/>
              </a:ext>
            </a:extLst>
          </p:cNvPr>
          <p:cNvSpPr/>
          <p:nvPr userDrawn="1"/>
        </p:nvSpPr>
        <p:spPr>
          <a:xfrm>
            <a:off x="791497" y="1084469"/>
            <a:ext cx="4259363" cy="4259363"/>
          </a:xfrm>
          <a:prstGeom prst="ellipse">
            <a:avLst/>
          </a:prstGeom>
          <a:solidFill>
            <a:srgbClr val="02029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a:latin typeface="Britannic Bold" panose="020B0903060703020204" pitchFamily="34" charset="0"/>
              </a:rPr>
              <a:t>AGENDA</a:t>
            </a:r>
          </a:p>
        </p:txBody>
      </p:sp>
    </p:spTree>
    <p:extLst>
      <p:ext uri="{BB962C8B-B14F-4D97-AF65-F5344CB8AC3E}">
        <p14:creationId xmlns:p14="http://schemas.microsoft.com/office/powerpoint/2010/main" val="7249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bg>
      <p:bgPr>
        <a:solidFill>
          <a:srgbClr val="E4D304"/>
        </a:solidFill>
        <a:effectLst/>
      </p:bgPr>
    </p:bg>
    <p:spTree>
      <p:nvGrpSpPr>
        <p:cNvPr id="1" name=""/>
        <p:cNvGrpSpPr/>
        <p:nvPr/>
      </p:nvGrpSpPr>
      <p:grpSpPr>
        <a:xfrm>
          <a:off x="0" y="0"/>
          <a:ext cx="0" cy="0"/>
          <a:chOff x="0" y="0"/>
          <a:chExt cx="0" cy="0"/>
        </a:xfrm>
      </p:grpSpPr>
      <p:pic>
        <p:nvPicPr>
          <p:cNvPr id="76" name="Picture 75" descr="Black and white 3D wave design">
            <a:extLst>
              <a:ext uri="{FF2B5EF4-FFF2-40B4-BE49-F238E27FC236}">
                <a16:creationId xmlns:a16="http://schemas.microsoft.com/office/drawing/2014/main" id="{7E189709-2B81-101F-AB9F-CDAD6BD8B7AA}"/>
              </a:ext>
            </a:extLst>
          </p:cNvPr>
          <p:cNvPicPr>
            <a:picLocks noChangeAspect="1"/>
          </p:cNvPicPr>
          <p:nvPr userDrawn="1"/>
        </p:nvPicPr>
        <p:blipFill rotWithShape="1">
          <a:blip r:embed="rId2">
            <a:alphaModFix amt="7000"/>
            <a:extLst>
              <a:ext uri="{28A0092B-C50C-407E-A947-70E740481C1C}">
                <a14:useLocalDpi xmlns:a14="http://schemas.microsoft.com/office/drawing/2010/main" val="0"/>
              </a:ext>
            </a:extLst>
          </a:blip>
          <a:srcRect t="-144" b="142"/>
          <a:stretch/>
        </p:blipFill>
        <p:spPr>
          <a:xfrm>
            <a:off x="0" y="-52"/>
            <a:ext cx="12192000" cy="6858052"/>
          </a:xfrm>
          <a:prstGeom prst="rect">
            <a:avLst/>
          </a:prstGeom>
        </p:spPr>
      </p:pic>
      <p:sp>
        <p:nvSpPr>
          <p:cNvPr id="2" name="Title 1">
            <a:extLst>
              <a:ext uri="{FF2B5EF4-FFF2-40B4-BE49-F238E27FC236}">
                <a16:creationId xmlns:a16="http://schemas.microsoft.com/office/drawing/2014/main" id="{34BC7E75-7FE4-6D39-F18B-B1386AA76CC2}"/>
              </a:ext>
            </a:extLst>
          </p:cNvPr>
          <p:cNvSpPr>
            <a:spLocks noGrp="1"/>
          </p:cNvSpPr>
          <p:nvPr>
            <p:ph type="title" hasCustomPrompt="1"/>
          </p:nvPr>
        </p:nvSpPr>
        <p:spPr>
          <a:xfrm>
            <a:off x="6532880" y="528480"/>
            <a:ext cx="4820920" cy="1325563"/>
          </a:xfrm>
        </p:spPr>
        <p:txBody>
          <a:bodyPr>
            <a:normAutofit/>
          </a:bodyPr>
          <a:lstStyle>
            <a:lvl1pPr>
              <a:defRPr sz="3600"/>
            </a:lvl1pPr>
          </a:lstStyle>
          <a:p>
            <a:r>
              <a:rPr lang="en-US"/>
              <a:t>Class Roadmap</a:t>
            </a:r>
          </a:p>
        </p:txBody>
      </p:sp>
      <p:sp>
        <p:nvSpPr>
          <p:cNvPr id="3" name="Content Placeholder 2">
            <a:extLst>
              <a:ext uri="{FF2B5EF4-FFF2-40B4-BE49-F238E27FC236}">
                <a16:creationId xmlns:a16="http://schemas.microsoft.com/office/drawing/2014/main" id="{16CA9344-337A-6909-2D92-1C9349DCCECD}"/>
              </a:ext>
            </a:extLst>
          </p:cNvPr>
          <p:cNvSpPr>
            <a:spLocks noGrp="1"/>
          </p:cNvSpPr>
          <p:nvPr>
            <p:ph idx="1"/>
          </p:nvPr>
        </p:nvSpPr>
        <p:spPr>
          <a:xfrm>
            <a:off x="6532880" y="1854043"/>
            <a:ext cx="4820920" cy="4183063"/>
          </a:xfrm>
        </p:spPr>
        <p:txBody>
          <a:bodyPr>
            <a:noAutofit/>
          </a:bodyPr>
          <a:lstStyle>
            <a:lvl1pPr marL="233363" indent="-233363">
              <a:spcBef>
                <a:spcPts val="400"/>
              </a:spcBef>
              <a:buFont typeface="+mj-lt"/>
              <a:buAutoNum type="alphaUcPeriod"/>
              <a:defRPr sz="1200" b="0"/>
            </a:lvl1pPr>
          </a:lstStyle>
          <a:p>
            <a:pPr lvl="0"/>
            <a:endParaRPr lang="en-US"/>
          </a:p>
        </p:txBody>
      </p:sp>
      <p:pic>
        <p:nvPicPr>
          <p:cNvPr id="7" name="Picture 2">
            <a:extLst>
              <a:ext uri="{FF2B5EF4-FFF2-40B4-BE49-F238E27FC236}">
                <a16:creationId xmlns:a16="http://schemas.microsoft.com/office/drawing/2014/main" id="{9C0B2564-55DA-FA4D-DBFE-A8A986B928F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1353800" y="168274"/>
            <a:ext cx="492759" cy="492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8048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alphaModFix amt="43000"/>
            <a:duotone>
              <a:schemeClr val="bg2">
                <a:shade val="45000"/>
                <a:satMod val="135000"/>
              </a:schemeClr>
              <a:prstClr val="white"/>
            </a:duotone>
            <a:extLst>
              <a:ext uri="{BEBA8EAE-BF5A-486C-A8C5-ECC9F3942E4B}">
                <a14:imgProps xmlns:a14="http://schemas.microsoft.com/office/drawing/2010/main">
                  <a14:imgLayer r:embed="rId3">
                    <a14:imgEffect>
                      <a14:colorTemperature colorTemp="8030"/>
                    </a14:imgEffect>
                  </a14:imgLayer>
                </a14:imgProps>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C7E75-7FE4-6D39-F18B-B1386AA76CC2}"/>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16CA9344-337A-6909-2D92-1C9349DCCE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A981A638-2012-C8F7-B6C4-19C8D7A24C03}"/>
              </a:ext>
            </a:extLst>
          </p:cNvPr>
          <p:cNvSpPr>
            <a:spLocks noGrp="1"/>
          </p:cNvSpPr>
          <p:nvPr>
            <p:ph type="sldNum" sz="quarter" idx="12"/>
          </p:nvPr>
        </p:nvSpPr>
        <p:spPr/>
        <p:txBody>
          <a:bodyPr/>
          <a:lstStyle>
            <a:lvl1pPr>
              <a:defRPr sz="1400">
                <a:solidFill>
                  <a:schemeClr val="tx1"/>
                </a:solidFill>
              </a:defRPr>
            </a:lvl1pPr>
          </a:lstStyle>
          <a:p>
            <a:fld id="{8A7409E4-D43D-4036-AE02-5131D818BD5D}" type="slidenum">
              <a:rPr lang="en-US" smtClean="0"/>
              <a:pPr/>
              <a:t>‹#›</a:t>
            </a:fld>
            <a:endParaRPr lang="en-US"/>
          </a:p>
        </p:txBody>
      </p:sp>
      <p:pic>
        <p:nvPicPr>
          <p:cNvPr id="7" name="Picture 2">
            <a:extLst>
              <a:ext uri="{FF2B5EF4-FFF2-40B4-BE49-F238E27FC236}">
                <a16:creationId xmlns:a16="http://schemas.microsoft.com/office/drawing/2014/main" id="{4C1D878A-61B4-78B6-AAC0-3F588E250FB7}"/>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38200" y="6343496"/>
            <a:ext cx="390832" cy="39083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761C4515-3840-A960-FE52-B3F6DE635CB7}"/>
              </a:ext>
            </a:extLst>
          </p:cNvPr>
          <p:cNvSpPr/>
          <p:nvPr userDrawn="1"/>
        </p:nvSpPr>
        <p:spPr>
          <a:xfrm>
            <a:off x="838200" y="6181930"/>
            <a:ext cx="10515600" cy="90795"/>
          </a:xfrm>
          <a:prstGeom prst="rect">
            <a:avLst/>
          </a:prstGeom>
          <a:solidFill>
            <a:srgbClr val="E4D30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5F53667-E945-14D4-A90C-05D1E426649F}"/>
              </a:ext>
            </a:extLst>
          </p:cNvPr>
          <p:cNvSpPr txBox="1"/>
          <p:nvPr userDrawn="1"/>
        </p:nvSpPr>
        <p:spPr>
          <a:xfrm>
            <a:off x="1229032" y="6369635"/>
            <a:ext cx="1176925" cy="338554"/>
          </a:xfrm>
          <a:prstGeom prst="rect">
            <a:avLst/>
          </a:prstGeom>
          <a:noFill/>
        </p:spPr>
        <p:txBody>
          <a:bodyPr wrap="none" rtlCol="0">
            <a:spAutoFit/>
          </a:bodyPr>
          <a:lstStyle/>
          <a:p>
            <a:r>
              <a:rPr lang="en-US" sz="1600"/>
              <a:t>IS Auditing</a:t>
            </a:r>
          </a:p>
        </p:txBody>
      </p:sp>
      <p:sp>
        <p:nvSpPr>
          <p:cNvPr id="10" name="TextBox 9">
            <a:extLst>
              <a:ext uri="{FF2B5EF4-FFF2-40B4-BE49-F238E27FC236}">
                <a16:creationId xmlns:a16="http://schemas.microsoft.com/office/drawing/2014/main" id="{B4C8BFCB-A454-9040-8DBF-4E9479BE3D05}"/>
              </a:ext>
            </a:extLst>
          </p:cNvPr>
          <p:cNvSpPr txBox="1"/>
          <p:nvPr userDrawn="1"/>
        </p:nvSpPr>
        <p:spPr>
          <a:xfrm>
            <a:off x="4038600" y="6382921"/>
            <a:ext cx="4114800" cy="338554"/>
          </a:xfrm>
          <a:prstGeom prst="rect">
            <a:avLst/>
          </a:prstGeom>
          <a:noFill/>
        </p:spPr>
        <p:txBody>
          <a:bodyPr wrap="square" rtlCol="0">
            <a:spAutoFit/>
          </a:bodyPr>
          <a:lstStyle/>
          <a:p>
            <a:pPr algn="ctr"/>
            <a:r>
              <a:rPr lang="en-US" sz="1600">
                <a:solidFill>
                  <a:schemeClr val="bg1">
                    <a:lumMod val="65000"/>
                  </a:schemeClr>
                </a:solidFill>
                <a:latin typeface="Monotype Corsiva" panose="03010101010201010101" pitchFamily="66" charset="0"/>
              </a:rPr>
              <a:t>Teuku Raja Irfan Radarma</a:t>
            </a:r>
          </a:p>
        </p:txBody>
      </p:sp>
    </p:spTree>
    <p:extLst>
      <p:ext uri="{BB962C8B-B14F-4D97-AF65-F5344CB8AC3E}">
        <p14:creationId xmlns:p14="http://schemas.microsoft.com/office/powerpoint/2010/main" val="4051033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2" name="Picture 11" descr="An abstract circuit line pattern">
            <a:extLst>
              <a:ext uri="{FF2B5EF4-FFF2-40B4-BE49-F238E27FC236}">
                <a16:creationId xmlns:a16="http://schemas.microsoft.com/office/drawing/2014/main" id="{2E3B5FA6-2D9D-F25E-D8E6-3606BD33D99D}"/>
              </a:ext>
            </a:extLst>
          </p:cNvPr>
          <p:cNvPicPr>
            <a:picLocks noChangeAspect="1"/>
          </p:cNvPicPr>
          <p:nvPr userDrawn="1"/>
        </p:nvPicPr>
        <p:blipFill>
          <a:blip r:embed="rId2">
            <a:extLst>
              <a:ext uri="{28A0092B-C50C-407E-A947-70E740481C1C}">
                <a14:useLocalDpi xmlns:a14="http://schemas.microsoft.com/office/drawing/2010/main" val="0"/>
              </a:ext>
            </a:extLst>
          </a:blip>
          <a:srcRect l="13390" r="13390"/>
          <a:stretch/>
        </p:blipFill>
        <p:spPr>
          <a:xfrm>
            <a:off x="4673600" y="12383"/>
            <a:ext cx="7530044" cy="6858000"/>
          </a:xfrm>
          <a:prstGeom prst="rect">
            <a:avLst/>
          </a:prstGeom>
        </p:spPr>
      </p:pic>
      <p:sp>
        <p:nvSpPr>
          <p:cNvPr id="9" name="Rectangle: Top Corners One Rounded and One Snipped 8">
            <a:extLst>
              <a:ext uri="{FF2B5EF4-FFF2-40B4-BE49-F238E27FC236}">
                <a16:creationId xmlns:a16="http://schemas.microsoft.com/office/drawing/2014/main" id="{FC9CD173-9628-4C1C-B2C0-F3C9483E2467}"/>
              </a:ext>
            </a:extLst>
          </p:cNvPr>
          <p:cNvSpPr/>
          <p:nvPr userDrawn="1"/>
        </p:nvSpPr>
        <p:spPr>
          <a:xfrm rot="5400000">
            <a:off x="647700" y="-647700"/>
            <a:ext cx="6858000" cy="8153400"/>
          </a:xfrm>
          <a:prstGeom prst="snipRoundRect">
            <a:avLst>
              <a:gd name="adj1" fmla="val 0"/>
              <a:gd name="adj2" fmla="val 50000"/>
            </a:avLst>
          </a:prstGeom>
          <a:solidFill>
            <a:srgbClr val="02029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A4424C-1456-7F97-A7D5-3DFD9B8CDC8B}"/>
              </a:ext>
            </a:extLst>
          </p:cNvPr>
          <p:cNvSpPr>
            <a:spLocks noGrp="1"/>
          </p:cNvSpPr>
          <p:nvPr>
            <p:ph type="title"/>
          </p:nvPr>
        </p:nvSpPr>
        <p:spPr>
          <a:xfrm>
            <a:off x="838200" y="563881"/>
            <a:ext cx="6202680" cy="2852737"/>
          </a:xfrm>
        </p:spPr>
        <p:txBody>
          <a:bodyPr anchor="b"/>
          <a:lstStyle>
            <a:lvl1pP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8A8E1FD0-24D3-2D6F-5433-75B6F1C968B0}"/>
              </a:ext>
            </a:extLst>
          </p:cNvPr>
          <p:cNvSpPr>
            <a:spLocks noGrp="1"/>
          </p:cNvSpPr>
          <p:nvPr>
            <p:ph type="body" idx="1"/>
          </p:nvPr>
        </p:nvSpPr>
        <p:spPr>
          <a:xfrm>
            <a:off x="838200" y="3429000"/>
            <a:ext cx="6202680" cy="1500187"/>
          </a:xfrm>
        </p:spPr>
        <p:txBody>
          <a:bodyPr/>
          <a:lstStyle>
            <a:lvl1pPr marL="0" indent="0">
              <a:buNone/>
              <a:defRPr sz="2400">
                <a:solidFill>
                  <a:srgbClr val="E4D304"/>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5E53B8-72CD-0A6A-3B80-9F5393F6BDE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CD71FB3-C06E-7810-07B1-3767D5B97742}"/>
              </a:ext>
            </a:extLst>
          </p:cNvPr>
          <p:cNvSpPr>
            <a:spLocks noGrp="1"/>
          </p:cNvSpPr>
          <p:nvPr>
            <p:ph type="ftr" sz="quarter" idx="11"/>
          </p:nvPr>
        </p:nvSpPr>
        <p:spPr/>
        <p:txBody>
          <a:bodyPr/>
          <a:lstStyle/>
          <a:p>
            <a:endParaRPr lang="en-US"/>
          </a:p>
        </p:txBody>
      </p:sp>
      <p:pic>
        <p:nvPicPr>
          <p:cNvPr id="10" name="Picture 2">
            <a:extLst>
              <a:ext uri="{FF2B5EF4-FFF2-40B4-BE49-F238E27FC236}">
                <a16:creationId xmlns:a16="http://schemas.microsoft.com/office/drawing/2014/main" id="{8B63C4CD-A611-EAA3-45C7-78686547DDB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38200" y="5282407"/>
            <a:ext cx="1004887" cy="1004887"/>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1E527D52-8D29-D3D2-5F30-3F229C472DEE}"/>
              </a:ext>
            </a:extLst>
          </p:cNvPr>
          <p:cNvCxnSpPr>
            <a:endCxn id="9" idx="3"/>
          </p:cNvCxnSpPr>
          <p:nvPr userDrawn="1"/>
        </p:nvCxnSpPr>
        <p:spPr>
          <a:xfrm>
            <a:off x="8153400" y="0"/>
            <a:ext cx="0" cy="3429000"/>
          </a:xfrm>
          <a:prstGeom prst="line">
            <a:avLst/>
          </a:prstGeom>
          <a:ln w="57150">
            <a:solidFill>
              <a:srgbClr val="E4D304"/>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0B7E5C7-ECC4-BCC4-E23E-CB22CCFC232D}"/>
              </a:ext>
            </a:extLst>
          </p:cNvPr>
          <p:cNvCxnSpPr>
            <a:cxnSpLocks/>
            <a:stCxn id="9" idx="3"/>
          </p:cNvCxnSpPr>
          <p:nvPr userDrawn="1"/>
        </p:nvCxnSpPr>
        <p:spPr>
          <a:xfrm flipH="1">
            <a:off x="4736592" y="3429000"/>
            <a:ext cx="3416808" cy="3429000"/>
          </a:xfrm>
          <a:prstGeom prst="line">
            <a:avLst/>
          </a:prstGeom>
          <a:ln w="57150">
            <a:solidFill>
              <a:srgbClr val="E4D30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6023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339DA-2C22-495A-2050-6632D4241D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D96BE6-213D-EF68-7FCB-613DB5BCFF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C32821-2212-FFB9-8249-88BDBE3D9C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4D76F88-C5C8-264D-104C-A8C264A8D46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E9CD97FB-8025-8A85-C4AA-B91283318A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09E2AB-897E-B2A9-EB39-1CFF362F74C4}"/>
              </a:ext>
            </a:extLst>
          </p:cNvPr>
          <p:cNvSpPr>
            <a:spLocks noGrp="1"/>
          </p:cNvSpPr>
          <p:nvPr>
            <p:ph type="sldNum" sz="quarter" idx="12"/>
          </p:nvPr>
        </p:nvSpPr>
        <p:spPr/>
        <p:txBody>
          <a:bodyPr/>
          <a:lstStyle/>
          <a:p>
            <a:fld id="{8A7409E4-D43D-4036-AE02-5131D818BD5D}" type="slidenum">
              <a:rPr lang="en-US" smtClean="0"/>
              <a:t>‹#›</a:t>
            </a:fld>
            <a:endParaRPr lang="en-US"/>
          </a:p>
        </p:txBody>
      </p:sp>
    </p:spTree>
    <p:extLst>
      <p:ext uri="{BB962C8B-B14F-4D97-AF65-F5344CB8AC3E}">
        <p14:creationId xmlns:p14="http://schemas.microsoft.com/office/powerpoint/2010/main" val="2780120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C6799-6B4B-00CC-0737-3277650191D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7FFA02-90BB-B2B5-F035-1C834F4769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B53401-9F40-AD3E-0626-D55823BF1A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0E4F6A-F81F-0E7F-8D54-856873A1D9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BA935B-D069-9460-4459-BF4D1D4932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A6A9E23-9F18-ED1A-5DF1-9B0659DCB421}"/>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5911A36E-FBBF-9DCF-9938-2599539D865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C5949C8-15FA-726E-9C27-0DC40D7CC9AF}"/>
              </a:ext>
            </a:extLst>
          </p:cNvPr>
          <p:cNvSpPr>
            <a:spLocks noGrp="1"/>
          </p:cNvSpPr>
          <p:nvPr>
            <p:ph type="sldNum" sz="quarter" idx="12"/>
          </p:nvPr>
        </p:nvSpPr>
        <p:spPr/>
        <p:txBody>
          <a:bodyPr/>
          <a:lstStyle/>
          <a:p>
            <a:fld id="{8A7409E4-D43D-4036-AE02-5131D818BD5D}" type="slidenum">
              <a:rPr lang="en-US" smtClean="0"/>
              <a:t>‹#›</a:t>
            </a:fld>
            <a:endParaRPr lang="en-US"/>
          </a:p>
        </p:txBody>
      </p:sp>
    </p:spTree>
    <p:extLst>
      <p:ext uri="{BB962C8B-B14F-4D97-AF65-F5344CB8AC3E}">
        <p14:creationId xmlns:p14="http://schemas.microsoft.com/office/powerpoint/2010/main" val="4065850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6EF09-B442-1926-2CD5-24B30BDBFC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B32F290-9AE9-8C71-BA7A-CE5ABDFDC695}"/>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6C6E5225-F528-20C2-D92B-5FEE985369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C12FF7-F415-B014-9D3D-942DAC5CA2B1}"/>
              </a:ext>
            </a:extLst>
          </p:cNvPr>
          <p:cNvSpPr>
            <a:spLocks noGrp="1"/>
          </p:cNvSpPr>
          <p:nvPr>
            <p:ph type="sldNum" sz="quarter" idx="12"/>
          </p:nvPr>
        </p:nvSpPr>
        <p:spPr/>
        <p:txBody>
          <a:bodyPr/>
          <a:lstStyle/>
          <a:p>
            <a:fld id="{8A7409E4-D43D-4036-AE02-5131D818BD5D}" type="slidenum">
              <a:rPr lang="en-US" smtClean="0"/>
              <a:t>‹#›</a:t>
            </a:fld>
            <a:endParaRPr lang="en-US"/>
          </a:p>
        </p:txBody>
      </p:sp>
    </p:spTree>
    <p:extLst>
      <p:ext uri="{BB962C8B-B14F-4D97-AF65-F5344CB8AC3E}">
        <p14:creationId xmlns:p14="http://schemas.microsoft.com/office/powerpoint/2010/main" val="4018311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F4E34C-3DBB-E858-47C3-68A12A3B411B}"/>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0D6EAC0A-8994-E667-28A8-BC08BB6042B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79ED37-C602-70E8-A682-FF5465E27BB7}"/>
              </a:ext>
            </a:extLst>
          </p:cNvPr>
          <p:cNvSpPr>
            <a:spLocks noGrp="1"/>
          </p:cNvSpPr>
          <p:nvPr>
            <p:ph type="sldNum" sz="quarter" idx="12"/>
          </p:nvPr>
        </p:nvSpPr>
        <p:spPr/>
        <p:txBody>
          <a:bodyPr/>
          <a:lstStyle/>
          <a:p>
            <a:fld id="{8A7409E4-D43D-4036-AE02-5131D818BD5D}" type="slidenum">
              <a:rPr lang="en-US" smtClean="0"/>
              <a:t>‹#›</a:t>
            </a:fld>
            <a:endParaRPr lang="en-US"/>
          </a:p>
        </p:txBody>
      </p:sp>
    </p:spTree>
    <p:extLst>
      <p:ext uri="{BB962C8B-B14F-4D97-AF65-F5344CB8AC3E}">
        <p14:creationId xmlns:p14="http://schemas.microsoft.com/office/powerpoint/2010/main" val="2786140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477C2-2768-98B0-D674-F152E5CF83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05BF90-F561-63B7-96CC-31B426784F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A228BE-E891-B74B-F5EF-3894938C5B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E967D9-385F-34B4-C1A5-643B078A7B3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44B2162B-4D97-B1C3-1432-88BFDEF818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1B6EB3-DD1D-8098-2466-15E2FBB64EEE}"/>
              </a:ext>
            </a:extLst>
          </p:cNvPr>
          <p:cNvSpPr>
            <a:spLocks noGrp="1"/>
          </p:cNvSpPr>
          <p:nvPr>
            <p:ph type="sldNum" sz="quarter" idx="12"/>
          </p:nvPr>
        </p:nvSpPr>
        <p:spPr/>
        <p:txBody>
          <a:bodyPr/>
          <a:lstStyle/>
          <a:p>
            <a:fld id="{8A7409E4-D43D-4036-AE02-5131D818BD5D}" type="slidenum">
              <a:rPr lang="en-US" smtClean="0"/>
              <a:t>‹#›</a:t>
            </a:fld>
            <a:endParaRPr lang="en-US"/>
          </a:p>
        </p:txBody>
      </p:sp>
    </p:spTree>
    <p:extLst>
      <p:ext uri="{BB962C8B-B14F-4D97-AF65-F5344CB8AC3E}">
        <p14:creationId xmlns:p14="http://schemas.microsoft.com/office/powerpoint/2010/main" val="24595413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A1925-552C-C9C0-0DE6-8B703D9809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BCC4691-06F7-2B6D-3ACF-957758B43E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9DB517-F705-71BB-6D17-355C2DE105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B9A284-8754-89F8-CE20-4D91029CC06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9510707-1F15-0831-432A-9385D550E7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3C669E-DDDA-5194-C3B2-3EF6414B4568}"/>
              </a:ext>
            </a:extLst>
          </p:cNvPr>
          <p:cNvSpPr>
            <a:spLocks noGrp="1"/>
          </p:cNvSpPr>
          <p:nvPr>
            <p:ph type="sldNum" sz="quarter" idx="12"/>
          </p:nvPr>
        </p:nvSpPr>
        <p:spPr/>
        <p:txBody>
          <a:bodyPr/>
          <a:lstStyle/>
          <a:p>
            <a:fld id="{8A7409E4-D43D-4036-AE02-5131D818BD5D}" type="slidenum">
              <a:rPr lang="en-US" smtClean="0"/>
              <a:t>‹#›</a:t>
            </a:fld>
            <a:endParaRPr lang="en-US"/>
          </a:p>
        </p:txBody>
      </p:sp>
    </p:spTree>
    <p:extLst>
      <p:ext uri="{BB962C8B-B14F-4D97-AF65-F5344CB8AC3E}">
        <p14:creationId xmlns:p14="http://schemas.microsoft.com/office/powerpoint/2010/main" val="11548173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80884-9102-FB05-B313-0DB1F3D81D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8DF3D2F-3ED5-D4AE-F6F9-0960478455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484E0E-2FA3-4E5B-3DDD-2C48307DAD7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44BDE46-39C9-F262-C10D-C350FA96AF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3D60A4-66C4-73A3-7158-2EA17C62A4D1}"/>
              </a:ext>
            </a:extLst>
          </p:cNvPr>
          <p:cNvSpPr>
            <a:spLocks noGrp="1"/>
          </p:cNvSpPr>
          <p:nvPr>
            <p:ph type="sldNum" sz="quarter" idx="12"/>
          </p:nvPr>
        </p:nvSpPr>
        <p:spPr/>
        <p:txBody>
          <a:bodyPr/>
          <a:lstStyle/>
          <a:p>
            <a:fld id="{8A7409E4-D43D-4036-AE02-5131D818BD5D}" type="slidenum">
              <a:rPr lang="en-US" smtClean="0"/>
              <a:t>‹#›</a:t>
            </a:fld>
            <a:endParaRPr lang="en-US"/>
          </a:p>
        </p:txBody>
      </p:sp>
    </p:spTree>
    <p:extLst>
      <p:ext uri="{BB962C8B-B14F-4D97-AF65-F5344CB8AC3E}">
        <p14:creationId xmlns:p14="http://schemas.microsoft.com/office/powerpoint/2010/main" val="27134365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045FAA-2D37-9057-31D6-C08017EE925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9450B0-FC44-1EA2-4C6E-8D9B1D53D3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23412B-7ECC-ACC1-4E68-267CC18E183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FD86721-00AB-0CC7-EF5F-03EE3AE5D9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16E0BF-8927-53D7-5A80-AF7FAEC344C4}"/>
              </a:ext>
            </a:extLst>
          </p:cNvPr>
          <p:cNvSpPr>
            <a:spLocks noGrp="1"/>
          </p:cNvSpPr>
          <p:nvPr>
            <p:ph type="sldNum" sz="quarter" idx="12"/>
          </p:nvPr>
        </p:nvSpPr>
        <p:spPr/>
        <p:txBody>
          <a:bodyPr/>
          <a:lstStyle/>
          <a:p>
            <a:fld id="{8A7409E4-D43D-4036-AE02-5131D818BD5D}" type="slidenum">
              <a:rPr lang="en-US" smtClean="0"/>
              <a:t>‹#›</a:t>
            </a:fld>
            <a:endParaRPr lang="en-US"/>
          </a:p>
        </p:txBody>
      </p:sp>
    </p:spTree>
    <p:extLst>
      <p:ext uri="{BB962C8B-B14F-4D97-AF65-F5344CB8AC3E}">
        <p14:creationId xmlns:p14="http://schemas.microsoft.com/office/powerpoint/2010/main" val="30904524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2671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2080A8-208E-A677-1C33-0E1B947236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9B18EC-BA8C-2AAB-5F85-DCCDD612BD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5ED497-36B7-7E15-015E-68D649EB9C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2BDD94E0-D630-F30C-38E4-A05C88E3F1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33CE704-8EE5-E145-606D-E803784D13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7409E4-D43D-4036-AE02-5131D818BD5D}" type="slidenum">
              <a:rPr lang="en-US" smtClean="0"/>
              <a:t>‹#›</a:t>
            </a:fld>
            <a:endParaRPr lang="en-US"/>
          </a:p>
        </p:txBody>
      </p:sp>
    </p:spTree>
    <p:extLst>
      <p:ext uri="{BB962C8B-B14F-4D97-AF65-F5344CB8AC3E}">
        <p14:creationId xmlns:p14="http://schemas.microsoft.com/office/powerpoint/2010/main" val="856379123"/>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60" r:id="rId3"/>
    <p:sldLayoutId id="2147483662"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3" r:id="rId1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4E5C2036-BD6E-3793-4543-1B984AA16F6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30401" b="30401"/>
          <a:stretch/>
        </p:blipFill>
        <p:spPr>
          <a:xfrm>
            <a:off x="0" y="0"/>
            <a:ext cx="12192000" cy="3181350"/>
          </a:xfrm>
        </p:spPr>
      </p:pic>
      <p:sp>
        <p:nvSpPr>
          <p:cNvPr id="3" name="Title 2">
            <a:extLst>
              <a:ext uri="{FF2B5EF4-FFF2-40B4-BE49-F238E27FC236}">
                <a16:creationId xmlns:a16="http://schemas.microsoft.com/office/drawing/2014/main" id="{B17BBDE0-3A4E-3EA2-60B0-F9756E347209}"/>
              </a:ext>
            </a:extLst>
          </p:cNvPr>
          <p:cNvSpPr>
            <a:spLocks noGrp="1"/>
          </p:cNvSpPr>
          <p:nvPr>
            <p:ph type="ctrTitle"/>
          </p:nvPr>
        </p:nvSpPr>
        <p:spPr>
          <a:xfrm>
            <a:off x="714375" y="3429000"/>
            <a:ext cx="10763250" cy="971551"/>
          </a:xfrm>
        </p:spPr>
        <p:txBody>
          <a:bodyPr/>
          <a:lstStyle/>
          <a:p>
            <a:r>
              <a:rPr lang="en-US" dirty="0"/>
              <a:t>Navigating International Standards (GTAG)</a:t>
            </a:r>
          </a:p>
        </p:txBody>
      </p:sp>
      <p:sp>
        <p:nvSpPr>
          <p:cNvPr id="4" name="Subtitle 3">
            <a:extLst>
              <a:ext uri="{FF2B5EF4-FFF2-40B4-BE49-F238E27FC236}">
                <a16:creationId xmlns:a16="http://schemas.microsoft.com/office/drawing/2014/main" id="{FFCC89D4-8169-77D5-D53F-1E998B469C40}"/>
              </a:ext>
            </a:extLst>
          </p:cNvPr>
          <p:cNvSpPr>
            <a:spLocks noGrp="1"/>
          </p:cNvSpPr>
          <p:nvPr>
            <p:ph type="subTitle" idx="1"/>
          </p:nvPr>
        </p:nvSpPr>
        <p:spPr/>
        <p:txBody>
          <a:bodyPr/>
          <a:lstStyle/>
          <a:p>
            <a:r>
              <a:rPr lang="en-US" dirty="0"/>
              <a:t>Information Systems Auditing</a:t>
            </a:r>
          </a:p>
          <a:p>
            <a:r>
              <a:rPr lang="en-US" dirty="0"/>
              <a:t>Class VI</a:t>
            </a:r>
          </a:p>
        </p:txBody>
      </p:sp>
    </p:spTree>
    <p:extLst>
      <p:ext uri="{BB962C8B-B14F-4D97-AF65-F5344CB8AC3E}">
        <p14:creationId xmlns:p14="http://schemas.microsoft.com/office/powerpoint/2010/main" val="911610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52C04A-BCBB-9364-2819-8725E6696366}"/>
              </a:ext>
            </a:extLst>
          </p:cNvPr>
          <p:cNvSpPr>
            <a:spLocks noGrp="1"/>
          </p:cNvSpPr>
          <p:nvPr>
            <p:ph type="title"/>
          </p:nvPr>
        </p:nvSpPr>
        <p:spPr/>
        <p:txBody>
          <a:bodyPr/>
          <a:lstStyle/>
          <a:p>
            <a:r>
              <a:rPr lang="en-US"/>
              <a:t>Class Recap</a:t>
            </a:r>
          </a:p>
        </p:txBody>
      </p:sp>
    </p:spTree>
    <p:extLst>
      <p:ext uri="{BB962C8B-B14F-4D97-AF65-F5344CB8AC3E}">
        <p14:creationId xmlns:p14="http://schemas.microsoft.com/office/powerpoint/2010/main" val="2021974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7157F-D729-D43A-6721-923C7B23828A}"/>
              </a:ext>
            </a:extLst>
          </p:cNvPr>
          <p:cNvSpPr>
            <a:spLocks noGrp="1"/>
          </p:cNvSpPr>
          <p:nvPr>
            <p:ph type="title"/>
          </p:nvPr>
        </p:nvSpPr>
        <p:spPr>
          <a:xfrm>
            <a:off x="3685540" y="236651"/>
            <a:ext cx="4820920" cy="1325563"/>
          </a:xfrm>
        </p:spPr>
        <p:txBody>
          <a:bodyPr>
            <a:normAutofit/>
          </a:bodyPr>
          <a:lstStyle/>
          <a:p>
            <a:pPr algn="ctr"/>
            <a:r>
              <a:rPr lang="en-US" sz="4800"/>
              <a:t>Class Roadmap</a:t>
            </a:r>
          </a:p>
        </p:txBody>
      </p:sp>
      <p:sp>
        <p:nvSpPr>
          <p:cNvPr id="3" name="Content Placeholder 2">
            <a:extLst>
              <a:ext uri="{FF2B5EF4-FFF2-40B4-BE49-F238E27FC236}">
                <a16:creationId xmlns:a16="http://schemas.microsoft.com/office/drawing/2014/main" id="{940F5DB3-7A6F-EDD4-9F33-B3FF6161C717}"/>
              </a:ext>
            </a:extLst>
          </p:cNvPr>
          <p:cNvSpPr>
            <a:spLocks noGrp="1"/>
          </p:cNvSpPr>
          <p:nvPr>
            <p:ph idx="1"/>
          </p:nvPr>
        </p:nvSpPr>
        <p:spPr>
          <a:xfrm>
            <a:off x="622571" y="1682885"/>
            <a:ext cx="5473429" cy="4354221"/>
          </a:xfrm>
        </p:spPr>
        <p:txBody>
          <a:bodyPr/>
          <a:lstStyle/>
          <a:p>
            <a:pPr marL="360363" lvl="0" indent="-360363">
              <a:lnSpc>
                <a:spcPct val="150000"/>
              </a:lnSpc>
              <a:buFont typeface="+mj-lt"/>
              <a:buAutoNum type="arabicPeriod"/>
            </a:pPr>
            <a:r>
              <a:rPr lang="en-US" sz="1800" strike="sngStrike" dirty="0"/>
              <a:t>IT Governance: Concept</a:t>
            </a:r>
          </a:p>
          <a:p>
            <a:pPr marL="360363" lvl="0" indent="-360363">
              <a:lnSpc>
                <a:spcPct val="150000"/>
              </a:lnSpc>
              <a:buFont typeface="+mj-lt"/>
              <a:buAutoNum type="arabicPeriod"/>
            </a:pPr>
            <a:r>
              <a:rPr lang="en-US" sz="1800" strike="sngStrike" dirty="0"/>
              <a:t>IT Governance: Audit Program</a:t>
            </a:r>
          </a:p>
          <a:p>
            <a:pPr marL="360363" lvl="0" indent="-360363">
              <a:lnSpc>
                <a:spcPct val="150000"/>
              </a:lnSpc>
              <a:buFont typeface="+mj-lt"/>
              <a:buAutoNum type="arabicPeriod"/>
            </a:pPr>
            <a:r>
              <a:rPr lang="en-US" sz="1800" strike="sngStrike" dirty="0"/>
              <a:t>IS Acquisition and Development</a:t>
            </a:r>
          </a:p>
          <a:p>
            <a:pPr marL="360363" lvl="0" indent="-360363">
              <a:lnSpc>
                <a:spcPct val="150000"/>
              </a:lnSpc>
              <a:buFont typeface="+mj-lt"/>
              <a:buAutoNum type="arabicPeriod"/>
            </a:pPr>
            <a:r>
              <a:rPr lang="en-US" sz="1800" strike="sngStrike" dirty="0"/>
              <a:t>IS Implementation</a:t>
            </a:r>
          </a:p>
          <a:p>
            <a:pPr marL="360363" lvl="0" indent="-360363">
              <a:lnSpc>
                <a:spcPct val="150000"/>
              </a:lnSpc>
              <a:buFont typeface="+mj-lt"/>
              <a:buAutoNum type="arabicPeriod"/>
            </a:pPr>
            <a:r>
              <a:rPr lang="en-US" sz="1800" strike="sngStrike" dirty="0"/>
              <a:t>Practicum on Domain 3</a:t>
            </a:r>
          </a:p>
          <a:p>
            <a:pPr marL="360363" lvl="0" indent="-360363">
              <a:lnSpc>
                <a:spcPct val="150000"/>
              </a:lnSpc>
              <a:buFont typeface="+mj-lt"/>
              <a:buAutoNum type="arabicPeriod"/>
            </a:pPr>
            <a:r>
              <a:rPr lang="en-US" sz="1800" b="1" dirty="0"/>
              <a:t>Navigating International Standards (GTAG)</a:t>
            </a:r>
          </a:p>
          <a:p>
            <a:pPr marL="360363" lvl="0" indent="-360363">
              <a:lnSpc>
                <a:spcPct val="150000"/>
              </a:lnSpc>
              <a:buFont typeface="+mj-lt"/>
              <a:buAutoNum type="arabicPeriod"/>
            </a:pPr>
            <a:r>
              <a:rPr lang="en-US" sz="1800" dirty="0"/>
              <a:t>Mid-Term Exam Prep</a:t>
            </a:r>
          </a:p>
          <a:p>
            <a:pPr marL="360363" lvl="0" indent="-360363">
              <a:lnSpc>
                <a:spcPct val="150000"/>
              </a:lnSpc>
              <a:buFont typeface="+mj-lt"/>
              <a:buAutoNum type="arabicPeriod"/>
            </a:pPr>
            <a:r>
              <a:rPr lang="en-US" sz="1800" dirty="0"/>
              <a:t>Mid-Term Exam</a:t>
            </a:r>
          </a:p>
        </p:txBody>
      </p:sp>
      <p:sp>
        <p:nvSpPr>
          <p:cNvPr id="4" name="Content Placeholder 2">
            <a:extLst>
              <a:ext uri="{FF2B5EF4-FFF2-40B4-BE49-F238E27FC236}">
                <a16:creationId xmlns:a16="http://schemas.microsoft.com/office/drawing/2014/main" id="{6C09DF7A-9B78-AB11-FA80-26BA72C3D29B}"/>
              </a:ext>
            </a:extLst>
          </p:cNvPr>
          <p:cNvSpPr txBox="1">
            <a:spLocks/>
          </p:cNvSpPr>
          <p:nvPr/>
        </p:nvSpPr>
        <p:spPr>
          <a:xfrm>
            <a:off x="6459167" y="1682885"/>
            <a:ext cx="5340483" cy="4354221"/>
          </a:xfrm>
          <a:prstGeom prst="rect">
            <a:avLst/>
          </a:prstGeom>
        </p:spPr>
        <p:txBody>
          <a:bodyPr vert="horz" lIns="91440" tIns="45720" rIns="91440" bIns="45720" rtlCol="0">
            <a:noAutofit/>
          </a:bodyPr>
          <a:lstStyle>
            <a:lvl1pPr marL="233363" indent="-233363" algn="l" defTabSz="914400" rtl="0" eaLnBrk="1" latinLnBrk="0" hangingPunct="1">
              <a:lnSpc>
                <a:spcPct val="90000"/>
              </a:lnSpc>
              <a:spcBef>
                <a:spcPts val="400"/>
              </a:spcBef>
              <a:buFont typeface="+mj-lt"/>
              <a:buAutoNum type="alphaUcPeriod"/>
              <a:defRPr sz="1200" b="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363" indent="-360363">
              <a:lnSpc>
                <a:spcPct val="150000"/>
              </a:lnSpc>
              <a:buFont typeface="+mj-lt"/>
              <a:buAutoNum type="arabicPeriod" startAt="9"/>
            </a:pPr>
            <a:r>
              <a:rPr lang="en-US" sz="1800" dirty="0"/>
              <a:t>IS Operation &amp; Business Resilience I</a:t>
            </a:r>
          </a:p>
          <a:p>
            <a:pPr marL="360363" indent="-360363">
              <a:lnSpc>
                <a:spcPct val="150000"/>
              </a:lnSpc>
              <a:buFont typeface="+mj-lt"/>
              <a:buAutoNum type="arabicPeriod" startAt="9"/>
            </a:pPr>
            <a:r>
              <a:rPr lang="en-US" sz="1800" dirty="0"/>
              <a:t>IS Operation &amp; Business Resilience II</a:t>
            </a:r>
          </a:p>
          <a:p>
            <a:pPr marL="360363" indent="-360363">
              <a:lnSpc>
                <a:spcPct val="150000"/>
              </a:lnSpc>
              <a:buFont typeface="+mj-lt"/>
              <a:buAutoNum type="arabicPeriod" startAt="9"/>
            </a:pPr>
            <a:r>
              <a:rPr lang="en-US" sz="1800" dirty="0"/>
              <a:t>Protection of Information Assets I</a:t>
            </a:r>
          </a:p>
          <a:p>
            <a:pPr marL="360363" indent="-360363">
              <a:lnSpc>
                <a:spcPct val="150000"/>
              </a:lnSpc>
              <a:buFont typeface="+mj-lt"/>
              <a:buAutoNum type="arabicPeriod" startAt="9"/>
            </a:pPr>
            <a:r>
              <a:rPr lang="en-US" sz="1800" dirty="0"/>
              <a:t>Protection of Information Assets II</a:t>
            </a:r>
          </a:p>
          <a:p>
            <a:pPr marL="360363" indent="-360363">
              <a:lnSpc>
                <a:spcPct val="150000"/>
              </a:lnSpc>
              <a:buFont typeface="+mj-lt"/>
              <a:buAutoNum type="arabicPeriod" startAt="9"/>
            </a:pPr>
            <a:r>
              <a:rPr lang="en-US" sz="1800" dirty="0"/>
              <a:t>Intro to SQL for Auditing</a:t>
            </a:r>
          </a:p>
          <a:p>
            <a:pPr marL="360363" indent="-360363">
              <a:lnSpc>
                <a:spcPct val="150000"/>
              </a:lnSpc>
              <a:buFont typeface="+mj-lt"/>
              <a:buAutoNum type="arabicPeriod" startAt="9"/>
            </a:pPr>
            <a:r>
              <a:rPr lang="en-US" sz="1800" dirty="0"/>
              <a:t>Case Study: Auditing with SQL</a:t>
            </a:r>
          </a:p>
          <a:p>
            <a:pPr marL="360363" indent="-360363">
              <a:lnSpc>
                <a:spcPct val="150000"/>
              </a:lnSpc>
              <a:buFont typeface="+mj-lt"/>
              <a:buAutoNum type="arabicPeriod" startAt="9"/>
            </a:pPr>
            <a:r>
              <a:rPr lang="en-US" sz="1800" dirty="0"/>
              <a:t>Final Exam Prep</a:t>
            </a:r>
          </a:p>
          <a:p>
            <a:pPr marL="360363" indent="-360363">
              <a:lnSpc>
                <a:spcPct val="150000"/>
              </a:lnSpc>
              <a:buFont typeface="+mj-lt"/>
              <a:buAutoNum type="arabicPeriod" startAt="9"/>
            </a:pPr>
            <a:r>
              <a:rPr lang="en-US" sz="1800" dirty="0"/>
              <a:t>Final Exam</a:t>
            </a:r>
          </a:p>
        </p:txBody>
      </p:sp>
    </p:spTree>
    <p:extLst>
      <p:ext uri="{BB962C8B-B14F-4D97-AF65-F5344CB8AC3E}">
        <p14:creationId xmlns:p14="http://schemas.microsoft.com/office/powerpoint/2010/main" val="4030995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F06DC-C82D-49A7-49E8-24B02235CE1B}"/>
              </a:ext>
            </a:extLst>
          </p:cNvPr>
          <p:cNvSpPr>
            <a:spLocks noGrp="1"/>
          </p:cNvSpPr>
          <p:nvPr>
            <p:ph type="title"/>
          </p:nvPr>
        </p:nvSpPr>
        <p:spPr/>
        <p:txBody>
          <a:bodyPr/>
          <a:lstStyle/>
          <a:p>
            <a:r>
              <a:rPr lang="en-US"/>
              <a:t>Covered So Far</a:t>
            </a:r>
          </a:p>
        </p:txBody>
      </p:sp>
      <p:sp>
        <p:nvSpPr>
          <p:cNvPr id="3" name="Content Placeholder 2">
            <a:extLst>
              <a:ext uri="{FF2B5EF4-FFF2-40B4-BE49-F238E27FC236}">
                <a16:creationId xmlns:a16="http://schemas.microsoft.com/office/drawing/2014/main" id="{0EEF17E5-AD4D-CEBE-F9C3-691B024490D7}"/>
              </a:ext>
            </a:extLst>
          </p:cNvPr>
          <p:cNvSpPr>
            <a:spLocks noGrp="1"/>
          </p:cNvSpPr>
          <p:nvPr>
            <p:ph idx="1"/>
          </p:nvPr>
        </p:nvSpPr>
        <p:spPr>
          <a:xfrm>
            <a:off x="838200" y="1645845"/>
            <a:ext cx="10515600" cy="2085896"/>
          </a:xfrm>
        </p:spPr>
        <p:txBody>
          <a:bodyPr>
            <a:normAutofit lnSpcReduction="10000"/>
          </a:bodyPr>
          <a:lstStyle/>
          <a:p>
            <a:r>
              <a:rPr lang="en-US" sz="2400" dirty="0"/>
              <a:t>IT Governance in concept</a:t>
            </a:r>
          </a:p>
          <a:p>
            <a:r>
              <a:rPr lang="en-US" sz="2400" dirty="0"/>
              <a:t>IT Governance through COBIT 2019 standard</a:t>
            </a:r>
          </a:p>
          <a:p>
            <a:r>
              <a:rPr lang="en-US" sz="2400" dirty="0"/>
              <a:t>Using COBIT 2019 as a criteria for IT Governance Audit</a:t>
            </a:r>
          </a:p>
          <a:p>
            <a:r>
              <a:rPr lang="en-US" sz="2400" dirty="0"/>
              <a:t>How Systems are Acquired &amp; Developed</a:t>
            </a:r>
          </a:p>
          <a:p>
            <a:r>
              <a:rPr lang="en-US" sz="2400" dirty="0"/>
              <a:t>How Systems are Implemented</a:t>
            </a:r>
          </a:p>
          <a:p>
            <a:endParaRPr lang="en-US" sz="2400" dirty="0"/>
          </a:p>
        </p:txBody>
      </p:sp>
      <p:sp>
        <p:nvSpPr>
          <p:cNvPr id="4" name="Slide Number Placeholder 3">
            <a:extLst>
              <a:ext uri="{FF2B5EF4-FFF2-40B4-BE49-F238E27FC236}">
                <a16:creationId xmlns:a16="http://schemas.microsoft.com/office/drawing/2014/main" id="{BBDACEAD-C5C5-7B9B-5D94-3516EDDB6B91}"/>
              </a:ext>
            </a:extLst>
          </p:cNvPr>
          <p:cNvSpPr>
            <a:spLocks noGrp="1"/>
          </p:cNvSpPr>
          <p:nvPr>
            <p:ph type="sldNum" sz="quarter" idx="12"/>
          </p:nvPr>
        </p:nvSpPr>
        <p:spPr/>
        <p:txBody>
          <a:bodyPr/>
          <a:lstStyle/>
          <a:p>
            <a:fld id="{8A7409E4-D43D-4036-AE02-5131D818BD5D}" type="slidenum">
              <a:rPr lang="en-US" smtClean="0"/>
              <a:pPr/>
              <a:t>4</a:t>
            </a:fld>
            <a:endParaRPr lang="en-US"/>
          </a:p>
        </p:txBody>
      </p:sp>
      <p:sp>
        <p:nvSpPr>
          <p:cNvPr id="5" name="TextBox 4">
            <a:extLst>
              <a:ext uri="{FF2B5EF4-FFF2-40B4-BE49-F238E27FC236}">
                <a16:creationId xmlns:a16="http://schemas.microsoft.com/office/drawing/2014/main" id="{7D1C4826-0D9F-82A9-71DC-D0E6749679B2}"/>
              </a:ext>
            </a:extLst>
          </p:cNvPr>
          <p:cNvSpPr txBox="1"/>
          <p:nvPr/>
        </p:nvSpPr>
        <p:spPr>
          <a:xfrm>
            <a:off x="838200" y="3965858"/>
            <a:ext cx="8210453" cy="2031325"/>
          </a:xfrm>
          <a:prstGeom prst="rect">
            <a:avLst/>
          </a:prstGeom>
          <a:noFill/>
        </p:spPr>
        <p:txBody>
          <a:bodyPr wrap="none" rtlCol="0">
            <a:spAutoFit/>
          </a:bodyPr>
          <a:lstStyle/>
          <a:p>
            <a:r>
              <a:rPr lang="en-US" dirty="0"/>
              <a:t>Remember, </a:t>
            </a:r>
            <a:r>
              <a:rPr lang="en-US" strike="sngStrike" dirty="0"/>
              <a:t>the first half</a:t>
            </a:r>
            <a:r>
              <a:rPr lang="en-US" dirty="0"/>
              <a:t> this class will cover domains in CISA Review, as follows:</a:t>
            </a:r>
          </a:p>
          <a:p>
            <a:pPr marL="342900" indent="-342900">
              <a:buFont typeface="+mj-lt"/>
              <a:buAutoNum type="arabicPeriod"/>
            </a:pPr>
            <a:r>
              <a:rPr lang="en-US" dirty="0"/>
              <a:t>IS Auditing Process</a:t>
            </a:r>
          </a:p>
          <a:p>
            <a:pPr marL="342900" indent="-342900">
              <a:buFont typeface="+mj-lt"/>
              <a:buAutoNum type="arabicPeriod"/>
            </a:pPr>
            <a:r>
              <a:rPr lang="en-US" dirty="0"/>
              <a:t>IT Governance</a:t>
            </a:r>
          </a:p>
          <a:p>
            <a:pPr marL="342900" indent="-342900">
              <a:buFont typeface="+mj-lt"/>
              <a:buAutoNum type="arabicPeriod"/>
            </a:pPr>
            <a:r>
              <a:rPr lang="en-US" dirty="0"/>
              <a:t>IS Acquisition, Development, and Implementation</a:t>
            </a:r>
          </a:p>
          <a:p>
            <a:pPr marL="342900" indent="-342900">
              <a:buFont typeface="+mj-lt"/>
              <a:buAutoNum type="arabicPeriod"/>
            </a:pPr>
            <a:r>
              <a:rPr lang="en-US" dirty="0"/>
              <a:t>IS Operations and Business Resilience</a:t>
            </a:r>
          </a:p>
          <a:p>
            <a:pPr marL="342900" indent="-342900">
              <a:buFont typeface="+mj-lt"/>
              <a:buAutoNum type="arabicPeriod"/>
            </a:pPr>
            <a:r>
              <a:rPr lang="en-US" dirty="0"/>
              <a:t>Protection of Information and Assets</a:t>
            </a:r>
          </a:p>
          <a:p>
            <a:pPr marL="342900" indent="-342900">
              <a:buFont typeface="+mj-lt"/>
              <a:buAutoNum type="arabicPeriod"/>
            </a:pPr>
            <a:endParaRPr lang="en-US" dirty="0"/>
          </a:p>
        </p:txBody>
      </p:sp>
    </p:spTree>
    <p:extLst>
      <p:ext uri="{BB962C8B-B14F-4D97-AF65-F5344CB8AC3E}">
        <p14:creationId xmlns:p14="http://schemas.microsoft.com/office/powerpoint/2010/main" val="2891726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79CBE2-7ADF-23F1-83BE-26DF183A5B12}"/>
              </a:ext>
            </a:extLst>
          </p:cNvPr>
          <p:cNvSpPr>
            <a:spLocks noGrp="1"/>
          </p:cNvSpPr>
          <p:nvPr>
            <p:ph idx="1"/>
          </p:nvPr>
        </p:nvSpPr>
        <p:spPr/>
        <p:txBody>
          <a:bodyPr>
            <a:normAutofit/>
          </a:bodyPr>
          <a:lstStyle/>
          <a:p>
            <a:pPr marL="514350" indent="-514350">
              <a:lnSpc>
                <a:spcPct val="100000"/>
              </a:lnSpc>
              <a:buFont typeface="+mj-lt"/>
              <a:buAutoNum type="arabicPeriod"/>
            </a:pPr>
            <a:r>
              <a:rPr lang="en-US" dirty="0"/>
              <a:t>GTAG in General</a:t>
            </a:r>
          </a:p>
          <a:p>
            <a:pPr marL="514350" indent="-514350">
              <a:lnSpc>
                <a:spcPct val="100000"/>
              </a:lnSpc>
              <a:buFont typeface="+mj-lt"/>
              <a:buAutoNum type="arabicPeriod"/>
            </a:pPr>
            <a:r>
              <a:rPr lang="en-US" dirty="0"/>
              <a:t>IT Gov Audit: COBIT vs GTAG</a:t>
            </a:r>
          </a:p>
          <a:p>
            <a:pPr marL="514350" indent="-514350">
              <a:lnSpc>
                <a:spcPct val="100000"/>
              </a:lnSpc>
              <a:buFont typeface="+mj-lt"/>
              <a:buAutoNum type="arabicPeriod"/>
            </a:pPr>
            <a:r>
              <a:rPr lang="en-US" dirty="0"/>
              <a:t>Case Study: Data Governance Audit</a:t>
            </a:r>
          </a:p>
          <a:p>
            <a:pPr marL="514350" indent="-514350">
              <a:lnSpc>
                <a:spcPct val="100000"/>
              </a:lnSpc>
              <a:buFont typeface="+mj-lt"/>
              <a:buAutoNum type="arabicPeriod"/>
            </a:pPr>
            <a:endParaRPr lang="en-US" dirty="0"/>
          </a:p>
        </p:txBody>
      </p:sp>
    </p:spTree>
    <p:extLst>
      <p:ext uri="{BB962C8B-B14F-4D97-AF65-F5344CB8AC3E}">
        <p14:creationId xmlns:p14="http://schemas.microsoft.com/office/powerpoint/2010/main" val="38350742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58052-05B2-9F29-B874-84F80A24B16B}"/>
              </a:ext>
            </a:extLst>
          </p:cNvPr>
          <p:cNvSpPr>
            <a:spLocks noGrp="1"/>
          </p:cNvSpPr>
          <p:nvPr>
            <p:ph type="title"/>
          </p:nvPr>
        </p:nvSpPr>
        <p:spPr/>
        <p:txBody>
          <a:bodyPr>
            <a:normAutofit/>
          </a:bodyPr>
          <a:lstStyle/>
          <a:p>
            <a:r>
              <a:rPr lang="en-US" dirty="0"/>
              <a:t>Intro</a:t>
            </a:r>
          </a:p>
        </p:txBody>
      </p:sp>
    </p:spTree>
    <p:extLst>
      <p:ext uri="{BB962C8B-B14F-4D97-AF65-F5344CB8AC3E}">
        <p14:creationId xmlns:p14="http://schemas.microsoft.com/office/powerpoint/2010/main" val="1457204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6DC59-6DF6-44A0-A24A-57A501B2C061}"/>
              </a:ext>
            </a:extLst>
          </p:cNvPr>
          <p:cNvSpPr>
            <a:spLocks noGrp="1"/>
          </p:cNvSpPr>
          <p:nvPr>
            <p:ph type="title"/>
          </p:nvPr>
        </p:nvSpPr>
        <p:spPr/>
        <p:txBody>
          <a:bodyPr/>
          <a:lstStyle/>
          <a:p>
            <a:r>
              <a:rPr lang="en-ID" dirty="0"/>
              <a:t>Question</a:t>
            </a:r>
          </a:p>
        </p:txBody>
      </p:sp>
      <p:sp>
        <p:nvSpPr>
          <p:cNvPr id="3" name="Slide Number Placeholder 2">
            <a:extLst>
              <a:ext uri="{FF2B5EF4-FFF2-40B4-BE49-F238E27FC236}">
                <a16:creationId xmlns:a16="http://schemas.microsoft.com/office/drawing/2014/main" id="{B390A26A-6951-4AB1-B7C1-888D38DD9AB1}"/>
              </a:ext>
            </a:extLst>
          </p:cNvPr>
          <p:cNvSpPr>
            <a:spLocks noGrp="1"/>
          </p:cNvSpPr>
          <p:nvPr>
            <p:ph type="sldNum" sz="quarter" idx="12"/>
          </p:nvPr>
        </p:nvSpPr>
        <p:spPr/>
        <p:txBody>
          <a:bodyPr/>
          <a:lstStyle/>
          <a:p>
            <a:fld id="{8A7409E4-D43D-4036-AE02-5131D818BD5D}" type="slidenum">
              <a:rPr lang="en-US" smtClean="0"/>
              <a:pPr/>
              <a:t>7</a:t>
            </a:fld>
            <a:endParaRPr lang="en-US"/>
          </a:p>
        </p:txBody>
      </p:sp>
      <p:sp>
        <p:nvSpPr>
          <p:cNvPr id="4" name="Content Placeholder 3">
            <a:extLst>
              <a:ext uri="{FF2B5EF4-FFF2-40B4-BE49-F238E27FC236}">
                <a16:creationId xmlns:a16="http://schemas.microsoft.com/office/drawing/2014/main" id="{0992A27D-1687-427A-8A0D-95800E66E34F}"/>
              </a:ext>
            </a:extLst>
          </p:cNvPr>
          <p:cNvSpPr>
            <a:spLocks noGrp="1"/>
          </p:cNvSpPr>
          <p:nvPr>
            <p:ph idx="1"/>
          </p:nvPr>
        </p:nvSpPr>
        <p:spPr/>
        <p:txBody>
          <a:bodyPr/>
          <a:lstStyle/>
          <a:p>
            <a:pPr marL="0" indent="0">
              <a:buNone/>
            </a:pPr>
            <a:r>
              <a:rPr lang="en-ID" dirty="0"/>
              <a:t>Is Information System Auditing better be done by Internal Auditor or External Auditor?</a:t>
            </a:r>
          </a:p>
        </p:txBody>
      </p:sp>
    </p:spTree>
    <p:extLst>
      <p:ext uri="{BB962C8B-B14F-4D97-AF65-F5344CB8AC3E}">
        <p14:creationId xmlns:p14="http://schemas.microsoft.com/office/powerpoint/2010/main" val="3989581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115F9-9E79-8495-BA7F-581A2D610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1BB63-4350-72A4-F5A6-7BC05C8ACCEA}"/>
              </a:ext>
            </a:extLst>
          </p:cNvPr>
          <p:cNvSpPr>
            <a:spLocks noGrp="1"/>
          </p:cNvSpPr>
          <p:nvPr>
            <p:ph type="title"/>
          </p:nvPr>
        </p:nvSpPr>
        <p:spPr/>
        <p:txBody>
          <a:bodyPr>
            <a:normAutofit/>
          </a:bodyPr>
          <a:lstStyle/>
          <a:p>
            <a:pPr>
              <a:lnSpc>
                <a:spcPct val="100000"/>
              </a:lnSpc>
            </a:pPr>
            <a:r>
              <a:rPr lang="en-ID" dirty="0"/>
              <a:t>GTAG by IIA</a:t>
            </a:r>
            <a:endParaRPr lang="en-US" dirty="0"/>
          </a:p>
        </p:txBody>
      </p:sp>
      <p:sp>
        <p:nvSpPr>
          <p:cNvPr id="5" name="Text Placeholder 4">
            <a:extLst>
              <a:ext uri="{FF2B5EF4-FFF2-40B4-BE49-F238E27FC236}">
                <a16:creationId xmlns:a16="http://schemas.microsoft.com/office/drawing/2014/main" id="{CDABB48A-BC50-4B2D-B1DE-0C178146765A}"/>
              </a:ext>
            </a:extLst>
          </p:cNvPr>
          <p:cNvSpPr>
            <a:spLocks noGrp="1"/>
          </p:cNvSpPr>
          <p:nvPr>
            <p:ph type="body" idx="1"/>
          </p:nvPr>
        </p:nvSpPr>
        <p:spPr/>
        <p:txBody>
          <a:bodyPr/>
          <a:lstStyle/>
          <a:p>
            <a:r>
              <a:rPr lang="en-ID" dirty="0"/>
              <a:t>Global Technology Audit Guide</a:t>
            </a:r>
          </a:p>
        </p:txBody>
      </p:sp>
    </p:spTree>
    <p:extLst>
      <p:ext uri="{BB962C8B-B14F-4D97-AF65-F5344CB8AC3E}">
        <p14:creationId xmlns:p14="http://schemas.microsoft.com/office/powerpoint/2010/main" val="62413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426720"/>
            <a:ext cx="10972800" cy="670560"/>
          </a:xfrm>
          <a:prstGeom prst="rect">
            <a:avLst/>
          </a:prstGeom>
          <a:noFill/>
          <a:ln/>
        </p:spPr>
        <p:txBody>
          <a:bodyPr wrap="square" lIns="0" tIns="0" rIns="0" bIns="0" rtlCol="0" anchor="ctr"/>
          <a:lstStyle/>
          <a:p>
            <a:r>
              <a:rPr lang="en-US" sz="3733" b="1" dirty="0">
                <a:solidFill>
                  <a:srgbClr val="1E2761"/>
                </a:solidFill>
                <a:latin typeface="Cambria" pitchFamily="34" charset="0"/>
                <a:ea typeface="Cambria" pitchFamily="34" charset="-122"/>
                <a:cs typeface="Cambria" pitchFamily="34" charset="-120"/>
              </a:rPr>
              <a:t>IIA vs ISACA — Dua Ekosistem Berbeda</a:t>
            </a:r>
            <a:endParaRPr lang="en-US" sz="3733" dirty="0"/>
          </a:p>
        </p:txBody>
      </p:sp>
      <p:sp>
        <p:nvSpPr>
          <p:cNvPr id="3" name="Shape 1"/>
          <p:cNvSpPr/>
          <p:nvPr/>
        </p:nvSpPr>
        <p:spPr>
          <a:xfrm>
            <a:off x="609600" y="1341120"/>
            <a:ext cx="5120640" cy="4998720"/>
          </a:xfrm>
          <a:prstGeom prst="roundRect">
            <a:avLst>
              <a:gd name="adj" fmla="val 2927"/>
            </a:avLst>
          </a:prstGeom>
          <a:solidFill>
            <a:srgbClr val="F4F6FC"/>
          </a:solidFill>
          <a:ln/>
          <a:effectLst>
            <a:outerShdw blurRad="101600" dist="38100" dir="2700000" algn="bl" rotWithShape="0">
              <a:srgbClr val="000000">
                <a:alpha val="10000"/>
              </a:srgbClr>
            </a:outerShdw>
          </a:effectLst>
        </p:spPr>
      </p:sp>
      <p:sp>
        <p:nvSpPr>
          <p:cNvPr id="4" name="Text 2"/>
          <p:cNvSpPr/>
          <p:nvPr/>
        </p:nvSpPr>
        <p:spPr>
          <a:xfrm>
            <a:off x="853440" y="1524000"/>
            <a:ext cx="4632960" cy="609600"/>
          </a:xfrm>
          <a:prstGeom prst="rect">
            <a:avLst/>
          </a:prstGeom>
          <a:noFill/>
          <a:ln/>
        </p:spPr>
        <p:txBody>
          <a:bodyPr wrap="square" lIns="0" tIns="0" rIns="0" bIns="0" rtlCol="0" anchor="ctr"/>
          <a:lstStyle/>
          <a:p>
            <a:pPr algn="ctr"/>
            <a:r>
              <a:rPr lang="en-US" sz="3200" b="1" dirty="0">
                <a:solidFill>
                  <a:srgbClr val="1E2761"/>
                </a:solidFill>
                <a:latin typeface="Cambria" pitchFamily="34" charset="0"/>
                <a:ea typeface="Cambria" pitchFamily="34" charset="-122"/>
                <a:cs typeface="Cambria" pitchFamily="34" charset="-120"/>
              </a:rPr>
              <a:t>IIA</a:t>
            </a:r>
            <a:endParaRPr lang="en-US" sz="3200" dirty="0"/>
          </a:p>
        </p:txBody>
      </p:sp>
      <p:sp>
        <p:nvSpPr>
          <p:cNvPr id="5" name="Text 3"/>
          <p:cNvSpPr/>
          <p:nvPr/>
        </p:nvSpPr>
        <p:spPr>
          <a:xfrm>
            <a:off x="853440" y="2109216"/>
            <a:ext cx="4632960" cy="792480"/>
          </a:xfrm>
          <a:prstGeom prst="rect">
            <a:avLst/>
          </a:prstGeom>
          <a:noFill/>
          <a:ln/>
        </p:spPr>
        <p:txBody>
          <a:bodyPr wrap="square" rtlCol="0" anchor="ctr"/>
          <a:lstStyle/>
          <a:p>
            <a:pPr algn="ctr"/>
            <a:r>
              <a:rPr lang="en-US" sz="1600" dirty="0">
                <a:solidFill>
                  <a:srgbClr val="6B7A9F"/>
                </a:solidFill>
                <a:latin typeface="Calibri" pitchFamily="34" charset="0"/>
                <a:ea typeface="Calibri" pitchFamily="34" charset="-122"/>
                <a:cs typeface="Calibri" pitchFamily="34" charset="-120"/>
              </a:rPr>
              <a:t>The Institute of</a:t>
            </a:r>
            <a:endParaRPr lang="en-US" sz="1600" dirty="0"/>
          </a:p>
          <a:p>
            <a:pPr algn="ctr"/>
            <a:r>
              <a:rPr lang="en-US" sz="1600" dirty="0">
                <a:solidFill>
                  <a:srgbClr val="6B7A9F"/>
                </a:solidFill>
                <a:latin typeface="Calibri" pitchFamily="34" charset="0"/>
                <a:ea typeface="Calibri" pitchFamily="34" charset="-122"/>
                <a:cs typeface="Calibri" pitchFamily="34" charset="-120"/>
              </a:rPr>
              <a:t>Internal Auditors</a:t>
            </a:r>
            <a:endParaRPr lang="en-US" sz="1600" dirty="0"/>
          </a:p>
        </p:txBody>
      </p:sp>
      <p:sp>
        <p:nvSpPr>
          <p:cNvPr id="6" name="Text 4"/>
          <p:cNvSpPr/>
          <p:nvPr/>
        </p:nvSpPr>
        <p:spPr>
          <a:xfrm>
            <a:off x="853440" y="3072384"/>
            <a:ext cx="1463040" cy="487680"/>
          </a:xfrm>
          <a:prstGeom prst="rect">
            <a:avLst/>
          </a:prstGeom>
          <a:noFill/>
          <a:ln/>
        </p:spPr>
        <p:txBody>
          <a:bodyPr wrap="square" lIns="0" tIns="0" rIns="0" bIns="0" rtlCol="0" anchor="ctr"/>
          <a:lstStyle/>
          <a:p>
            <a:r>
              <a:rPr lang="en-US" sz="1467" b="1" dirty="0">
                <a:solidFill>
                  <a:srgbClr val="1E2761"/>
                </a:solidFill>
                <a:latin typeface="Calibri" pitchFamily="34" charset="0"/>
                <a:ea typeface="Calibri" pitchFamily="34" charset="-122"/>
                <a:cs typeface="Calibri" pitchFamily="34" charset="-120"/>
              </a:rPr>
              <a:t>Fokus</a:t>
            </a:r>
            <a:endParaRPr lang="en-US" sz="1467" dirty="0"/>
          </a:p>
        </p:txBody>
      </p:sp>
      <p:sp>
        <p:nvSpPr>
          <p:cNvPr id="7" name="Text 5"/>
          <p:cNvSpPr/>
          <p:nvPr/>
        </p:nvSpPr>
        <p:spPr>
          <a:xfrm>
            <a:off x="2377440" y="3072384"/>
            <a:ext cx="3108960" cy="633984"/>
          </a:xfrm>
          <a:prstGeom prst="rect">
            <a:avLst/>
          </a:prstGeom>
          <a:noFill/>
          <a:ln/>
        </p:spPr>
        <p:txBody>
          <a:bodyPr wrap="square" lIns="0" tIns="0" rIns="0" bIns="0" rtlCol="0" anchor="ctr"/>
          <a:lstStyle/>
          <a:p>
            <a:r>
              <a:rPr lang="en-US" sz="1467" dirty="0">
                <a:solidFill>
                  <a:srgbClr val="333333"/>
                </a:solidFill>
                <a:latin typeface="Calibri" pitchFamily="34" charset="0"/>
                <a:ea typeface="Calibri" pitchFamily="34" charset="-122"/>
                <a:cs typeface="Calibri" pitchFamily="34" charset="-120"/>
              </a:rPr>
              <a:t>Internal audit (keuangan,</a:t>
            </a:r>
            <a:endParaRPr lang="en-US" sz="1467" dirty="0"/>
          </a:p>
          <a:p>
            <a:r>
              <a:rPr lang="en-US" sz="1467" dirty="0">
                <a:solidFill>
                  <a:srgbClr val="333333"/>
                </a:solidFill>
                <a:latin typeface="Calibri" pitchFamily="34" charset="0"/>
                <a:ea typeface="Calibri" pitchFamily="34" charset="-122"/>
                <a:cs typeface="Calibri" pitchFamily="34" charset="-120"/>
              </a:rPr>
              <a:t>operasional, IT, dll.)</a:t>
            </a:r>
            <a:endParaRPr lang="en-US" sz="1467" dirty="0"/>
          </a:p>
        </p:txBody>
      </p:sp>
      <p:sp>
        <p:nvSpPr>
          <p:cNvPr id="8" name="Text 6"/>
          <p:cNvSpPr/>
          <p:nvPr/>
        </p:nvSpPr>
        <p:spPr>
          <a:xfrm>
            <a:off x="853440" y="3828288"/>
            <a:ext cx="1463040" cy="487680"/>
          </a:xfrm>
          <a:prstGeom prst="rect">
            <a:avLst/>
          </a:prstGeom>
          <a:noFill/>
          <a:ln/>
        </p:spPr>
        <p:txBody>
          <a:bodyPr wrap="square" lIns="0" tIns="0" rIns="0" bIns="0" rtlCol="0" anchor="ctr"/>
          <a:lstStyle/>
          <a:p>
            <a:r>
              <a:rPr lang="en-US" sz="1467" b="1" dirty="0">
                <a:solidFill>
                  <a:srgbClr val="1E2761"/>
                </a:solidFill>
                <a:latin typeface="Calibri" pitchFamily="34" charset="0"/>
                <a:ea typeface="Calibri" pitchFamily="34" charset="-122"/>
                <a:cs typeface="Calibri" pitchFamily="34" charset="-120"/>
              </a:rPr>
              <a:t>Sertifikasi</a:t>
            </a:r>
            <a:endParaRPr lang="en-US" sz="1467" dirty="0"/>
          </a:p>
        </p:txBody>
      </p:sp>
      <p:sp>
        <p:nvSpPr>
          <p:cNvPr id="9" name="Text 7"/>
          <p:cNvSpPr/>
          <p:nvPr/>
        </p:nvSpPr>
        <p:spPr>
          <a:xfrm>
            <a:off x="2377440" y="3828288"/>
            <a:ext cx="3108960" cy="633984"/>
          </a:xfrm>
          <a:prstGeom prst="rect">
            <a:avLst/>
          </a:prstGeom>
          <a:noFill/>
          <a:ln/>
        </p:spPr>
        <p:txBody>
          <a:bodyPr wrap="square" lIns="0" tIns="0" rIns="0" bIns="0" rtlCol="0" anchor="ctr"/>
          <a:lstStyle/>
          <a:p>
            <a:r>
              <a:rPr lang="en-US" sz="1467" dirty="0">
                <a:solidFill>
                  <a:srgbClr val="333333"/>
                </a:solidFill>
                <a:latin typeface="Calibri" pitchFamily="34" charset="0"/>
                <a:ea typeface="Calibri" pitchFamily="34" charset="-122"/>
                <a:cs typeface="Calibri" pitchFamily="34" charset="-120"/>
              </a:rPr>
              <a:t>CIA (Certified Internal Auditor)</a:t>
            </a:r>
            <a:endParaRPr lang="en-US" sz="1467" dirty="0"/>
          </a:p>
        </p:txBody>
      </p:sp>
      <p:sp>
        <p:nvSpPr>
          <p:cNvPr id="10" name="Text 8"/>
          <p:cNvSpPr/>
          <p:nvPr/>
        </p:nvSpPr>
        <p:spPr>
          <a:xfrm>
            <a:off x="853440" y="4584192"/>
            <a:ext cx="1463040" cy="487680"/>
          </a:xfrm>
          <a:prstGeom prst="rect">
            <a:avLst/>
          </a:prstGeom>
          <a:noFill/>
          <a:ln/>
        </p:spPr>
        <p:txBody>
          <a:bodyPr wrap="square" lIns="0" tIns="0" rIns="0" bIns="0" rtlCol="0" anchor="ctr"/>
          <a:lstStyle/>
          <a:p>
            <a:r>
              <a:rPr lang="en-US" sz="1467" b="1" dirty="0">
                <a:solidFill>
                  <a:srgbClr val="1E2761"/>
                </a:solidFill>
                <a:latin typeface="Calibri" pitchFamily="34" charset="0"/>
                <a:ea typeface="Calibri" pitchFamily="34" charset="-122"/>
                <a:cs typeface="Calibri" pitchFamily="34" charset="-120"/>
              </a:rPr>
              <a:t>Panduan</a:t>
            </a:r>
            <a:endParaRPr lang="en-US" sz="1467" dirty="0"/>
          </a:p>
        </p:txBody>
      </p:sp>
      <p:sp>
        <p:nvSpPr>
          <p:cNvPr id="11" name="Text 9"/>
          <p:cNvSpPr/>
          <p:nvPr/>
        </p:nvSpPr>
        <p:spPr>
          <a:xfrm>
            <a:off x="2377440" y="4584192"/>
            <a:ext cx="3108960" cy="633984"/>
          </a:xfrm>
          <a:prstGeom prst="rect">
            <a:avLst/>
          </a:prstGeom>
          <a:noFill/>
          <a:ln/>
        </p:spPr>
        <p:txBody>
          <a:bodyPr wrap="square" lIns="0" tIns="0" rIns="0" bIns="0" rtlCol="0" anchor="ctr"/>
          <a:lstStyle/>
          <a:p>
            <a:r>
              <a:rPr lang="en-US" sz="1467" dirty="0">
                <a:solidFill>
                  <a:srgbClr val="333333"/>
                </a:solidFill>
                <a:latin typeface="Calibri" pitchFamily="34" charset="0"/>
                <a:ea typeface="Calibri" pitchFamily="34" charset="-122"/>
                <a:cs typeface="Calibri" pitchFamily="34" charset="-120"/>
              </a:rPr>
              <a:t>GTAG, IPPF</a:t>
            </a:r>
            <a:endParaRPr lang="en-US" sz="1467" dirty="0"/>
          </a:p>
        </p:txBody>
      </p:sp>
      <p:sp>
        <p:nvSpPr>
          <p:cNvPr id="12" name="Text 10"/>
          <p:cNvSpPr/>
          <p:nvPr/>
        </p:nvSpPr>
        <p:spPr>
          <a:xfrm>
            <a:off x="853440" y="5340096"/>
            <a:ext cx="1463040" cy="487680"/>
          </a:xfrm>
          <a:prstGeom prst="rect">
            <a:avLst/>
          </a:prstGeom>
          <a:noFill/>
          <a:ln/>
        </p:spPr>
        <p:txBody>
          <a:bodyPr wrap="square" lIns="0" tIns="0" rIns="0" bIns="0" rtlCol="0" anchor="ctr"/>
          <a:lstStyle/>
          <a:p>
            <a:r>
              <a:rPr lang="en-US" sz="1467" b="1" dirty="0">
                <a:solidFill>
                  <a:srgbClr val="1E2761"/>
                </a:solidFill>
                <a:latin typeface="Calibri" pitchFamily="34" charset="0"/>
                <a:ea typeface="Calibri" pitchFamily="34" charset="-122"/>
                <a:cs typeface="Calibri" pitchFamily="34" charset="-120"/>
              </a:rPr>
              <a:t>Cakupan</a:t>
            </a:r>
            <a:endParaRPr lang="en-US" sz="1467" dirty="0"/>
          </a:p>
        </p:txBody>
      </p:sp>
      <p:sp>
        <p:nvSpPr>
          <p:cNvPr id="13" name="Text 11"/>
          <p:cNvSpPr/>
          <p:nvPr/>
        </p:nvSpPr>
        <p:spPr>
          <a:xfrm>
            <a:off x="2377440" y="5340096"/>
            <a:ext cx="3108960" cy="633984"/>
          </a:xfrm>
          <a:prstGeom prst="rect">
            <a:avLst/>
          </a:prstGeom>
          <a:noFill/>
          <a:ln/>
        </p:spPr>
        <p:txBody>
          <a:bodyPr wrap="square" lIns="0" tIns="0" rIns="0" bIns="0" rtlCol="0" anchor="ctr"/>
          <a:lstStyle/>
          <a:p>
            <a:r>
              <a:rPr lang="en-US" sz="1467" dirty="0">
                <a:solidFill>
                  <a:srgbClr val="333333"/>
                </a:solidFill>
                <a:latin typeface="Calibri" pitchFamily="34" charset="0"/>
                <a:ea typeface="Calibri" pitchFamily="34" charset="-122"/>
                <a:cs typeface="Calibri" pitchFamily="34" charset="-120"/>
              </a:rPr>
              <a:t>Seluruh fungsi audit</a:t>
            </a:r>
            <a:endParaRPr lang="en-US" sz="1467" dirty="0"/>
          </a:p>
        </p:txBody>
      </p:sp>
      <p:sp>
        <p:nvSpPr>
          <p:cNvPr id="14" name="Shape 12"/>
          <p:cNvSpPr/>
          <p:nvPr/>
        </p:nvSpPr>
        <p:spPr>
          <a:xfrm>
            <a:off x="6461760" y="1341120"/>
            <a:ext cx="5120640" cy="4998720"/>
          </a:xfrm>
          <a:prstGeom prst="roundRect">
            <a:avLst>
              <a:gd name="adj" fmla="val 2927"/>
            </a:avLst>
          </a:prstGeom>
          <a:solidFill>
            <a:srgbClr val="020294">
              <a:alpha val="95000"/>
            </a:srgbClr>
          </a:solidFill>
          <a:ln/>
          <a:effectLst>
            <a:outerShdw blurRad="101600" dist="38100" dir="2700000" algn="bl" rotWithShape="0">
              <a:srgbClr val="000000">
                <a:alpha val="10000"/>
              </a:srgbClr>
            </a:outerShdw>
          </a:effectLst>
        </p:spPr>
      </p:sp>
      <p:sp>
        <p:nvSpPr>
          <p:cNvPr id="15" name="Text 13"/>
          <p:cNvSpPr/>
          <p:nvPr/>
        </p:nvSpPr>
        <p:spPr>
          <a:xfrm>
            <a:off x="6705600" y="1524000"/>
            <a:ext cx="4632960" cy="609600"/>
          </a:xfrm>
          <a:prstGeom prst="rect">
            <a:avLst/>
          </a:prstGeom>
          <a:noFill/>
          <a:ln/>
        </p:spPr>
        <p:txBody>
          <a:bodyPr wrap="square" lIns="0" tIns="0" rIns="0" bIns="0" rtlCol="0" anchor="ctr"/>
          <a:lstStyle/>
          <a:p>
            <a:pPr algn="ctr"/>
            <a:r>
              <a:rPr lang="en-US" sz="3200" b="1" dirty="0">
                <a:solidFill>
                  <a:srgbClr val="FFFFFF"/>
                </a:solidFill>
                <a:latin typeface="Cambria" pitchFamily="34" charset="0"/>
                <a:ea typeface="Cambria" pitchFamily="34" charset="-122"/>
                <a:cs typeface="Cambria" pitchFamily="34" charset="-120"/>
              </a:rPr>
              <a:t>ISACA</a:t>
            </a:r>
            <a:endParaRPr lang="en-US" sz="3200" dirty="0"/>
          </a:p>
        </p:txBody>
      </p:sp>
      <p:sp>
        <p:nvSpPr>
          <p:cNvPr id="16" name="Text 14"/>
          <p:cNvSpPr/>
          <p:nvPr/>
        </p:nvSpPr>
        <p:spPr>
          <a:xfrm>
            <a:off x="6705600" y="2109216"/>
            <a:ext cx="4632960" cy="792480"/>
          </a:xfrm>
          <a:prstGeom prst="rect">
            <a:avLst/>
          </a:prstGeom>
          <a:noFill/>
          <a:ln/>
        </p:spPr>
        <p:txBody>
          <a:bodyPr wrap="square" rtlCol="0" anchor="ctr"/>
          <a:lstStyle/>
          <a:p>
            <a:pPr algn="ctr"/>
            <a:r>
              <a:rPr lang="en-US" sz="1600" dirty="0">
                <a:solidFill>
                  <a:schemeClr val="bg1"/>
                </a:solidFill>
                <a:latin typeface="Calibri" pitchFamily="34" charset="0"/>
                <a:ea typeface="Calibri" pitchFamily="34" charset="-122"/>
                <a:cs typeface="Calibri" pitchFamily="34" charset="-120"/>
              </a:rPr>
              <a:t>Information Systems</a:t>
            </a:r>
            <a:endParaRPr lang="en-US" sz="1600" dirty="0">
              <a:solidFill>
                <a:schemeClr val="bg1"/>
              </a:solidFill>
            </a:endParaRPr>
          </a:p>
          <a:p>
            <a:pPr algn="ctr"/>
            <a:r>
              <a:rPr lang="en-US" sz="1600" dirty="0">
                <a:solidFill>
                  <a:schemeClr val="bg1"/>
                </a:solidFill>
                <a:latin typeface="Calibri" pitchFamily="34" charset="0"/>
                <a:ea typeface="Calibri" pitchFamily="34" charset="-122"/>
                <a:cs typeface="Calibri" pitchFamily="34" charset="-120"/>
              </a:rPr>
              <a:t>Audit &amp; Control Assoc.</a:t>
            </a:r>
            <a:endParaRPr lang="en-US" sz="1600" dirty="0">
              <a:solidFill>
                <a:schemeClr val="bg1"/>
              </a:solidFill>
            </a:endParaRPr>
          </a:p>
        </p:txBody>
      </p:sp>
      <p:sp>
        <p:nvSpPr>
          <p:cNvPr id="17" name="Text 15"/>
          <p:cNvSpPr/>
          <p:nvPr/>
        </p:nvSpPr>
        <p:spPr>
          <a:xfrm>
            <a:off x="6705600" y="3072384"/>
            <a:ext cx="1463040" cy="487680"/>
          </a:xfrm>
          <a:prstGeom prst="rect">
            <a:avLst/>
          </a:prstGeom>
          <a:noFill/>
          <a:ln/>
        </p:spPr>
        <p:txBody>
          <a:bodyPr wrap="square" lIns="0" tIns="0" rIns="0" bIns="0" rtlCol="0" anchor="ctr"/>
          <a:lstStyle/>
          <a:p>
            <a:r>
              <a:rPr lang="en-US" sz="1467" b="1" dirty="0">
                <a:solidFill>
                  <a:schemeClr val="bg1"/>
                </a:solidFill>
                <a:latin typeface="Calibri" pitchFamily="34" charset="0"/>
                <a:ea typeface="Calibri" pitchFamily="34" charset="-122"/>
                <a:cs typeface="Calibri" pitchFamily="34" charset="-120"/>
              </a:rPr>
              <a:t>Fokus</a:t>
            </a:r>
            <a:endParaRPr lang="en-US" sz="1467" dirty="0">
              <a:solidFill>
                <a:schemeClr val="bg1"/>
              </a:solidFill>
            </a:endParaRPr>
          </a:p>
        </p:txBody>
      </p:sp>
      <p:sp>
        <p:nvSpPr>
          <p:cNvPr id="18" name="Text 16"/>
          <p:cNvSpPr/>
          <p:nvPr/>
        </p:nvSpPr>
        <p:spPr>
          <a:xfrm>
            <a:off x="8229600" y="3072384"/>
            <a:ext cx="3108960" cy="633984"/>
          </a:xfrm>
          <a:prstGeom prst="rect">
            <a:avLst/>
          </a:prstGeom>
          <a:noFill/>
          <a:ln/>
        </p:spPr>
        <p:txBody>
          <a:bodyPr wrap="square" lIns="0" tIns="0" rIns="0" bIns="0" rtlCol="0" anchor="ctr"/>
          <a:lstStyle/>
          <a:p>
            <a:r>
              <a:rPr lang="en-US" sz="1467" dirty="0">
                <a:solidFill>
                  <a:schemeClr val="bg1"/>
                </a:solidFill>
                <a:latin typeface="Calibri" pitchFamily="34" charset="0"/>
                <a:ea typeface="Calibri" pitchFamily="34" charset="-122"/>
                <a:cs typeface="Calibri" pitchFamily="34" charset="-120"/>
              </a:rPr>
              <a:t>IS/IT audit &amp; governance</a:t>
            </a:r>
            <a:endParaRPr lang="en-US" sz="1467" dirty="0">
              <a:solidFill>
                <a:schemeClr val="bg1"/>
              </a:solidFill>
            </a:endParaRPr>
          </a:p>
        </p:txBody>
      </p:sp>
      <p:sp>
        <p:nvSpPr>
          <p:cNvPr id="19" name="Text 17"/>
          <p:cNvSpPr/>
          <p:nvPr/>
        </p:nvSpPr>
        <p:spPr>
          <a:xfrm>
            <a:off x="6705600" y="3828288"/>
            <a:ext cx="1463040" cy="487680"/>
          </a:xfrm>
          <a:prstGeom prst="rect">
            <a:avLst/>
          </a:prstGeom>
          <a:noFill/>
          <a:ln/>
        </p:spPr>
        <p:txBody>
          <a:bodyPr wrap="square" lIns="0" tIns="0" rIns="0" bIns="0" rtlCol="0" anchor="ctr"/>
          <a:lstStyle/>
          <a:p>
            <a:r>
              <a:rPr lang="en-US" sz="1467" b="1" dirty="0">
                <a:solidFill>
                  <a:schemeClr val="bg1"/>
                </a:solidFill>
                <a:latin typeface="Calibri" pitchFamily="34" charset="0"/>
                <a:ea typeface="Calibri" pitchFamily="34" charset="-122"/>
                <a:cs typeface="Calibri" pitchFamily="34" charset="-120"/>
              </a:rPr>
              <a:t>Sertifikasi</a:t>
            </a:r>
            <a:endParaRPr lang="en-US" sz="1467" dirty="0">
              <a:solidFill>
                <a:schemeClr val="bg1"/>
              </a:solidFill>
            </a:endParaRPr>
          </a:p>
        </p:txBody>
      </p:sp>
      <p:sp>
        <p:nvSpPr>
          <p:cNvPr id="20" name="Text 18"/>
          <p:cNvSpPr/>
          <p:nvPr/>
        </p:nvSpPr>
        <p:spPr>
          <a:xfrm>
            <a:off x="8229600" y="3828288"/>
            <a:ext cx="3108960" cy="633984"/>
          </a:xfrm>
          <a:prstGeom prst="rect">
            <a:avLst/>
          </a:prstGeom>
          <a:noFill/>
          <a:ln/>
        </p:spPr>
        <p:txBody>
          <a:bodyPr wrap="square" lIns="0" tIns="0" rIns="0" bIns="0" rtlCol="0" anchor="ctr"/>
          <a:lstStyle/>
          <a:p>
            <a:r>
              <a:rPr lang="en-US" sz="1467" dirty="0">
                <a:solidFill>
                  <a:schemeClr val="bg1"/>
                </a:solidFill>
                <a:latin typeface="Calibri" pitchFamily="34" charset="0"/>
                <a:ea typeface="Calibri" pitchFamily="34" charset="-122"/>
                <a:cs typeface="Calibri" pitchFamily="34" charset="-120"/>
              </a:rPr>
              <a:t>CISA, CISM, CRISC</a:t>
            </a:r>
            <a:endParaRPr lang="en-US" sz="1467" dirty="0">
              <a:solidFill>
                <a:schemeClr val="bg1"/>
              </a:solidFill>
            </a:endParaRPr>
          </a:p>
        </p:txBody>
      </p:sp>
      <p:sp>
        <p:nvSpPr>
          <p:cNvPr id="21" name="Text 19"/>
          <p:cNvSpPr/>
          <p:nvPr/>
        </p:nvSpPr>
        <p:spPr>
          <a:xfrm>
            <a:off x="6705600" y="4584192"/>
            <a:ext cx="1463040" cy="487680"/>
          </a:xfrm>
          <a:prstGeom prst="rect">
            <a:avLst/>
          </a:prstGeom>
          <a:noFill/>
          <a:ln/>
        </p:spPr>
        <p:txBody>
          <a:bodyPr wrap="square" lIns="0" tIns="0" rIns="0" bIns="0" rtlCol="0" anchor="ctr"/>
          <a:lstStyle/>
          <a:p>
            <a:r>
              <a:rPr lang="en-US" sz="1467" b="1" dirty="0">
                <a:solidFill>
                  <a:schemeClr val="bg1"/>
                </a:solidFill>
                <a:latin typeface="Calibri" pitchFamily="34" charset="0"/>
                <a:ea typeface="Calibri" pitchFamily="34" charset="-122"/>
                <a:cs typeface="Calibri" pitchFamily="34" charset="-120"/>
              </a:rPr>
              <a:t>Panduan</a:t>
            </a:r>
            <a:endParaRPr lang="en-US" sz="1467" dirty="0">
              <a:solidFill>
                <a:schemeClr val="bg1"/>
              </a:solidFill>
            </a:endParaRPr>
          </a:p>
        </p:txBody>
      </p:sp>
      <p:sp>
        <p:nvSpPr>
          <p:cNvPr id="22" name="Text 20"/>
          <p:cNvSpPr/>
          <p:nvPr/>
        </p:nvSpPr>
        <p:spPr>
          <a:xfrm>
            <a:off x="8229600" y="4584192"/>
            <a:ext cx="3108960" cy="633984"/>
          </a:xfrm>
          <a:prstGeom prst="rect">
            <a:avLst/>
          </a:prstGeom>
          <a:noFill/>
          <a:ln/>
        </p:spPr>
        <p:txBody>
          <a:bodyPr wrap="square" lIns="0" tIns="0" rIns="0" bIns="0" rtlCol="0" anchor="ctr"/>
          <a:lstStyle/>
          <a:p>
            <a:r>
              <a:rPr lang="en-US" sz="1467" dirty="0">
                <a:solidFill>
                  <a:schemeClr val="bg1"/>
                </a:solidFill>
                <a:latin typeface="Calibri" pitchFamily="34" charset="0"/>
                <a:ea typeface="Calibri" pitchFamily="34" charset="-122"/>
                <a:cs typeface="Calibri" pitchFamily="34" charset="-120"/>
              </a:rPr>
              <a:t>COBIT, IT Audit Framework</a:t>
            </a:r>
            <a:endParaRPr lang="en-US" sz="1467" dirty="0">
              <a:solidFill>
                <a:schemeClr val="bg1"/>
              </a:solidFill>
            </a:endParaRPr>
          </a:p>
        </p:txBody>
      </p:sp>
      <p:sp>
        <p:nvSpPr>
          <p:cNvPr id="23" name="Text 21"/>
          <p:cNvSpPr/>
          <p:nvPr/>
        </p:nvSpPr>
        <p:spPr>
          <a:xfrm>
            <a:off x="6705600" y="5340096"/>
            <a:ext cx="1463040" cy="487680"/>
          </a:xfrm>
          <a:prstGeom prst="rect">
            <a:avLst/>
          </a:prstGeom>
          <a:noFill/>
          <a:ln/>
        </p:spPr>
        <p:txBody>
          <a:bodyPr wrap="square" lIns="0" tIns="0" rIns="0" bIns="0" rtlCol="0" anchor="ctr"/>
          <a:lstStyle/>
          <a:p>
            <a:r>
              <a:rPr lang="en-US" sz="1467" b="1" dirty="0">
                <a:solidFill>
                  <a:schemeClr val="bg1"/>
                </a:solidFill>
                <a:latin typeface="Calibri" pitchFamily="34" charset="0"/>
                <a:ea typeface="Calibri" pitchFamily="34" charset="-122"/>
                <a:cs typeface="Calibri" pitchFamily="34" charset="-120"/>
              </a:rPr>
              <a:t>Cakupan</a:t>
            </a:r>
            <a:endParaRPr lang="en-US" sz="1467" dirty="0">
              <a:solidFill>
                <a:schemeClr val="bg1"/>
              </a:solidFill>
            </a:endParaRPr>
          </a:p>
        </p:txBody>
      </p:sp>
      <p:sp>
        <p:nvSpPr>
          <p:cNvPr id="24" name="Text 22"/>
          <p:cNvSpPr/>
          <p:nvPr/>
        </p:nvSpPr>
        <p:spPr>
          <a:xfrm>
            <a:off x="8229600" y="5340096"/>
            <a:ext cx="3108960" cy="633984"/>
          </a:xfrm>
          <a:prstGeom prst="rect">
            <a:avLst/>
          </a:prstGeom>
          <a:noFill/>
          <a:ln/>
        </p:spPr>
        <p:txBody>
          <a:bodyPr wrap="square" lIns="0" tIns="0" rIns="0" bIns="0" rtlCol="0" anchor="ctr"/>
          <a:lstStyle/>
          <a:p>
            <a:r>
              <a:rPr lang="en-US" sz="1467" dirty="0">
                <a:solidFill>
                  <a:schemeClr val="bg1"/>
                </a:solidFill>
                <a:latin typeface="Calibri" pitchFamily="34" charset="0"/>
                <a:ea typeface="Calibri" pitchFamily="34" charset="-122"/>
                <a:cs typeface="Calibri" pitchFamily="34" charset="-120"/>
              </a:rPr>
              <a:t>Spesifik teknologi informasi</a:t>
            </a:r>
            <a:endParaRPr lang="en-US" sz="1467" dirty="0">
              <a:solidFill>
                <a:schemeClr val="bg1"/>
              </a:solidFill>
            </a:endParaRPr>
          </a:p>
        </p:txBody>
      </p:sp>
      <p:sp>
        <p:nvSpPr>
          <p:cNvPr id="25" name="Text 23"/>
          <p:cNvSpPr/>
          <p:nvPr/>
        </p:nvSpPr>
        <p:spPr>
          <a:xfrm>
            <a:off x="731520" y="6437376"/>
            <a:ext cx="10728960" cy="341376"/>
          </a:xfrm>
          <a:prstGeom prst="rect">
            <a:avLst/>
          </a:prstGeom>
          <a:noFill/>
          <a:ln/>
        </p:spPr>
        <p:txBody>
          <a:bodyPr wrap="square" lIns="0" tIns="0" rIns="0" bIns="0" rtlCol="0" anchor="ctr"/>
          <a:lstStyle/>
          <a:p>
            <a:pPr algn="ctr"/>
            <a:r>
              <a:rPr lang="en-US" sz="1467" i="1" dirty="0">
                <a:solidFill>
                  <a:srgbClr val="6B7A9F"/>
                </a:solidFill>
                <a:latin typeface="Calibri" pitchFamily="34" charset="0"/>
                <a:ea typeface="Calibri" pitchFamily="34" charset="-122"/>
                <a:cs typeface="Calibri" pitchFamily="34" charset="-120"/>
              </a:rPr>
              <a:t>Keduanya saling melengkapi — auditor IS profesional idealnya familiar dengan kedua ekosistem.</a:t>
            </a:r>
            <a:endParaRPr lang="en-US" sz="146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90144"/>
            <a:ext cx="10972800" cy="670560"/>
          </a:xfrm>
          <a:prstGeom prst="rect">
            <a:avLst/>
          </a:prstGeom>
          <a:noFill/>
          <a:ln/>
        </p:spPr>
        <p:txBody>
          <a:bodyPr wrap="square" lIns="0" tIns="0" rIns="0" bIns="0" rtlCol="0" anchor="ctr"/>
          <a:lstStyle/>
          <a:p>
            <a:r>
              <a:rPr lang="en-US" sz="4000" b="1" dirty="0">
                <a:solidFill>
                  <a:srgbClr val="1E2761"/>
                </a:solidFill>
                <a:latin typeface="Cambria" pitchFamily="34" charset="0"/>
                <a:ea typeface="Cambria" pitchFamily="34" charset="-122"/>
                <a:cs typeface="Cambria" pitchFamily="34" charset="-120"/>
              </a:rPr>
              <a:t>Posisi GTAG dalam Kerangka IPPF</a:t>
            </a:r>
            <a:endParaRPr lang="en-US" sz="4000" dirty="0"/>
          </a:p>
        </p:txBody>
      </p:sp>
      <p:sp>
        <p:nvSpPr>
          <p:cNvPr id="3" name="Shape 1"/>
          <p:cNvSpPr/>
          <p:nvPr/>
        </p:nvSpPr>
        <p:spPr>
          <a:xfrm>
            <a:off x="4145280" y="1341120"/>
            <a:ext cx="3901440" cy="999744"/>
          </a:xfrm>
          <a:prstGeom prst="roundRect">
            <a:avLst>
              <a:gd name="adj" fmla="val 9756"/>
            </a:avLst>
          </a:prstGeom>
          <a:solidFill>
            <a:srgbClr val="1E2761"/>
          </a:solidFill>
          <a:ln/>
        </p:spPr>
      </p:sp>
      <p:sp>
        <p:nvSpPr>
          <p:cNvPr id="4" name="Text 2"/>
          <p:cNvSpPr/>
          <p:nvPr/>
        </p:nvSpPr>
        <p:spPr>
          <a:xfrm>
            <a:off x="4389120" y="1414272"/>
            <a:ext cx="3413760" cy="438912"/>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Core Principles &amp; Code of Ethics</a:t>
            </a:r>
            <a:endParaRPr lang="en-US" sz="1733" dirty="0"/>
          </a:p>
        </p:txBody>
      </p:sp>
      <p:sp>
        <p:nvSpPr>
          <p:cNvPr id="5" name="Text 3"/>
          <p:cNvSpPr/>
          <p:nvPr/>
        </p:nvSpPr>
        <p:spPr>
          <a:xfrm>
            <a:off x="4389120" y="1877568"/>
            <a:ext cx="3413760" cy="365760"/>
          </a:xfrm>
          <a:prstGeom prst="rect">
            <a:avLst/>
          </a:prstGeom>
          <a:noFill/>
          <a:ln/>
        </p:spPr>
        <p:txBody>
          <a:bodyPr wrap="square" lIns="0" tIns="0" rIns="0" bIns="0" rtlCol="0" anchor="ctr"/>
          <a:lstStyle/>
          <a:p>
            <a:pPr algn="ctr"/>
            <a:r>
              <a:rPr lang="en-US" sz="1333" dirty="0">
                <a:solidFill>
                  <a:srgbClr val="FFFFFF"/>
                </a:solidFill>
                <a:latin typeface="Calibri" pitchFamily="34" charset="0"/>
                <a:ea typeface="Calibri" pitchFamily="34" charset="-122"/>
                <a:cs typeface="Calibri" pitchFamily="34" charset="-120"/>
              </a:rPr>
              <a:t>Wajib · Fondasi profesi</a:t>
            </a:r>
            <a:endParaRPr lang="en-US" sz="1333" dirty="0"/>
          </a:p>
        </p:txBody>
      </p:sp>
      <p:sp>
        <p:nvSpPr>
          <p:cNvPr id="6" name="Shape 4"/>
          <p:cNvSpPr/>
          <p:nvPr/>
        </p:nvSpPr>
        <p:spPr>
          <a:xfrm>
            <a:off x="3048000" y="2499360"/>
            <a:ext cx="6096000" cy="999744"/>
          </a:xfrm>
          <a:prstGeom prst="roundRect">
            <a:avLst>
              <a:gd name="adj" fmla="val 9756"/>
            </a:avLst>
          </a:prstGeom>
          <a:solidFill>
            <a:srgbClr val="2D4A8A"/>
          </a:solidFill>
          <a:ln/>
        </p:spPr>
      </p:sp>
      <p:sp>
        <p:nvSpPr>
          <p:cNvPr id="7" name="Text 5"/>
          <p:cNvSpPr/>
          <p:nvPr/>
        </p:nvSpPr>
        <p:spPr>
          <a:xfrm>
            <a:off x="3291840" y="2572512"/>
            <a:ext cx="5608320" cy="438912"/>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International Standards (ISTAS)</a:t>
            </a:r>
            <a:endParaRPr lang="en-US" sz="1733" dirty="0"/>
          </a:p>
        </p:txBody>
      </p:sp>
      <p:sp>
        <p:nvSpPr>
          <p:cNvPr id="8" name="Text 6"/>
          <p:cNvSpPr/>
          <p:nvPr/>
        </p:nvSpPr>
        <p:spPr>
          <a:xfrm>
            <a:off x="3291840" y="3035808"/>
            <a:ext cx="5608320" cy="365760"/>
          </a:xfrm>
          <a:prstGeom prst="rect">
            <a:avLst/>
          </a:prstGeom>
          <a:noFill/>
          <a:ln/>
        </p:spPr>
        <p:txBody>
          <a:bodyPr wrap="square" lIns="0" tIns="0" rIns="0" bIns="0" rtlCol="0" anchor="ctr"/>
          <a:lstStyle/>
          <a:p>
            <a:pPr algn="ctr"/>
            <a:r>
              <a:rPr lang="en-US" sz="1333" dirty="0">
                <a:solidFill>
                  <a:srgbClr val="FFFFFF"/>
                </a:solidFill>
                <a:latin typeface="Calibri" pitchFamily="34" charset="0"/>
                <a:ea typeface="Calibri" pitchFamily="34" charset="-122"/>
                <a:cs typeface="Calibri" pitchFamily="34" charset="-120"/>
              </a:rPr>
              <a:t>Wajib · Standar pelaksanaan audit</a:t>
            </a:r>
            <a:endParaRPr lang="en-US" sz="1333" dirty="0"/>
          </a:p>
        </p:txBody>
      </p:sp>
      <p:sp>
        <p:nvSpPr>
          <p:cNvPr id="9" name="Shape 7"/>
          <p:cNvSpPr/>
          <p:nvPr/>
        </p:nvSpPr>
        <p:spPr>
          <a:xfrm>
            <a:off x="1950720" y="3657600"/>
            <a:ext cx="8290560" cy="999744"/>
          </a:xfrm>
          <a:prstGeom prst="roundRect">
            <a:avLst>
              <a:gd name="adj" fmla="val 9756"/>
            </a:avLst>
          </a:prstGeom>
          <a:solidFill>
            <a:srgbClr val="CADCFC"/>
          </a:solidFill>
          <a:ln/>
        </p:spPr>
      </p:sp>
      <p:sp>
        <p:nvSpPr>
          <p:cNvPr id="10" name="Text 8"/>
          <p:cNvSpPr/>
          <p:nvPr/>
        </p:nvSpPr>
        <p:spPr>
          <a:xfrm>
            <a:off x="2194560" y="3730752"/>
            <a:ext cx="7802880" cy="438912"/>
          </a:xfrm>
          <a:prstGeom prst="rect">
            <a:avLst/>
          </a:prstGeom>
          <a:noFill/>
          <a:ln/>
        </p:spPr>
        <p:txBody>
          <a:bodyPr wrap="square" lIns="0" tIns="0" rIns="0" bIns="0" rtlCol="0" anchor="ctr"/>
          <a:lstStyle/>
          <a:p>
            <a:pPr algn="ctr"/>
            <a:r>
              <a:rPr lang="en-US" sz="1733" b="1" dirty="0">
                <a:solidFill>
                  <a:srgbClr val="1E2761"/>
                </a:solidFill>
                <a:latin typeface="Calibri" pitchFamily="34" charset="0"/>
                <a:ea typeface="Calibri" pitchFamily="34" charset="-122"/>
                <a:cs typeface="Calibri" pitchFamily="34" charset="-120"/>
              </a:rPr>
              <a:t>Implementation Guidance</a:t>
            </a:r>
            <a:endParaRPr lang="en-US" sz="1733" dirty="0"/>
          </a:p>
        </p:txBody>
      </p:sp>
      <p:sp>
        <p:nvSpPr>
          <p:cNvPr id="11" name="Text 9"/>
          <p:cNvSpPr/>
          <p:nvPr/>
        </p:nvSpPr>
        <p:spPr>
          <a:xfrm>
            <a:off x="2194560" y="4194048"/>
            <a:ext cx="7802880" cy="365760"/>
          </a:xfrm>
          <a:prstGeom prst="rect">
            <a:avLst/>
          </a:prstGeom>
          <a:noFill/>
          <a:ln/>
        </p:spPr>
        <p:txBody>
          <a:bodyPr wrap="square" lIns="0" tIns="0" rIns="0" bIns="0" rtlCol="0" anchor="ctr"/>
          <a:lstStyle/>
          <a:p>
            <a:pPr algn="ctr"/>
            <a:r>
              <a:rPr lang="en-US" sz="1333" dirty="0">
                <a:solidFill>
                  <a:srgbClr val="1E2761"/>
                </a:solidFill>
                <a:latin typeface="Calibri" pitchFamily="34" charset="0"/>
                <a:ea typeface="Calibri" pitchFamily="34" charset="-122"/>
                <a:cs typeface="Calibri" pitchFamily="34" charset="-120"/>
              </a:rPr>
              <a:t>Sangat dianjurkan · Cara menerapkan standar</a:t>
            </a:r>
            <a:endParaRPr lang="en-US" sz="1333" dirty="0"/>
          </a:p>
        </p:txBody>
      </p:sp>
      <p:sp>
        <p:nvSpPr>
          <p:cNvPr id="12" name="Shape 10"/>
          <p:cNvSpPr/>
          <p:nvPr/>
        </p:nvSpPr>
        <p:spPr>
          <a:xfrm>
            <a:off x="853440" y="4815840"/>
            <a:ext cx="10485120" cy="999744"/>
          </a:xfrm>
          <a:prstGeom prst="roundRect">
            <a:avLst>
              <a:gd name="adj" fmla="val 9756"/>
            </a:avLst>
          </a:prstGeom>
          <a:solidFill>
            <a:schemeClr val="accent4"/>
          </a:solidFill>
          <a:ln/>
        </p:spPr>
      </p:sp>
      <p:sp>
        <p:nvSpPr>
          <p:cNvPr id="13" name="Text 11"/>
          <p:cNvSpPr/>
          <p:nvPr/>
        </p:nvSpPr>
        <p:spPr>
          <a:xfrm>
            <a:off x="1097280" y="4888992"/>
            <a:ext cx="9997440" cy="438912"/>
          </a:xfrm>
          <a:prstGeom prst="rect">
            <a:avLst/>
          </a:prstGeom>
          <a:noFill/>
          <a:ln/>
        </p:spPr>
        <p:txBody>
          <a:bodyPr wrap="square" lIns="0" tIns="0" rIns="0" bIns="0" rtlCol="0" anchor="ctr"/>
          <a:lstStyle/>
          <a:p>
            <a:pPr algn="ctr"/>
            <a:r>
              <a:rPr lang="en-US" sz="1733" b="1" dirty="0">
                <a:latin typeface="Calibri" pitchFamily="34" charset="0"/>
                <a:ea typeface="Calibri" pitchFamily="34" charset="-122"/>
                <a:cs typeface="Calibri" pitchFamily="34" charset="-120"/>
              </a:rPr>
              <a:t>Supplemental Guidance  →  GTAG</a:t>
            </a:r>
            <a:endParaRPr lang="en-US" sz="1733" dirty="0"/>
          </a:p>
        </p:txBody>
      </p:sp>
      <p:sp>
        <p:nvSpPr>
          <p:cNvPr id="14" name="Text 12"/>
          <p:cNvSpPr/>
          <p:nvPr/>
        </p:nvSpPr>
        <p:spPr>
          <a:xfrm>
            <a:off x="1097280" y="5352288"/>
            <a:ext cx="9997440" cy="365760"/>
          </a:xfrm>
          <a:prstGeom prst="rect">
            <a:avLst/>
          </a:prstGeom>
          <a:noFill/>
          <a:ln/>
        </p:spPr>
        <p:txBody>
          <a:bodyPr wrap="square" lIns="0" tIns="0" rIns="0" bIns="0" rtlCol="0" anchor="ctr"/>
          <a:lstStyle/>
          <a:p>
            <a:pPr algn="ctr"/>
            <a:r>
              <a:rPr lang="en-US" sz="1333" dirty="0">
                <a:latin typeface="Calibri" pitchFamily="34" charset="0"/>
                <a:ea typeface="Calibri" pitchFamily="34" charset="-122"/>
                <a:cs typeface="Calibri" pitchFamily="34" charset="-120"/>
              </a:rPr>
              <a:t>Sangat dianjurkan · Panduan topik spesifik</a:t>
            </a:r>
            <a:endParaRPr lang="en-US" sz="1333" dirty="0"/>
          </a:p>
        </p:txBody>
      </p:sp>
      <p:sp>
        <p:nvSpPr>
          <p:cNvPr id="15" name="Shape 13"/>
          <p:cNvSpPr/>
          <p:nvPr/>
        </p:nvSpPr>
        <p:spPr>
          <a:xfrm>
            <a:off x="609600" y="5974080"/>
            <a:ext cx="10911840" cy="731520"/>
          </a:xfrm>
          <a:prstGeom prst="roundRect">
            <a:avLst>
              <a:gd name="adj" fmla="val 13333"/>
            </a:avLst>
          </a:prstGeom>
          <a:solidFill>
            <a:srgbClr val="F4F6FC"/>
          </a:solidFill>
          <a:ln/>
        </p:spPr>
      </p:sp>
      <p:sp>
        <p:nvSpPr>
          <p:cNvPr id="16" name="Text 14"/>
          <p:cNvSpPr/>
          <p:nvPr/>
        </p:nvSpPr>
        <p:spPr>
          <a:xfrm>
            <a:off x="853440" y="6059424"/>
            <a:ext cx="10485120" cy="548640"/>
          </a:xfrm>
          <a:prstGeom prst="rect">
            <a:avLst/>
          </a:prstGeom>
          <a:noFill/>
          <a:ln/>
        </p:spPr>
        <p:txBody>
          <a:bodyPr wrap="square" rtlCol="0" anchor="ctr"/>
          <a:lstStyle/>
          <a:p>
            <a:r>
              <a:rPr lang="en-US" sz="1600" dirty="0">
                <a:solidFill>
                  <a:srgbClr val="1E2761"/>
                </a:solidFill>
                <a:latin typeface="Calibri" pitchFamily="34" charset="0"/>
                <a:ea typeface="Calibri" pitchFamily="34" charset="-122"/>
                <a:cs typeface="Calibri" pitchFamily="34" charset="-120"/>
              </a:rPr>
              <a:t>GTAG = Supplemental Guidance  |  Bukan standar wajib, tapi panduan praktis terbaik (best practice) untuk mengaudit topik teknologi tertentu.</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59058-BAE6-4641-86EE-BDAC84176AC9}"/>
              </a:ext>
            </a:extLst>
          </p:cNvPr>
          <p:cNvSpPr>
            <a:spLocks noGrp="1"/>
          </p:cNvSpPr>
          <p:nvPr>
            <p:ph type="title"/>
          </p:nvPr>
        </p:nvSpPr>
        <p:spPr>
          <a:xfrm>
            <a:off x="838200" y="365125"/>
            <a:ext cx="10515600" cy="753161"/>
          </a:xfrm>
        </p:spPr>
        <p:txBody>
          <a:bodyPr/>
          <a:lstStyle/>
          <a:p>
            <a:r>
              <a:rPr lang="en-ID" dirty="0"/>
              <a:t>GTAG in A Nutshell</a:t>
            </a:r>
          </a:p>
        </p:txBody>
      </p:sp>
      <p:sp>
        <p:nvSpPr>
          <p:cNvPr id="4" name="Slide Number Placeholder 3">
            <a:extLst>
              <a:ext uri="{FF2B5EF4-FFF2-40B4-BE49-F238E27FC236}">
                <a16:creationId xmlns:a16="http://schemas.microsoft.com/office/drawing/2014/main" id="{A1BD5E71-691B-4B3C-8BF6-0F8C33E9C1E3}"/>
              </a:ext>
            </a:extLst>
          </p:cNvPr>
          <p:cNvSpPr>
            <a:spLocks noGrp="1"/>
          </p:cNvSpPr>
          <p:nvPr>
            <p:ph type="sldNum" sz="quarter" idx="12"/>
          </p:nvPr>
        </p:nvSpPr>
        <p:spPr/>
        <p:txBody>
          <a:bodyPr/>
          <a:lstStyle/>
          <a:p>
            <a:fld id="{8A7409E4-D43D-4036-AE02-5131D818BD5D}" type="slidenum">
              <a:rPr lang="en-US" smtClean="0"/>
              <a:pPr/>
              <a:t>11</a:t>
            </a:fld>
            <a:endParaRPr lang="en-US"/>
          </a:p>
        </p:txBody>
      </p:sp>
      <p:sp>
        <p:nvSpPr>
          <p:cNvPr id="5" name="Text 2">
            <a:extLst>
              <a:ext uri="{FF2B5EF4-FFF2-40B4-BE49-F238E27FC236}">
                <a16:creationId xmlns:a16="http://schemas.microsoft.com/office/drawing/2014/main" id="{D5D2742E-0A53-4B3E-AF7F-0D9E4B681CB1}"/>
              </a:ext>
            </a:extLst>
          </p:cNvPr>
          <p:cNvSpPr/>
          <p:nvPr/>
        </p:nvSpPr>
        <p:spPr>
          <a:xfrm>
            <a:off x="594360" y="1325880"/>
            <a:ext cx="8046720" cy="640080"/>
          </a:xfrm>
          <a:prstGeom prst="rect">
            <a:avLst/>
          </a:prstGeom>
          <a:noFill/>
          <a:ln/>
        </p:spPr>
        <p:txBody>
          <a:bodyPr wrap="square" rtlCol="0" anchor="ctr"/>
          <a:lstStyle/>
          <a:p>
            <a:pPr marL="0" indent="0">
              <a:buNone/>
            </a:pPr>
            <a:r>
              <a:rPr lang="en-US" sz="1300" dirty="0">
                <a:ea typeface="Calibri" pitchFamily="34" charset="-122"/>
                <a:cs typeface="Calibri" pitchFamily="34" charset="-120"/>
              </a:rPr>
              <a:t>Seri panduan praktis IIA untuk membantu internal auditor — termasuk yang tidak berlatar IT — dalam mengaudit risiko dan kontrol teknologi informasi.</a:t>
            </a:r>
            <a:endParaRPr lang="en-US" sz="1300" dirty="0"/>
          </a:p>
        </p:txBody>
      </p:sp>
      <p:sp>
        <p:nvSpPr>
          <p:cNvPr id="6" name="Shape 3">
            <a:extLst>
              <a:ext uri="{FF2B5EF4-FFF2-40B4-BE49-F238E27FC236}">
                <a16:creationId xmlns:a16="http://schemas.microsoft.com/office/drawing/2014/main" id="{DC9AEAE6-6DDA-49DA-979C-F4D764B308F3}"/>
              </a:ext>
            </a:extLst>
          </p:cNvPr>
          <p:cNvSpPr/>
          <p:nvPr/>
        </p:nvSpPr>
        <p:spPr>
          <a:xfrm>
            <a:off x="548639" y="2148840"/>
            <a:ext cx="4363171" cy="1306110"/>
          </a:xfrm>
          <a:prstGeom prst="roundRect">
            <a:avLst>
              <a:gd name="adj" fmla="val 8696"/>
            </a:avLst>
          </a:prstGeom>
          <a:solidFill>
            <a:srgbClr val="020294"/>
          </a:solidFill>
          <a:ln/>
        </p:spPr>
      </p:sp>
      <p:sp>
        <p:nvSpPr>
          <p:cNvPr id="7" name="Text 4">
            <a:extLst>
              <a:ext uri="{FF2B5EF4-FFF2-40B4-BE49-F238E27FC236}">
                <a16:creationId xmlns:a16="http://schemas.microsoft.com/office/drawing/2014/main" id="{F9591E11-FDCB-4E81-ADD2-F63C6F485860}"/>
              </a:ext>
            </a:extLst>
          </p:cNvPr>
          <p:cNvSpPr/>
          <p:nvPr/>
        </p:nvSpPr>
        <p:spPr>
          <a:xfrm>
            <a:off x="731519" y="2240279"/>
            <a:ext cx="3966519" cy="376819"/>
          </a:xfrm>
          <a:prstGeom prst="rect">
            <a:avLst/>
          </a:prstGeom>
          <a:noFill/>
          <a:ln/>
        </p:spPr>
        <p:txBody>
          <a:bodyPr wrap="square" lIns="0" tIns="0" rIns="0" bIns="0" rtlCol="0" anchor="ctr"/>
          <a:lstStyle/>
          <a:p>
            <a:pPr marL="0" indent="0">
              <a:buNone/>
            </a:pPr>
            <a:r>
              <a:rPr lang="en-US" sz="2000" b="1" dirty="0">
                <a:solidFill>
                  <a:srgbClr val="F4A261"/>
                </a:solidFill>
                <a:latin typeface="Calibri" pitchFamily="34" charset="0"/>
                <a:ea typeface="Calibri" pitchFamily="34" charset="-122"/>
                <a:cs typeface="Calibri" pitchFamily="34" charset="-120"/>
              </a:rPr>
              <a:t>Accessible</a:t>
            </a:r>
            <a:endParaRPr lang="en-US" sz="2000" dirty="0"/>
          </a:p>
        </p:txBody>
      </p:sp>
      <p:sp>
        <p:nvSpPr>
          <p:cNvPr id="8" name="Text 5">
            <a:extLst>
              <a:ext uri="{FF2B5EF4-FFF2-40B4-BE49-F238E27FC236}">
                <a16:creationId xmlns:a16="http://schemas.microsoft.com/office/drawing/2014/main" id="{3205CE1E-F257-4F8E-92DA-2754A78E8AC1}"/>
              </a:ext>
            </a:extLst>
          </p:cNvPr>
          <p:cNvSpPr/>
          <p:nvPr/>
        </p:nvSpPr>
        <p:spPr>
          <a:xfrm>
            <a:off x="731519" y="2723421"/>
            <a:ext cx="3966519" cy="495815"/>
          </a:xfrm>
          <a:prstGeom prst="rect">
            <a:avLst/>
          </a:prstGeom>
          <a:noFill/>
          <a:ln/>
        </p:spPr>
        <p:txBody>
          <a:bodyPr wrap="square" lIns="0" tIns="0" rIns="0" bIns="0" rtlCol="0" anchor="ctr"/>
          <a:lstStyle/>
          <a:p>
            <a:pPr marL="0" indent="0">
              <a:buNone/>
            </a:pPr>
            <a:r>
              <a:rPr lang="en-US" sz="1400" dirty="0">
                <a:solidFill>
                  <a:srgbClr val="FFFFFF"/>
                </a:solidFill>
                <a:ea typeface="Calibri" pitchFamily="34" charset="-122"/>
                <a:cs typeface="Calibri" pitchFamily="34" charset="-120"/>
              </a:rPr>
              <a:t>Ditulis dalam bahasa yang mudah dipahami auditor non-IT</a:t>
            </a:r>
            <a:endParaRPr lang="en-US" sz="1400" dirty="0"/>
          </a:p>
        </p:txBody>
      </p:sp>
      <p:sp>
        <p:nvSpPr>
          <p:cNvPr id="9" name="Shape 6">
            <a:extLst>
              <a:ext uri="{FF2B5EF4-FFF2-40B4-BE49-F238E27FC236}">
                <a16:creationId xmlns:a16="http://schemas.microsoft.com/office/drawing/2014/main" id="{916C8A17-7BAA-400B-A9A5-2BC67D0BE82B}"/>
              </a:ext>
            </a:extLst>
          </p:cNvPr>
          <p:cNvSpPr/>
          <p:nvPr/>
        </p:nvSpPr>
        <p:spPr>
          <a:xfrm>
            <a:off x="6224097" y="2148840"/>
            <a:ext cx="4363171" cy="1306110"/>
          </a:xfrm>
          <a:prstGeom prst="roundRect">
            <a:avLst>
              <a:gd name="adj" fmla="val 8696"/>
            </a:avLst>
          </a:prstGeom>
          <a:solidFill>
            <a:srgbClr val="020294"/>
          </a:solidFill>
          <a:ln/>
        </p:spPr>
      </p:sp>
      <p:sp>
        <p:nvSpPr>
          <p:cNvPr id="10" name="Text 7">
            <a:extLst>
              <a:ext uri="{FF2B5EF4-FFF2-40B4-BE49-F238E27FC236}">
                <a16:creationId xmlns:a16="http://schemas.microsoft.com/office/drawing/2014/main" id="{860C8F2C-03D5-4971-9EF7-1E292BDCDE24}"/>
              </a:ext>
            </a:extLst>
          </p:cNvPr>
          <p:cNvSpPr/>
          <p:nvPr/>
        </p:nvSpPr>
        <p:spPr>
          <a:xfrm>
            <a:off x="6406977" y="2240279"/>
            <a:ext cx="3966519" cy="376819"/>
          </a:xfrm>
          <a:prstGeom prst="rect">
            <a:avLst/>
          </a:prstGeom>
          <a:noFill/>
          <a:ln/>
        </p:spPr>
        <p:txBody>
          <a:bodyPr wrap="square" lIns="0" tIns="0" rIns="0" bIns="0" rtlCol="0" anchor="ctr"/>
          <a:lstStyle/>
          <a:p>
            <a:pPr marL="0" indent="0">
              <a:buNone/>
            </a:pPr>
            <a:r>
              <a:rPr lang="en-US" sz="2000" b="1" dirty="0">
                <a:solidFill>
                  <a:srgbClr val="F4A261"/>
                </a:solidFill>
                <a:latin typeface="Calibri" pitchFamily="34" charset="0"/>
                <a:ea typeface="Calibri" pitchFamily="34" charset="-122"/>
                <a:cs typeface="Calibri" pitchFamily="34" charset="-120"/>
              </a:rPr>
              <a:t>Praktis</a:t>
            </a:r>
            <a:endParaRPr lang="en-US" sz="2000" dirty="0"/>
          </a:p>
        </p:txBody>
      </p:sp>
      <p:sp>
        <p:nvSpPr>
          <p:cNvPr id="11" name="Text 8">
            <a:extLst>
              <a:ext uri="{FF2B5EF4-FFF2-40B4-BE49-F238E27FC236}">
                <a16:creationId xmlns:a16="http://schemas.microsoft.com/office/drawing/2014/main" id="{309EFD7A-A046-4B47-8801-0F36559E40FC}"/>
              </a:ext>
            </a:extLst>
          </p:cNvPr>
          <p:cNvSpPr/>
          <p:nvPr/>
        </p:nvSpPr>
        <p:spPr>
          <a:xfrm>
            <a:off x="6406977" y="2723421"/>
            <a:ext cx="3966519" cy="495815"/>
          </a:xfrm>
          <a:prstGeom prst="rect">
            <a:avLst/>
          </a:prstGeom>
          <a:noFill/>
          <a:ln/>
        </p:spPr>
        <p:txBody>
          <a:bodyPr wrap="square" lIns="0" tIns="0" rIns="0" bIns="0" rtlCol="0" anchor="ctr"/>
          <a:lstStyle/>
          <a:p>
            <a:pPr marL="0" indent="0">
              <a:buNone/>
            </a:pPr>
            <a:r>
              <a:rPr lang="en-US" sz="1400" dirty="0">
                <a:solidFill>
                  <a:srgbClr val="FFFFFF"/>
                </a:solidFill>
                <a:ea typeface="Calibri" pitchFamily="34" charset="-122"/>
                <a:cs typeface="Calibri" pitchFamily="34" charset="-120"/>
              </a:rPr>
              <a:t>Berisi checklist, pertanyaan audit, dan contoh kontrol</a:t>
            </a:r>
            <a:endParaRPr lang="en-US" sz="1400" dirty="0"/>
          </a:p>
        </p:txBody>
      </p:sp>
      <p:sp>
        <p:nvSpPr>
          <p:cNvPr id="12" name="Shape 9">
            <a:extLst>
              <a:ext uri="{FF2B5EF4-FFF2-40B4-BE49-F238E27FC236}">
                <a16:creationId xmlns:a16="http://schemas.microsoft.com/office/drawing/2014/main" id="{23677C36-E587-47BD-8DA7-C941F467F419}"/>
              </a:ext>
            </a:extLst>
          </p:cNvPr>
          <p:cNvSpPr/>
          <p:nvPr/>
        </p:nvSpPr>
        <p:spPr>
          <a:xfrm>
            <a:off x="548639" y="3797231"/>
            <a:ext cx="4363171" cy="1306110"/>
          </a:xfrm>
          <a:prstGeom prst="roundRect">
            <a:avLst>
              <a:gd name="adj" fmla="val 8696"/>
            </a:avLst>
          </a:prstGeom>
          <a:solidFill>
            <a:srgbClr val="020294"/>
          </a:solidFill>
          <a:ln/>
        </p:spPr>
      </p:sp>
      <p:sp>
        <p:nvSpPr>
          <p:cNvPr id="13" name="Text 10">
            <a:extLst>
              <a:ext uri="{FF2B5EF4-FFF2-40B4-BE49-F238E27FC236}">
                <a16:creationId xmlns:a16="http://schemas.microsoft.com/office/drawing/2014/main" id="{589CB145-2DA6-40BB-9404-6D7D96D8C11D}"/>
              </a:ext>
            </a:extLst>
          </p:cNvPr>
          <p:cNvSpPr/>
          <p:nvPr/>
        </p:nvSpPr>
        <p:spPr>
          <a:xfrm>
            <a:off x="731519" y="3888670"/>
            <a:ext cx="3966519" cy="376819"/>
          </a:xfrm>
          <a:prstGeom prst="rect">
            <a:avLst/>
          </a:prstGeom>
          <a:noFill/>
          <a:ln/>
        </p:spPr>
        <p:txBody>
          <a:bodyPr wrap="square" lIns="0" tIns="0" rIns="0" bIns="0" rtlCol="0" anchor="ctr"/>
          <a:lstStyle/>
          <a:p>
            <a:pPr marL="0" indent="0">
              <a:buNone/>
            </a:pPr>
            <a:r>
              <a:rPr lang="en-US" sz="2000" b="1" dirty="0">
                <a:solidFill>
                  <a:srgbClr val="F4A261"/>
                </a:solidFill>
                <a:latin typeface="Calibri" pitchFamily="34" charset="0"/>
                <a:ea typeface="Calibri" pitchFamily="34" charset="-122"/>
                <a:cs typeface="Calibri" pitchFamily="34" charset="-120"/>
              </a:rPr>
              <a:t>Spesifik</a:t>
            </a:r>
            <a:endParaRPr lang="en-US" sz="2000" dirty="0"/>
          </a:p>
        </p:txBody>
      </p:sp>
      <p:sp>
        <p:nvSpPr>
          <p:cNvPr id="14" name="Text 11">
            <a:extLst>
              <a:ext uri="{FF2B5EF4-FFF2-40B4-BE49-F238E27FC236}">
                <a16:creationId xmlns:a16="http://schemas.microsoft.com/office/drawing/2014/main" id="{22F2B771-D1A0-49FD-8FED-3108F61E3831}"/>
              </a:ext>
            </a:extLst>
          </p:cNvPr>
          <p:cNvSpPr/>
          <p:nvPr/>
        </p:nvSpPr>
        <p:spPr>
          <a:xfrm>
            <a:off x="731519" y="4371812"/>
            <a:ext cx="3966519" cy="495815"/>
          </a:xfrm>
          <a:prstGeom prst="rect">
            <a:avLst/>
          </a:prstGeom>
          <a:noFill/>
          <a:ln/>
        </p:spPr>
        <p:txBody>
          <a:bodyPr wrap="square" lIns="0" tIns="0" rIns="0" bIns="0" rtlCol="0" anchor="ctr"/>
          <a:lstStyle/>
          <a:p>
            <a:pPr marL="0" indent="0">
              <a:buNone/>
            </a:pPr>
            <a:r>
              <a:rPr lang="en-US" sz="1400" dirty="0">
                <a:solidFill>
                  <a:srgbClr val="FFFFFF"/>
                </a:solidFill>
                <a:ea typeface="Calibri" pitchFamily="34" charset="-122"/>
                <a:cs typeface="Calibri" pitchFamily="34" charset="-120"/>
              </a:rPr>
              <a:t>Setiap GTAG membahas satu area teknologi secara mendalam</a:t>
            </a:r>
            <a:endParaRPr lang="en-US" sz="1400" dirty="0"/>
          </a:p>
        </p:txBody>
      </p:sp>
      <p:sp>
        <p:nvSpPr>
          <p:cNvPr id="15" name="Shape 12">
            <a:extLst>
              <a:ext uri="{FF2B5EF4-FFF2-40B4-BE49-F238E27FC236}">
                <a16:creationId xmlns:a16="http://schemas.microsoft.com/office/drawing/2014/main" id="{5A1119D6-B7AB-44E6-8051-69B2775D269E}"/>
              </a:ext>
            </a:extLst>
          </p:cNvPr>
          <p:cNvSpPr/>
          <p:nvPr/>
        </p:nvSpPr>
        <p:spPr>
          <a:xfrm>
            <a:off x="6224097" y="3797231"/>
            <a:ext cx="4363171" cy="1306110"/>
          </a:xfrm>
          <a:prstGeom prst="roundRect">
            <a:avLst>
              <a:gd name="adj" fmla="val 8696"/>
            </a:avLst>
          </a:prstGeom>
          <a:solidFill>
            <a:srgbClr val="020294"/>
          </a:solidFill>
          <a:ln/>
        </p:spPr>
      </p:sp>
      <p:sp>
        <p:nvSpPr>
          <p:cNvPr id="16" name="Text 13">
            <a:extLst>
              <a:ext uri="{FF2B5EF4-FFF2-40B4-BE49-F238E27FC236}">
                <a16:creationId xmlns:a16="http://schemas.microsoft.com/office/drawing/2014/main" id="{D9FF6BFF-0397-4370-B794-EEA310FE9BB4}"/>
              </a:ext>
            </a:extLst>
          </p:cNvPr>
          <p:cNvSpPr/>
          <p:nvPr/>
        </p:nvSpPr>
        <p:spPr>
          <a:xfrm>
            <a:off x="6406977" y="3888670"/>
            <a:ext cx="3966519" cy="376819"/>
          </a:xfrm>
          <a:prstGeom prst="rect">
            <a:avLst/>
          </a:prstGeom>
          <a:noFill/>
          <a:ln/>
        </p:spPr>
        <p:txBody>
          <a:bodyPr wrap="square" lIns="0" tIns="0" rIns="0" bIns="0" rtlCol="0" anchor="ctr"/>
          <a:lstStyle/>
          <a:p>
            <a:pPr marL="0" indent="0">
              <a:buNone/>
            </a:pPr>
            <a:r>
              <a:rPr lang="en-US" sz="2000" b="1" dirty="0">
                <a:solidFill>
                  <a:srgbClr val="F4A261"/>
                </a:solidFill>
                <a:latin typeface="Calibri" pitchFamily="34" charset="0"/>
                <a:ea typeface="Calibri" pitchFamily="34" charset="-122"/>
                <a:cs typeface="Calibri" pitchFamily="34" charset="-120"/>
              </a:rPr>
              <a:t>Up-to-date</a:t>
            </a:r>
            <a:endParaRPr lang="en-US" sz="2000" dirty="0"/>
          </a:p>
        </p:txBody>
      </p:sp>
      <p:sp>
        <p:nvSpPr>
          <p:cNvPr id="17" name="Text 14">
            <a:extLst>
              <a:ext uri="{FF2B5EF4-FFF2-40B4-BE49-F238E27FC236}">
                <a16:creationId xmlns:a16="http://schemas.microsoft.com/office/drawing/2014/main" id="{B317DD45-4641-44BB-9851-0CCA95689557}"/>
              </a:ext>
            </a:extLst>
          </p:cNvPr>
          <p:cNvSpPr/>
          <p:nvPr/>
        </p:nvSpPr>
        <p:spPr>
          <a:xfrm>
            <a:off x="6406977" y="4371812"/>
            <a:ext cx="3966519" cy="495815"/>
          </a:xfrm>
          <a:prstGeom prst="rect">
            <a:avLst/>
          </a:prstGeom>
          <a:noFill/>
          <a:ln/>
        </p:spPr>
        <p:txBody>
          <a:bodyPr wrap="square" lIns="0" tIns="0" rIns="0" bIns="0" rtlCol="0" anchor="ctr"/>
          <a:lstStyle/>
          <a:p>
            <a:pPr marL="0" indent="0">
              <a:buNone/>
            </a:pPr>
            <a:r>
              <a:rPr lang="en-US" sz="1400" dirty="0">
                <a:solidFill>
                  <a:srgbClr val="FFFFFF"/>
                </a:solidFill>
                <a:ea typeface="Calibri" pitchFamily="34" charset="-122"/>
                <a:cs typeface="Calibri" pitchFamily="34" charset="-120"/>
              </a:rPr>
              <a:t>Diperbarui berkala mengikuti perkembangan teknologi</a:t>
            </a:r>
            <a:endParaRPr lang="en-US" sz="1400" dirty="0"/>
          </a:p>
        </p:txBody>
      </p:sp>
    </p:spTree>
    <p:extLst>
      <p:ext uri="{BB962C8B-B14F-4D97-AF65-F5344CB8AC3E}">
        <p14:creationId xmlns:p14="http://schemas.microsoft.com/office/powerpoint/2010/main" val="1784993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426720"/>
            <a:ext cx="10972800" cy="670560"/>
          </a:xfrm>
          <a:prstGeom prst="rect">
            <a:avLst/>
          </a:prstGeom>
          <a:noFill/>
          <a:ln/>
        </p:spPr>
        <p:txBody>
          <a:bodyPr wrap="square" lIns="0" tIns="0" rIns="0" bIns="0" rtlCol="0" anchor="ctr"/>
          <a:lstStyle/>
          <a:p>
            <a:r>
              <a:rPr lang="en-US" sz="4000" b="1" dirty="0">
                <a:solidFill>
                  <a:srgbClr val="1E2761"/>
                </a:solidFill>
                <a:latin typeface="Cambria" pitchFamily="34" charset="0"/>
                <a:ea typeface="Cambria" pitchFamily="34" charset="-122"/>
                <a:cs typeface="Cambria" pitchFamily="34" charset="-120"/>
              </a:rPr>
              <a:t>CISA vs GTAG — Saling Melengkapi</a:t>
            </a:r>
            <a:endParaRPr lang="en-US" sz="4000" dirty="0"/>
          </a:p>
        </p:txBody>
      </p:sp>
      <p:sp>
        <p:nvSpPr>
          <p:cNvPr id="3" name="Shape 1"/>
          <p:cNvSpPr/>
          <p:nvPr/>
        </p:nvSpPr>
        <p:spPr>
          <a:xfrm>
            <a:off x="609600" y="1341120"/>
            <a:ext cx="4632960" cy="4754880"/>
          </a:xfrm>
          <a:prstGeom prst="roundRect">
            <a:avLst>
              <a:gd name="adj" fmla="val 3684"/>
            </a:avLst>
          </a:prstGeom>
          <a:solidFill>
            <a:srgbClr val="1E2761"/>
          </a:solidFill>
          <a:ln/>
          <a:effectLst>
            <a:outerShdw blurRad="101600" dist="38100" dir="2700000" algn="bl" rotWithShape="0">
              <a:srgbClr val="000000">
                <a:alpha val="10000"/>
              </a:srgbClr>
            </a:outerShdw>
          </a:effectLst>
        </p:spPr>
      </p:sp>
      <p:sp>
        <p:nvSpPr>
          <p:cNvPr id="4" name="Text 2"/>
          <p:cNvSpPr/>
          <p:nvPr/>
        </p:nvSpPr>
        <p:spPr>
          <a:xfrm>
            <a:off x="853440" y="1584960"/>
            <a:ext cx="4145280" cy="670560"/>
          </a:xfrm>
          <a:prstGeom prst="rect">
            <a:avLst/>
          </a:prstGeom>
          <a:noFill/>
          <a:ln/>
        </p:spPr>
        <p:txBody>
          <a:bodyPr wrap="square" lIns="0" tIns="0" rIns="0" bIns="0" rtlCol="0" anchor="ctr"/>
          <a:lstStyle/>
          <a:p>
            <a:pPr algn="ctr"/>
            <a:r>
              <a:rPr lang="en-US" sz="3733" b="1" dirty="0">
                <a:solidFill>
                  <a:srgbClr val="FFFFFF"/>
                </a:solidFill>
                <a:latin typeface="Cambria" pitchFamily="34" charset="0"/>
                <a:ea typeface="Cambria" pitchFamily="34" charset="-122"/>
                <a:cs typeface="Cambria" pitchFamily="34" charset="-120"/>
              </a:rPr>
              <a:t>CISA</a:t>
            </a:r>
            <a:endParaRPr lang="en-US" sz="3733" dirty="0"/>
          </a:p>
        </p:txBody>
      </p:sp>
      <p:sp>
        <p:nvSpPr>
          <p:cNvPr id="5" name="Text 3"/>
          <p:cNvSpPr/>
          <p:nvPr/>
        </p:nvSpPr>
        <p:spPr>
          <a:xfrm>
            <a:off x="853440" y="2231136"/>
            <a:ext cx="4145280" cy="426720"/>
          </a:xfrm>
          <a:prstGeom prst="rect">
            <a:avLst/>
          </a:prstGeom>
          <a:noFill/>
          <a:ln/>
        </p:spPr>
        <p:txBody>
          <a:bodyPr wrap="square" lIns="0" tIns="0" rIns="0" bIns="0" rtlCol="0" anchor="ctr"/>
          <a:lstStyle/>
          <a:p>
            <a:pPr algn="ctr"/>
            <a:r>
              <a:rPr lang="en-US" sz="1600" dirty="0">
                <a:solidFill>
                  <a:srgbClr val="CADCFC"/>
                </a:solidFill>
                <a:latin typeface="Calibri" pitchFamily="34" charset="0"/>
                <a:ea typeface="Calibri" pitchFamily="34" charset="-122"/>
                <a:cs typeface="Calibri" pitchFamily="34" charset="-120"/>
              </a:rPr>
              <a:t>ISACA</a:t>
            </a:r>
            <a:endParaRPr lang="en-US" sz="1600" dirty="0"/>
          </a:p>
        </p:txBody>
      </p:sp>
      <p:sp>
        <p:nvSpPr>
          <p:cNvPr id="6" name="Text 4"/>
          <p:cNvSpPr/>
          <p:nvPr/>
        </p:nvSpPr>
        <p:spPr>
          <a:xfrm>
            <a:off x="914400" y="2901696"/>
            <a:ext cx="4023360" cy="463296"/>
          </a:xfrm>
          <a:prstGeom prst="rect">
            <a:avLst/>
          </a:prstGeom>
          <a:noFill/>
          <a:ln/>
        </p:spPr>
        <p:txBody>
          <a:bodyPr wrap="square" lIns="0" tIns="0" rIns="0" bIns="0" rtlCol="0" anchor="ctr"/>
          <a:lstStyle/>
          <a:p>
            <a:r>
              <a:rPr lang="en-US" sz="1533" dirty="0">
                <a:solidFill>
                  <a:srgbClr val="CADCFC"/>
                </a:solidFill>
                <a:latin typeface="Calibri" pitchFamily="34" charset="0"/>
                <a:ea typeface="Calibri" pitchFamily="34" charset="-122"/>
                <a:cs typeface="Calibri" pitchFamily="34" charset="-120"/>
              </a:rPr>
              <a:t>– What to know</a:t>
            </a:r>
            <a:endParaRPr lang="en-US" sz="1533" dirty="0"/>
          </a:p>
        </p:txBody>
      </p:sp>
      <p:sp>
        <p:nvSpPr>
          <p:cNvPr id="7" name="Text 5"/>
          <p:cNvSpPr/>
          <p:nvPr/>
        </p:nvSpPr>
        <p:spPr>
          <a:xfrm>
            <a:off x="914400" y="3462528"/>
            <a:ext cx="4023360" cy="463296"/>
          </a:xfrm>
          <a:prstGeom prst="rect">
            <a:avLst/>
          </a:prstGeom>
          <a:noFill/>
          <a:ln/>
        </p:spPr>
        <p:txBody>
          <a:bodyPr wrap="square" lIns="0" tIns="0" rIns="0" bIns="0" rtlCol="0" anchor="ctr"/>
          <a:lstStyle/>
          <a:p>
            <a:r>
              <a:rPr lang="en-US" sz="1533" dirty="0">
                <a:solidFill>
                  <a:srgbClr val="CADCFC"/>
                </a:solidFill>
                <a:latin typeface="Calibri" pitchFamily="34" charset="0"/>
                <a:ea typeface="Calibri" pitchFamily="34" charset="-122"/>
                <a:cs typeface="Calibri" pitchFamily="34" charset="-120"/>
              </a:rPr>
              <a:t>– Membangun kompetensi</a:t>
            </a:r>
            <a:endParaRPr lang="en-US" sz="1533" dirty="0"/>
          </a:p>
        </p:txBody>
      </p:sp>
      <p:sp>
        <p:nvSpPr>
          <p:cNvPr id="8" name="Text 6"/>
          <p:cNvSpPr/>
          <p:nvPr/>
        </p:nvSpPr>
        <p:spPr>
          <a:xfrm>
            <a:off x="914400" y="4023360"/>
            <a:ext cx="4023360" cy="463296"/>
          </a:xfrm>
          <a:prstGeom prst="rect">
            <a:avLst/>
          </a:prstGeom>
          <a:noFill/>
          <a:ln/>
        </p:spPr>
        <p:txBody>
          <a:bodyPr wrap="square" lIns="0" tIns="0" rIns="0" bIns="0" rtlCol="0" anchor="ctr"/>
          <a:lstStyle/>
          <a:p>
            <a:r>
              <a:rPr lang="en-US" sz="1533" dirty="0">
                <a:solidFill>
                  <a:srgbClr val="CADCFC"/>
                </a:solidFill>
                <a:latin typeface="Calibri" pitchFamily="34" charset="0"/>
                <a:ea typeface="Calibri" pitchFamily="34" charset="-122"/>
                <a:cs typeface="Calibri" pitchFamily="34" charset="-120"/>
              </a:rPr>
              <a:t>– Knowledge-based</a:t>
            </a:r>
            <a:endParaRPr lang="en-US" sz="1533" dirty="0"/>
          </a:p>
        </p:txBody>
      </p:sp>
      <p:sp>
        <p:nvSpPr>
          <p:cNvPr id="9" name="Text 7"/>
          <p:cNvSpPr/>
          <p:nvPr/>
        </p:nvSpPr>
        <p:spPr>
          <a:xfrm>
            <a:off x="914400" y="4584192"/>
            <a:ext cx="4023360" cy="463296"/>
          </a:xfrm>
          <a:prstGeom prst="rect">
            <a:avLst/>
          </a:prstGeom>
          <a:noFill/>
          <a:ln/>
        </p:spPr>
        <p:txBody>
          <a:bodyPr wrap="square" lIns="0" tIns="0" rIns="0" bIns="0" rtlCol="0" anchor="ctr"/>
          <a:lstStyle/>
          <a:p>
            <a:r>
              <a:rPr lang="en-US" sz="1533" dirty="0">
                <a:solidFill>
                  <a:srgbClr val="CADCFC"/>
                </a:solidFill>
                <a:latin typeface="Calibri" pitchFamily="34" charset="0"/>
                <a:ea typeface="Calibri" pitchFamily="34" charset="-122"/>
                <a:cs typeface="Calibri" pitchFamily="34" charset="-120"/>
              </a:rPr>
              <a:t>– Breadth across all domains</a:t>
            </a:r>
            <a:endParaRPr lang="en-US" sz="1533" dirty="0"/>
          </a:p>
        </p:txBody>
      </p:sp>
      <p:sp>
        <p:nvSpPr>
          <p:cNvPr id="10" name="Text 8"/>
          <p:cNvSpPr/>
          <p:nvPr/>
        </p:nvSpPr>
        <p:spPr>
          <a:xfrm>
            <a:off x="914400" y="5145024"/>
            <a:ext cx="4023360" cy="463296"/>
          </a:xfrm>
          <a:prstGeom prst="rect">
            <a:avLst/>
          </a:prstGeom>
          <a:noFill/>
          <a:ln/>
        </p:spPr>
        <p:txBody>
          <a:bodyPr wrap="square" lIns="0" tIns="0" rIns="0" bIns="0" rtlCol="0" anchor="ctr"/>
          <a:lstStyle/>
          <a:p>
            <a:r>
              <a:rPr lang="en-US" sz="1533" dirty="0">
                <a:solidFill>
                  <a:srgbClr val="CADCFC"/>
                </a:solidFill>
                <a:latin typeface="Calibri" pitchFamily="34" charset="0"/>
                <a:ea typeface="Calibri" pitchFamily="34" charset="-122"/>
                <a:cs typeface="Calibri" pitchFamily="34" charset="-120"/>
              </a:rPr>
              <a:t>– Exam &amp; certification</a:t>
            </a:r>
            <a:endParaRPr lang="en-US" sz="1533" dirty="0"/>
          </a:p>
        </p:txBody>
      </p:sp>
      <p:sp>
        <p:nvSpPr>
          <p:cNvPr id="11" name="Shape 9"/>
          <p:cNvSpPr/>
          <p:nvPr/>
        </p:nvSpPr>
        <p:spPr>
          <a:xfrm>
            <a:off x="5303520" y="2987040"/>
            <a:ext cx="1463040" cy="1463040"/>
          </a:xfrm>
          <a:prstGeom prst="ellipse">
            <a:avLst/>
          </a:prstGeom>
          <a:solidFill>
            <a:srgbClr val="F4A261"/>
          </a:solidFill>
          <a:ln w="12700">
            <a:solidFill>
              <a:srgbClr val="F4A261"/>
            </a:solidFill>
            <a:prstDash val="solid"/>
          </a:ln>
        </p:spPr>
      </p:sp>
      <p:sp>
        <p:nvSpPr>
          <p:cNvPr id="12" name="Text 10"/>
          <p:cNvSpPr/>
          <p:nvPr/>
        </p:nvSpPr>
        <p:spPr>
          <a:xfrm>
            <a:off x="5303520" y="3169920"/>
            <a:ext cx="1463040" cy="853440"/>
          </a:xfrm>
          <a:prstGeom prst="rect">
            <a:avLst/>
          </a:prstGeom>
          <a:noFill/>
          <a:ln/>
        </p:spPr>
        <p:txBody>
          <a:bodyPr wrap="square" lIns="0" tIns="0" rIns="0" bIns="0" rtlCol="0" anchor="ctr"/>
          <a:lstStyle/>
          <a:p>
            <a:pPr algn="ctr"/>
            <a:r>
              <a:rPr lang="en-US" sz="2667" b="1" dirty="0">
                <a:solidFill>
                  <a:srgbClr val="FFFFFF"/>
                </a:solidFill>
                <a:latin typeface="Cambria" pitchFamily="34" charset="0"/>
                <a:ea typeface="Cambria" pitchFamily="34" charset="-122"/>
                <a:cs typeface="Cambria" pitchFamily="34" charset="-120"/>
              </a:rPr>
              <a:t>VS</a:t>
            </a:r>
            <a:endParaRPr lang="en-US" sz="2667" dirty="0"/>
          </a:p>
        </p:txBody>
      </p:sp>
      <p:sp>
        <p:nvSpPr>
          <p:cNvPr id="13" name="Shape 11"/>
          <p:cNvSpPr/>
          <p:nvPr/>
        </p:nvSpPr>
        <p:spPr>
          <a:xfrm>
            <a:off x="6949440" y="1341120"/>
            <a:ext cx="4632960" cy="4754880"/>
          </a:xfrm>
          <a:prstGeom prst="roundRect">
            <a:avLst>
              <a:gd name="adj" fmla="val 3684"/>
            </a:avLst>
          </a:prstGeom>
          <a:solidFill>
            <a:srgbClr val="028090"/>
          </a:solidFill>
          <a:ln/>
          <a:effectLst>
            <a:outerShdw blurRad="101600" dist="38100" dir="2700000" algn="bl" rotWithShape="0">
              <a:srgbClr val="000000">
                <a:alpha val="10000"/>
              </a:srgbClr>
            </a:outerShdw>
          </a:effectLst>
        </p:spPr>
      </p:sp>
      <p:sp>
        <p:nvSpPr>
          <p:cNvPr id="14" name="Text 12"/>
          <p:cNvSpPr/>
          <p:nvPr/>
        </p:nvSpPr>
        <p:spPr>
          <a:xfrm>
            <a:off x="7193280" y="1584960"/>
            <a:ext cx="4145280" cy="670560"/>
          </a:xfrm>
          <a:prstGeom prst="rect">
            <a:avLst/>
          </a:prstGeom>
          <a:noFill/>
          <a:ln/>
        </p:spPr>
        <p:txBody>
          <a:bodyPr wrap="square" lIns="0" tIns="0" rIns="0" bIns="0" rtlCol="0" anchor="ctr"/>
          <a:lstStyle/>
          <a:p>
            <a:pPr algn="ctr"/>
            <a:r>
              <a:rPr lang="en-US" sz="3733" b="1" dirty="0">
                <a:solidFill>
                  <a:srgbClr val="FFFFFF"/>
                </a:solidFill>
                <a:latin typeface="Cambria" pitchFamily="34" charset="0"/>
                <a:ea typeface="Cambria" pitchFamily="34" charset="-122"/>
                <a:cs typeface="Cambria" pitchFamily="34" charset="-120"/>
              </a:rPr>
              <a:t>GTAG</a:t>
            </a:r>
            <a:endParaRPr lang="en-US" sz="3733" dirty="0"/>
          </a:p>
        </p:txBody>
      </p:sp>
      <p:sp>
        <p:nvSpPr>
          <p:cNvPr id="15" name="Text 13"/>
          <p:cNvSpPr/>
          <p:nvPr/>
        </p:nvSpPr>
        <p:spPr>
          <a:xfrm>
            <a:off x="7193280" y="2231136"/>
            <a:ext cx="4145280" cy="426720"/>
          </a:xfrm>
          <a:prstGeom prst="rect">
            <a:avLst/>
          </a:prstGeom>
          <a:noFill/>
          <a:ln/>
        </p:spPr>
        <p:txBody>
          <a:bodyPr wrap="square" lIns="0" tIns="0" rIns="0" bIns="0" rtlCol="0" anchor="ctr"/>
          <a:lstStyle/>
          <a:p>
            <a:pPr algn="ctr"/>
            <a:r>
              <a:rPr lang="en-US" sz="1600" dirty="0">
                <a:solidFill>
                  <a:srgbClr val="E0F4F6"/>
                </a:solidFill>
                <a:latin typeface="Calibri" pitchFamily="34" charset="0"/>
                <a:ea typeface="Calibri" pitchFamily="34" charset="-122"/>
                <a:cs typeface="Calibri" pitchFamily="34" charset="-120"/>
              </a:rPr>
              <a:t>IIA</a:t>
            </a:r>
            <a:endParaRPr lang="en-US" sz="1600" dirty="0"/>
          </a:p>
        </p:txBody>
      </p:sp>
      <p:sp>
        <p:nvSpPr>
          <p:cNvPr id="16" name="Text 14"/>
          <p:cNvSpPr/>
          <p:nvPr/>
        </p:nvSpPr>
        <p:spPr>
          <a:xfrm>
            <a:off x="7254240" y="2901696"/>
            <a:ext cx="4023360" cy="463296"/>
          </a:xfrm>
          <a:prstGeom prst="rect">
            <a:avLst/>
          </a:prstGeom>
          <a:noFill/>
          <a:ln/>
        </p:spPr>
        <p:txBody>
          <a:bodyPr wrap="square" lIns="0" tIns="0" rIns="0" bIns="0" rtlCol="0" anchor="ctr"/>
          <a:lstStyle/>
          <a:p>
            <a:r>
              <a:rPr lang="en-US" sz="1533" dirty="0">
                <a:solidFill>
                  <a:srgbClr val="E0F4F6"/>
                </a:solidFill>
                <a:latin typeface="Calibri" pitchFamily="34" charset="0"/>
                <a:ea typeface="Calibri" pitchFamily="34" charset="-122"/>
                <a:cs typeface="Calibri" pitchFamily="34" charset="-120"/>
              </a:rPr>
              <a:t>– How to audit it</a:t>
            </a:r>
            <a:endParaRPr lang="en-US" sz="1533" dirty="0"/>
          </a:p>
        </p:txBody>
      </p:sp>
      <p:sp>
        <p:nvSpPr>
          <p:cNvPr id="17" name="Text 15"/>
          <p:cNvSpPr/>
          <p:nvPr/>
        </p:nvSpPr>
        <p:spPr>
          <a:xfrm>
            <a:off x="7254240" y="3462528"/>
            <a:ext cx="4023360" cy="463296"/>
          </a:xfrm>
          <a:prstGeom prst="rect">
            <a:avLst/>
          </a:prstGeom>
          <a:noFill/>
          <a:ln/>
        </p:spPr>
        <p:txBody>
          <a:bodyPr wrap="square" lIns="0" tIns="0" rIns="0" bIns="0" rtlCol="0" anchor="ctr"/>
          <a:lstStyle/>
          <a:p>
            <a:r>
              <a:rPr lang="en-US" sz="1533" dirty="0">
                <a:solidFill>
                  <a:srgbClr val="E0F4F6"/>
                </a:solidFill>
                <a:latin typeface="Calibri" pitchFamily="34" charset="0"/>
                <a:ea typeface="Calibri" pitchFamily="34" charset="-122"/>
                <a:cs typeface="Calibri" pitchFamily="34" charset="-120"/>
              </a:rPr>
              <a:t>– Panduan eksekusi lapangan</a:t>
            </a:r>
            <a:endParaRPr lang="en-US" sz="1533" dirty="0"/>
          </a:p>
        </p:txBody>
      </p:sp>
      <p:sp>
        <p:nvSpPr>
          <p:cNvPr id="18" name="Text 16"/>
          <p:cNvSpPr/>
          <p:nvPr/>
        </p:nvSpPr>
        <p:spPr>
          <a:xfrm>
            <a:off x="7254240" y="4023360"/>
            <a:ext cx="4023360" cy="463296"/>
          </a:xfrm>
          <a:prstGeom prst="rect">
            <a:avLst/>
          </a:prstGeom>
          <a:noFill/>
          <a:ln/>
        </p:spPr>
        <p:txBody>
          <a:bodyPr wrap="square" lIns="0" tIns="0" rIns="0" bIns="0" rtlCol="0" anchor="ctr"/>
          <a:lstStyle/>
          <a:p>
            <a:r>
              <a:rPr lang="en-US" sz="1533" dirty="0">
                <a:solidFill>
                  <a:srgbClr val="E0F4F6"/>
                </a:solidFill>
                <a:latin typeface="Calibri" pitchFamily="34" charset="0"/>
                <a:ea typeface="Calibri" pitchFamily="34" charset="-122"/>
                <a:cs typeface="Calibri" pitchFamily="34" charset="-120"/>
              </a:rPr>
              <a:t>– Practice-based</a:t>
            </a:r>
            <a:endParaRPr lang="en-US" sz="1533" dirty="0"/>
          </a:p>
        </p:txBody>
      </p:sp>
      <p:sp>
        <p:nvSpPr>
          <p:cNvPr id="19" name="Text 17"/>
          <p:cNvSpPr/>
          <p:nvPr/>
        </p:nvSpPr>
        <p:spPr>
          <a:xfrm>
            <a:off x="7254240" y="4584192"/>
            <a:ext cx="4023360" cy="463296"/>
          </a:xfrm>
          <a:prstGeom prst="rect">
            <a:avLst/>
          </a:prstGeom>
          <a:noFill/>
          <a:ln/>
        </p:spPr>
        <p:txBody>
          <a:bodyPr wrap="square" lIns="0" tIns="0" rIns="0" bIns="0" rtlCol="0" anchor="ctr"/>
          <a:lstStyle/>
          <a:p>
            <a:r>
              <a:rPr lang="en-US" sz="1533" dirty="0">
                <a:solidFill>
                  <a:srgbClr val="E0F4F6"/>
                </a:solidFill>
                <a:latin typeface="Calibri" pitchFamily="34" charset="0"/>
                <a:ea typeface="Calibri" pitchFamily="34" charset="-122"/>
                <a:cs typeface="Calibri" pitchFamily="34" charset="-120"/>
              </a:rPr>
              <a:t>– Depth on specific topics</a:t>
            </a:r>
            <a:endParaRPr lang="en-US" sz="1533" dirty="0"/>
          </a:p>
        </p:txBody>
      </p:sp>
      <p:sp>
        <p:nvSpPr>
          <p:cNvPr id="20" name="Text 18"/>
          <p:cNvSpPr/>
          <p:nvPr/>
        </p:nvSpPr>
        <p:spPr>
          <a:xfrm>
            <a:off x="7254240" y="5145024"/>
            <a:ext cx="4023360" cy="463296"/>
          </a:xfrm>
          <a:prstGeom prst="rect">
            <a:avLst/>
          </a:prstGeom>
          <a:noFill/>
          <a:ln/>
        </p:spPr>
        <p:txBody>
          <a:bodyPr wrap="square" lIns="0" tIns="0" rIns="0" bIns="0" rtlCol="0" anchor="ctr"/>
          <a:lstStyle/>
          <a:p>
            <a:r>
              <a:rPr lang="en-US" sz="1533" dirty="0">
                <a:solidFill>
                  <a:srgbClr val="E0F4F6"/>
                </a:solidFill>
                <a:latin typeface="Calibri" pitchFamily="34" charset="0"/>
                <a:ea typeface="Calibri" pitchFamily="34" charset="-122"/>
                <a:cs typeface="Calibri" pitchFamily="34" charset="-120"/>
              </a:rPr>
              <a:t>– Working guide</a:t>
            </a:r>
            <a:endParaRPr lang="en-US" sz="1533" dirty="0"/>
          </a:p>
        </p:txBody>
      </p:sp>
      <p:sp>
        <p:nvSpPr>
          <p:cNvPr id="21" name="Shape 19"/>
          <p:cNvSpPr/>
          <p:nvPr/>
        </p:nvSpPr>
        <p:spPr>
          <a:xfrm>
            <a:off x="609600" y="6278880"/>
            <a:ext cx="10972800" cy="463296"/>
          </a:xfrm>
          <a:prstGeom prst="roundRect">
            <a:avLst>
              <a:gd name="adj" fmla="val 21053"/>
            </a:avLst>
          </a:prstGeom>
          <a:solidFill>
            <a:srgbClr val="F4F6FC"/>
          </a:solidFill>
          <a:ln/>
        </p:spPr>
      </p:sp>
      <p:sp>
        <p:nvSpPr>
          <p:cNvPr id="22" name="Text 20"/>
          <p:cNvSpPr/>
          <p:nvPr/>
        </p:nvSpPr>
        <p:spPr>
          <a:xfrm>
            <a:off x="853440" y="6339840"/>
            <a:ext cx="10485120" cy="341376"/>
          </a:xfrm>
          <a:prstGeom prst="rect">
            <a:avLst/>
          </a:prstGeom>
          <a:noFill/>
          <a:ln/>
        </p:spPr>
        <p:txBody>
          <a:bodyPr wrap="square" lIns="0" tIns="0" rIns="0" bIns="0" rtlCol="0" anchor="ctr"/>
          <a:lstStyle/>
          <a:p>
            <a:pPr algn="ctr"/>
            <a:r>
              <a:rPr lang="en-US" sz="1533" i="1" dirty="0">
                <a:solidFill>
                  <a:srgbClr val="1E2761"/>
                </a:solidFill>
                <a:latin typeface="Calibri" pitchFamily="34" charset="0"/>
                <a:ea typeface="Calibri" pitchFamily="34" charset="-122"/>
                <a:cs typeface="Calibri" pitchFamily="34" charset="-120"/>
              </a:rPr>
              <a:t>Keduanya bukan kompetitor — CISA membangun kompetensi, GTAG memberikan panduan eksekusi.</a:t>
            </a:r>
            <a:endParaRPr lang="en-US" sz="1533"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90144"/>
            <a:ext cx="10972800" cy="609600"/>
          </a:xfrm>
          <a:prstGeom prst="rect">
            <a:avLst/>
          </a:prstGeom>
          <a:noFill/>
          <a:ln/>
        </p:spPr>
        <p:txBody>
          <a:bodyPr wrap="square" lIns="0" tIns="0" rIns="0" bIns="0" rtlCol="0" anchor="ctr"/>
          <a:lstStyle/>
          <a:p>
            <a:r>
              <a:rPr lang="en-US" sz="4000" b="1" dirty="0">
                <a:solidFill>
                  <a:srgbClr val="1E2761"/>
                </a:solidFill>
                <a:latin typeface="Cambria" pitchFamily="34" charset="0"/>
                <a:ea typeface="Cambria" pitchFamily="34" charset="-122"/>
                <a:cs typeface="Cambria" pitchFamily="34" charset="-120"/>
              </a:rPr>
              <a:t>Daftar GTAG Aktif  (1 / 2)</a:t>
            </a:r>
            <a:endParaRPr lang="en-US" sz="4000" dirty="0"/>
          </a:p>
        </p:txBody>
      </p:sp>
      <p:sp>
        <p:nvSpPr>
          <p:cNvPr id="3" name="Shape 1"/>
          <p:cNvSpPr/>
          <p:nvPr/>
        </p:nvSpPr>
        <p:spPr>
          <a:xfrm>
            <a:off x="609600" y="1194816"/>
            <a:ext cx="10972800" cy="707136"/>
          </a:xfrm>
          <a:prstGeom prst="roundRect">
            <a:avLst>
              <a:gd name="adj" fmla="val 12069"/>
            </a:avLst>
          </a:prstGeom>
          <a:solidFill>
            <a:srgbClr val="F4F6FC"/>
          </a:solidFill>
          <a:ln/>
        </p:spPr>
      </p:sp>
      <p:sp>
        <p:nvSpPr>
          <p:cNvPr id="4" name="Text 2"/>
          <p:cNvSpPr/>
          <p:nvPr/>
        </p:nvSpPr>
        <p:spPr>
          <a:xfrm>
            <a:off x="792480" y="1304544"/>
            <a:ext cx="633984" cy="463296"/>
          </a:xfrm>
          <a:prstGeom prst="rect">
            <a:avLst/>
          </a:prstGeom>
          <a:noFill/>
          <a:ln/>
        </p:spPr>
        <p:txBody>
          <a:bodyPr wrap="square" lIns="0" tIns="0" rIns="0" bIns="0" rtlCol="0" anchor="ctr"/>
          <a:lstStyle/>
          <a:p>
            <a:pPr algn="ctr"/>
            <a:r>
              <a:rPr lang="en-US" sz="1733" b="1" dirty="0">
                <a:solidFill>
                  <a:srgbClr val="F4A261"/>
                </a:solidFill>
                <a:latin typeface="Calibri" pitchFamily="34" charset="0"/>
                <a:ea typeface="Calibri" pitchFamily="34" charset="-122"/>
                <a:cs typeface="Calibri" pitchFamily="34" charset="-120"/>
              </a:rPr>
              <a:t>01</a:t>
            </a:r>
            <a:endParaRPr lang="en-US" sz="1733" dirty="0"/>
          </a:p>
        </p:txBody>
      </p:sp>
      <p:sp>
        <p:nvSpPr>
          <p:cNvPr id="5" name="Text 3"/>
          <p:cNvSpPr/>
          <p:nvPr/>
        </p:nvSpPr>
        <p:spPr>
          <a:xfrm>
            <a:off x="1560576" y="1243584"/>
            <a:ext cx="4693920" cy="341376"/>
          </a:xfrm>
          <a:prstGeom prst="rect">
            <a:avLst/>
          </a:prstGeom>
          <a:noFill/>
          <a:ln/>
        </p:spPr>
        <p:txBody>
          <a:bodyPr wrap="square" lIns="0" tIns="0" rIns="0" bIns="0" rtlCol="0" anchor="ctr"/>
          <a:lstStyle/>
          <a:p>
            <a:r>
              <a:rPr lang="en-US" sz="1667" b="1" dirty="0">
                <a:solidFill>
                  <a:srgbClr val="1E2761"/>
                </a:solidFill>
                <a:latin typeface="Calibri" pitchFamily="34" charset="0"/>
                <a:ea typeface="Calibri" pitchFamily="34" charset="-122"/>
                <a:cs typeface="Calibri" pitchFamily="34" charset="-120"/>
              </a:rPr>
              <a:t>Information Technology Controls</a:t>
            </a:r>
            <a:endParaRPr lang="en-US" sz="1667" dirty="0"/>
          </a:p>
        </p:txBody>
      </p:sp>
      <p:sp>
        <p:nvSpPr>
          <p:cNvPr id="6" name="Text 4"/>
          <p:cNvSpPr/>
          <p:nvPr/>
        </p:nvSpPr>
        <p:spPr>
          <a:xfrm>
            <a:off x="1560576" y="1560576"/>
            <a:ext cx="9631680" cy="292608"/>
          </a:xfrm>
          <a:prstGeom prst="rect">
            <a:avLst/>
          </a:prstGeom>
          <a:noFill/>
          <a:ln/>
        </p:spPr>
        <p:txBody>
          <a:bodyPr wrap="square" lIns="0" tIns="0" rIns="0" bIns="0" rtlCol="0" anchor="ctr"/>
          <a:lstStyle/>
          <a:p>
            <a:r>
              <a:rPr lang="en-US" sz="1400" dirty="0">
                <a:solidFill>
                  <a:srgbClr val="6B7A9F"/>
                </a:solidFill>
                <a:latin typeface="Calibri" pitchFamily="34" charset="0"/>
                <a:ea typeface="Calibri" pitchFamily="34" charset="-122"/>
                <a:cs typeface="Calibri" pitchFamily="34" charset="-120"/>
              </a:rPr>
              <a:t>Kontrol IT secara umum — fondasi semua GTAG</a:t>
            </a:r>
            <a:endParaRPr lang="en-US" sz="1400" dirty="0"/>
          </a:p>
        </p:txBody>
      </p:sp>
      <p:sp>
        <p:nvSpPr>
          <p:cNvPr id="7" name="Shape 5"/>
          <p:cNvSpPr/>
          <p:nvPr/>
        </p:nvSpPr>
        <p:spPr>
          <a:xfrm>
            <a:off x="609600" y="1987296"/>
            <a:ext cx="10972800" cy="707136"/>
          </a:xfrm>
          <a:prstGeom prst="roundRect">
            <a:avLst>
              <a:gd name="adj" fmla="val 12069"/>
            </a:avLst>
          </a:prstGeom>
          <a:solidFill>
            <a:srgbClr val="FFFFFF"/>
          </a:solidFill>
          <a:ln/>
        </p:spPr>
      </p:sp>
      <p:sp>
        <p:nvSpPr>
          <p:cNvPr id="8" name="Text 6"/>
          <p:cNvSpPr/>
          <p:nvPr/>
        </p:nvSpPr>
        <p:spPr>
          <a:xfrm>
            <a:off x="792480" y="2097024"/>
            <a:ext cx="633984" cy="463296"/>
          </a:xfrm>
          <a:prstGeom prst="rect">
            <a:avLst/>
          </a:prstGeom>
          <a:noFill/>
          <a:ln/>
        </p:spPr>
        <p:txBody>
          <a:bodyPr wrap="square" lIns="0" tIns="0" rIns="0" bIns="0" rtlCol="0" anchor="ctr"/>
          <a:lstStyle/>
          <a:p>
            <a:pPr algn="ctr"/>
            <a:r>
              <a:rPr lang="en-US" sz="1733" b="1" dirty="0">
                <a:solidFill>
                  <a:srgbClr val="F4A261"/>
                </a:solidFill>
                <a:latin typeface="Calibri" pitchFamily="34" charset="0"/>
                <a:ea typeface="Calibri" pitchFamily="34" charset="-122"/>
                <a:cs typeface="Calibri" pitchFamily="34" charset="-120"/>
              </a:rPr>
              <a:t>02</a:t>
            </a:r>
            <a:endParaRPr lang="en-US" sz="1733" dirty="0"/>
          </a:p>
        </p:txBody>
      </p:sp>
      <p:sp>
        <p:nvSpPr>
          <p:cNvPr id="9" name="Text 7"/>
          <p:cNvSpPr/>
          <p:nvPr/>
        </p:nvSpPr>
        <p:spPr>
          <a:xfrm>
            <a:off x="1560576" y="2036064"/>
            <a:ext cx="4693920" cy="341376"/>
          </a:xfrm>
          <a:prstGeom prst="rect">
            <a:avLst/>
          </a:prstGeom>
          <a:noFill/>
          <a:ln/>
        </p:spPr>
        <p:txBody>
          <a:bodyPr wrap="square" lIns="0" tIns="0" rIns="0" bIns="0" rtlCol="0" anchor="ctr"/>
          <a:lstStyle/>
          <a:p>
            <a:r>
              <a:rPr lang="en-US" sz="1667" b="1" dirty="0">
                <a:solidFill>
                  <a:srgbClr val="1E2761"/>
                </a:solidFill>
                <a:latin typeface="Calibri" pitchFamily="34" charset="0"/>
                <a:ea typeface="Calibri" pitchFamily="34" charset="-122"/>
                <a:cs typeface="Calibri" pitchFamily="34" charset="-120"/>
              </a:rPr>
              <a:t>Change and Patch Management</a:t>
            </a:r>
            <a:endParaRPr lang="en-US" sz="1667" dirty="0"/>
          </a:p>
        </p:txBody>
      </p:sp>
      <p:sp>
        <p:nvSpPr>
          <p:cNvPr id="10" name="Text 8"/>
          <p:cNvSpPr/>
          <p:nvPr/>
        </p:nvSpPr>
        <p:spPr>
          <a:xfrm>
            <a:off x="1560576" y="2353056"/>
            <a:ext cx="9631680" cy="292608"/>
          </a:xfrm>
          <a:prstGeom prst="rect">
            <a:avLst/>
          </a:prstGeom>
          <a:noFill/>
          <a:ln/>
        </p:spPr>
        <p:txBody>
          <a:bodyPr wrap="square" lIns="0" tIns="0" rIns="0" bIns="0" rtlCol="0" anchor="ctr"/>
          <a:lstStyle/>
          <a:p>
            <a:r>
              <a:rPr lang="en-US" sz="1400" dirty="0">
                <a:solidFill>
                  <a:srgbClr val="6B7A9F"/>
                </a:solidFill>
                <a:latin typeface="Calibri" pitchFamily="34" charset="0"/>
                <a:ea typeface="Calibri" pitchFamily="34" charset="-122"/>
                <a:cs typeface="Calibri" pitchFamily="34" charset="-120"/>
              </a:rPr>
              <a:t>Mengelola perubahan sistem &amp; siklus patch keamanan</a:t>
            </a:r>
            <a:endParaRPr lang="en-US" sz="1400" dirty="0"/>
          </a:p>
        </p:txBody>
      </p:sp>
      <p:sp>
        <p:nvSpPr>
          <p:cNvPr id="11" name="Shape 9"/>
          <p:cNvSpPr/>
          <p:nvPr/>
        </p:nvSpPr>
        <p:spPr>
          <a:xfrm>
            <a:off x="609600" y="2779776"/>
            <a:ext cx="10972800" cy="707136"/>
          </a:xfrm>
          <a:prstGeom prst="roundRect">
            <a:avLst>
              <a:gd name="adj" fmla="val 12069"/>
            </a:avLst>
          </a:prstGeom>
          <a:solidFill>
            <a:srgbClr val="F4F6FC"/>
          </a:solidFill>
          <a:ln/>
        </p:spPr>
      </p:sp>
      <p:sp>
        <p:nvSpPr>
          <p:cNvPr id="12" name="Text 10"/>
          <p:cNvSpPr/>
          <p:nvPr/>
        </p:nvSpPr>
        <p:spPr>
          <a:xfrm>
            <a:off x="792480" y="2889504"/>
            <a:ext cx="633984" cy="463296"/>
          </a:xfrm>
          <a:prstGeom prst="rect">
            <a:avLst/>
          </a:prstGeom>
          <a:noFill/>
          <a:ln/>
        </p:spPr>
        <p:txBody>
          <a:bodyPr wrap="square" lIns="0" tIns="0" rIns="0" bIns="0" rtlCol="0" anchor="ctr"/>
          <a:lstStyle/>
          <a:p>
            <a:pPr algn="ctr"/>
            <a:r>
              <a:rPr lang="en-US" sz="1733" b="1" dirty="0">
                <a:solidFill>
                  <a:srgbClr val="F4A261"/>
                </a:solidFill>
                <a:latin typeface="Calibri" pitchFamily="34" charset="0"/>
                <a:ea typeface="Calibri" pitchFamily="34" charset="-122"/>
                <a:cs typeface="Calibri" pitchFamily="34" charset="-120"/>
              </a:rPr>
              <a:t>03</a:t>
            </a:r>
            <a:endParaRPr lang="en-US" sz="1733" dirty="0"/>
          </a:p>
        </p:txBody>
      </p:sp>
      <p:sp>
        <p:nvSpPr>
          <p:cNvPr id="13" name="Text 11"/>
          <p:cNvSpPr/>
          <p:nvPr/>
        </p:nvSpPr>
        <p:spPr>
          <a:xfrm>
            <a:off x="1560576" y="2828544"/>
            <a:ext cx="4693920" cy="341376"/>
          </a:xfrm>
          <a:prstGeom prst="rect">
            <a:avLst/>
          </a:prstGeom>
          <a:noFill/>
          <a:ln/>
        </p:spPr>
        <p:txBody>
          <a:bodyPr wrap="square" lIns="0" tIns="0" rIns="0" bIns="0" rtlCol="0" anchor="ctr"/>
          <a:lstStyle/>
          <a:p>
            <a:r>
              <a:rPr lang="en-US" sz="1667" b="1" dirty="0">
                <a:solidFill>
                  <a:srgbClr val="1E2761"/>
                </a:solidFill>
                <a:latin typeface="Calibri" pitchFamily="34" charset="0"/>
                <a:ea typeface="Calibri" pitchFamily="34" charset="-122"/>
                <a:cs typeface="Calibri" pitchFamily="34" charset="-120"/>
              </a:rPr>
              <a:t>Continuous Auditing</a:t>
            </a:r>
            <a:endParaRPr lang="en-US" sz="1667" dirty="0"/>
          </a:p>
        </p:txBody>
      </p:sp>
      <p:sp>
        <p:nvSpPr>
          <p:cNvPr id="14" name="Text 12"/>
          <p:cNvSpPr/>
          <p:nvPr/>
        </p:nvSpPr>
        <p:spPr>
          <a:xfrm>
            <a:off x="1560576" y="3145536"/>
            <a:ext cx="9631680" cy="292608"/>
          </a:xfrm>
          <a:prstGeom prst="rect">
            <a:avLst/>
          </a:prstGeom>
          <a:noFill/>
          <a:ln/>
        </p:spPr>
        <p:txBody>
          <a:bodyPr wrap="square" lIns="0" tIns="0" rIns="0" bIns="0" rtlCol="0" anchor="ctr"/>
          <a:lstStyle/>
          <a:p>
            <a:r>
              <a:rPr lang="en-US" sz="1400" dirty="0">
                <a:solidFill>
                  <a:srgbClr val="6B7A9F"/>
                </a:solidFill>
                <a:latin typeface="Calibri" pitchFamily="34" charset="0"/>
                <a:ea typeface="Calibri" pitchFamily="34" charset="-122"/>
                <a:cs typeface="Calibri" pitchFamily="34" charset="-120"/>
              </a:rPr>
              <a:t>Audit real-time menggunakan teknologi</a:t>
            </a:r>
            <a:endParaRPr lang="en-US" sz="1400" dirty="0"/>
          </a:p>
        </p:txBody>
      </p:sp>
      <p:sp>
        <p:nvSpPr>
          <p:cNvPr id="15" name="Shape 13"/>
          <p:cNvSpPr/>
          <p:nvPr/>
        </p:nvSpPr>
        <p:spPr>
          <a:xfrm>
            <a:off x="609600" y="3572256"/>
            <a:ext cx="10972800" cy="707136"/>
          </a:xfrm>
          <a:prstGeom prst="roundRect">
            <a:avLst>
              <a:gd name="adj" fmla="val 12069"/>
            </a:avLst>
          </a:prstGeom>
          <a:solidFill>
            <a:srgbClr val="FFFFFF"/>
          </a:solidFill>
          <a:ln/>
        </p:spPr>
      </p:sp>
      <p:sp>
        <p:nvSpPr>
          <p:cNvPr id="16" name="Text 14"/>
          <p:cNvSpPr/>
          <p:nvPr/>
        </p:nvSpPr>
        <p:spPr>
          <a:xfrm>
            <a:off x="792480" y="3681984"/>
            <a:ext cx="633984" cy="463296"/>
          </a:xfrm>
          <a:prstGeom prst="rect">
            <a:avLst/>
          </a:prstGeom>
          <a:noFill/>
          <a:ln/>
        </p:spPr>
        <p:txBody>
          <a:bodyPr wrap="square" lIns="0" tIns="0" rIns="0" bIns="0" rtlCol="0" anchor="ctr"/>
          <a:lstStyle/>
          <a:p>
            <a:pPr algn="ctr"/>
            <a:r>
              <a:rPr lang="en-US" sz="1733" b="1" dirty="0">
                <a:solidFill>
                  <a:srgbClr val="F4A261"/>
                </a:solidFill>
                <a:latin typeface="Calibri" pitchFamily="34" charset="0"/>
                <a:ea typeface="Calibri" pitchFamily="34" charset="-122"/>
                <a:cs typeface="Calibri" pitchFamily="34" charset="-120"/>
              </a:rPr>
              <a:t>04</a:t>
            </a:r>
            <a:endParaRPr lang="en-US" sz="1733" dirty="0"/>
          </a:p>
        </p:txBody>
      </p:sp>
      <p:sp>
        <p:nvSpPr>
          <p:cNvPr id="17" name="Text 15"/>
          <p:cNvSpPr/>
          <p:nvPr/>
        </p:nvSpPr>
        <p:spPr>
          <a:xfrm>
            <a:off x="1560576" y="3621024"/>
            <a:ext cx="4693920" cy="341376"/>
          </a:xfrm>
          <a:prstGeom prst="rect">
            <a:avLst/>
          </a:prstGeom>
          <a:noFill/>
          <a:ln/>
        </p:spPr>
        <p:txBody>
          <a:bodyPr wrap="square" lIns="0" tIns="0" rIns="0" bIns="0" rtlCol="0" anchor="ctr"/>
          <a:lstStyle/>
          <a:p>
            <a:r>
              <a:rPr lang="en-US" sz="1667" b="1" dirty="0">
                <a:solidFill>
                  <a:srgbClr val="1E2761"/>
                </a:solidFill>
                <a:latin typeface="Calibri" pitchFamily="34" charset="0"/>
                <a:ea typeface="Calibri" pitchFamily="34" charset="-122"/>
                <a:cs typeface="Calibri" pitchFamily="34" charset="-120"/>
              </a:rPr>
              <a:t>Management of IT Auditing</a:t>
            </a:r>
            <a:endParaRPr lang="en-US" sz="1667" dirty="0"/>
          </a:p>
        </p:txBody>
      </p:sp>
      <p:sp>
        <p:nvSpPr>
          <p:cNvPr id="18" name="Text 16"/>
          <p:cNvSpPr/>
          <p:nvPr/>
        </p:nvSpPr>
        <p:spPr>
          <a:xfrm>
            <a:off x="1560576" y="3938016"/>
            <a:ext cx="9631680" cy="292608"/>
          </a:xfrm>
          <a:prstGeom prst="rect">
            <a:avLst/>
          </a:prstGeom>
          <a:noFill/>
          <a:ln/>
        </p:spPr>
        <p:txBody>
          <a:bodyPr wrap="square" lIns="0" tIns="0" rIns="0" bIns="0" rtlCol="0" anchor="ctr"/>
          <a:lstStyle/>
          <a:p>
            <a:r>
              <a:rPr lang="en-US" sz="1400" dirty="0">
                <a:solidFill>
                  <a:srgbClr val="6B7A9F"/>
                </a:solidFill>
                <a:latin typeface="Calibri" pitchFamily="34" charset="0"/>
                <a:ea typeface="Calibri" pitchFamily="34" charset="-122"/>
                <a:cs typeface="Calibri" pitchFamily="34" charset="-120"/>
              </a:rPr>
              <a:t>Bagaimana mengelola fungsi IT audit secara keseluruhan</a:t>
            </a:r>
            <a:endParaRPr lang="en-US" sz="1400" dirty="0"/>
          </a:p>
        </p:txBody>
      </p:sp>
      <p:sp>
        <p:nvSpPr>
          <p:cNvPr id="19" name="Shape 17"/>
          <p:cNvSpPr/>
          <p:nvPr/>
        </p:nvSpPr>
        <p:spPr>
          <a:xfrm>
            <a:off x="609600" y="4364736"/>
            <a:ext cx="10972800" cy="707136"/>
          </a:xfrm>
          <a:prstGeom prst="roundRect">
            <a:avLst>
              <a:gd name="adj" fmla="val 12069"/>
            </a:avLst>
          </a:prstGeom>
          <a:solidFill>
            <a:srgbClr val="F4F6FC"/>
          </a:solidFill>
          <a:ln/>
        </p:spPr>
      </p:sp>
      <p:sp>
        <p:nvSpPr>
          <p:cNvPr id="20" name="Text 18"/>
          <p:cNvSpPr/>
          <p:nvPr/>
        </p:nvSpPr>
        <p:spPr>
          <a:xfrm>
            <a:off x="792480" y="4474464"/>
            <a:ext cx="633984" cy="463296"/>
          </a:xfrm>
          <a:prstGeom prst="rect">
            <a:avLst/>
          </a:prstGeom>
          <a:noFill/>
          <a:ln/>
        </p:spPr>
        <p:txBody>
          <a:bodyPr wrap="square" lIns="0" tIns="0" rIns="0" bIns="0" rtlCol="0" anchor="ctr"/>
          <a:lstStyle/>
          <a:p>
            <a:pPr algn="ctr"/>
            <a:r>
              <a:rPr lang="en-US" sz="1733" b="1" dirty="0">
                <a:solidFill>
                  <a:srgbClr val="F4A261"/>
                </a:solidFill>
                <a:latin typeface="Calibri" pitchFamily="34" charset="0"/>
                <a:ea typeface="Calibri" pitchFamily="34" charset="-122"/>
                <a:cs typeface="Calibri" pitchFamily="34" charset="-120"/>
              </a:rPr>
              <a:t>05</a:t>
            </a:r>
            <a:endParaRPr lang="en-US" sz="1733" dirty="0"/>
          </a:p>
        </p:txBody>
      </p:sp>
      <p:sp>
        <p:nvSpPr>
          <p:cNvPr id="21" name="Text 19"/>
          <p:cNvSpPr/>
          <p:nvPr/>
        </p:nvSpPr>
        <p:spPr>
          <a:xfrm>
            <a:off x="1560576" y="4413504"/>
            <a:ext cx="4693920" cy="341376"/>
          </a:xfrm>
          <a:prstGeom prst="rect">
            <a:avLst/>
          </a:prstGeom>
          <a:noFill/>
          <a:ln/>
        </p:spPr>
        <p:txBody>
          <a:bodyPr wrap="square" lIns="0" tIns="0" rIns="0" bIns="0" rtlCol="0" anchor="ctr"/>
          <a:lstStyle/>
          <a:p>
            <a:r>
              <a:rPr lang="en-US" sz="1667" b="1" dirty="0">
                <a:solidFill>
                  <a:srgbClr val="1E2761"/>
                </a:solidFill>
                <a:latin typeface="Calibri" pitchFamily="34" charset="0"/>
                <a:ea typeface="Calibri" pitchFamily="34" charset="-122"/>
                <a:cs typeface="Calibri" pitchFamily="34" charset="-120"/>
              </a:rPr>
              <a:t>Managing and Auditing Privacy Risks</a:t>
            </a:r>
            <a:endParaRPr lang="en-US" sz="1667" dirty="0"/>
          </a:p>
        </p:txBody>
      </p:sp>
      <p:sp>
        <p:nvSpPr>
          <p:cNvPr id="22" name="Text 20"/>
          <p:cNvSpPr/>
          <p:nvPr/>
        </p:nvSpPr>
        <p:spPr>
          <a:xfrm>
            <a:off x="1560576" y="4730496"/>
            <a:ext cx="9631680" cy="292608"/>
          </a:xfrm>
          <a:prstGeom prst="rect">
            <a:avLst/>
          </a:prstGeom>
          <a:noFill/>
          <a:ln/>
        </p:spPr>
        <p:txBody>
          <a:bodyPr wrap="square" lIns="0" tIns="0" rIns="0" bIns="0" rtlCol="0" anchor="ctr"/>
          <a:lstStyle/>
          <a:p>
            <a:r>
              <a:rPr lang="en-US" sz="1400" dirty="0">
                <a:solidFill>
                  <a:srgbClr val="6B7A9F"/>
                </a:solidFill>
                <a:latin typeface="Calibri" pitchFamily="34" charset="0"/>
                <a:ea typeface="Calibri" pitchFamily="34" charset="-122"/>
                <a:cs typeface="Calibri" pitchFamily="34" charset="-120"/>
              </a:rPr>
              <a:t>Risiko privasi data &amp; kepatuhan regulasi</a:t>
            </a:r>
            <a:endParaRPr lang="en-US" sz="1400" dirty="0"/>
          </a:p>
        </p:txBody>
      </p:sp>
      <p:sp>
        <p:nvSpPr>
          <p:cNvPr id="23" name="Shape 21"/>
          <p:cNvSpPr/>
          <p:nvPr/>
        </p:nvSpPr>
        <p:spPr>
          <a:xfrm>
            <a:off x="609600" y="5157216"/>
            <a:ext cx="10972800" cy="707136"/>
          </a:xfrm>
          <a:prstGeom prst="roundRect">
            <a:avLst>
              <a:gd name="adj" fmla="val 12069"/>
            </a:avLst>
          </a:prstGeom>
          <a:solidFill>
            <a:srgbClr val="FFFFFF"/>
          </a:solidFill>
          <a:ln/>
        </p:spPr>
      </p:sp>
      <p:sp>
        <p:nvSpPr>
          <p:cNvPr id="24" name="Text 22"/>
          <p:cNvSpPr/>
          <p:nvPr/>
        </p:nvSpPr>
        <p:spPr>
          <a:xfrm>
            <a:off x="792480" y="5266944"/>
            <a:ext cx="633984" cy="463296"/>
          </a:xfrm>
          <a:prstGeom prst="rect">
            <a:avLst/>
          </a:prstGeom>
          <a:noFill/>
          <a:ln/>
        </p:spPr>
        <p:txBody>
          <a:bodyPr wrap="square" lIns="0" tIns="0" rIns="0" bIns="0" rtlCol="0" anchor="ctr"/>
          <a:lstStyle/>
          <a:p>
            <a:pPr algn="ctr"/>
            <a:r>
              <a:rPr lang="en-US" sz="1733" b="1" dirty="0">
                <a:solidFill>
                  <a:srgbClr val="F4A261"/>
                </a:solidFill>
                <a:latin typeface="Calibri" pitchFamily="34" charset="0"/>
                <a:ea typeface="Calibri" pitchFamily="34" charset="-122"/>
                <a:cs typeface="Calibri" pitchFamily="34" charset="-120"/>
              </a:rPr>
              <a:t>06</a:t>
            </a:r>
            <a:endParaRPr lang="en-US" sz="1733" dirty="0"/>
          </a:p>
        </p:txBody>
      </p:sp>
      <p:sp>
        <p:nvSpPr>
          <p:cNvPr id="25" name="Text 23"/>
          <p:cNvSpPr/>
          <p:nvPr/>
        </p:nvSpPr>
        <p:spPr>
          <a:xfrm>
            <a:off x="1560576" y="5205984"/>
            <a:ext cx="4693920" cy="341376"/>
          </a:xfrm>
          <a:prstGeom prst="rect">
            <a:avLst/>
          </a:prstGeom>
          <a:noFill/>
          <a:ln/>
        </p:spPr>
        <p:txBody>
          <a:bodyPr wrap="square" lIns="0" tIns="0" rIns="0" bIns="0" rtlCol="0" anchor="ctr"/>
          <a:lstStyle/>
          <a:p>
            <a:r>
              <a:rPr lang="en-US" sz="1667" b="1" dirty="0">
                <a:solidFill>
                  <a:srgbClr val="1E2761"/>
                </a:solidFill>
                <a:latin typeface="Calibri" pitchFamily="34" charset="0"/>
                <a:ea typeface="Calibri" pitchFamily="34" charset="-122"/>
                <a:cs typeface="Calibri" pitchFamily="34" charset="-120"/>
              </a:rPr>
              <a:t>Managing and Auditing IT Vulnerabilities</a:t>
            </a:r>
            <a:endParaRPr lang="en-US" sz="1667" dirty="0"/>
          </a:p>
        </p:txBody>
      </p:sp>
      <p:sp>
        <p:nvSpPr>
          <p:cNvPr id="26" name="Text 24"/>
          <p:cNvSpPr/>
          <p:nvPr/>
        </p:nvSpPr>
        <p:spPr>
          <a:xfrm>
            <a:off x="1560576" y="5522976"/>
            <a:ext cx="9631680" cy="292608"/>
          </a:xfrm>
          <a:prstGeom prst="rect">
            <a:avLst/>
          </a:prstGeom>
          <a:noFill/>
          <a:ln/>
        </p:spPr>
        <p:txBody>
          <a:bodyPr wrap="square" lIns="0" tIns="0" rIns="0" bIns="0" rtlCol="0" anchor="ctr"/>
          <a:lstStyle/>
          <a:p>
            <a:r>
              <a:rPr lang="en-US" sz="1400" dirty="0">
                <a:solidFill>
                  <a:srgbClr val="6B7A9F"/>
                </a:solidFill>
                <a:latin typeface="Calibri" pitchFamily="34" charset="0"/>
                <a:ea typeface="Calibri" pitchFamily="34" charset="-122"/>
                <a:cs typeface="Calibri" pitchFamily="34" charset="-120"/>
              </a:rPr>
              <a:t>Kerentanan sistem &amp; pengujian keamanan</a:t>
            </a:r>
            <a:endParaRPr lang="en-US" sz="1400" dirty="0"/>
          </a:p>
        </p:txBody>
      </p:sp>
      <p:sp>
        <p:nvSpPr>
          <p:cNvPr id="27" name="Shape 25"/>
          <p:cNvSpPr/>
          <p:nvPr/>
        </p:nvSpPr>
        <p:spPr>
          <a:xfrm>
            <a:off x="609600" y="5949696"/>
            <a:ext cx="10972800" cy="707136"/>
          </a:xfrm>
          <a:prstGeom prst="roundRect">
            <a:avLst>
              <a:gd name="adj" fmla="val 12069"/>
            </a:avLst>
          </a:prstGeom>
          <a:solidFill>
            <a:srgbClr val="F4F6FC"/>
          </a:solidFill>
          <a:ln/>
        </p:spPr>
      </p:sp>
      <p:sp>
        <p:nvSpPr>
          <p:cNvPr id="28" name="Text 26"/>
          <p:cNvSpPr/>
          <p:nvPr/>
        </p:nvSpPr>
        <p:spPr>
          <a:xfrm>
            <a:off x="792480" y="6059424"/>
            <a:ext cx="633984" cy="463296"/>
          </a:xfrm>
          <a:prstGeom prst="rect">
            <a:avLst/>
          </a:prstGeom>
          <a:noFill/>
          <a:ln/>
        </p:spPr>
        <p:txBody>
          <a:bodyPr wrap="square" lIns="0" tIns="0" rIns="0" bIns="0" rtlCol="0" anchor="ctr"/>
          <a:lstStyle/>
          <a:p>
            <a:pPr algn="ctr"/>
            <a:r>
              <a:rPr lang="en-US" sz="1733" b="1" dirty="0">
                <a:solidFill>
                  <a:srgbClr val="F4A261"/>
                </a:solidFill>
                <a:latin typeface="Calibri" pitchFamily="34" charset="0"/>
                <a:ea typeface="Calibri" pitchFamily="34" charset="-122"/>
                <a:cs typeface="Calibri" pitchFamily="34" charset="-120"/>
              </a:rPr>
              <a:t>07</a:t>
            </a:r>
            <a:endParaRPr lang="en-US" sz="1733" dirty="0"/>
          </a:p>
        </p:txBody>
      </p:sp>
      <p:sp>
        <p:nvSpPr>
          <p:cNvPr id="29" name="Text 27"/>
          <p:cNvSpPr/>
          <p:nvPr/>
        </p:nvSpPr>
        <p:spPr>
          <a:xfrm>
            <a:off x="1560576" y="5998464"/>
            <a:ext cx="4693920" cy="341376"/>
          </a:xfrm>
          <a:prstGeom prst="rect">
            <a:avLst/>
          </a:prstGeom>
          <a:noFill/>
          <a:ln/>
        </p:spPr>
        <p:txBody>
          <a:bodyPr wrap="square" lIns="0" tIns="0" rIns="0" bIns="0" rtlCol="0" anchor="ctr"/>
          <a:lstStyle/>
          <a:p>
            <a:r>
              <a:rPr lang="en-US" sz="1667" b="1" dirty="0">
                <a:solidFill>
                  <a:srgbClr val="1E2761"/>
                </a:solidFill>
                <a:latin typeface="Calibri" pitchFamily="34" charset="0"/>
                <a:ea typeface="Calibri" pitchFamily="34" charset="-122"/>
                <a:cs typeface="Calibri" pitchFamily="34" charset="-120"/>
              </a:rPr>
              <a:t>Information Technology Outsourcing</a:t>
            </a:r>
            <a:endParaRPr lang="en-US" sz="1667" dirty="0"/>
          </a:p>
        </p:txBody>
      </p:sp>
      <p:sp>
        <p:nvSpPr>
          <p:cNvPr id="30" name="Text 28"/>
          <p:cNvSpPr/>
          <p:nvPr/>
        </p:nvSpPr>
        <p:spPr>
          <a:xfrm>
            <a:off x="1560576" y="6315456"/>
            <a:ext cx="9631680" cy="292608"/>
          </a:xfrm>
          <a:prstGeom prst="rect">
            <a:avLst/>
          </a:prstGeom>
          <a:noFill/>
          <a:ln/>
        </p:spPr>
        <p:txBody>
          <a:bodyPr wrap="square" lIns="0" tIns="0" rIns="0" bIns="0" rtlCol="0" anchor="ctr"/>
          <a:lstStyle/>
          <a:p>
            <a:r>
              <a:rPr lang="en-US" sz="1400" dirty="0">
                <a:solidFill>
                  <a:srgbClr val="6B7A9F"/>
                </a:solidFill>
                <a:latin typeface="Calibri" pitchFamily="34" charset="0"/>
                <a:ea typeface="Calibri" pitchFamily="34" charset="-122"/>
                <a:cs typeface="Calibri" pitchFamily="34" charset="-120"/>
              </a:rPr>
              <a:t>Audit vendor, kontrak, dan risiko pihak ketiga</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390144"/>
            <a:ext cx="10972800" cy="609600"/>
          </a:xfrm>
          <a:prstGeom prst="rect">
            <a:avLst/>
          </a:prstGeom>
          <a:noFill/>
          <a:ln/>
        </p:spPr>
        <p:txBody>
          <a:bodyPr wrap="square" lIns="0" tIns="0" rIns="0" bIns="0" rtlCol="0" anchor="ctr"/>
          <a:lstStyle/>
          <a:p>
            <a:r>
              <a:rPr lang="en-US" sz="4000" b="1" dirty="0">
                <a:solidFill>
                  <a:srgbClr val="1E2761"/>
                </a:solidFill>
                <a:latin typeface="Cambria" pitchFamily="34" charset="0"/>
                <a:ea typeface="Cambria" pitchFamily="34" charset="-122"/>
                <a:cs typeface="Cambria" pitchFamily="34" charset="-120"/>
              </a:rPr>
              <a:t>Daftar GTAG Aktif  (2 / 2)</a:t>
            </a:r>
            <a:endParaRPr lang="en-US" sz="4000" dirty="0"/>
          </a:p>
        </p:txBody>
      </p:sp>
      <p:sp>
        <p:nvSpPr>
          <p:cNvPr id="3" name="Shape 1"/>
          <p:cNvSpPr/>
          <p:nvPr/>
        </p:nvSpPr>
        <p:spPr>
          <a:xfrm>
            <a:off x="609600" y="1194816"/>
            <a:ext cx="10972800" cy="707136"/>
          </a:xfrm>
          <a:prstGeom prst="roundRect">
            <a:avLst>
              <a:gd name="adj" fmla="val 12069"/>
            </a:avLst>
          </a:prstGeom>
          <a:solidFill>
            <a:srgbClr val="F4F6FC"/>
          </a:solidFill>
          <a:ln/>
        </p:spPr>
      </p:sp>
      <p:sp>
        <p:nvSpPr>
          <p:cNvPr id="4" name="Text 2"/>
          <p:cNvSpPr/>
          <p:nvPr/>
        </p:nvSpPr>
        <p:spPr>
          <a:xfrm>
            <a:off x="792480" y="1304544"/>
            <a:ext cx="633984" cy="463296"/>
          </a:xfrm>
          <a:prstGeom prst="rect">
            <a:avLst/>
          </a:prstGeom>
          <a:noFill/>
          <a:ln/>
        </p:spPr>
        <p:txBody>
          <a:bodyPr wrap="square" lIns="0" tIns="0" rIns="0" bIns="0" rtlCol="0" anchor="ctr"/>
          <a:lstStyle/>
          <a:p>
            <a:pPr algn="ctr"/>
            <a:r>
              <a:rPr lang="en-US" sz="1733" b="1" dirty="0">
                <a:solidFill>
                  <a:srgbClr val="F4A261"/>
                </a:solidFill>
                <a:latin typeface="Calibri" pitchFamily="34" charset="0"/>
                <a:ea typeface="Calibri" pitchFamily="34" charset="-122"/>
                <a:cs typeface="Calibri" pitchFamily="34" charset="-120"/>
              </a:rPr>
              <a:t>08</a:t>
            </a:r>
            <a:endParaRPr lang="en-US" sz="1733" dirty="0"/>
          </a:p>
        </p:txBody>
      </p:sp>
      <p:sp>
        <p:nvSpPr>
          <p:cNvPr id="5" name="Text 3"/>
          <p:cNvSpPr/>
          <p:nvPr/>
        </p:nvSpPr>
        <p:spPr>
          <a:xfrm>
            <a:off x="1560576" y="1243584"/>
            <a:ext cx="4693920" cy="341376"/>
          </a:xfrm>
          <a:prstGeom prst="rect">
            <a:avLst/>
          </a:prstGeom>
          <a:noFill/>
          <a:ln/>
        </p:spPr>
        <p:txBody>
          <a:bodyPr wrap="square" lIns="0" tIns="0" rIns="0" bIns="0" rtlCol="0" anchor="ctr"/>
          <a:lstStyle/>
          <a:p>
            <a:r>
              <a:rPr lang="en-US" sz="1667" b="1" dirty="0">
                <a:solidFill>
                  <a:srgbClr val="1E2761"/>
                </a:solidFill>
                <a:latin typeface="Calibri" pitchFamily="34" charset="0"/>
                <a:ea typeface="Calibri" pitchFamily="34" charset="-122"/>
                <a:cs typeface="Calibri" pitchFamily="34" charset="-120"/>
              </a:rPr>
              <a:t>Auditing Application Controls</a:t>
            </a:r>
            <a:endParaRPr lang="en-US" sz="1667" dirty="0"/>
          </a:p>
        </p:txBody>
      </p:sp>
      <p:sp>
        <p:nvSpPr>
          <p:cNvPr id="6" name="Text 4"/>
          <p:cNvSpPr/>
          <p:nvPr/>
        </p:nvSpPr>
        <p:spPr>
          <a:xfrm>
            <a:off x="1560576" y="1560576"/>
            <a:ext cx="9631680" cy="292608"/>
          </a:xfrm>
          <a:prstGeom prst="rect">
            <a:avLst/>
          </a:prstGeom>
          <a:noFill/>
          <a:ln/>
        </p:spPr>
        <p:txBody>
          <a:bodyPr wrap="square" lIns="0" tIns="0" rIns="0" bIns="0" rtlCol="0" anchor="ctr"/>
          <a:lstStyle/>
          <a:p>
            <a:r>
              <a:rPr lang="en-US" sz="1400" dirty="0">
                <a:solidFill>
                  <a:srgbClr val="6B7A9F"/>
                </a:solidFill>
                <a:latin typeface="Calibri" pitchFamily="34" charset="0"/>
                <a:ea typeface="Calibri" pitchFamily="34" charset="-122"/>
                <a:cs typeface="Calibri" pitchFamily="34" charset="-120"/>
              </a:rPr>
              <a:t>Kontrol input, proses, output — sepanjang siklus aplikasi</a:t>
            </a:r>
            <a:endParaRPr lang="en-US" sz="1400" dirty="0"/>
          </a:p>
        </p:txBody>
      </p:sp>
      <p:sp>
        <p:nvSpPr>
          <p:cNvPr id="7" name="Shape 5"/>
          <p:cNvSpPr/>
          <p:nvPr/>
        </p:nvSpPr>
        <p:spPr>
          <a:xfrm>
            <a:off x="609600" y="1987296"/>
            <a:ext cx="10972800" cy="707136"/>
          </a:xfrm>
          <a:prstGeom prst="roundRect">
            <a:avLst>
              <a:gd name="adj" fmla="val 12069"/>
            </a:avLst>
          </a:prstGeom>
          <a:solidFill>
            <a:srgbClr val="FFFFFF"/>
          </a:solidFill>
          <a:ln/>
        </p:spPr>
      </p:sp>
      <p:sp>
        <p:nvSpPr>
          <p:cNvPr id="8" name="Text 6"/>
          <p:cNvSpPr/>
          <p:nvPr/>
        </p:nvSpPr>
        <p:spPr>
          <a:xfrm>
            <a:off x="792480" y="2097024"/>
            <a:ext cx="633984" cy="463296"/>
          </a:xfrm>
          <a:prstGeom prst="rect">
            <a:avLst/>
          </a:prstGeom>
          <a:noFill/>
          <a:ln/>
        </p:spPr>
        <p:txBody>
          <a:bodyPr wrap="square" lIns="0" tIns="0" rIns="0" bIns="0" rtlCol="0" anchor="ctr"/>
          <a:lstStyle/>
          <a:p>
            <a:pPr algn="ctr"/>
            <a:r>
              <a:rPr lang="en-US" sz="1733" b="1" dirty="0">
                <a:solidFill>
                  <a:srgbClr val="F4A261"/>
                </a:solidFill>
                <a:latin typeface="Calibri" pitchFamily="34" charset="0"/>
                <a:ea typeface="Calibri" pitchFamily="34" charset="-122"/>
                <a:cs typeface="Calibri" pitchFamily="34" charset="-120"/>
              </a:rPr>
              <a:t>09</a:t>
            </a:r>
            <a:endParaRPr lang="en-US" sz="1733" dirty="0"/>
          </a:p>
        </p:txBody>
      </p:sp>
      <p:sp>
        <p:nvSpPr>
          <p:cNvPr id="9" name="Text 7"/>
          <p:cNvSpPr/>
          <p:nvPr/>
        </p:nvSpPr>
        <p:spPr>
          <a:xfrm>
            <a:off x="1560576" y="2036064"/>
            <a:ext cx="4693920" cy="341376"/>
          </a:xfrm>
          <a:prstGeom prst="rect">
            <a:avLst/>
          </a:prstGeom>
          <a:noFill/>
          <a:ln/>
        </p:spPr>
        <p:txBody>
          <a:bodyPr wrap="square" lIns="0" tIns="0" rIns="0" bIns="0" rtlCol="0" anchor="ctr"/>
          <a:lstStyle/>
          <a:p>
            <a:r>
              <a:rPr lang="en-US" sz="1667" b="1" dirty="0">
                <a:solidFill>
                  <a:srgbClr val="1E2761"/>
                </a:solidFill>
                <a:latin typeface="Calibri" pitchFamily="34" charset="0"/>
                <a:ea typeface="Calibri" pitchFamily="34" charset="-122"/>
                <a:cs typeface="Calibri" pitchFamily="34" charset="-120"/>
              </a:rPr>
              <a:t>Identity and Access Management</a:t>
            </a:r>
            <a:endParaRPr lang="en-US" sz="1667" dirty="0"/>
          </a:p>
        </p:txBody>
      </p:sp>
      <p:sp>
        <p:nvSpPr>
          <p:cNvPr id="10" name="Text 8"/>
          <p:cNvSpPr/>
          <p:nvPr/>
        </p:nvSpPr>
        <p:spPr>
          <a:xfrm>
            <a:off x="1560576" y="2353056"/>
            <a:ext cx="9631680" cy="292608"/>
          </a:xfrm>
          <a:prstGeom prst="rect">
            <a:avLst/>
          </a:prstGeom>
          <a:noFill/>
          <a:ln/>
        </p:spPr>
        <p:txBody>
          <a:bodyPr wrap="square" lIns="0" tIns="0" rIns="0" bIns="0" rtlCol="0" anchor="ctr"/>
          <a:lstStyle/>
          <a:p>
            <a:r>
              <a:rPr lang="en-US" sz="1400" dirty="0">
                <a:solidFill>
                  <a:srgbClr val="6B7A9F"/>
                </a:solidFill>
                <a:latin typeface="Calibri" pitchFamily="34" charset="0"/>
                <a:ea typeface="Calibri" pitchFamily="34" charset="-122"/>
                <a:cs typeface="Calibri" pitchFamily="34" charset="-120"/>
              </a:rPr>
              <a:t>Manajemen identitas, hak akses, dan privilege</a:t>
            </a:r>
            <a:endParaRPr lang="en-US" sz="1400" dirty="0"/>
          </a:p>
        </p:txBody>
      </p:sp>
      <p:sp>
        <p:nvSpPr>
          <p:cNvPr id="11" name="Shape 9"/>
          <p:cNvSpPr/>
          <p:nvPr/>
        </p:nvSpPr>
        <p:spPr>
          <a:xfrm>
            <a:off x="609600" y="2779776"/>
            <a:ext cx="10972800" cy="707136"/>
          </a:xfrm>
          <a:prstGeom prst="roundRect">
            <a:avLst>
              <a:gd name="adj" fmla="val 12069"/>
            </a:avLst>
          </a:prstGeom>
          <a:solidFill>
            <a:srgbClr val="F4F6FC"/>
          </a:solidFill>
          <a:ln/>
        </p:spPr>
      </p:sp>
      <p:sp>
        <p:nvSpPr>
          <p:cNvPr id="12" name="Text 10"/>
          <p:cNvSpPr/>
          <p:nvPr/>
        </p:nvSpPr>
        <p:spPr>
          <a:xfrm>
            <a:off x="792480" y="2889504"/>
            <a:ext cx="633984" cy="463296"/>
          </a:xfrm>
          <a:prstGeom prst="rect">
            <a:avLst/>
          </a:prstGeom>
          <a:noFill/>
          <a:ln/>
        </p:spPr>
        <p:txBody>
          <a:bodyPr wrap="square" lIns="0" tIns="0" rIns="0" bIns="0" rtlCol="0" anchor="ctr"/>
          <a:lstStyle/>
          <a:p>
            <a:pPr algn="ctr"/>
            <a:r>
              <a:rPr lang="en-US" sz="1733" b="1" dirty="0">
                <a:solidFill>
                  <a:srgbClr val="F4A261"/>
                </a:solidFill>
                <a:latin typeface="Calibri" pitchFamily="34" charset="0"/>
                <a:ea typeface="Calibri" pitchFamily="34" charset="-122"/>
                <a:cs typeface="Calibri" pitchFamily="34" charset="-120"/>
              </a:rPr>
              <a:t>10</a:t>
            </a:r>
            <a:endParaRPr lang="en-US" sz="1733" dirty="0"/>
          </a:p>
        </p:txBody>
      </p:sp>
      <p:sp>
        <p:nvSpPr>
          <p:cNvPr id="13" name="Text 11"/>
          <p:cNvSpPr/>
          <p:nvPr/>
        </p:nvSpPr>
        <p:spPr>
          <a:xfrm>
            <a:off x="1560576" y="2828544"/>
            <a:ext cx="4693920" cy="341376"/>
          </a:xfrm>
          <a:prstGeom prst="rect">
            <a:avLst/>
          </a:prstGeom>
          <a:noFill/>
          <a:ln/>
        </p:spPr>
        <p:txBody>
          <a:bodyPr wrap="square" lIns="0" tIns="0" rIns="0" bIns="0" rtlCol="0" anchor="ctr"/>
          <a:lstStyle/>
          <a:p>
            <a:r>
              <a:rPr lang="en-US" sz="1667" b="1" dirty="0">
                <a:solidFill>
                  <a:srgbClr val="1E2761"/>
                </a:solidFill>
                <a:latin typeface="Calibri" pitchFamily="34" charset="0"/>
                <a:ea typeface="Calibri" pitchFamily="34" charset="-122"/>
                <a:cs typeface="Calibri" pitchFamily="34" charset="-120"/>
              </a:rPr>
              <a:t>Business Continuity Management</a:t>
            </a:r>
            <a:endParaRPr lang="en-US" sz="1667" dirty="0"/>
          </a:p>
        </p:txBody>
      </p:sp>
      <p:sp>
        <p:nvSpPr>
          <p:cNvPr id="14" name="Text 12"/>
          <p:cNvSpPr/>
          <p:nvPr/>
        </p:nvSpPr>
        <p:spPr>
          <a:xfrm>
            <a:off x="1560576" y="3145536"/>
            <a:ext cx="9631680" cy="292608"/>
          </a:xfrm>
          <a:prstGeom prst="rect">
            <a:avLst/>
          </a:prstGeom>
          <a:noFill/>
          <a:ln/>
        </p:spPr>
        <p:txBody>
          <a:bodyPr wrap="square" lIns="0" tIns="0" rIns="0" bIns="0" rtlCol="0" anchor="ctr"/>
          <a:lstStyle/>
          <a:p>
            <a:r>
              <a:rPr lang="en-US" sz="1400" dirty="0">
                <a:solidFill>
                  <a:srgbClr val="6B7A9F"/>
                </a:solidFill>
                <a:latin typeface="Calibri" pitchFamily="34" charset="0"/>
                <a:ea typeface="Calibri" pitchFamily="34" charset="-122"/>
                <a:cs typeface="Calibri" pitchFamily="34" charset="-120"/>
              </a:rPr>
              <a:t>Kelangsungan bisnis &amp; disaster recovery</a:t>
            </a:r>
            <a:endParaRPr lang="en-US" sz="1400" dirty="0"/>
          </a:p>
        </p:txBody>
      </p:sp>
      <p:sp>
        <p:nvSpPr>
          <p:cNvPr id="15" name="Shape 13"/>
          <p:cNvSpPr/>
          <p:nvPr/>
        </p:nvSpPr>
        <p:spPr>
          <a:xfrm>
            <a:off x="609600" y="3572256"/>
            <a:ext cx="10972800" cy="707136"/>
          </a:xfrm>
          <a:prstGeom prst="roundRect">
            <a:avLst>
              <a:gd name="adj" fmla="val 12069"/>
            </a:avLst>
          </a:prstGeom>
          <a:solidFill>
            <a:srgbClr val="FFFFFF"/>
          </a:solidFill>
          <a:ln/>
        </p:spPr>
      </p:sp>
      <p:sp>
        <p:nvSpPr>
          <p:cNvPr id="16" name="Text 14"/>
          <p:cNvSpPr/>
          <p:nvPr/>
        </p:nvSpPr>
        <p:spPr>
          <a:xfrm>
            <a:off x="792480" y="3681984"/>
            <a:ext cx="633984" cy="463296"/>
          </a:xfrm>
          <a:prstGeom prst="rect">
            <a:avLst/>
          </a:prstGeom>
          <a:noFill/>
          <a:ln/>
        </p:spPr>
        <p:txBody>
          <a:bodyPr wrap="square" lIns="0" tIns="0" rIns="0" bIns="0" rtlCol="0" anchor="ctr"/>
          <a:lstStyle/>
          <a:p>
            <a:pPr algn="ctr"/>
            <a:r>
              <a:rPr lang="en-US" sz="1733" b="1" dirty="0">
                <a:solidFill>
                  <a:srgbClr val="F4A261"/>
                </a:solidFill>
                <a:latin typeface="Calibri" pitchFamily="34" charset="0"/>
                <a:ea typeface="Calibri" pitchFamily="34" charset="-122"/>
                <a:cs typeface="Calibri" pitchFamily="34" charset="-120"/>
              </a:rPr>
              <a:t>11</a:t>
            </a:r>
            <a:endParaRPr lang="en-US" sz="1733" dirty="0"/>
          </a:p>
        </p:txBody>
      </p:sp>
      <p:sp>
        <p:nvSpPr>
          <p:cNvPr id="17" name="Text 15"/>
          <p:cNvSpPr/>
          <p:nvPr/>
        </p:nvSpPr>
        <p:spPr>
          <a:xfrm>
            <a:off x="1560576" y="3621024"/>
            <a:ext cx="4693920" cy="341376"/>
          </a:xfrm>
          <a:prstGeom prst="rect">
            <a:avLst/>
          </a:prstGeom>
          <a:noFill/>
          <a:ln/>
        </p:spPr>
        <p:txBody>
          <a:bodyPr wrap="square" lIns="0" tIns="0" rIns="0" bIns="0" rtlCol="0" anchor="ctr"/>
          <a:lstStyle/>
          <a:p>
            <a:r>
              <a:rPr lang="en-US" sz="1667" b="1" dirty="0">
                <a:solidFill>
                  <a:srgbClr val="1E2761"/>
                </a:solidFill>
                <a:latin typeface="Calibri" pitchFamily="34" charset="0"/>
                <a:ea typeface="Calibri" pitchFamily="34" charset="-122"/>
                <a:cs typeface="Calibri" pitchFamily="34" charset="-120"/>
              </a:rPr>
              <a:t>Developing the IT Audit Plan</a:t>
            </a:r>
            <a:endParaRPr lang="en-US" sz="1667" dirty="0"/>
          </a:p>
        </p:txBody>
      </p:sp>
      <p:sp>
        <p:nvSpPr>
          <p:cNvPr id="18" name="Text 16"/>
          <p:cNvSpPr/>
          <p:nvPr/>
        </p:nvSpPr>
        <p:spPr>
          <a:xfrm>
            <a:off x="1560576" y="3938016"/>
            <a:ext cx="9631680" cy="292608"/>
          </a:xfrm>
          <a:prstGeom prst="rect">
            <a:avLst/>
          </a:prstGeom>
          <a:noFill/>
          <a:ln/>
        </p:spPr>
        <p:txBody>
          <a:bodyPr wrap="square" lIns="0" tIns="0" rIns="0" bIns="0" rtlCol="0" anchor="ctr"/>
          <a:lstStyle/>
          <a:p>
            <a:r>
              <a:rPr lang="en-US" sz="1400" dirty="0">
                <a:solidFill>
                  <a:srgbClr val="6B7A9F"/>
                </a:solidFill>
                <a:latin typeface="Calibri" pitchFamily="34" charset="0"/>
                <a:ea typeface="Calibri" pitchFamily="34" charset="-122"/>
                <a:cs typeface="Calibri" pitchFamily="34" charset="-120"/>
              </a:rPr>
              <a:t>Perencanaan audit IT berbasis risiko</a:t>
            </a:r>
            <a:endParaRPr lang="en-US" sz="1400" dirty="0"/>
          </a:p>
        </p:txBody>
      </p:sp>
      <p:sp>
        <p:nvSpPr>
          <p:cNvPr id="19" name="Shape 17"/>
          <p:cNvSpPr/>
          <p:nvPr/>
        </p:nvSpPr>
        <p:spPr>
          <a:xfrm>
            <a:off x="609600" y="4364736"/>
            <a:ext cx="10972800" cy="707136"/>
          </a:xfrm>
          <a:prstGeom prst="roundRect">
            <a:avLst>
              <a:gd name="adj" fmla="val 12069"/>
            </a:avLst>
          </a:prstGeom>
          <a:solidFill>
            <a:srgbClr val="F4F6FC"/>
          </a:solidFill>
          <a:ln/>
        </p:spPr>
      </p:sp>
      <p:sp>
        <p:nvSpPr>
          <p:cNvPr id="20" name="Text 18"/>
          <p:cNvSpPr/>
          <p:nvPr/>
        </p:nvSpPr>
        <p:spPr>
          <a:xfrm>
            <a:off x="792480" y="4474464"/>
            <a:ext cx="633984" cy="463296"/>
          </a:xfrm>
          <a:prstGeom prst="rect">
            <a:avLst/>
          </a:prstGeom>
          <a:noFill/>
          <a:ln/>
        </p:spPr>
        <p:txBody>
          <a:bodyPr wrap="square" lIns="0" tIns="0" rIns="0" bIns="0" rtlCol="0" anchor="ctr"/>
          <a:lstStyle/>
          <a:p>
            <a:pPr algn="ctr"/>
            <a:r>
              <a:rPr lang="en-US" sz="1733" b="1" dirty="0">
                <a:solidFill>
                  <a:srgbClr val="F4A261"/>
                </a:solidFill>
                <a:latin typeface="Calibri" pitchFamily="34" charset="0"/>
                <a:ea typeface="Calibri" pitchFamily="34" charset="-122"/>
                <a:cs typeface="Calibri" pitchFamily="34" charset="-120"/>
              </a:rPr>
              <a:t>12</a:t>
            </a:r>
            <a:endParaRPr lang="en-US" sz="1733" dirty="0"/>
          </a:p>
        </p:txBody>
      </p:sp>
      <p:sp>
        <p:nvSpPr>
          <p:cNvPr id="21" name="Text 19"/>
          <p:cNvSpPr/>
          <p:nvPr/>
        </p:nvSpPr>
        <p:spPr>
          <a:xfrm>
            <a:off x="1560576" y="4413504"/>
            <a:ext cx="4693920" cy="341376"/>
          </a:xfrm>
          <a:prstGeom prst="rect">
            <a:avLst/>
          </a:prstGeom>
          <a:noFill/>
          <a:ln/>
        </p:spPr>
        <p:txBody>
          <a:bodyPr wrap="square" lIns="0" tIns="0" rIns="0" bIns="0" rtlCol="0" anchor="ctr"/>
          <a:lstStyle/>
          <a:p>
            <a:r>
              <a:rPr lang="en-US" sz="1667" b="1" dirty="0">
                <a:solidFill>
                  <a:srgbClr val="1E2761"/>
                </a:solidFill>
                <a:latin typeface="Calibri" pitchFamily="34" charset="0"/>
                <a:ea typeface="Calibri" pitchFamily="34" charset="-122"/>
                <a:cs typeface="Calibri" pitchFamily="34" charset="-120"/>
              </a:rPr>
              <a:t>Auditing IT Projects</a:t>
            </a:r>
            <a:endParaRPr lang="en-US" sz="1667" dirty="0"/>
          </a:p>
        </p:txBody>
      </p:sp>
      <p:sp>
        <p:nvSpPr>
          <p:cNvPr id="22" name="Text 20"/>
          <p:cNvSpPr/>
          <p:nvPr/>
        </p:nvSpPr>
        <p:spPr>
          <a:xfrm>
            <a:off x="1560576" y="4730496"/>
            <a:ext cx="9631680" cy="292608"/>
          </a:xfrm>
          <a:prstGeom prst="rect">
            <a:avLst/>
          </a:prstGeom>
          <a:noFill/>
          <a:ln/>
        </p:spPr>
        <p:txBody>
          <a:bodyPr wrap="square" lIns="0" tIns="0" rIns="0" bIns="0" rtlCol="0" anchor="ctr"/>
          <a:lstStyle/>
          <a:p>
            <a:r>
              <a:rPr lang="en-US" sz="1400" dirty="0">
                <a:solidFill>
                  <a:srgbClr val="6B7A9F"/>
                </a:solidFill>
                <a:latin typeface="Calibri" pitchFamily="34" charset="0"/>
                <a:ea typeface="Calibri" pitchFamily="34" charset="-122"/>
                <a:cs typeface="Calibri" pitchFamily="34" charset="-120"/>
              </a:rPr>
              <a:t>Audit proyek pengembangan sistem (SDLC)</a:t>
            </a:r>
            <a:endParaRPr lang="en-US" sz="1400" dirty="0"/>
          </a:p>
        </p:txBody>
      </p:sp>
      <p:sp>
        <p:nvSpPr>
          <p:cNvPr id="23" name="Shape 21"/>
          <p:cNvSpPr/>
          <p:nvPr/>
        </p:nvSpPr>
        <p:spPr>
          <a:xfrm>
            <a:off x="609600" y="5157216"/>
            <a:ext cx="10972800" cy="707136"/>
          </a:xfrm>
          <a:prstGeom prst="roundRect">
            <a:avLst>
              <a:gd name="adj" fmla="val 12069"/>
            </a:avLst>
          </a:prstGeom>
          <a:solidFill>
            <a:srgbClr val="FFFFFF"/>
          </a:solidFill>
          <a:ln/>
        </p:spPr>
      </p:sp>
      <p:sp>
        <p:nvSpPr>
          <p:cNvPr id="24" name="Text 22"/>
          <p:cNvSpPr/>
          <p:nvPr/>
        </p:nvSpPr>
        <p:spPr>
          <a:xfrm>
            <a:off x="792480" y="5266944"/>
            <a:ext cx="633984" cy="463296"/>
          </a:xfrm>
          <a:prstGeom prst="rect">
            <a:avLst/>
          </a:prstGeom>
          <a:noFill/>
          <a:ln/>
        </p:spPr>
        <p:txBody>
          <a:bodyPr wrap="square" lIns="0" tIns="0" rIns="0" bIns="0" rtlCol="0" anchor="ctr"/>
          <a:lstStyle/>
          <a:p>
            <a:pPr algn="ctr"/>
            <a:r>
              <a:rPr lang="en-US" sz="1733" b="1" dirty="0">
                <a:solidFill>
                  <a:srgbClr val="F4A261"/>
                </a:solidFill>
                <a:latin typeface="Calibri" pitchFamily="34" charset="0"/>
                <a:ea typeface="Calibri" pitchFamily="34" charset="-122"/>
                <a:cs typeface="Calibri" pitchFamily="34" charset="-120"/>
              </a:rPr>
              <a:t>13</a:t>
            </a:r>
            <a:endParaRPr lang="en-US" sz="1733" dirty="0"/>
          </a:p>
        </p:txBody>
      </p:sp>
      <p:sp>
        <p:nvSpPr>
          <p:cNvPr id="25" name="Text 23"/>
          <p:cNvSpPr/>
          <p:nvPr/>
        </p:nvSpPr>
        <p:spPr>
          <a:xfrm>
            <a:off x="1560576" y="5205984"/>
            <a:ext cx="4693920" cy="341376"/>
          </a:xfrm>
          <a:prstGeom prst="rect">
            <a:avLst/>
          </a:prstGeom>
          <a:noFill/>
          <a:ln/>
        </p:spPr>
        <p:txBody>
          <a:bodyPr wrap="square" lIns="0" tIns="0" rIns="0" bIns="0" rtlCol="0" anchor="ctr"/>
          <a:lstStyle/>
          <a:p>
            <a:r>
              <a:rPr lang="en-US" sz="1667" b="1" dirty="0">
                <a:solidFill>
                  <a:srgbClr val="1E2761"/>
                </a:solidFill>
                <a:latin typeface="Calibri" pitchFamily="34" charset="0"/>
                <a:ea typeface="Calibri" pitchFamily="34" charset="-122"/>
                <a:cs typeface="Calibri" pitchFamily="34" charset="-120"/>
              </a:rPr>
              <a:t>Fraud Prevention and Detection in IT</a:t>
            </a:r>
            <a:endParaRPr lang="en-US" sz="1667" dirty="0"/>
          </a:p>
        </p:txBody>
      </p:sp>
      <p:sp>
        <p:nvSpPr>
          <p:cNvPr id="26" name="Text 24"/>
          <p:cNvSpPr/>
          <p:nvPr/>
        </p:nvSpPr>
        <p:spPr>
          <a:xfrm>
            <a:off x="1560576" y="5522976"/>
            <a:ext cx="9631680" cy="292608"/>
          </a:xfrm>
          <a:prstGeom prst="rect">
            <a:avLst/>
          </a:prstGeom>
          <a:noFill/>
          <a:ln/>
        </p:spPr>
        <p:txBody>
          <a:bodyPr wrap="square" lIns="0" tIns="0" rIns="0" bIns="0" rtlCol="0" anchor="ctr"/>
          <a:lstStyle/>
          <a:p>
            <a:r>
              <a:rPr lang="en-US" sz="1400" dirty="0">
                <a:solidFill>
                  <a:srgbClr val="6B7A9F"/>
                </a:solidFill>
                <a:latin typeface="Calibri" pitchFamily="34" charset="0"/>
                <a:ea typeface="Calibri" pitchFamily="34" charset="-122"/>
                <a:cs typeface="Calibri" pitchFamily="34" charset="-120"/>
              </a:rPr>
              <a:t>Pencegahan &amp; deteksi fraud berbasis teknologi</a:t>
            </a:r>
            <a:endParaRPr lang="en-US" sz="1400" dirty="0"/>
          </a:p>
        </p:txBody>
      </p:sp>
      <p:sp>
        <p:nvSpPr>
          <p:cNvPr id="27" name="Shape 25"/>
          <p:cNvSpPr/>
          <p:nvPr/>
        </p:nvSpPr>
        <p:spPr>
          <a:xfrm>
            <a:off x="609600" y="5949696"/>
            <a:ext cx="10972800" cy="707136"/>
          </a:xfrm>
          <a:prstGeom prst="roundRect">
            <a:avLst>
              <a:gd name="adj" fmla="val 12069"/>
            </a:avLst>
          </a:prstGeom>
          <a:solidFill>
            <a:srgbClr val="F4F6FC"/>
          </a:solidFill>
          <a:ln/>
        </p:spPr>
      </p:sp>
      <p:sp>
        <p:nvSpPr>
          <p:cNvPr id="28" name="Text 26"/>
          <p:cNvSpPr/>
          <p:nvPr/>
        </p:nvSpPr>
        <p:spPr>
          <a:xfrm>
            <a:off x="792480" y="6059424"/>
            <a:ext cx="633984" cy="463296"/>
          </a:xfrm>
          <a:prstGeom prst="rect">
            <a:avLst/>
          </a:prstGeom>
          <a:noFill/>
          <a:ln/>
        </p:spPr>
        <p:txBody>
          <a:bodyPr wrap="square" lIns="0" tIns="0" rIns="0" bIns="0" rtlCol="0" anchor="ctr"/>
          <a:lstStyle/>
          <a:p>
            <a:pPr algn="ctr"/>
            <a:r>
              <a:rPr lang="en-US" sz="1733" b="1" dirty="0">
                <a:solidFill>
                  <a:srgbClr val="F4A261"/>
                </a:solidFill>
                <a:latin typeface="Calibri" pitchFamily="34" charset="0"/>
                <a:ea typeface="Calibri" pitchFamily="34" charset="-122"/>
                <a:cs typeface="Calibri" pitchFamily="34" charset="-120"/>
              </a:rPr>
              <a:t>14</a:t>
            </a:r>
            <a:endParaRPr lang="en-US" sz="1733" dirty="0"/>
          </a:p>
        </p:txBody>
      </p:sp>
      <p:sp>
        <p:nvSpPr>
          <p:cNvPr id="29" name="Text 27"/>
          <p:cNvSpPr/>
          <p:nvPr/>
        </p:nvSpPr>
        <p:spPr>
          <a:xfrm>
            <a:off x="1560576" y="5998464"/>
            <a:ext cx="4693920" cy="341376"/>
          </a:xfrm>
          <a:prstGeom prst="rect">
            <a:avLst/>
          </a:prstGeom>
          <a:noFill/>
          <a:ln/>
        </p:spPr>
        <p:txBody>
          <a:bodyPr wrap="square" lIns="0" tIns="0" rIns="0" bIns="0" rtlCol="0" anchor="ctr"/>
          <a:lstStyle/>
          <a:p>
            <a:r>
              <a:rPr lang="en-US" sz="1667" b="1" dirty="0">
                <a:solidFill>
                  <a:srgbClr val="1E2761"/>
                </a:solidFill>
                <a:latin typeface="Calibri" pitchFamily="34" charset="0"/>
                <a:ea typeface="Calibri" pitchFamily="34" charset="-122"/>
                <a:cs typeface="Calibri" pitchFamily="34" charset="-120"/>
              </a:rPr>
              <a:t>Auditing User-developed Applications</a:t>
            </a:r>
            <a:endParaRPr lang="en-US" sz="1667" dirty="0"/>
          </a:p>
        </p:txBody>
      </p:sp>
      <p:sp>
        <p:nvSpPr>
          <p:cNvPr id="30" name="Text 28"/>
          <p:cNvSpPr/>
          <p:nvPr/>
        </p:nvSpPr>
        <p:spPr>
          <a:xfrm>
            <a:off x="1560576" y="6315456"/>
            <a:ext cx="9631680" cy="292608"/>
          </a:xfrm>
          <a:prstGeom prst="rect">
            <a:avLst/>
          </a:prstGeom>
          <a:noFill/>
          <a:ln/>
        </p:spPr>
        <p:txBody>
          <a:bodyPr wrap="square" lIns="0" tIns="0" rIns="0" bIns="0" rtlCol="0" anchor="ctr"/>
          <a:lstStyle/>
          <a:p>
            <a:r>
              <a:rPr lang="en-US" sz="1400" dirty="0">
                <a:solidFill>
                  <a:srgbClr val="6B7A9F"/>
                </a:solidFill>
                <a:latin typeface="Calibri" pitchFamily="34" charset="0"/>
                <a:ea typeface="Calibri" pitchFamily="34" charset="-122"/>
                <a:cs typeface="Calibri" pitchFamily="34" charset="-120"/>
              </a:rPr>
              <a:t>Audit Excel macro, Access DB, dan aplikasi buatan user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341376"/>
            <a:ext cx="2926080" cy="512064"/>
          </a:xfrm>
          <a:prstGeom prst="roundRect">
            <a:avLst>
              <a:gd name="adj" fmla="val 19048"/>
            </a:avLst>
          </a:prstGeom>
          <a:solidFill>
            <a:srgbClr val="028090"/>
          </a:solidFill>
          <a:ln/>
        </p:spPr>
      </p:sp>
      <p:sp>
        <p:nvSpPr>
          <p:cNvPr id="3" name="Text 1"/>
          <p:cNvSpPr/>
          <p:nvPr/>
        </p:nvSpPr>
        <p:spPr>
          <a:xfrm>
            <a:off x="609600" y="341376"/>
            <a:ext cx="2926080" cy="512064"/>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Domain 1</a:t>
            </a:r>
            <a:endParaRPr lang="en-US" sz="1733" dirty="0"/>
          </a:p>
        </p:txBody>
      </p:sp>
      <p:sp>
        <p:nvSpPr>
          <p:cNvPr id="4" name="Text 2"/>
          <p:cNvSpPr/>
          <p:nvPr/>
        </p:nvSpPr>
        <p:spPr>
          <a:xfrm>
            <a:off x="3718560" y="365760"/>
            <a:ext cx="7924800" cy="463296"/>
          </a:xfrm>
          <a:prstGeom prst="rect">
            <a:avLst/>
          </a:prstGeom>
          <a:noFill/>
          <a:ln/>
        </p:spPr>
        <p:txBody>
          <a:bodyPr wrap="square" lIns="0" tIns="0" rIns="0" bIns="0" rtlCol="0" anchor="ctr"/>
          <a:lstStyle/>
          <a:p>
            <a:r>
              <a:rPr lang="en-US" sz="2933" b="1" dirty="0">
                <a:solidFill>
                  <a:srgbClr val="1E2761"/>
                </a:solidFill>
                <a:latin typeface="Cambria" pitchFamily="34" charset="0"/>
                <a:ea typeface="Cambria" pitchFamily="34" charset="-122"/>
                <a:cs typeface="Cambria" pitchFamily="34" charset="-120"/>
              </a:rPr>
              <a:t>Information System Auditing Process</a:t>
            </a:r>
            <a:endParaRPr lang="en-US" sz="2933" dirty="0"/>
          </a:p>
        </p:txBody>
      </p:sp>
      <p:sp>
        <p:nvSpPr>
          <p:cNvPr id="5" name="Text 3"/>
          <p:cNvSpPr/>
          <p:nvPr/>
        </p:nvSpPr>
        <p:spPr>
          <a:xfrm>
            <a:off x="731520" y="1097280"/>
            <a:ext cx="10972800" cy="390144"/>
          </a:xfrm>
          <a:prstGeom prst="rect">
            <a:avLst/>
          </a:prstGeom>
          <a:noFill/>
          <a:ln/>
        </p:spPr>
        <p:txBody>
          <a:bodyPr wrap="square" lIns="0" tIns="0" rIns="0" bIns="0" rtlCol="0" anchor="ctr"/>
          <a:lstStyle/>
          <a:p>
            <a:r>
              <a:rPr lang="en-US" sz="1733" b="1" dirty="0">
                <a:solidFill>
                  <a:srgbClr val="6B7A9F"/>
                </a:solidFill>
                <a:latin typeface="Calibri" pitchFamily="34" charset="0"/>
                <a:ea typeface="Calibri" pitchFamily="34" charset="-122"/>
                <a:cs typeface="Calibri" pitchFamily="34" charset="-120"/>
              </a:rPr>
              <a:t>GTAG yang relevan:</a:t>
            </a:r>
            <a:endParaRPr lang="en-US" sz="1733" dirty="0"/>
          </a:p>
        </p:txBody>
      </p:sp>
      <p:sp>
        <p:nvSpPr>
          <p:cNvPr id="6" name="Shape 4"/>
          <p:cNvSpPr/>
          <p:nvPr/>
        </p:nvSpPr>
        <p:spPr>
          <a:xfrm>
            <a:off x="609600" y="1645920"/>
            <a:ext cx="10948416" cy="1438656"/>
          </a:xfrm>
          <a:prstGeom prst="roundRect">
            <a:avLst>
              <a:gd name="adj" fmla="val 8475"/>
            </a:avLst>
          </a:prstGeom>
          <a:solidFill>
            <a:srgbClr val="E0F4F6"/>
          </a:solidFill>
          <a:ln/>
          <a:effectLst>
            <a:outerShdw blurRad="101600" dist="38100" dir="2700000" algn="bl" rotWithShape="0">
              <a:srgbClr val="000000">
                <a:alpha val="10000"/>
              </a:srgbClr>
            </a:outerShdw>
          </a:effectLst>
        </p:spPr>
      </p:sp>
      <p:sp>
        <p:nvSpPr>
          <p:cNvPr id="7" name="Shape 5"/>
          <p:cNvSpPr/>
          <p:nvPr/>
        </p:nvSpPr>
        <p:spPr>
          <a:xfrm>
            <a:off x="731520" y="1767840"/>
            <a:ext cx="1341120" cy="463296"/>
          </a:xfrm>
          <a:prstGeom prst="roundRect">
            <a:avLst>
              <a:gd name="adj" fmla="val 15789"/>
            </a:avLst>
          </a:prstGeom>
          <a:solidFill>
            <a:srgbClr val="028090"/>
          </a:solidFill>
          <a:ln/>
        </p:spPr>
      </p:sp>
      <p:sp>
        <p:nvSpPr>
          <p:cNvPr id="8" name="Text 6"/>
          <p:cNvSpPr/>
          <p:nvPr/>
        </p:nvSpPr>
        <p:spPr>
          <a:xfrm>
            <a:off x="731520" y="1767840"/>
            <a:ext cx="134112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GTAG 3</a:t>
            </a:r>
            <a:endParaRPr lang="en-US" sz="1467" dirty="0"/>
          </a:p>
        </p:txBody>
      </p:sp>
      <p:sp>
        <p:nvSpPr>
          <p:cNvPr id="9" name="Text 7"/>
          <p:cNvSpPr/>
          <p:nvPr/>
        </p:nvSpPr>
        <p:spPr>
          <a:xfrm>
            <a:off x="2255520" y="1767840"/>
            <a:ext cx="8961120" cy="463296"/>
          </a:xfrm>
          <a:prstGeom prst="rect">
            <a:avLst/>
          </a:prstGeom>
          <a:noFill/>
          <a:ln/>
        </p:spPr>
        <p:txBody>
          <a:bodyPr wrap="square" lIns="0" tIns="0" rIns="0" bIns="0" rtlCol="0" anchor="ctr"/>
          <a:lstStyle/>
          <a:p>
            <a:r>
              <a:rPr lang="en-US" sz="1733" b="1" dirty="0">
                <a:solidFill>
                  <a:srgbClr val="1E2761"/>
                </a:solidFill>
                <a:latin typeface="Calibri" pitchFamily="34" charset="0"/>
                <a:ea typeface="Calibri" pitchFamily="34" charset="-122"/>
                <a:cs typeface="Calibri" pitchFamily="34" charset="-120"/>
              </a:rPr>
              <a:t>Continuous Auditing</a:t>
            </a:r>
            <a:endParaRPr lang="en-US" sz="1733" dirty="0"/>
          </a:p>
        </p:txBody>
      </p:sp>
      <p:sp>
        <p:nvSpPr>
          <p:cNvPr id="10" name="Text 8"/>
          <p:cNvSpPr/>
          <p:nvPr/>
        </p:nvSpPr>
        <p:spPr>
          <a:xfrm>
            <a:off x="914400" y="2353056"/>
            <a:ext cx="10302240" cy="633984"/>
          </a:xfrm>
          <a:prstGeom prst="rect">
            <a:avLst/>
          </a:prstGeom>
          <a:noFill/>
          <a:ln/>
        </p:spPr>
        <p:txBody>
          <a:bodyPr wrap="square" lIns="0" tIns="0" rIns="0" bIns="0" rtlCol="0" anchor="ctr"/>
          <a:lstStyle/>
          <a:p>
            <a:r>
              <a:rPr lang="en-US" sz="1467" dirty="0">
                <a:solidFill>
                  <a:srgbClr val="333333"/>
                </a:solidFill>
                <a:latin typeface="Calibri" pitchFamily="34" charset="0"/>
                <a:ea typeface="Calibri" pitchFamily="34" charset="-122"/>
                <a:cs typeface="Calibri" pitchFamily="34" charset="-120"/>
              </a:rPr>
              <a:t>Teknik audit berkelanjutan menggunakan CAATs dan data analytics — inti dari evidence collection Domain 1</a:t>
            </a:r>
            <a:endParaRPr lang="en-US" sz="1467" dirty="0"/>
          </a:p>
        </p:txBody>
      </p:sp>
      <p:sp>
        <p:nvSpPr>
          <p:cNvPr id="11" name="Shape 9"/>
          <p:cNvSpPr/>
          <p:nvPr/>
        </p:nvSpPr>
        <p:spPr>
          <a:xfrm>
            <a:off x="609600" y="3206496"/>
            <a:ext cx="10948416" cy="1438656"/>
          </a:xfrm>
          <a:prstGeom prst="roundRect">
            <a:avLst>
              <a:gd name="adj" fmla="val 8475"/>
            </a:avLst>
          </a:prstGeom>
          <a:solidFill>
            <a:srgbClr val="E0F4F6"/>
          </a:solidFill>
          <a:ln/>
          <a:effectLst>
            <a:outerShdw blurRad="101600" dist="38100" dir="2700000" algn="bl" rotWithShape="0">
              <a:srgbClr val="000000">
                <a:alpha val="10000"/>
              </a:srgbClr>
            </a:outerShdw>
          </a:effectLst>
        </p:spPr>
      </p:sp>
      <p:sp>
        <p:nvSpPr>
          <p:cNvPr id="12" name="Shape 10"/>
          <p:cNvSpPr/>
          <p:nvPr/>
        </p:nvSpPr>
        <p:spPr>
          <a:xfrm>
            <a:off x="731520" y="3328416"/>
            <a:ext cx="1341120" cy="463296"/>
          </a:xfrm>
          <a:prstGeom prst="roundRect">
            <a:avLst>
              <a:gd name="adj" fmla="val 15789"/>
            </a:avLst>
          </a:prstGeom>
          <a:solidFill>
            <a:srgbClr val="028090"/>
          </a:solidFill>
          <a:ln/>
        </p:spPr>
      </p:sp>
      <p:sp>
        <p:nvSpPr>
          <p:cNvPr id="13" name="Text 11"/>
          <p:cNvSpPr/>
          <p:nvPr/>
        </p:nvSpPr>
        <p:spPr>
          <a:xfrm>
            <a:off x="731520" y="3328416"/>
            <a:ext cx="134112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GTAG 4</a:t>
            </a:r>
            <a:endParaRPr lang="en-US" sz="1467" dirty="0"/>
          </a:p>
        </p:txBody>
      </p:sp>
      <p:sp>
        <p:nvSpPr>
          <p:cNvPr id="14" name="Text 12"/>
          <p:cNvSpPr/>
          <p:nvPr/>
        </p:nvSpPr>
        <p:spPr>
          <a:xfrm>
            <a:off x="2255520" y="3328416"/>
            <a:ext cx="8961120" cy="463296"/>
          </a:xfrm>
          <a:prstGeom prst="rect">
            <a:avLst/>
          </a:prstGeom>
          <a:noFill/>
          <a:ln/>
        </p:spPr>
        <p:txBody>
          <a:bodyPr wrap="square" lIns="0" tIns="0" rIns="0" bIns="0" rtlCol="0" anchor="ctr"/>
          <a:lstStyle/>
          <a:p>
            <a:r>
              <a:rPr lang="en-US" sz="1733" b="1" dirty="0">
                <a:solidFill>
                  <a:srgbClr val="1E2761"/>
                </a:solidFill>
                <a:latin typeface="Calibri" pitchFamily="34" charset="0"/>
                <a:ea typeface="Calibri" pitchFamily="34" charset="-122"/>
                <a:cs typeface="Calibri" pitchFamily="34" charset="-120"/>
              </a:rPr>
              <a:t>Management of IT Auditing</a:t>
            </a:r>
            <a:endParaRPr lang="en-US" sz="1733" dirty="0"/>
          </a:p>
        </p:txBody>
      </p:sp>
      <p:sp>
        <p:nvSpPr>
          <p:cNvPr id="15" name="Text 13"/>
          <p:cNvSpPr/>
          <p:nvPr/>
        </p:nvSpPr>
        <p:spPr>
          <a:xfrm>
            <a:off x="914400" y="3913632"/>
            <a:ext cx="10302240" cy="633984"/>
          </a:xfrm>
          <a:prstGeom prst="rect">
            <a:avLst/>
          </a:prstGeom>
          <a:noFill/>
          <a:ln/>
        </p:spPr>
        <p:txBody>
          <a:bodyPr wrap="square" lIns="0" tIns="0" rIns="0" bIns="0" rtlCol="0" anchor="ctr"/>
          <a:lstStyle/>
          <a:p>
            <a:r>
              <a:rPr lang="en-US" sz="1467" dirty="0">
                <a:solidFill>
                  <a:srgbClr val="333333"/>
                </a:solidFill>
                <a:latin typeface="Calibri" pitchFamily="34" charset="0"/>
                <a:ea typeface="Calibri" pitchFamily="34" charset="-122"/>
                <a:cs typeface="Calibri" pitchFamily="34" charset="-120"/>
              </a:rPr>
              <a:t>Bagaimana merencanakan, mengelola, dan melaporkan IT audit — langsung mendukung proses audit Domain 1</a:t>
            </a:r>
            <a:endParaRPr lang="en-US" sz="1467" dirty="0"/>
          </a:p>
        </p:txBody>
      </p:sp>
      <p:sp>
        <p:nvSpPr>
          <p:cNvPr id="16" name="Shape 14"/>
          <p:cNvSpPr/>
          <p:nvPr/>
        </p:nvSpPr>
        <p:spPr>
          <a:xfrm>
            <a:off x="609600" y="4767072"/>
            <a:ext cx="10948416" cy="1438656"/>
          </a:xfrm>
          <a:prstGeom prst="roundRect">
            <a:avLst>
              <a:gd name="adj" fmla="val 8475"/>
            </a:avLst>
          </a:prstGeom>
          <a:solidFill>
            <a:srgbClr val="E0F4F6"/>
          </a:solidFill>
          <a:ln/>
          <a:effectLst>
            <a:outerShdw blurRad="101600" dist="38100" dir="2700000" algn="bl" rotWithShape="0">
              <a:srgbClr val="000000">
                <a:alpha val="10000"/>
              </a:srgbClr>
            </a:outerShdw>
          </a:effectLst>
        </p:spPr>
      </p:sp>
      <p:sp>
        <p:nvSpPr>
          <p:cNvPr id="17" name="Shape 15"/>
          <p:cNvSpPr/>
          <p:nvPr/>
        </p:nvSpPr>
        <p:spPr>
          <a:xfrm>
            <a:off x="731520" y="4888992"/>
            <a:ext cx="1341120" cy="463296"/>
          </a:xfrm>
          <a:prstGeom prst="roundRect">
            <a:avLst>
              <a:gd name="adj" fmla="val 15789"/>
            </a:avLst>
          </a:prstGeom>
          <a:solidFill>
            <a:srgbClr val="028090"/>
          </a:solidFill>
          <a:ln/>
        </p:spPr>
      </p:sp>
      <p:sp>
        <p:nvSpPr>
          <p:cNvPr id="18" name="Text 16"/>
          <p:cNvSpPr/>
          <p:nvPr/>
        </p:nvSpPr>
        <p:spPr>
          <a:xfrm>
            <a:off x="731520" y="4888992"/>
            <a:ext cx="134112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GTAG 11</a:t>
            </a:r>
            <a:endParaRPr lang="en-US" sz="1467" dirty="0"/>
          </a:p>
        </p:txBody>
      </p:sp>
      <p:sp>
        <p:nvSpPr>
          <p:cNvPr id="19" name="Text 17"/>
          <p:cNvSpPr/>
          <p:nvPr/>
        </p:nvSpPr>
        <p:spPr>
          <a:xfrm>
            <a:off x="2255520" y="4888992"/>
            <a:ext cx="8961120" cy="463296"/>
          </a:xfrm>
          <a:prstGeom prst="rect">
            <a:avLst/>
          </a:prstGeom>
          <a:noFill/>
          <a:ln/>
        </p:spPr>
        <p:txBody>
          <a:bodyPr wrap="square" lIns="0" tIns="0" rIns="0" bIns="0" rtlCol="0" anchor="ctr"/>
          <a:lstStyle/>
          <a:p>
            <a:r>
              <a:rPr lang="en-US" sz="1733" b="1" dirty="0">
                <a:solidFill>
                  <a:srgbClr val="1E2761"/>
                </a:solidFill>
                <a:latin typeface="Calibri" pitchFamily="34" charset="0"/>
                <a:ea typeface="Calibri" pitchFamily="34" charset="-122"/>
                <a:cs typeface="Calibri" pitchFamily="34" charset="-120"/>
              </a:rPr>
              <a:t>Developing the IT Audit Plan</a:t>
            </a:r>
            <a:endParaRPr lang="en-US" sz="1733" dirty="0"/>
          </a:p>
        </p:txBody>
      </p:sp>
      <p:sp>
        <p:nvSpPr>
          <p:cNvPr id="20" name="Text 18"/>
          <p:cNvSpPr/>
          <p:nvPr/>
        </p:nvSpPr>
        <p:spPr>
          <a:xfrm>
            <a:off x="914400" y="5474208"/>
            <a:ext cx="10302240" cy="633984"/>
          </a:xfrm>
          <a:prstGeom prst="rect">
            <a:avLst/>
          </a:prstGeom>
          <a:noFill/>
          <a:ln/>
        </p:spPr>
        <p:txBody>
          <a:bodyPr wrap="square" lIns="0" tIns="0" rIns="0" bIns="0" rtlCol="0" anchor="ctr"/>
          <a:lstStyle/>
          <a:p>
            <a:r>
              <a:rPr lang="en-US" sz="1467" dirty="0">
                <a:solidFill>
                  <a:srgbClr val="333333"/>
                </a:solidFill>
                <a:latin typeface="Calibri" pitchFamily="34" charset="0"/>
                <a:ea typeface="Calibri" pitchFamily="34" charset="-122"/>
                <a:cs typeface="Calibri" pitchFamily="34" charset="-120"/>
              </a:rPr>
              <a:t>Risk-based audit planning, menentukan scope dan prioritas — critical skill Domain 1</a:t>
            </a:r>
            <a:endParaRPr lang="en-US" sz="1467" dirty="0"/>
          </a:p>
        </p:txBody>
      </p:sp>
      <p:sp>
        <p:nvSpPr>
          <p:cNvPr id="21" name="Text 19"/>
          <p:cNvSpPr/>
          <p:nvPr/>
        </p:nvSpPr>
        <p:spPr>
          <a:xfrm>
            <a:off x="731520" y="6339840"/>
            <a:ext cx="10728960" cy="426720"/>
          </a:xfrm>
          <a:prstGeom prst="rect">
            <a:avLst/>
          </a:prstGeom>
          <a:noFill/>
          <a:ln/>
        </p:spPr>
        <p:txBody>
          <a:bodyPr wrap="square" lIns="0" tIns="0" rIns="0" bIns="0" rtlCol="0" anchor="ctr"/>
          <a:lstStyle/>
          <a:p>
            <a:r>
              <a:rPr lang="en-US" sz="1467" i="1" dirty="0">
                <a:solidFill>
                  <a:srgbClr val="6B7A9F"/>
                </a:solidFill>
                <a:latin typeface="Calibri" pitchFamily="34" charset="0"/>
                <a:ea typeface="Calibri" pitchFamily="34" charset="-122"/>
                <a:cs typeface="Calibri" pitchFamily="34" charset="-120"/>
              </a:rPr>
              <a:t>Benang merah: Domain 1 bicara tentang bagaimana auditor bekerja — GTAG 3, 4, dan 11 memberikan panduan praktis eksekusinya.</a:t>
            </a:r>
            <a:endParaRPr lang="en-US" sz="146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341376"/>
            <a:ext cx="2926080" cy="512064"/>
          </a:xfrm>
          <a:prstGeom prst="roundRect">
            <a:avLst>
              <a:gd name="adj" fmla="val 19048"/>
            </a:avLst>
          </a:prstGeom>
          <a:solidFill>
            <a:srgbClr val="2D6A4F"/>
          </a:solidFill>
          <a:ln/>
        </p:spPr>
      </p:sp>
      <p:sp>
        <p:nvSpPr>
          <p:cNvPr id="3" name="Text 1"/>
          <p:cNvSpPr/>
          <p:nvPr/>
        </p:nvSpPr>
        <p:spPr>
          <a:xfrm>
            <a:off x="609600" y="341376"/>
            <a:ext cx="2926080" cy="512064"/>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Domain 2</a:t>
            </a:r>
            <a:endParaRPr lang="en-US" sz="1733" dirty="0"/>
          </a:p>
        </p:txBody>
      </p:sp>
      <p:sp>
        <p:nvSpPr>
          <p:cNvPr id="4" name="Text 2"/>
          <p:cNvSpPr/>
          <p:nvPr/>
        </p:nvSpPr>
        <p:spPr>
          <a:xfrm>
            <a:off x="3718560" y="365760"/>
            <a:ext cx="7924800" cy="463296"/>
          </a:xfrm>
          <a:prstGeom prst="rect">
            <a:avLst/>
          </a:prstGeom>
          <a:noFill/>
          <a:ln/>
        </p:spPr>
        <p:txBody>
          <a:bodyPr wrap="square" lIns="0" tIns="0" rIns="0" bIns="0" rtlCol="0" anchor="ctr"/>
          <a:lstStyle/>
          <a:p>
            <a:r>
              <a:rPr lang="en-US" sz="2933" b="1" dirty="0">
                <a:solidFill>
                  <a:srgbClr val="1E2761"/>
                </a:solidFill>
                <a:latin typeface="Cambria" pitchFamily="34" charset="0"/>
                <a:ea typeface="Cambria" pitchFamily="34" charset="-122"/>
                <a:cs typeface="Cambria" pitchFamily="34" charset="-120"/>
              </a:rPr>
              <a:t>Governance and Management of IT</a:t>
            </a:r>
            <a:endParaRPr lang="en-US" sz="2933" dirty="0"/>
          </a:p>
        </p:txBody>
      </p:sp>
      <p:sp>
        <p:nvSpPr>
          <p:cNvPr id="5" name="Text 3"/>
          <p:cNvSpPr/>
          <p:nvPr/>
        </p:nvSpPr>
        <p:spPr>
          <a:xfrm>
            <a:off x="731520" y="1097280"/>
            <a:ext cx="10972800" cy="390144"/>
          </a:xfrm>
          <a:prstGeom prst="rect">
            <a:avLst/>
          </a:prstGeom>
          <a:noFill/>
          <a:ln/>
        </p:spPr>
        <p:txBody>
          <a:bodyPr wrap="square" lIns="0" tIns="0" rIns="0" bIns="0" rtlCol="0" anchor="ctr"/>
          <a:lstStyle/>
          <a:p>
            <a:r>
              <a:rPr lang="en-US" sz="1733" b="1" dirty="0">
                <a:solidFill>
                  <a:srgbClr val="6B7A9F"/>
                </a:solidFill>
                <a:latin typeface="Calibri" pitchFamily="34" charset="0"/>
                <a:ea typeface="Calibri" pitchFamily="34" charset="-122"/>
                <a:cs typeface="Calibri" pitchFamily="34" charset="-120"/>
              </a:rPr>
              <a:t>GTAG yang relevan:</a:t>
            </a:r>
            <a:endParaRPr lang="en-US" sz="1733" dirty="0"/>
          </a:p>
        </p:txBody>
      </p:sp>
      <p:sp>
        <p:nvSpPr>
          <p:cNvPr id="6" name="Shape 4"/>
          <p:cNvSpPr/>
          <p:nvPr/>
        </p:nvSpPr>
        <p:spPr>
          <a:xfrm>
            <a:off x="609600" y="1645920"/>
            <a:ext cx="10948416" cy="1072896"/>
          </a:xfrm>
          <a:prstGeom prst="roundRect">
            <a:avLst>
              <a:gd name="adj" fmla="val 11364"/>
            </a:avLst>
          </a:prstGeom>
          <a:solidFill>
            <a:srgbClr val="D8F3DC"/>
          </a:solidFill>
          <a:ln/>
          <a:effectLst>
            <a:outerShdw blurRad="101600" dist="38100" dir="2700000" algn="bl" rotWithShape="0">
              <a:srgbClr val="000000">
                <a:alpha val="10000"/>
              </a:srgbClr>
            </a:outerShdw>
          </a:effectLst>
        </p:spPr>
      </p:sp>
      <p:sp>
        <p:nvSpPr>
          <p:cNvPr id="7" name="Shape 5"/>
          <p:cNvSpPr/>
          <p:nvPr/>
        </p:nvSpPr>
        <p:spPr>
          <a:xfrm>
            <a:off x="731520" y="1743456"/>
            <a:ext cx="1341120" cy="438912"/>
          </a:xfrm>
          <a:prstGeom prst="roundRect">
            <a:avLst>
              <a:gd name="adj" fmla="val 16667"/>
            </a:avLst>
          </a:prstGeom>
          <a:solidFill>
            <a:srgbClr val="2D6A4F"/>
          </a:solidFill>
          <a:ln/>
        </p:spPr>
      </p:sp>
      <p:sp>
        <p:nvSpPr>
          <p:cNvPr id="8" name="Text 6"/>
          <p:cNvSpPr/>
          <p:nvPr/>
        </p:nvSpPr>
        <p:spPr>
          <a:xfrm>
            <a:off x="731520" y="1743456"/>
            <a:ext cx="1341120" cy="438912"/>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GTAG 1</a:t>
            </a:r>
            <a:endParaRPr lang="en-US" sz="1467" dirty="0"/>
          </a:p>
        </p:txBody>
      </p:sp>
      <p:sp>
        <p:nvSpPr>
          <p:cNvPr id="9" name="Text 7"/>
          <p:cNvSpPr/>
          <p:nvPr/>
        </p:nvSpPr>
        <p:spPr>
          <a:xfrm>
            <a:off x="2255520" y="1743456"/>
            <a:ext cx="8961120" cy="438912"/>
          </a:xfrm>
          <a:prstGeom prst="rect">
            <a:avLst/>
          </a:prstGeom>
          <a:noFill/>
          <a:ln/>
        </p:spPr>
        <p:txBody>
          <a:bodyPr wrap="square" lIns="0" tIns="0" rIns="0" bIns="0" rtlCol="0" anchor="ctr"/>
          <a:lstStyle/>
          <a:p>
            <a:r>
              <a:rPr lang="en-US" sz="1733" b="1" dirty="0">
                <a:solidFill>
                  <a:srgbClr val="1E2761"/>
                </a:solidFill>
                <a:latin typeface="Calibri" pitchFamily="34" charset="0"/>
                <a:ea typeface="Calibri" pitchFamily="34" charset="-122"/>
                <a:cs typeface="Calibri" pitchFamily="34" charset="-120"/>
              </a:rPr>
              <a:t>IT Controls</a:t>
            </a:r>
            <a:endParaRPr lang="en-US" sz="1733" dirty="0"/>
          </a:p>
        </p:txBody>
      </p:sp>
      <p:sp>
        <p:nvSpPr>
          <p:cNvPr id="10" name="Text 8"/>
          <p:cNvSpPr/>
          <p:nvPr/>
        </p:nvSpPr>
        <p:spPr>
          <a:xfrm>
            <a:off x="914400" y="2231136"/>
            <a:ext cx="10302240" cy="414528"/>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Kerangka kontrol IT yang mendukung struktur governance — landasan audit domain 2</a:t>
            </a:r>
            <a:endParaRPr lang="en-US" sz="1400" dirty="0"/>
          </a:p>
        </p:txBody>
      </p:sp>
      <p:sp>
        <p:nvSpPr>
          <p:cNvPr id="11" name="Shape 9"/>
          <p:cNvSpPr/>
          <p:nvPr/>
        </p:nvSpPr>
        <p:spPr>
          <a:xfrm>
            <a:off x="609600" y="2828544"/>
            <a:ext cx="10948416" cy="1072896"/>
          </a:xfrm>
          <a:prstGeom prst="roundRect">
            <a:avLst>
              <a:gd name="adj" fmla="val 11364"/>
            </a:avLst>
          </a:prstGeom>
          <a:solidFill>
            <a:srgbClr val="D8F3DC"/>
          </a:solidFill>
          <a:ln/>
          <a:effectLst>
            <a:outerShdw blurRad="101600" dist="38100" dir="2700000" algn="bl" rotWithShape="0">
              <a:srgbClr val="000000">
                <a:alpha val="10000"/>
              </a:srgbClr>
            </a:outerShdw>
          </a:effectLst>
        </p:spPr>
      </p:sp>
      <p:sp>
        <p:nvSpPr>
          <p:cNvPr id="12" name="Shape 10"/>
          <p:cNvSpPr/>
          <p:nvPr/>
        </p:nvSpPr>
        <p:spPr>
          <a:xfrm>
            <a:off x="731520" y="2926080"/>
            <a:ext cx="1341120" cy="438912"/>
          </a:xfrm>
          <a:prstGeom prst="roundRect">
            <a:avLst>
              <a:gd name="adj" fmla="val 16667"/>
            </a:avLst>
          </a:prstGeom>
          <a:solidFill>
            <a:srgbClr val="2D6A4F"/>
          </a:solidFill>
          <a:ln/>
        </p:spPr>
      </p:sp>
      <p:sp>
        <p:nvSpPr>
          <p:cNvPr id="13" name="Text 11"/>
          <p:cNvSpPr/>
          <p:nvPr/>
        </p:nvSpPr>
        <p:spPr>
          <a:xfrm>
            <a:off x="731520" y="2926080"/>
            <a:ext cx="1341120" cy="438912"/>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GTAG 7</a:t>
            </a:r>
            <a:endParaRPr lang="en-US" sz="1467" dirty="0"/>
          </a:p>
        </p:txBody>
      </p:sp>
      <p:sp>
        <p:nvSpPr>
          <p:cNvPr id="14" name="Text 12"/>
          <p:cNvSpPr/>
          <p:nvPr/>
        </p:nvSpPr>
        <p:spPr>
          <a:xfrm>
            <a:off x="2255520" y="2926080"/>
            <a:ext cx="8961120" cy="438912"/>
          </a:xfrm>
          <a:prstGeom prst="rect">
            <a:avLst/>
          </a:prstGeom>
          <a:noFill/>
          <a:ln/>
        </p:spPr>
        <p:txBody>
          <a:bodyPr wrap="square" lIns="0" tIns="0" rIns="0" bIns="0" rtlCol="0" anchor="ctr"/>
          <a:lstStyle/>
          <a:p>
            <a:r>
              <a:rPr lang="en-US" sz="1733" b="1" dirty="0">
                <a:solidFill>
                  <a:srgbClr val="1E2761"/>
                </a:solidFill>
                <a:latin typeface="Calibri" pitchFamily="34" charset="0"/>
                <a:ea typeface="Calibri" pitchFamily="34" charset="-122"/>
                <a:cs typeface="Calibri" pitchFamily="34" charset="-120"/>
              </a:rPr>
              <a:t>IT Outsourcing</a:t>
            </a:r>
            <a:endParaRPr lang="en-US" sz="1733" dirty="0"/>
          </a:p>
        </p:txBody>
      </p:sp>
      <p:sp>
        <p:nvSpPr>
          <p:cNvPr id="15" name="Text 13"/>
          <p:cNvSpPr/>
          <p:nvPr/>
        </p:nvSpPr>
        <p:spPr>
          <a:xfrm>
            <a:off x="914400" y="3413760"/>
            <a:ext cx="10302240" cy="414528"/>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Menilai risiko vendor, kontrak, dan SLA dalam ekosistem IT governance</a:t>
            </a:r>
            <a:endParaRPr lang="en-US" sz="1400" dirty="0"/>
          </a:p>
        </p:txBody>
      </p:sp>
      <p:sp>
        <p:nvSpPr>
          <p:cNvPr id="16" name="Shape 14"/>
          <p:cNvSpPr/>
          <p:nvPr/>
        </p:nvSpPr>
        <p:spPr>
          <a:xfrm>
            <a:off x="609600" y="4011168"/>
            <a:ext cx="10948416" cy="1072896"/>
          </a:xfrm>
          <a:prstGeom prst="roundRect">
            <a:avLst>
              <a:gd name="adj" fmla="val 11364"/>
            </a:avLst>
          </a:prstGeom>
          <a:solidFill>
            <a:srgbClr val="D8F3DC"/>
          </a:solidFill>
          <a:ln/>
          <a:effectLst>
            <a:outerShdw blurRad="101600" dist="38100" dir="2700000" algn="bl" rotWithShape="0">
              <a:srgbClr val="000000">
                <a:alpha val="10000"/>
              </a:srgbClr>
            </a:outerShdw>
          </a:effectLst>
        </p:spPr>
      </p:sp>
      <p:sp>
        <p:nvSpPr>
          <p:cNvPr id="17" name="Shape 15"/>
          <p:cNvSpPr/>
          <p:nvPr/>
        </p:nvSpPr>
        <p:spPr>
          <a:xfrm>
            <a:off x="731520" y="4108704"/>
            <a:ext cx="1341120" cy="438912"/>
          </a:xfrm>
          <a:prstGeom prst="roundRect">
            <a:avLst>
              <a:gd name="adj" fmla="val 16667"/>
            </a:avLst>
          </a:prstGeom>
          <a:solidFill>
            <a:srgbClr val="2D6A4F"/>
          </a:solidFill>
          <a:ln/>
        </p:spPr>
      </p:sp>
      <p:sp>
        <p:nvSpPr>
          <p:cNvPr id="18" name="Text 16"/>
          <p:cNvSpPr/>
          <p:nvPr/>
        </p:nvSpPr>
        <p:spPr>
          <a:xfrm>
            <a:off x="731520" y="4108704"/>
            <a:ext cx="1341120" cy="438912"/>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GTAG 9</a:t>
            </a:r>
            <a:endParaRPr lang="en-US" sz="1467" dirty="0"/>
          </a:p>
        </p:txBody>
      </p:sp>
      <p:sp>
        <p:nvSpPr>
          <p:cNvPr id="19" name="Text 17"/>
          <p:cNvSpPr/>
          <p:nvPr/>
        </p:nvSpPr>
        <p:spPr>
          <a:xfrm>
            <a:off x="2255520" y="4108704"/>
            <a:ext cx="8961120" cy="438912"/>
          </a:xfrm>
          <a:prstGeom prst="rect">
            <a:avLst/>
          </a:prstGeom>
          <a:noFill/>
          <a:ln/>
        </p:spPr>
        <p:txBody>
          <a:bodyPr wrap="square" lIns="0" tIns="0" rIns="0" bIns="0" rtlCol="0" anchor="ctr"/>
          <a:lstStyle/>
          <a:p>
            <a:r>
              <a:rPr lang="en-US" sz="1733" b="1" dirty="0">
                <a:solidFill>
                  <a:srgbClr val="1E2761"/>
                </a:solidFill>
                <a:latin typeface="Calibri" pitchFamily="34" charset="0"/>
                <a:ea typeface="Calibri" pitchFamily="34" charset="-122"/>
                <a:cs typeface="Calibri" pitchFamily="34" charset="-120"/>
              </a:rPr>
              <a:t>Identity &amp; Access Mgmt</a:t>
            </a:r>
            <a:endParaRPr lang="en-US" sz="1733" dirty="0"/>
          </a:p>
        </p:txBody>
      </p:sp>
      <p:sp>
        <p:nvSpPr>
          <p:cNvPr id="20" name="Text 18"/>
          <p:cNvSpPr/>
          <p:nvPr/>
        </p:nvSpPr>
        <p:spPr>
          <a:xfrm>
            <a:off x="914400" y="4596384"/>
            <a:ext cx="10302240" cy="414528"/>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Kontrol akses sebagai bagian kritis dari IT security governance</a:t>
            </a:r>
            <a:endParaRPr lang="en-US" sz="1400" dirty="0"/>
          </a:p>
        </p:txBody>
      </p:sp>
      <p:sp>
        <p:nvSpPr>
          <p:cNvPr id="21" name="Shape 19"/>
          <p:cNvSpPr/>
          <p:nvPr/>
        </p:nvSpPr>
        <p:spPr>
          <a:xfrm>
            <a:off x="609600" y="5193792"/>
            <a:ext cx="10948416" cy="1072896"/>
          </a:xfrm>
          <a:prstGeom prst="roundRect">
            <a:avLst>
              <a:gd name="adj" fmla="val 11364"/>
            </a:avLst>
          </a:prstGeom>
          <a:solidFill>
            <a:srgbClr val="D8F3DC"/>
          </a:solidFill>
          <a:ln/>
          <a:effectLst>
            <a:outerShdw blurRad="101600" dist="38100" dir="2700000" algn="bl" rotWithShape="0">
              <a:srgbClr val="000000">
                <a:alpha val="10000"/>
              </a:srgbClr>
            </a:outerShdw>
          </a:effectLst>
        </p:spPr>
      </p:sp>
      <p:sp>
        <p:nvSpPr>
          <p:cNvPr id="22" name="Shape 20"/>
          <p:cNvSpPr/>
          <p:nvPr/>
        </p:nvSpPr>
        <p:spPr>
          <a:xfrm>
            <a:off x="731520" y="5291328"/>
            <a:ext cx="1341120" cy="438912"/>
          </a:xfrm>
          <a:prstGeom prst="roundRect">
            <a:avLst>
              <a:gd name="adj" fmla="val 16667"/>
            </a:avLst>
          </a:prstGeom>
          <a:solidFill>
            <a:srgbClr val="2D6A4F"/>
          </a:solidFill>
          <a:ln/>
        </p:spPr>
      </p:sp>
      <p:sp>
        <p:nvSpPr>
          <p:cNvPr id="23" name="Text 21"/>
          <p:cNvSpPr/>
          <p:nvPr/>
        </p:nvSpPr>
        <p:spPr>
          <a:xfrm>
            <a:off x="731520" y="5291328"/>
            <a:ext cx="1341120" cy="438912"/>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GTAG 10</a:t>
            </a:r>
            <a:endParaRPr lang="en-US" sz="1467" dirty="0"/>
          </a:p>
        </p:txBody>
      </p:sp>
      <p:sp>
        <p:nvSpPr>
          <p:cNvPr id="24" name="Text 22"/>
          <p:cNvSpPr/>
          <p:nvPr/>
        </p:nvSpPr>
        <p:spPr>
          <a:xfrm>
            <a:off x="2255520" y="5291328"/>
            <a:ext cx="8961120" cy="438912"/>
          </a:xfrm>
          <a:prstGeom prst="rect">
            <a:avLst/>
          </a:prstGeom>
          <a:noFill/>
          <a:ln/>
        </p:spPr>
        <p:txBody>
          <a:bodyPr wrap="square" lIns="0" tIns="0" rIns="0" bIns="0" rtlCol="0" anchor="ctr"/>
          <a:lstStyle/>
          <a:p>
            <a:r>
              <a:rPr lang="en-US" sz="1733" b="1" dirty="0">
                <a:solidFill>
                  <a:srgbClr val="1E2761"/>
                </a:solidFill>
                <a:latin typeface="Calibri" pitchFamily="34" charset="0"/>
                <a:ea typeface="Calibri" pitchFamily="34" charset="-122"/>
                <a:cs typeface="Calibri" pitchFamily="34" charset="-120"/>
              </a:rPr>
              <a:t>Business Continuity</a:t>
            </a:r>
            <a:endParaRPr lang="en-US" sz="1733" dirty="0"/>
          </a:p>
        </p:txBody>
      </p:sp>
      <p:sp>
        <p:nvSpPr>
          <p:cNvPr id="25" name="Text 23"/>
          <p:cNvSpPr/>
          <p:nvPr/>
        </p:nvSpPr>
        <p:spPr>
          <a:xfrm>
            <a:off x="914400" y="5779008"/>
            <a:ext cx="10302240" cy="414528"/>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IT resilience dan kelangsungan bisnis — wajib ada dalam governance yang matang</a:t>
            </a:r>
            <a:endParaRPr lang="en-US" sz="1400" dirty="0"/>
          </a:p>
        </p:txBody>
      </p:sp>
      <p:sp>
        <p:nvSpPr>
          <p:cNvPr id="26" name="Text 24"/>
          <p:cNvSpPr/>
          <p:nvPr/>
        </p:nvSpPr>
        <p:spPr>
          <a:xfrm>
            <a:off x="731520" y="6461760"/>
            <a:ext cx="10728960" cy="341376"/>
          </a:xfrm>
          <a:prstGeom prst="rect">
            <a:avLst/>
          </a:prstGeom>
          <a:noFill/>
          <a:ln/>
        </p:spPr>
        <p:txBody>
          <a:bodyPr wrap="square" lIns="0" tIns="0" rIns="0" bIns="0" rtlCol="0" anchor="ctr"/>
          <a:lstStyle/>
          <a:p>
            <a:r>
              <a:rPr lang="en-US" sz="1400" i="1" dirty="0">
                <a:solidFill>
                  <a:srgbClr val="6B7A9F"/>
                </a:solidFill>
                <a:latin typeface="Calibri" pitchFamily="34" charset="0"/>
                <a:ea typeface="Calibri" pitchFamily="34" charset="-122"/>
                <a:cs typeface="Calibri" pitchFamily="34" charset="-120"/>
              </a:rPr>
              <a:t>Benang merah: Domain 2 bicara tentang struktur dan tata kelola IT — GTAG di sini membantu auditor menilai apakah governance berjalan efektif.</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341376"/>
            <a:ext cx="2926080" cy="512064"/>
          </a:xfrm>
          <a:prstGeom prst="roundRect">
            <a:avLst>
              <a:gd name="adj" fmla="val 19048"/>
            </a:avLst>
          </a:prstGeom>
          <a:solidFill>
            <a:srgbClr val="F4A261"/>
          </a:solidFill>
          <a:ln/>
        </p:spPr>
      </p:sp>
      <p:sp>
        <p:nvSpPr>
          <p:cNvPr id="3" name="Text 1"/>
          <p:cNvSpPr/>
          <p:nvPr/>
        </p:nvSpPr>
        <p:spPr>
          <a:xfrm>
            <a:off x="609600" y="341376"/>
            <a:ext cx="2926080" cy="512064"/>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Domain 3</a:t>
            </a:r>
            <a:endParaRPr lang="en-US" sz="1733" dirty="0"/>
          </a:p>
        </p:txBody>
      </p:sp>
      <p:sp>
        <p:nvSpPr>
          <p:cNvPr id="4" name="Text 2"/>
          <p:cNvSpPr/>
          <p:nvPr/>
        </p:nvSpPr>
        <p:spPr>
          <a:xfrm>
            <a:off x="3718560" y="365760"/>
            <a:ext cx="8168640" cy="463296"/>
          </a:xfrm>
          <a:prstGeom prst="rect">
            <a:avLst/>
          </a:prstGeom>
          <a:noFill/>
          <a:ln/>
        </p:spPr>
        <p:txBody>
          <a:bodyPr wrap="square" lIns="0" tIns="0" rIns="0" bIns="0" rtlCol="0" anchor="ctr"/>
          <a:lstStyle/>
          <a:p>
            <a:r>
              <a:rPr lang="en-US" sz="2667" b="1" dirty="0">
                <a:solidFill>
                  <a:srgbClr val="1E2761"/>
                </a:solidFill>
                <a:latin typeface="Cambria" pitchFamily="34" charset="0"/>
                <a:ea typeface="Cambria" pitchFamily="34" charset="-122"/>
                <a:cs typeface="Cambria" pitchFamily="34" charset="-120"/>
              </a:rPr>
              <a:t>Acquisition, Development &amp; Implementation</a:t>
            </a:r>
            <a:endParaRPr lang="en-US" sz="2667" dirty="0"/>
          </a:p>
        </p:txBody>
      </p:sp>
      <p:sp>
        <p:nvSpPr>
          <p:cNvPr id="5" name="Text 3"/>
          <p:cNvSpPr/>
          <p:nvPr/>
        </p:nvSpPr>
        <p:spPr>
          <a:xfrm>
            <a:off x="731520" y="1072896"/>
            <a:ext cx="10728960" cy="390144"/>
          </a:xfrm>
          <a:prstGeom prst="rect">
            <a:avLst/>
          </a:prstGeom>
          <a:noFill/>
          <a:ln/>
        </p:spPr>
        <p:txBody>
          <a:bodyPr wrap="square" lIns="0" tIns="0" rIns="0" bIns="0" rtlCol="0" anchor="ctr"/>
          <a:lstStyle/>
          <a:p>
            <a:r>
              <a:rPr lang="en-US" sz="1600" dirty="0">
                <a:solidFill>
                  <a:srgbClr val="6B7A9F"/>
                </a:solidFill>
                <a:latin typeface="Calibri" pitchFamily="34" charset="0"/>
                <a:ea typeface="Calibri" pitchFamily="34" charset="-122"/>
                <a:cs typeface="Calibri" pitchFamily="34" charset="-120"/>
              </a:rPr>
              <a:t>GTAG yang relevan — ini yang paling langsung terkait dengan materi yang baru kalian pelajari:</a:t>
            </a:r>
            <a:endParaRPr lang="en-US" sz="1600" dirty="0"/>
          </a:p>
        </p:txBody>
      </p:sp>
      <p:sp>
        <p:nvSpPr>
          <p:cNvPr id="6" name="Shape 4"/>
          <p:cNvSpPr/>
          <p:nvPr/>
        </p:nvSpPr>
        <p:spPr>
          <a:xfrm>
            <a:off x="609600" y="1609344"/>
            <a:ext cx="10948416" cy="1072896"/>
          </a:xfrm>
          <a:prstGeom prst="roundRect">
            <a:avLst>
              <a:gd name="adj" fmla="val 11364"/>
            </a:avLst>
          </a:prstGeom>
          <a:solidFill>
            <a:srgbClr val="FEF3E2"/>
          </a:solidFill>
          <a:ln/>
          <a:effectLst>
            <a:outerShdw blurRad="101600" dist="38100" dir="2700000" algn="bl" rotWithShape="0">
              <a:srgbClr val="000000">
                <a:alpha val="10000"/>
              </a:srgbClr>
            </a:outerShdw>
          </a:effectLst>
        </p:spPr>
      </p:sp>
      <p:sp>
        <p:nvSpPr>
          <p:cNvPr id="7" name="Shape 5"/>
          <p:cNvSpPr/>
          <p:nvPr/>
        </p:nvSpPr>
        <p:spPr>
          <a:xfrm>
            <a:off x="731520" y="1706880"/>
            <a:ext cx="1341120" cy="438912"/>
          </a:xfrm>
          <a:prstGeom prst="roundRect">
            <a:avLst>
              <a:gd name="adj" fmla="val 16667"/>
            </a:avLst>
          </a:prstGeom>
          <a:solidFill>
            <a:srgbClr val="F4A261"/>
          </a:solidFill>
          <a:ln/>
        </p:spPr>
      </p:sp>
      <p:sp>
        <p:nvSpPr>
          <p:cNvPr id="8" name="Text 6"/>
          <p:cNvSpPr/>
          <p:nvPr/>
        </p:nvSpPr>
        <p:spPr>
          <a:xfrm>
            <a:off x="731520" y="1706880"/>
            <a:ext cx="1341120" cy="438912"/>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GTAG 2</a:t>
            </a:r>
            <a:endParaRPr lang="en-US" sz="1467" dirty="0"/>
          </a:p>
        </p:txBody>
      </p:sp>
      <p:sp>
        <p:nvSpPr>
          <p:cNvPr id="9" name="Text 7"/>
          <p:cNvSpPr/>
          <p:nvPr/>
        </p:nvSpPr>
        <p:spPr>
          <a:xfrm>
            <a:off x="2255520" y="1706880"/>
            <a:ext cx="8961120" cy="438912"/>
          </a:xfrm>
          <a:prstGeom prst="rect">
            <a:avLst/>
          </a:prstGeom>
          <a:noFill/>
          <a:ln/>
        </p:spPr>
        <p:txBody>
          <a:bodyPr wrap="square" lIns="0" tIns="0" rIns="0" bIns="0" rtlCol="0" anchor="ctr"/>
          <a:lstStyle/>
          <a:p>
            <a:r>
              <a:rPr lang="en-US" sz="1733" b="1" dirty="0">
                <a:solidFill>
                  <a:srgbClr val="1E2761"/>
                </a:solidFill>
                <a:latin typeface="Calibri" pitchFamily="34" charset="0"/>
                <a:ea typeface="Calibri" pitchFamily="34" charset="-122"/>
                <a:cs typeface="Calibri" pitchFamily="34" charset="-120"/>
              </a:rPr>
              <a:t>Change &amp; Patch Management</a:t>
            </a:r>
            <a:endParaRPr lang="en-US" sz="1733" dirty="0"/>
          </a:p>
        </p:txBody>
      </p:sp>
      <p:sp>
        <p:nvSpPr>
          <p:cNvPr id="10" name="Text 8"/>
          <p:cNvSpPr/>
          <p:nvPr/>
        </p:nvSpPr>
        <p:spPr>
          <a:xfrm>
            <a:off x="914400" y="2194560"/>
            <a:ext cx="10302240" cy="414528"/>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Kontrol perubahan di fase development &amp; implementation SDLC</a:t>
            </a:r>
            <a:endParaRPr lang="en-US" sz="1400" dirty="0"/>
          </a:p>
        </p:txBody>
      </p:sp>
      <p:sp>
        <p:nvSpPr>
          <p:cNvPr id="11" name="Shape 9"/>
          <p:cNvSpPr/>
          <p:nvPr/>
        </p:nvSpPr>
        <p:spPr>
          <a:xfrm>
            <a:off x="609600" y="2791968"/>
            <a:ext cx="10948416" cy="1072896"/>
          </a:xfrm>
          <a:prstGeom prst="roundRect">
            <a:avLst>
              <a:gd name="adj" fmla="val 11364"/>
            </a:avLst>
          </a:prstGeom>
          <a:solidFill>
            <a:srgbClr val="FEF3E2"/>
          </a:solidFill>
          <a:ln/>
          <a:effectLst>
            <a:outerShdw blurRad="101600" dist="38100" dir="2700000" algn="bl" rotWithShape="0">
              <a:srgbClr val="000000">
                <a:alpha val="10000"/>
              </a:srgbClr>
            </a:outerShdw>
          </a:effectLst>
        </p:spPr>
      </p:sp>
      <p:sp>
        <p:nvSpPr>
          <p:cNvPr id="12" name="Shape 10"/>
          <p:cNvSpPr/>
          <p:nvPr/>
        </p:nvSpPr>
        <p:spPr>
          <a:xfrm>
            <a:off x="731520" y="2889504"/>
            <a:ext cx="1341120" cy="438912"/>
          </a:xfrm>
          <a:prstGeom prst="roundRect">
            <a:avLst>
              <a:gd name="adj" fmla="val 16667"/>
            </a:avLst>
          </a:prstGeom>
          <a:solidFill>
            <a:srgbClr val="F4A261"/>
          </a:solidFill>
          <a:ln/>
        </p:spPr>
      </p:sp>
      <p:sp>
        <p:nvSpPr>
          <p:cNvPr id="13" name="Text 11"/>
          <p:cNvSpPr/>
          <p:nvPr/>
        </p:nvSpPr>
        <p:spPr>
          <a:xfrm>
            <a:off x="731520" y="2889504"/>
            <a:ext cx="1341120" cy="438912"/>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GTAG 8</a:t>
            </a:r>
            <a:endParaRPr lang="en-US" sz="1467" dirty="0"/>
          </a:p>
        </p:txBody>
      </p:sp>
      <p:sp>
        <p:nvSpPr>
          <p:cNvPr id="14" name="Text 12"/>
          <p:cNvSpPr/>
          <p:nvPr/>
        </p:nvSpPr>
        <p:spPr>
          <a:xfrm>
            <a:off x="2255520" y="2889504"/>
            <a:ext cx="8961120" cy="438912"/>
          </a:xfrm>
          <a:prstGeom prst="rect">
            <a:avLst/>
          </a:prstGeom>
          <a:noFill/>
          <a:ln/>
        </p:spPr>
        <p:txBody>
          <a:bodyPr wrap="square" lIns="0" tIns="0" rIns="0" bIns="0" rtlCol="0" anchor="ctr"/>
          <a:lstStyle/>
          <a:p>
            <a:r>
              <a:rPr lang="en-US" sz="1733" b="1" dirty="0">
                <a:solidFill>
                  <a:srgbClr val="1E2761"/>
                </a:solidFill>
                <a:latin typeface="Calibri" pitchFamily="34" charset="0"/>
                <a:ea typeface="Calibri" pitchFamily="34" charset="-122"/>
                <a:cs typeface="Calibri" pitchFamily="34" charset="-120"/>
              </a:rPr>
              <a:t>Auditing Application Controls</a:t>
            </a:r>
            <a:endParaRPr lang="en-US" sz="1733" dirty="0"/>
          </a:p>
        </p:txBody>
      </p:sp>
      <p:sp>
        <p:nvSpPr>
          <p:cNvPr id="15" name="Text 13"/>
          <p:cNvSpPr/>
          <p:nvPr/>
        </p:nvSpPr>
        <p:spPr>
          <a:xfrm>
            <a:off x="914400" y="3377184"/>
            <a:ext cx="10302240" cy="414528"/>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Input/process/output controls di sepanjang SDLC — persis apa yang dibahas di Domain 3</a:t>
            </a:r>
            <a:endParaRPr lang="en-US" sz="1400" dirty="0"/>
          </a:p>
        </p:txBody>
      </p:sp>
      <p:sp>
        <p:nvSpPr>
          <p:cNvPr id="16" name="Shape 14"/>
          <p:cNvSpPr/>
          <p:nvPr/>
        </p:nvSpPr>
        <p:spPr>
          <a:xfrm>
            <a:off x="609600" y="3974592"/>
            <a:ext cx="10948416" cy="1072896"/>
          </a:xfrm>
          <a:prstGeom prst="roundRect">
            <a:avLst>
              <a:gd name="adj" fmla="val 11364"/>
            </a:avLst>
          </a:prstGeom>
          <a:solidFill>
            <a:srgbClr val="FEF3E2"/>
          </a:solidFill>
          <a:ln/>
          <a:effectLst>
            <a:outerShdw blurRad="101600" dist="38100" dir="2700000" algn="bl" rotWithShape="0">
              <a:srgbClr val="000000">
                <a:alpha val="10000"/>
              </a:srgbClr>
            </a:outerShdw>
          </a:effectLst>
        </p:spPr>
      </p:sp>
      <p:sp>
        <p:nvSpPr>
          <p:cNvPr id="17" name="Shape 15"/>
          <p:cNvSpPr/>
          <p:nvPr/>
        </p:nvSpPr>
        <p:spPr>
          <a:xfrm>
            <a:off x="731520" y="4072128"/>
            <a:ext cx="1341120" cy="438912"/>
          </a:xfrm>
          <a:prstGeom prst="roundRect">
            <a:avLst>
              <a:gd name="adj" fmla="val 16667"/>
            </a:avLst>
          </a:prstGeom>
          <a:solidFill>
            <a:srgbClr val="F4A261"/>
          </a:solidFill>
          <a:ln/>
        </p:spPr>
      </p:sp>
      <p:sp>
        <p:nvSpPr>
          <p:cNvPr id="18" name="Text 16"/>
          <p:cNvSpPr/>
          <p:nvPr/>
        </p:nvSpPr>
        <p:spPr>
          <a:xfrm>
            <a:off x="731520" y="4072128"/>
            <a:ext cx="1341120" cy="438912"/>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GTAG 12</a:t>
            </a:r>
            <a:endParaRPr lang="en-US" sz="1467" dirty="0"/>
          </a:p>
        </p:txBody>
      </p:sp>
      <p:sp>
        <p:nvSpPr>
          <p:cNvPr id="19" name="Text 17"/>
          <p:cNvSpPr/>
          <p:nvPr/>
        </p:nvSpPr>
        <p:spPr>
          <a:xfrm>
            <a:off x="2255520" y="4072128"/>
            <a:ext cx="8961120" cy="438912"/>
          </a:xfrm>
          <a:prstGeom prst="rect">
            <a:avLst/>
          </a:prstGeom>
          <a:noFill/>
          <a:ln/>
        </p:spPr>
        <p:txBody>
          <a:bodyPr wrap="square" lIns="0" tIns="0" rIns="0" bIns="0" rtlCol="0" anchor="ctr"/>
          <a:lstStyle/>
          <a:p>
            <a:r>
              <a:rPr lang="en-US" sz="1733" b="1" dirty="0">
                <a:solidFill>
                  <a:srgbClr val="1E2761"/>
                </a:solidFill>
                <a:latin typeface="Calibri" pitchFamily="34" charset="0"/>
                <a:ea typeface="Calibri" pitchFamily="34" charset="-122"/>
                <a:cs typeface="Calibri" pitchFamily="34" charset="-120"/>
              </a:rPr>
              <a:t>Auditing IT Projects</a:t>
            </a:r>
            <a:endParaRPr lang="en-US" sz="1733" dirty="0"/>
          </a:p>
        </p:txBody>
      </p:sp>
      <p:sp>
        <p:nvSpPr>
          <p:cNvPr id="20" name="Text 18"/>
          <p:cNvSpPr/>
          <p:nvPr/>
        </p:nvSpPr>
        <p:spPr>
          <a:xfrm>
            <a:off x="914400" y="4559808"/>
            <a:ext cx="10302240" cy="414528"/>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Audit business case, governance proyek, dan fase-fase SDLC</a:t>
            </a:r>
            <a:endParaRPr lang="en-US" sz="1400" dirty="0"/>
          </a:p>
        </p:txBody>
      </p:sp>
      <p:sp>
        <p:nvSpPr>
          <p:cNvPr id="21" name="Shape 19"/>
          <p:cNvSpPr/>
          <p:nvPr/>
        </p:nvSpPr>
        <p:spPr>
          <a:xfrm>
            <a:off x="609600" y="5157216"/>
            <a:ext cx="10948416" cy="1072896"/>
          </a:xfrm>
          <a:prstGeom prst="roundRect">
            <a:avLst>
              <a:gd name="adj" fmla="val 11364"/>
            </a:avLst>
          </a:prstGeom>
          <a:solidFill>
            <a:srgbClr val="FEF3E2"/>
          </a:solidFill>
          <a:ln/>
          <a:effectLst>
            <a:outerShdw blurRad="101600" dist="38100" dir="2700000" algn="bl" rotWithShape="0">
              <a:srgbClr val="000000">
                <a:alpha val="10000"/>
              </a:srgbClr>
            </a:outerShdw>
          </a:effectLst>
        </p:spPr>
      </p:sp>
      <p:sp>
        <p:nvSpPr>
          <p:cNvPr id="22" name="Shape 20"/>
          <p:cNvSpPr/>
          <p:nvPr/>
        </p:nvSpPr>
        <p:spPr>
          <a:xfrm>
            <a:off x="731520" y="5254752"/>
            <a:ext cx="1341120" cy="438912"/>
          </a:xfrm>
          <a:prstGeom prst="roundRect">
            <a:avLst>
              <a:gd name="adj" fmla="val 16667"/>
            </a:avLst>
          </a:prstGeom>
          <a:solidFill>
            <a:srgbClr val="F4A261"/>
          </a:solidFill>
          <a:ln/>
        </p:spPr>
      </p:sp>
      <p:sp>
        <p:nvSpPr>
          <p:cNvPr id="23" name="Text 21"/>
          <p:cNvSpPr/>
          <p:nvPr/>
        </p:nvSpPr>
        <p:spPr>
          <a:xfrm>
            <a:off x="731520" y="5254752"/>
            <a:ext cx="1341120" cy="438912"/>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GTAG 7</a:t>
            </a:r>
            <a:endParaRPr lang="en-US" sz="1467" dirty="0"/>
          </a:p>
        </p:txBody>
      </p:sp>
      <p:sp>
        <p:nvSpPr>
          <p:cNvPr id="24" name="Text 22"/>
          <p:cNvSpPr/>
          <p:nvPr/>
        </p:nvSpPr>
        <p:spPr>
          <a:xfrm>
            <a:off x="2255520" y="5254752"/>
            <a:ext cx="8961120" cy="438912"/>
          </a:xfrm>
          <a:prstGeom prst="rect">
            <a:avLst/>
          </a:prstGeom>
          <a:noFill/>
          <a:ln/>
        </p:spPr>
        <p:txBody>
          <a:bodyPr wrap="square" lIns="0" tIns="0" rIns="0" bIns="0" rtlCol="0" anchor="ctr"/>
          <a:lstStyle/>
          <a:p>
            <a:r>
              <a:rPr lang="en-US" sz="1733" b="1" dirty="0">
                <a:solidFill>
                  <a:srgbClr val="1E2761"/>
                </a:solidFill>
                <a:latin typeface="Calibri" pitchFamily="34" charset="0"/>
                <a:ea typeface="Calibri" pitchFamily="34" charset="-122"/>
                <a:cs typeface="Calibri" pitchFamily="34" charset="-120"/>
              </a:rPr>
              <a:t>IT Outsourcing</a:t>
            </a:r>
            <a:endParaRPr lang="en-US" sz="1733" dirty="0"/>
          </a:p>
        </p:txBody>
      </p:sp>
      <p:sp>
        <p:nvSpPr>
          <p:cNvPr id="25" name="Text 23"/>
          <p:cNvSpPr/>
          <p:nvPr/>
        </p:nvSpPr>
        <p:spPr>
          <a:xfrm>
            <a:off x="914400" y="5742432"/>
            <a:ext cx="10302240" cy="414528"/>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Akuisisi sistem dari vendor pihak ketiga — Phase 3A SDLC</a:t>
            </a:r>
            <a:endParaRPr lang="en-US" sz="1400" dirty="0"/>
          </a:p>
        </p:txBody>
      </p:sp>
      <p:sp>
        <p:nvSpPr>
          <p:cNvPr id="26" name="Text 24"/>
          <p:cNvSpPr/>
          <p:nvPr/>
        </p:nvSpPr>
        <p:spPr>
          <a:xfrm>
            <a:off x="731520" y="6437376"/>
            <a:ext cx="10728960" cy="365760"/>
          </a:xfrm>
          <a:prstGeom prst="rect">
            <a:avLst/>
          </a:prstGeom>
          <a:noFill/>
          <a:ln/>
        </p:spPr>
        <p:txBody>
          <a:bodyPr wrap="square" lIns="0" tIns="0" rIns="0" bIns="0" rtlCol="0" anchor="ctr"/>
          <a:lstStyle/>
          <a:p>
            <a:r>
              <a:rPr lang="en-US" sz="1200" i="1" dirty="0">
                <a:solidFill>
                  <a:srgbClr val="6B7A9F"/>
                </a:solidFill>
                <a:latin typeface="Calibri" pitchFamily="34" charset="0"/>
                <a:ea typeface="Calibri" pitchFamily="34" charset="-122"/>
                <a:cs typeface="Calibri" pitchFamily="34" charset="-120"/>
              </a:rPr>
              <a:t>Benang merah: GTAG adalah toolkit praktis auditor ketika terjun langsung mengaudit proyek sistem. Domain 3 adalah knowledge-nya, GTAG adalah cara pakainya.</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38F48-307B-47AF-A4A0-B8842D0DE7FB}"/>
              </a:ext>
            </a:extLst>
          </p:cNvPr>
          <p:cNvSpPr>
            <a:spLocks noGrp="1"/>
          </p:cNvSpPr>
          <p:nvPr>
            <p:ph type="title"/>
          </p:nvPr>
        </p:nvSpPr>
        <p:spPr/>
        <p:txBody>
          <a:bodyPr/>
          <a:lstStyle/>
          <a:p>
            <a:r>
              <a:rPr lang="en-US" dirty="0"/>
              <a:t>Auditing IT Governance and IT Management </a:t>
            </a:r>
            <a:endParaRPr lang="en-ID" dirty="0"/>
          </a:p>
        </p:txBody>
      </p:sp>
      <p:sp>
        <p:nvSpPr>
          <p:cNvPr id="3" name="Text Placeholder 2">
            <a:extLst>
              <a:ext uri="{FF2B5EF4-FFF2-40B4-BE49-F238E27FC236}">
                <a16:creationId xmlns:a16="http://schemas.microsoft.com/office/drawing/2014/main" id="{7F91870A-88BB-4B80-9E08-14C332F326E8}"/>
              </a:ext>
            </a:extLst>
          </p:cNvPr>
          <p:cNvSpPr>
            <a:spLocks noGrp="1"/>
          </p:cNvSpPr>
          <p:nvPr>
            <p:ph type="body" idx="1"/>
          </p:nvPr>
        </p:nvSpPr>
        <p:spPr/>
        <p:txBody>
          <a:bodyPr/>
          <a:lstStyle/>
          <a:p>
            <a:r>
              <a:rPr lang="en-ID" dirty="0"/>
              <a:t>Using GTAG</a:t>
            </a:r>
          </a:p>
        </p:txBody>
      </p:sp>
    </p:spTree>
    <p:extLst>
      <p:ext uri="{BB962C8B-B14F-4D97-AF65-F5344CB8AC3E}">
        <p14:creationId xmlns:p14="http://schemas.microsoft.com/office/powerpoint/2010/main" val="4210646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70560" y="199273"/>
            <a:ext cx="10972800" cy="609600"/>
          </a:xfrm>
          <a:prstGeom prst="rect">
            <a:avLst/>
          </a:prstGeom>
          <a:noFill/>
          <a:ln/>
        </p:spPr>
        <p:txBody>
          <a:bodyPr wrap="square" lIns="0" tIns="0" rIns="0" bIns="0" rtlCol="0" anchor="ctr"/>
          <a:lstStyle/>
          <a:p>
            <a:r>
              <a:rPr lang="en-US" sz="4000" b="1" dirty="0">
                <a:solidFill>
                  <a:srgbClr val="1A2456"/>
                </a:solidFill>
                <a:latin typeface="Cambria" pitchFamily="34" charset="0"/>
                <a:ea typeface="Cambria" pitchFamily="34" charset="-122"/>
                <a:cs typeface="Cambria" pitchFamily="34" charset="-120"/>
              </a:rPr>
              <a:t>What's in This Document</a:t>
            </a:r>
            <a:endParaRPr lang="en-US" sz="4000" dirty="0"/>
          </a:p>
        </p:txBody>
      </p:sp>
      <p:sp>
        <p:nvSpPr>
          <p:cNvPr id="3" name="Text 1"/>
          <p:cNvSpPr/>
          <p:nvPr/>
        </p:nvSpPr>
        <p:spPr>
          <a:xfrm>
            <a:off x="670560" y="857641"/>
            <a:ext cx="10972800" cy="341376"/>
          </a:xfrm>
          <a:prstGeom prst="rect">
            <a:avLst/>
          </a:prstGeom>
          <a:noFill/>
          <a:ln/>
        </p:spPr>
        <p:txBody>
          <a:bodyPr wrap="square" lIns="0" tIns="0" rIns="0" bIns="0" rtlCol="0" anchor="ctr"/>
          <a:lstStyle/>
          <a:p>
            <a:r>
              <a:rPr lang="en-US" sz="1600" i="1" dirty="0">
                <a:solidFill>
                  <a:srgbClr val="6B7A9F"/>
                </a:solidFill>
                <a:latin typeface="Calibri" pitchFamily="34" charset="0"/>
                <a:ea typeface="Calibri" pitchFamily="34" charset="-122"/>
                <a:cs typeface="Calibri" pitchFamily="34" charset="-120"/>
              </a:rPr>
              <a:t>Open your GTAG copy alongside these slides — every slide shows a page reference.</a:t>
            </a:r>
            <a:endParaRPr lang="en-US" sz="1600" dirty="0"/>
          </a:p>
        </p:txBody>
      </p:sp>
      <p:sp>
        <p:nvSpPr>
          <p:cNvPr id="4" name="Shape 2"/>
          <p:cNvSpPr/>
          <p:nvPr/>
        </p:nvSpPr>
        <p:spPr>
          <a:xfrm>
            <a:off x="609600" y="1296553"/>
            <a:ext cx="5547360" cy="4974336"/>
          </a:xfrm>
          <a:prstGeom prst="roundRect">
            <a:avLst>
              <a:gd name="adj" fmla="val 2941"/>
            </a:avLst>
          </a:prstGeom>
          <a:solidFill>
            <a:srgbClr val="F5F7FC"/>
          </a:solidFill>
          <a:ln/>
          <a:effectLst>
            <a:outerShdw blurRad="88900" dist="38100" dir="2700000" algn="bl" rotWithShape="0">
              <a:srgbClr val="000000">
                <a:alpha val="9000"/>
              </a:srgbClr>
            </a:outerShdw>
          </a:effectLst>
        </p:spPr>
      </p:sp>
      <p:sp>
        <p:nvSpPr>
          <p:cNvPr id="5" name="Text 3"/>
          <p:cNvSpPr/>
          <p:nvPr/>
        </p:nvSpPr>
        <p:spPr>
          <a:xfrm>
            <a:off x="853440" y="1418473"/>
            <a:ext cx="5059680" cy="390144"/>
          </a:xfrm>
          <a:prstGeom prst="rect">
            <a:avLst/>
          </a:prstGeom>
          <a:noFill/>
          <a:ln/>
        </p:spPr>
        <p:txBody>
          <a:bodyPr wrap="square" lIns="0" tIns="0" rIns="0" bIns="0" rtlCol="0" anchor="ctr"/>
          <a:lstStyle/>
          <a:p>
            <a:r>
              <a:rPr lang="en-US" sz="1733" b="1" dirty="0">
                <a:solidFill>
                  <a:srgbClr val="1A2456"/>
                </a:solidFill>
                <a:latin typeface="Calibri" pitchFamily="34" charset="0"/>
                <a:ea typeface="Calibri" pitchFamily="34" charset="-122"/>
                <a:cs typeface="Calibri" pitchFamily="34" charset="-120"/>
              </a:rPr>
              <a:t>The Document</a:t>
            </a:r>
            <a:endParaRPr lang="en-US" sz="1733" dirty="0"/>
          </a:p>
        </p:txBody>
      </p:sp>
      <p:sp>
        <p:nvSpPr>
          <p:cNvPr id="6" name="Text 4"/>
          <p:cNvSpPr/>
          <p:nvPr/>
        </p:nvSpPr>
        <p:spPr>
          <a:xfrm>
            <a:off x="914400" y="1906153"/>
            <a:ext cx="4084320" cy="316992"/>
          </a:xfrm>
          <a:prstGeom prst="rect">
            <a:avLst/>
          </a:prstGeom>
          <a:noFill/>
          <a:ln/>
        </p:spPr>
        <p:txBody>
          <a:bodyPr wrap="square" lIns="0" tIns="0" rIns="0" bIns="0" rtlCol="0" anchor="ctr"/>
          <a:lstStyle/>
          <a:p>
            <a:r>
              <a:rPr lang="en-US" sz="1333" dirty="0">
                <a:solidFill>
                  <a:srgbClr val="253170"/>
                </a:solidFill>
                <a:latin typeface="Calibri" pitchFamily="34" charset="0"/>
                <a:ea typeface="Calibri" pitchFamily="34" charset="-122"/>
                <a:cs typeface="Calibri" pitchFamily="34" charset="-120"/>
              </a:rPr>
              <a:t>Executive Summary</a:t>
            </a:r>
            <a:endParaRPr lang="en-US" sz="1333" dirty="0"/>
          </a:p>
        </p:txBody>
      </p:sp>
      <p:sp>
        <p:nvSpPr>
          <p:cNvPr id="7" name="Text 5"/>
          <p:cNvSpPr/>
          <p:nvPr/>
        </p:nvSpPr>
        <p:spPr>
          <a:xfrm>
            <a:off x="4998720" y="1906153"/>
            <a:ext cx="975360" cy="316992"/>
          </a:xfrm>
          <a:prstGeom prst="rect">
            <a:avLst/>
          </a:prstGeom>
          <a:noFill/>
          <a:ln/>
        </p:spPr>
        <p:txBody>
          <a:bodyPr wrap="square" lIns="0" tIns="0" rIns="0" bIns="0" rtlCol="0" anchor="ctr"/>
          <a:lstStyle/>
          <a:p>
            <a:pPr algn="r"/>
            <a:r>
              <a:rPr lang="en-US" sz="1200" dirty="0">
                <a:solidFill>
                  <a:srgbClr val="6B7A9F"/>
                </a:solidFill>
                <a:latin typeface="Calibri" pitchFamily="34" charset="0"/>
                <a:ea typeface="Calibri" pitchFamily="34" charset="-122"/>
                <a:cs typeface="Calibri" pitchFamily="34" charset="-120"/>
              </a:rPr>
              <a:t>p.1–2</a:t>
            </a:r>
            <a:endParaRPr lang="en-US" sz="1200" dirty="0"/>
          </a:p>
        </p:txBody>
      </p:sp>
      <p:sp>
        <p:nvSpPr>
          <p:cNvPr id="8" name="Text 6"/>
          <p:cNvSpPr/>
          <p:nvPr/>
        </p:nvSpPr>
        <p:spPr>
          <a:xfrm>
            <a:off x="914400" y="2259721"/>
            <a:ext cx="4084320" cy="316992"/>
          </a:xfrm>
          <a:prstGeom prst="rect">
            <a:avLst/>
          </a:prstGeom>
          <a:noFill/>
          <a:ln/>
        </p:spPr>
        <p:txBody>
          <a:bodyPr wrap="square" lIns="0" tIns="0" rIns="0" bIns="0" rtlCol="0" anchor="ctr"/>
          <a:lstStyle/>
          <a:p>
            <a:r>
              <a:rPr lang="en-US" sz="1333" dirty="0">
                <a:solidFill>
                  <a:srgbClr val="253170"/>
                </a:solidFill>
                <a:latin typeface="Calibri" pitchFamily="34" charset="0"/>
                <a:ea typeface="Calibri" pitchFamily="34" charset="-122"/>
                <a:cs typeface="Calibri" pitchFamily="34" charset="-120"/>
              </a:rPr>
              <a:t>Introduction</a:t>
            </a:r>
            <a:endParaRPr lang="en-US" sz="1333" dirty="0"/>
          </a:p>
        </p:txBody>
      </p:sp>
      <p:sp>
        <p:nvSpPr>
          <p:cNvPr id="9" name="Text 7"/>
          <p:cNvSpPr/>
          <p:nvPr/>
        </p:nvSpPr>
        <p:spPr>
          <a:xfrm>
            <a:off x="4998720" y="2259721"/>
            <a:ext cx="975360" cy="316992"/>
          </a:xfrm>
          <a:prstGeom prst="rect">
            <a:avLst/>
          </a:prstGeom>
          <a:noFill/>
          <a:ln/>
        </p:spPr>
        <p:txBody>
          <a:bodyPr wrap="square" lIns="0" tIns="0" rIns="0" bIns="0" rtlCol="0" anchor="ctr"/>
          <a:lstStyle/>
          <a:p>
            <a:pPr algn="r"/>
            <a:r>
              <a:rPr lang="en-US" sz="1200" dirty="0">
                <a:solidFill>
                  <a:srgbClr val="6B7A9F"/>
                </a:solidFill>
                <a:latin typeface="Calibri" pitchFamily="34" charset="0"/>
                <a:ea typeface="Calibri" pitchFamily="34" charset="-122"/>
                <a:cs typeface="Calibri" pitchFamily="34" charset="-120"/>
              </a:rPr>
              <a:t>p.3</a:t>
            </a:r>
            <a:endParaRPr lang="en-US" sz="1200" dirty="0"/>
          </a:p>
        </p:txBody>
      </p:sp>
      <p:sp>
        <p:nvSpPr>
          <p:cNvPr id="10" name="Text 8"/>
          <p:cNvSpPr/>
          <p:nvPr/>
        </p:nvSpPr>
        <p:spPr>
          <a:xfrm>
            <a:off x="914400" y="2613289"/>
            <a:ext cx="4084320" cy="316992"/>
          </a:xfrm>
          <a:prstGeom prst="rect">
            <a:avLst/>
          </a:prstGeom>
          <a:noFill/>
          <a:ln/>
        </p:spPr>
        <p:txBody>
          <a:bodyPr wrap="square" lIns="0" tIns="0" rIns="0" bIns="0" rtlCol="0" anchor="ctr"/>
          <a:lstStyle/>
          <a:p>
            <a:r>
              <a:rPr lang="en-US" sz="1333" dirty="0">
                <a:solidFill>
                  <a:srgbClr val="6B7A9F"/>
                </a:solidFill>
                <a:latin typeface="Calibri" pitchFamily="34" charset="0"/>
                <a:ea typeface="Calibri" pitchFamily="34" charset="-122"/>
                <a:cs typeface="Calibri" pitchFamily="34" charset="-120"/>
              </a:rPr>
              <a:t>  · Three Lines Model</a:t>
            </a:r>
            <a:endParaRPr lang="en-US" sz="1333" dirty="0"/>
          </a:p>
        </p:txBody>
      </p:sp>
      <p:sp>
        <p:nvSpPr>
          <p:cNvPr id="11" name="Text 9"/>
          <p:cNvSpPr/>
          <p:nvPr/>
        </p:nvSpPr>
        <p:spPr>
          <a:xfrm>
            <a:off x="4998720" y="2613289"/>
            <a:ext cx="975360" cy="316992"/>
          </a:xfrm>
          <a:prstGeom prst="rect">
            <a:avLst/>
          </a:prstGeom>
          <a:noFill/>
          <a:ln/>
        </p:spPr>
        <p:txBody>
          <a:bodyPr wrap="square" lIns="0" tIns="0" rIns="0" bIns="0" rtlCol="0" anchor="ctr"/>
          <a:lstStyle/>
          <a:p>
            <a:pPr algn="r"/>
            <a:r>
              <a:rPr lang="en-US" sz="1200" dirty="0">
                <a:solidFill>
                  <a:srgbClr val="6B7A9F"/>
                </a:solidFill>
                <a:latin typeface="Calibri" pitchFamily="34" charset="0"/>
                <a:ea typeface="Calibri" pitchFamily="34" charset="-122"/>
                <a:cs typeface="Calibri" pitchFamily="34" charset="-120"/>
              </a:rPr>
              <a:t>p.4</a:t>
            </a:r>
            <a:endParaRPr lang="en-US" sz="1200" dirty="0"/>
          </a:p>
        </p:txBody>
      </p:sp>
      <p:sp>
        <p:nvSpPr>
          <p:cNvPr id="12" name="Text 10"/>
          <p:cNvSpPr/>
          <p:nvPr/>
        </p:nvSpPr>
        <p:spPr>
          <a:xfrm>
            <a:off x="914400" y="2966857"/>
            <a:ext cx="4084320" cy="316992"/>
          </a:xfrm>
          <a:prstGeom prst="rect">
            <a:avLst/>
          </a:prstGeom>
          <a:noFill/>
          <a:ln/>
        </p:spPr>
        <p:txBody>
          <a:bodyPr wrap="square" lIns="0" tIns="0" rIns="0" bIns="0" rtlCol="0" anchor="ctr"/>
          <a:lstStyle/>
          <a:p>
            <a:r>
              <a:rPr lang="en-US" sz="1333" dirty="0">
                <a:solidFill>
                  <a:srgbClr val="6B7A9F"/>
                </a:solidFill>
                <a:latin typeface="Calibri" pitchFamily="34" charset="0"/>
                <a:ea typeface="Calibri" pitchFamily="34" charset="-122"/>
                <a:cs typeface="Calibri" pitchFamily="34" charset="-120"/>
              </a:rPr>
              <a:t>  · IT Governance Overview</a:t>
            </a:r>
            <a:endParaRPr lang="en-US" sz="1333" dirty="0"/>
          </a:p>
        </p:txBody>
      </p:sp>
      <p:sp>
        <p:nvSpPr>
          <p:cNvPr id="13" name="Text 11"/>
          <p:cNvSpPr/>
          <p:nvPr/>
        </p:nvSpPr>
        <p:spPr>
          <a:xfrm>
            <a:off x="4998720" y="2966857"/>
            <a:ext cx="975360" cy="316992"/>
          </a:xfrm>
          <a:prstGeom prst="rect">
            <a:avLst/>
          </a:prstGeom>
          <a:noFill/>
          <a:ln/>
        </p:spPr>
        <p:txBody>
          <a:bodyPr wrap="square" lIns="0" tIns="0" rIns="0" bIns="0" rtlCol="0" anchor="ctr"/>
          <a:lstStyle/>
          <a:p>
            <a:pPr algn="r"/>
            <a:r>
              <a:rPr lang="en-US" sz="1200" dirty="0">
                <a:solidFill>
                  <a:srgbClr val="6B7A9F"/>
                </a:solidFill>
                <a:latin typeface="Calibri" pitchFamily="34" charset="0"/>
                <a:ea typeface="Calibri" pitchFamily="34" charset="-122"/>
                <a:cs typeface="Calibri" pitchFamily="34" charset="-120"/>
              </a:rPr>
              <a:t>p.5–6</a:t>
            </a:r>
            <a:endParaRPr lang="en-US" sz="1200" dirty="0"/>
          </a:p>
        </p:txBody>
      </p:sp>
      <p:sp>
        <p:nvSpPr>
          <p:cNvPr id="14" name="Text 12"/>
          <p:cNvSpPr/>
          <p:nvPr/>
        </p:nvSpPr>
        <p:spPr>
          <a:xfrm>
            <a:off x="914400" y="3320425"/>
            <a:ext cx="4084320" cy="316992"/>
          </a:xfrm>
          <a:prstGeom prst="rect">
            <a:avLst/>
          </a:prstGeom>
          <a:noFill/>
          <a:ln/>
        </p:spPr>
        <p:txBody>
          <a:bodyPr wrap="square" lIns="0" tIns="0" rIns="0" bIns="0" rtlCol="0" anchor="ctr"/>
          <a:lstStyle/>
          <a:p>
            <a:r>
              <a:rPr lang="en-US" sz="1333" dirty="0">
                <a:solidFill>
                  <a:srgbClr val="6B7A9F"/>
                </a:solidFill>
                <a:latin typeface="Calibri" pitchFamily="34" charset="0"/>
                <a:ea typeface="Calibri" pitchFamily="34" charset="-122"/>
                <a:cs typeface="Calibri" pitchFamily="34" charset="-120"/>
              </a:rPr>
              <a:t>  · IT Management Overview</a:t>
            </a:r>
            <a:endParaRPr lang="en-US" sz="1333" dirty="0"/>
          </a:p>
        </p:txBody>
      </p:sp>
      <p:sp>
        <p:nvSpPr>
          <p:cNvPr id="15" name="Text 13"/>
          <p:cNvSpPr/>
          <p:nvPr/>
        </p:nvSpPr>
        <p:spPr>
          <a:xfrm>
            <a:off x="4998720" y="3320425"/>
            <a:ext cx="975360" cy="316992"/>
          </a:xfrm>
          <a:prstGeom prst="rect">
            <a:avLst/>
          </a:prstGeom>
          <a:noFill/>
          <a:ln/>
        </p:spPr>
        <p:txBody>
          <a:bodyPr wrap="square" lIns="0" tIns="0" rIns="0" bIns="0" rtlCol="0" anchor="ctr"/>
          <a:lstStyle/>
          <a:p>
            <a:pPr algn="r"/>
            <a:r>
              <a:rPr lang="en-US" sz="1200" dirty="0">
                <a:solidFill>
                  <a:srgbClr val="6B7A9F"/>
                </a:solidFill>
                <a:latin typeface="Calibri" pitchFamily="34" charset="0"/>
                <a:ea typeface="Calibri" pitchFamily="34" charset="-122"/>
                <a:cs typeface="Calibri" pitchFamily="34" charset="-120"/>
              </a:rPr>
              <a:t>p.6–8</a:t>
            </a:r>
            <a:endParaRPr lang="en-US" sz="1200" dirty="0"/>
          </a:p>
        </p:txBody>
      </p:sp>
      <p:sp>
        <p:nvSpPr>
          <p:cNvPr id="16" name="Text 14"/>
          <p:cNvSpPr/>
          <p:nvPr/>
        </p:nvSpPr>
        <p:spPr>
          <a:xfrm>
            <a:off x="914400" y="3673993"/>
            <a:ext cx="4084320" cy="316992"/>
          </a:xfrm>
          <a:prstGeom prst="rect">
            <a:avLst/>
          </a:prstGeom>
          <a:noFill/>
          <a:ln/>
        </p:spPr>
        <p:txBody>
          <a:bodyPr wrap="square" lIns="0" tIns="0" rIns="0" bIns="0" rtlCol="0" anchor="ctr"/>
          <a:lstStyle/>
          <a:p>
            <a:r>
              <a:rPr lang="en-US" sz="1333" dirty="0">
                <a:solidFill>
                  <a:srgbClr val="6B7A9F"/>
                </a:solidFill>
                <a:latin typeface="Calibri" pitchFamily="34" charset="0"/>
                <a:ea typeface="Calibri" pitchFamily="34" charset="-122"/>
                <a:cs typeface="Calibri" pitchFamily="34" charset="-120"/>
              </a:rPr>
              <a:t>  · Business Significance</a:t>
            </a:r>
            <a:endParaRPr lang="en-US" sz="1333" dirty="0"/>
          </a:p>
        </p:txBody>
      </p:sp>
      <p:sp>
        <p:nvSpPr>
          <p:cNvPr id="17" name="Text 15"/>
          <p:cNvSpPr/>
          <p:nvPr/>
        </p:nvSpPr>
        <p:spPr>
          <a:xfrm>
            <a:off x="4998720" y="3673993"/>
            <a:ext cx="975360" cy="316992"/>
          </a:xfrm>
          <a:prstGeom prst="rect">
            <a:avLst/>
          </a:prstGeom>
          <a:noFill/>
          <a:ln/>
        </p:spPr>
        <p:txBody>
          <a:bodyPr wrap="square" lIns="0" tIns="0" rIns="0" bIns="0" rtlCol="0" anchor="ctr"/>
          <a:lstStyle/>
          <a:p>
            <a:pPr algn="r"/>
            <a:r>
              <a:rPr lang="en-US" sz="1200" dirty="0">
                <a:solidFill>
                  <a:srgbClr val="6B7A9F"/>
                </a:solidFill>
                <a:latin typeface="Calibri" pitchFamily="34" charset="0"/>
                <a:ea typeface="Calibri" pitchFamily="34" charset="-122"/>
                <a:cs typeface="Calibri" pitchFamily="34" charset="-120"/>
              </a:rPr>
              <a:t>p.8–9</a:t>
            </a:r>
            <a:endParaRPr lang="en-US" sz="1200" dirty="0"/>
          </a:p>
        </p:txBody>
      </p:sp>
      <p:sp>
        <p:nvSpPr>
          <p:cNvPr id="18" name="Text 16"/>
          <p:cNvSpPr/>
          <p:nvPr/>
        </p:nvSpPr>
        <p:spPr>
          <a:xfrm>
            <a:off x="914400" y="4027561"/>
            <a:ext cx="4084320" cy="316992"/>
          </a:xfrm>
          <a:prstGeom prst="rect">
            <a:avLst/>
          </a:prstGeom>
          <a:noFill/>
          <a:ln/>
        </p:spPr>
        <p:txBody>
          <a:bodyPr wrap="square" lIns="0" tIns="0" rIns="0" bIns="0" rtlCol="0" anchor="ctr"/>
          <a:lstStyle/>
          <a:p>
            <a:r>
              <a:rPr lang="en-US" sz="1333" dirty="0">
                <a:solidFill>
                  <a:srgbClr val="6B7A9F"/>
                </a:solidFill>
                <a:latin typeface="Calibri" pitchFamily="34" charset="0"/>
                <a:ea typeface="Calibri" pitchFamily="34" charset="-122"/>
                <a:cs typeface="Calibri" pitchFamily="34" charset="-120"/>
              </a:rPr>
              <a:t>  · The IA Function's Role</a:t>
            </a:r>
            <a:endParaRPr lang="en-US" sz="1333" dirty="0"/>
          </a:p>
        </p:txBody>
      </p:sp>
      <p:sp>
        <p:nvSpPr>
          <p:cNvPr id="19" name="Text 17"/>
          <p:cNvSpPr/>
          <p:nvPr/>
        </p:nvSpPr>
        <p:spPr>
          <a:xfrm>
            <a:off x="4998720" y="4027561"/>
            <a:ext cx="975360" cy="316992"/>
          </a:xfrm>
          <a:prstGeom prst="rect">
            <a:avLst/>
          </a:prstGeom>
          <a:noFill/>
          <a:ln/>
        </p:spPr>
        <p:txBody>
          <a:bodyPr wrap="square" lIns="0" tIns="0" rIns="0" bIns="0" rtlCol="0" anchor="ctr"/>
          <a:lstStyle/>
          <a:p>
            <a:pPr algn="r"/>
            <a:r>
              <a:rPr lang="en-US" sz="1200" dirty="0">
                <a:solidFill>
                  <a:srgbClr val="6B7A9F"/>
                </a:solidFill>
                <a:latin typeface="Calibri" pitchFamily="34" charset="0"/>
                <a:ea typeface="Calibri" pitchFamily="34" charset="-122"/>
                <a:cs typeface="Calibri" pitchFamily="34" charset="-120"/>
              </a:rPr>
              <a:t>p.10–12</a:t>
            </a:r>
            <a:endParaRPr lang="en-US" sz="1200" dirty="0"/>
          </a:p>
        </p:txBody>
      </p:sp>
      <p:sp>
        <p:nvSpPr>
          <p:cNvPr id="20" name="Text 18"/>
          <p:cNvSpPr/>
          <p:nvPr/>
        </p:nvSpPr>
        <p:spPr>
          <a:xfrm>
            <a:off x="914400" y="4381129"/>
            <a:ext cx="4084320" cy="316992"/>
          </a:xfrm>
          <a:prstGeom prst="rect">
            <a:avLst/>
          </a:prstGeom>
          <a:noFill/>
          <a:ln/>
        </p:spPr>
        <p:txBody>
          <a:bodyPr wrap="square" lIns="0" tIns="0" rIns="0" bIns="0" rtlCol="0" anchor="ctr"/>
          <a:lstStyle/>
          <a:p>
            <a:r>
              <a:rPr lang="en-US" sz="1333" b="1" dirty="0">
                <a:solidFill>
                  <a:srgbClr val="2E7D32"/>
                </a:solidFill>
                <a:latin typeface="Calibri" pitchFamily="34" charset="0"/>
                <a:ea typeface="Calibri" pitchFamily="34" charset="-122"/>
                <a:cs typeface="Calibri" pitchFamily="34" charset="-120"/>
              </a:rPr>
              <a:t>Plan Engagements Effectively</a:t>
            </a:r>
            <a:endParaRPr lang="en-US" sz="1333" dirty="0"/>
          </a:p>
        </p:txBody>
      </p:sp>
      <p:sp>
        <p:nvSpPr>
          <p:cNvPr id="21" name="Text 19"/>
          <p:cNvSpPr/>
          <p:nvPr/>
        </p:nvSpPr>
        <p:spPr>
          <a:xfrm>
            <a:off x="4998720" y="4381129"/>
            <a:ext cx="975360" cy="316992"/>
          </a:xfrm>
          <a:prstGeom prst="rect">
            <a:avLst/>
          </a:prstGeom>
          <a:noFill/>
          <a:ln/>
        </p:spPr>
        <p:txBody>
          <a:bodyPr wrap="square" lIns="0" tIns="0" rIns="0" bIns="0" rtlCol="0" anchor="ctr"/>
          <a:lstStyle/>
          <a:p>
            <a:pPr algn="r"/>
            <a:r>
              <a:rPr lang="en-US" sz="1200" dirty="0">
                <a:solidFill>
                  <a:srgbClr val="6B7A9F"/>
                </a:solidFill>
                <a:latin typeface="Calibri" pitchFamily="34" charset="0"/>
                <a:ea typeface="Calibri" pitchFamily="34" charset="-122"/>
                <a:cs typeface="Calibri" pitchFamily="34" charset="-120"/>
              </a:rPr>
              <a:t>p.13–20</a:t>
            </a:r>
            <a:endParaRPr lang="en-US" sz="1200" dirty="0"/>
          </a:p>
        </p:txBody>
      </p:sp>
      <p:sp>
        <p:nvSpPr>
          <p:cNvPr id="22" name="Text 20"/>
          <p:cNvSpPr/>
          <p:nvPr/>
        </p:nvSpPr>
        <p:spPr>
          <a:xfrm>
            <a:off x="914400" y="4734697"/>
            <a:ext cx="4084320" cy="316992"/>
          </a:xfrm>
          <a:prstGeom prst="rect">
            <a:avLst/>
          </a:prstGeom>
          <a:noFill/>
          <a:ln/>
        </p:spPr>
        <p:txBody>
          <a:bodyPr wrap="square" lIns="0" tIns="0" rIns="0" bIns="0" rtlCol="0" anchor="ctr"/>
          <a:lstStyle/>
          <a:p>
            <a:r>
              <a:rPr lang="en-US" sz="1333" dirty="0">
                <a:solidFill>
                  <a:srgbClr val="253170"/>
                </a:solidFill>
                <a:latin typeface="Calibri" pitchFamily="34" charset="0"/>
                <a:ea typeface="Calibri" pitchFamily="34" charset="-122"/>
                <a:cs typeface="Calibri" pitchFamily="34" charset="-120"/>
              </a:rPr>
              <a:t>Communicate Engagement Results</a:t>
            </a:r>
            <a:endParaRPr lang="en-US" sz="1333" dirty="0"/>
          </a:p>
        </p:txBody>
      </p:sp>
      <p:sp>
        <p:nvSpPr>
          <p:cNvPr id="23" name="Text 21"/>
          <p:cNvSpPr/>
          <p:nvPr/>
        </p:nvSpPr>
        <p:spPr>
          <a:xfrm>
            <a:off x="4998720" y="4734697"/>
            <a:ext cx="975360" cy="316992"/>
          </a:xfrm>
          <a:prstGeom prst="rect">
            <a:avLst/>
          </a:prstGeom>
          <a:noFill/>
          <a:ln/>
        </p:spPr>
        <p:txBody>
          <a:bodyPr wrap="square" lIns="0" tIns="0" rIns="0" bIns="0" rtlCol="0" anchor="ctr"/>
          <a:lstStyle/>
          <a:p>
            <a:pPr algn="r"/>
            <a:r>
              <a:rPr lang="en-US" sz="1200" dirty="0">
                <a:solidFill>
                  <a:srgbClr val="6B7A9F"/>
                </a:solidFill>
                <a:latin typeface="Calibri" pitchFamily="34" charset="0"/>
                <a:ea typeface="Calibri" pitchFamily="34" charset="-122"/>
                <a:cs typeface="Calibri" pitchFamily="34" charset="-120"/>
              </a:rPr>
              <a:t>p.21</a:t>
            </a:r>
            <a:endParaRPr lang="en-US" sz="1200" dirty="0"/>
          </a:p>
        </p:txBody>
      </p:sp>
      <p:sp>
        <p:nvSpPr>
          <p:cNvPr id="24" name="Text 22"/>
          <p:cNvSpPr/>
          <p:nvPr/>
        </p:nvSpPr>
        <p:spPr>
          <a:xfrm>
            <a:off x="914400" y="5088265"/>
            <a:ext cx="4084320" cy="316992"/>
          </a:xfrm>
          <a:prstGeom prst="rect">
            <a:avLst/>
          </a:prstGeom>
          <a:noFill/>
          <a:ln/>
        </p:spPr>
        <p:txBody>
          <a:bodyPr wrap="square" lIns="0" tIns="0" rIns="0" bIns="0" rtlCol="0" anchor="ctr"/>
          <a:lstStyle/>
          <a:p>
            <a:r>
              <a:rPr lang="en-US" sz="1333" dirty="0">
                <a:solidFill>
                  <a:srgbClr val="6B7A9F"/>
                </a:solidFill>
                <a:latin typeface="Calibri" pitchFamily="34" charset="0"/>
                <a:ea typeface="Calibri" pitchFamily="34" charset="-122"/>
                <a:cs typeface="Calibri" pitchFamily="34" charset="-120"/>
              </a:rPr>
              <a:t>Appendix A: IIA Standards</a:t>
            </a:r>
            <a:endParaRPr lang="en-US" sz="1333" dirty="0"/>
          </a:p>
        </p:txBody>
      </p:sp>
      <p:sp>
        <p:nvSpPr>
          <p:cNvPr id="25" name="Text 23"/>
          <p:cNvSpPr/>
          <p:nvPr/>
        </p:nvSpPr>
        <p:spPr>
          <a:xfrm>
            <a:off x="4998720" y="5088265"/>
            <a:ext cx="975360" cy="316992"/>
          </a:xfrm>
          <a:prstGeom prst="rect">
            <a:avLst/>
          </a:prstGeom>
          <a:noFill/>
          <a:ln/>
        </p:spPr>
        <p:txBody>
          <a:bodyPr wrap="square" lIns="0" tIns="0" rIns="0" bIns="0" rtlCol="0" anchor="ctr"/>
          <a:lstStyle/>
          <a:p>
            <a:pPr algn="r"/>
            <a:r>
              <a:rPr lang="en-US" sz="1200" dirty="0">
                <a:solidFill>
                  <a:srgbClr val="6B7A9F"/>
                </a:solidFill>
                <a:latin typeface="Calibri" pitchFamily="34" charset="0"/>
                <a:ea typeface="Calibri" pitchFamily="34" charset="-122"/>
                <a:cs typeface="Calibri" pitchFamily="34" charset="-120"/>
              </a:rPr>
              <a:t>p.22</a:t>
            </a:r>
            <a:endParaRPr lang="en-US" sz="1200" dirty="0"/>
          </a:p>
        </p:txBody>
      </p:sp>
      <p:sp>
        <p:nvSpPr>
          <p:cNvPr id="26" name="Text 24"/>
          <p:cNvSpPr/>
          <p:nvPr/>
        </p:nvSpPr>
        <p:spPr>
          <a:xfrm>
            <a:off x="914400" y="5441833"/>
            <a:ext cx="4084320" cy="316992"/>
          </a:xfrm>
          <a:prstGeom prst="rect">
            <a:avLst/>
          </a:prstGeom>
          <a:noFill/>
          <a:ln/>
        </p:spPr>
        <p:txBody>
          <a:bodyPr wrap="square" lIns="0" tIns="0" rIns="0" bIns="0" rtlCol="0" anchor="ctr"/>
          <a:lstStyle/>
          <a:p>
            <a:r>
              <a:rPr lang="en-US" sz="1333" dirty="0">
                <a:solidFill>
                  <a:srgbClr val="6B7A9F"/>
                </a:solidFill>
                <a:latin typeface="Calibri" pitchFamily="34" charset="0"/>
                <a:ea typeface="Calibri" pitchFamily="34" charset="-122"/>
                <a:cs typeface="Calibri" pitchFamily="34" charset="-120"/>
              </a:rPr>
              <a:t>Appendix B: Glossary</a:t>
            </a:r>
            <a:endParaRPr lang="en-US" sz="1333" dirty="0"/>
          </a:p>
        </p:txBody>
      </p:sp>
      <p:sp>
        <p:nvSpPr>
          <p:cNvPr id="27" name="Text 25"/>
          <p:cNvSpPr/>
          <p:nvPr/>
        </p:nvSpPr>
        <p:spPr>
          <a:xfrm>
            <a:off x="4998720" y="5441833"/>
            <a:ext cx="975360" cy="316992"/>
          </a:xfrm>
          <a:prstGeom prst="rect">
            <a:avLst/>
          </a:prstGeom>
          <a:noFill/>
          <a:ln/>
        </p:spPr>
        <p:txBody>
          <a:bodyPr wrap="square" lIns="0" tIns="0" rIns="0" bIns="0" rtlCol="0" anchor="ctr"/>
          <a:lstStyle/>
          <a:p>
            <a:pPr algn="r"/>
            <a:r>
              <a:rPr lang="en-US" sz="1200" dirty="0">
                <a:solidFill>
                  <a:srgbClr val="6B7A9F"/>
                </a:solidFill>
                <a:latin typeface="Calibri" pitchFamily="34" charset="0"/>
                <a:ea typeface="Calibri" pitchFamily="34" charset="-122"/>
                <a:cs typeface="Calibri" pitchFamily="34" charset="-120"/>
              </a:rPr>
              <a:t>p.23–26</a:t>
            </a:r>
            <a:endParaRPr lang="en-US" sz="1200" dirty="0"/>
          </a:p>
        </p:txBody>
      </p:sp>
      <p:sp>
        <p:nvSpPr>
          <p:cNvPr id="28" name="Text 26"/>
          <p:cNvSpPr/>
          <p:nvPr/>
        </p:nvSpPr>
        <p:spPr>
          <a:xfrm>
            <a:off x="914400" y="5795401"/>
            <a:ext cx="4084320" cy="316992"/>
          </a:xfrm>
          <a:prstGeom prst="rect">
            <a:avLst/>
          </a:prstGeom>
          <a:noFill/>
          <a:ln/>
        </p:spPr>
        <p:txBody>
          <a:bodyPr wrap="square" lIns="0" tIns="0" rIns="0" bIns="0" rtlCol="0" anchor="ctr"/>
          <a:lstStyle/>
          <a:p>
            <a:r>
              <a:rPr lang="en-US" sz="1333" b="1" dirty="0">
                <a:solidFill>
                  <a:srgbClr val="E65100"/>
                </a:solidFill>
                <a:latin typeface="Calibri" pitchFamily="34" charset="0"/>
                <a:ea typeface="Calibri" pitchFamily="34" charset="-122"/>
                <a:cs typeface="Calibri" pitchFamily="34" charset="-120"/>
              </a:rPr>
              <a:t>Appendix D: Mapping to Frameworks ★</a:t>
            </a:r>
            <a:endParaRPr lang="en-US" sz="1333" dirty="0"/>
          </a:p>
        </p:txBody>
      </p:sp>
      <p:sp>
        <p:nvSpPr>
          <p:cNvPr id="29" name="Text 27"/>
          <p:cNvSpPr/>
          <p:nvPr/>
        </p:nvSpPr>
        <p:spPr>
          <a:xfrm>
            <a:off x="4998720" y="5795401"/>
            <a:ext cx="975360" cy="316992"/>
          </a:xfrm>
          <a:prstGeom prst="rect">
            <a:avLst/>
          </a:prstGeom>
          <a:noFill/>
          <a:ln/>
        </p:spPr>
        <p:txBody>
          <a:bodyPr wrap="square" lIns="0" tIns="0" rIns="0" bIns="0" rtlCol="0" anchor="ctr"/>
          <a:lstStyle/>
          <a:p>
            <a:pPr algn="r"/>
            <a:r>
              <a:rPr lang="en-US" sz="1200" dirty="0">
                <a:solidFill>
                  <a:srgbClr val="6B7A9F"/>
                </a:solidFill>
                <a:latin typeface="Calibri" pitchFamily="34" charset="0"/>
                <a:ea typeface="Calibri" pitchFamily="34" charset="-122"/>
                <a:cs typeface="Calibri" pitchFamily="34" charset="-120"/>
              </a:rPr>
              <a:t>p.29</a:t>
            </a:r>
            <a:endParaRPr lang="en-US" sz="1200" dirty="0"/>
          </a:p>
        </p:txBody>
      </p:sp>
      <p:sp>
        <p:nvSpPr>
          <p:cNvPr id="30" name="Shape 28"/>
          <p:cNvSpPr/>
          <p:nvPr/>
        </p:nvSpPr>
        <p:spPr>
          <a:xfrm>
            <a:off x="6522720" y="1296553"/>
            <a:ext cx="5059680" cy="4974336"/>
          </a:xfrm>
          <a:prstGeom prst="roundRect">
            <a:avLst>
              <a:gd name="adj" fmla="val 2941"/>
            </a:avLst>
          </a:prstGeom>
          <a:solidFill>
            <a:srgbClr val="F5F7FC"/>
          </a:solidFill>
          <a:ln/>
          <a:effectLst>
            <a:outerShdw blurRad="88900" dist="38100" dir="2700000" algn="bl" rotWithShape="0">
              <a:srgbClr val="000000">
                <a:alpha val="9000"/>
              </a:srgbClr>
            </a:outerShdw>
          </a:effectLst>
        </p:spPr>
      </p:sp>
      <p:sp>
        <p:nvSpPr>
          <p:cNvPr id="31" name="Text 29"/>
          <p:cNvSpPr/>
          <p:nvPr/>
        </p:nvSpPr>
        <p:spPr>
          <a:xfrm>
            <a:off x="6766560" y="1418473"/>
            <a:ext cx="4572000" cy="390144"/>
          </a:xfrm>
          <a:prstGeom prst="rect">
            <a:avLst/>
          </a:prstGeom>
          <a:noFill/>
          <a:ln/>
        </p:spPr>
        <p:txBody>
          <a:bodyPr wrap="square" lIns="0" tIns="0" rIns="0" bIns="0" rtlCol="0" anchor="ctr"/>
          <a:lstStyle/>
          <a:p>
            <a:r>
              <a:rPr lang="en-US" sz="1733" b="1" dirty="0">
                <a:solidFill>
                  <a:srgbClr val="1A2456"/>
                </a:solidFill>
                <a:latin typeface="Calibri" pitchFamily="34" charset="0"/>
                <a:ea typeface="Calibri" pitchFamily="34" charset="-122"/>
                <a:cs typeface="Calibri" pitchFamily="34" charset="-120"/>
              </a:rPr>
              <a:t>How We Navigate It</a:t>
            </a:r>
            <a:endParaRPr lang="en-US" sz="1733" dirty="0"/>
          </a:p>
        </p:txBody>
      </p:sp>
      <p:sp>
        <p:nvSpPr>
          <p:cNvPr id="32" name="Shape 30"/>
          <p:cNvSpPr/>
          <p:nvPr/>
        </p:nvSpPr>
        <p:spPr>
          <a:xfrm>
            <a:off x="6766560" y="1979305"/>
            <a:ext cx="426720" cy="426720"/>
          </a:xfrm>
          <a:prstGeom prst="ellipse">
            <a:avLst/>
          </a:prstGeom>
          <a:solidFill>
            <a:srgbClr val="253170"/>
          </a:solidFill>
          <a:ln w="12700">
            <a:solidFill>
              <a:srgbClr val="253170"/>
            </a:solidFill>
            <a:prstDash val="solid"/>
          </a:ln>
        </p:spPr>
      </p:sp>
      <p:sp>
        <p:nvSpPr>
          <p:cNvPr id="33" name="Text 31"/>
          <p:cNvSpPr/>
          <p:nvPr/>
        </p:nvSpPr>
        <p:spPr>
          <a:xfrm>
            <a:off x="6766560" y="1979305"/>
            <a:ext cx="426720" cy="42672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1</a:t>
            </a:r>
            <a:endParaRPr lang="en-US" sz="1467" dirty="0"/>
          </a:p>
        </p:txBody>
      </p:sp>
      <p:sp>
        <p:nvSpPr>
          <p:cNvPr id="34" name="Text 32"/>
          <p:cNvSpPr/>
          <p:nvPr/>
        </p:nvSpPr>
        <p:spPr>
          <a:xfrm>
            <a:off x="7315200" y="1967113"/>
            <a:ext cx="4023360" cy="304800"/>
          </a:xfrm>
          <a:prstGeom prst="rect">
            <a:avLst/>
          </a:prstGeom>
          <a:noFill/>
          <a:ln/>
        </p:spPr>
        <p:txBody>
          <a:bodyPr wrap="square" lIns="0" tIns="0" rIns="0" bIns="0" rtlCol="0" anchor="ctr"/>
          <a:lstStyle/>
          <a:p>
            <a:r>
              <a:rPr lang="en-US" sz="1600" b="1" dirty="0">
                <a:solidFill>
                  <a:srgbClr val="1A2456"/>
                </a:solidFill>
                <a:latin typeface="Calibri" pitchFamily="34" charset="0"/>
                <a:ea typeface="Calibri" pitchFamily="34" charset="-122"/>
                <a:cs typeface="Calibri" pitchFamily="34" charset="-120"/>
              </a:rPr>
              <a:t>The Mandate</a:t>
            </a:r>
            <a:endParaRPr lang="en-US" sz="1600" dirty="0"/>
          </a:p>
        </p:txBody>
      </p:sp>
      <p:sp>
        <p:nvSpPr>
          <p:cNvPr id="35" name="Text 33"/>
          <p:cNvSpPr/>
          <p:nvPr/>
        </p:nvSpPr>
        <p:spPr>
          <a:xfrm>
            <a:off x="7315200" y="2271913"/>
            <a:ext cx="4023360" cy="268224"/>
          </a:xfrm>
          <a:prstGeom prst="rect">
            <a:avLst/>
          </a:prstGeom>
          <a:noFill/>
          <a:ln/>
        </p:spPr>
        <p:txBody>
          <a:bodyPr wrap="square" lIns="0" tIns="0" rIns="0" bIns="0" rtlCol="0" anchor="ctr"/>
          <a:lstStyle/>
          <a:p>
            <a:r>
              <a:rPr lang="en-US" sz="1267" dirty="0">
                <a:solidFill>
                  <a:srgbClr val="6B7A9F"/>
                </a:solidFill>
                <a:latin typeface="Calibri" pitchFamily="34" charset="0"/>
                <a:ea typeface="Calibri" pitchFamily="34" charset="-122"/>
                <a:cs typeface="Calibri" pitchFamily="34" charset="-120"/>
              </a:rPr>
              <a:t>Standard 9.1 + Exec Summary</a:t>
            </a:r>
            <a:endParaRPr lang="en-US" sz="1267" dirty="0"/>
          </a:p>
        </p:txBody>
      </p:sp>
      <p:sp>
        <p:nvSpPr>
          <p:cNvPr id="36" name="Shape 34"/>
          <p:cNvSpPr/>
          <p:nvPr/>
        </p:nvSpPr>
        <p:spPr>
          <a:xfrm>
            <a:off x="6766560" y="2686441"/>
            <a:ext cx="426720" cy="426720"/>
          </a:xfrm>
          <a:prstGeom prst="ellipse">
            <a:avLst/>
          </a:prstGeom>
          <a:solidFill>
            <a:srgbClr val="2E7D32"/>
          </a:solidFill>
          <a:ln w="12700">
            <a:solidFill>
              <a:srgbClr val="2E7D32"/>
            </a:solidFill>
            <a:prstDash val="solid"/>
          </a:ln>
        </p:spPr>
      </p:sp>
      <p:sp>
        <p:nvSpPr>
          <p:cNvPr id="37" name="Text 35"/>
          <p:cNvSpPr/>
          <p:nvPr/>
        </p:nvSpPr>
        <p:spPr>
          <a:xfrm>
            <a:off x="6766560" y="2686441"/>
            <a:ext cx="426720" cy="42672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2</a:t>
            </a:r>
            <a:endParaRPr lang="en-US" sz="1467" dirty="0"/>
          </a:p>
        </p:txBody>
      </p:sp>
      <p:sp>
        <p:nvSpPr>
          <p:cNvPr id="38" name="Text 36"/>
          <p:cNvSpPr/>
          <p:nvPr/>
        </p:nvSpPr>
        <p:spPr>
          <a:xfrm>
            <a:off x="7315200" y="2674249"/>
            <a:ext cx="4023360" cy="304800"/>
          </a:xfrm>
          <a:prstGeom prst="rect">
            <a:avLst/>
          </a:prstGeom>
          <a:noFill/>
          <a:ln/>
        </p:spPr>
        <p:txBody>
          <a:bodyPr wrap="square" lIns="0" tIns="0" rIns="0" bIns="0" rtlCol="0" anchor="ctr"/>
          <a:lstStyle/>
          <a:p>
            <a:r>
              <a:rPr lang="en-US" sz="1600" b="1" dirty="0">
                <a:solidFill>
                  <a:srgbClr val="1A2456"/>
                </a:solidFill>
                <a:latin typeface="Calibri" pitchFamily="34" charset="0"/>
                <a:ea typeface="Calibri" pitchFamily="34" charset="-122"/>
                <a:cs typeface="Calibri" pitchFamily="34" charset="-120"/>
              </a:rPr>
              <a:t>IT Governance &amp; Management Areas</a:t>
            </a:r>
            <a:endParaRPr lang="en-US" sz="1600" dirty="0"/>
          </a:p>
        </p:txBody>
      </p:sp>
      <p:sp>
        <p:nvSpPr>
          <p:cNvPr id="39" name="Text 37"/>
          <p:cNvSpPr/>
          <p:nvPr/>
        </p:nvSpPr>
        <p:spPr>
          <a:xfrm>
            <a:off x="7315200" y="2979049"/>
            <a:ext cx="4023360" cy="268224"/>
          </a:xfrm>
          <a:prstGeom prst="rect">
            <a:avLst/>
          </a:prstGeom>
          <a:noFill/>
          <a:ln/>
        </p:spPr>
        <p:txBody>
          <a:bodyPr wrap="square" lIns="0" tIns="0" rIns="0" bIns="0" rtlCol="0" anchor="ctr"/>
          <a:lstStyle/>
          <a:p>
            <a:r>
              <a:rPr lang="en-US" sz="1267" dirty="0">
                <a:solidFill>
                  <a:srgbClr val="6B7A9F"/>
                </a:solidFill>
                <a:latin typeface="Calibri" pitchFamily="34" charset="0"/>
                <a:ea typeface="Calibri" pitchFamily="34" charset="-122"/>
                <a:cs typeface="Calibri" pitchFamily="34" charset="-120"/>
              </a:rPr>
              <a:t>p.5–9 + Appendix D</a:t>
            </a:r>
            <a:endParaRPr lang="en-US" sz="1267" dirty="0"/>
          </a:p>
        </p:txBody>
      </p:sp>
      <p:sp>
        <p:nvSpPr>
          <p:cNvPr id="40" name="Shape 38"/>
          <p:cNvSpPr/>
          <p:nvPr/>
        </p:nvSpPr>
        <p:spPr>
          <a:xfrm>
            <a:off x="6766560" y="3393577"/>
            <a:ext cx="426720" cy="426720"/>
          </a:xfrm>
          <a:prstGeom prst="ellipse">
            <a:avLst/>
          </a:prstGeom>
          <a:solidFill>
            <a:srgbClr val="00796B"/>
          </a:solidFill>
          <a:ln w="12700">
            <a:solidFill>
              <a:srgbClr val="00796B"/>
            </a:solidFill>
            <a:prstDash val="solid"/>
          </a:ln>
        </p:spPr>
      </p:sp>
      <p:sp>
        <p:nvSpPr>
          <p:cNvPr id="41" name="Text 39"/>
          <p:cNvSpPr/>
          <p:nvPr/>
        </p:nvSpPr>
        <p:spPr>
          <a:xfrm>
            <a:off x="6766560" y="3393577"/>
            <a:ext cx="426720" cy="42672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3</a:t>
            </a:r>
            <a:endParaRPr lang="en-US" sz="1467" dirty="0"/>
          </a:p>
        </p:txBody>
      </p:sp>
      <p:sp>
        <p:nvSpPr>
          <p:cNvPr id="42" name="Text 40"/>
          <p:cNvSpPr/>
          <p:nvPr/>
        </p:nvSpPr>
        <p:spPr>
          <a:xfrm>
            <a:off x="7315200" y="3381385"/>
            <a:ext cx="4023360" cy="304800"/>
          </a:xfrm>
          <a:prstGeom prst="rect">
            <a:avLst/>
          </a:prstGeom>
          <a:noFill/>
          <a:ln/>
        </p:spPr>
        <p:txBody>
          <a:bodyPr wrap="square" lIns="0" tIns="0" rIns="0" bIns="0" rtlCol="0" anchor="ctr"/>
          <a:lstStyle/>
          <a:p>
            <a:r>
              <a:rPr lang="en-US" sz="1600" b="1" dirty="0">
                <a:solidFill>
                  <a:srgbClr val="1A2456"/>
                </a:solidFill>
                <a:latin typeface="Calibri" pitchFamily="34" charset="0"/>
                <a:ea typeface="Calibri" pitchFamily="34" charset="-122"/>
                <a:cs typeface="Calibri" pitchFamily="34" charset="-120"/>
              </a:rPr>
              <a:t>The IA Function's Role</a:t>
            </a:r>
            <a:endParaRPr lang="en-US" sz="1600" dirty="0"/>
          </a:p>
        </p:txBody>
      </p:sp>
      <p:sp>
        <p:nvSpPr>
          <p:cNvPr id="43" name="Text 41"/>
          <p:cNvSpPr/>
          <p:nvPr/>
        </p:nvSpPr>
        <p:spPr>
          <a:xfrm>
            <a:off x="7315200" y="3686185"/>
            <a:ext cx="4023360" cy="268224"/>
          </a:xfrm>
          <a:prstGeom prst="rect">
            <a:avLst/>
          </a:prstGeom>
          <a:noFill/>
          <a:ln/>
        </p:spPr>
        <p:txBody>
          <a:bodyPr wrap="square" lIns="0" tIns="0" rIns="0" bIns="0" rtlCol="0" anchor="ctr"/>
          <a:lstStyle/>
          <a:p>
            <a:r>
              <a:rPr lang="en-US" sz="1267" dirty="0">
                <a:solidFill>
                  <a:srgbClr val="6B7A9F"/>
                </a:solidFill>
                <a:latin typeface="Calibri" pitchFamily="34" charset="0"/>
                <a:ea typeface="Calibri" pitchFamily="34" charset="-122"/>
                <a:cs typeface="Calibri" pitchFamily="34" charset="-120"/>
              </a:rPr>
              <a:t>p.10–12 + root cause mandate</a:t>
            </a:r>
            <a:endParaRPr lang="en-US" sz="1267" dirty="0"/>
          </a:p>
        </p:txBody>
      </p:sp>
      <p:sp>
        <p:nvSpPr>
          <p:cNvPr id="44" name="Shape 42"/>
          <p:cNvSpPr/>
          <p:nvPr/>
        </p:nvSpPr>
        <p:spPr>
          <a:xfrm>
            <a:off x="6766560" y="4100713"/>
            <a:ext cx="426720" cy="426720"/>
          </a:xfrm>
          <a:prstGeom prst="ellipse">
            <a:avLst/>
          </a:prstGeom>
          <a:solidFill>
            <a:srgbClr val="43A047"/>
          </a:solidFill>
          <a:ln w="12700">
            <a:solidFill>
              <a:srgbClr val="43A047"/>
            </a:solidFill>
            <a:prstDash val="solid"/>
          </a:ln>
        </p:spPr>
      </p:sp>
      <p:sp>
        <p:nvSpPr>
          <p:cNvPr id="45" name="Text 43"/>
          <p:cNvSpPr/>
          <p:nvPr/>
        </p:nvSpPr>
        <p:spPr>
          <a:xfrm>
            <a:off x="6766560" y="4100713"/>
            <a:ext cx="426720" cy="42672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4</a:t>
            </a:r>
            <a:endParaRPr lang="en-US" sz="1467" dirty="0"/>
          </a:p>
        </p:txBody>
      </p:sp>
      <p:sp>
        <p:nvSpPr>
          <p:cNvPr id="46" name="Text 44"/>
          <p:cNvSpPr/>
          <p:nvPr/>
        </p:nvSpPr>
        <p:spPr>
          <a:xfrm>
            <a:off x="7315200" y="4088521"/>
            <a:ext cx="4023360" cy="304800"/>
          </a:xfrm>
          <a:prstGeom prst="rect">
            <a:avLst/>
          </a:prstGeom>
          <a:noFill/>
          <a:ln/>
        </p:spPr>
        <p:txBody>
          <a:bodyPr wrap="square" lIns="0" tIns="0" rIns="0" bIns="0" rtlCol="0" anchor="ctr"/>
          <a:lstStyle/>
          <a:p>
            <a:r>
              <a:rPr lang="en-US" sz="1600" b="1" dirty="0">
                <a:solidFill>
                  <a:srgbClr val="1A2456"/>
                </a:solidFill>
                <a:latin typeface="Calibri" pitchFamily="34" charset="0"/>
                <a:ea typeface="Calibri" pitchFamily="34" charset="-122"/>
                <a:cs typeface="Calibri" pitchFamily="34" charset="-120"/>
              </a:rPr>
              <a:t>Engagement Planning: 8 Steps</a:t>
            </a:r>
            <a:endParaRPr lang="en-US" sz="1600" dirty="0"/>
          </a:p>
        </p:txBody>
      </p:sp>
      <p:sp>
        <p:nvSpPr>
          <p:cNvPr id="47" name="Text 45"/>
          <p:cNvSpPr/>
          <p:nvPr/>
        </p:nvSpPr>
        <p:spPr>
          <a:xfrm>
            <a:off x="7315200" y="4393321"/>
            <a:ext cx="4023360" cy="268224"/>
          </a:xfrm>
          <a:prstGeom prst="rect">
            <a:avLst/>
          </a:prstGeom>
          <a:noFill/>
          <a:ln/>
        </p:spPr>
        <p:txBody>
          <a:bodyPr wrap="square" lIns="0" tIns="0" rIns="0" bIns="0" rtlCol="0" anchor="ctr"/>
          <a:lstStyle/>
          <a:p>
            <a:r>
              <a:rPr lang="en-US" sz="1267" dirty="0">
                <a:solidFill>
                  <a:srgbClr val="6B7A9F"/>
                </a:solidFill>
                <a:latin typeface="Calibri" pitchFamily="34" charset="0"/>
                <a:ea typeface="Calibri" pitchFamily="34" charset="-122"/>
                <a:cs typeface="Calibri" pitchFamily="34" charset="-120"/>
              </a:rPr>
              <a:t>p.13–20 + all Standards</a:t>
            </a:r>
            <a:endParaRPr lang="en-US" sz="1267" dirty="0"/>
          </a:p>
        </p:txBody>
      </p:sp>
      <p:sp>
        <p:nvSpPr>
          <p:cNvPr id="48" name="Shape 46"/>
          <p:cNvSpPr/>
          <p:nvPr/>
        </p:nvSpPr>
        <p:spPr>
          <a:xfrm>
            <a:off x="6766560" y="4807849"/>
            <a:ext cx="426720" cy="426720"/>
          </a:xfrm>
          <a:prstGeom prst="ellipse">
            <a:avLst/>
          </a:prstGeom>
          <a:solidFill>
            <a:srgbClr val="253170"/>
          </a:solidFill>
          <a:ln w="12700">
            <a:solidFill>
              <a:srgbClr val="253170"/>
            </a:solidFill>
            <a:prstDash val="solid"/>
          </a:ln>
        </p:spPr>
      </p:sp>
      <p:sp>
        <p:nvSpPr>
          <p:cNvPr id="49" name="Text 47"/>
          <p:cNvSpPr/>
          <p:nvPr/>
        </p:nvSpPr>
        <p:spPr>
          <a:xfrm>
            <a:off x="6766560" y="4807849"/>
            <a:ext cx="426720" cy="42672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5</a:t>
            </a:r>
            <a:endParaRPr lang="en-US" sz="1467" dirty="0"/>
          </a:p>
        </p:txBody>
      </p:sp>
      <p:sp>
        <p:nvSpPr>
          <p:cNvPr id="50" name="Text 48"/>
          <p:cNvSpPr/>
          <p:nvPr/>
        </p:nvSpPr>
        <p:spPr>
          <a:xfrm>
            <a:off x="7315200" y="4795657"/>
            <a:ext cx="4023360" cy="304800"/>
          </a:xfrm>
          <a:prstGeom prst="rect">
            <a:avLst/>
          </a:prstGeom>
          <a:noFill/>
          <a:ln/>
        </p:spPr>
        <p:txBody>
          <a:bodyPr wrap="square" lIns="0" tIns="0" rIns="0" bIns="0" rtlCol="0" anchor="ctr"/>
          <a:lstStyle/>
          <a:p>
            <a:r>
              <a:rPr lang="en-US" sz="1600" b="1" dirty="0">
                <a:solidFill>
                  <a:srgbClr val="1A2456"/>
                </a:solidFill>
                <a:latin typeface="Calibri" pitchFamily="34" charset="0"/>
                <a:ea typeface="Calibri" pitchFamily="34" charset="-122"/>
                <a:cs typeface="Calibri" pitchFamily="34" charset="-120"/>
              </a:rPr>
              <a:t>Communicating Results</a:t>
            </a:r>
            <a:endParaRPr lang="en-US" sz="1600" dirty="0"/>
          </a:p>
        </p:txBody>
      </p:sp>
      <p:sp>
        <p:nvSpPr>
          <p:cNvPr id="51" name="Text 49"/>
          <p:cNvSpPr/>
          <p:nvPr/>
        </p:nvSpPr>
        <p:spPr>
          <a:xfrm>
            <a:off x="7315200" y="5100457"/>
            <a:ext cx="4023360" cy="268224"/>
          </a:xfrm>
          <a:prstGeom prst="rect">
            <a:avLst/>
          </a:prstGeom>
          <a:noFill/>
          <a:ln/>
        </p:spPr>
        <p:txBody>
          <a:bodyPr wrap="square" lIns="0" tIns="0" rIns="0" bIns="0" rtlCol="0" anchor="ctr"/>
          <a:lstStyle/>
          <a:p>
            <a:r>
              <a:rPr lang="en-US" sz="1267" dirty="0">
                <a:solidFill>
                  <a:srgbClr val="6B7A9F"/>
                </a:solidFill>
                <a:latin typeface="Calibri" pitchFamily="34" charset="0"/>
                <a:ea typeface="Calibri" pitchFamily="34" charset="-122"/>
                <a:cs typeface="Calibri" pitchFamily="34" charset="-120"/>
              </a:rPr>
              <a:t>p.21 + Standards 8.1, 11.3, 15.1</a:t>
            </a:r>
            <a:endParaRPr lang="en-US" sz="1267" dirty="0"/>
          </a:p>
        </p:txBody>
      </p:sp>
      <p:sp>
        <p:nvSpPr>
          <p:cNvPr id="52" name="Shape 50"/>
          <p:cNvSpPr/>
          <p:nvPr/>
        </p:nvSpPr>
        <p:spPr>
          <a:xfrm>
            <a:off x="6766560" y="5514985"/>
            <a:ext cx="426720" cy="426720"/>
          </a:xfrm>
          <a:prstGeom prst="ellipse">
            <a:avLst/>
          </a:prstGeom>
          <a:solidFill>
            <a:srgbClr val="E65100"/>
          </a:solidFill>
          <a:ln w="12700">
            <a:solidFill>
              <a:srgbClr val="E65100"/>
            </a:solidFill>
            <a:prstDash val="solid"/>
          </a:ln>
        </p:spPr>
      </p:sp>
      <p:sp>
        <p:nvSpPr>
          <p:cNvPr id="53" name="Text 51"/>
          <p:cNvSpPr/>
          <p:nvPr/>
        </p:nvSpPr>
        <p:spPr>
          <a:xfrm>
            <a:off x="6766560" y="5514985"/>
            <a:ext cx="426720" cy="42672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6</a:t>
            </a:r>
            <a:endParaRPr lang="en-US" sz="1467" dirty="0"/>
          </a:p>
        </p:txBody>
      </p:sp>
      <p:sp>
        <p:nvSpPr>
          <p:cNvPr id="54" name="Text 52"/>
          <p:cNvSpPr/>
          <p:nvPr/>
        </p:nvSpPr>
        <p:spPr>
          <a:xfrm>
            <a:off x="7315200" y="5502793"/>
            <a:ext cx="4023360" cy="304800"/>
          </a:xfrm>
          <a:prstGeom prst="rect">
            <a:avLst/>
          </a:prstGeom>
          <a:noFill/>
          <a:ln/>
        </p:spPr>
        <p:txBody>
          <a:bodyPr wrap="square" lIns="0" tIns="0" rIns="0" bIns="0" rtlCol="0" anchor="ctr"/>
          <a:lstStyle/>
          <a:p>
            <a:r>
              <a:rPr lang="en-US" sz="1600" b="1" dirty="0">
                <a:solidFill>
                  <a:srgbClr val="1A2456"/>
                </a:solidFill>
                <a:latin typeface="Calibri" pitchFamily="34" charset="0"/>
                <a:ea typeface="Calibri" pitchFamily="34" charset="-122"/>
                <a:cs typeface="Calibri" pitchFamily="34" charset="-120"/>
              </a:rPr>
              <a:t>Appendix D — The COBIT Bridge</a:t>
            </a:r>
            <a:endParaRPr lang="en-US" sz="1600" dirty="0"/>
          </a:p>
        </p:txBody>
      </p:sp>
      <p:sp>
        <p:nvSpPr>
          <p:cNvPr id="55" name="Text 53"/>
          <p:cNvSpPr/>
          <p:nvPr/>
        </p:nvSpPr>
        <p:spPr>
          <a:xfrm>
            <a:off x="7315200" y="5807593"/>
            <a:ext cx="4023360" cy="268224"/>
          </a:xfrm>
          <a:prstGeom prst="rect">
            <a:avLst/>
          </a:prstGeom>
          <a:noFill/>
          <a:ln/>
        </p:spPr>
        <p:txBody>
          <a:bodyPr wrap="square" lIns="0" tIns="0" rIns="0" bIns="0" rtlCol="0" anchor="ctr"/>
          <a:lstStyle/>
          <a:p>
            <a:r>
              <a:rPr lang="en-US" sz="1267" dirty="0">
                <a:solidFill>
                  <a:srgbClr val="6B7A9F"/>
                </a:solidFill>
                <a:latin typeface="Calibri" pitchFamily="34" charset="0"/>
                <a:ea typeface="Calibri" pitchFamily="34" charset="-122"/>
                <a:cs typeface="Calibri" pitchFamily="34" charset="-120"/>
              </a:rPr>
              <a:t>p.29 + how our practice fits</a:t>
            </a:r>
            <a:endParaRPr lang="en-US" sz="1267" dirty="0"/>
          </a:p>
        </p:txBody>
      </p:sp>
      <p:sp>
        <p:nvSpPr>
          <p:cNvPr id="56" name="Shape 54"/>
          <p:cNvSpPr/>
          <p:nvPr/>
        </p:nvSpPr>
        <p:spPr>
          <a:xfrm>
            <a:off x="609600" y="6380617"/>
            <a:ext cx="10972800" cy="390144"/>
          </a:xfrm>
          <a:prstGeom prst="roundRect">
            <a:avLst>
              <a:gd name="adj" fmla="val 25000"/>
            </a:avLst>
          </a:prstGeom>
          <a:solidFill>
            <a:srgbClr val="E3F2FD"/>
          </a:solidFill>
          <a:ln/>
        </p:spPr>
      </p:sp>
      <p:sp>
        <p:nvSpPr>
          <p:cNvPr id="57" name="Text 55"/>
          <p:cNvSpPr/>
          <p:nvPr/>
        </p:nvSpPr>
        <p:spPr>
          <a:xfrm>
            <a:off x="792480" y="6417193"/>
            <a:ext cx="10607040" cy="292608"/>
          </a:xfrm>
          <a:prstGeom prst="rect">
            <a:avLst/>
          </a:prstGeom>
          <a:noFill/>
          <a:ln/>
        </p:spPr>
        <p:txBody>
          <a:bodyPr wrap="square" lIns="0" tIns="0" rIns="0" bIns="0" rtlCol="0" anchor="ctr"/>
          <a:lstStyle/>
          <a:p>
            <a:r>
              <a:rPr lang="en-US" sz="1400" dirty="0">
                <a:solidFill>
                  <a:srgbClr val="1565C0"/>
                </a:solidFill>
                <a:latin typeface="Calibri" pitchFamily="34" charset="0"/>
                <a:ea typeface="Calibri" pitchFamily="34" charset="-122"/>
                <a:cs typeface="Calibri" pitchFamily="34" charset="-120"/>
              </a:rPr>
              <a:t>⚙  COBIT 2019 notes appear in blue callouts throughout — showing where our practice connects to GTAG's methodology.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600" y="268224"/>
            <a:ext cx="3901440"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EXECUTIVE SUMMARY  ·  p.1–2</a:t>
            </a:r>
            <a:endParaRPr lang="en-US" sz="1333" dirty="0"/>
          </a:p>
        </p:txBody>
      </p:sp>
      <p:sp>
        <p:nvSpPr>
          <p:cNvPr id="4" name="Text 2"/>
          <p:cNvSpPr/>
          <p:nvPr/>
        </p:nvSpPr>
        <p:spPr>
          <a:xfrm>
            <a:off x="609600" y="292608"/>
            <a:ext cx="11460480" cy="426720"/>
          </a:xfrm>
          <a:prstGeom prst="rect">
            <a:avLst/>
          </a:prstGeom>
          <a:noFill/>
          <a:ln/>
        </p:spPr>
        <p:txBody>
          <a:bodyPr wrap="square" lIns="0" tIns="0" rIns="0" bIns="0" rtlCol="0" anchor="ctr"/>
          <a:lstStyle/>
          <a:p>
            <a:r>
              <a:rPr lang="en-US" sz="3467" b="1" dirty="0">
                <a:solidFill>
                  <a:srgbClr val="1A2456"/>
                </a:solidFill>
                <a:latin typeface="Cambria" pitchFamily="34" charset="0"/>
                <a:ea typeface="Cambria" pitchFamily="34" charset="-122"/>
                <a:cs typeface="Cambria" pitchFamily="34" charset="-120"/>
              </a:rPr>
              <a:t>Why Internal Audit Must Do This</a:t>
            </a:r>
            <a:endParaRPr lang="en-US" sz="3467" dirty="0"/>
          </a:p>
        </p:txBody>
      </p:sp>
      <p:sp>
        <p:nvSpPr>
          <p:cNvPr id="5" name="Shape 3"/>
          <p:cNvSpPr/>
          <p:nvPr/>
        </p:nvSpPr>
        <p:spPr>
          <a:xfrm>
            <a:off x="609600" y="914400"/>
            <a:ext cx="10972800" cy="1438656"/>
          </a:xfrm>
          <a:prstGeom prst="roundRect">
            <a:avLst>
              <a:gd name="adj" fmla="val 10169"/>
            </a:avLst>
          </a:prstGeom>
          <a:solidFill>
            <a:srgbClr val="1A2456"/>
          </a:solidFill>
          <a:ln/>
        </p:spPr>
      </p:sp>
      <p:sp>
        <p:nvSpPr>
          <p:cNvPr id="6" name="Text 4"/>
          <p:cNvSpPr/>
          <p:nvPr/>
        </p:nvSpPr>
        <p:spPr>
          <a:xfrm>
            <a:off x="877824" y="999744"/>
            <a:ext cx="10485120" cy="316992"/>
          </a:xfrm>
          <a:prstGeom prst="rect">
            <a:avLst/>
          </a:prstGeom>
          <a:noFill/>
          <a:ln/>
        </p:spPr>
        <p:txBody>
          <a:bodyPr wrap="square" lIns="0" tIns="0" rIns="0" bIns="0" rtlCol="0" anchor="ctr"/>
          <a:lstStyle/>
          <a:p>
            <a:r>
              <a:rPr lang="en-US" sz="1333" b="1" kern="0" spc="133" dirty="0">
                <a:solidFill>
                  <a:srgbClr val="F4A261"/>
                </a:solidFill>
                <a:latin typeface="Calibri" pitchFamily="34" charset="0"/>
                <a:ea typeface="Calibri" pitchFamily="34" charset="-122"/>
                <a:cs typeface="Calibri" pitchFamily="34" charset="-120"/>
              </a:rPr>
              <a:t>GIAS Definition of Governance</a:t>
            </a:r>
            <a:endParaRPr lang="en-US" sz="1333" dirty="0"/>
          </a:p>
        </p:txBody>
      </p:sp>
      <p:sp>
        <p:nvSpPr>
          <p:cNvPr id="7" name="Text 5"/>
          <p:cNvSpPr/>
          <p:nvPr/>
        </p:nvSpPr>
        <p:spPr>
          <a:xfrm>
            <a:off x="877824" y="1341120"/>
            <a:ext cx="10363200" cy="877824"/>
          </a:xfrm>
          <a:prstGeom prst="rect">
            <a:avLst/>
          </a:prstGeom>
          <a:noFill/>
          <a:ln/>
        </p:spPr>
        <p:txBody>
          <a:bodyPr wrap="square" rtlCol="0" anchor="ctr"/>
          <a:lstStyle/>
          <a:p>
            <a:r>
              <a:rPr lang="en-US" i="1" dirty="0">
                <a:solidFill>
                  <a:srgbClr val="FFFFFF"/>
                </a:solidFill>
                <a:latin typeface="Calibri" pitchFamily="34" charset="0"/>
                <a:ea typeface="Calibri" pitchFamily="34" charset="-122"/>
                <a:cs typeface="Calibri" pitchFamily="34" charset="-120"/>
              </a:rPr>
              <a:t>"The combination of processes and structures implemented by the </a:t>
            </a:r>
            <a:r>
              <a:rPr lang="en-US" b="1" i="1" dirty="0">
                <a:solidFill>
                  <a:srgbClr val="FFFFFF"/>
                </a:solidFill>
                <a:latin typeface="Calibri" pitchFamily="34" charset="0"/>
                <a:ea typeface="Calibri" pitchFamily="34" charset="-122"/>
                <a:cs typeface="Calibri" pitchFamily="34" charset="-120"/>
              </a:rPr>
              <a:t>board</a:t>
            </a:r>
            <a:r>
              <a:rPr lang="en-US" i="1" dirty="0">
                <a:solidFill>
                  <a:srgbClr val="FFFFFF"/>
                </a:solidFill>
                <a:latin typeface="Calibri" pitchFamily="34" charset="0"/>
                <a:ea typeface="Calibri" pitchFamily="34" charset="-122"/>
                <a:cs typeface="Calibri" pitchFamily="34" charset="-120"/>
              </a:rPr>
              <a:t> to inform, direct, manage, and monitor the activities of the organization toward the achievement of its objectives."</a:t>
            </a:r>
            <a:endParaRPr lang="en-US" dirty="0"/>
          </a:p>
        </p:txBody>
      </p:sp>
      <p:sp>
        <p:nvSpPr>
          <p:cNvPr id="8" name="Shape 6"/>
          <p:cNvSpPr/>
          <p:nvPr/>
        </p:nvSpPr>
        <p:spPr>
          <a:xfrm>
            <a:off x="609600" y="2499360"/>
            <a:ext cx="5340096" cy="1280160"/>
          </a:xfrm>
          <a:prstGeom prst="roundRect">
            <a:avLst>
              <a:gd name="adj" fmla="val 9524"/>
            </a:avLst>
          </a:prstGeom>
          <a:solidFill>
            <a:srgbClr val="E3F2FD"/>
          </a:solidFill>
          <a:ln/>
          <a:effectLst>
            <a:outerShdw blurRad="50800" dist="25400" dir="2700000" algn="bl" rotWithShape="0">
              <a:srgbClr val="000000">
                <a:alpha val="7000"/>
              </a:srgbClr>
            </a:outerShdw>
          </a:effectLst>
        </p:spPr>
      </p:sp>
      <p:sp>
        <p:nvSpPr>
          <p:cNvPr id="9" name="Shape 7"/>
          <p:cNvSpPr/>
          <p:nvPr/>
        </p:nvSpPr>
        <p:spPr>
          <a:xfrm>
            <a:off x="755904" y="2621280"/>
            <a:ext cx="2194560" cy="426720"/>
          </a:xfrm>
          <a:prstGeom prst="roundRect">
            <a:avLst>
              <a:gd name="adj" fmla="val 17143"/>
            </a:avLst>
          </a:prstGeom>
          <a:solidFill>
            <a:srgbClr val="1565C0"/>
          </a:solidFill>
          <a:ln/>
        </p:spPr>
      </p:sp>
      <p:sp>
        <p:nvSpPr>
          <p:cNvPr id="10" name="Text 8"/>
          <p:cNvSpPr/>
          <p:nvPr/>
        </p:nvSpPr>
        <p:spPr>
          <a:xfrm>
            <a:off x="755904" y="2621280"/>
            <a:ext cx="2194560" cy="426720"/>
          </a:xfrm>
          <a:prstGeom prst="rect">
            <a:avLst/>
          </a:prstGeom>
          <a:noFill/>
          <a:ln/>
        </p:spPr>
        <p:txBody>
          <a:bodyPr wrap="square" lIns="0" tIns="0" rIns="0" bIns="0" rtlCol="0" anchor="ctr"/>
          <a:lstStyle/>
          <a:p>
            <a:pPr algn="ctr"/>
            <a:r>
              <a:rPr lang="en-US" sz="1600" b="1" dirty="0">
                <a:solidFill>
                  <a:srgbClr val="FFFFFF"/>
                </a:solidFill>
                <a:latin typeface="Calibri" pitchFamily="34" charset="0"/>
                <a:ea typeface="Calibri" pitchFamily="34" charset="-122"/>
                <a:cs typeface="Calibri" pitchFamily="34" charset="-120"/>
              </a:rPr>
              <a:t>Standard 9.1</a:t>
            </a:r>
            <a:endParaRPr lang="en-US" sz="1600" dirty="0"/>
          </a:p>
        </p:txBody>
      </p:sp>
      <p:sp>
        <p:nvSpPr>
          <p:cNvPr id="11" name="Text 9"/>
          <p:cNvSpPr/>
          <p:nvPr/>
        </p:nvSpPr>
        <p:spPr>
          <a:xfrm>
            <a:off x="792480" y="3133344"/>
            <a:ext cx="4998720" cy="536448"/>
          </a:xfrm>
          <a:prstGeom prst="rect">
            <a:avLst/>
          </a:prstGeom>
          <a:noFill/>
          <a:ln/>
        </p:spPr>
        <p:txBody>
          <a:bodyPr wrap="square" lIns="0" tIns="0" rIns="0" bIns="0" rtlCol="0" anchor="ctr"/>
          <a:lstStyle/>
          <a:p>
            <a:r>
              <a:rPr lang="en-US" sz="1467" b="1" dirty="0">
                <a:solidFill>
                  <a:srgbClr val="1A2456"/>
                </a:solidFill>
                <a:latin typeface="Calibri" pitchFamily="34" charset="0"/>
                <a:ea typeface="Calibri" pitchFamily="34" charset="-122"/>
                <a:cs typeface="Calibri" pitchFamily="34" charset="-120"/>
              </a:rPr>
              <a:t>Understanding Governance, Risk Management, and Control Processes</a:t>
            </a:r>
            <a:endParaRPr lang="en-US" sz="1467" dirty="0"/>
          </a:p>
        </p:txBody>
      </p:sp>
      <p:sp>
        <p:nvSpPr>
          <p:cNvPr id="12" name="Shape 10"/>
          <p:cNvSpPr/>
          <p:nvPr/>
        </p:nvSpPr>
        <p:spPr>
          <a:xfrm>
            <a:off x="6217920" y="2499360"/>
            <a:ext cx="5364480" cy="1280160"/>
          </a:xfrm>
          <a:prstGeom prst="roundRect">
            <a:avLst>
              <a:gd name="adj" fmla="val 9524"/>
            </a:avLst>
          </a:prstGeom>
          <a:solidFill>
            <a:srgbClr val="FFF3E0"/>
          </a:solidFill>
          <a:ln/>
          <a:effectLst>
            <a:outerShdw blurRad="50800" dist="25400" dir="2700000" algn="bl" rotWithShape="0">
              <a:srgbClr val="000000">
                <a:alpha val="7000"/>
              </a:srgbClr>
            </a:outerShdw>
          </a:effectLst>
        </p:spPr>
      </p:sp>
      <p:sp>
        <p:nvSpPr>
          <p:cNvPr id="13" name="Shape 11"/>
          <p:cNvSpPr/>
          <p:nvPr/>
        </p:nvSpPr>
        <p:spPr>
          <a:xfrm>
            <a:off x="6364224" y="2621280"/>
            <a:ext cx="2194560" cy="426720"/>
          </a:xfrm>
          <a:prstGeom prst="roundRect">
            <a:avLst>
              <a:gd name="adj" fmla="val 17143"/>
            </a:avLst>
          </a:prstGeom>
          <a:solidFill>
            <a:srgbClr val="E65100"/>
          </a:solidFill>
          <a:ln/>
        </p:spPr>
      </p:sp>
      <p:sp>
        <p:nvSpPr>
          <p:cNvPr id="14" name="Text 12"/>
          <p:cNvSpPr/>
          <p:nvPr/>
        </p:nvSpPr>
        <p:spPr>
          <a:xfrm>
            <a:off x="6364224" y="2621280"/>
            <a:ext cx="2194560" cy="426720"/>
          </a:xfrm>
          <a:prstGeom prst="rect">
            <a:avLst/>
          </a:prstGeom>
          <a:noFill/>
          <a:ln/>
        </p:spPr>
        <p:txBody>
          <a:bodyPr wrap="square" lIns="0" tIns="0" rIns="0" bIns="0" rtlCol="0" anchor="ctr"/>
          <a:lstStyle/>
          <a:p>
            <a:pPr algn="ctr"/>
            <a:r>
              <a:rPr lang="en-US" sz="1600" b="1" dirty="0">
                <a:solidFill>
                  <a:srgbClr val="FFFFFF"/>
                </a:solidFill>
                <a:latin typeface="Calibri" pitchFamily="34" charset="0"/>
                <a:ea typeface="Calibri" pitchFamily="34" charset="-122"/>
                <a:cs typeface="Calibri" pitchFamily="34" charset="-120"/>
              </a:rPr>
              <a:t>Standard 14.4</a:t>
            </a:r>
            <a:endParaRPr lang="en-US" sz="1600" dirty="0"/>
          </a:p>
        </p:txBody>
      </p:sp>
      <p:sp>
        <p:nvSpPr>
          <p:cNvPr id="15" name="Text 13"/>
          <p:cNvSpPr/>
          <p:nvPr/>
        </p:nvSpPr>
        <p:spPr>
          <a:xfrm>
            <a:off x="6400800" y="3133344"/>
            <a:ext cx="5023104" cy="536448"/>
          </a:xfrm>
          <a:prstGeom prst="rect">
            <a:avLst/>
          </a:prstGeom>
          <a:noFill/>
          <a:ln/>
        </p:spPr>
        <p:txBody>
          <a:bodyPr wrap="square" lIns="0" tIns="0" rIns="0" bIns="0" rtlCol="0" anchor="ctr"/>
          <a:lstStyle/>
          <a:p>
            <a:r>
              <a:rPr lang="en-US" sz="1467" dirty="0">
                <a:solidFill>
                  <a:srgbClr val="333333"/>
                </a:solidFill>
                <a:latin typeface="Calibri" pitchFamily="34" charset="0"/>
                <a:ea typeface="Calibri" pitchFamily="34" charset="-122"/>
                <a:cs typeface="Calibri" pitchFamily="34" charset="-120"/>
              </a:rPr>
              <a:t>Recommendations and Action Plans — auditors must develop recommendations, not just find issues</a:t>
            </a:r>
            <a:endParaRPr lang="en-US" sz="1467" dirty="0"/>
          </a:p>
        </p:txBody>
      </p:sp>
      <p:sp>
        <p:nvSpPr>
          <p:cNvPr id="16" name="Shape 14"/>
          <p:cNvSpPr/>
          <p:nvPr/>
        </p:nvSpPr>
        <p:spPr>
          <a:xfrm>
            <a:off x="609600" y="3962400"/>
            <a:ext cx="146304" cy="1767840"/>
          </a:xfrm>
          <a:prstGeom prst="rect">
            <a:avLst/>
          </a:prstGeom>
          <a:solidFill>
            <a:srgbClr val="2E7D32"/>
          </a:solidFill>
          <a:ln w="12700">
            <a:solidFill>
              <a:srgbClr val="2E7D32"/>
            </a:solidFill>
            <a:prstDash val="solid"/>
          </a:ln>
        </p:spPr>
      </p:sp>
      <p:sp>
        <p:nvSpPr>
          <p:cNvPr id="17" name="Shape 15"/>
          <p:cNvSpPr/>
          <p:nvPr/>
        </p:nvSpPr>
        <p:spPr>
          <a:xfrm>
            <a:off x="755904" y="3962400"/>
            <a:ext cx="10826496" cy="1767840"/>
          </a:xfrm>
          <a:prstGeom prst="roundRect">
            <a:avLst>
              <a:gd name="adj" fmla="val 6897"/>
            </a:avLst>
          </a:prstGeom>
          <a:solidFill>
            <a:srgbClr val="E8F5E9"/>
          </a:solidFill>
          <a:ln/>
        </p:spPr>
      </p:sp>
      <p:sp>
        <p:nvSpPr>
          <p:cNvPr id="18" name="Text 16"/>
          <p:cNvSpPr/>
          <p:nvPr/>
        </p:nvSpPr>
        <p:spPr>
          <a:xfrm>
            <a:off x="999744" y="4047744"/>
            <a:ext cx="3657600" cy="316992"/>
          </a:xfrm>
          <a:prstGeom prst="rect">
            <a:avLst/>
          </a:prstGeom>
          <a:noFill/>
          <a:ln/>
        </p:spPr>
        <p:txBody>
          <a:bodyPr wrap="square" lIns="0" tIns="0" rIns="0" bIns="0" rtlCol="0" anchor="ctr"/>
          <a:lstStyle/>
          <a:p>
            <a:r>
              <a:rPr lang="en-US" sz="1333" b="1" dirty="0">
                <a:solidFill>
                  <a:srgbClr val="2E7D32"/>
                </a:solidFill>
                <a:latin typeface="Calibri" pitchFamily="34" charset="0"/>
                <a:ea typeface="Calibri" pitchFamily="34" charset="-122"/>
                <a:cs typeface="Calibri" pitchFamily="34" charset="-120"/>
              </a:rPr>
              <a:t>Note from p.1</a:t>
            </a:r>
            <a:endParaRPr lang="en-US" sz="1333" dirty="0"/>
          </a:p>
        </p:txBody>
      </p:sp>
      <p:sp>
        <p:nvSpPr>
          <p:cNvPr id="19" name="Text 17"/>
          <p:cNvSpPr/>
          <p:nvPr/>
        </p:nvSpPr>
        <p:spPr>
          <a:xfrm>
            <a:off x="999744" y="4413504"/>
            <a:ext cx="10363200" cy="1219200"/>
          </a:xfrm>
          <a:prstGeom prst="rect">
            <a:avLst/>
          </a:prstGeom>
          <a:noFill/>
          <a:ln/>
        </p:spPr>
        <p:txBody>
          <a:bodyPr wrap="square" rtlCol="0" anchor="ctr"/>
          <a:lstStyle/>
          <a:p>
            <a:r>
              <a:rPr lang="en-US" sz="1600" i="1" dirty="0">
                <a:solidFill>
                  <a:srgbClr val="1A3A1A"/>
                </a:solidFill>
                <a:latin typeface="Calibri" pitchFamily="34" charset="0"/>
                <a:ea typeface="Calibri" pitchFamily="34" charset="-122"/>
                <a:cs typeface="Calibri" pitchFamily="34" charset="-120"/>
              </a:rPr>
              <a:t>"Alignment of organizational objectives and IT is more about </a:t>
            </a:r>
            <a:r>
              <a:rPr lang="en-US" sz="1600" b="1" i="1" dirty="0">
                <a:solidFill>
                  <a:srgbClr val="1A3A1A"/>
                </a:solidFill>
                <a:latin typeface="Calibri" pitchFamily="34" charset="0"/>
                <a:ea typeface="Calibri" pitchFamily="34" charset="-122"/>
                <a:cs typeface="Calibri" pitchFamily="34" charset="-120"/>
              </a:rPr>
              <a:t>governance and management</a:t>
            </a:r>
            <a:r>
              <a:rPr lang="en-US" sz="1600" i="1" dirty="0">
                <a:solidFill>
                  <a:srgbClr val="1A3A1A"/>
                </a:solidFill>
                <a:latin typeface="Calibri" pitchFamily="34" charset="0"/>
                <a:ea typeface="Calibri" pitchFamily="34" charset="-122"/>
                <a:cs typeface="Calibri" pitchFamily="34" charset="-120"/>
              </a:rPr>
              <a:t> and less about technology. Governance assures alternatives are evaluated, execution is appropriately directed, and risk and performance are monitored. Management is focused on monitoring the </a:t>
            </a:r>
            <a:r>
              <a:rPr lang="en-US" sz="1600" b="1" i="1" dirty="0">
                <a:solidFill>
                  <a:srgbClr val="1A3A1A"/>
                </a:solidFill>
                <a:latin typeface="Calibri" pitchFamily="34" charset="0"/>
                <a:ea typeface="Calibri" pitchFamily="34" charset="-122"/>
                <a:cs typeface="Calibri" pitchFamily="34" charset="-120"/>
              </a:rPr>
              <a:t>daily performance</a:t>
            </a:r>
            <a:r>
              <a:rPr lang="en-US" sz="1600" i="1" dirty="0">
                <a:solidFill>
                  <a:srgbClr val="1A3A1A"/>
                </a:solidFill>
                <a:latin typeface="Calibri" pitchFamily="34" charset="0"/>
                <a:ea typeface="Calibri" pitchFamily="34" charset="-122"/>
                <a:cs typeface="Calibri" pitchFamily="34" charset="-120"/>
              </a:rPr>
              <a:t> of IT processes that support the organization."</a:t>
            </a:r>
            <a:endParaRPr lang="en-US" sz="1600" dirty="0"/>
          </a:p>
        </p:txBody>
      </p:sp>
      <p:sp>
        <p:nvSpPr>
          <p:cNvPr id="20" name="Text 18"/>
          <p:cNvSpPr/>
          <p:nvPr/>
        </p:nvSpPr>
        <p:spPr>
          <a:xfrm>
            <a:off x="670560" y="5876544"/>
            <a:ext cx="4876800" cy="304800"/>
          </a:xfrm>
          <a:prstGeom prst="rect">
            <a:avLst/>
          </a:prstGeom>
          <a:noFill/>
          <a:ln/>
        </p:spPr>
        <p:txBody>
          <a:bodyPr wrap="square" lIns="0" tIns="0" rIns="0" bIns="0" rtlCol="0" anchor="ctr"/>
          <a:lstStyle/>
          <a:p>
            <a:r>
              <a:rPr lang="en-US" sz="1400" b="1" dirty="0">
                <a:solidFill>
                  <a:srgbClr val="1A2456"/>
                </a:solidFill>
                <a:latin typeface="Calibri" pitchFamily="34" charset="0"/>
                <a:ea typeface="Calibri" pitchFamily="34" charset="-122"/>
                <a:cs typeface="Calibri" pitchFamily="34" charset="-120"/>
              </a:rPr>
              <a:t>Four Outcomes of Effective IT Governance (p.1):</a:t>
            </a:r>
            <a:endParaRPr lang="en-US" sz="1400" dirty="0"/>
          </a:p>
        </p:txBody>
      </p:sp>
      <p:sp>
        <p:nvSpPr>
          <p:cNvPr id="21" name="Shape 19"/>
          <p:cNvSpPr/>
          <p:nvPr/>
        </p:nvSpPr>
        <p:spPr>
          <a:xfrm>
            <a:off x="609600" y="6217920"/>
            <a:ext cx="2682240" cy="463296"/>
          </a:xfrm>
          <a:prstGeom prst="roundRect">
            <a:avLst>
              <a:gd name="adj" fmla="val 21053"/>
            </a:avLst>
          </a:prstGeom>
          <a:solidFill>
            <a:srgbClr val="E8ECF8"/>
          </a:solidFill>
          <a:ln/>
        </p:spPr>
      </p:sp>
      <p:sp>
        <p:nvSpPr>
          <p:cNvPr id="22" name="Text 20"/>
          <p:cNvSpPr/>
          <p:nvPr/>
        </p:nvSpPr>
        <p:spPr>
          <a:xfrm>
            <a:off x="670560" y="6242304"/>
            <a:ext cx="2560320" cy="414528"/>
          </a:xfrm>
          <a:prstGeom prst="rect">
            <a:avLst/>
          </a:prstGeom>
          <a:noFill/>
          <a:ln/>
        </p:spPr>
        <p:txBody>
          <a:bodyPr wrap="square" lIns="0" tIns="0" rIns="0" bIns="0" rtlCol="0" anchor="ctr"/>
          <a:lstStyle/>
          <a:p>
            <a:pPr algn="ctr"/>
            <a:r>
              <a:rPr lang="en-US" sz="1267" dirty="0">
                <a:solidFill>
                  <a:srgbClr val="1A2456"/>
                </a:solidFill>
                <a:latin typeface="Calibri" pitchFamily="34" charset="0"/>
                <a:ea typeface="Calibri" pitchFamily="34" charset="-122"/>
                <a:cs typeface="Calibri" pitchFamily="34" charset="-120"/>
              </a:rPr>
              <a:t>IT strategies aligned with objectives</a:t>
            </a:r>
            <a:endParaRPr lang="en-US" sz="1267" dirty="0"/>
          </a:p>
        </p:txBody>
      </p:sp>
      <p:sp>
        <p:nvSpPr>
          <p:cNvPr id="23" name="Shape 21"/>
          <p:cNvSpPr/>
          <p:nvPr/>
        </p:nvSpPr>
        <p:spPr>
          <a:xfrm>
            <a:off x="3511296" y="6217920"/>
            <a:ext cx="2682240" cy="463296"/>
          </a:xfrm>
          <a:prstGeom prst="roundRect">
            <a:avLst>
              <a:gd name="adj" fmla="val 21053"/>
            </a:avLst>
          </a:prstGeom>
          <a:solidFill>
            <a:srgbClr val="E8ECF8"/>
          </a:solidFill>
          <a:ln/>
        </p:spPr>
      </p:sp>
      <p:sp>
        <p:nvSpPr>
          <p:cNvPr id="24" name="Text 22"/>
          <p:cNvSpPr/>
          <p:nvPr/>
        </p:nvSpPr>
        <p:spPr>
          <a:xfrm>
            <a:off x="3572256" y="6242304"/>
            <a:ext cx="2560320" cy="414528"/>
          </a:xfrm>
          <a:prstGeom prst="rect">
            <a:avLst/>
          </a:prstGeom>
          <a:noFill/>
          <a:ln/>
        </p:spPr>
        <p:txBody>
          <a:bodyPr wrap="square" lIns="0" tIns="0" rIns="0" bIns="0" rtlCol="0" anchor="ctr"/>
          <a:lstStyle/>
          <a:p>
            <a:pPr algn="ctr"/>
            <a:r>
              <a:rPr lang="en-US" sz="1267" dirty="0">
                <a:solidFill>
                  <a:srgbClr val="1A2456"/>
                </a:solidFill>
                <a:latin typeface="Calibri" pitchFamily="34" charset="0"/>
                <a:ea typeface="Calibri" pitchFamily="34" charset="-122"/>
                <a:cs typeface="Calibri" pitchFamily="34" charset="-120"/>
              </a:rPr>
              <a:t>Risk management process established</a:t>
            </a:r>
            <a:endParaRPr lang="en-US" sz="1267" dirty="0"/>
          </a:p>
        </p:txBody>
      </p:sp>
      <p:sp>
        <p:nvSpPr>
          <p:cNvPr id="25" name="Shape 23"/>
          <p:cNvSpPr/>
          <p:nvPr/>
        </p:nvSpPr>
        <p:spPr>
          <a:xfrm>
            <a:off x="6412992" y="6217920"/>
            <a:ext cx="2682240" cy="463296"/>
          </a:xfrm>
          <a:prstGeom prst="roundRect">
            <a:avLst>
              <a:gd name="adj" fmla="val 21053"/>
            </a:avLst>
          </a:prstGeom>
          <a:solidFill>
            <a:srgbClr val="E8ECF8"/>
          </a:solidFill>
          <a:ln/>
        </p:spPr>
      </p:sp>
      <p:sp>
        <p:nvSpPr>
          <p:cNvPr id="26" name="Text 24"/>
          <p:cNvSpPr/>
          <p:nvPr/>
        </p:nvSpPr>
        <p:spPr>
          <a:xfrm>
            <a:off x="6473952" y="6242304"/>
            <a:ext cx="2560320" cy="414528"/>
          </a:xfrm>
          <a:prstGeom prst="rect">
            <a:avLst/>
          </a:prstGeom>
          <a:noFill/>
          <a:ln/>
        </p:spPr>
        <p:txBody>
          <a:bodyPr wrap="square" lIns="0" tIns="0" rIns="0" bIns="0" rtlCol="0" anchor="ctr"/>
          <a:lstStyle/>
          <a:p>
            <a:pPr algn="ctr"/>
            <a:r>
              <a:rPr lang="en-US" sz="1267" dirty="0">
                <a:solidFill>
                  <a:srgbClr val="1A2456"/>
                </a:solidFill>
                <a:latin typeface="Calibri" pitchFamily="34" charset="0"/>
                <a:ea typeface="Calibri" pitchFamily="34" charset="-122"/>
                <a:cs typeface="Calibri" pitchFamily="34" charset="-120"/>
              </a:rPr>
              <a:t>IT investments optimized for value</a:t>
            </a:r>
            <a:endParaRPr lang="en-US" sz="1267" dirty="0"/>
          </a:p>
        </p:txBody>
      </p:sp>
      <p:sp>
        <p:nvSpPr>
          <p:cNvPr id="27" name="Shape 25"/>
          <p:cNvSpPr/>
          <p:nvPr/>
        </p:nvSpPr>
        <p:spPr>
          <a:xfrm>
            <a:off x="9314688" y="6217920"/>
            <a:ext cx="2682240" cy="463296"/>
          </a:xfrm>
          <a:prstGeom prst="roundRect">
            <a:avLst>
              <a:gd name="adj" fmla="val 21053"/>
            </a:avLst>
          </a:prstGeom>
          <a:solidFill>
            <a:srgbClr val="E8ECF8"/>
          </a:solidFill>
          <a:ln/>
        </p:spPr>
      </p:sp>
      <p:sp>
        <p:nvSpPr>
          <p:cNvPr id="28" name="Text 26"/>
          <p:cNvSpPr/>
          <p:nvPr/>
        </p:nvSpPr>
        <p:spPr>
          <a:xfrm>
            <a:off x="9375648" y="6242304"/>
            <a:ext cx="2560320" cy="414528"/>
          </a:xfrm>
          <a:prstGeom prst="rect">
            <a:avLst/>
          </a:prstGeom>
          <a:noFill/>
          <a:ln/>
        </p:spPr>
        <p:txBody>
          <a:bodyPr wrap="square" lIns="0" tIns="0" rIns="0" bIns="0" rtlCol="0" anchor="ctr"/>
          <a:lstStyle/>
          <a:p>
            <a:pPr algn="ctr"/>
            <a:r>
              <a:rPr lang="en-US" sz="1267" dirty="0">
                <a:solidFill>
                  <a:srgbClr val="1A2456"/>
                </a:solidFill>
                <a:latin typeface="Calibri" pitchFamily="34" charset="0"/>
                <a:ea typeface="Calibri" pitchFamily="34" charset="-122"/>
                <a:cs typeface="Calibri" pitchFamily="34" charset="-120"/>
              </a:rPr>
              <a:t>Metrics established to monitor performance</a:t>
            </a:r>
            <a:endParaRPr lang="en-US" sz="1267"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600" y="268224"/>
            <a:ext cx="3048000"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INTRODUCTION  ·  p.3  ·  Figure 1</a:t>
            </a:r>
            <a:endParaRPr lang="en-US" sz="1333" dirty="0"/>
          </a:p>
        </p:txBody>
      </p:sp>
      <p:sp>
        <p:nvSpPr>
          <p:cNvPr id="4" name="Text 2"/>
          <p:cNvSpPr/>
          <p:nvPr/>
        </p:nvSpPr>
        <p:spPr>
          <a:xfrm>
            <a:off x="609600" y="292608"/>
            <a:ext cx="11460480" cy="426720"/>
          </a:xfrm>
          <a:prstGeom prst="rect">
            <a:avLst/>
          </a:prstGeom>
          <a:noFill/>
          <a:ln/>
        </p:spPr>
        <p:txBody>
          <a:bodyPr wrap="square" lIns="0" tIns="0" rIns="0" bIns="0" rtlCol="0" anchor="ctr"/>
          <a:lstStyle/>
          <a:p>
            <a:r>
              <a:rPr lang="en-US" sz="2933" b="1" dirty="0">
                <a:solidFill>
                  <a:srgbClr val="1A2456"/>
                </a:solidFill>
                <a:latin typeface="Cambria" pitchFamily="34" charset="0"/>
                <a:ea typeface="Cambria" pitchFamily="34" charset="-122"/>
                <a:cs typeface="Cambria" pitchFamily="34" charset="-120"/>
              </a:rPr>
              <a:t>GTAG is the Method — These Are the Frameworks It Works With</a:t>
            </a:r>
            <a:endParaRPr lang="en-US" sz="2933" dirty="0"/>
          </a:p>
        </p:txBody>
      </p:sp>
      <p:sp>
        <p:nvSpPr>
          <p:cNvPr id="5" name="Shape 3"/>
          <p:cNvSpPr/>
          <p:nvPr/>
        </p:nvSpPr>
        <p:spPr>
          <a:xfrm>
            <a:off x="609600" y="914400"/>
            <a:ext cx="5425440" cy="512064"/>
          </a:xfrm>
          <a:prstGeom prst="rect">
            <a:avLst/>
          </a:prstGeom>
          <a:solidFill>
            <a:srgbClr val="1A2456"/>
          </a:solidFill>
          <a:ln/>
        </p:spPr>
      </p:sp>
      <p:sp>
        <p:nvSpPr>
          <p:cNvPr id="6" name="Text 4"/>
          <p:cNvSpPr/>
          <p:nvPr/>
        </p:nvSpPr>
        <p:spPr>
          <a:xfrm>
            <a:off x="609600" y="914400"/>
            <a:ext cx="5425440" cy="512064"/>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IT Governance Frameworks</a:t>
            </a:r>
            <a:endParaRPr lang="en-US" sz="1733" dirty="0"/>
          </a:p>
        </p:txBody>
      </p:sp>
      <p:sp>
        <p:nvSpPr>
          <p:cNvPr id="7" name="Shape 5"/>
          <p:cNvSpPr/>
          <p:nvPr/>
        </p:nvSpPr>
        <p:spPr>
          <a:xfrm>
            <a:off x="6156960" y="914400"/>
            <a:ext cx="5425440" cy="512064"/>
          </a:xfrm>
          <a:prstGeom prst="rect">
            <a:avLst/>
          </a:prstGeom>
          <a:solidFill>
            <a:srgbClr val="344A8A"/>
          </a:solidFill>
          <a:ln/>
        </p:spPr>
      </p:sp>
      <p:sp>
        <p:nvSpPr>
          <p:cNvPr id="8" name="Text 6"/>
          <p:cNvSpPr/>
          <p:nvPr/>
        </p:nvSpPr>
        <p:spPr>
          <a:xfrm>
            <a:off x="6156960" y="914400"/>
            <a:ext cx="5425440" cy="512064"/>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IT Management Frameworks</a:t>
            </a:r>
            <a:endParaRPr lang="en-US" sz="1733" dirty="0"/>
          </a:p>
        </p:txBody>
      </p:sp>
      <p:sp>
        <p:nvSpPr>
          <p:cNvPr id="9" name="Shape 7"/>
          <p:cNvSpPr/>
          <p:nvPr/>
        </p:nvSpPr>
        <p:spPr>
          <a:xfrm>
            <a:off x="609600" y="1426464"/>
            <a:ext cx="5425440" cy="585216"/>
          </a:xfrm>
          <a:prstGeom prst="rect">
            <a:avLst/>
          </a:prstGeom>
          <a:solidFill>
            <a:srgbClr val="FFF3E0"/>
          </a:solidFill>
          <a:ln w="6350">
            <a:solidFill>
              <a:srgbClr val="E0E0E0"/>
            </a:solidFill>
            <a:prstDash val="solid"/>
          </a:ln>
        </p:spPr>
      </p:sp>
      <p:sp>
        <p:nvSpPr>
          <p:cNvPr id="10" name="Text 8"/>
          <p:cNvSpPr/>
          <p:nvPr/>
        </p:nvSpPr>
        <p:spPr>
          <a:xfrm>
            <a:off x="792480" y="1438656"/>
            <a:ext cx="5059680" cy="536448"/>
          </a:xfrm>
          <a:prstGeom prst="rect">
            <a:avLst/>
          </a:prstGeom>
          <a:noFill/>
          <a:ln/>
        </p:spPr>
        <p:txBody>
          <a:bodyPr wrap="square" lIns="0" tIns="0" rIns="0" bIns="0" rtlCol="0" anchor="ctr"/>
          <a:lstStyle/>
          <a:p>
            <a:r>
              <a:rPr lang="en-US" sz="1467" b="1" dirty="0">
                <a:solidFill>
                  <a:srgbClr val="E65100"/>
                </a:solidFill>
                <a:latin typeface="Calibri" pitchFamily="34" charset="0"/>
                <a:ea typeface="Calibri" pitchFamily="34" charset="-122"/>
                <a:cs typeface="Calibri" pitchFamily="34" charset="-120"/>
              </a:rPr>
              <a:t>★  COBIT® 2019 Framework: Governance and Management Objectives</a:t>
            </a:r>
            <a:endParaRPr lang="en-US" sz="1467" dirty="0"/>
          </a:p>
        </p:txBody>
      </p:sp>
      <p:sp>
        <p:nvSpPr>
          <p:cNvPr id="11" name="Shape 9"/>
          <p:cNvSpPr/>
          <p:nvPr/>
        </p:nvSpPr>
        <p:spPr>
          <a:xfrm>
            <a:off x="609600" y="2036064"/>
            <a:ext cx="5425440" cy="585216"/>
          </a:xfrm>
          <a:prstGeom prst="rect">
            <a:avLst/>
          </a:prstGeom>
          <a:solidFill>
            <a:srgbClr val="FFFFFF"/>
          </a:solidFill>
          <a:ln w="6350">
            <a:solidFill>
              <a:srgbClr val="E0E0E0"/>
            </a:solidFill>
            <a:prstDash val="solid"/>
          </a:ln>
        </p:spPr>
      </p:sp>
      <p:sp>
        <p:nvSpPr>
          <p:cNvPr id="12" name="Text 10"/>
          <p:cNvSpPr/>
          <p:nvPr/>
        </p:nvSpPr>
        <p:spPr>
          <a:xfrm>
            <a:off x="792480" y="2048256"/>
            <a:ext cx="5059680" cy="536448"/>
          </a:xfrm>
          <a:prstGeom prst="rect">
            <a:avLst/>
          </a:prstGeom>
          <a:noFill/>
          <a:ln/>
        </p:spPr>
        <p:txBody>
          <a:bodyPr wrap="square" lIns="0" tIns="0" rIns="0" bIns="0" rtlCol="0" anchor="ctr"/>
          <a:lstStyle/>
          <a:p>
            <a:r>
              <a:rPr lang="en-US" sz="1467" dirty="0">
                <a:solidFill>
                  <a:srgbClr val="1A2456"/>
                </a:solidFill>
                <a:latin typeface="Calibri" pitchFamily="34" charset="0"/>
                <a:ea typeface="Calibri" pitchFamily="34" charset="-122"/>
                <a:cs typeface="Calibri" pitchFamily="34" charset="-120"/>
              </a:rPr>
              <a:t>ISO/IEC 38500:2024 – Governance of IT for the Organization</a:t>
            </a:r>
            <a:endParaRPr lang="en-US" sz="1467" dirty="0"/>
          </a:p>
        </p:txBody>
      </p:sp>
      <p:sp>
        <p:nvSpPr>
          <p:cNvPr id="13" name="Shape 11"/>
          <p:cNvSpPr/>
          <p:nvPr/>
        </p:nvSpPr>
        <p:spPr>
          <a:xfrm>
            <a:off x="609600" y="2645664"/>
            <a:ext cx="5425440" cy="585216"/>
          </a:xfrm>
          <a:prstGeom prst="rect">
            <a:avLst/>
          </a:prstGeom>
          <a:solidFill>
            <a:srgbClr val="E8F5E9"/>
          </a:solidFill>
          <a:ln w="6350">
            <a:solidFill>
              <a:srgbClr val="E0E0E0"/>
            </a:solidFill>
            <a:prstDash val="solid"/>
          </a:ln>
        </p:spPr>
      </p:sp>
      <p:sp>
        <p:nvSpPr>
          <p:cNvPr id="14" name="Text 12"/>
          <p:cNvSpPr/>
          <p:nvPr/>
        </p:nvSpPr>
        <p:spPr>
          <a:xfrm>
            <a:off x="792480" y="2657856"/>
            <a:ext cx="5059680" cy="536448"/>
          </a:xfrm>
          <a:prstGeom prst="rect">
            <a:avLst/>
          </a:prstGeom>
          <a:noFill/>
          <a:ln/>
        </p:spPr>
        <p:txBody>
          <a:bodyPr wrap="square" lIns="0" tIns="0" rIns="0" bIns="0" rtlCol="0" anchor="ctr"/>
          <a:lstStyle/>
          <a:p>
            <a:r>
              <a:rPr lang="en-US" sz="1467" dirty="0">
                <a:solidFill>
                  <a:srgbClr val="1A2456"/>
                </a:solidFill>
                <a:latin typeface="Calibri" pitchFamily="34" charset="0"/>
                <a:ea typeface="Calibri" pitchFamily="34" charset="-122"/>
                <a:cs typeface="Calibri" pitchFamily="34" charset="-120"/>
              </a:rPr>
              <a:t>King IV Report on Corporate Governance for South Africa 2016</a:t>
            </a:r>
            <a:endParaRPr lang="en-US" sz="1467" dirty="0"/>
          </a:p>
        </p:txBody>
      </p:sp>
      <p:sp>
        <p:nvSpPr>
          <p:cNvPr id="15" name="Shape 13"/>
          <p:cNvSpPr/>
          <p:nvPr/>
        </p:nvSpPr>
        <p:spPr>
          <a:xfrm>
            <a:off x="6156960" y="1426464"/>
            <a:ext cx="5425440" cy="585216"/>
          </a:xfrm>
          <a:prstGeom prst="rect">
            <a:avLst/>
          </a:prstGeom>
          <a:solidFill>
            <a:srgbClr val="E3F2FD"/>
          </a:solidFill>
          <a:ln w="6350">
            <a:solidFill>
              <a:srgbClr val="E0E0E0"/>
            </a:solidFill>
            <a:prstDash val="solid"/>
          </a:ln>
        </p:spPr>
      </p:sp>
      <p:sp>
        <p:nvSpPr>
          <p:cNvPr id="16" name="Text 14"/>
          <p:cNvSpPr/>
          <p:nvPr/>
        </p:nvSpPr>
        <p:spPr>
          <a:xfrm>
            <a:off x="6339840" y="1438656"/>
            <a:ext cx="5059680" cy="536448"/>
          </a:xfrm>
          <a:prstGeom prst="rect">
            <a:avLst/>
          </a:prstGeom>
          <a:noFill/>
          <a:ln/>
        </p:spPr>
        <p:txBody>
          <a:bodyPr wrap="square" lIns="0" tIns="0" rIns="0" bIns="0" rtlCol="0" anchor="ctr"/>
          <a:lstStyle/>
          <a:p>
            <a:r>
              <a:rPr lang="en-US" sz="1467" dirty="0">
                <a:solidFill>
                  <a:srgbClr val="1A2456"/>
                </a:solidFill>
                <a:latin typeface="Calibri" pitchFamily="34" charset="0"/>
                <a:ea typeface="Calibri" pitchFamily="34" charset="-122"/>
                <a:cs typeface="Calibri" pitchFamily="34" charset="-120"/>
              </a:rPr>
              <a:t>Information Technology Infrastructure Library (ITIL® 4)</a:t>
            </a:r>
            <a:endParaRPr lang="en-US" sz="1467" dirty="0"/>
          </a:p>
        </p:txBody>
      </p:sp>
      <p:sp>
        <p:nvSpPr>
          <p:cNvPr id="17" name="Shape 15"/>
          <p:cNvSpPr/>
          <p:nvPr/>
        </p:nvSpPr>
        <p:spPr>
          <a:xfrm>
            <a:off x="6156960" y="2036064"/>
            <a:ext cx="5425440" cy="585216"/>
          </a:xfrm>
          <a:prstGeom prst="rect">
            <a:avLst/>
          </a:prstGeom>
          <a:solidFill>
            <a:srgbClr val="FFFFFF"/>
          </a:solidFill>
          <a:ln w="6350">
            <a:solidFill>
              <a:srgbClr val="E0E0E0"/>
            </a:solidFill>
            <a:prstDash val="solid"/>
          </a:ln>
        </p:spPr>
      </p:sp>
      <p:sp>
        <p:nvSpPr>
          <p:cNvPr id="18" name="Text 16"/>
          <p:cNvSpPr/>
          <p:nvPr/>
        </p:nvSpPr>
        <p:spPr>
          <a:xfrm>
            <a:off x="6339840" y="2048256"/>
            <a:ext cx="5059680" cy="536448"/>
          </a:xfrm>
          <a:prstGeom prst="rect">
            <a:avLst/>
          </a:prstGeom>
          <a:noFill/>
          <a:ln/>
        </p:spPr>
        <p:txBody>
          <a:bodyPr wrap="square" lIns="0" tIns="0" rIns="0" bIns="0" rtlCol="0" anchor="ctr"/>
          <a:lstStyle/>
          <a:p>
            <a:r>
              <a:rPr lang="en-US" sz="1467" dirty="0">
                <a:solidFill>
                  <a:srgbClr val="1A2456"/>
                </a:solidFill>
                <a:latin typeface="Calibri" pitchFamily="34" charset="0"/>
                <a:ea typeface="Calibri" pitchFamily="34" charset="-122"/>
                <a:cs typeface="Calibri" pitchFamily="34" charset="-120"/>
              </a:rPr>
              <a:t>ISO/IEC 27001:2022 – Information Security Management Systems</a:t>
            </a:r>
            <a:endParaRPr lang="en-US" sz="1467" dirty="0"/>
          </a:p>
        </p:txBody>
      </p:sp>
      <p:sp>
        <p:nvSpPr>
          <p:cNvPr id="19" name="Shape 17"/>
          <p:cNvSpPr/>
          <p:nvPr/>
        </p:nvSpPr>
        <p:spPr>
          <a:xfrm>
            <a:off x="6156960" y="2645664"/>
            <a:ext cx="5425440" cy="585216"/>
          </a:xfrm>
          <a:prstGeom prst="rect">
            <a:avLst/>
          </a:prstGeom>
          <a:solidFill>
            <a:srgbClr val="E3F2FD"/>
          </a:solidFill>
          <a:ln w="6350">
            <a:solidFill>
              <a:srgbClr val="E0E0E0"/>
            </a:solidFill>
            <a:prstDash val="solid"/>
          </a:ln>
        </p:spPr>
      </p:sp>
      <p:sp>
        <p:nvSpPr>
          <p:cNvPr id="20" name="Text 18"/>
          <p:cNvSpPr/>
          <p:nvPr/>
        </p:nvSpPr>
        <p:spPr>
          <a:xfrm>
            <a:off x="6339840" y="2657856"/>
            <a:ext cx="5059680" cy="536448"/>
          </a:xfrm>
          <a:prstGeom prst="rect">
            <a:avLst/>
          </a:prstGeom>
          <a:noFill/>
          <a:ln/>
        </p:spPr>
        <p:txBody>
          <a:bodyPr wrap="square" lIns="0" tIns="0" rIns="0" bIns="0" rtlCol="0" anchor="ctr"/>
          <a:lstStyle/>
          <a:p>
            <a:r>
              <a:rPr lang="en-US" sz="1467" dirty="0">
                <a:solidFill>
                  <a:srgbClr val="1A2456"/>
                </a:solidFill>
                <a:latin typeface="Calibri" pitchFamily="34" charset="0"/>
                <a:ea typeface="Calibri" pitchFamily="34" charset="-122"/>
                <a:cs typeface="Calibri" pitchFamily="34" charset="-120"/>
              </a:rPr>
              <a:t>CIS Critical Security Controls Version 8.1</a:t>
            </a:r>
            <a:endParaRPr lang="en-US" sz="1467" dirty="0"/>
          </a:p>
        </p:txBody>
      </p:sp>
      <p:sp>
        <p:nvSpPr>
          <p:cNvPr id="21" name="Shape 19"/>
          <p:cNvSpPr/>
          <p:nvPr/>
        </p:nvSpPr>
        <p:spPr>
          <a:xfrm>
            <a:off x="609600" y="3352800"/>
            <a:ext cx="5425440" cy="1731264"/>
          </a:xfrm>
          <a:prstGeom prst="roundRect">
            <a:avLst>
              <a:gd name="adj" fmla="val 7042"/>
            </a:avLst>
          </a:prstGeom>
          <a:solidFill>
            <a:srgbClr val="E8F5E9"/>
          </a:solidFill>
          <a:ln/>
          <a:effectLst>
            <a:outerShdw blurRad="50800" dist="25400" dir="2700000" algn="bl" rotWithShape="0">
              <a:srgbClr val="000000">
                <a:alpha val="7000"/>
              </a:srgbClr>
            </a:outerShdw>
          </a:effectLst>
        </p:spPr>
      </p:sp>
      <p:sp>
        <p:nvSpPr>
          <p:cNvPr id="22" name="Text 20"/>
          <p:cNvSpPr/>
          <p:nvPr/>
        </p:nvSpPr>
        <p:spPr>
          <a:xfrm>
            <a:off x="829056" y="3450336"/>
            <a:ext cx="4998720" cy="316992"/>
          </a:xfrm>
          <a:prstGeom prst="rect">
            <a:avLst/>
          </a:prstGeom>
          <a:noFill/>
          <a:ln/>
        </p:spPr>
        <p:txBody>
          <a:bodyPr wrap="square" lIns="0" tIns="0" rIns="0" bIns="0" rtlCol="0" anchor="ctr"/>
          <a:lstStyle/>
          <a:p>
            <a:r>
              <a:rPr lang="en-US" sz="1333" b="1" dirty="0">
                <a:solidFill>
                  <a:srgbClr val="2E7D32"/>
                </a:solidFill>
                <a:latin typeface="Calibri" pitchFamily="34" charset="0"/>
                <a:ea typeface="Calibri" pitchFamily="34" charset="-122"/>
                <a:cs typeface="Calibri" pitchFamily="34" charset="-120"/>
              </a:rPr>
              <a:t>Key Sentence from p.3</a:t>
            </a:r>
            <a:endParaRPr lang="en-US" sz="1333" dirty="0"/>
          </a:p>
        </p:txBody>
      </p:sp>
      <p:sp>
        <p:nvSpPr>
          <p:cNvPr id="23" name="Text 21"/>
          <p:cNvSpPr/>
          <p:nvPr/>
        </p:nvSpPr>
        <p:spPr>
          <a:xfrm>
            <a:off x="829056" y="3803904"/>
            <a:ext cx="4998720" cy="1158240"/>
          </a:xfrm>
          <a:prstGeom prst="rect">
            <a:avLst/>
          </a:prstGeom>
          <a:noFill/>
          <a:ln/>
        </p:spPr>
        <p:txBody>
          <a:bodyPr wrap="square" rtlCol="0" anchor="ctr"/>
          <a:lstStyle/>
          <a:p>
            <a:r>
              <a:rPr lang="en-US" sz="1533" i="1" dirty="0">
                <a:solidFill>
                  <a:srgbClr val="1A3A1A"/>
                </a:solidFill>
                <a:latin typeface="Calibri" pitchFamily="34" charset="0"/>
                <a:ea typeface="Calibri" pitchFamily="34" charset="-122"/>
                <a:cs typeface="Calibri" pitchFamily="34" charset="-120"/>
              </a:rPr>
              <a:t>"This guidance may be supplemented by internationally recognized frameworks that detail the processes and mechanisms needed to develop, implement, evaluate, and improve IT governance and IT management programs."</a:t>
            </a:r>
            <a:endParaRPr lang="en-US" sz="1533" dirty="0"/>
          </a:p>
        </p:txBody>
      </p:sp>
      <p:sp>
        <p:nvSpPr>
          <p:cNvPr id="24" name="Shape 22"/>
          <p:cNvSpPr/>
          <p:nvPr/>
        </p:nvSpPr>
        <p:spPr>
          <a:xfrm>
            <a:off x="6156960" y="3352800"/>
            <a:ext cx="5425440" cy="1731264"/>
          </a:xfrm>
          <a:prstGeom prst="roundRect">
            <a:avLst>
              <a:gd name="adj" fmla="val 7042"/>
            </a:avLst>
          </a:prstGeom>
          <a:solidFill>
            <a:srgbClr val="E3F2FD"/>
          </a:solidFill>
          <a:ln/>
          <a:effectLst>
            <a:outerShdw blurRad="50800" dist="25400" dir="2700000" algn="bl" rotWithShape="0">
              <a:srgbClr val="000000">
                <a:alpha val="7000"/>
              </a:srgbClr>
            </a:outerShdw>
          </a:effectLst>
        </p:spPr>
      </p:sp>
      <p:sp>
        <p:nvSpPr>
          <p:cNvPr id="25" name="Text 23"/>
          <p:cNvSpPr/>
          <p:nvPr/>
        </p:nvSpPr>
        <p:spPr>
          <a:xfrm>
            <a:off x="6364224" y="3450336"/>
            <a:ext cx="4998720" cy="316992"/>
          </a:xfrm>
          <a:prstGeom prst="rect">
            <a:avLst/>
          </a:prstGeom>
          <a:noFill/>
          <a:ln/>
        </p:spPr>
        <p:txBody>
          <a:bodyPr wrap="square" lIns="0" tIns="0" rIns="0" bIns="0" rtlCol="0" anchor="ctr"/>
          <a:lstStyle/>
          <a:p>
            <a:r>
              <a:rPr lang="en-US" sz="1333" b="1" dirty="0">
                <a:solidFill>
                  <a:srgbClr val="1565C0"/>
                </a:solidFill>
                <a:latin typeface="Calibri" pitchFamily="34" charset="0"/>
                <a:ea typeface="Calibri" pitchFamily="34" charset="-122"/>
                <a:cs typeface="Calibri" pitchFamily="34" charset="-120"/>
              </a:rPr>
              <a:t>What This Means for Us</a:t>
            </a:r>
            <a:endParaRPr lang="en-US" sz="1333" dirty="0"/>
          </a:p>
        </p:txBody>
      </p:sp>
      <p:sp>
        <p:nvSpPr>
          <p:cNvPr id="26" name="Text 24"/>
          <p:cNvSpPr/>
          <p:nvPr/>
        </p:nvSpPr>
        <p:spPr>
          <a:xfrm>
            <a:off x="6364224" y="3803904"/>
            <a:ext cx="4998720" cy="1158240"/>
          </a:xfrm>
          <a:prstGeom prst="rect">
            <a:avLst/>
          </a:prstGeom>
          <a:noFill/>
          <a:ln/>
        </p:spPr>
        <p:txBody>
          <a:bodyPr wrap="square" rtlCol="0" anchor="ctr"/>
          <a:lstStyle/>
          <a:p>
            <a:r>
              <a:rPr lang="en-US" sz="1533" dirty="0">
                <a:solidFill>
                  <a:srgbClr val="1A3060"/>
                </a:solidFill>
                <a:latin typeface="Calibri" pitchFamily="34" charset="0"/>
                <a:ea typeface="Calibri" pitchFamily="34" charset="-122"/>
                <a:cs typeface="Calibri" pitchFamily="34" charset="-120"/>
              </a:rPr>
              <a:t>When COBIT 2019 is the organization's framework → Standard 13.4 requires us to use it as our evaluation criteria. COBIT's process practices become the testable standard for every finding.</a:t>
            </a:r>
            <a:endParaRPr lang="en-US" sz="1533" dirty="0"/>
          </a:p>
        </p:txBody>
      </p:sp>
      <p:sp>
        <p:nvSpPr>
          <p:cNvPr id="27" name="Shape 25"/>
          <p:cNvSpPr/>
          <p:nvPr/>
        </p:nvSpPr>
        <p:spPr>
          <a:xfrm>
            <a:off x="609600" y="5218176"/>
            <a:ext cx="10972800" cy="633984"/>
          </a:xfrm>
          <a:prstGeom prst="roundRect">
            <a:avLst>
              <a:gd name="adj" fmla="val 19231"/>
            </a:avLst>
          </a:prstGeom>
          <a:solidFill>
            <a:srgbClr val="FFF3E0"/>
          </a:solidFill>
          <a:ln/>
        </p:spPr>
      </p:sp>
      <p:sp>
        <p:nvSpPr>
          <p:cNvPr id="28" name="Shape 26"/>
          <p:cNvSpPr/>
          <p:nvPr/>
        </p:nvSpPr>
        <p:spPr>
          <a:xfrm>
            <a:off x="755904" y="5315712"/>
            <a:ext cx="2804160" cy="438912"/>
          </a:xfrm>
          <a:prstGeom prst="roundRect">
            <a:avLst>
              <a:gd name="adj" fmla="val 19444"/>
            </a:avLst>
          </a:prstGeom>
          <a:solidFill>
            <a:srgbClr val="E65100"/>
          </a:solidFill>
          <a:ln/>
        </p:spPr>
      </p:sp>
      <p:sp>
        <p:nvSpPr>
          <p:cNvPr id="29" name="Text 27"/>
          <p:cNvSpPr/>
          <p:nvPr/>
        </p:nvSpPr>
        <p:spPr>
          <a:xfrm>
            <a:off x="755904" y="5315712"/>
            <a:ext cx="2804160" cy="438912"/>
          </a:xfrm>
          <a:prstGeom prst="rect">
            <a:avLst/>
          </a:prstGeom>
          <a:noFill/>
          <a:ln/>
        </p:spPr>
        <p:txBody>
          <a:bodyPr wrap="square" lIns="0" tIns="0" rIns="0" bIns="0" rtlCol="0" anchor="ctr"/>
          <a:lstStyle/>
          <a:p>
            <a:pPr algn="ctr"/>
            <a:r>
              <a:rPr lang="en-US" sz="1400" b="1" dirty="0">
                <a:solidFill>
                  <a:srgbClr val="FFFFFF"/>
                </a:solidFill>
                <a:latin typeface="Calibri" pitchFamily="34" charset="0"/>
                <a:ea typeface="Calibri" pitchFamily="34" charset="-122"/>
                <a:cs typeface="Calibri" pitchFamily="34" charset="-120"/>
              </a:rPr>
              <a:t>Standard 13.4 Evaluation Criteria</a:t>
            </a:r>
            <a:endParaRPr lang="en-US" sz="1400" dirty="0"/>
          </a:p>
        </p:txBody>
      </p:sp>
      <p:sp>
        <p:nvSpPr>
          <p:cNvPr id="30" name="Shape 28"/>
          <p:cNvSpPr/>
          <p:nvPr/>
        </p:nvSpPr>
        <p:spPr>
          <a:xfrm>
            <a:off x="3718560" y="5364480"/>
            <a:ext cx="426720" cy="341376"/>
          </a:xfrm>
          <a:prstGeom prst="chevron">
            <a:avLst/>
          </a:prstGeom>
          <a:solidFill>
            <a:srgbClr val="E65100"/>
          </a:solidFill>
          <a:ln w="12700">
            <a:solidFill>
              <a:srgbClr val="E65100"/>
            </a:solidFill>
            <a:prstDash val="solid"/>
          </a:ln>
        </p:spPr>
      </p:sp>
      <p:sp>
        <p:nvSpPr>
          <p:cNvPr id="31" name="Text 29"/>
          <p:cNvSpPr/>
          <p:nvPr/>
        </p:nvSpPr>
        <p:spPr>
          <a:xfrm>
            <a:off x="4267200" y="5291328"/>
            <a:ext cx="7132320" cy="536448"/>
          </a:xfrm>
          <a:prstGeom prst="rect">
            <a:avLst/>
          </a:prstGeom>
          <a:noFill/>
          <a:ln/>
        </p:spPr>
        <p:txBody>
          <a:bodyPr wrap="square" lIns="0" tIns="0" rIns="0" bIns="0" rtlCol="0" anchor="ctr"/>
          <a:lstStyle/>
          <a:p>
            <a:r>
              <a:rPr lang="en-US" sz="1600" b="1" dirty="0">
                <a:solidFill>
                  <a:srgbClr val="E65100"/>
                </a:solidFill>
                <a:latin typeface="Calibri" pitchFamily="34" charset="0"/>
                <a:ea typeface="Calibri" pitchFamily="34" charset="-122"/>
                <a:cs typeface="Calibri" pitchFamily="34" charset="-120"/>
              </a:rPr>
              <a:t>If the organization uses COBIT → COBIT's practices ARE the evaluation criteria for this engagement</a:t>
            </a:r>
            <a:endParaRPr lang="en-US" sz="1600" dirty="0"/>
          </a:p>
        </p:txBody>
      </p:sp>
      <p:sp>
        <p:nvSpPr>
          <p:cNvPr id="32" name="Shape 30"/>
          <p:cNvSpPr/>
          <p:nvPr/>
        </p:nvSpPr>
        <p:spPr>
          <a:xfrm>
            <a:off x="609600" y="5998464"/>
            <a:ext cx="10972800" cy="512064"/>
          </a:xfrm>
          <a:prstGeom prst="roundRect">
            <a:avLst>
              <a:gd name="adj" fmla="val 19048"/>
            </a:avLst>
          </a:prstGeom>
          <a:solidFill>
            <a:srgbClr val="E3F2FD"/>
          </a:solidFill>
          <a:ln/>
        </p:spPr>
      </p:sp>
      <p:sp>
        <p:nvSpPr>
          <p:cNvPr id="33" name="Text 31"/>
          <p:cNvSpPr/>
          <p:nvPr/>
        </p:nvSpPr>
        <p:spPr>
          <a:xfrm>
            <a:off x="792480" y="6035040"/>
            <a:ext cx="10607040" cy="426720"/>
          </a:xfrm>
          <a:prstGeom prst="rect">
            <a:avLst/>
          </a:prstGeom>
          <a:noFill/>
          <a:ln/>
        </p:spPr>
        <p:txBody>
          <a:bodyPr wrap="square" lIns="0" tIns="0" rIns="0" bIns="0" rtlCol="0" anchor="ctr"/>
          <a:lstStyle/>
          <a:p>
            <a:r>
              <a:rPr lang="en-US" sz="1333" dirty="0">
                <a:solidFill>
                  <a:srgbClr val="1565C0"/>
                </a:solidFill>
                <a:latin typeface="Calibri" pitchFamily="34" charset="0"/>
                <a:ea typeface="Calibri" pitchFamily="34" charset="-122"/>
                <a:cs typeface="Calibri" pitchFamily="34" charset="-120"/>
              </a:rPr>
              <a:t>⚙  This is why our COBIT 2019 practice is GTAG-compliant — COBIT is explicitly listed as an IT Governance Framework in Figure 1, and Standard 13.4 mandates using it as criteria when the org has adopted it.</a:t>
            </a:r>
            <a:endParaRPr lang="en-US" sz="1333"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hape 3">
            <a:extLst>
              <a:ext uri="{FF2B5EF4-FFF2-40B4-BE49-F238E27FC236}">
                <a16:creationId xmlns:a16="http://schemas.microsoft.com/office/drawing/2014/main" id="{2AC679D2-1255-48DF-AADB-6DD28A7B846D}"/>
              </a:ext>
            </a:extLst>
          </p:cNvPr>
          <p:cNvSpPr/>
          <p:nvPr/>
        </p:nvSpPr>
        <p:spPr>
          <a:xfrm>
            <a:off x="1035050" y="1808481"/>
            <a:ext cx="9275364" cy="627888"/>
          </a:xfrm>
          <a:prstGeom prst="roundRect">
            <a:avLst>
              <a:gd name="adj" fmla="val 17241"/>
            </a:avLst>
          </a:prstGeom>
          <a:solidFill>
            <a:srgbClr val="1A2456">
              <a:alpha val="54902"/>
            </a:srgbClr>
          </a:solidFill>
          <a:ln/>
        </p:spPr>
        <p:txBody>
          <a:bodyPr anchor="b"/>
          <a:lstStyle/>
          <a:p>
            <a:pPr algn="ctr"/>
            <a:r>
              <a:rPr lang="en-ID" sz="1200" b="1" dirty="0">
                <a:solidFill>
                  <a:schemeClr val="bg1"/>
                </a:solidFill>
              </a:rPr>
              <a:t>GOVERNING BODY ROLE</a:t>
            </a:r>
            <a:r>
              <a:rPr lang="en-ID" sz="1200" dirty="0">
                <a:solidFill>
                  <a:schemeClr val="bg1"/>
                </a:solidFill>
              </a:rPr>
              <a:t>: integrity, leadership, and transparency</a:t>
            </a:r>
          </a:p>
        </p:txBody>
      </p:sp>
      <p:sp>
        <p:nvSpPr>
          <p:cNvPr id="4" name="Text 2"/>
          <p:cNvSpPr/>
          <p:nvPr/>
        </p:nvSpPr>
        <p:spPr>
          <a:xfrm>
            <a:off x="609600" y="394208"/>
            <a:ext cx="8168640" cy="426720"/>
          </a:xfrm>
          <a:prstGeom prst="rect">
            <a:avLst/>
          </a:prstGeom>
          <a:noFill/>
          <a:ln/>
        </p:spPr>
        <p:txBody>
          <a:bodyPr wrap="square" lIns="0" tIns="0" rIns="0" bIns="0" rtlCol="0" anchor="ctr"/>
          <a:lstStyle/>
          <a:p>
            <a:r>
              <a:rPr lang="en-US" sz="3600" b="1" dirty="0">
                <a:solidFill>
                  <a:srgbClr val="1A2456"/>
                </a:solidFill>
                <a:latin typeface="Cambria" pitchFamily="34" charset="0"/>
                <a:ea typeface="Cambria" pitchFamily="34" charset="-122"/>
                <a:cs typeface="Cambria" pitchFamily="34" charset="-120"/>
              </a:rPr>
              <a:t>Three Lines Model</a:t>
            </a:r>
            <a:endParaRPr lang="en-US" sz="3600" dirty="0"/>
          </a:p>
        </p:txBody>
      </p:sp>
      <p:sp>
        <p:nvSpPr>
          <p:cNvPr id="5" name="Shape 3"/>
          <p:cNvSpPr/>
          <p:nvPr/>
        </p:nvSpPr>
        <p:spPr>
          <a:xfrm>
            <a:off x="1035050" y="1320800"/>
            <a:ext cx="9275364" cy="707136"/>
          </a:xfrm>
          <a:prstGeom prst="roundRect">
            <a:avLst>
              <a:gd name="adj" fmla="val 17241"/>
            </a:avLst>
          </a:prstGeom>
          <a:solidFill>
            <a:srgbClr val="1A2456"/>
          </a:solidFill>
          <a:ln/>
        </p:spPr>
      </p:sp>
      <p:sp>
        <p:nvSpPr>
          <p:cNvPr id="6" name="Text 4"/>
          <p:cNvSpPr/>
          <p:nvPr/>
        </p:nvSpPr>
        <p:spPr>
          <a:xfrm>
            <a:off x="1278890" y="1357376"/>
            <a:ext cx="8838876" cy="341376"/>
          </a:xfrm>
          <a:prstGeom prst="rect">
            <a:avLst/>
          </a:prstGeom>
          <a:noFill/>
          <a:ln/>
        </p:spPr>
        <p:txBody>
          <a:bodyPr wrap="square" lIns="0" tIns="0" rIns="0" bIns="0" rtlCol="0" anchor="ctr"/>
          <a:lstStyle/>
          <a:p>
            <a:pPr algn="ctr"/>
            <a:r>
              <a:rPr lang="en-US" sz="1867" b="1" dirty="0">
                <a:solidFill>
                  <a:srgbClr val="FFFFFF"/>
                </a:solidFill>
                <a:latin typeface="Calibri" pitchFamily="34" charset="0"/>
                <a:ea typeface="Calibri" pitchFamily="34" charset="-122"/>
                <a:cs typeface="Calibri" pitchFamily="34" charset="-120"/>
              </a:rPr>
              <a:t>GOVERNING BODY</a:t>
            </a:r>
            <a:endParaRPr lang="en-US" sz="1867" dirty="0"/>
          </a:p>
        </p:txBody>
      </p:sp>
      <p:sp>
        <p:nvSpPr>
          <p:cNvPr id="7" name="Text 5"/>
          <p:cNvSpPr/>
          <p:nvPr/>
        </p:nvSpPr>
        <p:spPr>
          <a:xfrm>
            <a:off x="1278890" y="1698752"/>
            <a:ext cx="8838876" cy="268224"/>
          </a:xfrm>
          <a:prstGeom prst="rect">
            <a:avLst/>
          </a:prstGeom>
          <a:noFill/>
          <a:ln/>
        </p:spPr>
        <p:txBody>
          <a:bodyPr wrap="square" lIns="0" tIns="0" rIns="0" bIns="0" rtlCol="0" anchor="ctr"/>
          <a:lstStyle/>
          <a:p>
            <a:pPr algn="ctr"/>
            <a:r>
              <a:rPr lang="en-US" sz="1333" dirty="0">
                <a:solidFill>
                  <a:srgbClr val="CADCFC"/>
                </a:solidFill>
                <a:latin typeface="Calibri" pitchFamily="34" charset="0"/>
                <a:ea typeface="Calibri" pitchFamily="34" charset="-122"/>
                <a:cs typeface="Calibri" pitchFamily="34" charset="-120"/>
              </a:rPr>
              <a:t>Accountability to stakeholders for organizational oversight</a:t>
            </a:r>
            <a:endParaRPr lang="en-US" sz="1333" dirty="0"/>
          </a:p>
        </p:txBody>
      </p:sp>
      <p:sp>
        <p:nvSpPr>
          <p:cNvPr id="11" name="Shape 9"/>
          <p:cNvSpPr/>
          <p:nvPr/>
        </p:nvSpPr>
        <p:spPr>
          <a:xfrm>
            <a:off x="1035050" y="3171019"/>
            <a:ext cx="5334000" cy="2743200"/>
          </a:xfrm>
          <a:prstGeom prst="roundRect">
            <a:avLst>
              <a:gd name="adj" fmla="val 4444"/>
            </a:avLst>
          </a:prstGeom>
          <a:solidFill>
            <a:srgbClr val="E3F2FD"/>
          </a:solidFill>
          <a:ln/>
          <a:effectLst>
            <a:outerShdw blurRad="88900" dist="38100" dir="2700000" algn="bl" rotWithShape="0">
              <a:srgbClr val="000000">
                <a:alpha val="9000"/>
              </a:srgbClr>
            </a:outerShdw>
          </a:effectLst>
        </p:spPr>
      </p:sp>
      <p:sp>
        <p:nvSpPr>
          <p:cNvPr id="12" name="Text 10"/>
          <p:cNvSpPr/>
          <p:nvPr/>
        </p:nvSpPr>
        <p:spPr>
          <a:xfrm>
            <a:off x="1217930" y="3268555"/>
            <a:ext cx="5001582" cy="390144"/>
          </a:xfrm>
          <a:prstGeom prst="rect">
            <a:avLst/>
          </a:prstGeom>
          <a:noFill/>
          <a:ln/>
        </p:spPr>
        <p:txBody>
          <a:bodyPr wrap="square" lIns="0" tIns="0" rIns="0" bIns="0" rtlCol="0" anchor="ctr"/>
          <a:lstStyle/>
          <a:p>
            <a:pPr algn="ctr"/>
            <a:r>
              <a:rPr lang="en-US" sz="2000" b="1" dirty="0">
                <a:solidFill>
                  <a:srgbClr val="1565C0"/>
                </a:solidFill>
                <a:latin typeface="Cambria" pitchFamily="34" charset="0"/>
                <a:ea typeface="Cambria" pitchFamily="34" charset="-122"/>
                <a:cs typeface="Cambria" pitchFamily="34" charset="-120"/>
              </a:rPr>
              <a:t>MANAGEMENT</a:t>
            </a:r>
            <a:endParaRPr lang="en-US" sz="2000" dirty="0"/>
          </a:p>
        </p:txBody>
      </p:sp>
      <p:sp>
        <p:nvSpPr>
          <p:cNvPr id="13" name="Text 11"/>
          <p:cNvSpPr/>
          <p:nvPr/>
        </p:nvSpPr>
        <p:spPr>
          <a:xfrm>
            <a:off x="1217930" y="3670891"/>
            <a:ext cx="5001582" cy="365760"/>
          </a:xfrm>
          <a:prstGeom prst="rect">
            <a:avLst/>
          </a:prstGeom>
          <a:noFill/>
          <a:ln/>
        </p:spPr>
        <p:txBody>
          <a:bodyPr wrap="square" lIns="0" tIns="0" rIns="0" bIns="0" rtlCol="0" anchor="ctr"/>
          <a:lstStyle/>
          <a:p>
            <a:pPr algn="ctr"/>
            <a:r>
              <a:rPr lang="en-US" sz="1333" i="1" dirty="0">
                <a:solidFill>
                  <a:srgbClr val="6B7A9F"/>
                </a:solidFill>
                <a:latin typeface="Calibri" pitchFamily="34" charset="0"/>
                <a:ea typeface="Calibri" pitchFamily="34" charset="-122"/>
                <a:cs typeface="Calibri" pitchFamily="34" charset="-120"/>
              </a:rPr>
              <a:t>Actions (including managing risk) to achieve organizational objectives</a:t>
            </a:r>
            <a:endParaRPr lang="en-US" sz="1333" dirty="0"/>
          </a:p>
        </p:txBody>
      </p:sp>
      <p:sp>
        <p:nvSpPr>
          <p:cNvPr id="14" name="Shape 12"/>
          <p:cNvSpPr/>
          <p:nvPr/>
        </p:nvSpPr>
        <p:spPr>
          <a:xfrm>
            <a:off x="1217931" y="4146379"/>
            <a:ext cx="2376054" cy="1560576"/>
          </a:xfrm>
          <a:prstGeom prst="roundRect">
            <a:avLst>
              <a:gd name="adj" fmla="val 6250"/>
            </a:avLst>
          </a:prstGeom>
          <a:solidFill>
            <a:srgbClr val="BBDEFB"/>
          </a:solidFill>
          <a:ln/>
        </p:spPr>
      </p:sp>
      <p:sp>
        <p:nvSpPr>
          <p:cNvPr id="15" name="Text 13"/>
          <p:cNvSpPr/>
          <p:nvPr/>
        </p:nvSpPr>
        <p:spPr>
          <a:xfrm>
            <a:off x="1303274" y="4243915"/>
            <a:ext cx="2207919" cy="341376"/>
          </a:xfrm>
          <a:prstGeom prst="rect">
            <a:avLst/>
          </a:prstGeom>
          <a:noFill/>
          <a:ln/>
        </p:spPr>
        <p:txBody>
          <a:bodyPr wrap="square" lIns="0" tIns="0" rIns="0" bIns="0" rtlCol="0" anchor="ctr"/>
          <a:lstStyle/>
          <a:p>
            <a:pPr algn="ctr"/>
            <a:r>
              <a:rPr lang="en-US" sz="1467" b="1" dirty="0">
                <a:solidFill>
                  <a:srgbClr val="1565C0"/>
                </a:solidFill>
                <a:latin typeface="Calibri" pitchFamily="34" charset="0"/>
                <a:ea typeface="Calibri" pitchFamily="34" charset="-122"/>
                <a:cs typeface="Calibri" pitchFamily="34" charset="-120"/>
              </a:rPr>
              <a:t>FIRST LINE</a:t>
            </a:r>
            <a:endParaRPr lang="en-US" sz="1467" dirty="0"/>
          </a:p>
        </p:txBody>
      </p:sp>
      <p:sp>
        <p:nvSpPr>
          <p:cNvPr id="16" name="Text 14"/>
          <p:cNvSpPr/>
          <p:nvPr/>
        </p:nvSpPr>
        <p:spPr>
          <a:xfrm>
            <a:off x="1303274" y="4609675"/>
            <a:ext cx="2207919" cy="999744"/>
          </a:xfrm>
          <a:prstGeom prst="rect">
            <a:avLst/>
          </a:prstGeom>
          <a:noFill/>
          <a:ln/>
        </p:spPr>
        <p:txBody>
          <a:bodyPr wrap="square" rtlCol="0" anchor="ctr"/>
          <a:lstStyle/>
          <a:p>
            <a:pPr algn="ctr"/>
            <a:r>
              <a:rPr lang="en-US" sz="1333" dirty="0">
                <a:solidFill>
                  <a:srgbClr val="333333"/>
                </a:solidFill>
                <a:latin typeface="Calibri" pitchFamily="34" charset="0"/>
                <a:ea typeface="Calibri" pitchFamily="34" charset="-122"/>
                <a:cs typeface="Calibri" pitchFamily="34" charset="-120"/>
              </a:rPr>
              <a:t>Provision of products/services to clients; risk management</a:t>
            </a:r>
            <a:endParaRPr lang="en-US" sz="1333" dirty="0"/>
          </a:p>
        </p:txBody>
      </p:sp>
      <p:sp>
        <p:nvSpPr>
          <p:cNvPr id="17" name="Shape 15"/>
          <p:cNvSpPr/>
          <p:nvPr/>
        </p:nvSpPr>
        <p:spPr>
          <a:xfrm>
            <a:off x="3746476" y="4146379"/>
            <a:ext cx="2473036" cy="1560576"/>
          </a:xfrm>
          <a:prstGeom prst="roundRect">
            <a:avLst>
              <a:gd name="adj" fmla="val 6250"/>
            </a:avLst>
          </a:prstGeom>
          <a:solidFill>
            <a:srgbClr val="B3E5FC"/>
          </a:solidFill>
          <a:ln/>
        </p:spPr>
      </p:sp>
      <p:sp>
        <p:nvSpPr>
          <p:cNvPr id="18" name="Text 16"/>
          <p:cNvSpPr/>
          <p:nvPr/>
        </p:nvSpPr>
        <p:spPr>
          <a:xfrm>
            <a:off x="3660731" y="4243915"/>
            <a:ext cx="2618926" cy="341376"/>
          </a:xfrm>
          <a:prstGeom prst="rect">
            <a:avLst/>
          </a:prstGeom>
          <a:noFill/>
          <a:ln/>
        </p:spPr>
        <p:txBody>
          <a:bodyPr wrap="square" lIns="0" tIns="0" rIns="0" bIns="0" rtlCol="0" anchor="ctr"/>
          <a:lstStyle/>
          <a:p>
            <a:pPr algn="ctr"/>
            <a:r>
              <a:rPr lang="en-US" sz="1467" b="1" dirty="0">
                <a:solidFill>
                  <a:srgbClr val="1565C0"/>
                </a:solidFill>
                <a:latin typeface="Calibri" pitchFamily="34" charset="0"/>
                <a:ea typeface="Calibri" pitchFamily="34" charset="-122"/>
                <a:cs typeface="Calibri" pitchFamily="34" charset="-120"/>
              </a:rPr>
              <a:t>SECOND LINE</a:t>
            </a:r>
            <a:endParaRPr lang="en-US" sz="1467" dirty="0"/>
          </a:p>
        </p:txBody>
      </p:sp>
      <p:sp>
        <p:nvSpPr>
          <p:cNvPr id="19" name="Text 17"/>
          <p:cNvSpPr/>
          <p:nvPr/>
        </p:nvSpPr>
        <p:spPr>
          <a:xfrm>
            <a:off x="3660731" y="4609675"/>
            <a:ext cx="2618926" cy="999744"/>
          </a:xfrm>
          <a:prstGeom prst="rect">
            <a:avLst/>
          </a:prstGeom>
          <a:noFill/>
          <a:ln/>
        </p:spPr>
        <p:txBody>
          <a:bodyPr wrap="square" rtlCol="0" anchor="ctr"/>
          <a:lstStyle/>
          <a:p>
            <a:pPr algn="ctr"/>
            <a:r>
              <a:rPr lang="en-US" sz="1333" dirty="0">
                <a:solidFill>
                  <a:srgbClr val="333333"/>
                </a:solidFill>
                <a:latin typeface="Calibri" pitchFamily="34" charset="0"/>
                <a:ea typeface="Calibri" pitchFamily="34" charset="-122"/>
                <a:cs typeface="Calibri" pitchFamily="34" charset="-120"/>
              </a:rPr>
              <a:t>Expertise, support, monitoring, and challenge on risk-related matters</a:t>
            </a:r>
            <a:endParaRPr lang="en-US" sz="1333" dirty="0"/>
          </a:p>
        </p:txBody>
      </p:sp>
      <p:sp>
        <p:nvSpPr>
          <p:cNvPr id="20" name="Shape 18"/>
          <p:cNvSpPr/>
          <p:nvPr/>
        </p:nvSpPr>
        <p:spPr>
          <a:xfrm>
            <a:off x="7499693" y="3171019"/>
            <a:ext cx="2773842" cy="2743200"/>
          </a:xfrm>
          <a:prstGeom prst="roundRect">
            <a:avLst>
              <a:gd name="adj" fmla="val 4444"/>
            </a:avLst>
          </a:prstGeom>
          <a:solidFill>
            <a:srgbClr val="E8F5E9"/>
          </a:solidFill>
          <a:ln/>
          <a:effectLst>
            <a:outerShdw blurRad="88900" dist="38100" dir="2700000" algn="bl" rotWithShape="0">
              <a:srgbClr val="000000">
                <a:alpha val="9000"/>
              </a:srgbClr>
            </a:outerShdw>
          </a:effectLst>
        </p:spPr>
      </p:sp>
      <p:sp>
        <p:nvSpPr>
          <p:cNvPr id="21" name="Text 19"/>
          <p:cNvSpPr/>
          <p:nvPr/>
        </p:nvSpPr>
        <p:spPr>
          <a:xfrm>
            <a:off x="7652405" y="3268555"/>
            <a:ext cx="2476644" cy="390144"/>
          </a:xfrm>
          <a:prstGeom prst="rect">
            <a:avLst/>
          </a:prstGeom>
          <a:noFill/>
          <a:ln/>
        </p:spPr>
        <p:txBody>
          <a:bodyPr wrap="square" lIns="0" tIns="0" rIns="0" bIns="0" rtlCol="0" anchor="ctr"/>
          <a:lstStyle/>
          <a:p>
            <a:pPr algn="ctr"/>
            <a:r>
              <a:rPr lang="en-US" sz="1867" b="1" dirty="0">
                <a:solidFill>
                  <a:srgbClr val="2E7D32"/>
                </a:solidFill>
                <a:latin typeface="Cambria" pitchFamily="34" charset="0"/>
                <a:ea typeface="Cambria" pitchFamily="34" charset="-122"/>
                <a:cs typeface="Cambria" pitchFamily="34" charset="-120"/>
              </a:rPr>
              <a:t>INTERNAL AUDIT</a:t>
            </a:r>
            <a:endParaRPr lang="en-US" sz="1867" dirty="0"/>
          </a:p>
        </p:txBody>
      </p:sp>
      <p:sp>
        <p:nvSpPr>
          <p:cNvPr id="22" name="Text 20"/>
          <p:cNvSpPr/>
          <p:nvPr/>
        </p:nvSpPr>
        <p:spPr>
          <a:xfrm>
            <a:off x="7652405" y="3670891"/>
            <a:ext cx="2476644" cy="304800"/>
          </a:xfrm>
          <a:prstGeom prst="rect">
            <a:avLst/>
          </a:prstGeom>
          <a:noFill/>
          <a:ln/>
        </p:spPr>
        <p:txBody>
          <a:bodyPr wrap="square" lIns="0" tIns="0" rIns="0" bIns="0" rtlCol="0" anchor="ctr"/>
          <a:lstStyle/>
          <a:p>
            <a:pPr algn="ctr"/>
            <a:r>
              <a:rPr lang="en-US" sz="1333" i="1" dirty="0">
                <a:solidFill>
                  <a:srgbClr val="6B7A9F"/>
                </a:solidFill>
                <a:latin typeface="Calibri" pitchFamily="34" charset="0"/>
                <a:ea typeface="Calibri" pitchFamily="34" charset="-122"/>
                <a:cs typeface="Calibri" pitchFamily="34" charset="-120"/>
              </a:rPr>
              <a:t>Independent assurance</a:t>
            </a:r>
            <a:endParaRPr lang="en-US" sz="1333" dirty="0"/>
          </a:p>
        </p:txBody>
      </p:sp>
      <p:sp>
        <p:nvSpPr>
          <p:cNvPr id="23" name="Shape 21"/>
          <p:cNvSpPr/>
          <p:nvPr/>
        </p:nvSpPr>
        <p:spPr>
          <a:xfrm>
            <a:off x="7652405" y="4061035"/>
            <a:ext cx="2476644" cy="1682496"/>
          </a:xfrm>
          <a:prstGeom prst="roundRect">
            <a:avLst>
              <a:gd name="adj" fmla="val 5797"/>
            </a:avLst>
          </a:prstGeom>
          <a:solidFill>
            <a:srgbClr val="C8E6C9"/>
          </a:solidFill>
          <a:ln/>
        </p:spPr>
      </p:sp>
      <p:sp>
        <p:nvSpPr>
          <p:cNvPr id="24" name="Text 22"/>
          <p:cNvSpPr/>
          <p:nvPr/>
        </p:nvSpPr>
        <p:spPr>
          <a:xfrm>
            <a:off x="7722664" y="4158571"/>
            <a:ext cx="2328046" cy="341376"/>
          </a:xfrm>
          <a:prstGeom prst="rect">
            <a:avLst/>
          </a:prstGeom>
          <a:noFill/>
          <a:ln/>
        </p:spPr>
        <p:txBody>
          <a:bodyPr wrap="square" lIns="0" tIns="0" rIns="0" bIns="0" rtlCol="0" anchor="ctr"/>
          <a:lstStyle/>
          <a:p>
            <a:pPr algn="ctr"/>
            <a:r>
              <a:rPr lang="en-US" sz="1467" b="1" dirty="0">
                <a:solidFill>
                  <a:srgbClr val="2E7D32"/>
                </a:solidFill>
                <a:latin typeface="Calibri" pitchFamily="34" charset="0"/>
                <a:ea typeface="Calibri" pitchFamily="34" charset="-122"/>
                <a:cs typeface="Calibri" pitchFamily="34" charset="-120"/>
              </a:rPr>
              <a:t>THIRD LINE</a:t>
            </a:r>
            <a:endParaRPr lang="en-US" sz="1467" dirty="0"/>
          </a:p>
        </p:txBody>
      </p:sp>
      <p:sp>
        <p:nvSpPr>
          <p:cNvPr id="25" name="Text 23"/>
          <p:cNvSpPr/>
          <p:nvPr/>
        </p:nvSpPr>
        <p:spPr>
          <a:xfrm>
            <a:off x="7722664" y="4524331"/>
            <a:ext cx="2328046" cy="1097280"/>
          </a:xfrm>
          <a:prstGeom prst="rect">
            <a:avLst/>
          </a:prstGeom>
          <a:noFill/>
          <a:ln/>
        </p:spPr>
        <p:txBody>
          <a:bodyPr wrap="square" rtlCol="0" anchor="ctr"/>
          <a:lstStyle/>
          <a:p>
            <a:pPr algn="ctr"/>
            <a:r>
              <a:rPr lang="en-US" sz="1333" dirty="0">
                <a:solidFill>
                  <a:srgbClr val="1A3A1A"/>
                </a:solidFill>
                <a:latin typeface="Calibri" pitchFamily="34" charset="0"/>
                <a:ea typeface="Calibri" pitchFamily="34" charset="-122"/>
                <a:cs typeface="Calibri" pitchFamily="34" charset="-120"/>
              </a:rPr>
              <a:t>Independent and objective assurance and advice on all matters related to achievement of objectives</a:t>
            </a:r>
            <a:endParaRPr lang="en-US" sz="1333" dirty="0"/>
          </a:p>
        </p:txBody>
      </p:sp>
      <p:sp>
        <p:nvSpPr>
          <p:cNvPr id="33" name="Arrow: Down 32">
            <a:extLst>
              <a:ext uri="{FF2B5EF4-FFF2-40B4-BE49-F238E27FC236}">
                <a16:creationId xmlns:a16="http://schemas.microsoft.com/office/drawing/2014/main" id="{D911154F-4105-42F4-9AB1-083121E6511B}"/>
              </a:ext>
            </a:extLst>
          </p:cNvPr>
          <p:cNvSpPr/>
          <p:nvPr/>
        </p:nvSpPr>
        <p:spPr>
          <a:xfrm>
            <a:off x="3919470" y="2503177"/>
            <a:ext cx="341722" cy="627889"/>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4" name="Arrow: Down 33">
            <a:extLst>
              <a:ext uri="{FF2B5EF4-FFF2-40B4-BE49-F238E27FC236}">
                <a16:creationId xmlns:a16="http://schemas.microsoft.com/office/drawing/2014/main" id="{90879E3E-B9EB-4B45-8113-92CF669626CF}"/>
              </a:ext>
            </a:extLst>
          </p:cNvPr>
          <p:cNvSpPr/>
          <p:nvPr/>
        </p:nvSpPr>
        <p:spPr>
          <a:xfrm rot="10800000">
            <a:off x="3266146" y="2503177"/>
            <a:ext cx="341722" cy="627889"/>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35" name="Arrow: Down 34">
            <a:extLst>
              <a:ext uri="{FF2B5EF4-FFF2-40B4-BE49-F238E27FC236}">
                <a16:creationId xmlns:a16="http://schemas.microsoft.com/office/drawing/2014/main" id="{AA8D560C-9524-4C5D-9872-376DB6C3B6E9}"/>
              </a:ext>
            </a:extLst>
          </p:cNvPr>
          <p:cNvSpPr/>
          <p:nvPr/>
        </p:nvSpPr>
        <p:spPr>
          <a:xfrm>
            <a:off x="9093312" y="2503177"/>
            <a:ext cx="341722" cy="627889"/>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6" name="Arrow: Down 35">
            <a:extLst>
              <a:ext uri="{FF2B5EF4-FFF2-40B4-BE49-F238E27FC236}">
                <a16:creationId xmlns:a16="http://schemas.microsoft.com/office/drawing/2014/main" id="{552D1473-A3FA-4CD1-A952-208768E000D0}"/>
              </a:ext>
            </a:extLst>
          </p:cNvPr>
          <p:cNvSpPr/>
          <p:nvPr/>
        </p:nvSpPr>
        <p:spPr>
          <a:xfrm rot="10800000">
            <a:off x="8439988" y="2503177"/>
            <a:ext cx="341722" cy="627889"/>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dirty="0"/>
          </a:p>
        </p:txBody>
      </p:sp>
      <p:sp>
        <p:nvSpPr>
          <p:cNvPr id="37" name="Arrow: Left-Right 36">
            <a:extLst>
              <a:ext uri="{FF2B5EF4-FFF2-40B4-BE49-F238E27FC236}">
                <a16:creationId xmlns:a16="http://schemas.microsoft.com/office/drawing/2014/main" id="{3C80307F-9915-4DE9-99A3-40BFFFCEBD24}"/>
              </a:ext>
            </a:extLst>
          </p:cNvPr>
          <p:cNvSpPr/>
          <p:nvPr/>
        </p:nvSpPr>
        <p:spPr>
          <a:xfrm>
            <a:off x="6492618" y="3316129"/>
            <a:ext cx="919321" cy="294996"/>
          </a:xfrm>
          <a:prstGeom prst="leftRight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8" name="Shape 3">
            <a:extLst>
              <a:ext uri="{FF2B5EF4-FFF2-40B4-BE49-F238E27FC236}">
                <a16:creationId xmlns:a16="http://schemas.microsoft.com/office/drawing/2014/main" id="{9E73E00A-BF11-454B-ADFD-4465687A7FB9}"/>
              </a:ext>
            </a:extLst>
          </p:cNvPr>
          <p:cNvSpPr/>
          <p:nvPr/>
        </p:nvSpPr>
        <p:spPr>
          <a:xfrm rot="5400000">
            <a:off x="8645612" y="3311426"/>
            <a:ext cx="4593419" cy="612174"/>
          </a:xfrm>
          <a:prstGeom prst="roundRect">
            <a:avLst>
              <a:gd name="adj" fmla="val 17241"/>
            </a:avLst>
          </a:prstGeom>
          <a:solidFill>
            <a:srgbClr val="00B0F0"/>
          </a:solidFill>
          <a:ln/>
        </p:spPr>
        <p:txBody>
          <a:bodyPr anchor="ctr"/>
          <a:lstStyle/>
          <a:p>
            <a:pPr algn="ctr"/>
            <a:r>
              <a:rPr lang="en-ID" b="1" dirty="0">
                <a:solidFill>
                  <a:schemeClr val="bg1"/>
                </a:solidFill>
              </a:rPr>
              <a:t>EXTERNAL ASSURANCE PROVIDERS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600" y="219456"/>
            <a:ext cx="3092450"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IT GOVERNANCE OVERVIEW  ·  p.5–6</a:t>
            </a:r>
            <a:endParaRPr lang="en-US" sz="1333" dirty="0"/>
          </a:p>
        </p:txBody>
      </p:sp>
      <p:sp>
        <p:nvSpPr>
          <p:cNvPr id="4" name="Text 2"/>
          <p:cNvSpPr/>
          <p:nvPr/>
        </p:nvSpPr>
        <p:spPr>
          <a:xfrm>
            <a:off x="633984" y="243840"/>
            <a:ext cx="11093196" cy="426720"/>
          </a:xfrm>
          <a:prstGeom prst="rect">
            <a:avLst/>
          </a:prstGeom>
          <a:noFill/>
          <a:ln/>
        </p:spPr>
        <p:txBody>
          <a:bodyPr wrap="square" lIns="0" tIns="0" rIns="0" bIns="0" rtlCol="0" anchor="ctr"/>
          <a:lstStyle/>
          <a:p>
            <a:r>
              <a:rPr lang="en-US" sz="2800" b="1" dirty="0">
                <a:solidFill>
                  <a:srgbClr val="1A2456"/>
                </a:solidFill>
                <a:latin typeface="Cambria" pitchFamily="34" charset="0"/>
                <a:ea typeface="Cambria" pitchFamily="34" charset="-122"/>
                <a:cs typeface="Cambria" pitchFamily="34" charset="-120"/>
              </a:rPr>
              <a:t>What IT Governance Covers — and Where COBIT Fits</a:t>
            </a:r>
            <a:endParaRPr lang="en-US" sz="2800" dirty="0"/>
          </a:p>
        </p:txBody>
      </p:sp>
      <p:sp>
        <p:nvSpPr>
          <p:cNvPr id="5" name="Text 3"/>
          <p:cNvSpPr/>
          <p:nvPr/>
        </p:nvSpPr>
        <p:spPr>
          <a:xfrm>
            <a:off x="633984" y="768096"/>
            <a:ext cx="10728960" cy="316992"/>
          </a:xfrm>
          <a:prstGeom prst="rect">
            <a:avLst/>
          </a:prstGeom>
          <a:noFill/>
          <a:ln/>
        </p:spPr>
        <p:txBody>
          <a:bodyPr wrap="square" lIns="0" tIns="0" rIns="0" bIns="0" rtlCol="0" anchor="ctr"/>
          <a:lstStyle/>
          <a:p>
            <a:r>
              <a:rPr lang="en-US" sz="1467" i="1" dirty="0">
                <a:solidFill>
                  <a:srgbClr val="6B7A9F"/>
                </a:solidFill>
                <a:latin typeface="Calibri" pitchFamily="34" charset="0"/>
                <a:ea typeface="Calibri" pitchFamily="34" charset="-122"/>
                <a:cs typeface="Calibri" pitchFamily="34" charset="-120"/>
              </a:rPr>
              <a:t>Five governance areas from GTAG p.5–6. Each carries an explicit COBIT 2019 cross-reference — put there by IIA, not us.</a:t>
            </a:r>
            <a:endParaRPr lang="en-US" sz="1467" dirty="0"/>
          </a:p>
        </p:txBody>
      </p:sp>
      <p:sp>
        <p:nvSpPr>
          <p:cNvPr id="6" name="Shape 4"/>
          <p:cNvSpPr/>
          <p:nvPr/>
        </p:nvSpPr>
        <p:spPr>
          <a:xfrm>
            <a:off x="609600" y="1194816"/>
            <a:ext cx="10972800" cy="797814"/>
          </a:xfrm>
          <a:prstGeom prst="roundRect">
            <a:avLst>
              <a:gd name="adj" fmla="val 9756"/>
            </a:avLst>
          </a:prstGeom>
          <a:solidFill>
            <a:srgbClr val="E8F5E9"/>
          </a:solidFill>
          <a:ln/>
        </p:spPr>
      </p:sp>
      <p:sp>
        <p:nvSpPr>
          <p:cNvPr id="7" name="Text 5"/>
          <p:cNvSpPr/>
          <p:nvPr/>
        </p:nvSpPr>
        <p:spPr>
          <a:xfrm>
            <a:off x="792480" y="1292352"/>
            <a:ext cx="2560320" cy="603225"/>
          </a:xfrm>
          <a:prstGeom prst="rect">
            <a:avLst/>
          </a:prstGeom>
          <a:noFill/>
          <a:ln/>
        </p:spPr>
        <p:txBody>
          <a:bodyPr wrap="square" lIns="0" tIns="0" rIns="0" bIns="0" rtlCol="0" anchor="ctr"/>
          <a:lstStyle/>
          <a:p>
            <a:r>
              <a:rPr lang="en-US" sz="1733" b="1" dirty="0">
                <a:solidFill>
                  <a:srgbClr val="2E7D32"/>
                </a:solidFill>
                <a:latin typeface="Calibri" pitchFamily="34" charset="0"/>
                <a:ea typeface="Calibri" pitchFamily="34" charset="-122"/>
                <a:cs typeface="Calibri" pitchFamily="34" charset="-120"/>
              </a:rPr>
              <a:t>Strategic Alignment</a:t>
            </a:r>
            <a:endParaRPr lang="en-US" sz="1733" dirty="0"/>
          </a:p>
        </p:txBody>
      </p:sp>
      <p:sp>
        <p:nvSpPr>
          <p:cNvPr id="8" name="Shape 6"/>
          <p:cNvSpPr/>
          <p:nvPr/>
        </p:nvSpPr>
        <p:spPr>
          <a:xfrm>
            <a:off x="3438144" y="1341120"/>
            <a:ext cx="0" cy="535119"/>
          </a:xfrm>
          <a:prstGeom prst="line">
            <a:avLst/>
          </a:prstGeom>
          <a:noFill/>
          <a:ln w="12700">
            <a:solidFill>
              <a:srgbClr val="CCCCCC"/>
            </a:solidFill>
            <a:prstDash val="solid"/>
          </a:ln>
        </p:spPr>
      </p:sp>
      <p:sp>
        <p:nvSpPr>
          <p:cNvPr id="9" name="Text 7"/>
          <p:cNvSpPr/>
          <p:nvPr/>
        </p:nvSpPr>
        <p:spPr>
          <a:xfrm>
            <a:off x="3633216" y="1267968"/>
            <a:ext cx="6120384" cy="681061"/>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IT governance directs the IT strategy and IT's alignment with the organization's services, projects, objectives, strategy, and the linkage between business objectives and IT initiatives.</a:t>
            </a:r>
            <a:endParaRPr lang="en-US" sz="1333" dirty="0"/>
          </a:p>
        </p:txBody>
      </p:sp>
      <p:sp>
        <p:nvSpPr>
          <p:cNvPr id="10" name="Shape 8"/>
          <p:cNvSpPr/>
          <p:nvPr/>
        </p:nvSpPr>
        <p:spPr>
          <a:xfrm>
            <a:off x="9851136" y="1414272"/>
            <a:ext cx="1609344" cy="428095"/>
          </a:xfrm>
          <a:prstGeom prst="roundRect">
            <a:avLst>
              <a:gd name="adj" fmla="val 18182"/>
            </a:avLst>
          </a:prstGeom>
          <a:solidFill>
            <a:srgbClr val="E65100"/>
          </a:solidFill>
          <a:ln/>
        </p:spPr>
      </p:sp>
      <p:sp>
        <p:nvSpPr>
          <p:cNvPr id="11" name="Text 9"/>
          <p:cNvSpPr/>
          <p:nvPr/>
        </p:nvSpPr>
        <p:spPr>
          <a:xfrm>
            <a:off x="9851136" y="1414272"/>
            <a:ext cx="1609344" cy="428095"/>
          </a:xfrm>
          <a:prstGeom prst="rect">
            <a:avLst/>
          </a:prstGeom>
          <a:noFill/>
          <a:ln/>
        </p:spPr>
        <p:txBody>
          <a:bodyPr wrap="square" lIns="0" tIns="0" rIns="0" bIns="0" rtlCol="0" anchor="ctr"/>
          <a:lstStyle/>
          <a:p>
            <a:pPr algn="ctr"/>
            <a:r>
              <a:rPr lang="en-US" sz="1133" b="1" dirty="0">
                <a:solidFill>
                  <a:srgbClr val="FFFFFF"/>
                </a:solidFill>
                <a:latin typeface="Calibri" pitchFamily="34" charset="0"/>
                <a:ea typeface="Calibri" pitchFamily="34" charset="-122"/>
                <a:cs typeface="Calibri" pitchFamily="34" charset="-120"/>
              </a:rPr>
              <a:t>COBIT 2019: EDM 01</a:t>
            </a:r>
            <a:endParaRPr lang="en-US" sz="1133" dirty="0"/>
          </a:p>
        </p:txBody>
      </p:sp>
      <p:sp>
        <p:nvSpPr>
          <p:cNvPr id="12" name="Shape 10"/>
          <p:cNvSpPr/>
          <p:nvPr/>
        </p:nvSpPr>
        <p:spPr>
          <a:xfrm>
            <a:off x="609600" y="2175705"/>
            <a:ext cx="10972800" cy="797814"/>
          </a:xfrm>
          <a:prstGeom prst="roundRect">
            <a:avLst>
              <a:gd name="adj" fmla="val 9756"/>
            </a:avLst>
          </a:prstGeom>
          <a:solidFill>
            <a:srgbClr val="F5F7FC"/>
          </a:solidFill>
          <a:ln/>
        </p:spPr>
      </p:sp>
      <p:sp>
        <p:nvSpPr>
          <p:cNvPr id="13" name="Text 11"/>
          <p:cNvSpPr/>
          <p:nvPr/>
        </p:nvSpPr>
        <p:spPr>
          <a:xfrm>
            <a:off x="792480" y="2273241"/>
            <a:ext cx="2560320" cy="603225"/>
          </a:xfrm>
          <a:prstGeom prst="rect">
            <a:avLst/>
          </a:prstGeom>
          <a:noFill/>
          <a:ln/>
        </p:spPr>
        <p:txBody>
          <a:bodyPr wrap="square" lIns="0" tIns="0" rIns="0" bIns="0" rtlCol="0" anchor="ctr"/>
          <a:lstStyle/>
          <a:p>
            <a:r>
              <a:rPr lang="en-US" sz="1733" b="1" dirty="0">
                <a:solidFill>
                  <a:srgbClr val="2E7D32"/>
                </a:solidFill>
                <a:latin typeface="Calibri" pitchFamily="34" charset="0"/>
                <a:ea typeface="Calibri" pitchFamily="34" charset="-122"/>
                <a:cs typeface="Calibri" pitchFamily="34" charset="-120"/>
              </a:rPr>
              <a:t>Risk Oversight</a:t>
            </a:r>
            <a:endParaRPr lang="en-US" sz="1733" dirty="0"/>
          </a:p>
        </p:txBody>
      </p:sp>
      <p:sp>
        <p:nvSpPr>
          <p:cNvPr id="14" name="Shape 12"/>
          <p:cNvSpPr/>
          <p:nvPr/>
        </p:nvSpPr>
        <p:spPr>
          <a:xfrm>
            <a:off x="3438144" y="2322009"/>
            <a:ext cx="0" cy="535119"/>
          </a:xfrm>
          <a:prstGeom prst="line">
            <a:avLst/>
          </a:prstGeom>
          <a:noFill/>
          <a:ln w="12700">
            <a:solidFill>
              <a:srgbClr val="CCCCCC"/>
            </a:solidFill>
            <a:prstDash val="solid"/>
          </a:ln>
        </p:spPr>
      </p:sp>
      <p:sp>
        <p:nvSpPr>
          <p:cNvPr id="15" name="Text 13"/>
          <p:cNvSpPr/>
          <p:nvPr/>
        </p:nvSpPr>
        <p:spPr>
          <a:xfrm>
            <a:off x="3633216" y="2248857"/>
            <a:ext cx="6120384" cy="681061"/>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Oversees processes ensuring risks are identified and adequately mitigated. Includes risk aspects of IT portfolio, defined risk responsibilities, a common risk analysis methodology, and continuous monitoring of threats and impacts.</a:t>
            </a:r>
            <a:endParaRPr lang="en-US" sz="1333" dirty="0"/>
          </a:p>
        </p:txBody>
      </p:sp>
      <p:sp>
        <p:nvSpPr>
          <p:cNvPr id="16" name="Shape 14"/>
          <p:cNvSpPr/>
          <p:nvPr/>
        </p:nvSpPr>
        <p:spPr>
          <a:xfrm>
            <a:off x="9851136" y="2395161"/>
            <a:ext cx="1609344" cy="428095"/>
          </a:xfrm>
          <a:prstGeom prst="roundRect">
            <a:avLst>
              <a:gd name="adj" fmla="val 18182"/>
            </a:avLst>
          </a:prstGeom>
          <a:solidFill>
            <a:srgbClr val="E65100"/>
          </a:solidFill>
          <a:ln/>
        </p:spPr>
      </p:sp>
      <p:sp>
        <p:nvSpPr>
          <p:cNvPr id="17" name="Text 15"/>
          <p:cNvSpPr/>
          <p:nvPr/>
        </p:nvSpPr>
        <p:spPr>
          <a:xfrm>
            <a:off x="9851136" y="2395161"/>
            <a:ext cx="1609344" cy="428095"/>
          </a:xfrm>
          <a:prstGeom prst="rect">
            <a:avLst/>
          </a:prstGeom>
          <a:noFill/>
          <a:ln/>
        </p:spPr>
        <p:txBody>
          <a:bodyPr wrap="square" lIns="0" tIns="0" rIns="0" bIns="0" rtlCol="0" anchor="ctr"/>
          <a:lstStyle/>
          <a:p>
            <a:pPr algn="ctr"/>
            <a:r>
              <a:rPr lang="en-US" sz="1133" b="1" dirty="0">
                <a:solidFill>
                  <a:srgbClr val="FFFFFF"/>
                </a:solidFill>
                <a:latin typeface="Calibri" pitchFamily="34" charset="0"/>
                <a:ea typeface="Calibri" pitchFamily="34" charset="-122"/>
                <a:cs typeface="Calibri" pitchFamily="34" charset="-120"/>
              </a:rPr>
              <a:t>COBIT 2019: EDM 03</a:t>
            </a:r>
            <a:endParaRPr lang="en-US" sz="1133" dirty="0"/>
          </a:p>
        </p:txBody>
      </p:sp>
      <p:sp>
        <p:nvSpPr>
          <p:cNvPr id="18" name="Shape 16"/>
          <p:cNvSpPr/>
          <p:nvPr/>
        </p:nvSpPr>
        <p:spPr>
          <a:xfrm>
            <a:off x="609600" y="3156594"/>
            <a:ext cx="10972800" cy="797814"/>
          </a:xfrm>
          <a:prstGeom prst="roundRect">
            <a:avLst>
              <a:gd name="adj" fmla="val 9756"/>
            </a:avLst>
          </a:prstGeom>
          <a:solidFill>
            <a:srgbClr val="E8F5E9"/>
          </a:solidFill>
          <a:ln/>
        </p:spPr>
      </p:sp>
      <p:sp>
        <p:nvSpPr>
          <p:cNvPr id="19" name="Text 17"/>
          <p:cNvSpPr/>
          <p:nvPr/>
        </p:nvSpPr>
        <p:spPr>
          <a:xfrm>
            <a:off x="792480" y="3254130"/>
            <a:ext cx="2560320" cy="603225"/>
          </a:xfrm>
          <a:prstGeom prst="rect">
            <a:avLst/>
          </a:prstGeom>
          <a:noFill/>
          <a:ln/>
        </p:spPr>
        <p:txBody>
          <a:bodyPr wrap="square" lIns="0" tIns="0" rIns="0" bIns="0" rtlCol="0" anchor="ctr"/>
          <a:lstStyle/>
          <a:p>
            <a:r>
              <a:rPr lang="en-US" sz="1733" b="1" dirty="0">
                <a:solidFill>
                  <a:srgbClr val="2E7D32"/>
                </a:solidFill>
                <a:latin typeface="Calibri" pitchFamily="34" charset="0"/>
                <a:ea typeface="Calibri" pitchFamily="34" charset="-122"/>
                <a:cs typeface="Calibri" pitchFamily="34" charset="-120"/>
              </a:rPr>
              <a:t>Enabling Value Delivery</a:t>
            </a:r>
            <a:endParaRPr lang="en-US" sz="1733" dirty="0"/>
          </a:p>
        </p:txBody>
      </p:sp>
      <p:sp>
        <p:nvSpPr>
          <p:cNvPr id="20" name="Shape 18"/>
          <p:cNvSpPr/>
          <p:nvPr/>
        </p:nvSpPr>
        <p:spPr>
          <a:xfrm>
            <a:off x="3438144" y="3302898"/>
            <a:ext cx="0" cy="535119"/>
          </a:xfrm>
          <a:prstGeom prst="line">
            <a:avLst/>
          </a:prstGeom>
          <a:noFill/>
          <a:ln w="12700">
            <a:solidFill>
              <a:srgbClr val="CCCCCC"/>
            </a:solidFill>
            <a:prstDash val="solid"/>
          </a:ln>
        </p:spPr>
      </p:sp>
      <p:sp>
        <p:nvSpPr>
          <p:cNvPr id="21" name="Text 19"/>
          <p:cNvSpPr/>
          <p:nvPr/>
        </p:nvSpPr>
        <p:spPr>
          <a:xfrm>
            <a:off x="3633216" y="3229746"/>
            <a:ext cx="6120384" cy="681061"/>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Helps the organization and IT function collaborate, promoting maximum IT value. The board enables management to oversee IT's delivery of value, measure ROI, execute an IT tactical plan, and report benefits achieved.</a:t>
            </a:r>
            <a:endParaRPr lang="en-US" sz="1333" dirty="0"/>
          </a:p>
        </p:txBody>
      </p:sp>
      <p:sp>
        <p:nvSpPr>
          <p:cNvPr id="22" name="Shape 20"/>
          <p:cNvSpPr/>
          <p:nvPr/>
        </p:nvSpPr>
        <p:spPr>
          <a:xfrm>
            <a:off x="9851136" y="3376050"/>
            <a:ext cx="1609344" cy="428095"/>
          </a:xfrm>
          <a:prstGeom prst="roundRect">
            <a:avLst>
              <a:gd name="adj" fmla="val 18182"/>
            </a:avLst>
          </a:prstGeom>
          <a:solidFill>
            <a:srgbClr val="E65100"/>
          </a:solidFill>
          <a:ln/>
        </p:spPr>
      </p:sp>
      <p:sp>
        <p:nvSpPr>
          <p:cNvPr id="23" name="Text 21"/>
          <p:cNvSpPr/>
          <p:nvPr/>
        </p:nvSpPr>
        <p:spPr>
          <a:xfrm>
            <a:off x="9851136" y="3376050"/>
            <a:ext cx="1609344" cy="428095"/>
          </a:xfrm>
          <a:prstGeom prst="rect">
            <a:avLst/>
          </a:prstGeom>
          <a:noFill/>
          <a:ln/>
        </p:spPr>
        <p:txBody>
          <a:bodyPr wrap="square" lIns="0" tIns="0" rIns="0" bIns="0" rtlCol="0" anchor="ctr"/>
          <a:lstStyle/>
          <a:p>
            <a:pPr algn="ctr"/>
            <a:r>
              <a:rPr lang="en-US" sz="1133" b="1" dirty="0">
                <a:solidFill>
                  <a:srgbClr val="FFFFFF"/>
                </a:solidFill>
                <a:latin typeface="Calibri" pitchFamily="34" charset="0"/>
                <a:ea typeface="Calibri" pitchFamily="34" charset="-122"/>
                <a:cs typeface="Calibri" pitchFamily="34" charset="-120"/>
              </a:rPr>
              <a:t>COBIT 2019: EDM 02</a:t>
            </a:r>
            <a:endParaRPr lang="en-US" sz="1133" dirty="0"/>
          </a:p>
        </p:txBody>
      </p:sp>
      <p:sp>
        <p:nvSpPr>
          <p:cNvPr id="24" name="Shape 22"/>
          <p:cNvSpPr/>
          <p:nvPr/>
        </p:nvSpPr>
        <p:spPr>
          <a:xfrm>
            <a:off x="609600" y="4129560"/>
            <a:ext cx="10972800" cy="797814"/>
          </a:xfrm>
          <a:prstGeom prst="roundRect">
            <a:avLst>
              <a:gd name="adj" fmla="val 9756"/>
            </a:avLst>
          </a:prstGeom>
          <a:solidFill>
            <a:srgbClr val="F5F7FC"/>
          </a:solidFill>
          <a:ln/>
        </p:spPr>
      </p:sp>
      <p:sp>
        <p:nvSpPr>
          <p:cNvPr id="25" name="Text 23"/>
          <p:cNvSpPr/>
          <p:nvPr/>
        </p:nvSpPr>
        <p:spPr>
          <a:xfrm>
            <a:off x="792480" y="4227096"/>
            <a:ext cx="2560320" cy="603225"/>
          </a:xfrm>
          <a:prstGeom prst="rect">
            <a:avLst/>
          </a:prstGeom>
          <a:noFill/>
          <a:ln/>
        </p:spPr>
        <p:txBody>
          <a:bodyPr wrap="square" lIns="0" tIns="0" rIns="0" bIns="0" rtlCol="0" anchor="ctr"/>
          <a:lstStyle/>
          <a:p>
            <a:r>
              <a:rPr lang="en-US" sz="1733" b="1" dirty="0">
                <a:solidFill>
                  <a:srgbClr val="2E7D32"/>
                </a:solidFill>
                <a:latin typeface="Calibri" pitchFamily="34" charset="0"/>
                <a:ea typeface="Calibri" pitchFamily="34" charset="-122"/>
                <a:cs typeface="Calibri" pitchFamily="34" charset="-120"/>
              </a:rPr>
              <a:t>Performance Oversight</a:t>
            </a:r>
            <a:endParaRPr lang="en-US" sz="1733" dirty="0"/>
          </a:p>
        </p:txBody>
      </p:sp>
      <p:sp>
        <p:nvSpPr>
          <p:cNvPr id="26" name="Shape 24"/>
          <p:cNvSpPr/>
          <p:nvPr/>
        </p:nvSpPr>
        <p:spPr>
          <a:xfrm>
            <a:off x="3438144" y="4275864"/>
            <a:ext cx="0" cy="535119"/>
          </a:xfrm>
          <a:prstGeom prst="line">
            <a:avLst/>
          </a:prstGeom>
          <a:noFill/>
          <a:ln w="12700">
            <a:solidFill>
              <a:srgbClr val="CCCCCC"/>
            </a:solidFill>
            <a:prstDash val="solid"/>
          </a:ln>
        </p:spPr>
      </p:sp>
      <p:sp>
        <p:nvSpPr>
          <p:cNvPr id="27" name="Text 25"/>
          <p:cNvSpPr/>
          <p:nvPr/>
        </p:nvSpPr>
        <p:spPr>
          <a:xfrm>
            <a:off x="3633216" y="4202712"/>
            <a:ext cx="6120384" cy="681061"/>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Monitors strategic compliance, IT performance, and IT's contribution to the bottom line. Determines which key performance indicators should be established and tracked by management.</a:t>
            </a:r>
            <a:endParaRPr lang="en-US" sz="1333" dirty="0"/>
          </a:p>
        </p:txBody>
      </p:sp>
      <p:sp>
        <p:nvSpPr>
          <p:cNvPr id="28" name="Shape 26"/>
          <p:cNvSpPr/>
          <p:nvPr/>
        </p:nvSpPr>
        <p:spPr>
          <a:xfrm>
            <a:off x="9851136" y="4349016"/>
            <a:ext cx="1609344" cy="428095"/>
          </a:xfrm>
          <a:prstGeom prst="roundRect">
            <a:avLst>
              <a:gd name="adj" fmla="val 18182"/>
            </a:avLst>
          </a:prstGeom>
          <a:solidFill>
            <a:srgbClr val="E65100"/>
          </a:solidFill>
          <a:ln/>
        </p:spPr>
      </p:sp>
      <p:sp>
        <p:nvSpPr>
          <p:cNvPr id="29" name="Text 27"/>
          <p:cNvSpPr/>
          <p:nvPr/>
        </p:nvSpPr>
        <p:spPr>
          <a:xfrm>
            <a:off x="9851136" y="4349016"/>
            <a:ext cx="1609344" cy="428095"/>
          </a:xfrm>
          <a:prstGeom prst="rect">
            <a:avLst/>
          </a:prstGeom>
          <a:noFill/>
          <a:ln/>
        </p:spPr>
        <p:txBody>
          <a:bodyPr wrap="square" lIns="0" tIns="0" rIns="0" bIns="0" rtlCol="0" anchor="ctr"/>
          <a:lstStyle/>
          <a:p>
            <a:pPr algn="ctr"/>
            <a:r>
              <a:rPr lang="en-US" sz="1133" b="1" dirty="0">
                <a:solidFill>
                  <a:srgbClr val="FFFFFF"/>
                </a:solidFill>
                <a:latin typeface="Calibri" pitchFamily="34" charset="0"/>
                <a:ea typeface="Calibri" pitchFamily="34" charset="-122"/>
                <a:cs typeface="Calibri" pitchFamily="34" charset="-120"/>
              </a:rPr>
              <a:t>COBIT 2019: EDM 05</a:t>
            </a:r>
            <a:endParaRPr lang="en-US" sz="1133" dirty="0"/>
          </a:p>
        </p:txBody>
      </p:sp>
      <p:sp>
        <p:nvSpPr>
          <p:cNvPr id="30" name="Shape 28"/>
          <p:cNvSpPr/>
          <p:nvPr/>
        </p:nvSpPr>
        <p:spPr>
          <a:xfrm>
            <a:off x="609600" y="5146830"/>
            <a:ext cx="10972800" cy="797814"/>
          </a:xfrm>
          <a:prstGeom prst="roundRect">
            <a:avLst>
              <a:gd name="adj" fmla="val 9756"/>
            </a:avLst>
          </a:prstGeom>
          <a:solidFill>
            <a:srgbClr val="E8F5E9"/>
          </a:solidFill>
          <a:ln/>
        </p:spPr>
      </p:sp>
      <p:sp>
        <p:nvSpPr>
          <p:cNvPr id="31" name="Text 29"/>
          <p:cNvSpPr/>
          <p:nvPr/>
        </p:nvSpPr>
        <p:spPr>
          <a:xfrm>
            <a:off x="792480" y="5244366"/>
            <a:ext cx="2560320" cy="603225"/>
          </a:xfrm>
          <a:prstGeom prst="rect">
            <a:avLst/>
          </a:prstGeom>
          <a:noFill/>
          <a:ln/>
        </p:spPr>
        <p:txBody>
          <a:bodyPr wrap="square" lIns="0" tIns="0" rIns="0" bIns="0" rtlCol="0" anchor="ctr"/>
          <a:lstStyle/>
          <a:p>
            <a:r>
              <a:rPr lang="en-US" sz="1733" b="1" dirty="0">
                <a:solidFill>
                  <a:srgbClr val="2E7D32"/>
                </a:solidFill>
                <a:latin typeface="Calibri" pitchFamily="34" charset="0"/>
                <a:ea typeface="Calibri" pitchFamily="34" charset="-122"/>
                <a:cs typeface="Calibri" pitchFamily="34" charset="-120"/>
              </a:rPr>
              <a:t>Resource Oversight</a:t>
            </a:r>
            <a:endParaRPr lang="en-US" sz="1733" dirty="0"/>
          </a:p>
        </p:txBody>
      </p:sp>
      <p:sp>
        <p:nvSpPr>
          <p:cNvPr id="32" name="Shape 30"/>
          <p:cNvSpPr/>
          <p:nvPr/>
        </p:nvSpPr>
        <p:spPr>
          <a:xfrm>
            <a:off x="3438144" y="5293134"/>
            <a:ext cx="0" cy="535119"/>
          </a:xfrm>
          <a:prstGeom prst="line">
            <a:avLst/>
          </a:prstGeom>
          <a:noFill/>
          <a:ln w="12700">
            <a:solidFill>
              <a:srgbClr val="CCCCCC"/>
            </a:solidFill>
            <a:prstDash val="solid"/>
          </a:ln>
        </p:spPr>
      </p:sp>
      <p:sp>
        <p:nvSpPr>
          <p:cNvPr id="33" name="Text 31"/>
          <p:cNvSpPr/>
          <p:nvPr/>
        </p:nvSpPr>
        <p:spPr>
          <a:xfrm>
            <a:off x="3633216" y="5219982"/>
            <a:ext cx="6120384" cy="681061"/>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Strategic direction for sourcing and using IT resources. Oversees aggregate IT funding. IT resources (the 'IT portfolio') include assets, services, projects, and vendors for both short- and long-term solutions.</a:t>
            </a:r>
            <a:endParaRPr lang="en-US" sz="1333" dirty="0"/>
          </a:p>
        </p:txBody>
      </p:sp>
      <p:sp>
        <p:nvSpPr>
          <p:cNvPr id="34" name="Shape 32"/>
          <p:cNvSpPr/>
          <p:nvPr/>
        </p:nvSpPr>
        <p:spPr>
          <a:xfrm>
            <a:off x="9851136" y="5366286"/>
            <a:ext cx="1609344" cy="428095"/>
          </a:xfrm>
          <a:prstGeom prst="roundRect">
            <a:avLst>
              <a:gd name="adj" fmla="val 18182"/>
            </a:avLst>
          </a:prstGeom>
          <a:solidFill>
            <a:srgbClr val="E65100"/>
          </a:solidFill>
          <a:ln/>
        </p:spPr>
      </p:sp>
      <p:sp>
        <p:nvSpPr>
          <p:cNvPr id="35" name="Text 33"/>
          <p:cNvSpPr/>
          <p:nvPr/>
        </p:nvSpPr>
        <p:spPr>
          <a:xfrm>
            <a:off x="9851136" y="5366286"/>
            <a:ext cx="1609344" cy="428095"/>
          </a:xfrm>
          <a:prstGeom prst="rect">
            <a:avLst/>
          </a:prstGeom>
          <a:noFill/>
          <a:ln/>
        </p:spPr>
        <p:txBody>
          <a:bodyPr wrap="square" lIns="0" tIns="0" rIns="0" bIns="0" rtlCol="0" anchor="ctr"/>
          <a:lstStyle/>
          <a:p>
            <a:pPr algn="ctr"/>
            <a:r>
              <a:rPr lang="en-US" sz="1133" b="1" dirty="0">
                <a:solidFill>
                  <a:srgbClr val="FFFFFF"/>
                </a:solidFill>
                <a:latin typeface="Calibri" pitchFamily="34" charset="0"/>
                <a:ea typeface="Calibri" pitchFamily="34" charset="-122"/>
                <a:cs typeface="Calibri" pitchFamily="34" charset="-120"/>
              </a:rPr>
              <a:t>COBIT 2019: EDM 02</a:t>
            </a:r>
            <a:endParaRPr lang="en-US" sz="1133" dirty="0"/>
          </a:p>
        </p:txBody>
      </p:sp>
      <p:sp>
        <p:nvSpPr>
          <p:cNvPr id="36" name="Shape 34"/>
          <p:cNvSpPr/>
          <p:nvPr/>
        </p:nvSpPr>
        <p:spPr>
          <a:xfrm>
            <a:off x="609600" y="6164100"/>
            <a:ext cx="10972800" cy="450060"/>
          </a:xfrm>
          <a:prstGeom prst="roundRect">
            <a:avLst>
              <a:gd name="adj" fmla="val 26667"/>
            </a:avLst>
          </a:prstGeom>
          <a:solidFill>
            <a:srgbClr val="E3F2FD"/>
          </a:solidFill>
          <a:ln/>
        </p:spPr>
      </p:sp>
      <p:sp>
        <p:nvSpPr>
          <p:cNvPr id="37" name="Text 35"/>
          <p:cNvSpPr/>
          <p:nvPr/>
        </p:nvSpPr>
        <p:spPr>
          <a:xfrm>
            <a:off x="792480" y="6200676"/>
            <a:ext cx="10607040" cy="413484"/>
          </a:xfrm>
          <a:prstGeom prst="rect">
            <a:avLst/>
          </a:prstGeom>
          <a:noFill/>
          <a:ln/>
        </p:spPr>
        <p:txBody>
          <a:bodyPr wrap="square" lIns="0" tIns="0" rIns="0" bIns="0" rtlCol="0" anchor="ctr"/>
          <a:lstStyle/>
          <a:p>
            <a:r>
              <a:rPr lang="en-US" sz="1400" dirty="0">
                <a:solidFill>
                  <a:srgbClr val="1565C0"/>
                </a:solidFill>
                <a:latin typeface="Calibri" pitchFamily="34" charset="0"/>
                <a:ea typeface="Calibri" pitchFamily="34" charset="-122"/>
                <a:cs typeface="Calibri" pitchFamily="34" charset="-120"/>
              </a:rPr>
              <a:t>⚙  This COBIT bridge is built into the GTAG document itself by IIA — it is not something we imposed externally. See also Appendix D (p.29) for the complete mapping table.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600" y="219456"/>
            <a:ext cx="3413760"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IT MANAGEMENT OVERVIEW  ·  p.6–8</a:t>
            </a:r>
            <a:endParaRPr lang="en-US" sz="1333" dirty="0"/>
          </a:p>
        </p:txBody>
      </p:sp>
      <p:sp>
        <p:nvSpPr>
          <p:cNvPr id="4" name="Text 2"/>
          <p:cNvSpPr/>
          <p:nvPr/>
        </p:nvSpPr>
        <p:spPr>
          <a:xfrm>
            <a:off x="609600" y="243840"/>
            <a:ext cx="11460480" cy="426720"/>
          </a:xfrm>
          <a:prstGeom prst="rect">
            <a:avLst/>
          </a:prstGeom>
          <a:noFill/>
          <a:ln/>
        </p:spPr>
        <p:txBody>
          <a:bodyPr wrap="square" lIns="0" tIns="0" rIns="0" bIns="0" rtlCol="0" anchor="ctr"/>
          <a:lstStyle/>
          <a:p>
            <a:r>
              <a:rPr lang="en-US" sz="3067" b="1" dirty="0">
                <a:solidFill>
                  <a:srgbClr val="1A2456"/>
                </a:solidFill>
                <a:latin typeface="Cambria" pitchFamily="34" charset="0"/>
                <a:ea typeface="Cambria" pitchFamily="34" charset="-122"/>
                <a:cs typeface="Cambria" pitchFamily="34" charset="-120"/>
              </a:rPr>
              <a:t>What IT Management Covers — and Where COBIT Fits</a:t>
            </a:r>
            <a:endParaRPr lang="en-US" sz="3067" dirty="0"/>
          </a:p>
        </p:txBody>
      </p:sp>
      <p:sp>
        <p:nvSpPr>
          <p:cNvPr id="5" name="Text 3"/>
          <p:cNvSpPr/>
          <p:nvPr/>
        </p:nvSpPr>
        <p:spPr>
          <a:xfrm>
            <a:off x="633984" y="719328"/>
            <a:ext cx="10728960" cy="316992"/>
          </a:xfrm>
          <a:prstGeom prst="rect">
            <a:avLst/>
          </a:prstGeom>
          <a:noFill/>
          <a:ln/>
        </p:spPr>
        <p:txBody>
          <a:bodyPr wrap="square" lIns="0" tIns="0" rIns="0" bIns="0" rtlCol="0" anchor="ctr"/>
          <a:lstStyle/>
          <a:p>
            <a:r>
              <a:rPr lang="en-US" sz="1467" i="1" dirty="0">
                <a:solidFill>
                  <a:srgbClr val="6B7A9F"/>
                </a:solidFill>
                <a:latin typeface="Calibri" pitchFamily="34" charset="0"/>
                <a:ea typeface="Calibri" pitchFamily="34" charset="-122"/>
                <a:cs typeface="Calibri" pitchFamily="34" charset="-120"/>
              </a:rPr>
              <a:t>Management executes what governance directs. Auditing management = testing APO, BAI, DSS, MEA objectives.</a:t>
            </a:r>
            <a:endParaRPr lang="en-US" sz="1467" dirty="0"/>
          </a:p>
        </p:txBody>
      </p:sp>
      <p:sp>
        <p:nvSpPr>
          <p:cNvPr id="6" name="Shape 4"/>
          <p:cNvSpPr/>
          <p:nvPr/>
        </p:nvSpPr>
        <p:spPr>
          <a:xfrm>
            <a:off x="609600" y="1194816"/>
            <a:ext cx="8510016" cy="799684"/>
          </a:xfrm>
          <a:prstGeom prst="roundRect">
            <a:avLst>
              <a:gd name="adj" fmla="val 10256"/>
            </a:avLst>
          </a:prstGeom>
          <a:solidFill>
            <a:srgbClr val="E0F2F1"/>
          </a:solidFill>
          <a:ln/>
        </p:spPr>
      </p:sp>
      <p:sp>
        <p:nvSpPr>
          <p:cNvPr id="7" name="Text 5"/>
          <p:cNvSpPr/>
          <p:nvPr/>
        </p:nvSpPr>
        <p:spPr>
          <a:xfrm>
            <a:off x="792480" y="1267968"/>
            <a:ext cx="2377440" cy="676656"/>
          </a:xfrm>
          <a:prstGeom prst="rect">
            <a:avLst/>
          </a:prstGeom>
          <a:noFill/>
          <a:ln/>
        </p:spPr>
        <p:txBody>
          <a:bodyPr wrap="square" lIns="0" tIns="0" rIns="0" bIns="0" rtlCol="0" anchor="ctr"/>
          <a:lstStyle/>
          <a:p>
            <a:r>
              <a:rPr lang="en-US" sz="1600" b="1" dirty="0">
                <a:solidFill>
                  <a:srgbClr val="00796B"/>
                </a:solidFill>
                <a:latin typeface="Calibri" pitchFamily="34" charset="0"/>
                <a:ea typeface="Calibri" pitchFamily="34" charset="-122"/>
                <a:cs typeface="Calibri" pitchFamily="34" charset="-120"/>
              </a:rPr>
              <a:t>Operational</a:t>
            </a:r>
            <a:endParaRPr lang="en-US" sz="1600" dirty="0"/>
          </a:p>
          <a:p>
            <a:r>
              <a:rPr lang="en-US" sz="1600" b="1" dirty="0">
                <a:solidFill>
                  <a:srgbClr val="00796B"/>
                </a:solidFill>
                <a:latin typeface="Calibri" pitchFamily="34" charset="0"/>
                <a:ea typeface="Calibri" pitchFamily="34" charset="-122"/>
                <a:cs typeface="Calibri" pitchFamily="34" charset="-120"/>
              </a:rPr>
              <a:t>Management</a:t>
            </a:r>
            <a:endParaRPr lang="en-US" sz="1600" dirty="0"/>
          </a:p>
        </p:txBody>
      </p:sp>
      <p:sp>
        <p:nvSpPr>
          <p:cNvPr id="8" name="Shape 6"/>
          <p:cNvSpPr/>
          <p:nvPr/>
        </p:nvSpPr>
        <p:spPr>
          <a:xfrm>
            <a:off x="3267456" y="1316736"/>
            <a:ext cx="0" cy="563880"/>
          </a:xfrm>
          <a:prstGeom prst="line">
            <a:avLst/>
          </a:prstGeom>
          <a:noFill/>
          <a:ln w="12700">
            <a:solidFill>
              <a:srgbClr val="CCCCCC"/>
            </a:solidFill>
            <a:prstDash val="solid"/>
          </a:ln>
        </p:spPr>
      </p:sp>
      <p:sp>
        <p:nvSpPr>
          <p:cNvPr id="9" name="Text 7"/>
          <p:cNvSpPr/>
          <p:nvPr/>
        </p:nvSpPr>
        <p:spPr>
          <a:xfrm>
            <a:off x="3438144" y="1267968"/>
            <a:ext cx="5486400" cy="676656"/>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Planning, executing, monitoring IT resource use. IT project management ensures hardware/software installations are deployed effectively. Daily service delivery.</a:t>
            </a:r>
            <a:endParaRPr lang="en-US" sz="1333" dirty="0"/>
          </a:p>
        </p:txBody>
      </p:sp>
      <p:sp>
        <p:nvSpPr>
          <p:cNvPr id="10" name="Shape 8"/>
          <p:cNvSpPr/>
          <p:nvPr/>
        </p:nvSpPr>
        <p:spPr>
          <a:xfrm>
            <a:off x="9265920" y="1281546"/>
            <a:ext cx="2292096" cy="594637"/>
          </a:xfrm>
          <a:prstGeom prst="roundRect">
            <a:avLst>
              <a:gd name="adj" fmla="val 13793"/>
            </a:avLst>
          </a:prstGeom>
          <a:solidFill>
            <a:srgbClr val="1565C0"/>
          </a:solidFill>
          <a:ln/>
        </p:spPr>
      </p:sp>
      <p:sp>
        <p:nvSpPr>
          <p:cNvPr id="11" name="Text 9"/>
          <p:cNvSpPr/>
          <p:nvPr/>
        </p:nvSpPr>
        <p:spPr>
          <a:xfrm>
            <a:off x="9265920" y="1281546"/>
            <a:ext cx="2292096" cy="594637"/>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APO 01, APO 02</a:t>
            </a:r>
            <a:endParaRPr lang="en-US" sz="1200" dirty="0"/>
          </a:p>
          <a:p>
            <a:pPr algn="ctr"/>
            <a:r>
              <a:rPr lang="en-US" sz="1200" b="1" dirty="0">
                <a:solidFill>
                  <a:srgbClr val="FFFFFF"/>
                </a:solidFill>
                <a:latin typeface="Calibri" pitchFamily="34" charset="0"/>
                <a:ea typeface="Calibri" pitchFamily="34" charset="-122"/>
                <a:cs typeface="Calibri" pitchFamily="34" charset="-120"/>
              </a:rPr>
              <a:t>DSS 01</a:t>
            </a:r>
            <a:endParaRPr lang="en-US" sz="1200" dirty="0"/>
          </a:p>
        </p:txBody>
      </p:sp>
      <p:sp>
        <p:nvSpPr>
          <p:cNvPr id="12" name="Shape 10"/>
          <p:cNvSpPr/>
          <p:nvPr/>
        </p:nvSpPr>
        <p:spPr>
          <a:xfrm>
            <a:off x="609600" y="2089820"/>
            <a:ext cx="8510016" cy="799684"/>
          </a:xfrm>
          <a:prstGeom prst="roundRect">
            <a:avLst>
              <a:gd name="adj" fmla="val 10256"/>
            </a:avLst>
          </a:prstGeom>
          <a:solidFill>
            <a:srgbClr val="F5F7FC"/>
          </a:solidFill>
          <a:ln/>
        </p:spPr>
      </p:sp>
      <p:sp>
        <p:nvSpPr>
          <p:cNvPr id="13" name="Text 11"/>
          <p:cNvSpPr/>
          <p:nvPr/>
        </p:nvSpPr>
        <p:spPr>
          <a:xfrm>
            <a:off x="792480" y="2162972"/>
            <a:ext cx="2377440" cy="676656"/>
          </a:xfrm>
          <a:prstGeom prst="rect">
            <a:avLst/>
          </a:prstGeom>
          <a:noFill/>
          <a:ln/>
        </p:spPr>
        <p:txBody>
          <a:bodyPr wrap="square" lIns="0" tIns="0" rIns="0" bIns="0" rtlCol="0" anchor="ctr"/>
          <a:lstStyle/>
          <a:p>
            <a:r>
              <a:rPr lang="en-US" sz="1600" b="1" dirty="0">
                <a:solidFill>
                  <a:srgbClr val="00796B"/>
                </a:solidFill>
                <a:latin typeface="Calibri" pitchFamily="34" charset="0"/>
                <a:ea typeface="Calibri" pitchFamily="34" charset="-122"/>
                <a:cs typeface="Calibri" pitchFamily="34" charset="-120"/>
              </a:rPr>
              <a:t>Risk</a:t>
            </a:r>
            <a:endParaRPr lang="en-US" sz="1600" dirty="0"/>
          </a:p>
          <a:p>
            <a:r>
              <a:rPr lang="en-US" sz="1600" b="1" dirty="0">
                <a:solidFill>
                  <a:srgbClr val="00796B"/>
                </a:solidFill>
                <a:latin typeface="Calibri" pitchFamily="34" charset="0"/>
                <a:ea typeface="Calibri" pitchFamily="34" charset="-122"/>
                <a:cs typeface="Calibri" pitchFamily="34" charset="-120"/>
              </a:rPr>
              <a:t>Management</a:t>
            </a:r>
            <a:endParaRPr lang="en-US" sz="1600" dirty="0"/>
          </a:p>
        </p:txBody>
      </p:sp>
      <p:sp>
        <p:nvSpPr>
          <p:cNvPr id="14" name="Shape 12"/>
          <p:cNvSpPr/>
          <p:nvPr/>
        </p:nvSpPr>
        <p:spPr>
          <a:xfrm>
            <a:off x="3267456" y="2211740"/>
            <a:ext cx="0" cy="563880"/>
          </a:xfrm>
          <a:prstGeom prst="line">
            <a:avLst/>
          </a:prstGeom>
          <a:noFill/>
          <a:ln w="12700">
            <a:solidFill>
              <a:srgbClr val="CCCCCC"/>
            </a:solidFill>
            <a:prstDash val="solid"/>
          </a:ln>
        </p:spPr>
      </p:sp>
      <p:sp>
        <p:nvSpPr>
          <p:cNvPr id="15" name="Text 13"/>
          <p:cNvSpPr/>
          <p:nvPr/>
        </p:nvSpPr>
        <p:spPr>
          <a:xfrm>
            <a:off x="3438144" y="2162972"/>
            <a:ext cx="5486400" cy="676656"/>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Second-line function focusing on risks affecting the entire organization including compliance. IT risk management is a vital component of enterprise risk management.</a:t>
            </a:r>
            <a:endParaRPr lang="en-US" sz="1333" dirty="0"/>
          </a:p>
        </p:txBody>
      </p:sp>
      <p:sp>
        <p:nvSpPr>
          <p:cNvPr id="16" name="Shape 14"/>
          <p:cNvSpPr/>
          <p:nvPr/>
        </p:nvSpPr>
        <p:spPr>
          <a:xfrm>
            <a:off x="9265920" y="2172947"/>
            <a:ext cx="2292096" cy="594637"/>
          </a:xfrm>
          <a:prstGeom prst="roundRect">
            <a:avLst>
              <a:gd name="adj" fmla="val 13793"/>
            </a:avLst>
          </a:prstGeom>
          <a:solidFill>
            <a:srgbClr val="1565C0"/>
          </a:solidFill>
          <a:ln/>
        </p:spPr>
      </p:sp>
      <p:sp>
        <p:nvSpPr>
          <p:cNvPr id="17" name="Text 15"/>
          <p:cNvSpPr/>
          <p:nvPr/>
        </p:nvSpPr>
        <p:spPr>
          <a:xfrm>
            <a:off x="9265920" y="2172947"/>
            <a:ext cx="2292096" cy="594637"/>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APO 12</a:t>
            </a:r>
            <a:endParaRPr lang="en-US" sz="1200" dirty="0"/>
          </a:p>
          <a:p>
            <a:pPr algn="ctr"/>
            <a:r>
              <a:rPr lang="en-US" sz="1200" b="1" dirty="0">
                <a:solidFill>
                  <a:srgbClr val="FFFFFF"/>
                </a:solidFill>
                <a:latin typeface="Calibri" pitchFamily="34" charset="0"/>
                <a:ea typeface="Calibri" pitchFamily="34" charset="-122"/>
                <a:cs typeface="Calibri" pitchFamily="34" charset="-120"/>
              </a:rPr>
              <a:t>COSO ERM</a:t>
            </a:r>
            <a:endParaRPr lang="en-US" sz="1200" dirty="0"/>
          </a:p>
          <a:p>
            <a:pPr algn="ctr"/>
            <a:r>
              <a:rPr lang="en-US" sz="1200" b="1" dirty="0">
                <a:solidFill>
                  <a:srgbClr val="FFFFFF"/>
                </a:solidFill>
                <a:latin typeface="Calibri" pitchFamily="34" charset="0"/>
                <a:ea typeface="Calibri" pitchFamily="34" charset="-122"/>
                <a:cs typeface="Calibri" pitchFamily="34" charset="-120"/>
              </a:rPr>
              <a:t>NIST SP 800-37</a:t>
            </a:r>
            <a:endParaRPr lang="en-US" sz="1200" dirty="0"/>
          </a:p>
        </p:txBody>
      </p:sp>
      <p:sp>
        <p:nvSpPr>
          <p:cNvPr id="18" name="Shape 16"/>
          <p:cNvSpPr/>
          <p:nvPr/>
        </p:nvSpPr>
        <p:spPr>
          <a:xfrm>
            <a:off x="609600" y="3024448"/>
            <a:ext cx="8510016" cy="799684"/>
          </a:xfrm>
          <a:prstGeom prst="roundRect">
            <a:avLst>
              <a:gd name="adj" fmla="val 10256"/>
            </a:avLst>
          </a:prstGeom>
          <a:solidFill>
            <a:srgbClr val="E0F2F1"/>
          </a:solidFill>
          <a:ln/>
        </p:spPr>
      </p:sp>
      <p:sp>
        <p:nvSpPr>
          <p:cNvPr id="19" name="Text 17"/>
          <p:cNvSpPr/>
          <p:nvPr/>
        </p:nvSpPr>
        <p:spPr>
          <a:xfrm>
            <a:off x="792480" y="3097600"/>
            <a:ext cx="2377440" cy="676656"/>
          </a:xfrm>
          <a:prstGeom prst="rect">
            <a:avLst/>
          </a:prstGeom>
          <a:noFill/>
          <a:ln/>
        </p:spPr>
        <p:txBody>
          <a:bodyPr wrap="square" lIns="0" tIns="0" rIns="0" bIns="0" rtlCol="0" anchor="ctr"/>
          <a:lstStyle/>
          <a:p>
            <a:r>
              <a:rPr lang="en-US" sz="1600" b="1" dirty="0">
                <a:solidFill>
                  <a:srgbClr val="00796B"/>
                </a:solidFill>
                <a:latin typeface="Calibri" pitchFamily="34" charset="0"/>
                <a:ea typeface="Calibri" pitchFamily="34" charset="-122"/>
                <a:cs typeface="Calibri" pitchFamily="34" charset="-120"/>
              </a:rPr>
              <a:t>Control</a:t>
            </a:r>
            <a:endParaRPr lang="en-US" sz="1600" dirty="0"/>
          </a:p>
          <a:p>
            <a:r>
              <a:rPr lang="en-US" sz="1600" b="1" dirty="0">
                <a:solidFill>
                  <a:srgbClr val="00796B"/>
                </a:solidFill>
                <a:latin typeface="Calibri" pitchFamily="34" charset="0"/>
                <a:ea typeface="Calibri" pitchFamily="34" charset="-122"/>
                <a:cs typeface="Calibri" pitchFamily="34" charset="-120"/>
              </a:rPr>
              <a:t>Processes</a:t>
            </a:r>
            <a:endParaRPr lang="en-US" sz="1600" dirty="0"/>
          </a:p>
        </p:txBody>
      </p:sp>
      <p:sp>
        <p:nvSpPr>
          <p:cNvPr id="20" name="Shape 18"/>
          <p:cNvSpPr/>
          <p:nvPr/>
        </p:nvSpPr>
        <p:spPr>
          <a:xfrm>
            <a:off x="3267456" y="3146368"/>
            <a:ext cx="0" cy="563880"/>
          </a:xfrm>
          <a:prstGeom prst="line">
            <a:avLst/>
          </a:prstGeom>
          <a:noFill/>
          <a:ln w="12700">
            <a:solidFill>
              <a:srgbClr val="CCCCCC"/>
            </a:solidFill>
            <a:prstDash val="solid"/>
          </a:ln>
        </p:spPr>
      </p:sp>
      <p:sp>
        <p:nvSpPr>
          <p:cNvPr id="21" name="Text 19"/>
          <p:cNvSpPr/>
          <p:nvPr/>
        </p:nvSpPr>
        <p:spPr>
          <a:xfrm>
            <a:off x="3438144" y="3097600"/>
            <a:ext cx="5486400" cy="676656"/>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First-line function responsible for establishing and operating control processes within risk tolerance. Managing daily risks is a first-line (operational management) function.</a:t>
            </a:r>
            <a:endParaRPr lang="en-US" sz="1333" dirty="0"/>
          </a:p>
        </p:txBody>
      </p:sp>
      <p:sp>
        <p:nvSpPr>
          <p:cNvPr id="22" name="Shape 20"/>
          <p:cNvSpPr/>
          <p:nvPr/>
        </p:nvSpPr>
        <p:spPr>
          <a:xfrm>
            <a:off x="9265920" y="3146368"/>
            <a:ext cx="2292096" cy="594637"/>
          </a:xfrm>
          <a:prstGeom prst="roundRect">
            <a:avLst>
              <a:gd name="adj" fmla="val 13793"/>
            </a:avLst>
          </a:prstGeom>
          <a:solidFill>
            <a:srgbClr val="1565C0"/>
          </a:solidFill>
          <a:ln/>
        </p:spPr>
      </p:sp>
      <p:sp>
        <p:nvSpPr>
          <p:cNvPr id="23" name="Text 21"/>
          <p:cNvSpPr/>
          <p:nvPr/>
        </p:nvSpPr>
        <p:spPr>
          <a:xfrm>
            <a:off x="9265920" y="3146368"/>
            <a:ext cx="2292096" cy="594637"/>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MEA 02, MEA 03</a:t>
            </a:r>
            <a:endParaRPr lang="en-US" sz="1200" dirty="0"/>
          </a:p>
          <a:p>
            <a:pPr algn="ctr"/>
            <a:r>
              <a:rPr lang="en-US" sz="1200" b="1" dirty="0">
                <a:solidFill>
                  <a:srgbClr val="FFFFFF"/>
                </a:solidFill>
                <a:latin typeface="Calibri" pitchFamily="34" charset="0"/>
                <a:ea typeface="Calibri" pitchFamily="34" charset="-122"/>
                <a:cs typeface="Calibri" pitchFamily="34" charset="-120"/>
              </a:rPr>
              <a:t>APO 12, DSS 06</a:t>
            </a:r>
            <a:endParaRPr lang="en-US" sz="1200" dirty="0"/>
          </a:p>
        </p:txBody>
      </p:sp>
      <p:sp>
        <p:nvSpPr>
          <p:cNvPr id="24" name="Shape 22"/>
          <p:cNvSpPr/>
          <p:nvPr/>
        </p:nvSpPr>
        <p:spPr>
          <a:xfrm>
            <a:off x="609600" y="3959076"/>
            <a:ext cx="8510016" cy="799684"/>
          </a:xfrm>
          <a:prstGeom prst="roundRect">
            <a:avLst>
              <a:gd name="adj" fmla="val 10256"/>
            </a:avLst>
          </a:prstGeom>
          <a:solidFill>
            <a:srgbClr val="F5F7FC"/>
          </a:solidFill>
          <a:ln/>
        </p:spPr>
      </p:sp>
      <p:sp>
        <p:nvSpPr>
          <p:cNvPr id="25" name="Text 23"/>
          <p:cNvSpPr/>
          <p:nvPr/>
        </p:nvSpPr>
        <p:spPr>
          <a:xfrm>
            <a:off x="792480" y="4032228"/>
            <a:ext cx="2377440" cy="676656"/>
          </a:xfrm>
          <a:prstGeom prst="rect">
            <a:avLst/>
          </a:prstGeom>
          <a:noFill/>
          <a:ln/>
        </p:spPr>
        <p:txBody>
          <a:bodyPr wrap="square" lIns="0" tIns="0" rIns="0" bIns="0" rtlCol="0" anchor="ctr"/>
          <a:lstStyle/>
          <a:p>
            <a:r>
              <a:rPr lang="en-US" sz="1600" b="1" dirty="0">
                <a:solidFill>
                  <a:srgbClr val="00796B"/>
                </a:solidFill>
                <a:latin typeface="Calibri" pitchFamily="34" charset="0"/>
                <a:ea typeface="Calibri" pitchFamily="34" charset="-122"/>
                <a:cs typeface="Calibri" pitchFamily="34" charset="-120"/>
              </a:rPr>
              <a:t>Performance</a:t>
            </a:r>
            <a:endParaRPr lang="en-US" sz="1600" dirty="0"/>
          </a:p>
          <a:p>
            <a:r>
              <a:rPr lang="en-US" sz="1600" b="1" dirty="0">
                <a:solidFill>
                  <a:srgbClr val="00796B"/>
                </a:solidFill>
                <a:latin typeface="Calibri" pitchFamily="34" charset="0"/>
                <a:ea typeface="Calibri" pitchFamily="34" charset="-122"/>
                <a:cs typeface="Calibri" pitchFamily="34" charset="-120"/>
              </a:rPr>
              <a:t>Measurement</a:t>
            </a:r>
            <a:endParaRPr lang="en-US" sz="1600" dirty="0"/>
          </a:p>
        </p:txBody>
      </p:sp>
      <p:sp>
        <p:nvSpPr>
          <p:cNvPr id="26" name="Shape 24"/>
          <p:cNvSpPr/>
          <p:nvPr/>
        </p:nvSpPr>
        <p:spPr>
          <a:xfrm>
            <a:off x="3267456" y="4080996"/>
            <a:ext cx="0" cy="563880"/>
          </a:xfrm>
          <a:prstGeom prst="line">
            <a:avLst/>
          </a:prstGeom>
          <a:noFill/>
          <a:ln w="12700">
            <a:solidFill>
              <a:srgbClr val="CCCCCC"/>
            </a:solidFill>
            <a:prstDash val="solid"/>
          </a:ln>
        </p:spPr>
      </p:sp>
      <p:sp>
        <p:nvSpPr>
          <p:cNvPr id="27" name="Text 25"/>
          <p:cNvSpPr/>
          <p:nvPr/>
        </p:nvSpPr>
        <p:spPr>
          <a:xfrm>
            <a:off x="3438144" y="4032228"/>
            <a:ext cx="5486400" cy="676656"/>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Works with governance to understand board's KPI expectations. Includes continuous monitoring, reporting, root cause analysis, problem management, and benchmarking.</a:t>
            </a:r>
            <a:endParaRPr lang="en-US" sz="1333" dirty="0"/>
          </a:p>
        </p:txBody>
      </p:sp>
      <p:sp>
        <p:nvSpPr>
          <p:cNvPr id="28" name="Shape 26"/>
          <p:cNvSpPr/>
          <p:nvPr/>
        </p:nvSpPr>
        <p:spPr>
          <a:xfrm>
            <a:off x="9265920" y="4080996"/>
            <a:ext cx="2292096" cy="594637"/>
          </a:xfrm>
          <a:prstGeom prst="roundRect">
            <a:avLst>
              <a:gd name="adj" fmla="val 13793"/>
            </a:avLst>
          </a:prstGeom>
          <a:solidFill>
            <a:srgbClr val="1565C0"/>
          </a:solidFill>
          <a:ln/>
        </p:spPr>
      </p:sp>
      <p:sp>
        <p:nvSpPr>
          <p:cNvPr id="29" name="Text 27"/>
          <p:cNvSpPr/>
          <p:nvPr/>
        </p:nvSpPr>
        <p:spPr>
          <a:xfrm>
            <a:off x="9265920" y="4080996"/>
            <a:ext cx="2292096" cy="594637"/>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MEA 01</a:t>
            </a:r>
            <a:endParaRPr lang="en-US" sz="1200" dirty="0"/>
          </a:p>
        </p:txBody>
      </p:sp>
      <p:sp>
        <p:nvSpPr>
          <p:cNvPr id="30" name="Shape 28"/>
          <p:cNvSpPr/>
          <p:nvPr/>
        </p:nvSpPr>
        <p:spPr>
          <a:xfrm>
            <a:off x="609600" y="4893704"/>
            <a:ext cx="8510016" cy="799684"/>
          </a:xfrm>
          <a:prstGeom prst="roundRect">
            <a:avLst>
              <a:gd name="adj" fmla="val 10256"/>
            </a:avLst>
          </a:prstGeom>
          <a:solidFill>
            <a:srgbClr val="E0F2F1"/>
          </a:solidFill>
          <a:ln/>
        </p:spPr>
      </p:sp>
      <p:sp>
        <p:nvSpPr>
          <p:cNvPr id="31" name="Text 29"/>
          <p:cNvSpPr/>
          <p:nvPr/>
        </p:nvSpPr>
        <p:spPr>
          <a:xfrm>
            <a:off x="792480" y="4966856"/>
            <a:ext cx="2377440" cy="676656"/>
          </a:xfrm>
          <a:prstGeom prst="rect">
            <a:avLst/>
          </a:prstGeom>
          <a:noFill/>
          <a:ln/>
        </p:spPr>
        <p:txBody>
          <a:bodyPr wrap="square" lIns="0" tIns="0" rIns="0" bIns="0" rtlCol="0" anchor="ctr"/>
          <a:lstStyle/>
          <a:p>
            <a:r>
              <a:rPr lang="en-US" sz="1600" b="1" dirty="0">
                <a:solidFill>
                  <a:srgbClr val="00796B"/>
                </a:solidFill>
                <a:latin typeface="Calibri" pitchFamily="34" charset="0"/>
                <a:ea typeface="Calibri" pitchFamily="34" charset="-122"/>
                <a:cs typeface="Calibri" pitchFamily="34" charset="-120"/>
              </a:rPr>
              <a:t>Resource</a:t>
            </a:r>
            <a:endParaRPr lang="en-US" sz="1600" dirty="0"/>
          </a:p>
          <a:p>
            <a:r>
              <a:rPr lang="en-US" sz="1600" b="1" dirty="0">
                <a:solidFill>
                  <a:srgbClr val="00796B"/>
                </a:solidFill>
                <a:latin typeface="Calibri" pitchFamily="34" charset="0"/>
                <a:ea typeface="Calibri" pitchFamily="34" charset="-122"/>
                <a:cs typeface="Calibri" pitchFamily="34" charset="-120"/>
              </a:rPr>
              <a:t>Management</a:t>
            </a:r>
            <a:endParaRPr lang="en-US" sz="1600" dirty="0"/>
          </a:p>
        </p:txBody>
      </p:sp>
      <p:sp>
        <p:nvSpPr>
          <p:cNvPr id="32" name="Shape 30"/>
          <p:cNvSpPr/>
          <p:nvPr/>
        </p:nvSpPr>
        <p:spPr>
          <a:xfrm>
            <a:off x="3267456" y="5015624"/>
            <a:ext cx="0" cy="563880"/>
          </a:xfrm>
          <a:prstGeom prst="line">
            <a:avLst/>
          </a:prstGeom>
          <a:noFill/>
          <a:ln w="12700">
            <a:solidFill>
              <a:srgbClr val="CCCCCC"/>
            </a:solidFill>
            <a:prstDash val="solid"/>
          </a:ln>
        </p:spPr>
      </p:sp>
      <p:sp>
        <p:nvSpPr>
          <p:cNvPr id="33" name="Text 31"/>
          <p:cNvSpPr/>
          <p:nvPr/>
        </p:nvSpPr>
        <p:spPr>
          <a:xfrm>
            <a:off x="3438144" y="4966856"/>
            <a:ext cx="5486400" cy="676656"/>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Managing IT resources: sourcing strategies, HR management, segregation of duties, infrastructure lifecycle, SLAs, and acceptable usage policies.</a:t>
            </a:r>
            <a:endParaRPr lang="en-US" sz="1333" dirty="0"/>
          </a:p>
        </p:txBody>
      </p:sp>
      <p:sp>
        <p:nvSpPr>
          <p:cNvPr id="34" name="Shape 32"/>
          <p:cNvSpPr/>
          <p:nvPr/>
        </p:nvSpPr>
        <p:spPr>
          <a:xfrm>
            <a:off x="9265920" y="5015624"/>
            <a:ext cx="2292096" cy="594637"/>
          </a:xfrm>
          <a:prstGeom prst="roundRect">
            <a:avLst>
              <a:gd name="adj" fmla="val 13793"/>
            </a:avLst>
          </a:prstGeom>
          <a:solidFill>
            <a:srgbClr val="1565C0"/>
          </a:solidFill>
          <a:ln/>
        </p:spPr>
      </p:sp>
      <p:sp>
        <p:nvSpPr>
          <p:cNvPr id="35" name="Text 33"/>
          <p:cNvSpPr/>
          <p:nvPr/>
        </p:nvSpPr>
        <p:spPr>
          <a:xfrm>
            <a:off x="9265920" y="5015624"/>
            <a:ext cx="2292096" cy="594637"/>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APO 05, APO 06</a:t>
            </a:r>
            <a:endParaRPr lang="en-US" sz="1200" dirty="0"/>
          </a:p>
          <a:p>
            <a:pPr algn="ctr"/>
            <a:r>
              <a:rPr lang="en-US" sz="1200" b="1" dirty="0">
                <a:solidFill>
                  <a:srgbClr val="FFFFFF"/>
                </a:solidFill>
                <a:latin typeface="Calibri" pitchFamily="34" charset="0"/>
                <a:ea typeface="Calibri" pitchFamily="34" charset="-122"/>
                <a:cs typeface="Calibri" pitchFamily="34" charset="-120"/>
              </a:rPr>
              <a:t>BAI 01, BAI 09, BAI 11</a:t>
            </a:r>
            <a:endParaRPr lang="en-US" sz="1200" dirty="0"/>
          </a:p>
        </p:txBody>
      </p:sp>
      <p:sp>
        <p:nvSpPr>
          <p:cNvPr id="36" name="Shape 34"/>
          <p:cNvSpPr/>
          <p:nvPr/>
        </p:nvSpPr>
        <p:spPr>
          <a:xfrm>
            <a:off x="609600" y="5942216"/>
            <a:ext cx="10972800" cy="609600"/>
          </a:xfrm>
          <a:prstGeom prst="roundRect">
            <a:avLst>
              <a:gd name="adj" fmla="val 16000"/>
            </a:avLst>
          </a:prstGeom>
          <a:solidFill>
            <a:srgbClr val="F5F7FC"/>
          </a:solidFill>
          <a:ln/>
          <a:effectLst>
            <a:outerShdw blurRad="50800" dist="25400" dir="2700000" algn="bl" rotWithShape="0">
              <a:srgbClr val="000000">
                <a:alpha val="7000"/>
              </a:srgbClr>
            </a:outerShdw>
          </a:effectLst>
        </p:spPr>
      </p:sp>
      <p:sp>
        <p:nvSpPr>
          <p:cNvPr id="37" name="Text 35"/>
          <p:cNvSpPr/>
          <p:nvPr/>
        </p:nvSpPr>
        <p:spPr>
          <a:xfrm>
            <a:off x="792480" y="6003176"/>
            <a:ext cx="3413760" cy="438912"/>
          </a:xfrm>
          <a:prstGeom prst="rect">
            <a:avLst/>
          </a:prstGeom>
          <a:noFill/>
          <a:ln/>
        </p:spPr>
        <p:txBody>
          <a:bodyPr wrap="square" lIns="0" tIns="0" rIns="0" bIns="0" rtlCol="0" anchor="ctr"/>
          <a:lstStyle/>
          <a:p>
            <a:r>
              <a:rPr lang="en-US" sz="1333" b="1" dirty="0">
                <a:solidFill>
                  <a:srgbClr val="1A2456"/>
                </a:solidFill>
                <a:latin typeface="Calibri" pitchFamily="34" charset="0"/>
                <a:ea typeface="Calibri" pitchFamily="34" charset="-122"/>
                <a:cs typeface="Calibri" pitchFamily="34" charset="-120"/>
              </a:rPr>
              <a:t>Good IT Governance &amp; IT Management at a Glance (p.7):  </a:t>
            </a:r>
            <a:endParaRPr lang="en-US" sz="1333" dirty="0"/>
          </a:p>
        </p:txBody>
      </p:sp>
      <p:sp>
        <p:nvSpPr>
          <p:cNvPr id="38" name="Text 36"/>
          <p:cNvSpPr/>
          <p:nvPr/>
        </p:nvSpPr>
        <p:spPr>
          <a:xfrm>
            <a:off x="4267200" y="6003176"/>
            <a:ext cx="7254240" cy="438912"/>
          </a:xfrm>
          <a:prstGeom prst="rect">
            <a:avLst/>
          </a:prstGeom>
          <a:noFill/>
          <a:ln/>
        </p:spPr>
        <p:txBody>
          <a:bodyPr wrap="square" lIns="0" tIns="0" rIns="0" bIns="0" rtlCol="0" anchor="ctr"/>
          <a:lstStyle/>
          <a:p>
            <a:r>
              <a:rPr lang="en-US" sz="1333" dirty="0">
                <a:solidFill>
                  <a:srgbClr val="6B7A9F"/>
                </a:solidFill>
                <a:latin typeface="Calibri" pitchFamily="34" charset="0"/>
                <a:ea typeface="Calibri" pitchFamily="34" charset="-122"/>
                <a:cs typeface="Calibri" pitchFamily="34" charset="-120"/>
              </a:rPr>
              <a:t>Governance structure supports strategic objectives  ·  Tone at the top communicated effectively  ·  Service delivery metrics used  ·  Periodic board reporting in place</a:t>
            </a:r>
            <a:endParaRPr lang="en-US" sz="1333"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600" y="219456"/>
            <a:ext cx="3413760"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THE IA FUNCTION'S ROLE  ·  p.10–12</a:t>
            </a:r>
            <a:endParaRPr lang="en-US" sz="1333" dirty="0"/>
          </a:p>
        </p:txBody>
      </p:sp>
      <p:sp>
        <p:nvSpPr>
          <p:cNvPr id="4" name="Text 2"/>
          <p:cNvSpPr/>
          <p:nvPr/>
        </p:nvSpPr>
        <p:spPr>
          <a:xfrm>
            <a:off x="609600" y="243840"/>
            <a:ext cx="11460480" cy="426720"/>
          </a:xfrm>
          <a:prstGeom prst="rect">
            <a:avLst/>
          </a:prstGeom>
          <a:noFill/>
          <a:ln/>
        </p:spPr>
        <p:txBody>
          <a:bodyPr wrap="square" lIns="0" tIns="0" rIns="0" bIns="0" rtlCol="0" anchor="ctr"/>
          <a:lstStyle/>
          <a:p>
            <a:r>
              <a:rPr lang="en-US" sz="2933" b="1" dirty="0">
                <a:solidFill>
                  <a:srgbClr val="1A2456"/>
                </a:solidFill>
                <a:latin typeface="Cambria" pitchFamily="34" charset="0"/>
                <a:ea typeface="Cambria" pitchFamily="34" charset="-122"/>
                <a:cs typeface="Cambria" pitchFamily="34" charset="-120"/>
              </a:rPr>
              <a:t>What IA Must Do in an IT Governance Engagement</a:t>
            </a:r>
            <a:endParaRPr lang="en-US" sz="2933" dirty="0"/>
          </a:p>
        </p:txBody>
      </p:sp>
      <p:sp>
        <p:nvSpPr>
          <p:cNvPr id="5" name="Text 3"/>
          <p:cNvSpPr/>
          <p:nvPr/>
        </p:nvSpPr>
        <p:spPr>
          <a:xfrm>
            <a:off x="633984" y="829056"/>
            <a:ext cx="6705600" cy="341376"/>
          </a:xfrm>
          <a:prstGeom prst="rect">
            <a:avLst/>
          </a:prstGeom>
          <a:noFill/>
          <a:ln/>
        </p:spPr>
        <p:txBody>
          <a:bodyPr wrap="square" lIns="0" tIns="0" rIns="0" bIns="0" rtlCol="0" anchor="ctr"/>
          <a:lstStyle/>
          <a:p>
            <a:r>
              <a:rPr lang="en-US" sz="1600" b="1" dirty="0">
                <a:solidFill>
                  <a:srgbClr val="1A2456"/>
                </a:solidFill>
                <a:latin typeface="Calibri" pitchFamily="34" charset="0"/>
                <a:ea typeface="Calibri" pitchFamily="34" charset="-122"/>
                <a:cs typeface="Calibri" pitchFamily="34" charset="-120"/>
              </a:rPr>
              <a:t>Six IA Activities (p.11):</a:t>
            </a:r>
            <a:endParaRPr lang="en-US" sz="1600" dirty="0"/>
          </a:p>
        </p:txBody>
      </p:sp>
      <p:sp>
        <p:nvSpPr>
          <p:cNvPr id="6" name="Shape 4"/>
          <p:cNvSpPr/>
          <p:nvPr/>
        </p:nvSpPr>
        <p:spPr>
          <a:xfrm>
            <a:off x="609600" y="1243584"/>
            <a:ext cx="5486400" cy="877824"/>
          </a:xfrm>
          <a:prstGeom prst="roundRect">
            <a:avLst>
              <a:gd name="adj" fmla="val 11111"/>
            </a:avLst>
          </a:prstGeom>
          <a:solidFill>
            <a:srgbClr val="F5F7FC"/>
          </a:solidFill>
          <a:ln/>
          <a:effectLst>
            <a:outerShdw blurRad="50800" dist="25400" dir="2700000" algn="bl" rotWithShape="0">
              <a:srgbClr val="000000">
                <a:alpha val="7000"/>
              </a:srgbClr>
            </a:outerShdw>
          </a:effectLst>
        </p:spPr>
      </p:sp>
      <p:sp>
        <p:nvSpPr>
          <p:cNvPr id="7" name="Shape 5"/>
          <p:cNvSpPr/>
          <p:nvPr/>
        </p:nvSpPr>
        <p:spPr>
          <a:xfrm>
            <a:off x="731520" y="1450848"/>
            <a:ext cx="438912" cy="438912"/>
          </a:xfrm>
          <a:prstGeom prst="ellipse">
            <a:avLst/>
          </a:prstGeom>
          <a:solidFill>
            <a:srgbClr val="2E7D32"/>
          </a:solidFill>
          <a:ln w="12700">
            <a:solidFill>
              <a:srgbClr val="2E7D32"/>
            </a:solidFill>
            <a:prstDash val="solid"/>
          </a:ln>
        </p:spPr>
      </p:sp>
      <p:sp>
        <p:nvSpPr>
          <p:cNvPr id="8" name="Text 6"/>
          <p:cNvSpPr/>
          <p:nvPr/>
        </p:nvSpPr>
        <p:spPr>
          <a:xfrm>
            <a:off x="731520" y="1450848"/>
            <a:ext cx="438912" cy="438912"/>
          </a:xfrm>
          <a:prstGeom prst="rect">
            <a:avLst/>
          </a:prstGeom>
          <a:noFill/>
          <a:ln/>
        </p:spPr>
        <p:txBody>
          <a:bodyPr wrap="square" lIns="0" tIns="0" rIns="0" bIns="0" rtlCol="0" anchor="ctr"/>
          <a:lstStyle/>
          <a:p>
            <a:pPr algn="ct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p:nvPr/>
        </p:nvSpPr>
        <p:spPr>
          <a:xfrm>
            <a:off x="1292352" y="1341120"/>
            <a:ext cx="4657344" cy="682752"/>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Determining whether the organization's policies, roles, responsibilities, and accountabilities are clearly defined</a:t>
            </a:r>
            <a:endParaRPr lang="en-US" sz="1333" dirty="0"/>
          </a:p>
        </p:txBody>
      </p:sp>
      <p:sp>
        <p:nvSpPr>
          <p:cNvPr id="10" name="Shape 8"/>
          <p:cNvSpPr/>
          <p:nvPr/>
        </p:nvSpPr>
        <p:spPr>
          <a:xfrm>
            <a:off x="6278880" y="1243584"/>
            <a:ext cx="5486400" cy="877824"/>
          </a:xfrm>
          <a:prstGeom prst="roundRect">
            <a:avLst>
              <a:gd name="adj" fmla="val 11111"/>
            </a:avLst>
          </a:prstGeom>
          <a:solidFill>
            <a:srgbClr val="F5F7FC"/>
          </a:solidFill>
          <a:ln/>
          <a:effectLst>
            <a:outerShdw blurRad="50800" dist="25400" dir="2700000" algn="bl" rotWithShape="0">
              <a:srgbClr val="000000">
                <a:alpha val="7000"/>
              </a:srgbClr>
            </a:outerShdw>
          </a:effectLst>
        </p:spPr>
      </p:sp>
      <p:sp>
        <p:nvSpPr>
          <p:cNvPr id="11" name="Shape 9"/>
          <p:cNvSpPr/>
          <p:nvPr/>
        </p:nvSpPr>
        <p:spPr>
          <a:xfrm>
            <a:off x="6400800" y="1450848"/>
            <a:ext cx="438912" cy="438912"/>
          </a:xfrm>
          <a:prstGeom prst="ellipse">
            <a:avLst/>
          </a:prstGeom>
          <a:solidFill>
            <a:srgbClr val="2E7D32"/>
          </a:solidFill>
          <a:ln w="12700">
            <a:solidFill>
              <a:srgbClr val="2E7D32"/>
            </a:solidFill>
            <a:prstDash val="solid"/>
          </a:ln>
        </p:spPr>
      </p:sp>
      <p:sp>
        <p:nvSpPr>
          <p:cNvPr id="12" name="Text 10"/>
          <p:cNvSpPr/>
          <p:nvPr/>
        </p:nvSpPr>
        <p:spPr>
          <a:xfrm>
            <a:off x="6400800" y="1450848"/>
            <a:ext cx="438912" cy="438912"/>
          </a:xfrm>
          <a:prstGeom prst="rect">
            <a:avLst/>
          </a:prstGeom>
          <a:noFill/>
          <a:ln/>
        </p:spPr>
        <p:txBody>
          <a:bodyPr wrap="square" lIns="0" tIns="0" rIns="0" bIns="0" rtlCol="0" anchor="ctr"/>
          <a:lstStyle/>
          <a:p>
            <a:pPr algn="ct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6961632" y="1341120"/>
            <a:ext cx="4657344" cy="682752"/>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Assessing whether the tone at the top and communication are effective</a:t>
            </a:r>
            <a:endParaRPr lang="en-US" sz="1333" dirty="0"/>
          </a:p>
        </p:txBody>
      </p:sp>
      <p:sp>
        <p:nvSpPr>
          <p:cNvPr id="14" name="Shape 12"/>
          <p:cNvSpPr/>
          <p:nvPr/>
        </p:nvSpPr>
        <p:spPr>
          <a:xfrm>
            <a:off x="609600" y="2243328"/>
            <a:ext cx="5486400" cy="877824"/>
          </a:xfrm>
          <a:prstGeom prst="roundRect">
            <a:avLst>
              <a:gd name="adj" fmla="val 11111"/>
            </a:avLst>
          </a:prstGeom>
          <a:solidFill>
            <a:srgbClr val="F5F7FC"/>
          </a:solidFill>
          <a:ln/>
          <a:effectLst>
            <a:outerShdw blurRad="50800" dist="25400" dir="2700000" algn="bl" rotWithShape="0">
              <a:srgbClr val="000000">
                <a:alpha val="7000"/>
              </a:srgbClr>
            </a:outerShdw>
          </a:effectLst>
        </p:spPr>
      </p:sp>
      <p:sp>
        <p:nvSpPr>
          <p:cNvPr id="15" name="Shape 13"/>
          <p:cNvSpPr/>
          <p:nvPr/>
        </p:nvSpPr>
        <p:spPr>
          <a:xfrm>
            <a:off x="731520" y="2450592"/>
            <a:ext cx="438912" cy="438912"/>
          </a:xfrm>
          <a:prstGeom prst="ellipse">
            <a:avLst/>
          </a:prstGeom>
          <a:solidFill>
            <a:srgbClr val="2E7D32"/>
          </a:solidFill>
          <a:ln w="12700">
            <a:solidFill>
              <a:srgbClr val="2E7D32"/>
            </a:solidFill>
            <a:prstDash val="solid"/>
          </a:ln>
        </p:spPr>
      </p:sp>
      <p:sp>
        <p:nvSpPr>
          <p:cNvPr id="16" name="Text 14"/>
          <p:cNvSpPr/>
          <p:nvPr/>
        </p:nvSpPr>
        <p:spPr>
          <a:xfrm>
            <a:off x="731520" y="2450592"/>
            <a:ext cx="438912" cy="438912"/>
          </a:xfrm>
          <a:prstGeom prst="rect">
            <a:avLst/>
          </a:prstGeom>
          <a:noFill/>
          <a:ln/>
        </p:spPr>
        <p:txBody>
          <a:bodyPr wrap="square" lIns="0" tIns="0" rIns="0" bIns="0" rtlCol="0" anchor="ctr"/>
          <a:lstStyle/>
          <a:p>
            <a:pPr algn="ct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292352" y="2340864"/>
            <a:ext cx="4657344" cy="682752"/>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Determining how IT value is managed</a:t>
            </a:r>
            <a:endParaRPr lang="en-US" sz="1333" dirty="0"/>
          </a:p>
        </p:txBody>
      </p:sp>
      <p:sp>
        <p:nvSpPr>
          <p:cNvPr id="18" name="Shape 16"/>
          <p:cNvSpPr/>
          <p:nvPr/>
        </p:nvSpPr>
        <p:spPr>
          <a:xfrm>
            <a:off x="6278880" y="2243328"/>
            <a:ext cx="5486400" cy="877824"/>
          </a:xfrm>
          <a:prstGeom prst="roundRect">
            <a:avLst>
              <a:gd name="adj" fmla="val 11111"/>
            </a:avLst>
          </a:prstGeom>
          <a:solidFill>
            <a:srgbClr val="F5F7FC"/>
          </a:solidFill>
          <a:ln/>
          <a:effectLst>
            <a:outerShdw blurRad="50800" dist="25400" dir="2700000" algn="bl" rotWithShape="0">
              <a:srgbClr val="000000">
                <a:alpha val="7000"/>
              </a:srgbClr>
            </a:outerShdw>
          </a:effectLst>
        </p:spPr>
      </p:sp>
      <p:sp>
        <p:nvSpPr>
          <p:cNvPr id="19" name="Shape 17"/>
          <p:cNvSpPr/>
          <p:nvPr/>
        </p:nvSpPr>
        <p:spPr>
          <a:xfrm>
            <a:off x="6400800" y="2450592"/>
            <a:ext cx="438912" cy="438912"/>
          </a:xfrm>
          <a:prstGeom prst="ellipse">
            <a:avLst/>
          </a:prstGeom>
          <a:solidFill>
            <a:srgbClr val="2E7D32"/>
          </a:solidFill>
          <a:ln w="12700">
            <a:solidFill>
              <a:srgbClr val="2E7D32"/>
            </a:solidFill>
            <a:prstDash val="solid"/>
          </a:ln>
        </p:spPr>
      </p:sp>
      <p:sp>
        <p:nvSpPr>
          <p:cNvPr id="20" name="Text 18"/>
          <p:cNvSpPr/>
          <p:nvPr/>
        </p:nvSpPr>
        <p:spPr>
          <a:xfrm>
            <a:off x="6400800" y="2450592"/>
            <a:ext cx="438912" cy="438912"/>
          </a:xfrm>
          <a:prstGeom prst="rect">
            <a:avLst/>
          </a:prstGeom>
          <a:noFill/>
          <a:ln/>
        </p:spPr>
        <p:txBody>
          <a:bodyPr wrap="square" lIns="0" tIns="0" rIns="0" bIns="0" rtlCol="0" anchor="ctr"/>
          <a:lstStyle/>
          <a:p>
            <a:pPr algn="ct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p:nvPr/>
        </p:nvSpPr>
        <p:spPr>
          <a:xfrm>
            <a:off x="6961632" y="2340864"/>
            <a:ext cx="4657344" cy="682752"/>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Assessing the degree to which governance and management activities and standards are consistent with the organization's risk appetite</a:t>
            </a:r>
            <a:endParaRPr lang="en-US" sz="1333" dirty="0"/>
          </a:p>
        </p:txBody>
      </p:sp>
      <p:sp>
        <p:nvSpPr>
          <p:cNvPr id="22" name="Shape 20"/>
          <p:cNvSpPr/>
          <p:nvPr/>
        </p:nvSpPr>
        <p:spPr>
          <a:xfrm>
            <a:off x="609600" y="3243072"/>
            <a:ext cx="5486400" cy="877824"/>
          </a:xfrm>
          <a:prstGeom prst="roundRect">
            <a:avLst>
              <a:gd name="adj" fmla="val 11111"/>
            </a:avLst>
          </a:prstGeom>
          <a:solidFill>
            <a:srgbClr val="F5F7FC"/>
          </a:solidFill>
          <a:ln/>
          <a:effectLst>
            <a:outerShdw blurRad="50800" dist="25400" dir="2700000" algn="bl" rotWithShape="0">
              <a:srgbClr val="000000">
                <a:alpha val="7000"/>
              </a:srgbClr>
            </a:outerShdw>
          </a:effectLst>
        </p:spPr>
      </p:sp>
      <p:sp>
        <p:nvSpPr>
          <p:cNvPr id="23" name="Shape 21"/>
          <p:cNvSpPr/>
          <p:nvPr/>
        </p:nvSpPr>
        <p:spPr>
          <a:xfrm>
            <a:off x="731520" y="3450336"/>
            <a:ext cx="438912" cy="438912"/>
          </a:xfrm>
          <a:prstGeom prst="ellipse">
            <a:avLst/>
          </a:prstGeom>
          <a:solidFill>
            <a:srgbClr val="2E7D32"/>
          </a:solidFill>
          <a:ln w="12700">
            <a:solidFill>
              <a:srgbClr val="2E7D32"/>
            </a:solidFill>
            <a:prstDash val="solid"/>
          </a:ln>
        </p:spPr>
      </p:sp>
      <p:sp>
        <p:nvSpPr>
          <p:cNvPr id="24" name="Text 22"/>
          <p:cNvSpPr/>
          <p:nvPr/>
        </p:nvSpPr>
        <p:spPr>
          <a:xfrm>
            <a:off x="731520" y="3450336"/>
            <a:ext cx="438912" cy="438912"/>
          </a:xfrm>
          <a:prstGeom prst="rect">
            <a:avLst/>
          </a:prstGeom>
          <a:noFill/>
          <a:ln/>
        </p:spPr>
        <p:txBody>
          <a:bodyPr wrap="square" lIns="0" tIns="0" rIns="0" bIns="0" rtlCol="0" anchor="ctr"/>
          <a:lstStyle/>
          <a:p>
            <a:pPr algn="ct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5" name="Text 23"/>
          <p:cNvSpPr/>
          <p:nvPr/>
        </p:nvSpPr>
        <p:spPr>
          <a:xfrm>
            <a:off x="1292352" y="3340608"/>
            <a:ext cx="4657344" cy="682752"/>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Conducting advisory services as allowed by the internal audit charter and approved by the board</a:t>
            </a:r>
            <a:endParaRPr lang="en-US" sz="1333" dirty="0"/>
          </a:p>
        </p:txBody>
      </p:sp>
      <p:sp>
        <p:nvSpPr>
          <p:cNvPr id="26" name="Shape 24"/>
          <p:cNvSpPr/>
          <p:nvPr/>
        </p:nvSpPr>
        <p:spPr>
          <a:xfrm>
            <a:off x="6278880" y="3243072"/>
            <a:ext cx="5486400" cy="877824"/>
          </a:xfrm>
          <a:prstGeom prst="roundRect">
            <a:avLst>
              <a:gd name="adj" fmla="val 11111"/>
            </a:avLst>
          </a:prstGeom>
          <a:solidFill>
            <a:srgbClr val="F5F7FC"/>
          </a:solidFill>
          <a:ln/>
          <a:effectLst>
            <a:outerShdw blurRad="50800" dist="25400" dir="2700000" algn="bl" rotWithShape="0">
              <a:srgbClr val="000000">
                <a:alpha val="7000"/>
              </a:srgbClr>
            </a:outerShdw>
          </a:effectLst>
        </p:spPr>
      </p:sp>
      <p:sp>
        <p:nvSpPr>
          <p:cNvPr id="27" name="Shape 25"/>
          <p:cNvSpPr/>
          <p:nvPr/>
        </p:nvSpPr>
        <p:spPr>
          <a:xfrm>
            <a:off x="6400800" y="3450336"/>
            <a:ext cx="438912" cy="438912"/>
          </a:xfrm>
          <a:prstGeom prst="ellipse">
            <a:avLst/>
          </a:prstGeom>
          <a:solidFill>
            <a:srgbClr val="2E7D32"/>
          </a:solidFill>
          <a:ln w="12700">
            <a:solidFill>
              <a:srgbClr val="2E7D32"/>
            </a:solidFill>
            <a:prstDash val="solid"/>
          </a:ln>
        </p:spPr>
      </p:sp>
      <p:sp>
        <p:nvSpPr>
          <p:cNvPr id="28" name="Text 26"/>
          <p:cNvSpPr/>
          <p:nvPr/>
        </p:nvSpPr>
        <p:spPr>
          <a:xfrm>
            <a:off x="6400800" y="3450336"/>
            <a:ext cx="438912" cy="438912"/>
          </a:xfrm>
          <a:prstGeom prst="rect">
            <a:avLst/>
          </a:prstGeom>
          <a:noFill/>
          <a:ln/>
        </p:spPr>
        <p:txBody>
          <a:bodyPr wrap="square" lIns="0" tIns="0" rIns="0" bIns="0" rtlCol="0" anchor="ctr"/>
          <a:lstStyle/>
          <a:p>
            <a:pPr algn="ct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29" name="Text 27"/>
          <p:cNvSpPr/>
          <p:nvPr/>
        </p:nvSpPr>
        <p:spPr>
          <a:xfrm>
            <a:off x="6961632" y="3340608"/>
            <a:ext cx="4657344" cy="682752"/>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Ongoing dialogue with those responsible for IT governance and IT senior management about substantial changes in the organization and its risks</a:t>
            </a:r>
            <a:endParaRPr lang="en-US" sz="1333" dirty="0"/>
          </a:p>
        </p:txBody>
      </p:sp>
      <p:sp>
        <p:nvSpPr>
          <p:cNvPr id="30" name="Shape 28"/>
          <p:cNvSpPr/>
          <p:nvPr/>
        </p:nvSpPr>
        <p:spPr>
          <a:xfrm>
            <a:off x="609600" y="4267200"/>
            <a:ext cx="6925056" cy="1548384"/>
          </a:xfrm>
          <a:prstGeom prst="roundRect">
            <a:avLst>
              <a:gd name="adj" fmla="val 9259"/>
            </a:avLst>
          </a:prstGeom>
          <a:solidFill>
            <a:srgbClr val="FFF3E0"/>
          </a:solidFill>
          <a:ln/>
          <a:effectLst>
            <a:outerShdw blurRad="50800" dist="25400" dir="2700000" algn="bl" rotWithShape="0">
              <a:srgbClr val="000000">
                <a:alpha val="7000"/>
              </a:srgbClr>
            </a:outerShdw>
          </a:effectLst>
        </p:spPr>
      </p:sp>
      <p:sp>
        <p:nvSpPr>
          <p:cNvPr id="31" name="Text 29"/>
          <p:cNvSpPr/>
          <p:nvPr/>
        </p:nvSpPr>
        <p:spPr>
          <a:xfrm>
            <a:off x="829056" y="4364736"/>
            <a:ext cx="6461760" cy="316992"/>
          </a:xfrm>
          <a:prstGeom prst="rect">
            <a:avLst/>
          </a:prstGeom>
          <a:noFill/>
          <a:ln/>
        </p:spPr>
        <p:txBody>
          <a:bodyPr wrap="square" lIns="0" tIns="0" rIns="0" bIns="0" rtlCol="0" anchor="ctr"/>
          <a:lstStyle/>
          <a:p>
            <a:r>
              <a:rPr lang="en-US" sz="1467" b="1" dirty="0">
                <a:solidFill>
                  <a:srgbClr val="E65100"/>
                </a:solidFill>
                <a:latin typeface="Calibri" pitchFamily="34" charset="0"/>
                <a:ea typeface="Calibri" pitchFamily="34" charset="-122"/>
                <a:cs typeface="Calibri" pitchFamily="34" charset="-120"/>
              </a:rPr>
              <a:t>The Root Cause Mandate (p.11):</a:t>
            </a:r>
            <a:endParaRPr lang="en-US" sz="1467" dirty="0"/>
          </a:p>
        </p:txBody>
      </p:sp>
      <p:sp>
        <p:nvSpPr>
          <p:cNvPr id="32" name="Text 30"/>
          <p:cNvSpPr/>
          <p:nvPr/>
        </p:nvSpPr>
        <p:spPr>
          <a:xfrm>
            <a:off x="829056" y="4718304"/>
            <a:ext cx="6461760" cy="755904"/>
          </a:xfrm>
          <a:prstGeom prst="rect">
            <a:avLst/>
          </a:prstGeom>
          <a:noFill/>
          <a:ln/>
        </p:spPr>
        <p:txBody>
          <a:bodyPr wrap="square" rtlCol="0" anchor="ctr"/>
          <a:lstStyle/>
          <a:p>
            <a:r>
              <a:rPr lang="en-US" sz="1467" i="1" dirty="0">
                <a:solidFill>
                  <a:srgbClr val="5A2800"/>
                </a:solidFill>
                <a:latin typeface="Calibri" pitchFamily="34" charset="0"/>
                <a:ea typeface="Calibri" pitchFamily="34" charset="-122"/>
                <a:cs typeface="Calibri" pitchFamily="34" charset="-120"/>
              </a:rPr>
              <a:t>"The internal audit function must do more than just identify issues. The function must </a:t>
            </a:r>
            <a:r>
              <a:rPr lang="en-US" sz="1467" b="1" i="1" dirty="0">
                <a:solidFill>
                  <a:srgbClr val="5A2800"/>
                </a:solidFill>
                <a:latin typeface="Calibri" pitchFamily="34" charset="0"/>
                <a:ea typeface="Calibri" pitchFamily="34" charset="-122"/>
                <a:cs typeface="Calibri" pitchFamily="34" charset="-120"/>
              </a:rPr>
              <a:t>collaborate with management to identify root causes</a:t>
            </a:r>
            <a:r>
              <a:rPr lang="en-US" sz="1467" i="1" dirty="0">
                <a:solidFill>
                  <a:srgbClr val="5A2800"/>
                </a:solidFill>
                <a:latin typeface="Calibri" pitchFamily="34" charset="0"/>
                <a:ea typeface="Calibri" pitchFamily="34" charset="-122"/>
                <a:cs typeface="Calibri" pitchFamily="34" charset="-120"/>
              </a:rPr>
              <a:t> and make constructive recommendations when weaknesses in IT controls are identified."</a:t>
            </a:r>
            <a:endParaRPr lang="en-US" sz="1467" dirty="0"/>
          </a:p>
        </p:txBody>
      </p:sp>
      <p:sp>
        <p:nvSpPr>
          <p:cNvPr id="33" name="Text 31"/>
          <p:cNvSpPr/>
          <p:nvPr/>
        </p:nvSpPr>
        <p:spPr>
          <a:xfrm>
            <a:off x="829056" y="5498592"/>
            <a:ext cx="6461760" cy="268224"/>
          </a:xfrm>
          <a:prstGeom prst="rect">
            <a:avLst/>
          </a:prstGeom>
          <a:noFill/>
          <a:ln/>
        </p:spPr>
        <p:txBody>
          <a:bodyPr wrap="square" lIns="0" tIns="0" rIns="0" bIns="0" rtlCol="0" anchor="ctr"/>
          <a:lstStyle/>
          <a:p>
            <a:r>
              <a:rPr lang="en-US" sz="1267" i="1" dirty="0">
                <a:solidFill>
                  <a:srgbClr val="6B7A9F"/>
                </a:solidFill>
                <a:latin typeface="Calibri" pitchFamily="34" charset="0"/>
                <a:ea typeface="Calibri" pitchFamily="34" charset="-122"/>
                <a:cs typeface="Calibri" pitchFamily="34" charset="-120"/>
              </a:rPr>
              <a:t>Standards: 11.3 Communicating Results  ·  14.3 Evaluation of Findings  ·  14.4 Recommendations</a:t>
            </a:r>
            <a:endParaRPr lang="en-US" sz="1267" dirty="0"/>
          </a:p>
        </p:txBody>
      </p:sp>
      <p:sp>
        <p:nvSpPr>
          <p:cNvPr id="34" name="Shape 32"/>
          <p:cNvSpPr/>
          <p:nvPr/>
        </p:nvSpPr>
        <p:spPr>
          <a:xfrm>
            <a:off x="7741920" y="4267200"/>
            <a:ext cx="3840480" cy="2462784"/>
          </a:xfrm>
          <a:prstGeom prst="roundRect">
            <a:avLst>
              <a:gd name="adj" fmla="val 4950"/>
            </a:avLst>
          </a:prstGeom>
          <a:solidFill>
            <a:srgbClr val="E8F5E9"/>
          </a:solidFill>
          <a:ln/>
          <a:effectLst>
            <a:outerShdw blurRad="50800" dist="25400" dir="2700000" algn="bl" rotWithShape="0">
              <a:srgbClr val="000000">
                <a:alpha val="7000"/>
              </a:srgbClr>
            </a:outerShdw>
          </a:effectLst>
        </p:spPr>
      </p:sp>
      <p:sp>
        <p:nvSpPr>
          <p:cNvPr id="35" name="Text 33"/>
          <p:cNvSpPr/>
          <p:nvPr/>
        </p:nvSpPr>
        <p:spPr>
          <a:xfrm>
            <a:off x="7949184" y="4364736"/>
            <a:ext cx="3413760" cy="341376"/>
          </a:xfrm>
          <a:prstGeom prst="rect">
            <a:avLst/>
          </a:prstGeom>
          <a:noFill/>
          <a:ln/>
        </p:spPr>
        <p:txBody>
          <a:bodyPr wrap="square" lIns="0" tIns="0" rIns="0" bIns="0" rtlCol="0" anchor="ctr"/>
          <a:lstStyle/>
          <a:p>
            <a:r>
              <a:rPr lang="en-US" sz="1333" b="1" dirty="0">
                <a:solidFill>
                  <a:srgbClr val="2E7D32"/>
                </a:solidFill>
                <a:latin typeface="Calibri" pitchFamily="34" charset="0"/>
                <a:ea typeface="Calibri" pitchFamily="34" charset="-122"/>
                <a:cs typeface="Calibri" pitchFamily="34" charset="-120"/>
              </a:rPr>
              <a:t>Strengthening Governance (p.12)</a:t>
            </a:r>
            <a:endParaRPr lang="en-US" sz="1333" dirty="0"/>
          </a:p>
        </p:txBody>
      </p:sp>
      <p:sp>
        <p:nvSpPr>
          <p:cNvPr id="36" name="Text 34"/>
          <p:cNvSpPr/>
          <p:nvPr/>
        </p:nvSpPr>
        <p:spPr>
          <a:xfrm>
            <a:off x="7949184" y="4791456"/>
            <a:ext cx="3438144" cy="463296"/>
          </a:xfrm>
          <a:prstGeom prst="rect">
            <a:avLst/>
          </a:prstGeom>
          <a:noFill/>
          <a:ln/>
        </p:spPr>
        <p:txBody>
          <a:bodyPr wrap="square" lIns="0" tIns="0" rIns="0" bIns="0" rtlCol="0" anchor="ctr"/>
          <a:lstStyle/>
          <a:p>
            <a:r>
              <a:rPr lang="en-US" sz="1333" dirty="0">
                <a:solidFill>
                  <a:srgbClr val="1A3A1A"/>
                </a:solidFill>
                <a:latin typeface="Calibri" pitchFamily="34" charset="0"/>
                <a:ea typeface="Calibri" pitchFamily="34" charset="-122"/>
                <a:cs typeface="Calibri" pitchFamily="34" charset="-120"/>
              </a:rPr>
              <a:t>•  Clear IT ownership and accountability</a:t>
            </a:r>
            <a:endParaRPr lang="en-US" sz="1333" dirty="0"/>
          </a:p>
        </p:txBody>
      </p:sp>
      <p:sp>
        <p:nvSpPr>
          <p:cNvPr id="37" name="Text 35"/>
          <p:cNvSpPr/>
          <p:nvPr/>
        </p:nvSpPr>
        <p:spPr>
          <a:xfrm>
            <a:off x="7949184" y="5202606"/>
            <a:ext cx="3438144" cy="463296"/>
          </a:xfrm>
          <a:prstGeom prst="rect">
            <a:avLst/>
          </a:prstGeom>
          <a:noFill/>
          <a:ln/>
        </p:spPr>
        <p:txBody>
          <a:bodyPr wrap="square" lIns="0" tIns="0" rIns="0" bIns="0" rtlCol="0" anchor="ctr"/>
          <a:lstStyle/>
          <a:p>
            <a:r>
              <a:rPr lang="en-US" sz="1333" dirty="0">
                <a:solidFill>
                  <a:srgbClr val="1A3A1A"/>
                </a:solidFill>
                <a:latin typeface="Calibri" pitchFamily="34" charset="0"/>
                <a:ea typeface="Calibri" pitchFamily="34" charset="-122"/>
                <a:cs typeface="Calibri" pitchFamily="34" charset="-120"/>
              </a:rPr>
              <a:t>•  CIO reporting line to BOTH senior management AND the board</a:t>
            </a:r>
            <a:endParaRPr lang="en-US" sz="1333" dirty="0"/>
          </a:p>
        </p:txBody>
      </p:sp>
      <p:sp>
        <p:nvSpPr>
          <p:cNvPr id="38" name="Text 36"/>
          <p:cNvSpPr/>
          <p:nvPr/>
        </p:nvSpPr>
        <p:spPr>
          <a:xfrm>
            <a:off x="7949184" y="5613756"/>
            <a:ext cx="3438144" cy="463296"/>
          </a:xfrm>
          <a:prstGeom prst="rect">
            <a:avLst/>
          </a:prstGeom>
          <a:noFill/>
          <a:ln/>
        </p:spPr>
        <p:txBody>
          <a:bodyPr wrap="square" lIns="0" tIns="0" rIns="0" bIns="0" rtlCol="0" anchor="ctr"/>
          <a:lstStyle/>
          <a:p>
            <a:r>
              <a:rPr lang="en-US" sz="1333" dirty="0">
                <a:solidFill>
                  <a:srgbClr val="1A3A1A"/>
                </a:solidFill>
                <a:latin typeface="Calibri" pitchFamily="34" charset="0"/>
                <a:ea typeface="Calibri" pitchFamily="34" charset="-122"/>
                <a:cs typeface="Calibri" pitchFamily="34" charset="-120"/>
              </a:rPr>
              <a:t>•  Recognition of IT's potential innovation value</a:t>
            </a:r>
            <a:endParaRPr lang="en-US" sz="1333" dirty="0"/>
          </a:p>
        </p:txBody>
      </p:sp>
      <p:sp>
        <p:nvSpPr>
          <p:cNvPr id="39" name="Text 37"/>
          <p:cNvSpPr/>
          <p:nvPr/>
        </p:nvSpPr>
        <p:spPr>
          <a:xfrm>
            <a:off x="7949184" y="6066756"/>
            <a:ext cx="3438144" cy="463296"/>
          </a:xfrm>
          <a:prstGeom prst="rect">
            <a:avLst/>
          </a:prstGeom>
          <a:noFill/>
          <a:ln/>
        </p:spPr>
        <p:txBody>
          <a:bodyPr wrap="square" lIns="0" tIns="0" rIns="0" bIns="0" rtlCol="0" anchor="ctr"/>
          <a:lstStyle/>
          <a:p>
            <a:r>
              <a:rPr lang="en-US" sz="1333" dirty="0">
                <a:solidFill>
                  <a:srgbClr val="1A3A1A"/>
                </a:solidFill>
                <a:latin typeface="Calibri" pitchFamily="34" charset="0"/>
                <a:ea typeface="Calibri" pitchFamily="34" charset="-122"/>
                <a:cs typeface="Calibri" pitchFamily="34" charset="-120"/>
              </a:rPr>
              <a:t>•  Monitoring of IT performance and its contribution to strategic objectives</a:t>
            </a:r>
            <a:endParaRPr lang="en-US" sz="1333" dirty="0"/>
          </a:p>
        </p:txBody>
      </p:sp>
      <p:sp>
        <p:nvSpPr>
          <p:cNvPr id="40" name="Shape 38"/>
          <p:cNvSpPr/>
          <p:nvPr/>
        </p:nvSpPr>
        <p:spPr>
          <a:xfrm>
            <a:off x="560832" y="6120384"/>
            <a:ext cx="6925056" cy="609600"/>
          </a:xfrm>
          <a:prstGeom prst="roundRect">
            <a:avLst>
              <a:gd name="adj" fmla="val 25000"/>
            </a:avLst>
          </a:prstGeom>
          <a:solidFill>
            <a:srgbClr val="E3F2FD"/>
          </a:solidFill>
          <a:ln/>
        </p:spPr>
      </p:sp>
      <p:sp>
        <p:nvSpPr>
          <p:cNvPr id="41" name="Text 39"/>
          <p:cNvSpPr/>
          <p:nvPr/>
        </p:nvSpPr>
        <p:spPr>
          <a:xfrm>
            <a:off x="743712" y="6266688"/>
            <a:ext cx="6705600" cy="304800"/>
          </a:xfrm>
          <a:prstGeom prst="rect">
            <a:avLst/>
          </a:prstGeom>
          <a:noFill/>
          <a:ln/>
        </p:spPr>
        <p:txBody>
          <a:bodyPr wrap="square" lIns="0" tIns="0" rIns="0" bIns="0" rtlCol="0" anchor="ctr"/>
          <a:lstStyle/>
          <a:p>
            <a:r>
              <a:rPr lang="en-US" sz="1267" dirty="0">
                <a:solidFill>
                  <a:srgbClr val="1565C0"/>
                </a:solidFill>
                <a:latin typeface="Calibri" pitchFamily="34" charset="0"/>
                <a:ea typeface="Calibri" pitchFamily="34" charset="-122"/>
                <a:cs typeface="Calibri" pitchFamily="34" charset="-120"/>
              </a:rPr>
              <a:t>⚙  The CIO reporting line is directly observable in an org chart. If CIO only reports to CEO — not board — this is a structural governance gap surfaced in Step 5: Establish Scope.</a:t>
            </a:r>
            <a:endParaRPr lang="en-US" sz="1267"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600" y="219456"/>
            <a:ext cx="3901440"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PLAN ENGAGEMENTS EFFECTIVELY  ·  p.13</a:t>
            </a:r>
            <a:endParaRPr lang="en-US" sz="1333" dirty="0"/>
          </a:p>
        </p:txBody>
      </p:sp>
      <p:sp>
        <p:nvSpPr>
          <p:cNvPr id="4" name="Text 2"/>
          <p:cNvSpPr/>
          <p:nvPr/>
        </p:nvSpPr>
        <p:spPr>
          <a:xfrm>
            <a:off x="609600" y="243840"/>
            <a:ext cx="11460480" cy="426720"/>
          </a:xfrm>
          <a:prstGeom prst="rect">
            <a:avLst/>
          </a:prstGeom>
          <a:noFill/>
          <a:ln/>
        </p:spPr>
        <p:txBody>
          <a:bodyPr wrap="square" lIns="0" tIns="0" rIns="0" bIns="0" rtlCol="0" anchor="ctr"/>
          <a:lstStyle/>
          <a:p>
            <a:r>
              <a:rPr lang="en-US" sz="3200" b="1" dirty="0">
                <a:solidFill>
                  <a:srgbClr val="1A2456"/>
                </a:solidFill>
                <a:latin typeface="Cambria" pitchFamily="34" charset="0"/>
                <a:ea typeface="Cambria" pitchFamily="34" charset="-122"/>
                <a:cs typeface="Cambria" pitchFamily="34" charset="-120"/>
              </a:rPr>
              <a:t>Engagement Planning — 8 Steps with Standards</a:t>
            </a:r>
            <a:endParaRPr lang="en-US" sz="3200" dirty="0"/>
          </a:p>
        </p:txBody>
      </p:sp>
      <p:sp>
        <p:nvSpPr>
          <p:cNvPr id="5" name="Shape 3"/>
          <p:cNvSpPr/>
          <p:nvPr/>
        </p:nvSpPr>
        <p:spPr>
          <a:xfrm>
            <a:off x="508000" y="992124"/>
            <a:ext cx="2706624" cy="2499360"/>
          </a:xfrm>
          <a:prstGeom prst="roundRect">
            <a:avLst>
              <a:gd name="adj" fmla="val 4878"/>
            </a:avLst>
          </a:prstGeom>
          <a:solidFill>
            <a:srgbClr val="F5F7FC"/>
          </a:solidFill>
          <a:ln/>
          <a:effectLst>
            <a:outerShdw blurRad="50800" dist="25400" dir="2700000" algn="bl" rotWithShape="0">
              <a:srgbClr val="000000">
                <a:alpha val="7000"/>
              </a:srgbClr>
            </a:outerShdw>
          </a:effectLst>
        </p:spPr>
      </p:sp>
      <p:sp>
        <p:nvSpPr>
          <p:cNvPr id="6" name="Shape 4"/>
          <p:cNvSpPr/>
          <p:nvPr/>
        </p:nvSpPr>
        <p:spPr>
          <a:xfrm>
            <a:off x="508000" y="992124"/>
            <a:ext cx="2706624" cy="633984"/>
          </a:xfrm>
          <a:prstGeom prst="roundRect">
            <a:avLst>
              <a:gd name="adj" fmla="val 19231"/>
            </a:avLst>
          </a:prstGeom>
          <a:solidFill>
            <a:srgbClr val="2E7D32"/>
          </a:solidFill>
          <a:ln/>
        </p:spPr>
      </p:sp>
      <p:sp>
        <p:nvSpPr>
          <p:cNvPr id="7" name="Shape 5"/>
          <p:cNvSpPr/>
          <p:nvPr/>
        </p:nvSpPr>
        <p:spPr>
          <a:xfrm>
            <a:off x="508000" y="1333500"/>
            <a:ext cx="2706624" cy="292608"/>
          </a:xfrm>
          <a:prstGeom prst="rect">
            <a:avLst/>
          </a:prstGeom>
          <a:solidFill>
            <a:srgbClr val="2E7D32"/>
          </a:solidFill>
          <a:ln/>
        </p:spPr>
      </p:sp>
      <p:sp>
        <p:nvSpPr>
          <p:cNvPr id="8" name="Shape 6"/>
          <p:cNvSpPr/>
          <p:nvPr/>
        </p:nvSpPr>
        <p:spPr>
          <a:xfrm>
            <a:off x="605536" y="1089660"/>
            <a:ext cx="463296" cy="463296"/>
          </a:xfrm>
          <a:prstGeom prst="ellipse">
            <a:avLst/>
          </a:prstGeom>
          <a:solidFill>
            <a:srgbClr val="FFFFFF">
              <a:alpha val="70000"/>
            </a:srgbClr>
          </a:solidFill>
          <a:ln w="12700">
            <a:solidFill>
              <a:srgbClr val="FFFFFF"/>
            </a:solidFill>
            <a:prstDash val="solid"/>
          </a:ln>
        </p:spPr>
      </p:sp>
      <p:sp>
        <p:nvSpPr>
          <p:cNvPr id="9" name="Text 7"/>
          <p:cNvSpPr/>
          <p:nvPr/>
        </p:nvSpPr>
        <p:spPr>
          <a:xfrm>
            <a:off x="605536" y="1089660"/>
            <a:ext cx="463296" cy="463296"/>
          </a:xfrm>
          <a:prstGeom prst="rect">
            <a:avLst/>
          </a:prstGeom>
          <a:noFill/>
          <a:ln/>
        </p:spPr>
        <p:txBody>
          <a:bodyPr wrap="square" lIns="0" tIns="0" rIns="0" bIns="0" rtlCol="0" anchor="ctr"/>
          <a:lstStyle/>
          <a:p>
            <a:pPr algn="ctr"/>
            <a:r>
              <a:rPr lang="en-US" sz="1867" b="1" dirty="0">
                <a:latin typeface="Cambria" pitchFamily="34" charset="0"/>
                <a:ea typeface="Cambria" pitchFamily="34" charset="-122"/>
                <a:cs typeface="Cambria" pitchFamily="34" charset="-120"/>
              </a:rPr>
              <a:t>1</a:t>
            </a:r>
            <a:endParaRPr lang="en-US" sz="1867" dirty="0"/>
          </a:p>
        </p:txBody>
      </p:sp>
      <p:sp>
        <p:nvSpPr>
          <p:cNvPr id="10" name="Text 8"/>
          <p:cNvSpPr/>
          <p:nvPr/>
        </p:nvSpPr>
        <p:spPr>
          <a:xfrm>
            <a:off x="1178560" y="1065276"/>
            <a:ext cx="1926336" cy="512064"/>
          </a:xfrm>
          <a:prstGeom prst="rect">
            <a:avLst/>
          </a:prstGeom>
          <a:noFill/>
          <a:ln/>
        </p:spPr>
        <p:txBody>
          <a:bodyPr wrap="square" lIns="0" tIns="0" rIns="0" bIns="0" rtlCol="0" anchor="ctr"/>
          <a:lstStyle/>
          <a:p>
            <a:r>
              <a:rPr lang="en-US" sz="1467" b="1" dirty="0">
                <a:solidFill>
                  <a:srgbClr val="FFFFFF"/>
                </a:solidFill>
                <a:latin typeface="Calibri" pitchFamily="34" charset="0"/>
                <a:ea typeface="Calibri" pitchFamily="34" charset="-122"/>
                <a:cs typeface="Calibri" pitchFamily="34" charset="-120"/>
              </a:rPr>
              <a:t>Understand</a:t>
            </a:r>
            <a:endParaRPr lang="en-US" sz="1467" dirty="0"/>
          </a:p>
          <a:p>
            <a:r>
              <a:rPr lang="en-US" sz="1467" b="1" dirty="0">
                <a:solidFill>
                  <a:srgbClr val="FFFFFF"/>
                </a:solidFill>
                <a:latin typeface="Calibri" pitchFamily="34" charset="0"/>
                <a:ea typeface="Calibri" pitchFamily="34" charset="-122"/>
                <a:cs typeface="Calibri" pitchFamily="34" charset="-120"/>
              </a:rPr>
              <a:t>Context &amp; Purpose</a:t>
            </a:r>
            <a:endParaRPr lang="en-US" sz="1467" dirty="0"/>
          </a:p>
        </p:txBody>
      </p:sp>
      <p:sp>
        <p:nvSpPr>
          <p:cNvPr id="11" name="Shape 9"/>
          <p:cNvSpPr/>
          <p:nvPr/>
        </p:nvSpPr>
        <p:spPr>
          <a:xfrm>
            <a:off x="629920" y="1723644"/>
            <a:ext cx="2462784" cy="341376"/>
          </a:xfrm>
          <a:prstGeom prst="roundRect">
            <a:avLst>
              <a:gd name="adj" fmla="val 21429"/>
            </a:avLst>
          </a:prstGeom>
          <a:solidFill>
            <a:srgbClr val="2E7D32">
              <a:alpha val="25000"/>
            </a:srgbClr>
          </a:solidFill>
          <a:ln/>
        </p:spPr>
      </p:sp>
      <p:sp>
        <p:nvSpPr>
          <p:cNvPr id="12" name="Text 10"/>
          <p:cNvSpPr/>
          <p:nvPr/>
        </p:nvSpPr>
        <p:spPr>
          <a:xfrm>
            <a:off x="629920" y="1723644"/>
            <a:ext cx="2462784" cy="341376"/>
          </a:xfrm>
          <a:prstGeom prst="rect">
            <a:avLst/>
          </a:prstGeom>
          <a:noFill/>
          <a:ln/>
        </p:spPr>
        <p:txBody>
          <a:bodyPr wrap="square" lIns="0" tIns="0" rIns="0" bIns="0" rtlCol="0" anchor="ctr"/>
          <a:lstStyle/>
          <a:p>
            <a:pPr algn="ctr"/>
            <a:r>
              <a:rPr lang="en-US" sz="1133" b="1" dirty="0">
                <a:solidFill>
                  <a:srgbClr val="2E7D32"/>
                </a:solidFill>
                <a:latin typeface="Calibri" pitchFamily="34" charset="0"/>
                <a:ea typeface="Calibri" pitchFamily="34" charset="-122"/>
                <a:cs typeface="Calibri" pitchFamily="34" charset="-120"/>
              </a:rPr>
              <a:t>Standard 9.1</a:t>
            </a:r>
            <a:endParaRPr lang="en-US" sz="1133" dirty="0"/>
          </a:p>
        </p:txBody>
      </p:sp>
      <p:sp>
        <p:nvSpPr>
          <p:cNvPr id="13" name="Text 11"/>
          <p:cNvSpPr/>
          <p:nvPr/>
        </p:nvSpPr>
        <p:spPr>
          <a:xfrm>
            <a:off x="654304" y="2162556"/>
            <a:ext cx="2414016" cy="1219200"/>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Identify org's framework; review board minutes; speak with key stakeholders</a:t>
            </a:r>
            <a:endParaRPr lang="en-US" sz="1267" dirty="0"/>
          </a:p>
        </p:txBody>
      </p:sp>
      <p:sp>
        <p:nvSpPr>
          <p:cNvPr id="14" name="Shape 12"/>
          <p:cNvSpPr/>
          <p:nvPr/>
        </p:nvSpPr>
        <p:spPr>
          <a:xfrm>
            <a:off x="3409696" y="992124"/>
            <a:ext cx="2706624" cy="2499360"/>
          </a:xfrm>
          <a:prstGeom prst="roundRect">
            <a:avLst>
              <a:gd name="adj" fmla="val 4878"/>
            </a:avLst>
          </a:prstGeom>
          <a:solidFill>
            <a:srgbClr val="F5F7FC"/>
          </a:solidFill>
          <a:ln/>
          <a:effectLst>
            <a:outerShdw blurRad="50800" dist="25400" dir="2700000" algn="bl" rotWithShape="0">
              <a:srgbClr val="000000">
                <a:alpha val="7000"/>
              </a:srgbClr>
            </a:outerShdw>
          </a:effectLst>
        </p:spPr>
      </p:sp>
      <p:sp>
        <p:nvSpPr>
          <p:cNvPr id="15" name="Shape 13"/>
          <p:cNvSpPr/>
          <p:nvPr/>
        </p:nvSpPr>
        <p:spPr>
          <a:xfrm>
            <a:off x="3409696" y="992124"/>
            <a:ext cx="2706624" cy="633984"/>
          </a:xfrm>
          <a:prstGeom prst="roundRect">
            <a:avLst>
              <a:gd name="adj" fmla="val 19231"/>
            </a:avLst>
          </a:prstGeom>
          <a:solidFill>
            <a:srgbClr val="43A047"/>
          </a:solidFill>
          <a:ln/>
        </p:spPr>
      </p:sp>
      <p:sp>
        <p:nvSpPr>
          <p:cNvPr id="16" name="Shape 14"/>
          <p:cNvSpPr/>
          <p:nvPr/>
        </p:nvSpPr>
        <p:spPr>
          <a:xfrm>
            <a:off x="3409696" y="1333500"/>
            <a:ext cx="2706624" cy="292608"/>
          </a:xfrm>
          <a:prstGeom prst="rect">
            <a:avLst/>
          </a:prstGeom>
          <a:solidFill>
            <a:srgbClr val="43A047"/>
          </a:solidFill>
          <a:ln/>
        </p:spPr>
      </p:sp>
      <p:sp>
        <p:nvSpPr>
          <p:cNvPr id="17" name="Shape 15"/>
          <p:cNvSpPr/>
          <p:nvPr/>
        </p:nvSpPr>
        <p:spPr>
          <a:xfrm>
            <a:off x="3507232" y="1089660"/>
            <a:ext cx="463296" cy="463296"/>
          </a:xfrm>
          <a:prstGeom prst="ellipse">
            <a:avLst/>
          </a:prstGeom>
          <a:solidFill>
            <a:srgbClr val="FFFFFF">
              <a:alpha val="70000"/>
            </a:srgbClr>
          </a:solidFill>
          <a:ln w="12700">
            <a:solidFill>
              <a:srgbClr val="FFFFFF"/>
            </a:solidFill>
            <a:prstDash val="solid"/>
          </a:ln>
        </p:spPr>
        <p:txBody>
          <a:bodyPr/>
          <a:lstStyle/>
          <a:p>
            <a:endParaRPr lang="en-ID" dirty="0"/>
          </a:p>
        </p:txBody>
      </p:sp>
      <p:sp>
        <p:nvSpPr>
          <p:cNvPr id="18" name="Text 16"/>
          <p:cNvSpPr/>
          <p:nvPr/>
        </p:nvSpPr>
        <p:spPr>
          <a:xfrm>
            <a:off x="3507232" y="1089660"/>
            <a:ext cx="463296" cy="463296"/>
          </a:xfrm>
          <a:prstGeom prst="rect">
            <a:avLst/>
          </a:prstGeom>
          <a:noFill/>
          <a:ln/>
        </p:spPr>
        <p:txBody>
          <a:bodyPr wrap="square" lIns="0" tIns="0" rIns="0" bIns="0" rtlCol="0" anchor="ctr"/>
          <a:lstStyle/>
          <a:p>
            <a:pPr algn="ctr"/>
            <a:r>
              <a:rPr lang="en-US" sz="1867" b="1" dirty="0">
                <a:latin typeface="Cambria" pitchFamily="34" charset="0"/>
                <a:ea typeface="Cambria" pitchFamily="34" charset="-122"/>
                <a:cs typeface="Cambria" pitchFamily="34" charset="-120"/>
              </a:rPr>
              <a:t>2</a:t>
            </a:r>
            <a:endParaRPr lang="en-US" sz="1867" dirty="0"/>
          </a:p>
        </p:txBody>
      </p:sp>
      <p:sp>
        <p:nvSpPr>
          <p:cNvPr id="19" name="Text 17"/>
          <p:cNvSpPr/>
          <p:nvPr/>
        </p:nvSpPr>
        <p:spPr>
          <a:xfrm>
            <a:off x="4080256" y="1065276"/>
            <a:ext cx="1926336" cy="512064"/>
          </a:xfrm>
          <a:prstGeom prst="rect">
            <a:avLst/>
          </a:prstGeom>
          <a:noFill/>
          <a:ln/>
        </p:spPr>
        <p:txBody>
          <a:bodyPr wrap="square" lIns="0" tIns="0" rIns="0" bIns="0" rtlCol="0" anchor="ctr"/>
          <a:lstStyle/>
          <a:p>
            <a:r>
              <a:rPr lang="en-US" sz="1467" b="1" dirty="0">
                <a:solidFill>
                  <a:srgbClr val="FFFFFF"/>
                </a:solidFill>
                <a:latin typeface="Calibri" pitchFamily="34" charset="0"/>
                <a:ea typeface="Calibri" pitchFamily="34" charset="-122"/>
                <a:cs typeface="Calibri" pitchFamily="34" charset="-120"/>
              </a:rPr>
              <a:t>Gather</a:t>
            </a:r>
            <a:endParaRPr lang="en-US" sz="1467" dirty="0"/>
          </a:p>
          <a:p>
            <a:r>
              <a:rPr lang="en-US" sz="1467" b="1" dirty="0">
                <a:solidFill>
                  <a:srgbClr val="FFFFFF"/>
                </a:solidFill>
                <a:latin typeface="Calibri" pitchFamily="34" charset="0"/>
                <a:ea typeface="Calibri" pitchFamily="34" charset="-122"/>
                <a:cs typeface="Calibri" pitchFamily="34" charset="-120"/>
              </a:rPr>
              <a:t>Information</a:t>
            </a:r>
            <a:endParaRPr lang="en-US" sz="1467" dirty="0"/>
          </a:p>
        </p:txBody>
      </p:sp>
      <p:sp>
        <p:nvSpPr>
          <p:cNvPr id="20" name="Shape 18"/>
          <p:cNvSpPr/>
          <p:nvPr/>
        </p:nvSpPr>
        <p:spPr>
          <a:xfrm>
            <a:off x="3531616" y="1723644"/>
            <a:ext cx="2462784" cy="341376"/>
          </a:xfrm>
          <a:prstGeom prst="roundRect">
            <a:avLst>
              <a:gd name="adj" fmla="val 21429"/>
            </a:avLst>
          </a:prstGeom>
          <a:solidFill>
            <a:srgbClr val="43A047">
              <a:alpha val="25000"/>
            </a:srgbClr>
          </a:solidFill>
          <a:ln/>
        </p:spPr>
      </p:sp>
      <p:sp>
        <p:nvSpPr>
          <p:cNvPr id="21" name="Text 19"/>
          <p:cNvSpPr/>
          <p:nvPr/>
        </p:nvSpPr>
        <p:spPr>
          <a:xfrm>
            <a:off x="3531616" y="1723644"/>
            <a:ext cx="2462784" cy="341376"/>
          </a:xfrm>
          <a:prstGeom prst="rect">
            <a:avLst/>
          </a:prstGeom>
          <a:noFill/>
          <a:ln/>
        </p:spPr>
        <p:txBody>
          <a:bodyPr wrap="square" lIns="0" tIns="0" rIns="0" bIns="0" rtlCol="0" anchor="ctr"/>
          <a:lstStyle/>
          <a:p>
            <a:pPr algn="ctr"/>
            <a:r>
              <a:rPr lang="en-US" sz="1133" b="1" dirty="0">
                <a:solidFill>
                  <a:srgbClr val="43A047"/>
                </a:solidFill>
                <a:latin typeface="Calibri" pitchFamily="34" charset="0"/>
                <a:ea typeface="Calibri" pitchFamily="34" charset="-122"/>
                <a:cs typeface="Calibri" pitchFamily="34" charset="-120"/>
              </a:rPr>
              <a:t>Standards 13.6 + 14.1</a:t>
            </a:r>
            <a:endParaRPr lang="en-US" sz="1133" dirty="0"/>
          </a:p>
        </p:txBody>
      </p:sp>
      <p:sp>
        <p:nvSpPr>
          <p:cNvPr id="22" name="Text 20"/>
          <p:cNvSpPr/>
          <p:nvPr/>
        </p:nvSpPr>
        <p:spPr>
          <a:xfrm>
            <a:off x="3556000" y="2162556"/>
            <a:ext cx="2414016" cy="1219200"/>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Document requests, stakeholder interviews, brainstorming sessions</a:t>
            </a:r>
            <a:endParaRPr lang="en-US" sz="1267" dirty="0"/>
          </a:p>
        </p:txBody>
      </p:sp>
      <p:sp>
        <p:nvSpPr>
          <p:cNvPr id="23" name="Shape 21"/>
          <p:cNvSpPr/>
          <p:nvPr/>
        </p:nvSpPr>
        <p:spPr>
          <a:xfrm>
            <a:off x="6311392" y="992124"/>
            <a:ext cx="2706624" cy="2499360"/>
          </a:xfrm>
          <a:prstGeom prst="roundRect">
            <a:avLst>
              <a:gd name="adj" fmla="val 4878"/>
            </a:avLst>
          </a:prstGeom>
          <a:solidFill>
            <a:srgbClr val="F5F7FC"/>
          </a:solidFill>
          <a:ln/>
          <a:effectLst>
            <a:outerShdw blurRad="50800" dist="25400" dir="2700000" algn="bl" rotWithShape="0">
              <a:srgbClr val="000000">
                <a:alpha val="7000"/>
              </a:srgbClr>
            </a:outerShdw>
          </a:effectLst>
        </p:spPr>
      </p:sp>
      <p:sp>
        <p:nvSpPr>
          <p:cNvPr id="24" name="Shape 22"/>
          <p:cNvSpPr/>
          <p:nvPr/>
        </p:nvSpPr>
        <p:spPr>
          <a:xfrm>
            <a:off x="6311392" y="992124"/>
            <a:ext cx="2706624" cy="633984"/>
          </a:xfrm>
          <a:prstGeom prst="roundRect">
            <a:avLst>
              <a:gd name="adj" fmla="val 19231"/>
            </a:avLst>
          </a:prstGeom>
          <a:solidFill>
            <a:srgbClr val="00796B"/>
          </a:solidFill>
          <a:ln/>
        </p:spPr>
      </p:sp>
      <p:sp>
        <p:nvSpPr>
          <p:cNvPr id="25" name="Shape 23"/>
          <p:cNvSpPr/>
          <p:nvPr/>
        </p:nvSpPr>
        <p:spPr>
          <a:xfrm>
            <a:off x="6311392" y="1333500"/>
            <a:ext cx="2706624" cy="292608"/>
          </a:xfrm>
          <a:prstGeom prst="rect">
            <a:avLst/>
          </a:prstGeom>
          <a:solidFill>
            <a:srgbClr val="00796B"/>
          </a:solidFill>
          <a:ln/>
        </p:spPr>
      </p:sp>
      <p:sp>
        <p:nvSpPr>
          <p:cNvPr id="26" name="Shape 24"/>
          <p:cNvSpPr/>
          <p:nvPr/>
        </p:nvSpPr>
        <p:spPr>
          <a:xfrm>
            <a:off x="6408928" y="1089660"/>
            <a:ext cx="463296" cy="463296"/>
          </a:xfrm>
          <a:prstGeom prst="ellipse">
            <a:avLst/>
          </a:prstGeom>
          <a:solidFill>
            <a:srgbClr val="FFFFFF">
              <a:alpha val="70000"/>
            </a:srgbClr>
          </a:solidFill>
          <a:ln w="12700">
            <a:solidFill>
              <a:srgbClr val="FFFFFF"/>
            </a:solidFill>
            <a:prstDash val="solid"/>
          </a:ln>
        </p:spPr>
      </p:sp>
      <p:sp>
        <p:nvSpPr>
          <p:cNvPr id="27" name="Text 25"/>
          <p:cNvSpPr/>
          <p:nvPr/>
        </p:nvSpPr>
        <p:spPr>
          <a:xfrm>
            <a:off x="6408928" y="1089660"/>
            <a:ext cx="463296" cy="463296"/>
          </a:xfrm>
          <a:prstGeom prst="rect">
            <a:avLst/>
          </a:prstGeom>
          <a:noFill/>
          <a:ln/>
        </p:spPr>
        <p:txBody>
          <a:bodyPr wrap="square" lIns="0" tIns="0" rIns="0" bIns="0" rtlCol="0" anchor="ctr"/>
          <a:lstStyle/>
          <a:p>
            <a:pPr algn="ctr"/>
            <a:r>
              <a:rPr lang="en-US" sz="1867" b="1" dirty="0">
                <a:latin typeface="Cambria" pitchFamily="34" charset="0"/>
                <a:ea typeface="Cambria" pitchFamily="34" charset="-122"/>
                <a:cs typeface="Cambria" pitchFamily="34" charset="-120"/>
              </a:rPr>
              <a:t>3</a:t>
            </a:r>
            <a:endParaRPr lang="en-US" sz="1867" dirty="0"/>
          </a:p>
        </p:txBody>
      </p:sp>
      <p:sp>
        <p:nvSpPr>
          <p:cNvPr id="28" name="Text 26"/>
          <p:cNvSpPr/>
          <p:nvPr/>
        </p:nvSpPr>
        <p:spPr>
          <a:xfrm>
            <a:off x="6981952" y="1065276"/>
            <a:ext cx="1926336" cy="512064"/>
          </a:xfrm>
          <a:prstGeom prst="rect">
            <a:avLst/>
          </a:prstGeom>
          <a:noFill/>
          <a:ln/>
        </p:spPr>
        <p:txBody>
          <a:bodyPr wrap="square" lIns="0" tIns="0" rIns="0" bIns="0" rtlCol="0" anchor="ctr"/>
          <a:lstStyle/>
          <a:p>
            <a:r>
              <a:rPr lang="en-US" sz="1467" b="1" dirty="0">
                <a:solidFill>
                  <a:srgbClr val="FFFFFF"/>
                </a:solidFill>
                <a:latin typeface="Calibri" pitchFamily="34" charset="0"/>
                <a:ea typeface="Calibri" pitchFamily="34" charset="-122"/>
                <a:cs typeface="Calibri" pitchFamily="34" charset="-120"/>
              </a:rPr>
              <a:t>Preliminary</a:t>
            </a:r>
            <a:endParaRPr lang="en-US" sz="1467" dirty="0"/>
          </a:p>
          <a:p>
            <a:r>
              <a:rPr lang="en-US" sz="1467" b="1" dirty="0">
                <a:solidFill>
                  <a:srgbClr val="FFFFFF"/>
                </a:solidFill>
                <a:latin typeface="Calibri" pitchFamily="34" charset="0"/>
                <a:ea typeface="Calibri" pitchFamily="34" charset="-122"/>
                <a:cs typeface="Calibri" pitchFamily="34" charset="-120"/>
              </a:rPr>
              <a:t>Risk Assessment</a:t>
            </a:r>
            <a:endParaRPr lang="en-US" sz="1467" dirty="0"/>
          </a:p>
        </p:txBody>
      </p:sp>
      <p:sp>
        <p:nvSpPr>
          <p:cNvPr id="29" name="Shape 27"/>
          <p:cNvSpPr/>
          <p:nvPr/>
        </p:nvSpPr>
        <p:spPr>
          <a:xfrm>
            <a:off x="6433312" y="1723644"/>
            <a:ext cx="2462784" cy="341376"/>
          </a:xfrm>
          <a:prstGeom prst="roundRect">
            <a:avLst>
              <a:gd name="adj" fmla="val 21429"/>
            </a:avLst>
          </a:prstGeom>
          <a:solidFill>
            <a:srgbClr val="00796B">
              <a:alpha val="25000"/>
            </a:srgbClr>
          </a:solidFill>
          <a:ln/>
        </p:spPr>
      </p:sp>
      <p:sp>
        <p:nvSpPr>
          <p:cNvPr id="30" name="Text 28"/>
          <p:cNvSpPr/>
          <p:nvPr/>
        </p:nvSpPr>
        <p:spPr>
          <a:xfrm>
            <a:off x="6433312" y="1723644"/>
            <a:ext cx="2462784" cy="341376"/>
          </a:xfrm>
          <a:prstGeom prst="rect">
            <a:avLst/>
          </a:prstGeom>
          <a:noFill/>
          <a:ln/>
        </p:spPr>
        <p:txBody>
          <a:bodyPr wrap="square" lIns="0" tIns="0" rIns="0" bIns="0" rtlCol="0" anchor="ctr"/>
          <a:lstStyle/>
          <a:p>
            <a:pPr algn="ctr"/>
            <a:r>
              <a:rPr lang="en-US" sz="1133" b="1" dirty="0">
                <a:solidFill>
                  <a:srgbClr val="00796B"/>
                </a:solidFill>
                <a:latin typeface="Calibri" pitchFamily="34" charset="0"/>
                <a:ea typeface="Calibri" pitchFamily="34" charset="-122"/>
                <a:cs typeface="Calibri" pitchFamily="34" charset="-120"/>
              </a:rPr>
              <a:t>Standard 13.2</a:t>
            </a:r>
            <a:endParaRPr lang="en-US" sz="1133" dirty="0"/>
          </a:p>
        </p:txBody>
      </p:sp>
      <p:sp>
        <p:nvSpPr>
          <p:cNvPr id="31" name="Text 29"/>
          <p:cNvSpPr/>
          <p:nvPr/>
        </p:nvSpPr>
        <p:spPr>
          <a:xfrm>
            <a:off x="6457696" y="2162556"/>
            <a:ext cx="2414016" cy="1219200"/>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Risk and control matrix; prioritize risks by significance (impact × likelihood)</a:t>
            </a:r>
            <a:endParaRPr lang="en-US" sz="1267" dirty="0"/>
          </a:p>
        </p:txBody>
      </p:sp>
      <p:sp>
        <p:nvSpPr>
          <p:cNvPr id="32" name="Shape 30"/>
          <p:cNvSpPr/>
          <p:nvPr/>
        </p:nvSpPr>
        <p:spPr>
          <a:xfrm>
            <a:off x="9213088" y="992124"/>
            <a:ext cx="2706624" cy="2499360"/>
          </a:xfrm>
          <a:prstGeom prst="roundRect">
            <a:avLst>
              <a:gd name="adj" fmla="val 4878"/>
            </a:avLst>
          </a:prstGeom>
          <a:solidFill>
            <a:srgbClr val="F5F7FC"/>
          </a:solidFill>
          <a:ln/>
          <a:effectLst>
            <a:outerShdw blurRad="50800" dist="25400" dir="2700000" algn="bl" rotWithShape="0">
              <a:srgbClr val="000000">
                <a:alpha val="7000"/>
              </a:srgbClr>
            </a:outerShdw>
          </a:effectLst>
        </p:spPr>
      </p:sp>
      <p:sp>
        <p:nvSpPr>
          <p:cNvPr id="33" name="Shape 31"/>
          <p:cNvSpPr/>
          <p:nvPr/>
        </p:nvSpPr>
        <p:spPr>
          <a:xfrm>
            <a:off x="9213088" y="992124"/>
            <a:ext cx="2706624" cy="633984"/>
          </a:xfrm>
          <a:prstGeom prst="roundRect">
            <a:avLst>
              <a:gd name="adj" fmla="val 19231"/>
            </a:avLst>
          </a:prstGeom>
          <a:solidFill>
            <a:srgbClr val="00695C"/>
          </a:solidFill>
          <a:ln/>
        </p:spPr>
      </p:sp>
      <p:sp>
        <p:nvSpPr>
          <p:cNvPr id="34" name="Shape 32"/>
          <p:cNvSpPr/>
          <p:nvPr/>
        </p:nvSpPr>
        <p:spPr>
          <a:xfrm>
            <a:off x="9213088" y="1333500"/>
            <a:ext cx="2706624" cy="292608"/>
          </a:xfrm>
          <a:prstGeom prst="rect">
            <a:avLst/>
          </a:prstGeom>
          <a:solidFill>
            <a:srgbClr val="00695C"/>
          </a:solidFill>
          <a:ln/>
        </p:spPr>
      </p:sp>
      <p:sp>
        <p:nvSpPr>
          <p:cNvPr id="35" name="Shape 33"/>
          <p:cNvSpPr/>
          <p:nvPr/>
        </p:nvSpPr>
        <p:spPr>
          <a:xfrm>
            <a:off x="9310624" y="1089660"/>
            <a:ext cx="463296" cy="463296"/>
          </a:xfrm>
          <a:prstGeom prst="ellipse">
            <a:avLst/>
          </a:prstGeom>
          <a:solidFill>
            <a:srgbClr val="FFFFFF">
              <a:alpha val="70000"/>
            </a:srgbClr>
          </a:solidFill>
          <a:ln w="12700">
            <a:solidFill>
              <a:srgbClr val="FFFFFF"/>
            </a:solidFill>
            <a:prstDash val="solid"/>
          </a:ln>
        </p:spPr>
      </p:sp>
      <p:sp>
        <p:nvSpPr>
          <p:cNvPr id="36" name="Text 34"/>
          <p:cNvSpPr/>
          <p:nvPr/>
        </p:nvSpPr>
        <p:spPr>
          <a:xfrm>
            <a:off x="9310624" y="1089660"/>
            <a:ext cx="463296" cy="463296"/>
          </a:xfrm>
          <a:prstGeom prst="rect">
            <a:avLst/>
          </a:prstGeom>
          <a:noFill/>
          <a:ln/>
        </p:spPr>
        <p:txBody>
          <a:bodyPr wrap="square" lIns="0" tIns="0" rIns="0" bIns="0" rtlCol="0" anchor="ctr"/>
          <a:lstStyle/>
          <a:p>
            <a:pPr algn="ctr"/>
            <a:r>
              <a:rPr lang="en-US" sz="1867" b="1" dirty="0">
                <a:latin typeface="Cambria" pitchFamily="34" charset="0"/>
                <a:ea typeface="Cambria" pitchFamily="34" charset="-122"/>
                <a:cs typeface="Cambria" pitchFamily="34" charset="-120"/>
              </a:rPr>
              <a:t>4</a:t>
            </a:r>
            <a:endParaRPr lang="en-US" sz="1867" dirty="0"/>
          </a:p>
        </p:txBody>
      </p:sp>
      <p:sp>
        <p:nvSpPr>
          <p:cNvPr id="37" name="Text 35"/>
          <p:cNvSpPr/>
          <p:nvPr/>
        </p:nvSpPr>
        <p:spPr>
          <a:xfrm>
            <a:off x="9883648" y="1065276"/>
            <a:ext cx="1926336" cy="512064"/>
          </a:xfrm>
          <a:prstGeom prst="rect">
            <a:avLst/>
          </a:prstGeom>
          <a:noFill/>
          <a:ln/>
        </p:spPr>
        <p:txBody>
          <a:bodyPr wrap="square" lIns="0" tIns="0" rIns="0" bIns="0" rtlCol="0" anchor="ctr"/>
          <a:lstStyle/>
          <a:p>
            <a:r>
              <a:rPr lang="en-US" sz="1467" b="1" dirty="0">
                <a:solidFill>
                  <a:srgbClr val="FFFFFF"/>
                </a:solidFill>
                <a:latin typeface="Calibri" pitchFamily="34" charset="0"/>
                <a:ea typeface="Calibri" pitchFamily="34" charset="-122"/>
                <a:cs typeface="Calibri" pitchFamily="34" charset="-120"/>
              </a:rPr>
              <a:t>Establish</a:t>
            </a:r>
            <a:endParaRPr lang="en-US" sz="1467" dirty="0"/>
          </a:p>
          <a:p>
            <a:r>
              <a:rPr lang="en-US" sz="1467" b="1" dirty="0">
                <a:solidFill>
                  <a:srgbClr val="FFFFFF"/>
                </a:solidFill>
                <a:latin typeface="Calibri" pitchFamily="34" charset="0"/>
                <a:ea typeface="Calibri" pitchFamily="34" charset="-122"/>
                <a:cs typeface="Calibri" pitchFamily="34" charset="-120"/>
              </a:rPr>
              <a:t>Objectives</a:t>
            </a:r>
            <a:endParaRPr lang="en-US" sz="1467" dirty="0"/>
          </a:p>
        </p:txBody>
      </p:sp>
      <p:sp>
        <p:nvSpPr>
          <p:cNvPr id="38" name="Shape 36"/>
          <p:cNvSpPr/>
          <p:nvPr/>
        </p:nvSpPr>
        <p:spPr>
          <a:xfrm>
            <a:off x="9335008" y="1723644"/>
            <a:ext cx="2462784" cy="341376"/>
          </a:xfrm>
          <a:prstGeom prst="roundRect">
            <a:avLst>
              <a:gd name="adj" fmla="val 21429"/>
            </a:avLst>
          </a:prstGeom>
          <a:solidFill>
            <a:srgbClr val="00695C">
              <a:alpha val="25000"/>
            </a:srgbClr>
          </a:solidFill>
          <a:ln/>
        </p:spPr>
      </p:sp>
      <p:sp>
        <p:nvSpPr>
          <p:cNvPr id="39" name="Text 37"/>
          <p:cNvSpPr/>
          <p:nvPr/>
        </p:nvSpPr>
        <p:spPr>
          <a:xfrm>
            <a:off x="9335008" y="1723644"/>
            <a:ext cx="2462784" cy="341376"/>
          </a:xfrm>
          <a:prstGeom prst="rect">
            <a:avLst/>
          </a:prstGeom>
          <a:noFill/>
          <a:ln/>
        </p:spPr>
        <p:txBody>
          <a:bodyPr wrap="square" lIns="0" tIns="0" rIns="0" bIns="0" rtlCol="0" anchor="ctr"/>
          <a:lstStyle/>
          <a:p>
            <a:pPr algn="ctr"/>
            <a:r>
              <a:rPr lang="en-US" sz="1133" b="1" dirty="0">
                <a:solidFill>
                  <a:srgbClr val="00695C"/>
                </a:solidFill>
                <a:latin typeface="Calibri" pitchFamily="34" charset="0"/>
                <a:ea typeface="Calibri" pitchFamily="34" charset="-122"/>
                <a:cs typeface="Calibri" pitchFamily="34" charset="-120"/>
              </a:rPr>
              <a:t>Standard 13.3</a:t>
            </a:r>
            <a:endParaRPr lang="en-US" sz="1133" dirty="0"/>
          </a:p>
        </p:txBody>
      </p:sp>
      <p:sp>
        <p:nvSpPr>
          <p:cNvPr id="40" name="Text 38"/>
          <p:cNvSpPr/>
          <p:nvPr/>
        </p:nvSpPr>
        <p:spPr>
          <a:xfrm>
            <a:off x="9359392" y="2162556"/>
            <a:ext cx="2414016" cy="1219200"/>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Risk-linked, concise, clear purpose — assurance or advisory</a:t>
            </a:r>
            <a:endParaRPr lang="en-US" sz="1267" dirty="0"/>
          </a:p>
        </p:txBody>
      </p:sp>
      <p:sp>
        <p:nvSpPr>
          <p:cNvPr id="41" name="Shape 39"/>
          <p:cNvSpPr/>
          <p:nvPr/>
        </p:nvSpPr>
        <p:spPr>
          <a:xfrm>
            <a:off x="508000" y="3771900"/>
            <a:ext cx="2706624" cy="2499360"/>
          </a:xfrm>
          <a:prstGeom prst="roundRect">
            <a:avLst>
              <a:gd name="adj" fmla="val 4878"/>
            </a:avLst>
          </a:prstGeom>
          <a:solidFill>
            <a:srgbClr val="F5F7FC"/>
          </a:solidFill>
          <a:ln/>
          <a:effectLst>
            <a:outerShdw blurRad="50800" dist="25400" dir="2700000" algn="bl" rotWithShape="0">
              <a:srgbClr val="000000">
                <a:alpha val="7000"/>
              </a:srgbClr>
            </a:outerShdw>
          </a:effectLst>
        </p:spPr>
      </p:sp>
      <p:sp>
        <p:nvSpPr>
          <p:cNvPr id="42" name="Shape 40"/>
          <p:cNvSpPr/>
          <p:nvPr/>
        </p:nvSpPr>
        <p:spPr>
          <a:xfrm>
            <a:off x="508000" y="3771900"/>
            <a:ext cx="2706624" cy="633984"/>
          </a:xfrm>
          <a:prstGeom prst="roundRect">
            <a:avLst>
              <a:gd name="adj" fmla="val 19231"/>
            </a:avLst>
          </a:prstGeom>
          <a:solidFill>
            <a:srgbClr val="1565C0"/>
          </a:solidFill>
          <a:ln/>
        </p:spPr>
      </p:sp>
      <p:sp>
        <p:nvSpPr>
          <p:cNvPr id="43" name="Shape 41"/>
          <p:cNvSpPr/>
          <p:nvPr/>
        </p:nvSpPr>
        <p:spPr>
          <a:xfrm>
            <a:off x="508000" y="4113276"/>
            <a:ext cx="2706624" cy="292608"/>
          </a:xfrm>
          <a:prstGeom prst="rect">
            <a:avLst/>
          </a:prstGeom>
          <a:solidFill>
            <a:srgbClr val="1565C0"/>
          </a:solidFill>
          <a:ln/>
        </p:spPr>
      </p:sp>
      <p:sp>
        <p:nvSpPr>
          <p:cNvPr id="44" name="Shape 42"/>
          <p:cNvSpPr/>
          <p:nvPr/>
        </p:nvSpPr>
        <p:spPr>
          <a:xfrm>
            <a:off x="605536" y="3869436"/>
            <a:ext cx="463296" cy="463296"/>
          </a:xfrm>
          <a:prstGeom prst="ellipse">
            <a:avLst/>
          </a:prstGeom>
          <a:solidFill>
            <a:srgbClr val="FFFFFF">
              <a:alpha val="70000"/>
            </a:srgbClr>
          </a:solidFill>
          <a:ln w="12700">
            <a:solidFill>
              <a:srgbClr val="FFFFFF"/>
            </a:solidFill>
            <a:prstDash val="solid"/>
          </a:ln>
        </p:spPr>
      </p:sp>
      <p:sp>
        <p:nvSpPr>
          <p:cNvPr id="45" name="Text 43"/>
          <p:cNvSpPr/>
          <p:nvPr/>
        </p:nvSpPr>
        <p:spPr>
          <a:xfrm>
            <a:off x="605536" y="3869436"/>
            <a:ext cx="463296" cy="463296"/>
          </a:xfrm>
          <a:prstGeom prst="rect">
            <a:avLst/>
          </a:prstGeom>
          <a:noFill/>
          <a:ln/>
        </p:spPr>
        <p:txBody>
          <a:bodyPr wrap="square" lIns="0" tIns="0" rIns="0" bIns="0" rtlCol="0" anchor="ctr"/>
          <a:lstStyle/>
          <a:p>
            <a:pPr algn="ctr"/>
            <a:r>
              <a:rPr lang="en-US" sz="1867" b="1" dirty="0">
                <a:latin typeface="Cambria" pitchFamily="34" charset="0"/>
                <a:ea typeface="Cambria" pitchFamily="34" charset="-122"/>
                <a:cs typeface="Cambria" pitchFamily="34" charset="-120"/>
              </a:rPr>
              <a:t>5</a:t>
            </a:r>
            <a:endParaRPr lang="en-US" sz="1867" dirty="0"/>
          </a:p>
        </p:txBody>
      </p:sp>
      <p:sp>
        <p:nvSpPr>
          <p:cNvPr id="46" name="Text 44"/>
          <p:cNvSpPr/>
          <p:nvPr/>
        </p:nvSpPr>
        <p:spPr>
          <a:xfrm>
            <a:off x="1178560" y="3845052"/>
            <a:ext cx="1926336" cy="512064"/>
          </a:xfrm>
          <a:prstGeom prst="rect">
            <a:avLst/>
          </a:prstGeom>
          <a:noFill/>
          <a:ln/>
        </p:spPr>
        <p:txBody>
          <a:bodyPr wrap="square" lIns="0" tIns="0" rIns="0" bIns="0" rtlCol="0" anchor="ctr"/>
          <a:lstStyle/>
          <a:p>
            <a:r>
              <a:rPr lang="en-US" sz="1467" b="1" dirty="0">
                <a:solidFill>
                  <a:srgbClr val="FFFFFF"/>
                </a:solidFill>
                <a:latin typeface="Calibri" pitchFamily="34" charset="0"/>
                <a:ea typeface="Calibri" pitchFamily="34" charset="-122"/>
                <a:cs typeface="Calibri" pitchFamily="34" charset="-120"/>
              </a:rPr>
              <a:t>Establish</a:t>
            </a:r>
            <a:endParaRPr lang="en-US" sz="1467" dirty="0"/>
          </a:p>
          <a:p>
            <a:r>
              <a:rPr lang="en-US" sz="1467" b="1" dirty="0">
                <a:solidFill>
                  <a:srgbClr val="FFFFFF"/>
                </a:solidFill>
                <a:latin typeface="Calibri" pitchFamily="34" charset="0"/>
                <a:ea typeface="Calibri" pitchFamily="34" charset="-122"/>
                <a:cs typeface="Calibri" pitchFamily="34" charset="-120"/>
              </a:rPr>
              <a:t>Scope</a:t>
            </a:r>
            <a:endParaRPr lang="en-US" sz="1467" dirty="0"/>
          </a:p>
        </p:txBody>
      </p:sp>
      <p:sp>
        <p:nvSpPr>
          <p:cNvPr id="47" name="Shape 45"/>
          <p:cNvSpPr/>
          <p:nvPr/>
        </p:nvSpPr>
        <p:spPr>
          <a:xfrm>
            <a:off x="629920" y="4503420"/>
            <a:ext cx="2462784" cy="341376"/>
          </a:xfrm>
          <a:prstGeom prst="roundRect">
            <a:avLst>
              <a:gd name="adj" fmla="val 21429"/>
            </a:avLst>
          </a:prstGeom>
          <a:solidFill>
            <a:srgbClr val="1565C0">
              <a:alpha val="25000"/>
            </a:srgbClr>
          </a:solidFill>
          <a:ln/>
        </p:spPr>
      </p:sp>
      <p:sp>
        <p:nvSpPr>
          <p:cNvPr id="48" name="Text 46"/>
          <p:cNvSpPr/>
          <p:nvPr/>
        </p:nvSpPr>
        <p:spPr>
          <a:xfrm>
            <a:off x="629920" y="4503420"/>
            <a:ext cx="2462784" cy="341376"/>
          </a:xfrm>
          <a:prstGeom prst="rect">
            <a:avLst/>
          </a:prstGeom>
          <a:noFill/>
          <a:ln/>
        </p:spPr>
        <p:txBody>
          <a:bodyPr wrap="square" lIns="0" tIns="0" rIns="0" bIns="0" rtlCol="0" anchor="ctr"/>
          <a:lstStyle/>
          <a:p>
            <a:pPr algn="ctr"/>
            <a:r>
              <a:rPr lang="en-US" sz="1133" b="1" dirty="0">
                <a:solidFill>
                  <a:srgbClr val="1565C0"/>
                </a:solidFill>
                <a:latin typeface="Calibri" pitchFamily="34" charset="0"/>
                <a:ea typeface="Calibri" pitchFamily="34" charset="-122"/>
                <a:cs typeface="Calibri" pitchFamily="34" charset="-120"/>
              </a:rPr>
              <a:t>Standard 13.3</a:t>
            </a:r>
            <a:endParaRPr lang="en-US" sz="1133" dirty="0"/>
          </a:p>
        </p:txBody>
      </p:sp>
      <p:sp>
        <p:nvSpPr>
          <p:cNvPr id="49" name="Text 47"/>
          <p:cNvSpPr/>
          <p:nvPr/>
        </p:nvSpPr>
        <p:spPr>
          <a:xfrm>
            <a:off x="654304" y="4942332"/>
            <a:ext cx="2414016" cy="1219200"/>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Five scoping tasks — CIO role, risk appetite, resource management</a:t>
            </a:r>
            <a:endParaRPr lang="en-US" sz="1267" dirty="0"/>
          </a:p>
        </p:txBody>
      </p:sp>
      <p:sp>
        <p:nvSpPr>
          <p:cNvPr id="50" name="Shape 48"/>
          <p:cNvSpPr/>
          <p:nvPr/>
        </p:nvSpPr>
        <p:spPr>
          <a:xfrm>
            <a:off x="3409696" y="3771900"/>
            <a:ext cx="2706624" cy="2499360"/>
          </a:xfrm>
          <a:prstGeom prst="roundRect">
            <a:avLst>
              <a:gd name="adj" fmla="val 4878"/>
            </a:avLst>
          </a:prstGeom>
          <a:solidFill>
            <a:srgbClr val="F5F7FC"/>
          </a:solidFill>
          <a:ln/>
          <a:effectLst>
            <a:outerShdw blurRad="50800" dist="25400" dir="2700000" algn="bl" rotWithShape="0">
              <a:srgbClr val="000000">
                <a:alpha val="7000"/>
              </a:srgbClr>
            </a:outerShdw>
          </a:effectLst>
        </p:spPr>
      </p:sp>
      <p:sp>
        <p:nvSpPr>
          <p:cNvPr id="51" name="Shape 49"/>
          <p:cNvSpPr/>
          <p:nvPr/>
        </p:nvSpPr>
        <p:spPr>
          <a:xfrm>
            <a:off x="3409696" y="3771900"/>
            <a:ext cx="2706624" cy="633984"/>
          </a:xfrm>
          <a:prstGeom prst="roundRect">
            <a:avLst>
              <a:gd name="adj" fmla="val 19231"/>
            </a:avLst>
          </a:prstGeom>
          <a:solidFill>
            <a:srgbClr val="1E88E5"/>
          </a:solidFill>
          <a:ln/>
        </p:spPr>
      </p:sp>
      <p:sp>
        <p:nvSpPr>
          <p:cNvPr id="52" name="Shape 50"/>
          <p:cNvSpPr/>
          <p:nvPr/>
        </p:nvSpPr>
        <p:spPr>
          <a:xfrm>
            <a:off x="3409696" y="4113276"/>
            <a:ext cx="2706624" cy="292608"/>
          </a:xfrm>
          <a:prstGeom prst="rect">
            <a:avLst/>
          </a:prstGeom>
          <a:solidFill>
            <a:srgbClr val="1E88E5"/>
          </a:solidFill>
          <a:ln/>
        </p:spPr>
      </p:sp>
      <p:sp>
        <p:nvSpPr>
          <p:cNvPr id="53" name="Shape 51"/>
          <p:cNvSpPr/>
          <p:nvPr/>
        </p:nvSpPr>
        <p:spPr>
          <a:xfrm>
            <a:off x="3507232" y="3869436"/>
            <a:ext cx="463296" cy="463296"/>
          </a:xfrm>
          <a:prstGeom prst="ellipse">
            <a:avLst/>
          </a:prstGeom>
          <a:solidFill>
            <a:srgbClr val="FFFFFF">
              <a:alpha val="70000"/>
            </a:srgbClr>
          </a:solidFill>
          <a:ln w="12700">
            <a:solidFill>
              <a:srgbClr val="FFFFFF"/>
            </a:solidFill>
            <a:prstDash val="solid"/>
          </a:ln>
        </p:spPr>
      </p:sp>
      <p:sp>
        <p:nvSpPr>
          <p:cNvPr id="54" name="Text 52"/>
          <p:cNvSpPr/>
          <p:nvPr/>
        </p:nvSpPr>
        <p:spPr>
          <a:xfrm>
            <a:off x="3507232" y="3869436"/>
            <a:ext cx="463296" cy="463296"/>
          </a:xfrm>
          <a:prstGeom prst="rect">
            <a:avLst/>
          </a:prstGeom>
          <a:noFill/>
          <a:ln/>
        </p:spPr>
        <p:txBody>
          <a:bodyPr wrap="square" lIns="0" tIns="0" rIns="0" bIns="0" rtlCol="0" anchor="ctr"/>
          <a:lstStyle/>
          <a:p>
            <a:pPr algn="ctr"/>
            <a:r>
              <a:rPr lang="en-US" sz="1867" b="1" dirty="0">
                <a:latin typeface="Cambria" pitchFamily="34" charset="0"/>
                <a:ea typeface="Cambria" pitchFamily="34" charset="-122"/>
                <a:cs typeface="Cambria" pitchFamily="34" charset="-120"/>
              </a:rPr>
              <a:t>6</a:t>
            </a:r>
            <a:endParaRPr lang="en-US" sz="1867" dirty="0"/>
          </a:p>
        </p:txBody>
      </p:sp>
      <p:sp>
        <p:nvSpPr>
          <p:cNvPr id="55" name="Text 53"/>
          <p:cNvSpPr/>
          <p:nvPr/>
        </p:nvSpPr>
        <p:spPr>
          <a:xfrm>
            <a:off x="4080256" y="3845052"/>
            <a:ext cx="1926336" cy="512064"/>
          </a:xfrm>
          <a:prstGeom prst="rect">
            <a:avLst/>
          </a:prstGeom>
          <a:noFill/>
          <a:ln/>
        </p:spPr>
        <p:txBody>
          <a:bodyPr wrap="square" lIns="0" tIns="0" rIns="0" bIns="0" rtlCol="0" anchor="ctr"/>
          <a:lstStyle/>
          <a:p>
            <a:r>
              <a:rPr lang="en-US" sz="1467" b="1" dirty="0">
                <a:solidFill>
                  <a:srgbClr val="FFFFFF"/>
                </a:solidFill>
                <a:latin typeface="Calibri" pitchFamily="34" charset="0"/>
                <a:ea typeface="Calibri" pitchFamily="34" charset="-122"/>
                <a:cs typeface="Calibri" pitchFamily="34" charset="-120"/>
              </a:rPr>
              <a:t>Identify</a:t>
            </a:r>
            <a:endParaRPr lang="en-US" sz="1467" dirty="0"/>
          </a:p>
          <a:p>
            <a:r>
              <a:rPr lang="en-US" sz="1467" b="1" dirty="0">
                <a:solidFill>
                  <a:srgbClr val="FFFFFF"/>
                </a:solidFill>
                <a:latin typeface="Calibri" pitchFamily="34" charset="0"/>
                <a:ea typeface="Calibri" pitchFamily="34" charset="-122"/>
                <a:cs typeface="Calibri" pitchFamily="34" charset="-120"/>
              </a:rPr>
              <a:t>Criteria</a:t>
            </a:r>
            <a:endParaRPr lang="en-US" sz="1467" dirty="0"/>
          </a:p>
        </p:txBody>
      </p:sp>
      <p:sp>
        <p:nvSpPr>
          <p:cNvPr id="56" name="Shape 54"/>
          <p:cNvSpPr/>
          <p:nvPr/>
        </p:nvSpPr>
        <p:spPr>
          <a:xfrm>
            <a:off x="3531616" y="4503420"/>
            <a:ext cx="2462784" cy="341376"/>
          </a:xfrm>
          <a:prstGeom prst="roundRect">
            <a:avLst>
              <a:gd name="adj" fmla="val 21429"/>
            </a:avLst>
          </a:prstGeom>
          <a:solidFill>
            <a:srgbClr val="1E88E5">
              <a:alpha val="25000"/>
            </a:srgbClr>
          </a:solidFill>
          <a:ln/>
        </p:spPr>
      </p:sp>
      <p:sp>
        <p:nvSpPr>
          <p:cNvPr id="57" name="Text 55"/>
          <p:cNvSpPr/>
          <p:nvPr/>
        </p:nvSpPr>
        <p:spPr>
          <a:xfrm>
            <a:off x="3531616" y="4503420"/>
            <a:ext cx="2462784" cy="341376"/>
          </a:xfrm>
          <a:prstGeom prst="rect">
            <a:avLst/>
          </a:prstGeom>
          <a:noFill/>
          <a:ln/>
        </p:spPr>
        <p:txBody>
          <a:bodyPr wrap="square" lIns="0" tIns="0" rIns="0" bIns="0" rtlCol="0" anchor="ctr"/>
          <a:lstStyle/>
          <a:p>
            <a:pPr algn="ctr"/>
            <a:r>
              <a:rPr lang="en-US" sz="1133" b="1" dirty="0">
                <a:solidFill>
                  <a:srgbClr val="1E88E5"/>
                </a:solidFill>
                <a:latin typeface="Calibri" pitchFamily="34" charset="0"/>
                <a:ea typeface="Calibri" pitchFamily="34" charset="-122"/>
                <a:cs typeface="Calibri" pitchFamily="34" charset="-120"/>
              </a:rPr>
              <a:t>Standard 13.4</a:t>
            </a:r>
            <a:endParaRPr lang="en-US" sz="1133" dirty="0"/>
          </a:p>
        </p:txBody>
      </p:sp>
      <p:sp>
        <p:nvSpPr>
          <p:cNvPr id="58" name="Text 56"/>
          <p:cNvSpPr/>
          <p:nvPr/>
        </p:nvSpPr>
        <p:spPr>
          <a:xfrm>
            <a:off x="3556000" y="4942332"/>
            <a:ext cx="2414016" cy="1219200"/>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KPIs, frameworks, policies — COBIT practices if org uses COBIT</a:t>
            </a:r>
            <a:endParaRPr lang="en-US" sz="1267" dirty="0"/>
          </a:p>
        </p:txBody>
      </p:sp>
      <p:sp>
        <p:nvSpPr>
          <p:cNvPr id="59" name="Shape 57"/>
          <p:cNvSpPr/>
          <p:nvPr/>
        </p:nvSpPr>
        <p:spPr>
          <a:xfrm>
            <a:off x="6311392" y="3771900"/>
            <a:ext cx="2706624" cy="2499360"/>
          </a:xfrm>
          <a:prstGeom prst="roundRect">
            <a:avLst>
              <a:gd name="adj" fmla="val 4878"/>
            </a:avLst>
          </a:prstGeom>
          <a:solidFill>
            <a:srgbClr val="F5F7FC"/>
          </a:solidFill>
          <a:ln/>
          <a:effectLst>
            <a:outerShdw blurRad="50800" dist="25400" dir="2700000" algn="bl" rotWithShape="0">
              <a:srgbClr val="000000">
                <a:alpha val="7000"/>
              </a:srgbClr>
            </a:outerShdw>
          </a:effectLst>
        </p:spPr>
      </p:sp>
      <p:sp>
        <p:nvSpPr>
          <p:cNvPr id="60" name="Shape 58"/>
          <p:cNvSpPr/>
          <p:nvPr/>
        </p:nvSpPr>
        <p:spPr>
          <a:xfrm>
            <a:off x="6311392" y="3771900"/>
            <a:ext cx="2706624" cy="633984"/>
          </a:xfrm>
          <a:prstGeom prst="roundRect">
            <a:avLst>
              <a:gd name="adj" fmla="val 19231"/>
            </a:avLst>
          </a:prstGeom>
          <a:solidFill>
            <a:srgbClr val="253170"/>
          </a:solidFill>
          <a:ln/>
        </p:spPr>
      </p:sp>
      <p:sp>
        <p:nvSpPr>
          <p:cNvPr id="61" name="Shape 59"/>
          <p:cNvSpPr/>
          <p:nvPr/>
        </p:nvSpPr>
        <p:spPr>
          <a:xfrm>
            <a:off x="6311392" y="4113276"/>
            <a:ext cx="2706624" cy="292608"/>
          </a:xfrm>
          <a:prstGeom prst="rect">
            <a:avLst/>
          </a:prstGeom>
          <a:solidFill>
            <a:srgbClr val="253170"/>
          </a:solidFill>
          <a:ln/>
        </p:spPr>
      </p:sp>
      <p:sp>
        <p:nvSpPr>
          <p:cNvPr id="62" name="Shape 60"/>
          <p:cNvSpPr/>
          <p:nvPr/>
        </p:nvSpPr>
        <p:spPr>
          <a:xfrm>
            <a:off x="6408928" y="3869436"/>
            <a:ext cx="463296" cy="463296"/>
          </a:xfrm>
          <a:prstGeom prst="ellipse">
            <a:avLst/>
          </a:prstGeom>
          <a:solidFill>
            <a:srgbClr val="FFFFFF">
              <a:alpha val="70000"/>
            </a:srgbClr>
          </a:solidFill>
          <a:ln w="12700">
            <a:solidFill>
              <a:srgbClr val="FFFFFF"/>
            </a:solidFill>
            <a:prstDash val="solid"/>
          </a:ln>
        </p:spPr>
      </p:sp>
      <p:sp>
        <p:nvSpPr>
          <p:cNvPr id="63" name="Text 61"/>
          <p:cNvSpPr/>
          <p:nvPr/>
        </p:nvSpPr>
        <p:spPr>
          <a:xfrm>
            <a:off x="6408928" y="3869436"/>
            <a:ext cx="463296" cy="463296"/>
          </a:xfrm>
          <a:prstGeom prst="rect">
            <a:avLst/>
          </a:prstGeom>
          <a:noFill/>
          <a:ln/>
        </p:spPr>
        <p:txBody>
          <a:bodyPr wrap="square" lIns="0" tIns="0" rIns="0" bIns="0" rtlCol="0" anchor="ctr"/>
          <a:lstStyle/>
          <a:p>
            <a:pPr algn="ctr"/>
            <a:r>
              <a:rPr lang="en-US" sz="1867" b="1" dirty="0">
                <a:latin typeface="Cambria" pitchFamily="34" charset="0"/>
                <a:ea typeface="Cambria" pitchFamily="34" charset="-122"/>
                <a:cs typeface="Cambria" pitchFamily="34" charset="-120"/>
              </a:rPr>
              <a:t>7</a:t>
            </a:r>
            <a:endParaRPr lang="en-US" sz="1867" dirty="0"/>
          </a:p>
        </p:txBody>
      </p:sp>
      <p:sp>
        <p:nvSpPr>
          <p:cNvPr id="64" name="Text 62"/>
          <p:cNvSpPr/>
          <p:nvPr/>
        </p:nvSpPr>
        <p:spPr>
          <a:xfrm>
            <a:off x="6981952" y="3845052"/>
            <a:ext cx="1926336" cy="512064"/>
          </a:xfrm>
          <a:prstGeom prst="rect">
            <a:avLst/>
          </a:prstGeom>
          <a:noFill/>
          <a:ln/>
        </p:spPr>
        <p:txBody>
          <a:bodyPr wrap="square" lIns="0" tIns="0" rIns="0" bIns="0" rtlCol="0" anchor="ctr"/>
          <a:lstStyle/>
          <a:p>
            <a:r>
              <a:rPr lang="en-US" sz="1467" b="1" dirty="0">
                <a:solidFill>
                  <a:srgbClr val="FFFFFF"/>
                </a:solidFill>
                <a:latin typeface="Calibri" pitchFamily="34" charset="0"/>
                <a:ea typeface="Calibri" pitchFamily="34" charset="-122"/>
                <a:cs typeface="Calibri" pitchFamily="34" charset="-120"/>
              </a:rPr>
              <a:t>Allocate</a:t>
            </a:r>
            <a:endParaRPr lang="en-US" sz="1467" dirty="0"/>
          </a:p>
          <a:p>
            <a:r>
              <a:rPr lang="en-US" sz="1467" b="1" dirty="0">
                <a:solidFill>
                  <a:srgbClr val="FFFFFF"/>
                </a:solidFill>
                <a:latin typeface="Calibri" pitchFamily="34" charset="0"/>
                <a:ea typeface="Calibri" pitchFamily="34" charset="-122"/>
                <a:cs typeface="Calibri" pitchFamily="34" charset="-120"/>
              </a:rPr>
              <a:t>Resources</a:t>
            </a:r>
            <a:endParaRPr lang="en-US" sz="1467" dirty="0"/>
          </a:p>
        </p:txBody>
      </p:sp>
      <p:sp>
        <p:nvSpPr>
          <p:cNvPr id="65" name="Shape 63"/>
          <p:cNvSpPr/>
          <p:nvPr/>
        </p:nvSpPr>
        <p:spPr>
          <a:xfrm>
            <a:off x="6433312" y="4503420"/>
            <a:ext cx="2462784" cy="341376"/>
          </a:xfrm>
          <a:prstGeom prst="roundRect">
            <a:avLst>
              <a:gd name="adj" fmla="val 21429"/>
            </a:avLst>
          </a:prstGeom>
          <a:solidFill>
            <a:srgbClr val="253170">
              <a:alpha val="25000"/>
            </a:srgbClr>
          </a:solidFill>
          <a:ln/>
        </p:spPr>
      </p:sp>
      <p:sp>
        <p:nvSpPr>
          <p:cNvPr id="66" name="Text 64"/>
          <p:cNvSpPr/>
          <p:nvPr/>
        </p:nvSpPr>
        <p:spPr>
          <a:xfrm>
            <a:off x="6433312" y="4503420"/>
            <a:ext cx="2462784" cy="341376"/>
          </a:xfrm>
          <a:prstGeom prst="rect">
            <a:avLst/>
          </a:prstGeom>
          <a:noFill/>
          <a:ln/>
        </p:spPr>
        <p:txBody>
          <a:bodyPr wrap="square" lIns="0" tIns="0" rIns="0" bIns="0" rtlCol="0" anchor="ctr"/>
          <a:lstStyle/>
          <a:p>
            <a:pPr algn="ctr"/>
            <a:r>
              <a:rPr lang="en-US" sz="1133" b="1" dirty="0">
                <a:solidFill>
                  <a:srgbClr val="253170"/>
                </a:solidFill>
                <a:latin typeface="Calibri" pitchFamily="34" charset="0"/>
                <a:ea typeface="Calibri" pitchFamily="34" charset="-122"/>
                <a:cs typeface="Calibri" pitchFamily="34" charset="-120"/>
              </a:rPr>
              <a:t>Standard 13.5</a:t>
            </a:r>
            <a:endParaRPr lang="en-US" sz="1133" dirty="0"/>
          </a:p>
        </p:txBody>
      </p:sp>
      <p:sp>
        <p:nvSpPr>
          <p:cNvPr id="67" name="Text 65"/>
          <p:cNvSpPr/>
          <p:nvPr/>
        </p:nvSpPr>
        <p:spPr>
          <a:xfrm>
            <a:off x="6457696" y="4942332"/>
            <a:ext cx="2414016" cy="1219200"/>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Skills, time, external specialists if internal team lacks IT governance expertise</a:t>
            </a:r>
            <a:endParaRPr lang="en-US" sz="1267" dirty="0"/>
          </a:p>
        </p:txBody>
      </p:sp>
      <p:sp>
        <p:nvSpPr>
          <p:cNvPr id="68" name="Shape 66"/>
          <p:cNvSpPr/>
          <p:nvPr/>
        </p:nvSpPr>
        <p:spPr>
          <a:xfrm>
            <a:off x="9213088" y="3771900"/>
            <a:ext cx="2706624" cy="2499360"/>
          </a:xfrm>
          <a:prstGeom prst="roundRect">
            <a:avLst>
              <a:gd name="adj" fmla="val 4878"/>
            </a:avLst>
          </a:prstGeom>
          <a:solidFill>
            <a:srgbClr val="F5F7FC"/>
          </a:solidFill>
          <a:ln/>
          <a:effectLst>
            <a:outerShdw blurRad="50800" dist="25400" dir="2700000" algn="bl" rotWithShape="0">
              <a:srgbClr val="000000">
                <a:alpha val="7000"/>
              </a:srgbClr>
            </a:outerShdw>
          </a:effectLst>
        </p:spPr>
      </p:sp>
      <p:sp>
        <p:nvSpPr>
          <p:cNvPr id="69" name="Shape 67"/>
          <p:cNvSpPr/>
          <p:nvPr/>
        </p:nvSpPr>
        <p:spPr>
          <a:xfrm>
            <a:off x="9213088" y="3771900"/>
            <a:ext cx="2706624" cy="633984"/>
          </a:xfrm>
          <a:prstGeom prst="roundRect">
            <a:avLst>
              <a:gd name="adj" fmla="val 19231"/>
            </a:avLst>
          </a:prstGeom>
          <a:solidFill>
            <a:srgbClr val="1A2456"/>
          </a:solidFill>
          <a:ln/>
        </p:spPr>
      </p:sp>
      <p:sp>
        <p:nvSpPr>
          <p:cNvPr id="70" name="Shape 68"/>
          <p:cNvSpPr/>
          <p:nvPr/>
        </p:nvSpPr>
        <p:spPr>
          <a:xfrm>
            <a:off x="9213088" y="4113276"/>
            <a:ext cx="2706624" cy="292608"/>
          </a:xfrm>
          <a:prstGeom prst="rect">
            <a:avLst/>
          </a:prstGeom>
          <a:solidFill>
            <a:srgbClr val="1A2456"/>
          </a:solidFill>
          <a:ln/>
        </p:spPr>
      </p:sp>
      <p:sp>
        <p:nvSpPr>
          <p:cNvPr id="71" name="Shape 69"/>
          <p:cNvSpPr/>
          <p:nvPr/>
        </p:nvSpPr>
        <p:spPr>
          <a:xfrm>
            <a:off x="9310624" y="3869436"/>
            <a:ext cx="463296" cy="463296"/>
          </a:xfrm>
          <a:prstGeom prst="ellipse">
            <a:avLst/>
          </a:prstGeom>
          <a:solidFill>
            <a:srgbClr val="FFFFFF">
              <a:alpha val="70000"/>
            </a:srgbClr>
          </a:solidFill>
          <a:ln w="12700">
            <a:solidFill>
              <a:srgbClr val="FFFFFF"/>
            </a:solidFill>
            <a:prstDash val="solid"/>
          </a:ln>
        </p:spPr>
      </p:sp>
      <p:sp>
        <p:nvSpPr>
          <p:cNvPr id="72" name="Text 70"/>
          <p:cNvSpPr/>
          <p:nvPr/>
        </p:nvSpPr>
        <p:spPr>
          <a:xfrm>
            <a:off x="9310624" y="3869436"/>
            <a:ext cx="463296" cy="463296"/>
          </a:xfrm>
          <a:prstGeom prst="rect">
            <a:avLst/>
          </a:prstGeom>
          <a:noFill/>
          <a:ln/>
        </p:spPr>
        <p:txBody>
          <a:bodyPr wrap="square" lIns="0" tIns="0" rIns="0" bIns="0" rtlCol="0" anchor="ctr"/>
          <a:lstStyle/>
          <a:p>
            <a:pPr algn="ctr"/>
            <a:r>
              <a:rPr lang="en-US" sz="1867" b="1" dirty="0">
                <a:latin typeface="Cambria" pitchFamily="34" charset="0"/>
                <a:ea typeface="Cambria" pitchFamily="34" charset="-122"/>
                <a:cs typeface="Cambria" pitchFamily="34" charset="-120"/>
              </a:rPr>
              <a:t>8</a:t>
            </a:r>
            <a:endParaRPr lang="en-US" sz="1867" dirty="0"/>
          </a:p>
        </p:txBody>
      </p:sp>
      <p:sp>
        <p:nvSpPr>
          <p:cNvPr id="73" name="Text 71"/>
          <p:cNvSpPr/>
          <p:nvPr/>
        </p:nvSpPr>
        <p:spPr>
          <a:xfrm>
            <a:off x="9883648" y="3845052"/>
            <a:ext cx="1926336" cy="512064"/>
          </a:xfrm>
          <a:prstGeom prst="rect">
            <a:avLst/>
          </a:prstGeom>
          <a:noFill/>
          <a:ln/>
        </p:spPr>
        <p:txBody>
          <a:bodyPr wrap="square" lIns="0" tIns="0" rIns="0" bIns="0" rtlCol="0" anchor="ctr"/>
          <a:lstStyle/>
          <a:p>
            <a:r>
              <a:rPr lang="en-US" sz="1467" b="1" dirty="0">
                <a:solidFill>
                  <a:srgbClr val="FFFFFF"/>
                </a:solidFill>
                <a:latin typeface="Calibri" pitchFamily="34" charset="0"/>
                <a:ea typeface="Calibri" pitchFamily="34" charset="-122"/>
                <a:cs typeface="Calibri" pitchFamily="34" charset="-120"/>
              </a:rPr>
              <a:t>Document</a:t>
            </a:r>
            <a:endParaRPr lang="en-US" sz="1467" dirty="0"/>
          </a:p>
          <a:p>
            <a:r>
              <a:rPr lang="en-US" sz="1467" b="1" dirty="0">
                <a:solidFill>
                  <a:srgbClr val="FFFFFF"/>
                </a:solidFill>
                <a:latin typeface="Calibri" pitchFamily="34" charset="0"/>
                <a:ea typeface="Calibri" pitchFamily="34" charset="-122"/>
                <a:cs typeface="Calibri" pitchFamily="34" charset="-120"/>
              </a:rPr>
              <a:t>the Plan</a:t>
            </a:r>
            <a:endParaRPr lang="en-US" sz="1467" dirty="0"/>
          </a:p>
        </p:txBody>
      </p:sp>
      <p:sp>
        <p:nvSpPr>
          <p:cNvPr id="74" name="Shape 72"/>
          <p:cNvSpPr/>
          <p:nvPr/>
        </p:nvSpPr>
        <p:spPr>
          <a:xfrm>
            <a:off x="9335008" y="4503420"/>
            <a:ext cx="2462784" cy="341376"/>
          </a:xfrm>
          <a:prstGeom prst="roundRect">
            <a:avLst>
              <a:gd name="adj" fmla="val 21429"/>
            </a:avLst>
          </a:prstGeom>
          <a:solidFill>
            <a:srgbClr val="1A2456">
              <a:alpha val="25000"/>
            </a:srgbClr>
          </a:solidFill>
          <a:ln/>
        </p:spPr>
      </p:sp>
      <p:sp>
        <p:nvSpPr>
          <p:cNvPr id="75" name="Text 73"/>
          <p:cNvSpPr/>
          <p:nvPr/>
        </p:nvSpPr>
        <p:spPr>
          <a:xfrm>
            <a:off x="9335008" y="4503420"/>
            <a:ext cx="2462784" cy="341376"/>
          </a:xfrm>
          <a:prstGeom prst="rect">
            <a:avLst/>
          </a:prstGeom>
          <a:noFill/>
          <a:ln/>
        </p:spPr>
        <p:txBody>
          <a:bodyPr wrap="square" lIns="0" tIns="0" rIns="0" bIns="0" rtlCol="0" anchor="ctr"/>
          <a:lstStyle/>
          <a:p>
            <a:pPr algn="ctr"/>
            <a:r>
              <a:rPr lang="en-US" sz="1133" b="1" dirty="0">
                <a:solidFill>
                  <a:srgbClr val="1A2456"/>
                </a:solidFill>
                <a:latin typeface="Calibri" pitchFamily="34" charset="0"/>
                <a:ea typeface="Calibri" pitchFamily="34" charset="-122"/>
                <a:cs typeface="Calibri" pitchFamily="34" charset="-120"/>
              </a:rPr>
              <a:t>Standard 13.6</a:t>
            </a:r>
            <a:endParaRPr lang="en-US" sz="1133" dirty="0"/>
          </a:p>
        </p:txBody>
      </p:sp>
      <p:sp>
        <p:nvSpPr>
          <p:cNvPr id="76" name="Text 74"/>
          <p:cNvSpPr/>
          <p:nvPr/>
        </p:nvSpPr>
        <p:spPr>
          <a:xfrm>
            <a:off x="9359392" y="4942332"/>
            <a:ext cx="2414016" cy="1219200"/>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Process map, interview summary, risk matrix, criteria — the work program</a:t>
            </a:r>
            <a:endParaRPr lang="en-US" sz="1267" dirty="0"/>
          </a:p>
        </p:txBody>
      </p:sp>
      <p:sp>
        <p:nvSpPr>
          <p:cNvPr id="77" name="Shape 75"/>
          <p:cNvSpPr/>
          <p:nvPr/>
        </p:nvSpPr>
        <p:spPr>
          <a:xfrm>
            <a:off x="3214624" y="2235708"/>
            <a:ext cx="195072" cy="0"/>
          </a:xfrm>
          <a:prstGeom prst="line">
            <a:avLst/>
          </a:prstGeom>
          <a:noFill/>
          <a:ln w="19050">
            <a:solidFill>
              <a:srgbClr val="6B7A9F"/>
            </a:solidFill>
            <a:prstDash val="solid"/>
          </a:ln>
        </p:spPr>
      </p:sp>
      <p:sp>
        <p:nvSpPr>
          <p:cNvPr id="78" name="Shape 76"/>
          <p:cNvSpPr/>
          <p:nvPr/>
        </p:nvSpPr>
        <p:spPr>
          <a:xfrm>
            <a:off x="6116320" y="2235708"/>
            <a:ext cx="195072" cy="0"/>
          </a:xfrm>
          <a:prstGeom prst="line">
            <a:avLst/>
          </a:prstGeom>
          <a:noFill/>
          <a:ln w="19050">
            <a:solidFill>
              <a:srgbClr val="6B7A9F"/>
            </a:solidFill>
            <a:prstDash val="solid"/>
          </a:ln>
        </p:spPr>
      </p:sp>
      <p:sp>
        <p:nvSpPr>
          <p:cNvPr id="79" name="Shape 77"/>
          <p:cNvSpPr/>
          <p:nvPr/>
        </p:nvSpPr>
        <p:spPr>
          <a:xfrm>
            <a:off x="9018016" y="2235708"/>
            <a:ext cx="195072" cy="0"/>
          </a:xfrm>
          <a:prstGeom prst="line">
            <a:avLst/>
          </a:prstGeom>
          <a:noFill/>
          <a:ln w="19050">
            <a:solidFill>
              <a:srgbClr val="6B7A9F"/>
            </a:solidFill>
            <a:prstDash val="solid"/>
          </a:ln>
        </p:spPr>
      </p:sp>
      <p:sp>
        <p:nvSpPr>
          <p:cNvPr id="80" name="Shape 78"/>
          <p:cNvSpPr/>
          <p:nvPr/>
        </p:nvSpPr>
        <p:spPr>
          <a:xfrm>
            <a:off x="3214624" y="5015484"/>
            <a:ext cx="195072" cy="0"/>
          </a:xfrm>
          <a:prstGeom prst="line">
            <a:avLst/>
          </a:prstGeom>
          <a:noFill/>
          <a:ln w="19050">
            <a:solidFill>
              <a:srgbClr val="6B7A9F"/>
            </a:solidFill>
            <a:prstDash val="solid"/>
          </a:ln>
        </p:spPr>
      </p:sp>
      <p:sp>
        <p:nvSpPr>
          <p:cNvPr id="81" name="Shape 79"/>
          <p:cNvSpPr/>
          <p:nvPr/>
        </p:nvSpPr>
        <p:spPr>
          <a:xfrm>
            <a:off x="6116320" y="5015484"/>
            <a:ext cx="195072" cy="0"/>
          </a:xfrm>
          <a:prstGeom prst="line">
            <a:avLst/>
          </a:prstGeom>
          <a:noFill/>
          <a:ln w="19050">
            <a:solidFill>
              <a:srgbClr val="6B7A9F"/>
            </a:solidFill>
            <a:prstDash val="solid"/>
          </a:ln>
        </p:spPr>
      </p:sp>
      <p:sp>
        <p:nvSpPr>
          <p:cNvPr id="82" name="Shape 80"/>
          <p:cNvSpPr/>
          <p:nvPr/>
        </p:nvSpPr>
        <p:spPr>
          <a:xfrm>
            <a:off x="9018016" y="5015484"/>
            <a:ext cx="195072" cy="0"/>
          </a:xfrm>
          <a:prstGeom prst="line">
            <a:avLst/>
          </a:prstGeom>
          <a:noFill/>
          <a:ln w="19050">
            <a:solidFill>
              <a:srgbClr val="6B7A9F"/>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600" y="219456"/>
            <a:ext cx="3901440"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STEPS 1 &amp; 2  ·  p.13–15</a:t>
            </a:r>
            <a:endParaRPr lang="en-US" sz="1333" dirty="0"/>
          </a:p>
        </p:txBody>
      </p:sp>
      <p:sp>
        <p:nvSpPr>
          <p:cNvPr id="4" name="Text 2"/>
          <p:cNvSpPr/>
          <p:nvPr/>
        </p:nvSpPr>
        <p:spPr>
          <a:xfrm>
            <a:off x="632460" y="243840"/>
            <a:ext cx="7315200" cy="426720"/>
          </a:xfrm>
          <a:prstGeom prst="rect">
            <a:avLst/>
          </a:prstGeom>
          <a:noFill/>
          <a:ln/>
        </p:spPr>
        <p:txBody>
          <a:bodyPr wrap="square" lIns="0" tIns="0" rIns="0" bIns="0" rtlCol="0" anchor="ctr"/>
          <a:lstStyle/>
          <a:p>
            <a:r>
              <a:rPr lang="en-US" sz="2933" b="1" dirty="0">
                <a:solidFill>
                  <a:srgbClr val="1A2456"/>
                </a:solidFill>
                <a:latin typeface="Cambria" pitchFamily="34" charset="0"/>
                <a:ea typeface="Cambria" pitchFamily="34" charset="-122"/>
                <a:cs typeface="Cambria" pitchFamily="34" charset="-120"/>
              </a:rPr>
              <a:t>Understand Context &amp; Gather Information</a:t>
            </a:r>
            <a:endParaRPr lang="en-US" sz="2933" dirty="0"/>
          </a:p>
        </p:txBody>
      </p:sp>
      <p:sp>
        <p:nvSpPr>
          <p:cNvPr id="5" name="Shape 3"/>
          <p:cNvSpPr/>
          <p:nvPr/>
        </p:nvSpPr>
        <p:spPr>
          <a:xfrm>
            <a:off x="609600" y="829056"/>
            <a:ext cx="5583936" cy="5851144"/>
          </a:xfrm>
          <a:prstGeom prst="roundRect">
            <a:avLst>
              <a:gd name="adj" fmla="val 2620"/>
            </a:avLst>
          </a:prstGeom>
          <a:solidFill>
            <a:srgbClr val="E8F5E9"/>
          </a:solidFill>
          <a:ln/>
          <a:effectLst>
            <a:outerShdw blurRad="88900" dist="38100" dir="2700000" algn="bl" rotWithShape="0">
              <a:srgbClr val="000000">
                <a:alpha val="9000"/>
              </a:srgbClr>
            </a:outerShdw>
          </a:effectLst>
        </p:spPr>
      </p:sp>
      <p:sp>
        <p:nvSpPr>
          <p:cNvPr id="6" name="Shape 4"/>
          <p:cNvSpPr/>
          <p:nvPr/>
        </p:nvSpPr>
        <p:spPr>
          <a:xfrm>
            <a:off x="731520" y="950976"/>
            <a:ext cx="670560" cy="670560"/>
          </a:xfrm>
          <a:prstGeom prst="roundRect">
            <a:avLst>
              <a:gd name="adj" fmla="val 14545"/>
            </a:avLst>
          </a:prstGeom>
          <a:solidFill>
            <a:srgbClr val="2E7D32"/>
          </a:solidFill>
          <a:ln/>
        </p:spPr>
      </p:sp>
      <p:sp>
        <p:nvSpPr>
          <p:cNvPr id="7" name="Text 5"/>
          <p:cNvSpPr/>
          <p:nvPr/>
        </p:nvSpPr>
        <p:spPr>
          <a:xfrm>
            <a:off x="731520" y="950976"/>
            <a:ext cx="670560" cy="670560"/>
          </a:xfrm>
          <a:prstGeom prst="rect">
            <a:avLst/>
          </a:prstGeom>
          <a:noFill/>
          <a:ln/>
        </p:spPr>
        <p:txBody>
          <a:bodyPr wrap="square" lIns="0" tIns="0" rIns="0" bIns="0" rtlCol="0" anchor="ctr"/>
          <a:lstStyle/>
          <a:p>
            <a:pPr algn="ct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8" name="Text 6"/>
          <p:cNvSpPr/>
          <p:nvPr/>
        </p:nvSpPr>
        <p:spPr>
          <a:xfrm>
            <a:off x="1524000" y="999744"/>
            <a:ext cx="4450080" cy="560832"/>
          </a:xfrm>
          <a:prstGeom prst="rect">
            <a:avLst/>
          </a:prstGeom>
          <a:noFill/>
          <a:ln/>
        </p:spPr>
        <p:txBody>
          <a:bodyPr wrap="square" lIns="0" tIns="0" rIns="0" bIns="0" rtlCol="0" anchor="ctr"/>
          <a:lstStyle/>
          <a:p>
            <a:r>
              <a:rPr lang="en-US" sz="1733" b="1" dirty="0">
                <a:solidFill>
                  <a:srgbClr val="2E7D32"/>
                </a:solidFill>
                <a:latin typeface="Calibri" pitchFamily="34" charset="0"/>
                <a:ea typeface="Calibri" pitchFamily="34" charset="-122"/>
                <a:cs typeface="Calibri" pitchFamily="34" charset="-120"/>
              </a:rPr>
              <a:t>Understand Context &amp; Purpose</a:t>
            </a:r>
            <a:endParaRPr lang="en-US" sz="1733" dirty="0"/>
          </a:p>
        </p:txBody>
      </p:sp>
      <p:sp>
        <p:nvSpPr>
          <p:cNvPr id="9" name="Shape 7"/>
          <p:cNvSpPr/>
          <p:nvPr/>
        </p:nvSpPr>
        <p:spPr>
          <a:xfrm>
            <a:off x="792480" y="1731264"/>
            <a:ext cx="5218176" cy="1036320"/>
          </a:xfrm>
          <a:prstGeom prst="roundRect">
            <a:avLst>
              <a:gd name="adj" fmla="val 9412"/>
            </a:avLst>
          </a:prstGeom>
          <a:solidFill>
            <a:srgbClr val="1A2456"/>
          </a:solidFill>
          <a:ln/>
        </p:spPr>
      </p:sp>
      <p:sp>
        <p:nvSpPr>
          <p:cNvPr id="10" name="Text 8"/>
          <p:cNvSpPr/>
          <p:nvPr/>
        </p:nvSpPr>
        <p:spPr>
          <a:xfrm>
            <a:off x="950976" y="1804416"/>
            <a:ext cx="4901184" cy="877824"/>
          </a:xfrm>
          <a:prstGeom prst="rect">
            <a:avLst/>
          </a:prstGeom>
          <a:noFill/>
          <a:ln/>
        </p:spPr>
        <p:txBody>
          <a:bodyPr wrap="square" rtlCol="0" anchor="ctr"/>
          <a:lstStyle/>
          <a:p>
            <a:r>
              <a:rPr lang="en-US" sz="1333" i="1" dirty="0">
                <a:solidFill>
                  <a:srgbClr val="FFFFFF"/>
                </a:solidFill>
                <a:latin typeface="Calibri" pitchFamily="34" charset="0"/>
                <a:ea typeface="Calibri" pitchFamily="34" charset="-122"/>
                <a:cs typeface="Calibri" pitchFamily="34" charset="-120"/>
              </a:rPr>
              <a:t>"Internal auditors should first identify the framework(s) the organization uses to drive effective IT governance and IT management, since this could provide the most relevant criteria for the engagement."</a:t>
            </a:r>
            <a:endParaRPr lang="en-US" sz="1333" dirty="0"/>
          </a:p>
        </p:txBody>
      </p:sp>
      <p:sp>
        <p:nvSpPr>
          <p:cNvPr id="11" name="Text 9"/>
          <p:cNvSpPr/>
          <p:nvPr/>
        </p:nvSpPr>
        <p:spPr>
          <a:xfrm>
            <a:off x="829056" y="2840736"/>
            <a:ext cx="5145024" cy="268224"/>
          </a:xfrm>
          <a:prstGeom prst="rect">
            <a:avLst/>
          </a:prstGeom>
          <a:noFill/>
          <a:ln/>
        </p:spPr>
        <p:txBody>
          <a:bodyPr wrap="square" lIns="0" tIns="0" rIns="0" bIns="0" rtlCol="0" anchor="ctr"/>
          <a:lstStyle/>
          <a:p>
            <a:r>
              <a:rPr lang="en-US" sz="1200" i="1" dirty="0">
                <a:solidFill>
                  <a:srgbClr val="6B7A9F"/>
                </a:solidFill>
                <a:latin typeface="Calibri" pitchFamily="34" charset="0"/>
                <a:ea typeface="Calibri" pitchFamily="34" charset="-122"/>
                <a:cs typeface="Calibri" pitchFamily="34" charset="-120"/>
              </a:rPr>
              <a:t>p.13 · Standard 13.4 Evaluation Criteria</a:t>
            </a:r>
            <a:endParaRPr lang="en-US" sz="1200" dirty="0"/>
          </a:p>
        </p:txBody>
      </p:sp>
      <p:sp>
        <p:nvSpPr>
          <p:cNvPr id="12" name="Shape 10"/>
          <p:cNvSpPr/>
          <p:nvPr/>
        </p:nvSpPr>
        <p:spPr>
          <a:xfrm>
            <a:off x="792480" y="3194304"/>
            <a:ext cx="5218176" cy="560832"/>
          </a:xfrm>
          <a:prstGeom prst="roundRect">
            <a:avLst>
              <a:gd name="adj" fmla="val 15217"/>
            </a:avLst>
          </a:prstGeom>
          <a:solidFill>
            <a:srgbClr val="FFFFFF"/>
          </a:solidFill>
          <a:ln/>
          <a:effectLst>
            <a:outerShdw blurRad="50800" dist="25400" dir="2700000" algn="bl" rotWithShape="0">
              <a:srgbClr val="000000">
                <a:alpha val="7000"/>
              </a:srgbClr>
            </a:outerShdw>
          </a:effectLst>
        </p:spPr>
      </p:sp>
      <p:sp>
        <p:nvSpPr>
          <p:cNvPr id="13" name="Shape 11"/>
          <p:cNvSpPr/>
          <p:nvPr/>
        </p:nvSpPr>
        <p:spPr>
          <a:xfrm>
            <a:off x="877824" y="3267456"/>
            <a:ext cx="1085088" cy="402336"/>
          </a:xfrm>
          <a:prstGeom prst="roundRect">
            <a:avLst>
              <a:gd name="adj" fmla="val 15152"/>
            </a:avLst>
          </a:prstGeom>
          <a:solidFill>
            <a:srgbClr val="2E7D32"/>
          </a:solidFill>
          <a:ln/>
        </p:spPr>
      </p:sp>
      <p:sp>
        <p:nvSpPr>
          <p:cNvPr id="14" name="Text 12"/>
          <p:cNvSpPr/>
          <p:nvPr/>
        </p:nvSpPr>
        <p:spPr>
          <a:xfrm>
            <a:off x="877824" y="3267456"/>
            <a:ext cx="1085088" cy="402336"/>
          </a:xfrm>
          <a:prstGeom prst="rect">
            <a:avLst/>
          </a:prstGeom>
          <a:noFill/>
          <a:ln/>
        </p:spPr>
        <p:txBody>
          <a:bodyPr wrap="square" lIns="0" tIns="0" rIns="0" bIns="0" rtlCol="0" anchor="ctr"/>
          <a:lstStyle/>
          <a:p>
            <a:pPr algn="ctr"/>
            <a:r>
              <a:rPr lang="en-US" sz="1067" b="1" dirty="0">
                <a:solidFill>
                  <a:srgbClr val="FFFFFF"/>
                </a:solidFill>
                <a:latin typeface="Calibri" pitchFamily="34" charset="0"/>
                <a:ea typeface="Calibri" pitchFamily="34" charset="-122"/>
                <a:cs typeface="Calibri" pitchFamily="34" charset="-120"/>
              </a:rPr>
              <a:t>Framework exists</a:t>
            </a:r>
            <a:endParaRPr lang="en-US" sz="1067" dirty="0"/>
          </a:p>
        </p:txBody>
      </p:sp>
      <p:sp>
        <p:nvSpPr>
          <p:cNvPr id="15" name="Text 13"/>
          <p:cNvSpPr/>
          <p:nvPr/>
        </p:nvSpPr>
        <p:spPr>
          <a:xfrm>
            <a:off x="2121408" y="3291840"/>
            <a:ext cx="3730752" cy="365760"/>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Use it as evaluation criteria per Standard 13.4</a:t>
            </a:r>
            <a:endParaRPr lang="en-US" sz="1333" dirty="0"/>
          </a:p>
        </p:txBody>
      </p:sp>
      <p:sp>
        <p:nvSpPr>
          <p:cNvPr id="16" name="Shape 14"/>
          <p:cNvSpPr/>
          <p:nvPr/>
        </p:nvSpPr>
        <p:spPr>
          <a:xfrm>
            <a:off x="792480" y="3864864"/>
            <a:ext cx="5218176" cy="560832"/>
          </a:xfrm>
          <a:prstGeom prst="roundRect">
            <a:avLst>
              <a:gd name="adj" fmla="val 15217"/>
            </a:avLst>
          </a:prstGeom>
          <a:solidFill>
            <a:srgbClr val="FFFFFF"/>
          </a:solidFill>
          <a:ln/>
          <a:effectLst>
            <a:outerShdw blurRad="50800" dist="25400" dir="2700000" algn="bl" rotWithShape="0">
              <a:srgbClr val="000000">
                <a:alpha val="7000"/>
              </a:srgbClr>
            </a:outerShdw>
          </a:effectLst>
        </p:spPr>
      </p:sp>
      <p:sp>
        <p:nvSpPr>
          <p:cNvPr id="17" name="Shape 15"/>
          <p:cNvSpPr/>
          <p:nvPr/>
        </p:nvSpPr>
        <p:spPr>
          <a:xfrm>
            <a:off x="877824" y="3938016"/>
            <a:ext cx="1085088" cy="402336"/>
          </a:xfrm>
          <a:prstGeom prst="roundRect">
            <a:avLst>
              <a:gd name="adj" fmla="val 15152"/>
            </a:avLst>
          </a:prstGeom>
          <a:solidFill>
            <a:srgbClr val="E65100"/>
          </a:solidFill>
          <a:ln/>
        </p:spPr>
      </p:sp>
      <p:sp>
        <p:nvSpPr>
          <p:cNvPr id="18" name="Text 16"/>
          <p:cNvSpPr/>
          <p:nvPr/>
        </p:nvSpPr>
        <p:spPr>
          <a:xfrm>
            <a:off x="877824" y="3938016"/>
            <a:ext cx="1060704" cy="402336"/>
          </a:xfrm>
          <a:prstGeom prst="rect">
            <a:avLst/>
          </a:prstGeom>
          <a:noFill/>
          <a:ln/>
        </p:spPr>
        <p:txBody>
          <a:bodyPr wrap="square" lIns="0" tIns="0" rIns="0" bIns="0" rtlCol="0" anchor="ctr"/>
          <a:lstStyle/>
          <a:p>
            <a:pPr algn="ctr"/>
            <a:r>
              <a:rPr lang="en-US" sz="1067" b="1" dirty="0">
                <a:solidFill>
                  <a:srgbClr val="FFFFFF"/>
                </a:solidFill>
                <a:latin typeface="Calibri" pitchFamily="34" charset="0"/>
                <a:ea typeface="Calibri" pitchFamily="34" charset="-122"/>
                <a:cs typeface="Calibri" pitchFamily="34" charset="-120"/>
              </a:rPr>
              <a:t>No framework</a:t>
            </a:r>
            <a:endParaRPr lang="en-US" sz="1067" dirty="0"/>
          </a:p>
        </p:txBody>
      </p:sp>
      <p:sp>
        <p:nvSpPr>
          <p:cNvPr id="19" name="Text 17"/>
          <p:cNvSpPr/>
          <p:nvPr/>
        </p:nvSpPr>
        <p:spPr>
          <a:xfrm>
            <a:off x="2121408" y="3962400"/>
            <a:ext cx="3730752" cy="365760"/>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Offer advisory engagement to map existing controls to a framework</a:t>
            </a:r>
            <a:endParaRPr lang="en-US" sz="1333" dirty="0"/>
          </a:p>
        </p:txBody>
      </p:sp>
      <p:sp>
        <p:nvSpPr>
          <p:cNvPr id="20" name="Shape 18"/>
          <p:cNvSpPr/>
          <p:nvPr/>
        </p:nvSpPr>
        <p:spPr>
          <a:xfrm>
            <a:off x="792480" y="4535424"/>
            <a:ext cx="5218176" cy="560832"/>
          </a:xfrm>
          <a:prstGeom prst="roundRect">
            <a:avLst>
              <a:gd name="adj" fmla="val 15217"/>
            </a:avLst>
          </a:prstGeom>
          <a:solidFill>
            <a:srgbClr val="FFFFFF"/>
          </a:solidFill>
          <a:ln/>
          <a:effectLst>
            <a:outerShdw blurRad="50800" dist="25400" dir="2700000" algn="bl" rotWithShape="0">
              <a:srgbClr val="000000">
                <a:alpha val="7000"/>
              </a:srgbClr>
            </a:outerShdw>
          </a:effectLst>
        </p:spPr>
      </p:sp>
      <p:sp>
        <p:nvSpPr>
          <p:cNvPr id="21" name="Shape 19"/>
          <p:cNvSpPr/>
          <p:nvPr/>
        </p:nvSpPr>
        <p:spPr>
          <a:xfrm>
            <a:off x="877824" y="4608576"/>
            <a:ext cx="1085088" cy="402336"/>
          </a:xfrm>
          <a:prstGeom prst="roundRect">
            <a:avLst>
              <a:gd name="adj" fmla="val 15152"/>
            </a:avLst>
          </a:prstGeom>
          <a:solidFill>
            <a:srgbClr val="00796B"/>
          </a:solidFill>
          <a:ln/>
        </p:spPr>
      </p:sp>
      <p:sp>
        <p:nvSpPr>
          <p:cNvPr id="22" name="Text 20"/>
          <p:cNvSpPr/>
          <p:nvPr/>
        </p:nvSpPr>
        <p:spPr>
          <a:xfrm>
            <a:off x="877824" y="4608576"/>
            <a:ext cx="1085088" cy="402336"/>
          </a:xfrm>
          <a:prstGeom prst="rect">
            <a:avLst/>
          </a:prstGeom>
          <a:noFill/>
          <a:ln/>
        </p:spPr>
        <p:txBody>
          <a:bodyPr wrap="square" lIns="0" tIns="0" rIns="0" bIns="0" rtlCol="0" anchor="ctr"/>
          <a:lstStyle/>
          <a:p>
            <a:pPr algn="ctr"/>
            <a:r>
              <a:rPr lang="en-US" sz="1067" b="1" dirty="0">
                <a:solidFill>
                  <a:srgbClr val="FFFFFF"/>
                </a:solidFill>
                <a:latin typeface="Calibri" pitchFamily="34" charset="0"/>
                <a:ea typeface="Calibri" pitchFamily="34" charset="-122"/>
                <a:cs typeface="Calibri" pitchFamily="34" charset="-120"/>
              </a:rPr>
              <a:t>Standard 9.1 review</a:t>
            </a:r>
            <a:endParaRPr lang="en-US" sz="1067" dirty="0"/>
          </a:p>
        </p:txBody>
      </p:sp>
      <p:sp>
        <p:nvSpPr>
          <p:cNvPr id="23" name="Text 21"/>
          <p:cNvSpPr/>
          <p:nvPr/>
        </p:nvSpPr>
        <p:spPr>
          <a:xfrm>
            <a:off x="2121408" y="4632960"/>
            <a:ext cx="3730752" cy="365760"/>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Board/committee charters, agendas, and meeting minutes</a:t>
            </a:r>
            <a:endParaRPr lang="en-US" sz="1333" dirty="0"/>
          </a:p>
        </p:txBody>
      </p:sp>
      <p:sp>
        <p:nvSpPr>
          <p:cNvPr id="24" name="Text 22"/>
          <p:cNvSpPr/>
          <p:nvPr/>
        </p:nvSpPr>
        <p:spPr>
          <a:xfrm>
            <a:off x="829056" y="5242560"/>
            <a:ext cx="5145024" cy="304800"/>
          </a:xfrm>
          <a:prstGeom prst="rect">
            <a:avLst/>
          </a:prstGeom>
          <a:noFill/>
          <a:ln/>
        </p:spPr>
        <p:txBody>
          <a:bodyPr wrap="square" lIns="0" tIns="0" rIns="0" bIns="0" rtlCol="0" anchor="ctr"/>
          <a:lstStyle/>
          <a:p>
            <a:r>
              <a:rPr lang="en-US" sz="1333" b="1" dirty="0">
                <a:solidFill>
                  <a:srgbClr val="1A2456"/>
                </a:solidFill>
                <a:latin typeface="Calibri" pitchFamily="34" charset="0"/>
                <a:ea typeface="Calibri" pitchFamily="34" charset="-122"/>
                <a:cs typeface="Calibri" pitchFamily="34" charset="-120"/>
              </a:rPr>
              <a:t>Who to speak with (p.14):</a:t>
            </a:r>
            <a:endParaRPr lang="en-US" sz="1333" dirty="0"/>
          </a:p>
        </p:txBody>
      </p:sp>
      <p:sp>
        <p:nvSpPr>
          <p:cNvPr id="25" name="Text 23"/>
          <p:cNvSpPr/>
          <p:nvPr/>
        </p:nvSpPr>
        <p:spPr>
          <a:xfrm>
            <a:off x="829056" y="5559552"/>
            <a:ext cx="5145024" cy="853440"/>
          </a:xfrm>
          <a:prstGeom prst="rect">
            <a:avLst/>
          </a:prstGeom>
          <a:noFill/>
          <a:ln/>
        </p:spPr>
        <p:txBody>
          <a:bodyPr wrap="square" lIns="0" tIns="0" rIns="0" bIns="0" rtlCol="0" anchor="ctr"/>
          <a:lstStyle/>
          <a:p>
            <a:r>
              <a:rPr lang="en-US" sz="1267" dirty="0">
                <a:solidFill>
                  <a:srgbClr val="6B7A9F"/>
                </a:solidFill>
                <a:latin typeface="Calibri" pitchFamily="34" charset="0"/>
                <a:ea typeface="Calibri" pitchFamily="34" charset="-122"/>
                <a:cs typeface="Calibri" pitchFamily="34" charset="-120"/>
              </a:rPr>
              <a:t>Board chairman  ·  Audit committee chair  ·  Chief ethics officer  ·  HR officer  ·  Independent external auditor  ·  Chief compliance officer  ·  Chief risk officer</a:t>
            </a:r>
            <a:endParaRPr lang="en-US" sz="1267" dirty="0"/>
          </a:p>
        </p:txBody>
      </p:sp>
      <p:sp>
        <p:nvSpPr>
          <p:cNvPr id="26" name="Shape 24"/>
          <p:cNvSpPr/>
          <p:nvPr/>
        </p:nvSpPr>
        <p:spPr>
          <a:xfrm>
            <a:off x="6437376" y="829056"/>
            <a:ext cx="5145024" cy="5851144"/>
          </a:xfrm>
          <a:prstGeom prst="roundRect">
            <a:avLst>
              <a:gd name="adj" fmla="val 2844"/>
            </a:avLst>
          </a:prstGeom>
          <a:solidFill>
            <a:srgbClr val="E0F2F1"/>
          </a:solidFill>
          <a:ln/>
          <a:effectLst>
            <a:outerShdw blurRad="88900" dist="38100" dir="2700000" algn="bl" rotWithShape="0">
              <a:srgbClr val="000000">
                <a:alpha val="9000"/>
              </a:srgbClr>
            </a:outerShdw>
          </a:effectLst>
        </p:spPr>
      </p:sp>
      <p:sp>
        <p:nvSpPr>
          <p:cNvPr id="27" name="Shape 25"/>
          <p:cNvSpPr/>
          <p:nvPr/>
        </p:nvSpPr>
        <p:spPr>
          <a:xfrm>
            <a:off x="6559296" y="950976"/>
            <a:ext cx="670560" cy="670560"/>
          </a:xfrm>
          <a:prstGeom prst="roundRect">
            <a:avLst>
              <a:gd name="adj" fmla="val 14545"/>
            </a:avLst>
          </a:prstGeom>
          <a:solidFill>
            <a:srgbClr val="00796B"/>
          </a:solidFill>
          <a:ln/>
        </p:spPr>
      </p:sp>
      <p:sp>
        <p:nvSpPr>
          <p:cNvPr id="28" name="Text 26"/>
          <p:cNvSpPr/>
          <p:nvPr/>
        </p:nvSpPr>
        <p:spPr>
          <a:xfrm>
            <a:off x="6559296" y="950976"/>
            <a:ext cx="670560" cy="670560"/>
          </a:xfrm>
          <a:prstGeom prst="rect">
            <a:avLst/>
          </a:prstGeom>
          <a:noFill/>
          <a:ln/>
        </p:spPr>
        <p:txBody>
          <a:bodyPr wrap="square" lIns="0" tIns="0" rIns="0" bIns="0" rtlCol="0" anchor="ctr"/>
          <a:lstStyle/>
          <a:p>
            <a:pPr algn="ct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29" name="Text 27"/>
          <p:cNvSpPr/>
          <p:nvPr/>
        </p:nvSpPr>
        <p:spPr>
          <a:xfrm>
            <a:off x="7339584" y="999744"/>
            <a:ext cx="4023360" cy="560832"/>
          </a:xfrm>
          <a:prstGeom prst="rect">
            <a:avLst/>
          </a:prstGeom>
          <a:noFill/>
          <a:ln/>
        </p:spPr>
        <p:txBody>
          <a:bodyPr wrap="square" lIns="0" tIns="0" rIns="0" bIns="0" rtlCol="0" anchor="ctr"/>
          <a:lstStyle/>
          <a:p>
            <a:r>
              <a:rPr lang="en-US" sz="1733" b="1" dirty="0">
                <a:solidFill>
                  <a:srgbClr val="00796B"/>
                </a:solidFill>
                <a:latin typeface="Calibri" pitchFamily="34" charset="0"/>
                <a:ea typeface="Calibri" pitchFamily="34" charset="-122"/>
                <a:cs typeface="Calibri" pitchFamily="34" charset="-120"/>
              </a:rPr>
              <a:t>Gather Information</a:t>
            </a:r>
            <a:endParaRPr lang="en-US" sz="1733" dirty="0"/>
          </a:p>
        </p:txBody>
      </p:sp>
      <p:sp>
        <p:nvSpPr>
          <p:cNvPr id="30" name="Text 28"/>
          <p:cNvSpPr/>
          <p:nvPr/>
        </p:nvSpPr>
        <p:spPr>
          <a:xfrm>
            <a:off x="6608064" y="1731264"/>
            <a:ext cx="4754880" cy="304800"/>
          </a:xfrm>
          <a:prstGeom prst="rect">
            <a:avLst/>
          </a:prstGeom>
          <a:noFill/>
          <a:ln/>
        </p:spPr>
        <p:txBody>
          <a:bodyPr wrap="square" lIns="0" tIns="0" rIns="0" bIns="0" rtlCol="0" anchor="ctr"/>
          <a:lstStyle/>
          <a:p>
            <a:r>
              <a:rPr lang="en-US" sz="1333" b="1" dirty="0">
                <a:solidFill>
                  <a:srgbClr val="1A2456"/>
                </a:solidFill>
                <a:latin typeface="Calibri" pitchFamily="34" charset="0"/>
                <a:ea typeface="Calibri" pitchFamily="34" charset="-122"/>
                <a:cs typeface="Calibri" pitchFamily="34" charset="-120"/>
              </a:rPr>
              <a:t>Documents to Request (p.14–15):</a:t>
            </a:r>
            <a:endParaRPr lang="en-US" sz="1333" dirty="0"/>
          </a:p>
        </p:txBody>
      </p:sp>
      <p:sp>
        <p:nvSpPr>
          <p:cNvPr id="31" name="Text 29"/>
          <p:cNvSpPr/>
          <p:nvPr/>
        </p:nvSpPr>
        <p:spPr>
          <a:xfrm>
            <a:off x="6608064" y="2072640"/>
            <a:ext cx="4754880" cy="292608"/>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  Past audit reports</a:t>
            </a:r>
            <a:endParaRPr lang="en-US" sz="1267" dirty="0"/>
          </a:p>
        </p:txBody>
      </p:sp>
      <p:sp>
        <p:nvSpPr>
          <p:cNvPr id="32" name="Text 30"/>
          <p:cNvSpPr/>
          <p:nvPr/>
        </p:nvSpPr>
        <p:spPr>
          <a:xfrm>
            <a:off x="6608064" y="2389632"/>
            <a:ext cx="4754880" cy="292608"/>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  Strategic plans (mission, vision, strategy, goals)</a:t>
            </a:r>
            <a:endParaRPr lang="en-US" sz="1267" dirty="0"/>
          </a:p>
        </p:txBody>
      </p:sp>
      <p:sp>
        <p:nvSpPr>
          <p:cNvPr id="33" name="Text 31"/>
          <p:cNvSpPr/>
          <p:nvPr/>
        </p:nvSpPr>
        <p:spPr>
          <a:xfrm>
            <a:off x="6608064" y="2706624"/>
            <a:ext cx="4754880" cy="292608"/>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  Organizational governance framework</a:t>
            </a:r>
            <a:endParaRPr lang="en-US" sz="1267" dirty="0"/>
          </a:p>
        </p:txBody>
      </p:sp>
      <p:sp>
        <p:nvSpPr>
          <p:cNvPr id="34" name="Text 32"/>
          <p:cNvSpPr/>
          <p:nvPr/>
        </p:nvSpPr>
        <p:spPr>
          <a:xfrm>
            <a:off x="6608064" y="3023616"/>
            <a:ext cx="4754880" cy="292608"/>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  IT governance framework</a:t>
            </a:r>
            <a:endParaRPr lang="en-US" sz="1267" dirty="0"/>
          </a:p>
        </p:txBody>
      </p:sp>
      <p:sp>
        <p:nvSpPr>
          <p:cNvPr id="35" name="Text 33"/>
          <p:cNvSpPr/>
          <p:nvPr/>
        </p:nvSpPr>
        <p:spPr>
          <a:xfrm>
            <a:off x="6608064" y="3340608"/>
            <a:ext cx="4754880" cy="292608"/>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  Information security policy</a:t>
            </a:r>
            <a:endParaRPr lang="en-US" sz="1267" dirty="0"/>
          </a:p>
        </p:txBody>
      </p:sp>
      <p:sp>
        <p:nvSpPr>
          <p:cNvPr id="36" name="Text 34"/>
          <p:cNvSpPr/>
          <p:nvPr/>
        </p:nvSpPr>
        <p:spPr>
          <a:xfrm>
            <a:off x="6608064" y="3657600"/>
            <a:ext cx="4754880" cy="292608"/>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  IT architecture policies</a:t>
            </a:r>
            <a:endParaRPr lang="en-US" sz="1267" dirty="0"/>
          </a:p>
        </p:txBody>
      </p:sp>
      <p:sp>
        <p:nvSpPr>
          <p:cNvPr id="37" name="Text 35"/>
          <p:cNvSpPr/>
          <p:nvPr/>
        </p:nvSpPr>
        <p:spPr>
          <a:xfrm>
            <a:off x="6608064" y="3974592"/>
            <a:ext cx="4754880" cy="292608"/>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  Organizational charts</a:t>
            </a:r>
            <a:endParaRPr lang="en-US" sz="1267" dirty="0"/>
          </a:p>
        </p:txBody>
      </p:sp>
      <p:sp>
        <p:nvSpPr>
          <p:cNvPr id="38" name="Text 36"/>
          <p:cNvSpPr/>
          <p:nvPr/>
        </p:nvSpPr>
        <p:spPr>
          <a:xfrm>
            <a:off x="6608064" y="4291584"/>
            <a:ext cx="4754880" cy="292608"/>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  ERM reports</a:t>
            </a:r>
            <a:endParaRPr lang="en-US" sz="1267" dirty="0"/>
          </a:p>
        </p:txBody>
      </p:sp>
      <p:sp>
        <p:nvSpPr>
          <p:cNvPr id="39" name="Text 37"/>
          <p:cNvSpPr/>
          <p:nvPr/>
        </p:nvSpPr>
        <p:spPr>
          <a:xfrm>
            <a:off x="6608064" y="4608576"/>
            <a:ext cx="4754880" cy="292608"/>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  Board &amp; audit committee meeting minutes</a:t>
            </a:r>
            <a:endParaRPr lang="en-US" sz="1267" dirty="0"/>
          </a:p>
        </p:txBody>
      </p:sp>
      <p:sp>
        <p:nvSpPr>
          <p:cNvPr id="40" name="Text 38"/>
          <p:cNvSpPr/>
          <p:nvPr/>
        </p:nvSpPr>
        <p:spPr>
          <a:xfrm>
            <a:off x="6608064" y="4925568"/>
            <a:ext cx="4754880" cy="292608"/>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  Management reports (IT performance)</a:t>
            </a:r>
            <a:endParaRPr lang="en-US" sz="1267" dirty="0"/>
          </a:p>
        </p:txBody>
      </p:sp>
      <p:sp>
        <p:nvSpPr>
          <p:cNvPr id="41" name="Text 39"/>
          <p:cNvSpPr/>
          <p:nvPr/>
        </p:nvSpPr>
        <p:spPr>
          <a:xfrm>
            <a:off x="6608064" y="5242560"/>
            <a:ext cx="4754880" cy="292608"/>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  Approvals and exception documentation</a:t>
            </a:r>
            <a:endParaRPr lang="en-US" sz="1267" dirty="0"/>
          </a:p>
        </p:txBody>
      </p:sp>
      <p:sp>
        <p:nvSpPr>
          <p:cNvPr id="42" name="Text 40"/>
          <p:cNvSpPr/>
          <p:nvPr/>
        </p:nvSpPr>
        <p:spPr>
          <a:xfrm>
            <a:off x="6608064" y="5559552"/>
            <a:ext cx="4754880" cy="304800"/>
          </a:xfrm>
          <a:prstGeom prst="rect">
            <a:avLst/>
          </a:prstGeom>
          <a:noFill/>
          <a:ln/>
        </p:spPr>
        <p:txBody>
          <a:bodyPr wrap="square" lIns="0" tIns="0" rIns="0" bIns="0" rtlCol="0" anchor="ctr"/>
          <a:lstStyle/>
          <a:p>
            <a:r>
              <a:rPr lang="en-US" sz="1333" b="1" dirty="0">
                <a:solidFill>
                  <a:srgbClr val="1A2456"/>
                </a:solidFill>
                <a:latin typeface="Calibri" pitchFamily="34" charset="0"/>
                <a:ea typeface="Calibri" pitchFamily="34" charset="-122"/>
                <a:cs typeface="Calibri" pitchFamily="34" charset="-120"/>
              </a:rPr>
              <a:t>Key Interview Questions (p.15–16):</a:t>
            </a:r>
            <a:endParaRPr lang="en-US" sz="1333" dirty="0"/>
          </a:p>
        </p:txBody>
      </p:sp>
      <p:sp>
        <p:nvSpPr>
          <p:cNvPr id="43" name="Text 41"/>
          <p:cNvSpPr/>
          <p:nvPr/>
        </p:nvSpPr>
        <p:spPr>
          <a:xfrm>
            <a:off x="6608064" y="5843778"/>
            <a:ext cx="4754880" cy="707136"/>
          </a:xfrm>
          <a:prstGeom prst="rect">
            <a:avLst/>
          </a:prstGeom>
          <a:noFill/>
          <a:ln/>
        </p:spPr>
        <p:txBody>
          <a:bodyPr wrap="square" rtlCol="0" anchor="ctr"/>
          <a:lstStyle/>
          <a:p>
            <a:r>
              <a:rPr lang="en-US" sz="1200" i="1" dirty="0">
                <a:solidFill>
                  <a:srgbClr val="1A2456"/>
                </a:solidFill>
                <a:latin typeface="Calibri" pitchFamily="34" charset="0"/>
                <a:ea typeface="Calibri" pitchFamily="34" charset="-122"/>
                <a:cs typeface="Calibri" pitchFamily="34" charset="-120"/>
              </a:rPr>
              <a:t>"Does the board understand the organization's IT needs?"</a:t>
            </a:r>
            <a:endParaRPr lang="en-US" sz="1200" dirty="0"/>
          </a:p>
          <a:p>
            <a:r>
              <a:rPr lang="en-US" sz="1200" i="1" dirty="0">
                <a:solidFill>
                  <a:srgbClr val="1A2456"/>
                </a:solidFill>
                <a:latin typeface="Calibri" pitchFamily="34" charset="0"/>
                <a:ea typeface="Calibri" pitchFamily="34" charset="-122"/>
                <a:cs typeface="Calibri" pitchFamily="34" charset="-120"/>
              </a:rPr>
              <a:t>"Do you have a clear definition of your role in IT governance?"</a:t>
            </a:r>
            <a:endParaRPr lang="en-US" sz="1200" dirty="0"/>
          </a:p>
          <a:p>
            <a:r>
              <a:rPr lang="en-US" sz="1200" i="1" dirty="0">
                <a:solidFill>
                  <a:srgbClr val="1A2456"/>
                </a:solidFill>
                <a:latin typeface="Calibri" pitchFamily="34" charset="0"/>
                <a:ea typeface="Calibri" pitchFamily="34" charset="-122"/>
                <a:cs typeface="Calibri" pitchFamily="34" charset="-120"/>
              </a:rPr>
              <a:t>"Which decision-makers do you consult when making IT-related decisions?"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600" y="219456"/>
            <a:ext cx="3901440"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STEP 3  ·  p.16–17  ·  Figure 3</a:t>
            </a:r>
            <a:endParaRPr lang="en-US" sz="1333" dirty="0"/>
          </a:p>
        </p:txBody>
      </p:sp>
      <p:sp>
        <p:nvSpPr>
          <p:cNvPr id="4" name="Text 2"/>
          <p:cNvSpPr/>
          <p:nvPr/>
        </p:nvSpPr>
        <p:spPr>
          <a:xfrm>
            <a:off x="1341120" y="243840"/>
            <a:ext cx="10728960" cy="426720"/>
          </a:xfrm>
          <a:prstGeom prst="rect">
            <a:avLst/>
          </a:prstGeom>
          <a:noFill/>
          <a:ln/>
        </p:spPr>
        <p:txBody>
          <a:bodyPr wrap="square" lIns="0" tIns="0" rIns="0" bIns="0" rtlCol="0" anchor="ctr"/>
          <a:lstStyle/>
          <a:p>
            <a:r>
              <a:rPr lang="en-US" sz="2800" b="1" dirty="0">
                <a:solidFill>
                  <a:srgbClr val="1A2456"/>
                </a:solidFill>
                <a:latin typeface="Cambria" pitchFamily="34" charset="0"/>
                <a:ea typeface="Cambria" pitchFamily="34" charset="-122"/>
                <a:cs typeface="Cambria" pitchFamily="34" charset="-120"/>
              </a:rPr>
              <a:t>Preliminary Risk Assessment: The Risk and Control Matrix</a:t>
            </a:r>
            <a:endParaRPr lang="en-US" sz="2800" dirty="0"/>
          </a:p>
        </p:txBody>
      </p:sp>
      <p:sp>
        <p:nvSpPr>
          <p:cNvPr id="5" name="Shape 3"/>
          <p:cNvSpPr/>
          <p:nvPr/>
        </p:nvSpPr>
        <p:spPr>
          <a:xfrm>
            <a:off x="609600" y="792480"/>
            <a:ext cx="5425440" cy="950976"/>
          </a:xfrm>
          <a:prstGeom prst="roundRect">
            <a:avLst>
              <a:gd name="adj" fmla="val 12821"/>
            </a:avLst>
          </a:prstGeom>
          <a:solidFill>
            <a:srgbClr val="F5F7FC"/>
          </a:solidFill>
          <a:ln/>
        </p:spPr>
      </p:sp>
      <p:sp>
        <p:nvSpPr>
          <p:cNvPr id="6" name="Text 4"/>
          <p:cNvSpPr/>
          <p:nvPr/>
        </p:nvSpPr>
        <p:spPr>
          <a:xfrm>
            <a:off x="792480" y="877824"/>
            <a:ext cx="5059680" cy="780288"/>
          </a:xfrm>
          <a:prstGeom prst="rect">
            <a:avLst/>
          </a:prstGeom>
          <a:noFill/>
          <a:ln/>
        </p:spPr>
        <p:txBody>
          <a:bodyPr wrap="square" rtlCol="0" anchor="ctr"/>
          <a:lstStyle/>
          <a:p>
            <a:r>
              <a:rPr lang="en-US" sz="1400" dirty="0">
                <a:solidFill>
                  <a:srgbClr val="1A2456"/>
                </a:solidFill>
                <a:latin typeface="Calibri" pitchFamily="34" charset="0"/>
                <a:ea typeface="Calibri" pitchFamily="34" charset="-122"/>
                <a:cs typeface="Calibri" pitchFamily="34" charset="-120"/>
              </a:rPr>
              <a:t>"Not all risks can be reviewed during an engagement. Therefore, internal auditors must conduct a preliminary risk assessment and prioritize risks according to </a:t>
            </a:r>
            <a:r>
              <a:rPr lang="en-US" sz="1400" b="1" dirty="0">
                <a:solidFill>
                  <a:srgbClr val="1A2456"/>
                </a:solidFill>
                <a:latin typeface="Calibri" pitchFamily="34" charset="0"/>
                <a:ea typeface="Calibri" pitchFamily="34" charset="-122"/>
                <a:cs typeface="Calibri" pitchFamily="34" charset="-120"/>
              </a:rPr>
              <a:t>significance</a:t>
            </a:r>
            <a:r>
              <a:rPr lang="en-US" sz="1400" dirty="0">
                <a:solidFill>
                  <a:srgbClr val="1A2456"/>
                </a:solidFill>
                <a:latin typeface="Calibri" pitchFamily="34" charset="0"/>
                <a:ea typeface="Calibri" pitchFamily="34" charset="-122"/>
                <a:cs typeface="Calibri" pitchFamily="34" charset="-120"/>
              </a:rPr>
              <a:t>, which is measured as a combination of risk factors." (p.16, Standard 13.2)</a:t>
            </a:r>
            <a:endParaRPr lang="en-US" sz="1400" dirty="0"/>
          </a:p>
        </p:txBody>
      </p:sp>
      <p:sp>
        <p:nvSpPr>
          <p:cNvPr id="7" name="Shape 5"/>
          <p:cNvSpPr/>
          <p:nvPr/>
        </p:nvSpPr>
        <p:spPr>
          <a:xfrm>
            <a:off x="6217920" y="792480"/>
            <a:ext cx="5364480" cy="950976"/>
          </a:xfrm>
          <a:prstGeom prst="roundRect">
            <a:avLst>
              <a:gd name="adj" fmla="val 12821"/>
            </a:avLst>
          </a:prstGeom>
          <a:solidFill>
            <a:srgbClr val="E3F2FD"/>
          </a:solidFill>
          <a:ln/>
        </p:spPr>
      </p:sp>
      <p:sp>
        <p:nvSpPr>
          <p:cNvPr id="8" name="Text 6"/>
          <p:cNvSpPr/>
          <p:nvPr/>
        </p:nvSpPr>
        <p:spPr>
          <a:xfrm>
            <a:off x="6400800" y="853440"/>
            <a:ext cx="4998720" cy="316992"/>
          </a:xfrm>
          <a:prstGeom prst="rect">
            <a:avLst/>
          </a:prstGeom>
          <a:noFill/>
          <a:ln/>
        </p:spPr>
        <p:txBody>
          <a:bodyPr wrap="square" lIns="0" tIns="0" rIns="0" bIns="0" rtlCol="0" anchor="ctr"/>
          <a:lstStyle/>
          <a:p>
            <a:r>
              <a:rPr lang="en-US" sz="1333" b="1" dirty="0">
                <a:solidFill>
                  <a:srgbClr val="1565C0"/>
                </a:solidFill>
                <a:latin typeface="Calibri" pitchFamily="34" charset="0"/>
                <a:ea typeface="Calibri" pitchFamily="34" charset="-122"/>
                <a:cs typeface="Calibri" pitchFamily="34" charset="-120"/>
              </a:rPr>
              <a:t>Risk and Control Matrix (Glossary, p.25):</a:t>
            </a:r>
            <a:endParaRPr lang="en-US" sz="1333" dirty="0"/>
          </a:p>
        </p:txBody>
      </p:sp>
      <p:sp>
        <p:nvSpPr>
          <p:cNvPr id="9" name="Text 7"/>
          <p:cNvSpPr/>
          <p:nvPr/>
        </p:nvSpPr>
        <p:spPr>
          <a:xfrm>
            <a:off x="6400800" y="1170432"/>
            <a:ext cx="4998720" cy="487680"/>
          </a:xfrm>
          <a:prstGeom prst="rect">
            <a:avLst/>
          </a:prstGeom>
          <a:noFill/>
          <a:ln/>
        </p:spPr>
        <p:txBody>
          <a:bodyPr wrap="square" lIns="0" tIns="0" rIns="0" bIns="0" rtlCol="0" anchor="ctr"/>
          <a:lstStyle/>
          <a:p>
            <a:r>
              <a:rPr lang="en-US" sz="1333" dirty="0">
                <a:solidFill>
                  <a:srgbClr val="1A2456"/>
                </a:solidFill>
                <a:latin typeface="Calibri" pitchFamily="34" charset="0"/>
                <a:ea typeface="Calibri" pitchFamily="34" charset="-122"/>
                <a:cs typeface="Calibri" pitchFamily="34" charset="-120"/>
              </a:rPr>
              <a:t>A tool that links business objectives, risks, control processes, and key information to support the internal audit process. Created using risk scenarios.</a:t>
            </a:r>
            <a:endParaRPr lang="en-US" sz="1333" dirty="0"/>
          </a:p>
        </p:txBody>
      </p:sp>
      <p:sp>
        <p:nvSpPr>
          <p:cNvPr id="10" name="Text 8"/>
          <p:cNvSpPr/>
          <p:nvPr/>
        </p:nvSpPr>
        <p:spPr>
          <a:xfrm>
            <a:off x="633984" y="1853184"/>
            <a:ext cx="10728960" cy="316992"/>
          </a:xfrm>
          <a:prstGeom prst="rect">
            <a:avLst/>
          </a:prstGeom>
          <a:noFill/>
          <a:ln/>
        </p:spPr>
        <p:txBody>
          <a:bodyPr wrap="square" lIns="0" tIns="0" rIns="0" bIns="0" rtlCol="0" anchor="ctr"/>
          <a:lstStyle/>
          <a:p>
            <a:r>
              <a:rPr lang="en-US" sz="1400" b="1" dirty="0">
                <a:solidFill>
                  <a:srgbClr val="1A2456"/>
                </a:solidFill>
                <a:latin typeface="Calibri" pitchFamily="34" charset="0"/>
                <a:ea typeface="Calibri" pitchFamily="34" charset="-122"/>
                <a:cs typeface="Calibri" pitchFamily="34" charset="-120"/>
              </a:rPr>
              <a:t>Figure 3. Risk and Control Matrix for IT Governance and IT Management (p.17)</a:t>
            </a:r>
            <a:endParaRPr lang="en-US" sz="1400" dirty="0"/>
          </a:p>
        </p:txBody>
      </p:sp>
      <p:sp>
        <p:nvSpPr>
          <p:cNvPr id="11" name="Shape 9"/>
          <p:cNvSpPr/>
          <p:nvPr/>
        </p:nvSpPr>
        <p:spPr>
          <a:xfrm>
            <a:off x="609600" y="2218944"/>
            <a:ext cx="3596640" cy="463296"/>
          </a:xfrm>
          <a:prstGeom prst="rect">
            <a:avLst/>
          </a:prstGeom>
          <a:solidFill>
            <a:srgbClr val="1A2456"/>
          </a:solidFill>
          <a:ln/>
        </p:spPr>
      </p:sp>
      <p:sp>
        <p:nvSpPr>
          <p:cNvPr id="12" name="Text 10"/>
          <p:cNvSpPr/>
          <p:nvPr/>
        </p:nvSpPr>
        <p:spPr>
          <a:xfrm>
            <a:off x="609600" y="2218944"/>
            <a:ext cx="359664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Risk Scenario</a:t>
            </a:r>
            <a:endParaRPr lang="en-US" sz="1467" dirty="0"/>
          </a:p>
        </p:txBody>
      </p:sp>
      <p:sp>
        <p:nvSpPr>
          <p:cNvPr id="13" name="Shape 11"/>
          <p:cNvSpPr/>
          <p:nvPr/>
        </p:nvSpPr>
        <p:spPr>
          <a:xfrm>
            <a:off x="4267200" y="2218944"/>
            <a:ext cx="2682240" cy="463296"/>
          </a:xfrm>
          <a:prstGeom prst="rect">
            <a:avLst/>
          </a:prstGeom>
          <a:solidFill>
            <a:srgbClr val="253170"/>
          </a:solidFill>
          <a:ln/>
        </p:spPr>
      </p:sp>
      <p:sp>
        <p:nvSpPr>
          <p:cNvPr id="14" name="Text 12"/>
          <p:cNvSpPr/>
          <p:nvPr/>
        </p:nvSpPr>
        <p:spPr>
          <a:xfrm>
            <a:off x="4267200" y="2218944"/>
            <a:ext cx="268224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Risk</a:t>
            </a:r>
            <a:endParaRPr lang="en-US" sz="1467" dirty="0"/>
          </a:p>
        </p:txBody>
      </p:sp>
      <p:sp>
        <p:nvSpPr>
          <p:cNvPr id="15" name="Shape 13"/>
          <p:cNvSpPr/>
          <p:nvPr/>
        </p:nvSpPr>
        <p:spPr>
          <a:xfrm>
            <a:off x="7010400" y="2218944"/>
            <a:ext cx="4572000" cy="463296"/>
          </a:xfrm>
          <a:prstGeom prst="rect">
            <a:avLst/>
          </a:prstGeom>
          <a:solidFill>
            <a:srgbClr val="344A8A"/>
          </a:solidFill>
          <a:ln/>
        </p:spPr>
      </p:sp>
      <p:sp>
        <p:nvSpPr>
          <p:cNvPr id="16" name="Text 14"/>
          <p:cNvSpPr/>
          <p:nvPr/>
        </p:nvSpPr>
        <p:spPr>
          <a:xfrm>
            <a:off x="7010400" y="2218944"/>
            <a:ext cx="4572000" cy="463296"/>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Control</a:t>
            </a:r>
            <a:endParaRPr lang="en-US" sz="1467" dirty="0"/>
          </a:p>
        </p:txBody>
      </p:sp>
      <p:sp>
        <p:nvSpPr>
          <p:cNvPr id="17" name="Shape 15"/>
          <p:cNvSpPr/>
          <p:nvPr/>
        </p:nvSpPr>
        <p:spPr>
          <a:xfrm>
            <a:off x="609600" y="2682240"/>
            <a:ext cx="3596640" cy="1365504"/>
          </a:xfrm>
          <a:prstGeom prst="rect">
            <a:avLst/>
          </a:prstGeom>
          <a:solidFill>
            <a:srgbClr val="E8F5E9"/>
          </a:solidFill>
          <a:ln w="6350">
            <a:solidFill>
              <a:srgbClr val="DDDDDD"/>
            </a:solidFill>
            <a:prstDash val="solid"/>
          </a:ln>
        </p:spPr>
      </p:sp>
      <p:sp>
        <p:nvSpPr>
          <p:cNvPr id="18" name="Text 16"/>
          <p:cNvSpPr/>
          <p:nvPr/>
        </p:nvSpPr>
        <p:spPr>
          <a:xfrm>
            <a:off x="707136" y="2743200"/>
            <a:ext cx="3401568" cy="1365504"/>
          </a:xfrm>
          <a:prstGeom prst="rect">
            <a:avLst/>
          </a:prstGeom>
          <a:noFill/>
          <a:ln/>
        </p:spPr>
        <p:txBody>
          <a:bodyPr wrap="square" rtlCol="0" anchor="ctr"/>
          <a:lstStyle/>
          <a:p>
            <a:r>
              <a:rPr lang="en-US" sz="1267" dirty="0">
                <a:solidFill>
                  <a:srgbClr val="333333"/>
                </a:solidFill>
                <a:latin typeface="Calibri" pitchFamily="34" charset="0"/>
                <a:ea typeface="Calibri" pitchFamily="34" charset="-122"/>
                <a:cs typeface="Calibri" pitchFamily="34" charset="-120"/>
              </a:rPr>
              <a:t>In a decentralized operating model, the strategic business units are allowed to operate more independently, have their own IT budgets, and use different applications and IT infrastructure.</a:t>
            </a:r>
            <a:endParaRPr lang="en-US" sz="1267" dirty="0"/>
          </a:p>
        </p:txBody>
      </p:sp>
      <p:sp>
        <p:nvSpPr>
          <p:cNvPr id="19" name="Shape 17"/>
          <p:cNvSpPr/>
          <p:nvPr/>
        </p:nvSpPr>
        <p:spPr>
          <a:xfrm>
            <a:off x="4267200" y="2682240"/>
            <a:ext cx="2682240" cy="1365504"/>
          </a:xfrm>
          <a:prstGeom prst="rect">
            <a:avLst/>
          </a:prstGeom>
          <a:solidFill>
            <a:srgbClr val="FFF8F0"/>
          </a:solidFill>
          <a:ln w="6350">
            <a:solidFill>
              <a:srgbClr val="DDDDDD"/>
            </a:solidFill>
            <a:prstDash val="solid"/>
          </a:ln>
        </p:spPr>
      </p:sp>
      <p:sp>
        <p:nvSpPr>
          <p:cNvPr id="20" name="Text 18"/>
          <p:cNvSpPr/>
          <p:nvPr/>
        </p:nvSpPr>
        <p:spPr>
          <a:xfrm>
            <a:off x="4352544" y="2743200"/>
            <a:ext cx="2511552" cy="1365504"/>
          </a:xfrm>
          <a:prstGeom prst="rect">
            <a:avLst/>
          </a:prstGeom>
          <a:noFill/>
          <a:ln/>
        </p:spPr>
        <p:txBody>
          <a:bodyPr wrap="square" rtlCol="0" anchor="ctr"/>
          <a:lstStyle/>
          <a:p>
            <a:r>
              <a:rPr lang="en-US" sz="1267" dirty="0">
                <a:solidFill>
                  <a:srgbClr val="333333"/>
                </a:solidFill>
                <a:latin typeface="Calibri" pitchFamily="34" charset="0"/>
                <a:ea typeface="Calibri" pitchFamily="34" charset="-122"/>
                <a:cs typeface="Calibri" pitchFamily="34" charset="-120"/>
              </a:rPr>
              <a:t>The organization is unlikely to succeed in effectively deploying a single set of IT standards related to its applications, IT infrastructure, processes, and procedures.</a:t>
            </a:r>
            <a:endParaRPr lang="en-US" sz="1267" dirty="0"/>
          </a:p>
        </p:txBody>
      </p:sp>
      <p:sp>
        <p:nvSpPr>
          <p:cNvPr id="21" name="Shape 19"/>
          <p:cNvSpPr/>
          <p:nvPr/>
        </p:nvSpPr>
        <p:spPr>
          <a:xfrm>
            <a:off x="7010400" y="2682240"/>
            <a:ext cx="4572000" cy="1365504"/>
          </a:xfrm>
          <a:prstGeom prst="rect">
            <a:avLst/>
          </a:prstGeom>
          <a:solidFill>
            <a:srgbClr val="F5F7FC"/>
          </a:solidFill>
          <a:ln w="6350">
            <a:solidFill>
              <a:srgbClr val="DDDDDD"/>
            </a:solidFill>
            <a:prstDash val="solid"/>
          </a:ln>
        </p:spPr>
      </p:sp>
      <p:sp>
        <p:nvSpPr>
          <p:cNvPr id="22" name="Text 20"/>
          <p:cNvSpPr/>
          <p:nvPr/>
        </p:nvSpPr>
        <p:spPr>
          <a:xfrm>
            <a:off x="7095744" y="2743200"/>
            <a:ext cx="4389120" cy="1365504"/>
          </a:xfrm>
          <a:prstGeom prst="rect">
            <a:avLst/>
          </a:prstGeom>
          <a:noFill/>
          <a:ln/>
        </p:spPr>
        <p:txBody>
          <a:bodyPr wrap="square" rtlCol="0" anchor="ctr"/>
          <a:lstStyle/>
          <a:p>
            <a:r>
              <a:rPr lang="en-US" sz="1267" dirty="0">
                <a:solidFill>
                  <a:srgbClr val="333333"/>
                </a:solidFill>
                <a:latin typeface="Calibri" pitchFamily="34" charset="0"/>
                <a:ea typeface="Calibri" pitchFamily="34" charset="-122"/>
                <a:cs typeface="Calibri" pitchFamily="34" charset="-120"/>
              </a:rPr>
              <a:t>The IT enterprise architecture should mirror the organizational structure to enable better alignment. The development of the IT governance structure should be based on current and anticipated designs of IT architecture.</a:t>
            </a:r>
            <a:endParaRPr lang="en-US" sz="1267" dirty="0"/>
          </a:p>
        </p:txBody>
      </p:sp>
      <p:sp>
        <p:nvSpPr>
          <p:cNvPr id="23" name="Shape 21"/>
          <p:cNvSpPr/>
          <p:nvPr/>
        </p:nvSpPr>
        <p:spPr>
          <a:xfrm>
            <a:off x="609600" y="4047744"/>
            <a:ext cx="3596640" cy="1219200"/>
          </a:xfrm>
          <a:prstGeom prst="rect">
            <a:avLst/>
          </a:prstGeom>
          <a:solidFill>
            <a:srgbClr val="E8F5E9"/>
          </a:solidFill>
          <a:ln w="6350">
            <a:solidFill>
              <a:srgbClr val="DDDDDD"/>
            </a:solidFill>
            <a:prstDash val="solid"/>
          </a:ln>
        </p:spPr>
      </p:sp>
      <p:sp>
        <p:nvSpPr>
          <p:cNvPr id="24" name="Text 22"/>
          <p:cNvSpPr/>
          <p:nvPr/>
        </p:nvSpPr>
        <p:spPr>
          <a:xfrm>
            <a:off x="707136" y="4108704"/>
            <a:ext cx="3401568" cy="1097280"/>
          </a:xfrm>
          <a:prstGeom prst="rect">
            <a:avLst/>
          </a:prstGeom>
          <a:noFill/>
          <a:ln/>
        </p:spPr>
        <p:txBody>
          <a:bodyPr wrap="square" rtlCol="0" anchor="ctr"/>
          <a:lstStyle/>
          <a:p>
            <a:r>
              <a:rPr lang="en-US" sz="1267" dirty="0">
                <a:solidFill>
                  <a:srgbClr val="333333"/>
                </a:solidFill>
                <a:latin typeface="Calibri" pitchFamily="34" charset="0"/>
                <a:ea typeface="Calibri" pitchFamily="34" charset="-122"/>
                <a:cs typeface="Calibri" pitchFamily="34" charset="-120"/>
              </a:rPr>
              <a:t>The organization does not include IT risk management as part of project management practices.</a:t>
            </a:r>
            <a:endParaRPr lang="en-US" sz="1267" dirty="0"/>
          </a:p>
        </p:txBody>
      </p:sp>
      <p:sp>
        <p:nvSpPr>
          <p:cNvPr id="25" name="Shape 23"/>
          <p:cNvSpPr/>
          <p:nvPr/>
        </p:nvSpPr>
        <p:spPr>
          <a:xfrm>
            <a:off x="4267200" y="4047744"/>
            <a:ext cx="2682240" cy="1219200"/>
          </a:xfrm>
          <a:prstGeom prst="rect">
            <a:avLst/>
          </a:prstGeom>
          <a:solidFill>
            <a:srgbClr val="FFF8F0"/>
          </a:solidFill>
          <a:ln w="6350">
            <a:solidFill>
              <a:srgbClr val="DDDDDD"/>
            </a:solidFill>
            <a:prstDash val="solid"/>
          </a:ln>
        </p:spPr>
      </p:sp>
      <p:sp>
        <p:nvSpPr>
          <p:cNvPr id="26" name="Text 24"/>
          <p:cNvSpPr/>
          <p:nvPr/>
        </p:nvSpPr>
        <p:spPr>
          <a:xfrm>
            <a:off x="4352544" y="4108704"/>
            <a:ext cx="2511552" cy="1097280"/>
          </a:xfrm>
          <a:prstGeom prst="rect">
            <a:avLst/>
          </a:prstGeom>
          <a:noFill/>
          <a:ln/>
        </p:spPr>
        <p:txBody>
          <a:bodyPr wrap="square" rtlCol="0" anchor="ctr"/>
          <a:lstStyle/>
          <a:p>
            <a:r>
              <a:rPr lang="en-US" sz="1267" dirty="0">
                <a:solidFill>
                  <a:srgbClr val="333333"/>
                </a:solidFill>
                <a:latin typeface="Calibri" pitchFamily="34" charset="0"/>
                <a:ea typeface="Calibri" pitchFamily="34" charset="-122"/>
                <a:cs typeface="Calibri" pitchFamily="34" charset="-120"/>
              </a:rPr>
              <a:t>Projects can fail due to poor planning to address IT risks.</a:t>
            </a:r>
            <a:endParaRPr lang="en-US" sz="1267" dirty="0"/>
          </a:p>
        </p:txBody>
      </p:sp>
      <p:sp>
        <p:nvSpPr>
          <p:cNvPr id="27" name="Shape 25"/>
          <p:cNvSpPr/>
          <p:nvPr/>
        </p:nvSpPr>
        <p:spPr>
          <a:xfrm>
            <a:off x="7010400" y="4047744"/>
            <a:ext cx="4572000" cy="1219200"/>
          </a:xfrm>
          <a:prstGeom prst="rect">
            <a:avLst/>
          </a:prstGeom>
          <a:solidFill>
            <a:srgbClr val="F5F7FC"/>
          </a:solidFill>
          <a:ln w="6350">
            <a:solidFill>
              <a:srgbClr val="DDDDDD"/>
            </a:solidFill>
            <a:prstDash val="solid"/>
          </a:ln>
        </p:spPr>
      </p:sp>
      <p:sp>
        <p:nvSpPr>
          <p:cNvPr id="28" name="Text 26"/>
          <p:cNvSpPr/>
          <p:nvPr/>
        </p:nvSpPr>
        <p:spPr>
          <a:xfrm>
            <a:off x="7095744" y="4108704"/>
            <a:ext cx="4389120" cy="1097280"/>
          </a:xfrm>
          <a:prstGeom prst="rect">
            <a:avLst/>
          </a:prstGeom>
          <a:noFill/>
          <a:ln/>
        </p:spPr>
        <p:txBody>
          <a:bodyPr wrap="square" rtlCol="0" anchor="ctr"/>
          <a:lstStyle/>
          <a:p>
            <a:r>
              <a:rPr lang="en-US" sz="1267" dirty="0">
                <a:solidFill>
                  <a:srgbClr val="333333"/>
                </a:solidFill>
                <a:latin typeface="Calibri" pitchFamily="34" charset="0"/>
                <a:ea typeface="Calibri" pitchFamily="34" charset="-122"/>
                <a:cs typeface="Calibri" pitchFamily="34" charset="-120"/>
              </a:rPr>
              <a:t>There is a process in place to assess, address, and communicate IT risks to key stakeholders and executive management during the project, change, and release management processes.</a:t>
            </a:r>
            <a:endParaRPr lang="en-US" sz="1267" dirty="0"/>
          </a:p>
        </p:txBody>
      </p:sp>
      <p:sp>
        <p:nvSpPr>
          <p:cNvPr id="29" name="Shape 27"/>
          <p:cNvSpPr/>
          <p:nvPr/>
        </p:nvSpPr>
        <p:spPr>
          <a:xfrm>
            <a:off x="609600" y="5364480"/>
            <a:ext cx="3511296" cy="829056"/>
          </a:xfrm>
          <a:prstGeom prst="roundRect">
            <a:avLst>
              <a:gd name="adj" fmla="val 11765"/>
            </a:avLst>
          </a:prstGeom>
          <a:solidFill>
            <a:srgbClr val="E8F5E9"/>
          </a:solidFill>
          <a:ln/>
          <a:effectLst>
            <a:outerShdw blurRad="50800" dist="25400" dir="2700000" algn="bl" rotWithShape="0">
              <a:srgbClr val="000000">
                <a:alpha val="7000"/>
              </a:srgbClr>
            </a:outerShdw>
          </a:effectLst>
        </p:spPr>
      </p:sp>
      <p:sp>
        <p:nvSpPr>
          <p:cNvPr id="30" name="Text 28"/>
          <p:cNvSpPr/>
          <p:nvPr/>
        </p:nvSpPr>
        <p:spPr>
          <a:xfrm>
            <a:off x="755904" y="5437632"/>
            <a:ext cx="3230880" cy="268224"/>
          </a:xfrm>
          <a:prstGeom prst="rect">
            <a:avLst/>
          </a:prstGeom>
          <a:noFill/>
          <a:ln/>
        </p:spPr>
        <p:txBody>
          <a:bodyPr wrap="square" lIns="0" tIns="0" rIns="0" bIns="0" rtlCol="0" anchor="ctr"/>
          <a:lstStyle/>
          <a:p>
            <a:r>
              <a:rPr lang="en-US" sz="1333" b="1" dirty="0">
                <a:solidFill>
                  <a:srgbClr val="2E7D32"/>
                </a:solidFill>
                <a:latin typeface="Calibri" pitchFamily="34" charset="0"/>
                <a:ea typeface="Calibri" pitchFamily="34" charset="-122"/>
                <a:cs typeface="Calibri" pitchFamily="34" charset="-120"/>
              </a:rPr>
              <a:t>Risk Scenario:</a:t>
            </a:r>
            <a:endParaRPr lang="en-US" sz="1333" dirty="0"/>
          </a:p>
        </p:txBody>
      </p:sp>
      <p:sp>
        <p:nvSpPr>
          <p:cNvPr id="31" name="Text 29"/>
          <p:cNvSpPr/>
          <p:nvPr/>
        </p:nvSpPr>
        <p:spPr>
          <a:xfrm>
            <a:off x="755904" y="5705856"/>
            <a:ext cx="3230880" cy="390144"/>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An observable organizational condition — your starting point for audit scope</a:t>
            </a:r>
            <a:endParaRPr lang="en-US" sz="1267" dirty="0"/>
          </a:p>
        </p:txBody>
      </p:sp>
      <p:sp>
        <p:nvSpPr>
          <p:cNvPr id="32" name="Shape 30"/>
          <p:cNvSpPr/>
          <p:nvPr/>
        </p:nvSpPr>
        <p:spPr>
          <a:xfrm>
            <a:off x="4242816" y="5364480"/>
            <a:ext cx="3511296" cy="829056"/>
          </a:xfrm>
          <a:prstGeom prst="roundRect">
            <a:avLst>
              <a:gd name="adj" fmla="val 11765"/>
            </a:avLst>
          </a:prstGeom>
          <a:solidFill>
            <a:srgbClr val="FFF3E0"/>
          </a:solidFill>
          <a:ln/>
          <a:effectLst>
            <a:outerShdw blurRad="50800" dist="25400" dir="2700000" algn="bl" rotWithShape="0">
              <a:srgbClr val="000000">
                <a:alpha val="7000"/>
              </a:srgbClr>
            </a:outerShdw>
          </a:effectLst>
        </p:spPr>
      </p:sp>
      <p:sp>
        <p:nvSpPr>
          <p:cNvPr id="33" name="Text 31"/>
          <p:cNvSpPr/>
          <p:nvPr/>
        </p:nvSpPr>
        <p:spPr>
          <a:xfrm>
            <a:off x="4389120" y="5437632"/>
            <a:ext cx="3230880" cy="268224"/>
          </a:xfrm>
          <a:prstGeom prst="rect">
            <a:avLst/>
          </a:prstGeom>
          <a:noFill/>
          <a:ln/>
        </p:spPr>
        <p:txBody>
          <a:bodyPr wrap="square" lIns="0" tIns="0" rIns="0" bIns="0" rtlCol="0" anchor="ctr"/>
          <a:lstStyle/>
          <a:p>
            <a:r>
              <a:rPr lang="en-US" sz="1333" b="1" dirty="0">
                <a:solidFill>
                  <a:srgbClr val="E65100"/>
                </a:solidFill>
                <a:latin typeface="Calibri" pitchFamily="34" charset="0"/>
                <a:ea typeface="Calibri" pitchFamily="34" charset="-122"/>
                <a:cs typeface="Calibri" pitchFamily="34" charset="-120"/>
              </a:rPr>
              <a:t>Risk:</a:t>
            </a:r>
            <a:endParaRPr lang="en-US" sz="1333" dirty="0"/>
          </a:p>
        </p:txBody>
      </p:sp>
      <p:sp>
        <p:nvSpPr>
          <p:cNvPr id="34" name="Text 32"/>
          <p:cNvSpPr/>
          <p:nvPr/>
        </p:nvSpPr>
        <p:spPr>
          <a:xfrm>
            <a:off x="4389120" y="5705856"/>
            <a:ext cx="3230880" cy="390144"/>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What can go wrong because of that condition — your finding candidate</a:t>
            </a:r>
            <a:endParaRPr lang="en-US" sz="1267" dirty="0"/>
          </a:p>
        </p:txBody>
      </p:sp>
      <p:sp>
        <p:nvSpPr>
          <p:cNvPr id="35" name="Shape 33"/>
          <p:cNvSpPr/>
          <p:nvPr/>
        </p:nvSpPr>
        <p:spPr>
          <a:xfrm>
            <a:off x="6986016" y="5364480"/>
            <a:ext cx="4596384" cy="829056"/>
          </a:xfrm>
          <a:prstGeom prst="roundRect">
            <a:avLst>
              <a:gd name="adj" fmla="val 11765"/>
            </a:avLst>
          </a:prstGeom>
          <a:solidFill>
            <a:srgbClr val="E3F2FD"/>
          </a:solidFill>
          <a:ln/>
          <a:effectLst>
            <a:outerShdw blurRad="50800" dist="25400" dir="2700000" algn="bl" rotWithShape="0">
              <a:srgbClr val="000000">
                <a:alpha val="7000"/>
              </a:srgbClr>
            </a:outerShdw>
          </a:effectLst>
        </p:spPr>
      </p:sp>
      <p:sp>
        <p:nvSpPr>
          <p:cNvPr id="36" name="Text 34"/>
          <p:cNvSpPr/>
          <p:nvPr/>
        </p:nvSpPr>
        <p:spPr>
          <a:xfrm>
            <a:off x="7132320" y="5437632"/>
            <a:ext cx="4328160" cy="268224"/>
          </a:xfrm>
          <a:prstGeom prst="rect">
            <a:avLst/>
          </a:prstGeom>
          <a:noFill/>
          <a:ln/>
        </p:spPr>
        <p:txBody>
          <a:bodyPr wrap="square" lIns="0" tIns="0" rIns="0" bIns="0" rtlCol="0" anchor="ctr"/>
          <a:lstStyle/>
          <a:p>
            <a:r>
              <a:rPr lang="en-US" sz="1333" b="1" dirty="0">
                <a:solidFill>
                  <a:srgbClr val="1565C0"/>
                </a:solidFill>
                <a:latin typeface="Calibri" pitchFamily="34" charset="0"/>
                <a:ea typeface="Calibri" pitchFamily="34" charset="-122"/>
                <a:cs typeface="Calibri" pitchFamily="34" charset="-120"/>
              </a:rPr>
              <a:t>Control:</a:t>
            </a:r>
            <a:endParaRPr lang="en-US" sz="1333" dirty="0"/>
          </a:p>
        </p:txBody>
      </p:sp>
      <p:sp>
        <p:nvSpPr>
          <p:cNvPr id="37" name="Text 35"/>
          <p:cNvSpPr/>
          <p:nvPr/>
        </p:nvSpPr>
        <p:spPr>
          <a:xfrm>
            <a:off x="7132320" y="5705856"/>
            <a:ext cx="4328160" cy="390144"/>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What should exist — this IS your audit procedure target and criteria</a:t>
            </a:r>
            <a:endParaRPr lang="en-US" sz="1267" dirty="0"/>
          </a:p>
        </p:txBody>
      </p:sp>
      <p:sp>
        <p:nvSpPr>
          <p:cNvPr id="38" name="Shape 36"/>
          <p:cNvSpPr/>
          <p:nvPr/>
        </p:nvSpPr>
        <p:spPr>
          <a:xfrm>
            <a:off x="609600" y="6291072"/>
            <a:ext cx="10972800" cy="502920"/>
          </a:xfrm>
          <a:prstGeom prst="roundRect">
            <a:avLst>
              <a:gd name="adj" fmla="val 26667"/>
            </a:avLst>
          </a:prstGeom>
          <a:solidFill>
            <a:srgbClr val="E3F2FD"/>
          </a:solidFill>
          <a:ln/>
        </p:spPr>
      </p:sp>
      <p:sp>
        <p:nvSpPr>
          <p:cNvPr id="39" name="Text 37"/>
          <p:cNvSpPr/>
          <p:nvPr/>
        </p:nvSpPr>
        <p:spPr>
          <a:xfrm>
            <a:off x="792480" y="6327648"/>
            <a:ext cx="10607040" cy="402336"/>
          </a:xfrm>
          <a:prstGeom prst="rect">
            <a:avLst/>
          </a:prstGeom>
          <a:noFill/>
          <a:ln/>
        </p:spPr>
        <p:txBody>
          <a:bodyPr wrap="square" lIns="0" tIns="0" rIns="0" bIns="0" rtlCol="0" anchor="ctr"/>
          <a:lstStyle/>
          <a:p>
            <a:r>
              <a:rPr lang="en-US" sz="1267" dirty="0">
                <a:solidFill>
                  <a:srgbClr val="1565C0"/>
                </a:solidFill>
                <a:latin typeface="Calibri" pitchFamily="34" charset="0"/>
                <a:ea typeface="Calibri" pitchFamily="34" charset="-122"/>
                <a:cs typeface="Calibri" pitchFamily="34" charset="-120"/>
              </a:rPr>
              <a:t>⚙  In COBIT 2019, the Process component of each EDM objective contains practices and activities that function as pre-populated risk/control rows. GTAG gives the format; COBIT gives the content to fill it.</a:t>
            </a:r>
            <a:endParaRPr lang="en-US" sz="1267" dirty="0"/>
          </a:p>
        </p:txBody>
      </p:sp>
      <p:sp>
        <p:nvSpPr>
          <p:cNvPr id="40" name="Shape 4">
            <a:extLst>
              <a:ext uri="{FF2B5EF4-FFF2-40B4-BE49-F238E27FC236}">
                <a16:creationId xmlns:a16="http://schemas.microsoft.com/office/drawing/2014/main" id="{EFDE7836-0507-4340-A56B-C682EC91D774}"/>
              </a:ext>
            </a:extLst>
          </p:cNvPr>
          <p:cNvSpPr/>
          <p:nvPr/>
        </p:nvSpPr>
        <p:spPr>
          <a:xfrm>
            <a:off x="633984" y="205994"/>
            <a:ext cx="525526" cy="525526"/>
          </a:xfrm>
          <a:prstGeom prst="roundRect">
            <a:avLst>
              <a:gd name="adj" fmla="val 14545"/>
            </a:avLst>
          </a:prstGeom>
          <a:solidFill>
            <a:srgbClr val="020294"/>
          </a:solidFill>
          <a:ln/>
        </p:spPr>
      </p:sp>
      <p:sp>
        <p:nvSpPr>
          <p:cNvPr id="41" name="Text 5">
            <a:extLst>
              <a:ext uri="{FF2B5EF4-FFF2-40B4-BE49-F238E27FC236}">
                <a16:creationId xmlns:a16="http://schemas.microsoft.com/office/drawing/2014/main" id="{CC95DEB0-57BD-4ECA-B654-310FBE0C1DF1}"/>
              </a:ext>
            </a:extLst>
          </p:cNvPr>
          <p:cNvSpPr/>
          <p:nvPr/>
        </p:nvSpPr>
        <p:spPr>
          <a:xfrm>
            <a:off x="633984" y="205994"/>
            <a:ext cx="525526" cy="525526"/>
          </a:xfrm>
          <a:prstGeom prst="rect">
            <a:avLst/>
          </a:prstGeom>
          <a:noFill/>
          <a:ln/>
        </p:spPr>
        <p:txBody>
          <a:bodyPr wrap="square" lIns="0" tIns="0" rIns="0" bIns="0" rtlCol="0" anchor="ctr"/>
          <a:lstStyle/>
          <a:p>
            <a:pPr algn="ct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600" y="219456"/>
            <a:ext cx="3901440"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STEPS 4 &amp; 5  ·  p.17–19</a:t>
            </a:r>
            <a:endParaRPr lang="en-US" sz="1333" dirty="0"/>
          </a:p>
        </p:txBody>
      </p:sp>
      <p:sp>
        <p:nvSpPr>
          <p:cNvPr id="4" name="Text 2"/>
          <p:cNvSpPr/>
          <p:nvPr/>
        </p:nvSpPr>
        <p:spPr>
          <a:xfrm>
            <a:off x="1346200" y="243840"/>
            <a:ext cx="10723880" cy="426720"/>
          </a:xfrm>
          <a:prstGeom prst="rect">
            <a:avLst/>
          </a:prstGeom>
          <a:noFill/>
          <a:ln/>
        </p:spPr>
        <p:txBody>
          <a:bodyPr wrap="square" lIns="0" tIns="0" rIns="0" bIns="0" rtlCol="0" anchor="ctr"/>
          <a:lstStyle/>
          <a:p>
            <a:r>
              <a:rPr lang="en-US" sz="2000" b="1" dirty="0">
                <a:solidFill>
                  <a:srgbClr val="1A2456"/>
                </a:solidFill>
                <a:latin typeface="Cambria" pitchFamily="34" charset="0"/>
                <a:ea typeface="Cambria" pitchFamily="34" charset="-122"/>
                <a:cs typeface="Cambria" pitchFamily="34" charset="-120"/>
              </a:rPr>
              <a:t>Establish Engagement Objectives and Scope</a:t>
            </a:r>
            <a:endParaRPr lang="en-US" sz="2000" dirty="0"/>
          </a:p>
        </p:txBody>
      </p:sp>
      <p:sp>
        <p:nvSpPr>
          <p:cNvPr id="5" name="Shape 3"/>
          <p:cNvSpPr/>
          <p:nvPr/>
        </p:nvSpPr>
        <p:spPr>
          <a:xfrm>
            <a:off x="609600" y="3827526"/>
            <a:ext cx="10972800" cy="0"/>
          </a:xfrm>
          <a:prstGeom prst="line">
            <a:avLst/>
          </a:prstGeom>
          <a:noFill/>
          <a:ln w="19050">
            <a:solidFill>
              <a:srgbClr val="CCCCCC"/>
            </a:solidFill>
            <a:prstDash val="solid"/>
          </a:ln>
        </p:spPr>
      </p:sp>
      <p:sp>
        <p:nvSpPr>
          <p:cNvPr id="7" name="Text 5"/>
          <p:cNvSpPr/>
          <p:nvPr/>
        </p:nvSpPr>
        <p:spPr>
          <a:xfrm>
            <a:off x="633984" y="877824"/>
            <a:ext cx="5120640" cy="548640"/>
          </a:xfrm>
          <a:prstGeom prst="rect">
            <a:avLst/>
          </a:prstGeom>
          <a:noFill/>
          <a:ln/>
        </p:spPr>
        <p:txBody>
          <a:bodyPr wrap="square" lIns="0" tIns="0" rIns="0" bIns="0" rtlCol="0" anchor="ctr"/>
          <a:lstStyle/>
          <a:p>
            <a:r>
              <a:rPr lang="en-US" sz="1333" dirty="0">
                <a:solidFill>
                  <a:srgbClr val="6B7A9F"/>
                </a:solidFill>
                <a:latin typeface="Calibri" pitchFamily="34" charset="0"/>
                <a:ea typeface="Calibri" pitchFamily="34" charset="-122"/>
                <a:cs typeface="Calibri" pitchFamily="34" charset="-120"/>
              </a:rPr>
              <a:t>Must be concise, linked to risk assessment (Standard 13.2), and have clear purpose. May come from audit plan, prior findings, regulatory requirements, or board requests.</a:t>
            </a:r>
            <a:endParaRPr lang="en-US" sz="1333" dirty="0"/>
          </a:p>
        </p:txBody>
      </p:sp>
      <p:sp>
        <p:nvSpPr>
          <p:cNvPr id="8" name="Shape 6"/>
          <p:cNvSpPr/>
          <p:nvPr/>
        </p:nvSpPr>
        <p:spPr>
          <a:xfrm>
            <a:off x="5913120" y="1209804"/>
            <a:ext cx="2865120" cy="1121664"/>
          </a:xfrm>
          <a:prstGeom prst="roundRect">
            <a:avLst>
              <a:gd name="adj" fmla="val 6780"/>
            </a:avLst>
          </a:prstGeom>
          <a:solidFill>
            <a:srgbClr val="E8F5E9"/>
          </a:solidFill>
          <a:ln/>
          <a:effectLst>
            <a:outerShdw blurRad="50800" dist="25400" dir="2700000" algn="bl" rotWithShape="0">
              <a:srgbClr val="000000">
                <a:alpha val="7000"/>
              </a:srgbClr>
            </a:outerShdw>
          </a:effectLst>
        </p:spPr>
      </p:sp>
      <p:sp>
        <p:nvSpPr>
          <p:cNvPr id="10" name="Text 8"/>
          <p:cNvSpPr/>
          <p:nvPr/>
        </p:nvSpPr>
        <p:spPr>
          <a:xfrm>
            <a:off x="6059424" y="1404876"/>
            <a:ext cx="2584704" cy="829056"/>
          </a:xfrm>
          <a:prstGeom prst="rect">
            <a:avLst/>
          </a:prstGeom>
          <a:noFill/>
          <a:ln/>
        </p:spPr>
        <p:txBody>
          <a:bodyPr wrap="square" rtlCol="0" anchor="ctr"/>
          <a:lstStyle/>
          <a:p>
            <a:r>
              <a:rPr lang="en-US" sz="1200" dirty="0">
                <a:solidFill>
                  <a:srgbClr val="1A3A1A"/>
                </a:solidFill>
                <a:latin typeface="Calibri" pitchFamily="34" charset="0"/>
                <a:ea typeface="Calibri" pitchFamily="34" charset="-122"/>
                <a:cs typeface="Calibri" pitchFamily="34" charset="-120"/>
              </a:rPr>
              <a:t>IT governance and IT management activities and standards are consistent with the internal audit function's understanding of the organization's risk appetite.</a:t>
            </a:r>
            <a:endParaRPr lang="en-US" sz="1200" dirty="0"/>
          </a:p>
        </p:txBody>
      </p:sp>
      <p:sp>
        <p:nvSpPr>
          <p:cNvPr id="11" name="Shape 9"/>
          <p:cNvSpPr/>
          <p:nvPr/>
        </p:nvSpPr>
        <p:spPr>
          <a:xfrm>
            <a:off x="8997696" y="1209804"/>
            <a:ext cx="2865120" cy="1121664"/>
          </a:xfrm>
          <a:prstGeom prst="roundRect">
            <a:avLst>
              <a:gd name="adj" fmla="val 6780"/>
            </a:avLst>
          </a:prstGeom>
          <a:solidFill>
            <a:srgbClr val="E8F5E9"/>
          </a:solidFill>
          <a:ln/>
          <a:effectLst>
            <a:outerShdw blurRad="50800" dist="25400" dir="2700000" algn="bl" rotWithShape="0">
              <a:srgbClr val="000000">
                <a:alpha val="7000"/>
              </a:srgbClr>
            </a:outerShdw>
          </a:effectLst>
        </p:spPr>
      </p:sp>
      <p:sp>
        <p:nvSpPr>
          <p:cNvPr id="13" name="Text 11"/>
          <p:cNvSpPr/>
          <p:nvPr/>
        </p:nvSpPr>
        <p:spPr>
          <a:xfrm>
            <a:off x="9144000" y="1404876"/>
            <a:ext cx="2584704" cy="829056"/>
          </a:xfrm>
          <a:prstGeom prst="rect">
            <a:avLst/>
          </a:prstGeom>
          <a:noFill/>
          <a:ln/>
        </p:spPr>
        <p:txBody>
          <a:bodyPr wrap="square" rtlCol="0" anchor="ctr"/>
          <a:lstStyle/>
          <a:p>
            <a:r>
              <a:rPr lang="en-US" sz="1200" dirty="0">
                <a:solidFill>
                  <a:srgbClr val="1A3A1A"/>
                </a:solidFill>
                <a:latin typeface="Calibri" pitchFamily="34" charset="0"/>
                <a:ea typeface="Calibri" pitchFamily="34" charset="-122"/>
                <a:cs typeface="Calibri" pitchFamily="34" charset="-120"/>
              </a:rPr>
              <a:t>The enterprise risk management process addresses substantial IT risks by identifying and escalating threats in a timely manner, including communicating with the board about them.</a:t>
            </a:r>
            <a:endParaRPr lang="en-US" sz="1200" dirty="0"/>
          </a:p>
        </p:txBody>
      </p:sp>
      <p:sp>
        <p:nvSpPr>
          <p:cNvPr id="14" name="Shape 12"/>
          <p:cNvSpPr/>
          <p:nvPr/>
        </p:nvSpPr>
        <p:spPr>
          <a:xfrm>
            <a:off x="5913120" y="2453387"/>
            <a:ext cx="2865120" cy="1121664"/>
          </a:xfrm>
          <a:prstGeom prst="roundRect">
            <a:avLst>
              <a:gd name="adj" fmla="val 6780"/>
            </a:avLst>
          </a:prstGeom>
          <a:solidFill>
            <a:srgbClr val="E8F5E9"/>
          </a:solidFill>
          <a:ln/>
          <a:effectLst>
            <a:outerShdw blurRad="50800" dist="25400" dir="2700000" algn="bl" rotWithShape="0">
              <a:srgbClr val="000000">
                <a:alpha val="7000"/>
              </a:srgbClr>
            </a:outerShdw>
          </a:effectLst>
        </p:spPr>
      </p:sp>
      <p:sp>
        <p:nvSpPr>
          <p:cNvPr id="16" name="Text 14"/>
          <p:cNvSpPr/>
          <p:nvPr/>
        </p:nvSpPr>
        <p:spPr>
          <a:xfrm>
            <a:off x="6059424" y="2648459"/>
            <a:ext cx="2584704" cy="829056"/>
          </a:xfrm>
          <a:prstGeom prst="rect">
            <a:avLst/>
          </a:prstGeom>
          <a:noFill/>
          <a:ln/>
        </p:spPr>
        <p:txBody>
          <a:bodyPr wrap="square" rtlCol="0" anchor="ctr"/>
          <a:lstStyle/>
          <a:p>
            <a:r>
              <a:rPr lang="en-US" sz="1200" dirty="0">
                <a:solidFill>
                  <a:srgbClr val="1A3A1A"/>
                </a:solidFill>
                <a:latin typeface="Calibri" pitchFamily="34" charset="0"/>
                <a:ea typeface="Calibri" pitchFamily="34" charset="-122"/>
                <a:cs typeface="Calibri" pitchFamily="34" charset="-120"/>
              </a:rPr>
              <a:t>The linkage between IT metrics and objectives aligns with the organization's goals.</a:t>
            </a:r>
            <a:endParaRPr lang="en-US" sz="1200" dirty="0"/>
          </a:p>
        </p:txBody>
      </p:sp>
      <p:sp>
        <p:nvSpPr>
          <p:cNvPr id="17" name="Shape 15"/>
          <p:cNvSpPr/>
          <p:nvPr/>
        </p:nvSpPr>
        <p:spPr>
          <a:xfrm>
            <a:off x="8997696" y="2453387"/>
            <a:ext cx="2865120" cy="1121664"/>
          </a:xfrm>
          <a:prstGeom prst="roundRect">
            <a:avLst>
              <a:gd name="adj" fmla="val 6780"/>
            </a:avLst>
          </a:prstGeom>
          <a:solidFill>
            <a:srgbClr val="E8F5E9"/>
          </a:solidFill>
          <a:ln/>
          <a:effectLst>
            <a:outerShdw blurRad="50800" dist="25400" dir="2700000" algn="bl" rotWithShape="0">
              <a:srgbClr val="000000">
                <a:alpha val="7000"/>
              </a:srgbClr>
            </a:outerShdw>
          </a:effectLst>
        </p:spPr>
      </p:sp>
      <p:sp>
        <p:nvSpPr>
          <p:cNvPr id="19" name="Text 17"/>
          <p:cNvSpPr/>
          <p:nvPr/>
        </p:nvSpPr>
        <p:spPr>
          <a:xfrm>
            <a:off x="9144000" y="2648459"/>
            <a:ext cx="2584704" cy="829056"/>
          </a:xfrm>
          <a:prstGeom prst="rect">
            <a:avLst/>
          </a:prstGeom>
          <a:noFill/>
          <a:ln/>
        </p:spPr>
        <p:txBody>
          <a:bodyPr wrap="square" rtlCol="0" anchor="ctr"/>
          <a:lstStyle/>
          <a:p>
            <a:r>
              <a:rPr lang="en-US" sz="1200" dirty="0">
                <a:solidFill>
                  <a:srgbClr val="1A3A1A"/>
                </a:solidFill>
                <a:latin typeface="Calibri" pitchFamily="34" charset="0"/>
                <a:ea typeface="Calibri" pitchFamily="34" charset="-122"/>
                <a:cs typeface="Calibri" pitchFamily="34" charset="-120"/>
              </a:rPr>
              <a:t>IT management properly monitors metrics to provide realistic views of IT operations and communicates with the board about the performance relative to goals and objectives.</a:t>
            </a:r>
            <a:endParaRPr lang="en-US" sz="1200" dirty="0"/>
          </a:p>
        </p:txBody>
      </p:sp>
      <p:sp>
        <p:nvSpPr>
          <p:cNvPr id="20" name="Text 18"/>
          <p:cNvSpPr/>
          <p:nvPr/>
        </p:nvSpPr>
        <p:spPr>
          <a:xfrm>
            <a:off x="5913120" y="811024"/>
            <a:ext cx="5730240" cy="316992"/>
          </a:xfrm>
          <a:prstGeom prst="rect">
            <a:avLst/>
          </a:prstGeom>
          <a:noFill/>
          <a:ln/>
        </p:spPr>
        <p:txBody>
          <a:bodyPr wrap="square" lIns="0" tIns="0" rIns="0" bIns="0" rtlCol="0" anchor="ctr"/>
          <a:lstStyle/>
          <a:p>
            <a:r>
              <a:rPr lang="en-US" sz="1333" b="1" dirty="0">
                <a:solidFill>
                  <a:srgbClr val="1A2456"/>
                </a:solidFill>
                <a:latin typeface="Calibri" pitchFamily="34" charset="0"/>
                <a:ea typeface="Calibri" pitchFamily="34" charset="-122"/>
                <a:cs typeface="Calibri" pitchFamily="34" charset="-120"/>
              </a:rPr>
              <a:t>Example assurance objectives (p.17):</a:t>
            </a:r>
            <a:endParaRPr lang="en-US" sz="1333" dirty="0"/>
          </a:p>
        </p:txBody>
      </p:sp>
      <p:sp>
        <p:nvSpPr>
          <p:cNvPr id="21" name="Shape 19"/>
          <p:cNvSpPr/>
          <p:nvPr/>
        </p:nvSpPr>
        <p:spPr>
          <a:xfrm>
            <a:off x="633984" y="1633728"/>
            <a:ext cx="5096256" cy="2048256"/>
          </a:xfrm>
          <a:prstGeom prst="roundRect">
            <a:avLst>
              <a:gd name="adj" fmla="val 5952"/>
            </a:avLst>
          </a:prstGeom>
          <a:solidFill>
            <a:srgbClr val="FFF3E0"/>
          </a:solidFill>
          <a:ln/>
        </p:spPr>
      </p:sp>
      <p:sp>
        <p:nvSpPr>
          <p:cNvPr id="22" name="Text 20"/>
          <p:cNvSpPr/>
          <p:nvPr/>
        </p:nvSpPr>
        <p:spPr>
          <a:xfrm>
            <a:off x="829056" y="1731264"/>
            <a:ext cx="4693920" cy="341376"/>
          </a:xfrm>
          <a:prstGeom prst="rect">
            <a:avLst/>
          </a:prstGeom>
          <a:noFill/>
          <a:ln/>
        </p:spPr>
        <p:txBody>
          <a:bodyPr wrap="square" lIns="0" tIns="0" rIns="0" bIns="0" rtlCol="0" anchor="ctr"/>
          <a:lstStyle/>
          <a:p>
            <a:r>
              <a:rPr lang="en-US" sz="1467" b="1" dirty="0">
                <a:solidFill>
                  <a:srgbClr val="E65100"/>
                </a:solidFill>
                <a:latin typeface="Calibri" pitchFamily="34" charset="0"/>
                <a:ea typeface="Calibri" pitchFamily="34" charset="-122"/>
                <a:cs typeface="Calibri" pitchFamily="34" charset="-120"/>
              </a:rPr>
              <a:t>Advisory Mode (p.18)</a:t>
            </a:r>
            <a:endParaRPr lang="en-US" sz="1467" dirty="0"/>
          </a:p>
        </p:txBody>
      </p:sp>
      <p:sp>
        <p:nvSpPr>
          <p:cNvPr id="23" name="Text 21"/>
          <p:cNvSpPr/>
          <p:nvPr/>
        </p:nvSpPr>
        <p:spPr>
          <a:xfrm>
            <a:off x="829056" y="2097024"/>
            <a:ext cx="4693920" cy="609600"/>
          </a:xfrm>
          <a:prstGeom prst="rect">
            <a:avLst/>
          </a:prstGeom>
          <a:noFill/>
          <a:ln/>
        </p:spPr>
        <p:txBody>
          <a:bodyPr wrap="square" rtlCol="0" anchor="ctr"/>
          <a:lstStyle/>
          <a:p>
            <a:r>
              <a:rPr lang="en-US" sz="1333" dirty="0">
                <a:solidFill>
                  <a:srgbClr val="333333"/>
                </a:solidFill>
                <a:latin typeface="Calibri" pitchFamily="34" charset="0"/>
                <a:ea typeface="Calibri" pitchFamily="34" charset="-122"/>
                <a:cs typeface="Calibri" pitchFamily="34" charset="-120"/>
              </a:rPr>
              <a:t>When governance is known to be immature or has existing issues, advisory services may be more appropriate than assurance.</a:t>
            </a:r>
            <a:endParaRPr lang="en-US" sz="1333" dirty="0"/>
          </a:p>
        </p:txBody>
      </p:sp>
      <p:sp>
        <p:nvSpPr>
          <p:cNvPr id="24" name="Text 22"/>
          <p:cNvSpPr/>
          <p:nvPr/>
        </p:nvSpPr>
        <p:spPr>
          <a:xfrm>
            <a:off x="829056" y="2731008"/>
            <a:ext cx="4693920" cy="268224"/>
          </a:xfrm>
          <a:prstGeom prst="rect">
            <a:avLst/>
          </a:prstGeom>
          <a:noFill/>
          <a:ln/>
        </p:spPr>
        <p:txBody>
          <a:bodyPr wrap="square" lIns="0" tIns="0" rIns="0" bIns="0" rtlCol="0" anchor="ctr"/>
          <a:lstStyle/>
          <a:p>
            <a:r>
              <a:rPr lang="en-US" sz="1333" b="1" dirty="0">
                <a:solidFill>
                  <a:srgbClr val="E65100"/>
                </a:solidFill>
                <a:latin typeface="Calibri" pitchFamily="34" charset="0"/>
                <a:ea typeface="Calibri" pitchFamily="34" charset="-122"/>
                <a:cs typeface="Calibri" pitchFamily="34" charset="-120"/>
              </a:rPr>
              <a:t>Example advisory objective:</a:t>
            </a:r>
            <a:endParaRPr lang="en-US" sz="1333" dirty="0"/>
          </a:p>
        </p:txBody>
      </p:sp>
      <p:sp>
        <p:nvSpPr>
          <p:cNvPr id="25" name="Text 23"/>
          <p:cNvSpPr/>
          <p:nvPr/>
        </p:nvSpPr>
        <p:spPr>
          <a:xfrm>
            <a:off x="829056" y="3023616"/>
            <a:ext cx="4693920" cy="548640"/>
          </a:xfrm>
          <a:prstGeom prst="rect">
            <a:avLst/>
          </a:prstGeom>
          <a:noFill/>
          <a:ln/>
        </p:spPr>
        <p:txBody>
          <a:bodyPr wrap="square" rtlCol="0" anchor="ctr"/>
          <a:lstStyle/>
          <a:p>
            <a:r>
              <a:rPr lang="en-US" sz="1267" i="1" dirty="0">
                <a:solidFill>
                  <a:srgbClr val="5A2800"/>
                </a:solidFill>
                <a:latin typeface="Calibri" pitchFamily="34" charset="0"/>
                <a:ea typeface="Calibri" pitchFamily="34" charset="-122"/>
                <a:cs typeface="Calibri" pitchFamily="34" charset="-120"/>
              </a:rPr>
              <a:t>"The internal audit function will advise on the effectiveness of existing organizational structures supporting IT governance core activities."</a:t>
            </a:r>
            <a:endParaRPr lang="en-US" sz="1267" dirty="0"/>
          </a:p>
        </p:txBody>
      </p:sp>
      <p:sp>
        <p:nvSpPr>
          <p:cNvPr id="27" name="Shape 25"/>
          <p:cNvSpPr/>
          <p:nvPr/>
        </p:nvSpPr>
        <p:spPr>
          <a:xfrm>
            <a:off x="609600" y="4572000"/>
            <a:ext cx="8978900" cy="365760"/>
          </a:xfrm>
          <a:prstGeom prst="roundRect">
            <a:avLst>
              <a:gd name="adj" fmla="val 20000"/>
            </a:avLst>
          </a:prstGeom>
          <a:solidFill>
            <a:srgbClr val="F5F7FC"/>
          </a:solidFill>
          <a:ln/>
        </p:spPr>
      </p:sp>
      <p:sp>
        <p:nvSpPr>
          <p:cNvPr id="28" name="Shape 26"/>
          <p:cNvSpPr/>
          <p:nvPr/>
        </p:nvSpPr>
        <p:spPr>
          <a:xfrm>
            <a:off x="707136" y="4620768"/>
            <a:ext cx="268224" cy="268224"/>
          </a:xfrm>
          <a:prstGeom prst="ellipse">
            <a:avLst/>
          </a:prstGeom>
          <a:solidFill>
            <a:srgbClr val="1565C0"/>
          </a:solidFill>
          <a:ln w="12700">
            <a:solidFill>
              <a:srgbClr val="1565C0"/>
            </a:solidFill>
            <a:prstDash val="solid"/>
          </a:ln>
        </p:spPr>
      </p:sp>
      <p:sp>
        <p:nvSpPr>
          <p:cNvPr id="29" name="Text 27"/>
          <p:cNvSpPr/>
          <p:nvPr/>
        </p:nvSpPr>
        <p:spPr>
          <a:xfrm>
            <a:off x="707136" y="4620768"/>
            <a:ext cx="268224" cy="268224"/>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0" name="Text 28"/>
          <p:cNvSpPr/>
          <p:nvPr/>
        </p:nvSpPr>
        <p:spPr>
          <a:xfrm>
            <a:off x="1097280" y="4620768"/>
            <a:ext cx="10302240" cy="268224"/>
          </a:xfrm>
          <a:prstGeom prst="rect">
            <a:avLst/>
          </a:prstGeom>
          <a:noFill/>
          <a:ln/>
        </p:spPr>
        <p:txBody>
          <a:bodyPr wrap="square" lIns="0" tIns="0" rIns="0" bIns="0" rtlCol="0" anchor="ctr"/>
          <a:lstStyle/>
          <a:p>
            <a:r>
              <a:rPr lang="en-US" sz="1400" dirty="0">
                <a:solidFill>
                  <a:srgbClr val="1A2456"/>
                </a:solidFill>
                <a:latin typeface="Calibri" pitchFamily="34" charset="0"/>
                <a:ea typeface="Calibri" pitchFamily="34" charset="-122"/>
                <a:cs typeface="Calibri" pitchFamily="34" charset="-120"/>
              </a:rPr>
              <a:t>Determine whether the IT function aligns with and understands the organization's objectives and strategies</a:t>
            </a:r>
            <a:endParaRPr lang="en-US" sz="1400" dirty="0"/>
          </a:p>
        </p:txBody>
      </p:sp>
      <p:sp>
        <p:nvSpPr>
          <p:cNvPr id="31" name="Shape 29"/>
          <p:cNvSpPr/>
          <p:nvPr/>
        </p:nvSpPr>
        <p:spPr>
          <a:xfrm>
            <a:off x="609600" y="5010912"/>
            <a:ext cx="8978900" cy="365760"/>
          </a:xfrm>
          <a:prstGeom prst="roundRect">
            <a:avLst>
              <a:gd name="adj" fmla="val 20000"/>
            </a:avLst>
          </a:prstGeom>
          <a:solidFill>
            <a:srgbClr val="FFF3E0"/>
          </a:solidFill>
          <a:ln/>
        </p:spPr>
      </p:sp>
      <p:sp>
        <p:nvSpPr>
          <p:cNvPr id="32" name="Shape 30"/>
          <p:cNvSpPr/>
          <p:nvPr/>
        </p:nvSpPr>
        <p:spPr>
          <a:xfrm>
            <a:off x="707136" y="5059680"/>
            <a:ext cx="268224" cy="268224"/>
          </a:xfrm>
          <a:prstGeom prst="ellipse">
            <a:avLst/>
          </a:prstGeom>
          <a:solidFill>
            <a:srgbClr val="E65100"/>
          </a:solidFill>
          <a:ln w="12700">
            <a:solidFill>
              <a:srgbClr val="E65100"/>
            </a:solidFill>
            <a:prstDash val="solid"/>
          </a:ln>
        </p:spPr>
      </p:sp>
      <p:sp>
        <p:nvSpPr>
          <p:cNvPr id="33" name="Text 31"/>
          <p:cNvSpPr/>
          <p:nvPr/>
        </p:nvSpPr>
        <p:spPr>
          <a:xfrm>
            <a:off x="707136" y="5059680"/>
            <a:ext cx="268224" cy="268224"/>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4" name="Text 32"/>
          <p:cNvSpPr/>
          <p:nvPr/>
        </p:nvSpPr>
        <p:spPr>
          <a:xfrm>
            <a:off x="1097280" y="5059680"/>
            <a:ext cx="10302240" cy="268224"/>
          </a:xfrm>
          <a:prstGeom prst="rect">
            <a:avLst/>
          </a:prstGeom>
          <a:noFill/>
          <a:ln/>
        </p:spPr>
        <p:txBody>
          <a:bodyPr wrap="square" lIns="0" tIns="0" rIns="0" bIns="0" rtlCol="0" anchor="ctr"/>
          <a:lstStyle/>
          <a:p>
            <a:r>
              <a:rPr lang="en-US" sz="1400" b="1" dirty="0">
                <a:solidFill>
                  <a:srgbClr val="E65100"/>
                </a:solidFill>
                <a:latin typeface="Calibri" pitchFamily="34" charset="0"/>
                <a:ea typeface="Calibri" pitchFamily="34" charset="-122"/>
                <a:cs typeface="Calibri" pitchFamily="34" charset="-120"/>
              </a:rPr>
              <a:t>Review the organizational structure — is a CIO in place, and is that role part of the senior management team? ★</a:t>
            </a:r>
            <a:endParaRPr lang="en-US" sz="1400" dirty="0"/>
          </a:p>
        </p:txBody>
      </p:sp>
      <p:sp>
        <p:nvSpPr>
          <p:cNvPr id="35" name="Shape 33"/>
          <p:cNvSpPr/>
          <p:nvPr/>
        </p:nvSpPr>
        <p:spPr>
          <a:xfrm>
            <a:off x="609600" y="5449824"/>
            <a:ext cx="8978900" cy="365760"/>
          </a:xfrm>
          <a:prstGeom prst="roundRect">
            <a:avLst>
              <a:gd name="adj" fmla="val 20000"/>
            </a:avLst>
          </a:prstGeom>
          <a:solidFill>
            <a:srgbClr val="F5F7FC"/>
          </a:solidFill>
          <a:ln/>
        </p:spPr>
      </p:sp>
      <p:sp>
        <p:nvSpPr>
          <p:cNvPr id="36" name="Shape 34"/>
          <p:cNvSpPr/>
          <p:nvPr/>
        </p:nvSpPr>
        <p:spPr>
          <a:xfrm>
            <a:off x="707136" y="5498592"/>
            <a:ext cx="268224" cy="268224"/>
          </a:xfrm>
          <a:prstGeom prst="ellipse">
            <a:avLst/>
          </a:prstGeom>
          <a:solidFill>
            <a:srgbClr val="1565C0"/>
          </a:solidFill>
          <a:ln w="12700">
            <a:solidFill>
              <a:srgbClr val="1565C0"/>
            </a:solidFill>
            <a:prstDash val="solid"/>
          </a:ln>
        </p:spPr>
      </p:sp>
      <p:sp>
        <p:nvSpPr>
          <p:cNvPr id="37" name="Text 35"/>
          <p:cNvSpPr/>
          <p:nvPr/>
        </p:nvSpPr>
        <p:spPr>
          <a:xfrm>
            <a:off x="707136" y="5498592"/>
            <a:ext cx="268224" cy="268224"/>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Text 36"/>
          <p:cNvSpPr/>
          <p:nvPr/>
        </p:nvSpPr>
        <p:spPr>
          <a:xfrm>
            <a:off x="1097280" y="5498592"/>
            <a:ext cx="10302240" cy="268224"/>
          </a:xfrm>
          <a:prstGeom prst="rect">
            <a:avLst/>
          </a:prstGeom>
          <a:noFill/>
          <a:ln/>
        </p:spPr>
        <p:txBody>
          <a:bodyPr wrap="square" lIns="0" tIns="0" rIns="0" bIns="0" rtlCol="0" anchor="ctr"/>
          <a:lstStyle/>
          <a:p>
            <a:r>
              <a:rPr lang="en-US" sz="1400" dirty="0">
                <a:solidFill>
                  <a:srgbClr val="1A2456"/>
                </a:solidFill>
                <a:latin typeface="Calibri" pitchFamily="34" charset="0"/>
                <a:ea typeface="Calibri" pitchFamily="34" charset="-122"/>
                <a:cs typeface="Calibri" pitchFamily="34" charset="-120"/>
              </a:rPr>
              <a:t>Assess whether governance and management activities are consistent with the risk appetite of the organization</a:t>
            </a:r>
            <a:endParaRPr lang="en-US" sz="1400" dirty="0"/>
          </a:p>
        </p:txBody>
      </p:sp>
      <p:sp>
        <p:nvSpPr>
          <p:cNvPr id="39" name="Shape 37"/>
          <p:cNvSpPr/>
          <p:nvPr/>
        </p:nvSpPr>
        <p:spPr>
          <a:xfrm>
            <a:off x="609600" y="5888736"/>
            <a:ext cx="8978900" cy="365760"/>
          </a:xfrm>
          <a:prstGeom prst="roundRect">
            <a:avLst>
              <a:gd name="adj" fmla="val 20000"/>
            </a:avLst>
          </a:prstGeom>
          <a:solidFill>
            <a:srgbClr val="FFFFFF"/>
          </a:solidFill>
          <a:ln/>
        </p:spPr>
      </p:sp>
      <p:sp>
        <p:nvSpPr>
          <p:cNvPr id="40" name="Shape 38"/>
          <p:cNvSpPr/>
          <p:nvPr/>
        </p:nvSpPr>
        <p:spPr>
          <a:xfrm>
            <a:off x="707136" y="5937504"/>
            <a:ext cx="268224" cy="268224"/>
          </a:xfrm>
          <a:prstGeom prst="ellipse">
            <a:avLst/>
          </a:prstGeom>
          <a:solidFill>
            <a:srgbClr val="1565C0"/>
          </a:solidFill>
          <a:ln w="12700">
            <a:solidFill>
              <a:srgbClr val="1565C0"/>
            </a:solidFill>
            <a:prstDash val="solid"/>
          </a:ln>
        </p:spPr>
      </p:sp>
      <p:sp>
        <p:nvSpPr>
          <p:cNvPr id="41" name="Text 39"/>
          <p:cNvSpPr/>
          <p:nvPr/>
        </p:nvSpPr>
        <p:spPr>
          <a:xfrm>
            <a:off x="707136" y="5937504"/>
            <a:ext cx="268224" cy="268224"/>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2" name="Text 40"/>
          <p:cNvSpPr/>
          <p:nvPr/>
        </p:nvSpPr>
        <p:spPr>
          <a:xfrm>
            <a:off x="1097280" y="5937504"/>
            <a:ext cx="10302240" cy="268224"/>
          </a:xfrm>
          <a:prstGeom prst="rect">
            <a:avLst/>
          </a:prstGeom>
          <a:noFill/>
          <a:ln/>
        </p:spPr>
        <p:txBody>
          <a:bodyPr wrap="square" lIns="0" tIns="0" rIns="0" bIns="0" rtlCol="0" anchor="ctr"/>
          <a:lstStyle/>
          <a:p>
            <a:r>
              <a:rPr lang="en-US" sz="1400" dirty="0">
                <a:solidFill>
                  <a:srgbClr val="1A2456"/>
                </a:solidFill>
                <a:latin typeface="Calibri" pitchFamily="34" charset="0"/>
                <a:ea typeface="Calibri" pitchFamily="34" charset="-122"/>
                <a:cs typeface="Calibri" pitchFamily="34" charset="-120"/>
              </a:rPr>
              <a:t>Determine the effectiveness of the management of IT resources and related performance</a:t>
            </a:r>
            <a:endParaRPr lang="en-US" sz="1400" dirty="0"/>
          </a:p>
        </p:txBody>
      </p:sp>
      <p:sp>
        <p:nvSpPr>
          <p:cNvPr id="43" name="Shape 41"/>
          <p:cNvSpPr/>
          <p:nvPr/>
        </p:nvSpPr>
        <p:spPr>
          <a:xfrm>
            <a:off x="609600" y="6327648"/>
            <a:ext cx="8978900" cy="365760"/>
          </a:xfrm>
          <a:prstGeom prst="roundRect">
            <a:avLst>
              <a:gd name="adj" fmla="val 20000"/>
            </a:avLst>
          </a:prstGeom>
          <a:solidFill>
            <a:srgbClr val="F5F7FC"/>
          </a:solidFill>
          <a:ln/>
        </p:spPr>
      </p:sp>
      <p:sp>
        <p:nvSpPr>
          <p:cNvPr id="44" name="Shape 42"/>
          <p:cNvSpPr/>
          <p:nvPr/>
        </p:nvSpPr>
        <p:spPr>
          <a:xfrm>
            <a:off x="707136" y="6376416"/>
            <a:ext cx="268224" cy="268224"/>
          </a:xfrm>
          <a:prstGeom prst="ellipse">
            <a:avLst/>
          </a:prstGeom>
          <a:solidFill>
            <a:srgbClr val="1565C0"/>
          </a:solidFill>
          <a:ln w="12700">
            <a:solidFill>
              <a:srgbClr val="1565C0"/>
            </a:solidFill>
            <a:prstDash val="solid"/>
          </a:ln>
        </p:spPr>
      </p:sp>
      <p:sp>
        <p:nvSpPr>
          <p:cNvPr id="45" name="Text 43"/>
          <p:cNvSpPr/>
          <p:nvPr/>
        </p:nvSpPr>
        <p:spPr>
          <a:xfrm>
            <a:off x="707136" y="6376416"/>
            <a:ext cx="268224" cy="268224"/>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6" name="Text 44"/>
          <p:cNvSpPr/>
          <p:nvPr/>
        </p:nvSpPr>
        <p:spPr>
          <a:xfrm>
            <a:off x="1097280" y="6376416"/>
            <a:ext cx="10302240" cy="268224"/>
          </a:xfrm>
          <a:prstGeom prst="rect">
            <a:avLst/>
          </a:prstGeom>
          <a:noFill/>
          <a:ln/>
        </p:spPr>
        <p:txBody>
          <a:bodyPr wrap="square" lIns="0" tIns="0" rIns="0" bIns="0" rtlCol="0" anchor="ctr"/>
          <a:lstStyle/>
          <a:p>
            <a:r>
              <a:rPr lang="en-US" sz="1400" dirty="0">
                <a:solidFill>
                  <a:srgbClr val="1A2456"/>
                </a:solidFill>
                <a:latin typeface="Calibri" pitchFamily="34" charset="0"/>
                <a:ea typeface="Calibri" pitchFamily="34" charset="-122"/>
                <a:cs typeface="Calibri" pitchFamily="34" charset="-120"/>
              </a:rPr>
              <a:t>Assess risks that may adversely affect the IT environment</a:t>
            </a:r>
            <a:endParaRPr lang="en-US" sz="1400" dirty="0"/>
          </a:p>
        </p:txBody>
      </p:sp>
      <p:sp>
        <p:nvSpPr>
          <p:cNvPr id="47" name="Shape 45"/>
          <p:cNvSpPr/>
          <p:nvPr/>
        </p:nvSpPr>
        <p:spPr>
          <a:xfrm>
            <a:off x="9775190" y="4080002"/>
            <a:ext cx="2147570" cy="2616454"/>
          </a:xfrm>
          <a:prstGeom prst="roundRect">
            <a:avLst>
              <a:gd name="adj" fmla="val 6679"/>
            </a:avLst>
          </a:prstGeom>
          <a:solidFill>
            <a:srgbClr val="E3F2FD"/>
          </a:solidFill>
          <a:ln/>
        </p:spPr>
        <p:txBody>
          <a:bodyPr/>
          <a:lstStyle/>
          <a:p>
            <a:r>
              <a:rPr lang="en-US" sz="1400" i="1" dirty="0">
                <a:solidFill>
                  <a:srgbClr val="1565C0"/>
                </a:solidFill>
                <a:latin typeface="Calibri" pitchFamily="34" charset="0"/>
                <a:ea typeface="Calibri" pitchFamily="34" charset="-122"/>
                <a:cs typeface="Calibri" pitchFamily="34" charset="-120"/>
              </a:rPr>
              <a:t>Scope Task 2 (CIO reporting line) maps directly to COBIT's EDM01 Organizational Structures requirements. In our COBIT practice, scope = selected objectives; in GTAG, scope = these five structural/risk tasks. Both arrive at the same engagement boundaries.</a:t>
            </a:r>
            <a:endParaRPr lang="en-US" sz="1400" i="1" dirty="0"/>
          </a:p>
        </p:txBody>
      </p:sp>
      <p:sp>
        <p:nvSpPr>
          <p:cNvPr id="48" name="Text 46"/>
          <p:cNvSpPr/>
          <p:nvPr/>
        </p:nvSpPr>
        <p:spPr>
          <a:xfrm>
            <a:off x="792480" y="6839712"/>
            <a:ext cx="10607040" cy="292608"/>
          </a:xfrm>
          <a:prstGeom prst="rect">
            <a:avLst/>
          </a:prstGeom>
          <a:noFill/>
          <a:ln/>
        </p:spPr>
        <p:txBody>
          <a:bodyPr wrap="square" lIns="0" tIns="0" rIns="0" bIns="0" rtlCol="0" anchor="ctr"/>
          <a:lstStyle/>
          <a:p>
            <a:endParaRPr lang="en-US" sz="1267" dirty="0"/>
          </a:p>
        </p:txBody>
      </p:sp>
      <p:sp>
        <p:nvSpPr>
          <p:cNvPr id="49" name="Shape 4">
            <a:extLst>
              <a:ext uri="{FF2B5EF4-FFF2-40B4-BE49-F238E27FC236}">
                <a16:creationId xmlns:a16="http://schemas.microsoft.com/office/drawing/2014/main" id="{D625663F-DF36-4EC5-A0D5-05E38E1348C9}"/>
              </a:ext>
            </a:extLst>
          </p:cNvPr>
          <p:cNvSpPr/>
          <p:nvPr/>
        </p:nvSpPr>
        <p:spPr>
          <a:xfrm>
            <a:off x="633984" y="205994"/>
            <a:ext cx="525526" cy="525526"/>
          </a:xfrm>
          <a:prstGeom prst="roundRect">
            <a:avLst>
              <a:gd name="adj" fmla="val 14545"/>
            </a:avLst>
          </a:prstGeom>
          <a:solidFill>
            <a:srgbClr val="020294"/>
          </a:solidFill>
          <a:ln/>
        </p:spPr>
      </p:sp>
      <p:sp>
        <p:nvSpPr>
          <p:cNvPr id="50" name="Text 5">
            <a:extLst>
              <a:ext uri="{FF2B5EF4-FFF2-40B4-BE49-F238E27FC236}">
                <a16:creationId xmlns:a16="http://schemas.microsoft.com/office/drawing/2014/main" id="{B5A2CD4D-3597-432C-9412-CDD8A324B533}"/>
              </a:ext>
            </a:extLst>
          </p:cNvPr>
          <p:cNvSpPr/>
          <p:nvPr/>
        </p:nvSpPr>
        <p:spPr>
          <a:xfrm>
            <a:off x="633984" y="205994"/>
            <a:ext cx="525526" cy="525526"/>
          </a:xfrm>
          <a:prstGeom prst="rect">
            <a:avLst/>
          </a:prstGeom>
          <a:noFill/>
          <a:ln/>
        </p:spPr>
        <p:txBody>
          <a:bodyPr wrap="square" lIns="0" tIns="0" rIns="0" bIns="0" rtlCol="0" anchor="ctr"/>
          <a:lstStyle/>
          <a:p>
            <a:pPr algn="ct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51" name="Text 2">
            <a:extLst>
              <a:ext uri="{FF2B5EF4-FFF2-40B4-BE49-F238E27FC236}">
                <a16:creationId xmlns:a16="http://schemas.microsoft.com/office/drawing/2014/main" id="{03A29ABF-6EA8-4F1E-826D-F58A6D3596AA}"/>
              </a:ext>
            </a:extLst>
          </p:cNvPr>
          <p:cNvSpPr/>
          <p:nvPr/>
        </p:nvSpPr>
        <p:spPr>
          <a:xfrm>
            <a:off x="1346200" y="3957320"/>
            <a:ext cx="10723880" cy="426720"/>
          </a:xfrm>
          <a:prstGeom prst="rect">
            <a:avLst/>
          </a:prstGeom>
          <a:noFill/>
          <a:ln/>
        </p:spPr>
        <p:txBody>
          <a:bodyPr wrap="square" lIns="0" tIns="0" rIns="0" bIns="0" rtlCol="0" anchor="ctr"/>
          <a:lstStyle/>
          <a:p>
            <a:r>
              <a:rPr lang="en-US" sz="2000" b="1" dirty="0">
                <a:solidFill>
                  <a:srgbClr val="1A2456"/>
                </a:solidFill>
                <a:latin typeface="Cambria" pitchFamily="34" charset="0"/>
                <a:ea typeface="Cambria" pitchFamily="34" charset="-122"/>
                <a:cs typeface="Cambria" pitchFamily="34" charset="-120"/>
              </a:rPr>
              <a:t>Establish Engagement Scope</a:t>
            </a:r>
            <a:endParaRPr lang="en-US" sz="2000" dirty="0"/>
          </a:p>
        </p:txBody>
      </p:sp>
      <p:sp>
        <p:nvSpPr>
          <p:cNvPr id="52" name="Shape 4">
            <a:extLst>
              <a:ext uri="{FF2B5EF4-FFF2-40B4-BE49-F238E27FC236}">
                <a16:creationId xmlns:a16="http://schemas.microsoft.com/office/drawing/2014/main" id="{523D9FC6-EEE9-4D2C-AE57-8297BFBF472E}"/>
              </a:ext>
            </a:extLst>
          </p:cNvPr>
          <p:cNvSpPr/>
          <p:nvPr/>
        </p:nvSpPr>
        <p:spPr>
          <a:xfrm>
            <a:off x="633984" y="3919474"/>
            <a:ext cx="525526" cy="525526"/>
          </a:xfrm>
          <a:prstGeom prst="roundRect">
            <a:avLst>
              <a:gd name="adj" fmla="val 14545"/>
            </a:avLst>
          </a:prstGeom>
          <a:solidFill>
            <a:schemeClr val="accent6">
              <a:lumMod val="50000"/>
            </a:schemeClr>
          </a:solidFill>
          <a:ln/>
        </p:spPr>
      </p:sp>
      <p:sp>
        <p:nvSpPr>
          <p:cNvPr id="53" name="Text 5">
            <a:extLst>
              <a:ext uri="{FF2B5EF4-FFF2-40B4-BE49-F238E27FC236}">
                <a16:creationId xmlns:a16="http://schemas.microsoft.com/office/drawing/2014/main" id="{98B030C1-2D37-4796-80EA-14EA25A8E1F8}"/>
              </a:ext>
            </a:extLst>
          </p:cNvPr>
          <p:cNvSpPr/>
          <p:nvPr/>
        </p:nvSpPr>
        <p:spPr>
          <a:xfrm>
            <a:off x="633984" y="3919474"/>
            <a:ext cx="525526" cy="525526"/>
          </a:xfrm>
          <a:prstGeom prst="rect">
            <a:avLst/>
          </a:prstGeom>
          <a:noFill/>
          <a:ln/>
        </p:spPr>
        <p:txBody>
          <a:bodyPr wrap="square" lIns="0" tIns="0" rIns="0" bIns="0" rtlCol="0" anchor="ctr"/>
          <a:lstStyle/>
          <a:p>
            <a:pPr algn="ctr"/>
            <a:r>
              <a:rPr lang="en-US" sz="2400" b="1" dirty="0">
                <a:solidFill>
                  <a:srgbClr val="FFFFFF"/>
                </a:solidFill>
                <a:latin typeface="Cambria" pitchFamily="34" charset="0"/>
                <a:ea typeface="Cambria" pitchFamily="34" charset="-122"/>
                <a:cs typeface="Cambria" pitchFamily="34" charset="-120"/>
              </a:rPr>
              <a:t>5</a:t>
            </a:r>
            <a:endParaRPr lang="en-US" sz="2400" dirty="0"/>
          </a:p>
        </p:txBody>
      </p:sp>
      <p:sp>
        <p:nvSpPr>
          <p:cNvPr id="55" name="TextBox 54">
            <a:extLst>
              <a:ext uri="{FF2B5EF4-FFF2-40B4-BE49-F238E27FC236}">
                <a16:creationId xmlns:a16="http://schemas.microsoft.com/office/drawing/2014/main" id="{1C349C3B-F307-4F26-A0B7-9D60730DC6AA}"/>
              </a:ext>
            </a:extLst>
          </p:cNvPr>
          <p:cNvSpPr txBox="1"/>
          <p:nvPr/>
        </p:nvSpPr>
        <p:spPr>
          <a:xfrm>
            <a:off x="9575165" y="3908552"/>
            <a:ext cx="400050" cy="369332"/>
          </a:xfrm>
          <a:prstGeom prst="rect">
            <a:avLst/>
          </a:prstGeom>
          <a:noFill/>
        </p:spPr>
        <p:txBody>
          <a:bodyPr wrap="square">
            <a:spAutoFit/>
          </a:bodyPr>
          <a:lstStyle/>
          <a:p>
            <a:r>
              <a:rPr lang="en-US" sz="1800" dirty="0">
                <a:solidFill>
                  <a:srgbClr val="1565C0"/>
                </a:solidFill>
                <a:latin typeface="Calibri" pitchFamily="34" charset="0"/>
                <a:ea typeface="Calibri" pitchFamily="34" charset="-122"/>
                <a:cs typeface="Calibri" pitchFamily="34" charset="-120"/>
              </a:rPr>
              <a:t>⚙</a:t>
            </a:r>
            <a:endParaRPr lang="en-ID"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600" y="219456"/>
            <a:ext cx="3901440"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STEP 6  ·  p.19  ·  Standard 13.4</a:t>
            </a:r>
            <a:endParaRPr lang="en-US" sz="1333" dirty="0"/>
          </a:p>
        </p:txBody>
      </p:sp>
      <p:sp>
        <p:nvSpPr>
          <p:cNvPr id="4" name="Text 2"/>
          <p:cNvSpPr/>
          <p:nvPr/>
        </p:nvSpPr>
        <p:spPr>
          <a:xfrm>
            <a:off x="1352550" y="243840"/>
            <a:ext cx="10717530" cy="426720"/>
          </a:xfrm>
          <a:prstGeom prst="rect">
            <a:avLst/>
          </a:prstGeom>
          <a:noFill/>
          <a:ln/>
        </p:spPr>
        <p:txBody>
          <a:bodyPr wrap="square" lIns="0" tIns="0" rIns="0" bIns="0" rtlCol="0" anchor="ctr"/>
          <a:lstStyle/>
          <a:p>
            <a:r>
              <a:rPr lang="en-US" sz="2933" b="1" dirty="0">
                <a:solidFill>
                  <a:srgbClr val="1A2456"/>
                </a:solidFill>
                <a:latin typeface="Cambria" pitchFamily="34" charset="0"/>
                <a:ea typeface="Cambria" pitchFamily="34" charset="-122"/>
                <a:cs typeface="Cambria" pitchFamily="34" charset="-120"/>
              </a:rPr>
              <a:t>Identify Evaluation Criteria: The 'Should Be'</a:t>
            </a:r>
            <a:endParaRPr lang="en-US" sz="2933" dirty="0"/>
          </a:p>
        </p:txBody>
      </p:sp>
      <p:sp>
        <p:nvSpPr>
          <p:cNvPr id="5" name="Shape 3"/>
          <p:cNvSpPr/>
          <p:nvPr/>
        </p:nvSpPr>
        <p:spPr>
          <a:xfrm>
            <a:off x="1352550" y="707136"/>
            <a:ext cx="4743450" cy="365760"/>
          </a:xfrm>
          <a:prstGeom prst="roundRect">
            <a:avLst>
              <a:gd name="adj" fmla="val 20000"/>
            </a:avLst>
          </a:prstGeom>
          <a:solidFill>
            <a:srgbClr val="FFF3E0"/>
          </a:solidFill>
          <a:ln/>
        </p:spPr>
      </p:sp>
      <p:sp>
        <p:nvSpPr>
          <p:cNvPr id="6" name="Text 4"/>
          <p:cNvSpPr/>
          <p:nvPr/>
        </p:nvSpPr>
        <p:spPr>
          <a:xfrm>
            <a:off x="1413510" y="743712"/>
            <a:ext cx="6705600" cy="292608"/>
          </a:xfrm>
          <a:prstGeom prst="rect">
            <a:avLst/>
          </a:prstGeom>
          <a:noFill/>
          <a:ln/>
        </p:spPr>
        <p:txBody>
          <a:bodyPr wrap="square" lIns="0" tIns="0" rIns="0" bIns="0" rtlCol="0" anchor="ctr"/>
          <a:lstStyle/>
          <a:p>
            <a:r>
              <a:rPr lang="en-US" sz="1467" b="1" i="1" dirty="0">
                <a:solidFill>
                  <a:srgbClr val="E65100"/>
                </a:solidFill>
                <a:latin typeface="Calibri" pitchFamily="34" charset="0"/>
                <a:ea typeface="Calibri" pitchFamily="34" charset="-122"/>
                <a:cs typeface="Calibri" pitchFamily="34" charset="-120"/>
              </a:rPr>
              <a:t>No criteria = no valid finding. This step is non-negotiable.</a:t>
            </a:r>
            <a:endParaRPr lang="en-US" sz="1467" dirty="0"/>
          </a:p>
        </p:txBody>
      </p:sp>
      <p:sp>
        <p:nvSpPr>
          <p:cNvPr id="7" name="Shape 5"/>
          <p:cNvSpPr/>
          <p:nvPr/>
        </p:nvSpPr>
        <p:spPr>
          <a:xfrm>
            <a:off x="609600" y="1194816"/>
            <a:ext cx="6827520" cy="1560576"/>
          </a:xfrm>
          <a:prstGeom prst="roundRect">
            <a:avLst>
              <a:gd name="adj" fmla="val 7813"/>
            </a:avLst>
          </a:prstGeom>
          <a:solidFill>
            <a:srgbClr val="E3F2FD"/>
          </a:solidFill>
          <a:ln/>
          <a:effectLst>
            <a:outerShdw blurRad="50800" dist="25400" dir="2700000" algn="bl" rotWithShape="0">
              <a:srgbClr val="000000">
                <a:alpha val="7000"/>
              </a:srgbClr>
            </a:outerShdw>
          </a:effectLst>
        </p:spPr>
      </p:sp>
      <p:sp>
        <p:nvSpPr>
          <p:cNvPr id="8" name="Text 6"/>
          <p:cNvSpPr/>
          <p:nvPr/>
        </p:nvSpPr>
        <p:spPr>
          <a:xfrm>
            <a:off x="829056" y="1292352"/>
            <a:ext cx="6339840" cy="341376"/>
          </a:xfrm>
          <a:prstGeom prst="rect">
            <a:avLst/>
          </a:prstGeom>
          <a:noFill/>
          <a:ln/>
        </p:spPr>
        <p:txBody>
          <a:bodyPr wrap="square" lIns="0" tIns="0" rIns="0" bIns="0" rtlCol="0" anchor="ctr"/>
          <a:lstStyle/>
          <a:p>
            <a:r>
              <a:rPr lang="en-US" sz="1467" b="1" dirty="0">
                <a:solidFill>
                  <a:srgbClr val="1565C0"/>
                </a:solidFill>
                <a:latin typeface="Calibri" pitchFamily="34" charset="0"/>
                <a:ea typeface="Calibri" pitchFamily="34" charset="-122"/>
                <a:cs typeface="Calibri" pitchFamily="34" charset="-120"/>
              </a:rPr>
              <a:t>Standard 13.4 Evaluation Criteria (p.19):</a:t>
            </a:r>
            <a:endParaRPr lang="en-US" sz="1467" dirty="0"/>
          </a:p>
        </p:txBody>
      </p:sp>
      <p:sp>
        <p:nvSpPr>
          <p:cNvPr id="9" name="Text 7"/>
          <p:cNvSpPr/>
          <p:nvPr/>
        </p:nvSpPr>
        <p:spPr>
          <a:xfrm>
            <a:off x="829056" y="1658112"/>
            <a:ext cx="6339840" cy="999744"/>
          </a:xfrm>
          <a:prstGeom prst="rect">
            <a:avLst/>
          </a:prstGeom>
          <a:noFill/>
          <a:ln/>
        </p:spPr>
        <p:txBody>
          <a:bodyPr wrap="square" rtlCol="0" anchor="ctr"/>
          <a:lstStyle/>
          <a:p>
            <a:r>
              <a:rPr lang="en-US" sz="1200" i="1" dirty="0">
                <a:solidFill>
                  <a:srgbClr val="1A2456"/>
                </a:solidFill>
                <a:latin typeface="Calibri" pitchFamily="34" charset="0"/>
                <a:ea typeface="Calibri" pitchFamily="34" charset="-122"/>
                <a:cs typeface="Calibri" pitchFamily="34" charset="-120"/>
              </a:rPr>
              <a:t>"Internal auditors must assess the extent to which the board and senior management have established </a:t>
            </a:r>
            <a:r>
              <a:rPr lang="en-US" sz="1200" b="1" i="1" dirty="0">
                <a:solidFill>
                  <a:srgbClr val="1A2456"/>
                </a:solidFill>
                <a:latin typeface="Calibri" pitchFamily="34" charset="0"/>
                <a:ea typeface="Calibri" pitchFamily="34" charset="-122"/>
                <a:cs typeface="Calibri" pitchFamily="34" charset="-120"/>
              </a:rPr>
              <a:t>adequate criteria</a:t>
            </a:r>
            <a:r>
              <a:rPr lang="en-US" sz="1200" i="1" dirty="0">
                <a:solidFill>
                  <a:srgbClr val="1A2456"/>
                </a:solidFill>
                <a:latin typeface="Calibri" pitchFamily="34" charset="0"/>
                <a:ea typeface="Calibri" pitchFamily="34" charset="-122"/>
                <a:cs typeface="Calibri" pitchFamily="34" charset="-120"/>
              </a:rPr>
              <a:t> to determine whether the activity under review has accomplished its objectives and goals. If such criteria are adequate, internal auditors must use them for the evaluation. If the criteria are inadequate, internal auditors must identify appropriate criteria through discussion with the board and/or senior management."</a:t>
            </a:r>
            <a:endParaRPr lang="en-US" sz="1200" dirty="0"/>
          </a:p>
        </p:txBody>
      </p:sp>
      <p:sp>
        <p:nvSpPr>
          <p:cNvPr id="10" name="Shape 8"/>
          <p:cNvSpPr/>
          <p:nvPr/>
        </p:nvSpPr>
        <p:spPr>
          <a:xfrm>
            <a:off x="609600" y="2901696"/>
            <a:ext cx="3291840" cy="1804416"/>
          </a:xfrm>
          <a:prstGeom prst="roundRect">
            <a:avLst>
              <a:gd name="adj" fmla="val 6757"/>
            </a:avLst>
          </a:prstGeom>
          <a:solidFill>
            <a:srgbClr val="E8F5E9"/>
          </a:solidFill>
          <a:ln/>
          <a:effectLst>
            <a:outerShdw blurRad="50800" dist="25400" dir="2700000" algn="bl" rotWithShape="0">
              <a:srgbClr val="000000">
                <a:alpha val="7000"/>
              </a:srgbClr>
            </a:outerShdw>
          </a:effectLst>
        </p:spPr>
      </p:sp>
      <p:sp>
        <p:nvSpPr>
          <p:cNvPr id="11" name="Shape 9"/>
          <p:cNvSpPr/>
          <p:nvPr/>
        </p:nvSpPr>
        <p:spPr>
          <a:xfrm>
            <a:off x="755904" y="2999232"/>
            <a:ext cx="2999232" cy="390144"/>
          </a:xfrm>
          <a:prstGeom prst="roundRect">
            <a:avLst>
              <a:gd name="adj" fmla="val 18750"/>
            </a:avLst>
          </a:prstGeom>
          <a:solidFill>
            <a:srgbClr val="2E7D32"/>
          </a:solidFill>
          <a:ln/>
        </p:spPr>
      </p:sp>
      <p:sp>
        <p:nvSpPr>
          <p:cNvPr id="12" name="Text 10"/>
          <p:cNvSpPr/>
          <p:nvPr/>
        </p:nvSpPr>
        <p:spPr>
          <a:xfrm>
            <a:off x="755904" y="2999232"/>
            <a:ext cx="2999232" cy="390144"/>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Path A — Criteria exist</a:t>
            </a:r>
            <a:endParaRPr lang="en-US" sz="1467" dirty="0"/>
          </a:p>
        </p:txBody>
      </p:sp>
      <p:sp>
        <p:nvSpPr>
          <p:cNvPr id="13" name="Text 11"/>
          <p:cNvSpPr/>
          <p:nvPr/>
        </p:nvSpPr>
        <p:spPr>
          <a:xfrm>
            <a:off x="792480" y="3429000"/>
            <a:ext cx="3072384" cy="1191768"/>
          </a:xfrm>
          <a:prstGeom prst="rect">
            <a:avLst/>
          </a:prstGeom>
          <a:noFill/>
          <a:ln/>
        </p:spPr>
        <p:txBody>
          <a:bodyPr wrap="square" rtlCol="0" anchor="ctr"/>
          <a:lstStyle/>
          <a:p>
            <a:r>
              <a:rPr lang="en-US" sz="1200" dirty="0">
                <a:solidFill>
                  <a:srgbClr val="1A3A1A"/>
                </a:solidFill>
                <a:latin typeface="Calibri" pitchFamily="34" charset="0"/>
                <a:ea typeface="Calibri" pitchFamily="34" charset="-122"/>
                <a:cs typeface="Calibri" pitchFamily="34" charset="-120"/>
              </a:rPr>
              <a:t>Organization has established criteria → Use them.</a:t>
            </a:r>
            <a:endParaRPr lang="en-US" sz="1200" dirty="0"/>
          </a:p>
          <a:p>
            <a:endParaRPr lang="en-US" sz="1200" dirty="0"/>
          </a:p>
          <a:p>
            <a:r>
              <a:rPr lang="en-US" sz="1200" dirty="0">
                <a:solidFill>
                  <a:srgbClr val="1A3A1A"/>
                </a:solidFill>
                <a:latin typeface="Calibri" pitchFamily="34" charset="0"/>
                <a:ea typeface="Calibri" pitchFamily="34" charset="-122"/>
                <a:cs typeface="Calibri" pitchFamily="34" charset="-120"/>
              </a:rPr>
              <a:t>Examples: existing KPIs · strategic planning targets · compliance with policies/frameworks · industry standards or benchmarks</a:t>
            </a:r>
            <a:endParaRPr lang="en-US" sz="1200" dirty="0"/>
          </a:p>
        </p:txBody>
      </p:sp>
      <p:sp>
        <p:nvSpPr>
          <p:cNvPr id="14" name="Shape 12"/>
          <p:cNvSpPr/>
          <p:nvPr/>
        </p:nvSpPr>
        <p:spPr>
          <a:xfrm>
            <a:off x="4084320" y="2901696"/>
            <a:ext cx="3291840" cy="1804416"/>
          </a:xfrm>
          <a:prstGeom prst="roundRect">
            <a:avLst>
              <a:gd name="adj" fmla="val 6757"/>
            </a:avLst>
          </a:prstGeom>
          <a:solidFill>
            <a:srgbClr val="FFF3E0"/>
          </a:solidFill>
          <a:ln/>
          <a:effectLst>
            <a:outerShdw blurRad="50800" dist="25400" dir="2700000" algn="bl" rotWithShape="0">
              <a:srgbClr val="000000">
                <a:alpha val="7000"/>
              </a:srgbClr>
            </a:outerShdw>
          </a:effectLst>
        </p:spPr>
      </p:sp>
      <p:sp>
        <p:nvSpPr>
          <p:cNvPr id="15" name="Shape 13"/>
          <p:cNvSpPr/>
          <p:nvPr/>
        </p:nvSpPr>
        <p:spPr>
          <a:xfrm>
            <a:off x="4230624" y="2999232"/>
            <a:ext cx="2999232" cy="390144"/>
          </a:xfrm>
          <a:prstGeom prst="roundRect">
            <a:avLst>
              <a:gd name="adj" fmla="val 18750"/>
            </a:avLst>
          </a:prstGeom>
          <a:solidFill>
            <a:srgbClr val="E65100"/>
          </a:solidFill>
          <a:ln/>
        </p:spPr>
      </p:sp>
      <p:sp>
        <p:nvSpPr>
          <p:cNvPr id="16" name="Text 14"/>
          <p:cNvSpPr/>
          <p:nvPr/>
        </p:nvSpPr>
        <p:spPr>
          <a:xfrm>
            <a:off x="4230624" y="2999232"/>
            <a:ext cx="2999232" cy="390144"/>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Path B — Criteria inadequate</a:t>
            </a:r>
            <a:endParaRPr lang="en-US" sz="1467" dirty="0"/>
          </a:p>
        </p:txBody>
      </p:sp>
      <p:sp>
        <p:nvSpPr>
          <p:cNvPr id="17" name="Text 15"/>
          <p:cNvSpPr/>
          <p:nvPr/>
        </p:nvSpPr>
        <p:spPr>
          <a:xfrm>
            <a:off x="4267200" y="3474720"/>
            <a:ext cx="3072384" cy="1146048"/>
          </a:xfrm>
          <a:prstGeom prst="rect">
            <a:avLst/>
          </a:prstGeom>
          <a:noFill/>
          <a:ln/>
        </p:spPr>
        <p:txBody>
          <a:bodyPr wrap="square" rtlCol="0" anchor="ctr"/>
          <a:lstStyle/>
          <a:p>
            <a:r>
              <a:rPr lang="en-US" sz="1333" dirty="0">
                <a:solidFill>
                  <a:srgbClr val="5A2800"/>
                </a:solidFill>
                <a:latin typeface="Calibri" pitchFamily="34" charset="0"/>
                <a:ea typeface="Calibri" pitchFamily="34" charset="-122"/>
                <a:cs typeface="Calibri" pitchFamily="34" charset="-120"/>
              </a:rPr>
              <a:t>Develop through discussion with board/senior management. May also consult subject matter experts or assurance providers (Standard 9.5).</a:t>
            </a:r>
            <a:endParaRPr lang="en-US" sz="1333" dirty="0"/>
          </a:p>
        </p:txBody>
      </p:sp>
      <p:sp>
        <p:nvSpPr>
          <p:cNvPr id="18" name="Shape 16"/>
          <p:cNvSpPr/>
          <p:nvPr/>
        </p:nvSpPr>
        <p:spPr>
          <a:xfrm>
            <a:off x="7656576" y="755904"/>
            <a:ext cx="3925824" cy="3998976"/>
          </a:xfrm>
          <a:prstGeom prst="roundRect">
            <a:avLst>
              <a:gd name="adj" fmla="val 3727"/>
            </a:avLst>
          </a:prstGeom>
          <a:solidFill>
            <a:srgbClr val="E3F2FD"/>
          </a:solidFill>
          <a:ln/>
          <a:effectLst>
            <a:outerShdw blurRad="88900" dist="38100" dir="2700000" algn="bl" rotWithShape="0">
              <a:srgbClr val="000000">
                <a:alpha val="9000"/>
              </a:srgbClr>
            </a:outerShdw>
          </a:effectLst>
        </p:spPr>
      </p:sp>
      <p:sp>
        <p:nvSpPr>
          <p:cNvPr id="19" name="Text 17"/>
          <p:cNvSpPr/>
          <p:nvPr/>
        </p:nvSpPr>
        <p:spPr>
          <a:xfrm>
            <a:off x="7827264" y="877824"/>
            <a:ext cx="3596640" cy="463296"/>
          </a:xfrm>
          <a:prstGeom prst="rect">
            <a:avLst/>
          </a:prstGeom>
          <a:noFill/>
          <a:ln/>
        </p:spPr>
        <p:txBody>
          <a:bodyPr wrap="square" lIns="0" tIns="0" rIns="0" bIns="0" rtlCol="0" anchor="ctr"/>
          <a:lstStyle/>
          <a:p>
            <a:r>
              <a:rPr lang="en-US" sz="1467" b="1" dirty="0">
                <a:solidFill>
                  <a:srgbClr val="1565C0"/>
                </a:solidFill>
                <a:latin typeface="Calibri" pitchFamily="34" charset="0"/>
                <a:ea typeface="Calibri" pitchFamily="34" charset="-122"/>
                <a:cs typeface="Calibri" pitchFamily="34" charset="-120"/>
              </a:rPr>
              <a:t>⚙  When the Organization Uses COBIT 2019</a:t>
            </a:r>
            <a:endParaRPr lang="en-US" sz="1467" dirty="0"/>
          </a:p>
        </p:txBody>
      </p:sp>
      <p:sp>
        <p:nvSpPr>
          <p:cNvPr id="20" name="Shape 18"/>
          <p:cNvSpPr/>
          <p:nvPr/>
        </p:nvSpPr>
        <p:spPr>
          <a:xfrm>
            <a:off x="7827264" y="1438656"/>
            <a:ext cx="3596640" cy="999744"/>
          </a:xfrm>
          <a:prstGeom prst="roundRect">
            <a:avLst>
              <a:gd name="adj" fmla="val 9756"/>
            </a:avLst>
          </a:prstGeom>
          <a:solidFill>
            <a:srgbClr val="FFFFFF"/>
          </a:solidFill>
          <a:ln/>
          <a:effectLst>
            <a:outerShdw blurRad="50800" dist="25400" dir="2700000" algn="bl" rotWithShape="0">
              <a:srgbClr val="000000">
                <a:alpha val="7000"/>
              </a:srgbClr>
            </a:outerShdw>
          </a:effectLst>
        </p:spPr>
      </p:sp>
      <p:sp>
        <p:nvSpPr>
          <p:cNvPr id="21" name="Shape 19"/>
          <p:cNvSpPr/>
          <p:nvPr/>
        </p:nvSpPr>
        <p:spPr>
          <a:xfrm>
            <a:off x="7949184" y="1536192"/>
            <a:ext cx="390144" cy="390144"/>
          </a:xfrm>
          <a:prstGeom prst="ellipse">
            <a:avLst/>
          </a:prstGeom>
          <a:solidFill>
            <a:srgbClr val="2E7D32"/>
          </a:solidFill>
          <a:ln w="12700">
            <a:solidFill>
              <a:srgbClr val="2E7D32"/>
            </a:solidFill>
            <a:prstDash val="solid"/>
          </a:ln>
        </p:spPr>
      </p:sp>
      <p:sp>
        <p:nvSpPr>
          <p:cNvPr id="22" name="Text 20"/>
          <p:cNvSpPr/>
          <p:nvPr/>
        </p:nvSpPr>
        <p:spPr>
          <a:xfrm>
            <a:off x="7949184" y="1536192"/>
            <a:ext cx="390144" cy="390144"/>
          </a:xfrm>
          <a:prstGeom prst="rect">
            <a:avLst/>
          </a:prstGeom>
          <a:noFill/>
          <a:ln/>
        </p:spPr>
        <p:txBody>
          <a:bodyPr wrap="square" lIns="0" tIns="0" rIns="0" bIns="0" rtlCol="0" anchor="ctr"/>
          <a:lstStyle/>
          <a:p>
            <a:pPr algn="ctr"/>
            <a:r>
              <a:rPr lang="en-US" sz="1467" b="1" dirty="0">
                <a:solidFill>
                  <a:srgbClr val="FFFFFF"/>
                </a:solidFill>
                <a:latin typeface="Cambria" pitchFamily="34" charset="0"/>
                <a:ea typeface="Cambria" pitchFamily="34" charset="-122"/>
                <a:cs typeface="Cambria" pitchFamily="34" charset="-120"/>
              </a:rPr>
              <a:t>1</a:t>
            </a:r>
            <a:endParaRPr lang="en-US" sz="1467" dirty="0"/>
          </a:p>
        </p:txBody>
      </p:sp>
      <p:sp>
        <p:nvSpPr>
          <p:cNvPr id="23" name="Text 21"/>
          <p:cNvSpPr/>
          <p:nvPr/>
        </p:nvSpPr>
        <p:spPr>
          <a:xfrm>
            <a:off x="8461248" y="1511808"/>
            <a:ext cx="2865120" cy="316992"/>
          </a:xfrm>
          <a:prstGeom prst="rect">
            <a:avLst/>
          </a:prstGeom>
          <a:noFill/>
          <a:ln/>
        </p:spPr>
        <p:txBody>
          <a:bodyPr wrap="square" lIns="0" tIns="0" rIns="0" bIns="0" rtlCol="0" anchor="ctr"/>
          <a:lstStyle/>
          <a:p>
            <a:r>
              <a:rPr lang="en-US" sz="1467" b="1" dirty="0">
                <a:solidFill>
                  <a:srgbClr val="2E7D32"/>
                </a:solidFill>
                <a:latin typeface="Calibri" pitchFamily="34" charset="0"/>
                <a:ea typeface="Calibri" pitchFamily="34" charset="-122"/>
                <a:cs typeface="Calibri" pitchFamily="34" charset="-120"/>
              </a:rPr>
              <a:t>Criteria are adequate</a:t>
            </a:r>
            <a:endParaRPr lang="en-US" sz="1467" dirty="0"/>
          </a:p>
        </p:txBody>
      </p:sp>
      <p:sp>
        <p:nvSpPr>
          <p:cNvPr id="24" name="Text 22"/>
          <p:cNvSpPr/>
          <p:nvPr/>
        </p:nvSpPr>
        <p:spPr>
          <a:xfrm>
            <a:off x="8461248" y="1901952"/>
            <a:ext cx="2840736" cy="463296"/>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Organization adopted COBIT 2019 → Standard 13.4 criteria condition is met</a:t>
            </a:r>
            <a:endParaRPr lang="en-US" sz="1267" dirty="0"/>
          </a:p>
        </p:txBody>
      </p:sp>
      <p:sp>
        <p:nvSpPr>
          <p:cNvPr id="25" name="Shape 23"/>
          <p:cNvSpPr/>
          <p:nvPr/>
        </p:nvSpPr>
        <p:spPr>
          <a:xfrm>
            <a:off x="7827264" y="2535936"/>
            <a:ext cx="3596640" cy="999744"/>
          </a:xfrm>
          <a:prstGeom prst="roundRect">
            <a:avLst>
              <a:gd name="adj" fmla="val 9756"/>
            </a:avLst>
          </a:prstGeom>
          <a:solidFill>
            <a:srgbClr val="FFFFFF"/>
          </a:solidFill>
          <a:ln/>
          <a:effectLst>
            <a:outerShdw blurRad="50800" dist="25400" dir="2700000" algn="bl" rotWithShape="0">
              <a:srgbClr val="000000">
                <a:alpha val="7000"/>
              </a:srgbClr>
            </a:outerShdw>
          </a:effectLst>
        </p:spPr>
      </p:sp>
      <p:sp>
        <p:nvSpPr>
          <p:cNvPr id="26" name="Shape 24"/>
          <p:cNvSpPr/>
          <p:nvPr/>
        </p:nvSpPr>
        <p:spPr>
          <a:xfrm>
            <a:off x="7949184" y="2633472"/>
            <a:ext cx="390144" cy="390144"/>
          </a:xfrm>
          <a:prstGeom prst="ellipse">
            <a:avLst/>
          </a:prstGeom>
          <a:solidFill>
            <a:srgbClr val="1E88E5"/>
          </a:solidFill>
          <a:ln w="12700">
            <a:solidFill>
              <a:srgbClr val="1E88E5"/>
            </a:solidFill>
            <a:prstDash val="solid"/>
          </a:ln>
        </p:spPr>
      </p:sp>
      <p:sp>
        <p:nvSpPr>
          <p:cNvPr id="27" name="Text 25"/>
          <p:cNvSpPr/>
          <p:nvPr/>
        </p:nvSpPr>
        <p:spPr>
          <a:xfrm>
            <a:off x="7949184" y="2633472"/>
            <a:ext cx="390144" cy="390144"/>
          </a:xfrm>
          <a:prstGeom prst="rect">
            <a:avLst/>
          </a:prstGeom>
          <a:noFill/>
          <a:ln/>
        </p:spPr>
        <p:txBody>
          <a:bodyPr wrap="square" lIns="0" tIns="0" rIns="0" bIns="0" rtlCol="0" anchor="ctr"/>
          <a:lstStyle/>
          <a:p>
            <a:pPr algn="ctr"/>
            <a:r>
              <a:rPr lang="en-US" sz="1467" b="1" dirty="0">
                <a:solidFill>
                  <a:srgbClr val="FFFFFF"/>
                </a:solidFill>
                <a:latin typeface="Cambria" pitchFamily="34" charset="0"/>
                <a:ea typeface="Cambria" pitchFamily="34" charset="-122"/>
                <a:cs typeface="Cambria" pitchFamily="34" charset="-120"/>
              </a:rPr>
              <a:t>2</a:t>
            </a:r>
            <a:endParaRPr lang="en-US" sz="1467" dirty="0"/>
          </a:p>
        </p:txBody>
      </p:sp>
      <p:sp>
        <p:nvSpPr>
          <p:cNvPr id="28" name="Text 26"/>
          <p:cNvSpPr/>
          <p:nvPr/>
        </p:nvSpPr>
        <p:spPr>
          <a:xfrm>
            <a:off x="8461248" y="2609088"/>
            <a:ext cx="2865120" cy="316992"/>
          </a:xfrm>
          <a:prstGeom prst="rect">
            <a:avLst/>
          </a:prstGeom>
          <a:noFill/>
          <a:ln/>
        </p:spPr>
        <p:txBody>
          <a:bodyPr wrap="square" lIns="0" tIns="0" rIns="0" bIns="0" rtlCol="0" anchor="ctr"/>
          <a:lstStyle/>
          <a:p>
            <a:r>
              <a:rPr lang="en-US" sz="1467" b="1" dirty="0">
                <a:solidFill>
                  <a:srgbClr val="1E88E5"/>
                </a:solidFill>
                <a:latin typeface="Calibri" pitchFamily="34" charset="0"/>
                <a:ea typeface="Calibri" pitchFamily="34" charset="-122"/>
                <a:cs typeface="Calibri" pitchFamily="34" charset="-120"/>
              </a:rPr>
              <a:t>Select objectives</a:t>
            </a:r>
            <a:endParaRPr lang="en-US" sz="1467" dirty="0"/>
          </a:p>
        </p:txBody>
      </p:sp>
      <p:sp>
        <p:nvSpPr>
          <p:cNvPr id="29" name="Text 27"/>
          <p:cNvSpPr/>
          <p:nvPr/>
        </p:nvSpPr>
        <p:spPr>
          <a:xfrm>
            <a:off x="8558784" y="2999232"/>
            <a:ext cx="2743200" cy="463296"/>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Design Toolkit or auditor judgment → select relevant EDM/APO/MEA objectives</a:t>
            </a:r>
            <a:endParaRPr lang="en-US" sz="1267" dirty="0"/>
          </a:p>
        </p:txBody>
      </p:sp>
      <p:sp>
        <p:nvSpPr>
          <p:cNvPr id="30" name="Shape 28"/>
          <p:cNvSpPr/>
          <p:nvPr/>
        </p:nvSpPr>
        <p:spPr>
          <a:xfrm>
            <a:off x="7827264" y="3633216"/>
            <a:ext cx="3596640" cy="999744"/>
          </a:xfrm>
          <a:prstGeom prst="roundRect">
            <a:avLst>
              <a:gd name="adj" fmla="val 9756"/>
            </a:avLst>
          </a:prstGeom>
          <a:solidFill>
            <a:srgbClr val="FFFFFF"/>
          </a:solidFill>
          <a:ln/>
          <a:effectLst>
            <a:outerShdw blurRad="50800" dist="25400" dir="2700000" algn="bl" rotWithShape="0">
              <a:srgbClr val="000000">
                <a:alpha val="7000"/>
              </a:srgbClr>
            </a:outerShdw>
          </a:effectLst>
        </p:spPr>
      </p:sp>
      <p:sp>
        <p:nvSpPr>
          <p:cNvPr id="31" name="Shape 29"/>
          <p:cNvSpPr/>
          <p:nvPr/>
        </p:nvSpPr>
        <p:spPr>
          <a:xfrm>
            <a:off x="7949184" y="3730752"/>
            <a:ext cx="390144" cy="390144"/>
          </a:xfrm>
          <a:prstGeom prst="ellipse">
            <a:avLst/>
          </a:prstGeom>
          <a:solidFill>
            <a:srgbClr val="E65100"/>
          </a:solidFill>
          <a:ln w="12700">
            <a:solidFill>
              <a:srgbClr val="E65100"/>
            </a:solidFill>
            <a:prstDash val="solid"/>
          </a:ln>
        </p:spPr>
      </p:sp>
      <p:sp>
        <p:nvSpPr>
          <p:cNvPr id="32" name="Text 30"/>
          <p:cNvSpPr/>
          <p:nvPr/>
        </p:nvSpPr>
        <p:spPr>
          <a:xfrm>
            <a:off x="7949184" y="3730752"/>
            <a:ext cx="390144" cy="390144"/>
          </a:xfrm>
          <a:prstGeom prst="rect">
            <a:avLst/>
          </a:prstGeom>
          <a:noFill/>
          <a:ln/>
        </p:spPr>
        <p:txBody>
          <a:bodyPr wrap="square" lIns="0" tIns="0" rIns="0" bIns="0" rtlCol="0" anchor="ctr"/>
          <a:lstStyle/>
          <a:p>
            <a:pPr algn="ctr"/>
            <a:r>
              <a:rPr lang="en-US" sz="1467" b="1" dirty="0">
                <a:solidFill>
                  <a:srgbClr val="FFFFFF"/>
                </a:solidFill>
                <a:latin typeface="Cambria" pitchFamily="34" charset="0"/>
                <a:ea typeface="Cambria" pitchFamily="34" charset="-122"/>
                <a:cs typeface="Cambria" pitchFamily="34" charset="-120"/>
              </a:rPr>
              <a:t>3</a:t>
            </a:r>
            <a:endParaRPr lang="en-US" sz="1467" dirty="0"/>
          </a:p>
        </p:txBody>
      </p:sp>
      <p:sp>
        <p:nvSpPr>
          <p:cNvPr id="33" name="Text 31"/>
          <p:cNvSpPr/>
          <p:nvPr/>
        </p:nvSpPr>
        <p:spPr>
          <a:xfrm>
            <a:off x="8461248" y="3706368"/>
            <a:ext cx="2865120" cy="316992"/>
          </a:xfrm>
          <a:prstGeom prst="rect">
            <a:avLst/>
          </a:prstGeom>
          <a:noFill/>
          <a:ln/>
        </p:spPr>
        <p:txBody>
          <a:bodyPr wrap="square" lIns="0" tIns="0" rIns="0" bIns="0" rtlCol="0" anchor="ctr"/>
          <a:lstStyle/>
          <a:p>
            <a:r>
              <a:rPr lang="en-US" sz="1467" b="1" dirty="0">
                <a:solidFill>
                  <a:srgbClr val="E65100"/>
                </a:solidFill>
                <a:latin typeface="Calibri" pitchFamily="34" charset="0"/>
                <a:ea typeface="Calibri" pitchFamily="34" charset="-122"/>
                <a:cs typeface="Calibri" pitchFamily="34" charset="-120"/>
              </a:rPr>
              <a:t>Practices = Criteria</a:t>
            </a:r>
            <a:endParaRPr lang="en-US" sz="1467" dirty="0"/>
          </a:p>
        </p:txBody>
      </p:sp>
      <p:sp>
        <p:nvSpPr>
          <p:cNvPr id="34" name="Text 32"/>
          <p:cNvSpPr/>
          <p:nvPr/>
        </p:nvSpPr>
        <p:spPr>
          <a:xfrm>
            <a:off x="8461248" y="4096512"/>
            <a:ext cx="2840736" cy="463296"/>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COBIT's Process Component practices and activities for each selected objective ARE the evaluation criteria</a:t>
            </a:r>
            <a:endParaRPr lang="en-US" sz="1267" dirty="0"/>
          </a:p>
        </p:txBody>
      </p:sp>
      <p:sp>
        <p:nvSpPr>
          <p:cNvPr id="35" name="Shape 33"/>
          <p:cNvSpPr/>
          <p:nvPr/>
        </p:nvSpPr>
        <p:spPr>
          <a:xfrm>
            <a:off x="7827264" y="5263402"/>
            <a:ext cx="3596640" cy="877824"/>
          </a:xfrm>
          <a:prstGeom prst="roundRect">
            <a:avLst>
              <a:gd name="adj" fmla="val 11111"/>
            </a:avLst>
          </a:prstGeom>
          <a:solidFill>
            <a:srgbClr val="E8F0FE"/>
          </a:solidFill>
          <a:ln/>
        </p:spPr>
      </p:sp>
      <p:sp>
        <p:nvSpPr>
          <p:cNvPr id="36" name="Text 34"/>
          <p:cNvSpPr/>
          <p:nvPr/>
        </p:nvSpPr>
        <p:spPr>
          <a:xfrm>
            <a:off x="7985760" y="5336554"/>
            <a:ext cx="3291840" cy="707136"/>
          </a:xfrm>
          <a:prstGeom prst="rect">
            <a:avLst/>
          </a:prstGeom>
          <a:noFill/>
          <a:ln/>
        </p:spPr>
        <p:txBody>
          <a:bodyPr wrap="square" rtlCol="0" anchor="ctr"/>
          <a:lstStyle/>
          <a:p>
            <a:r>
              <a:rPr lang="en-US" sz="1267" i="1" dirty="0">
                <a:solidFill>
                  <a:srgbClr val="1565C0"/>
                </a:solidFill>
                <a:latin typeface="Calibri" pitchFamily="34" charset="0"/>
                <a:ea typeface="Calibri" pitchFamily="34" charset="-122"/>
                <a:cs typeface="Calibri" pitchFamily="34" charset="-120"/>
              </a:rPr>
              <a:t>This is why our COBIT practice is GTAG-compliant — we use COBIT's Process Component practices as the criteria that Standard 13.4 requires.</a:t>
            </a:r>
            <a:endParaRPr lang="en-US" sz="1267" dirty="0"/>
          </a:p>
        </p:txBody>
      </p:sp>
      <p:sp>
        <p:nvSpPr>
          <p:cNvPr id="37" name="Shape 35"/>
          <p:cNvSpPr/>
          <p:nvPr/>
        </p:nvSpPr>
        <p:spPr>
          <a:xfrm>
            <a:off x="609600" y="4852416"/>
            <a:ext cx="6888480" cy="792480"/>
          </a:xfrm>
          <a:prstGeom prst="roundRect">
            <a:avLst>
              <a:gd name="adj" fmla="val 12308"/>
            </a:avLst>
          </a:prstGeom>
          <a:solidFill>
            <a:srgbClr val="F5F7FC"/>
          </a:solidFill>
          <a:ln/>
        </p:spPr>
      </p:sp>
      <p:sp>
        <p:nvSpPr>
          <p:cNvPr id="38" name="Text 36"/>
          <p:cNvSpPr/>
          <p:nvPr/>
        </p:nvSpPr>
        <p:spPr>
          <a:xfrm>
            <a:off x="792480" y="4925568"/>
            <a:ext cx="6522720" cy="292608"/>
          </a:xfrm>
          <a:prstGeom prst="rect">
            <a:avLst/>
          </a:prstGeom>
          <a:noFill/>
          <a:ln/>
        </p:spPr>
        <p:txBody>
          <a:bodyPr wrap="square" lIns="0" tIns="0" rIns="0" bIns="0" rtlCol="0" anchor="ctr"/>
          <a:lstStyle/>
          <a:p>
            <a:r>
              <a:rPr lang="en-US" sz="1333" b="1" dirty="0">
                <a:solidFill>
                  <a:srgbClr val="1A2456"/>
                </a:solidFill>
                <a:latin typeface="Calibri" pitchFamily="34" charset="0"/>
                <a:ea typeface="Calibri" pitchFamily="34" charset="-122"/>
                <a:cs typeface="Calibri" pitchFamily="34" charset="-120"/>
              </a:rPr>
              <a:t>What makes criteria adequate? (p.19):</a:t>
            </a:r>
            <a:endParaRPr lang="en-US" sz="1333" dirty="0"/>
          </a:p>
        </p:txBody>
      </p:sp>
      <p:sp>
        <p:nvSpPr>
          <p:cNvPr id="39" name="Text 37"/>
          <p:cNvSpPr/>
          <p:nvPr/>
        </p:nvSpPr>
        <p:spPr>
          <a:xfrm>
            <a:off x="792480" y="5218176"/>
            <a:ext cx="6522720" cy="341376"/>
          </a:xfrm>
          <a:prstGeom prst="rect">
            <a:avLst/>
          </a:prstGeom>
          <a:noFill/>
          <a:ln/>
        </p:spPr>
        <p:txBody>
          <a:bodyPr wrap="square" lIns="0" tIns="0" rIns="0" bIns="0" rtlCol="0" anchor="ctr"/>
          <a:lstStyle/>
          <a:p>
            <a:r>
              <a:rPr lang="en-US" sz="1333" dirty="0">
                <a:solidFill>
                  <a:srgbClr val="6B7A9F"/>
                </a:solidFill>
                <a:latin typeface="Calibri" pitchFamily="34" charset="0"/>
                <a:ea typeface="Calibri" pitchFamily="34" charset="-122"/>
                <a:cs typeface="Calibri" pitchFamily="34" charset="-120"/>
              </a:rPr>
              <a:t>Relevant to the organization's objectives  ·  Aligned with the activity under review  ·  Produce reliable comparisons  ·  Documented to avoid challenge by auditee</a:t>
            </a:r>
            <a:endParaRPr lang="en-US" sz="1333" dirty="0"/>
          </a:p>
        </p:txBody>
      </p:sp>
      <p:sp>
        <p:nvSpPr>
          <p:cNvPr id="40" name="Shape 38"/>
          <p:cNvSpPr/>
          <p:nvPr/>
        </p:nvSpPr>
        <p:spPr>
          <a:xfrm>
            <a:off x="609600" y="5754624"/>
            <a:ext cx="6888480" cy="792480"/>
          </a:xfrm>
          <a:prstGeom prst="roundRect">
            <a:avLst>
              <a:gd name="adj" fmla="val 12308"/>
            </a:avLst>
          </a:prstGeom>
          <a:solidFill>
            <a:srgbClr val="E8F5E9"/>
          </a:solidFill>
          <a:ln/>
        </p:spPr>
      </p:sp>
      <p:sp>
        <p:nvSpPr>
          <p:cNvPr id="41" name="Text 39"/>
          <p:cNvSpPr/>
          <p:nvPr/>
        </p:nvSpPr>
        <p:spPr>
          <a:xfrm>
            <a:off x="792480" y="5827776"/>
            <a:ext cx="6522720" cy="633984"/>
          </a:xfrm>
          <a:prstGeom prst="rect">
            <a:avLst/>
          </a:prstGeom>
          <a:noFill/>
          <a:ln/>
        </p:spPr>
        <p:txBody>
          <a:bodyPr wrap="square" rtlCol="0" anchor="ctr"/>
          <a:lstStyle/>
          <a:p>
            <a:r>
              <a:rPr lang="en-US" sz="1333" i="1" dirty="0">
                <a:solidFill>
                  <a:srgbClr val="1A3A1A"/>
                </a:solidFill>
                <a:latin typeface="Calibri" pitchFamily="34" charset="0"/>
                <a:ea typeface="Calibri" pitchFamily="34" charset="-122"/>
                <a:cs typeface="Calibri" pitchFamily="34" charset="-120"/>
              </a:rPr>
              <a:t>The criteria, or lack thereof, should be compared to industry benchmarks, frameworks, trends, and forecasts, as well as the organization's own policies and procedures. (p.19)</a:t>
            </a:r>
            <a:endParaRPr lang="en-US" sz="1333" dirty="0"/>
          </a:p>
        </p:txBody>
      </p:sp>
      <p:sp>
        <p:nvSpPr>
          <p:cNvPr id="42" name="Shape 4">
            <a:extLst>
              <a:ext uri="{FF2B5EF4-FFF2-40B4-BE49-F238E27FC236}">
                <a16:creationId xmlns:a16="http://schemas.microsoft.com/office/drawing/2014/main" id="{28D0502E-0C63-4F92-A0CA-AABCF53E0FD3}"/>
              </a:ext>
            </a:extLst>
          </p:cNvPr>
          <p:cNvSpPr/>
          <p:nvPr/>
        </p:nvSpPr>
        <p:spPr>
          <a:xfrm>
            <a:off x="686816" y="279146"/>
            <a:ext cx="525526" cy="525526"/>
          </a:xfrm>
          <a:prstGeom prst="roundRect">
            <a:avLst>
              <a:gd name="adj" fmla="val 14545"/>
            </a:avLst>
          </a:prstGeom>
          <a:solidFill>
            <a:schemeClr val="accent2"/>
          </a:solidFill>
          <a:ln/>
        </p:spPr>
      </p:sp>
      <p:sp>
        <p:nvSpPr>
          <p:cNvPr id="43" name="Text 5">
            <a:extLst>
              <a:ext uri="{FF2B5EF4-FFF2-40B4-BE49-F238E27FC236}">
                <a16:creationId xmlns:a16="http://schemas.microsoft.com/office/drawing/2014/main" id="{6AFE5756-3E03-4A7C-AD52-FC2F553A530A}"/>
              </a:ext>
            </a:extLst>
          </p:cNvPr>
          <p:cNvSpPr/>
          <p:nvPr/>
        </p:nvSpPr>
        <p:spPr>
          <a:xfrm>
            <a:off x="686816" y="279146"/>
            <a:ext cx="525526" cy="525526"/>
          </a:xfrm>
          <a:prstGeom prst="rect">
            <a:avLst/>
          </a:prstGeom>
          <a:noFill/>
          <a:ln/>
        </p:spPr>
        <p:txBody>
          <a:bodyPr wrap="square" lIns="0" tIns="0" rIns="0" bIns="0" rtlCol="0" anchor="ctr"/>
          <a:lstStyle/>
          <a:p>
            <a:pPr algn="ctr"/>
            <a:r>
              <a:rPr lang="en-US" sz="2400" b="1" dirty="0">
                <a:solidFill>
                  <a:srgbClr val="FFFFFF"/>
                </a:solidFill>
                <a:latin typeface="Cambria" pitchFamily="34" charset="0"/>
                <a:ea typeface="Cambria" pitchFamily="34" charset="-122"/>
                <a:cs typeface="Cambria" pitchFamily="34" charset="-120"/>
              </a:rPr>
              <a:t>6</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600" y="219456"/>
            <a:ext cx="3901440"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STEPS 7 &amp; 8  ·  p.20</a:t>
            </a:r>
            <a:endParaRPr lang="en-US" sz="1333" dirty="0"/>
          </a:p>
        </p:txBody>
      </p:sp>
      <p:sp>
        <p:nvSpPr>
          <p:cNvPr id="4" name="Text 2"/>
          <p:cNvSpPr/>
          <p:nvPr/>
        </p:nvSpPr>
        <p:spPr>
          <a:xfrm>
            <a:off x="609600" y="243840"/>
            <a:ext cx="11460480" cy="426720"/>
          </a:xfrm>
          <a:prstGeom prst="rect">
            <a:avLst/>
          </a:prstGeom>
          <a:noFill/>
          <a:ln/>
        </p:spPr>
        <p:txBody>
          <a:bodyPr wrap="square" lIns="0" tIns="0" rIns="0" bIns="0" rtlCol="0" anchor="ctr"/>
          <a:lstStyle/>
          <a:p>
            <a:r>
              <a:rPr lang="en-US" sz="2933" b="1" dirty="0">
                <a:solidFill>
                  <a:srgbClr val="1A2456"/>
                </a:solidFill>
                <a:latin typeface="Cambria" pitchFamily="34" charset="0"/>
                <a:ea typeface="Cambria" pitchFamily="34" charset="-122"/>
                <a:cs typeface="Cambria" pitchFamily="34" charset="-120"/>
              </a:rPr>
              <a:t>Allocate Resources and Document the Plan</a:t>
            </a:r>
            <a:endParaRPr lang="en-US" sz="2933" dirty="0"/>
          </a:p>
        </p:txBody>
      </p:sp>
      <p:sp>
        <p:nvSpPr>
          <p:cNvPr id="5" name="Shape 3"/>
          <p:cNvSpPr/>
          <p:nvPr/>
        </p:nvSpPr>
        <p:spPr>
          <a:xfrm>
            <a:off x="6242304" y="829056"/>
            <a:ext cx="0" cy="5669280"/>
          </a:xfrm>
          <a:prstGeom prst="line">
            <a:avLst/>
          </a:prstGeom>
          <a:noFill/>
          <a:ln w="19050">
            <a:solidFill>
              <a:srgbClr val="DDDDDD"/>
            </a:solidFill>
            <a:prstDash val="solid"/>
          </a:ln>
        </p:spPr>
      </p:sp>
      <p:sp>
        <p:nvSpPr>
          <p:cNvPr id="6" name="Shape 4"/>
          <p:cNvSpPr/>
          <p:nvPr/>
        </p:nvSpPr>
        <p:spPr>
          <a:xfrm>
            <a:off x="609600" y="829056"/>
            <a:ext cx="5462016" cy="548640"/>
          </a:xfrm>
          <a:prstGeom prst="roundRect">
            <a:avLst>
              <a:gd name="adj" fmla="val 17778"/>
            </a:avLst>
          </a:prstGeom>
          <a:solidFill>
            <a:srgbClr val="253170"/>
          </a:solidFill>
          <a:ln/>
        </p:spPr>
      </p:sp>
      <p:sp>
        <p:nvSpPr>
          <p:cNvPr id="7" name="Shape 5"/>
          <p:cNvSpPr/>
          <p:nvPr/>
        </p:nvSpPr>
        <p:spPr>
          <a:xfrm>
            <a:off x="731520" y="902208"/>
            <a:ext cx="390144" cy="390144"/>
          </a:xfrm>
          <a:prstGeom prst="ellipse">
            <a:avLst/>
          </a:prstGeom>
          <a:solidFill>
            <a:srgbClr val="FFFFFF">
              <a:alpha val="40000"/>
            </a:srgbClr>
          </a:solidFill>
          <a:ln w="12700">
            <a:solidFill>
              <a:srgbClr val="FFFFFF"/>
            </a:solidFill>
            <a:prstDash val="solid"/>
          </a:ln>
        </p:spPr>
      </p:sp>
      <p:sp>
        <p:nvSpPr>
          <p:cNvPr id="8" name="Text 6"/>
          <p:cNvSpPr/>
          <p:nvPr/>
        </p:nvSpPr>
        <p:spPr>
          <a:xfrm>
            <a:off x="731520" y="902208"/>
            <a:ext cx="390144" cy="390144"/>
          </a:xfrm>
          <a:prstGeom prst="rect">
            <a:avLst/>
          </a:prstGeom>
          <a:noFill/>
          <a:ln/>
        </p:spPr>
        <p:txBody>
          <a:bodyPr wrap="square" lIns="0" tIns="0" rIns="0" bIns="0" rtlCol="0" anchor="ctr"/>
          <a:lstStyle/>
          <a:p>
            <a:pPr algn="ct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9" name="Text 7"/>
          <p:cNvSpPr/>
          <p:nvPr/>
        </p:nvSpPr>
        <p:spPr>
          <a:xfrm>
            <a:off x="1243584" y="902208"/>
            <a:ext cx="4657344" cy="390144"/>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Allocate Resources  ·  Standard 13.5</a:t>
            </a:r>
            <a:endParaRPr lang="en-US" sz="1600" dirty="0"/>
          </a:p>
        </p:txBody>
      </p:sp>
      <p:sp>
        <p:nvSpPr>
          <p:cNvPr id="10" name="Shape 8"/>
          <p:cNvSpPr/>
          <p:nvPr/>
        </p:nvSpPr>
        <p:spPr>
          <a:xfrm>
            <a:off x="609600" y="1463040"/>
            <a:ext cx="5462016" cy="877824"/>
          </a:xfrm>
          <a:prstGeom prst="roundRect">
            <a:avLst>
              <a:gd name="adj" fmla="val 11111"/>
            </a:avLst>
          </a:prstGeom>
          <a:solidFill>
            <a:srgbClr val="F5F7FC"/>
          </a:solidFill>
          <a:ln/>
        </p:spPr>
      </p:sp>
      <p:sp>
        <p:nvSpPr>
          <p:cNvPr id="11" name="Text 9"/>
          <p:cNvSpPr/>
          <p:nvPr/>
        </p:nvSpPr>
        <p:spPr>
          <a:xfrm>
            <a:off x="792480" y="1536192"/>
            <a:ext cx="5096256" cy="731520"/>
          </a:xfrm>
          <a:prstGeom prst="rect">
            <a:avLst/>
          </a:prstGeom>
          <a:noFill/>
          <a:ln/>
        </p:spPr>
        <p:txBody>
          <a:bodyPr wrap="square" rtlCol="0" anchor="ctr"/>
          <a:lstStyle/>
          <a:p>
            <a:r>
              <a:rPr lang="en-US" sz="1400" dirty="0">
                <a:solidFill>
                  <a:srgbClr val="1A2456"/>
                </a:solidFill>
                <a:latin typeface="Calibri" pitchFamily="34" charset="0"/>
                <a:ea typeface="Calibri" pitchFamily="34" charset="-122"/>
                <a:cs typeface="Calibri" pitchFamily="34" charset="-120"/>
              </a:rPr>
              <a:t>"Internal auditors must consider whether the available financial, human, and technological resources are </a:t>
            </a:r>
            <a:r>
              <a:rPr lang="en-US" sz="1400" b="1" dirty="0">
                <a:solidFill>
                  <a:srgbClr val="1A2456"/>
                </a:solidFill>
                <a:latin typeface="Calibri" pitchFamily="34" charset="0"/>
                <a:ea typeface="Calibri" pitchFamily="34" charset="-122"/>
                <a:cs typeface="Calibri" pitchFamily="34" charset="-120"/>
              </a:rPr>
              <a:t>appropriate and sufficient</a:t>
            </a:r>
            <a:r>
              <a:rPr lang="en-US" sz="1400" dirty="0">
                <a:solidFill>
                  <a:srgbClr val="1A2456"/>
                </a:solidFill>
                <a:latin typeface="Calibri" pitchFamily="34" charset="0"/>
                <a:ea typeface="Calibri" pitchFamily="34" charset="-122"/>
                <a:cs typeface="Calibri" pitchFamily="34" charset="-120"/>
              </a:rPr>
              <a:t> to achieve the engagement objectives." (Standard 13.5)</a:t>
            </a:r>
            <a:endParaRPr lang="en-US" sz="1400" dirty="0"/>
          </a:p>
        </p:txBody>
      </p:sp>
      <p:sp>
        <p:nvSpPr>
          <p:cNvPr id="12" name="Text 10"/>
          <p:cNvSpPr/>
          <p:nvPr/>
        </p:nvSpPr>
        <p:spPr>
          <a:xfrm>
            <a:off x="670560" y="2438400"/>
            <a:ext cx="5364480" cy="304800"/>
          </a:xfrm>
          <a:prstGeom prst="rect">
            <a:avLst/>
          </a:prstGeom>
          <a:noFill/>
          <a:ln/>
        </p:spPr>
        <p:txBody>
          <a:bodyPr wrap="square" lIns="0" tIns="0" rIns="0" bIns="0" rtlCol="0" anchor="ctr"/>
          <a:lstStyle/>
          <a:p>
            <a:r>
              <a:rPr lang="en-US" sz="1400" b="1" dirty="0">
                <a:solidFill>
                  <a:srgbClr val="1A2456"/>
                </a:solidFill>
                <a:latin typeface="Calibri" pitchFamily="34" charset="0"/>
                <a:ea typeface="Calibri" pitchFamily="34" charset="-122"/>
                <a:cs typeface="Calibri" pitchFamily="34" charset="-120"/>
              </a:rPr>
              <a:t>Resources are allocated based on:</a:t>
            </a:r>
            <a:endParaRPr lang="en-US" sz="1400" dirty="0"/>
          </a:p>
        </p:txBody>
      </p:sp>
      <p:sp>
        <p:nvSpPr>
          <p:cNvPr id="13" name="Shape 11"/>
          <p:cNvSpPr/>
          <p:nvPr/>
        </p:nvSpPr>
        <p:spPr>
          <a:xfrm>
            <a:off x="609600" y="2804160"/>
            <a:ext cx="5462016" cy="560832"/>
          </a:xfrm>
          <a:prstGeom prst="roundRect">
            <a:avLst>
              <a:gd name="adj" fmla="val 15217"/>
            </a:avLst>
          </a:prstGeom>
          <a:solidFill>
            <a:srgbClr val="E8ECF8"/>
          </a:solidFill>
          <a:ln/>
        </p:spPr>
      </p:sp>
      <p:sp>
        <p:nvSpPr>
          <p:cNvPr id="14" name="Shape 12"/>
          <p:cNvSpPr/>
          <p:nvPr/>
        </p:nvSpPr>
        <p:spPr>
          <a:xfrm>
            <a:off x="731520" y="2901696"/>
            <a:ext cx="341376" cy="341376"/>
          </a:xfrm>
          <a:prstGeom prst="ellipse">
            <a:avLst/>
          </a:prstGeom>
          <a:solidFill>
            <a:srgbClr val="253170"/>
          </a:solidFill>
          <a:ln w="12700">
            <a:solidFill>
              <a:srgbClr val="253170"/>
            </a:solidFill>
            <a:prstDash val="solid"/>
          </a:ln>
        </p:spPr>
      </p:sp>
      <p:sp>
        <p:nvSpPr>
          <p:cNvPr id="15" name="Text 13"/>
          <p:cNvSpPr/>
          <p:nvPr/>
        </p:nvSpPr>
        <p:spPr>
          <a:xfrm>
            <a:off x="1219200" y="2877312"/>
            <a:ext cx="4693920" cy="414528"/>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Knowledge internal auditors acquire during engagement planning</a:t>
            </a:r>
            <a:endParaRPr lang="en-US" sz="1400" dirty="0"/>
          </a:p>
        </p:txBody>
      </p:sp>
      <p:sp>
        <p:nvSpPr>
          <p:cNvPr id="16" name="Shape 14"/>
          <p:cNvSpPr/>
          <p:nvPr/>
        </p:nvSpPr>
        <p:spPr>
          <a:xfrm>
            <a:off x="609600" y="3474720"/>
            <a:ext cx="5462016" cy="560832"/>
          </a:xfrm>
          <a:prstGeom prst="roundRect">
            <a:avLst>
              <a:gd name="adj" fmla="val 15217"/>
            </a:avLst>
          </a:prstGeom>
          <a:solidFill>
            <a:srgbClr val="E8ECF8"/>
          </a:solidFill>
          <a:ln/>
        </p:spPr>
      </p:sp>
      <p:sp>
        <p:nvSpPr>
          <p:cNvPr id="17" name="Shape 15"/>
          <p:cNvSpPr/>
          <p:nvPr/>
        </p:nvSpPr>
        <p:spPr>
          <a:xfrm>
            <a:off x="731520" y="3572256"/>
            <a:ext cx="341376" cy="341376"/>
          </a:xfrm>
          <a:prstGeom prst="ellipse">
            <a:avLst/>
          </a:prstGeom>
          <a:solidFill>
            <a:srgbClr val="253170"/>
          </a:solidFill>
          <a:ln w="12700">
            <a:solidFill>
              <a:srgbClr val="253170"/>
            </a:solidFill>
            <a:prstDash val="solid"/>
          </a:ln>
        </p:spPr>
      </p:sp>
      <p:sp>
        <p:nvSpPr>
          <p:cNvPr id="18" name="Text 16"/>
          <p:cNvSpPr/>
          <p:nvPr/>
        </p:nvSpPr>
        <p:spPr>
          <a:xfrm>
            <a:off x="1219200" y="3547872"/>
            <a:ext cx="4693920" cy="414528"/>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Nature and complexity of the engagement</a:t>
            </a:r>
            <a:endParaRPr lang="en-US" sz="1400" dirty="0"/>
          </a:p>
        </p:txBody>
      </p:sp>
      <p:sp>
        <p:nvSpPr>
          <p:cNvPr id="19" name="Shape 17"/>
          <p:cNvSpPr/>
          <p:nvPr/>
        </p:nvSpPr>
        <p:spPr>
          <a:xfrm>
            <a:off x="609600" y="4145280"/>
            <a:ext cx="5462016" cy="560832"/>
          </a:xfrm>
          <a:prstGeom prst="roundRect">
            <a:avLst>
              <a:gd name="adj" fmla="val 15217"/>
            </a:avLst>
          </a:prstGeom>
          <a:solidFill>
            <a:srgbClr val="E8ECF8"/>
          </a:solidFill>
          <a:ln/>
        </p:spPr>
      </p:sp>
      <p:sp>
        <p:nvSpPr>
          <p:cNvPr id="20" name="Shape 18"/>
          <p:cNvSpPr/>
          <p:nvPr/>
        </p:nvSpPr>
        <p:spPr>
          <a:xfrm>
            <a:off x="731520" y="4242816"/>
            <a:ext cx="341376" cy="341376"/>
          </a:xfrm>
          <a:prstGeom prst="ellipse">
            <a:avLst/>
          </a:prstGeom>
          <a:solidFill>
            <a:srgbClr val="253170"/>
          </a:solidFill>
          <a:ln w="12700">
            <a:solidFill>
              <a:srgbClr val="253170"/>
            </a:solidFill>
            <a:prstDash val="solid"/>
          </a:ln>
        </p:spPr>
      </p:sp>
      <p:sp>
        <p:nvSpPr>
          <p:cNvPr id="21" name="Text 19"/>
          <p:cNvSpPr/>
          <p:nvPr/>
        </p:nvSpPr>
        <p:spPr>
          <a:xfrm>
            <a:off x="1219200" y="4218432"/>
            <a:ext cx="4693920" cy="414528"/>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Time constraints and/or the number of hours budgeted for the engagement</a:t>
            </a:r>
            <a:endParaRPr lang="en-US" sz="1400" dirty="0"/>
          </a:p>
        </p:txBody>
      </p:sp>
      <p:sp>
        <p:nvSpPr>
          <p:cNvPr id="22" name="Shape 20"/>
          <p:cNvSpPr/>
          <p:nvPr/>
        </p:nvSpPr>
        <p:spPr>
          <a:xfrm>
            <a:off x="609600" y="4815840"/>
            <a:ext cx="5462016" cy="560832"/>
          </a:xfrm>
          <a:prstGeom prst="roundRect">
            <a:avLst>
              <a:gd name="adj" fmla="val 15217"/>
            </a:avLst>
          </a:prstGeom>
          <a:solidFill>
            <a:srgbClr val="E8ECF8"/>
          </a:solidFill>
          <a:ln/>
        </p:spPr>
      </p:sp>
      <p:sp>
        <p:nvSpPr>
          <p:cNvPr id="23" name="Shape 21"/>
          <p:cNvSpPr/>
          <p:nvPr/>
        </p:nvSpPr>
        <p:spPr>
          <a:xfrm>
            <a:off x="731520" y="4913376"/>
            <a:ext cx="341376" cy="341376"/>
          </a:xfrm>
          <a:prstGeom prst="ellipse">
            <a:avLst/>
          </a:prstGeom>
          <a:solidFill>
            <a:srgbClr val="253170"/>
          </a:solidFill>
          <a:ln w="12700">
            <a:solidFill>
              <a:srgbClr val="253170"/>
            </a:solidFill>
            <a:prstDash val="solid"/>
          </a:ln>
        </p:spPr>
      </p:sp>
      <p:sp>
        <p:nvSpPr>
          <p:cNvPr id="24" name="Text 22"/>
          <p:cNvSpPr/>
          <p:nvPr/>
        </p:nvSpPr>
        <p:spPr>
          <a:xfrm>
            <a:off x="1219200" y="4888992"/>
            <a:ext cx="4693920" cy="414528"/>
          </a:xfrm>
          <a:prstGeom prst="rect">
            <a:avLst/>
          </a:prstGeom>
          <a:noFill/>
          <a:ln/>
        </p:spPr>
        <p:txBody>
          <a:bodyPr wrap="square" lIns="0" tIns="0" rIns="0" bIns="0" rtlCol="0" anchor="ctr"/>
          <a:lstStyle/>
          <a:p>
            <a:r>
              <a:rPr lang="en-US" sz="1400" dirty="0">
                <a:solidFill>
                  <a:srgbClr val="333333"/>
                </a:solidFill>
                <a:latin typeface="Calibri" pitchFamily="34" charset="0"/>
                <a:ea typeface="Calibri" pitchFamily="34" charset="-122"/>
                <a:cs typeface="Calibri" pitchFamily="34" charset="-120"/>
              </a:rPr>
              <a:t>Competencies of available staff resources</a:t>
            </a:r>
            <a:endParaRPr lang="en-US" sz="1400" dirty="0"/>
          </a:p>
        </p:txBody>
      </p:sp>
      <p:sp>
        <p:nvSpPr>
          <p:cNvPr id="25" name="Shape 23"/>
          <p:cNvSpPr/>
          <p:nvPr/>
        </p:nvSpPr>
        <p:spPr>
          <a:xfrm>
            <a:off x="609600" y="5510784"/>
            <a:ext cx="5462016" cy="755904"/>
          </a:xfrm>
          <a:prstGeom prst="roundRect">
            <a:avLst>
              <a:gd name="adj" fmla="val 12903"/>
            </a:avLst>
          </a:prstGeom>
          <a:solidFill>
            <a:srgbClr val="FFF3E0"/>
          </a:solidFill>
          <a:ln/>
        </p:spPr>
      </p:sp>
      <p:sp>
        <p:nvSpPr>
          <p:cNvPr id="26" name="Text 24"/>
          <p:cNvSpPr/>
          <p:nvPr/>
        </p:nvSpPr>
        <p:spPr>
          <a:xfrm>
            <a:off x="792480" y="5583936"/>
            <a:ext cx="5096256" cy="609600"/>
          </a:xfrm>
          <a:prstGeom prst="rect">
            <a:avLst/>
          </a:prstGeom>
          <a:noFill/>
          <a:ln/>
        </p:spPr>
        <p:txBody>
          <a:bodyPr wrap="square" rtlCol="0" anchor="ctr"/>
          <a:lstStyle/>
          <a:p>
            <a:r>
              <a:rPr lang="en-US" sz="1400" dirty="0">
                <a:solidFill>
                  <a:srgbClr val="E65100"/>
                </a:solidFill>
                <a:latin typeface="Calibri" pitchFamily="34" charset="0"/>
                <a:ea typeface="Calibri" pitchFamily="34" charset="-122"/>
                <a:cs typeface="Calibri" pitchFamily="34" charset="-120"/>
              </a:rPr>
              <a:t>Consider external specialists or technological resources when the internal audit function does not have appropriate or sufficient resources. (p.20)</a:t>
            </a:r>
            <a:endParaRPr lang="en-US" sz="1400" dirty="0"/>
          </a:p>
        </p:txBody>
      </p:sp>
      <p:sp>
        <p:nvSpPr>
          <p:cNvPr id="27" name="Shape 25"/>
          <p:cNvSpPr/>
          <p:nvPr/>
        </p:nvSpPr>
        <p:spPr>
          <a:xfrm>
            <a:off x="6437376" y="829056"/>
            <a:ext cx="5145024" cy="548640"/>
          </a:xfrm>
          <a:prstGeom prst="roundRect">
            <a:avLst>
              <a:gd name="adj" fmla="val 17778"/>
            </a:avLst>
          </a:prstGeom>
          <a:solidFill>
            <a:srgbClr val="1A2456"/>
          </a:solidFill>
          <a:ln/>
        </p:spPr>
      </p:sp>
      <p:sp>
        <p:nvSpPr>
          <p:cNvPr id="28" name="Shape 26"/>
          <p:cNvSpPr/>
          <p:nvPr/>
        </p:nvSpPr>
        <p:spPr>
          <a:xfrm>
            <a:off x="6559296" y="902208"/>
            <a:ext cx="390144" cy="390144"/>
          </a:xfrm>
          <a:prstGeom prst="ellipse">
            <a:avLst/>
          </a:prstGeom>
          <a:solidFill>
            <a:srgbClr val="FFFFFF">
              <a:alpha val="40000"/>
            </a:srgbClr>
          </a:solidFill>
          <a:ln w="12700">
            <a:solidFill>
              <a:srgbClr val="FFFFFF"/>
            </a:solidFill>
            <a:prstDash val="solid"/>
          </a:ln>
        </p:spPr>
      </p:sp>
      <p:sp>
        <p:nvSpPr>
          <p:cNvPr id="29" name="Text 27"/>
          <p:cNvSpPr/>
          <p:nvPr/>
        </p:nvSpPr>
        <p:spPr>
          <a:xfrm>
            <a:off x="6559296" y="902208"/>
            <a:ext cx="390144" cy="390144"/>
          </a:xfrm>
          <a:prstGeom prst="rect">
            <a:avLst/>
          </a:prstGeom>
          <a:noFill/>
          <a:ln/>
        </p:spPr>
        <p:txBody>
          <a:bodyPr wrap="square" lIns="0" tIns="0" rIns="0" bIns="0" rtlCol="0" anchor="ctr"/>
          <a:lstStyle/>
          <a:p>
            <a:pPr algn="ct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30" name="Text 28"/>
          <p:cNvSpPr/>
          <p:nvPr/>
        </p:nvSpPr>
        <p:spPr>
          <a:xfrm>
            <a:off x="7071360" y="902208"/>
            <a:ext cx="4340352" cy="390144"/>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Document the Plan  ·  Standard 13.6</a:t>
            </a:r>
            <a:endParaRPr lang="en-US" sz="1600" dirty="0"/>
          </a:p>
        </p:txBody>
      </p:sp>
      <p:sp>
        <p:nvSpPr>
          <p:cNvPr id="31" name="Shape 29"/>
          <p:cNvSpPr/>
          <p:nvPr/>
        </p:nvSpPr>
        <p:spPr>
          <a:xfrm>
            <a:off x="6437376" y="1463040"/>
            <a:ext cx="5145024" cy="670560"/>
          </a:xfrm>
          <a:prstGeom prst="roundRect">
            <a:avLst>
              <a:gd name="adj" fmla="val 14545"/>
            </a:avLst>
          </a:prstGeom>
          <a:solidFill>
            <a:srgbClr val="F5F7FC"/>
          </a:solidFill>
          <a:ln/>
        </p:spPr>
      </p:sp>
      <p:sp>
        <p:nvSpPr>
          <p:cNvPr id="32" name="Text 30"/>
          <p:cNvSpPr/>
          <p:nvPr/>
        </p:nvSpPr>
        <p:spPr>
          <a:xfrm>
            <a:off x="6608064" y="1524000"/>
            <a:ext cx="4803648" cy="536448"/>
          </a:xfrm>
          <a:prstGeom prst="rect">
            <a:avLst/>
          </a:prstGeom>
          <a:noFill/>
          <a:ln/>
        </p:spPr>
        <p:txBody>
          <a:bodyPr wrap="square" rtlCol="0" anchor="ctr"/>
          <a:lstStyle/>
          <a:p>
            <a:r>
              <a:rPr lang="en-US" sz="1400" dirty="0">
                <a:solidFill>
                  <a:srgbClr val="1A2456"/>
                </a:solidFill>
                <a:latin typeface="Calibri" pitchFamily="34" charset="0"/>
                <a:ea typeface="Calibri" pitchFamily="34" charset="-122"/>
                <a:cs typeface="Calibri" pitchFamily="34" charset="-120"/>
              </a:rPr>
              <a:t>During planning, internal auditors document information in engagement workpapers. This forms the engagement work program (Standard 13.6 Work Program).</a:t>
            </a:r>
            <a:endParaRPr lang="en-US" sz="1400" dirty="0"/>
          </a:p>
        </p:txBody>
      </p:sp>
      <p:sp>
        <p:nvSpPr>
          <p:cNvPr id="33" name="Text 31"/>
          <p:cNvSpPr/>
          <p:nvPr/>
        </p:nvSpPr>
        <p:spPr>
          <a:xfrm>
            <a:off x="6486144" y="2231136"/>
            <a:ext cx="4998720" cy="304800"/>
          </a:xfrm>
          <a:prstGeom prst="rect">
            <a:avLst/>
          </a:prstGeom>
          <a:noFill/>
          <a:ln/>
        </p:spPr>
        <p:txBody>
          <a:bodyPr wrap="square" lIns="0" tIns="0" rIns="0" bIns="0" rtlCol="0" anchor="ctr"/>
          <a:lstStyle/>
          <a:p>
            <a:r>
              <a:rPr lang="en-US" sz="1400" b="1" dirty="0">
                <a:solidFill>
                  <a:srgbClr val="1A2456"/>
                </a:solidFill>
                <a:latin typeface="Calibri" pitchFamily="34" charset="0"/>
                <a:ea typeface="Calibri" pitchFamily="34" charset="-122"/>
                <a:cs typeface="Calibri" pitchFamily="34" charset="-120"/>
              </a:rPr>
              <a:t>Five workpapers produced (p.20):</a:t>
            </a:r>
            <a:endParaRPr lang="en-US" sz="1400" dirty="0"/>
          </a:p>
        </p:txBody>
      </p:sp>
      <p:sp>
        <p:nvSpPr>
          <p:cNvPr id="34" name="Shape 32"/>
          <p:cNvSpPr/>
          <p:nvPr/>
        </p:nvSpPr>
        <p:spPr>
          <a:xfrm>
            <a:off x="6437376" y="2584704"/>
            <a:ext cx="5145024" cy="609600"/>
          </a:xfrm>
          <a:prstGeom prst="roundRect">
            <a:avLst>
              <a:gd name="adj" fmla="val 14000"/>
            </a:avLst>
          </a:prstGeom>
          <a:solidFill>
            <a:srgbClr val="F5F7FC"/>
          </a:solidFill>
          <a:ln/>
        </p:spPr>
      </p:sp>
      <p:sp>
        <p:nvSpPr>
          <p:cNvPr id="35" name="Text 33"/>
          <p:cNvSpPr/>
          <p:nvPr/>
        </p:nvSpPr>
        <p:spPr>
          <a:xfrm>
            <a:off x="6534912" y="2645664"/>
            <a:ext cx="463296" cy="463296"/>
          </a:xfrm>
          <a:prstGeom prst="rect">
            <a:avLst/>
          </a:prstGeom>
          <a:noFill/>
          <a:ln/>
        </p:spPr>
        <p:txBody>
          <a:bodyPr wrap="square" lIns="0" tIns="0" rIns="0" bIns="0" rtlCol="0" anchor="ctr"/>
          <a:lstStyle/>
          <a:p>
            <a:r>
              <a:rPr lang="en-US" sz="1867" dirty="0">
                <a:solidFill>
                  <a:srgbClr val="000000"/>
                </a:solidFill>
                <a:latin typeface="Calibri" pitchFamily="34" charset="0"/>
                <a:ea typeface="Calibri" pitchFamily="34" charset="-122"/>
                <a:cs typeface="Calibri" pitchFamily="34" charset="-120"/>
              </a:rPr>
              <a:t>🗺</a:t>
            </a:r>
            <a:endParaRPr lang="en-US" sz="1867" dirty="0"/>
          </a:p>
        </p:txBody>
      </p:sp>
      <p:sp>
        <p:nvSpPr>
          <p:cNvPr id="36" name="Text 34"/>
          <p:cNvSpPr/>
          <p:nvPr/>
        </p:nvSpPr>
        <p:spPr>
          <a:xfrm>
            <a:off x="7071360" y="2645664"/>
            <a:ext cx="4389120" cy="463296"/>
          </a:xfrm>
          <a:prstGeom prst="rect">
            <a:avLst/>
          </a:prstGeom>
          <a:noFill/>
          <a:ln/>
        </p:spPr>
        <p:txBody>
          <a:bodyPr wrap="square" lIns="0" tIns="0" rIns="0" bIns="0" rtlCol="0" anchor="ctr"/>
          <a:lstStyle/>
          <a:p>
            <a:r>
              <a:rPr lang="en-US" sz="1333" dirty="0">
                <a:solidFill>
                  <a:srgbClr val="1A2456"/>
                </a:solidFill>
                <a:latin typeface="Calibri" pitchFamily="34" charset="0"/>
                <a:ea typeface="Calibri" pitchFamily="34" charset="-122"/>
                <a:cs typeface="Calibri" pitchFamily="34" charset="-120"/>
              </a:rPr>
              <a:t>Process map</a:t>
            </a:r>
            <a:endParaRPr lang="en-US" sz="1333" dirty="0"/>
          </a:p>
        </p:txBody>
      </p:sp>
      <p:sp>
        <p:nvSpPr>
          <p:cNvPr id="37" name="Shape 35"/>
          <p:cNvSpPr/>
          <p:nvPr/>
        </p:nvSpPr>
        <p:spPr>
          <a:xfrm>
            <a:off x="6437376" y="3291840"/>
            <a:ext cx="5145024" cy="609600"/>
          </a:xfrm>
          <a:prstGeom prst="roundRect">
            <a:avLst>
              <a:gd name="adj" fmla="val 14000"/>
            </a:avLst>
          </a:prstGeom>
          <a:solidFill>
            <a:srgbClr val="F5F7FC"/>
          </a:solidFill>
          <a:ln/>
        </p:spPr>
      </p:sp>
      <p:sp>
        <p:nvSpPr>
          <p:cNvPr id="38" name="Text 36"/>
          <p:cNvSpPr/>
          <p:nvPr/>
        </p:nvSpPr>
        <p:spPr>
          <a:xfrm>
            <a:off x="6534912" y="3352800"/>
            <a:ext cx="463296" cy="463296"/>
          </a:xfrm>
          <a:prstGeom prst="rect">
            <a:avLst/>
          </a:prstGeom>
          <a:noFill/>
          <a:ln/>
        </p:spPr>
        <p:txBody>
          <a:bodyPr wrap="square" lIns="0" tIns="0" rIns="0" bIns="0" rtlCol="0" anchor="ctr"/>
          <a:lstStyle/>
          <a:p>
            <a:r>
              <a:rPr lang="en-US" sz="1867" dirty="0">
                <a:solidFill>
                  <a:srgbClr val="000000"/>
                </a:solidFill>
                <a:latin typeface="Calibri" pitchFamily="34" charset="0"/>
                <a:ea typeface="Calibri" pitchFamily="34" charset="-122"/>
                <a:cs typeface="Calibri" pitchFamily="34" charset="-120"/>
              </a:rPr>
              <a:t>📝</a:t>
            </a:r>
            <a:endParaRPr lang="en-US" sz="1867" dirty="0"/>
          </a:p>
        </p:txBody>
      </p:sp>
      <p:sp>
        <p:nvSpPr>
          <p:cNvPr id="39" name="Text 37"/>
          <p:cNvSpPr/>
          <p:nvPr/>
        </p:nvSpPr>
        <p:spPr>
          <a:xfrm>
            <a:off x="7071360" y="3352800"/>
            <a:ext cx="4389120" cy="463296"/>
          </a:xfrm>
          <a:prstGeom prst="rect">
            <a:avLst/>
          </a:prstGeom>
          <a:noFill/>
          <a:ln/>
        </p:spPr>
        <p:txBody>
          <a:bodyPr wrap="square" lIns="0" tIns="0" rIns="0" bIns="0" rtlCol="0" anchor="ctr"/>
          <a:lstStyle/>
          <a:p>
            <a:r>
              <a:rPr lang="en-US" sz="1333" dirty="0">
                <a:solidFill>
                  <a:srgbClr val="1A2456"/>
                </a:solidFill>
                <a:latin typeface="Calibri" pitchFamily="34" charset="0"/>
                <a:ea typeface="Calibri" pitchFamily="34" charset="-122"/>
                <a:cs typeface="Calibri" pitchFamily="34" charset="-120"/>
              </a:rPr>
              <a:t>Summary of interviews and brainstorming sessions</a:t>
            </a:r>
            <a:endParaRPr lang="en-US" sz="1333" dirty="0"/>
          </a:p>
        </p:txBody>
      </p:sp>
      <p:sp>
        <p:nvSpPr>
          <p:cNvPr id="40" name="Shape 38"/>
          <p:cNvSpPr/>
          <p:nvPr/>
        </p:nvSpPr>
        <p:spPr>
          <a:xfrm>
            <a:off x="6437376" y="3998976"/>
            <a:ext cx="5145024" cy="609600"/>
          </a:xfrm>
          <a:prstGeom prst="roundRect">
            <a:avLst>
              <a:gd name="adj" fmla="val 14000"/>
            </a:avLst>
          </a:prstGeom>
          <a:solidFill>
            <a:srgbClr val="F5F7FC"/>
          </a:solidFill>
          <a:ln/>
        </p:spPr>
      </p:sp>
      <p:sp>
        <p:nvSpPr>
          <p:cNvPr id="41" name="Text 39"/>
          <p:cNvSpPr/>
          <p:nvPr/>
        </p:nvSpPr>
        <p:spPr>
          <a:xfrm>
            <a:off x="6534912" y="4059936"/>
            <a:ext cx="463296" cy="463296"/>
          </a:xfrm>
          <a:prstGeom prst="rect">
            <a:avLst/>
          </a:prstGeom>
          <a:noFill/>
          <a:ln/>
        </p:spPr>
        <p:txBody>
          <a:bodyPr wrap="square" lIns="0" tIns="0" rIns="0" bIns="0" rtlCol="0" anchor="ctr"/>
          <a:lstStyle/>
          <a:p>
            <a:r>
              <a:rPr lang="en-US" sz="1867" dirty="0">
                <a:solidFill>
                  <a:srgbClr val="000000"/>
                </a:solidFill>
                <a:latin typeface="Calibri" pitchFamily="34" charset="0"/>
                <a:ea typeface="Calibri" pitchFamily="34" charset="-122"/>
                <a:cs typeface="Calibri" pitchFamily="34" charset="-120"/>
              </a:rPr>
              <a:t>📊</a:t>
            </a:r>
            <a:endParaRPr lang="en-US" sz="1867" dirty="0"/>
          </a:p>
        </p:txBody>
      </p:sp>
      <p:sp>
        <p:nvSpPr>
          <p:cNvPr id="42" name="Text 40"/>
          <p:cNvSpPr/>
          <p:nvPr/>
        </p:nvSpPr>
        <p:spPr>
          <a:xfrm>
            <a:off x="7071360" y="4059936"/>
            <a:ext cx="4389120" cy="463296"/>
          </a:xfrm>
          <a:prstGeom prst="rect">
            <a:avLst/>
          </a:prstGeom>
          <a:noFill/>
          <a:ln/>
        </p:spPr>
        <p:txBody>
          <a:bodyPr wrap="square" lIns="0" tIns="0" rIns="0" bIns="0" rtlCol="0" anchor="ctr"/>
          <a:lstStyle/>
          <a:p>
            <a:r>
              <a:rPr lang="en-US" sz="1333" dirty="0">
                <a:solidFill>
                  <a:srgbClr val="1A2456"/>
                </a:solidFill>
                <a:latin typeface="Calibri" pitchFamily="34" charset="0"/>
                <a:ea typeface="Calibri" pitchFamily="34" charset="-122"/>
                <a:cs typeface="Calibri" pitchFamily="34" charset="-120"/>
              </a:rPr>
              <a:t>Preliminary risk assessment (risk and control matrix or heat map)</a:t>
            </a:r>
            <a:endParaRPr lang="en-US" sz="1333" dirty="0"/>
          </a:p>
        </p:txBody>
      </p:sp>
      <p:sp>
        <p:nvSpPr>
          <p:cNvPr id="43" name="Shape 41"/>
          <p:cNvSpPr/>
          <p:nvPr/>
        </p:nvSpPr>
        <p:spPr>
          <a:xfrm>
            <a:off x="6437376" y="4706112"/>
            <a:ext cx="5145024" cy="609600"/>
          </a:xfrm>
          <a:prstGeom prst="roundRect">
            <a:avLst>
              <a:gd name="adj" fmla="val 14000"/>
            </a:avLst>
          </a:prstGeom>
          <a:solidFill>
            <a:srgbClr val="F5F7FC"/>
          </a:solidFill>
          <a:ln/>
        </p:spPr>
      </p:sp>
      <p:sp>
        <p:nvSpPr>
          <p:cNvPr id="44" name="Text 42"/>
          <p:cNvSpPr/>
          <p:nvPr/>
        </p:nvSpPr>
        <p:spPr>
          <a:xfrm>
            <a:off x="6534912" y="4767072"/>
            <a:ext cx="463296" cy="463296"/>
          </a:xfrm>
          <a:prstGeom prst="rect">
            <a:avLst/>
          </a:prstGeom>
          <a:noFill/>
          <a:ln/>
        </p:spPr>
        <p:txBody>
          <a:bodyPr wrap="square" lIns="0" tIns="0" rIns="0" bIns="0" rtlCol="0" anchor="ctr"/>
          <a:lstStyle/>
          <a:p>
            <a:r>
              <a:rPr lang="en-US" sz="1867" dirty="0">
                <a:solidFill>
                  <a:srgbClr val="000000"/>
                </a:solidFill>
                <a:latin typeface="Calibri" pitchFamily="34" charset="0"/>
                <a:ea typeface="Calibri" pitchFamily="34" charset="-122"/>
                <a:cs typeface="Calibri" pitchFamily="34" charset="-120"/>
              </a:rPr>
              <a:t>⚖</a:t>
            </a:r>
            <a:endParaRPr lang="en-US" sz="1867" dirty="0"/>
          </a:p>
        </p:txBody>
      </p:sp>
      <p:sp>
        <p:nvSpPr>
          <p:cNvPr id="45" name="Text 43"/>
          <p:cNvSpPr/>
          <p:nvPr/>
        </p:nvSpPr>
        <p:spPr>
          <a:xfrm>
            <a:off x="7071360" y="4767072"/>
            <a:ext cx="4389120" cy="463296"/>
          </a:xfrm>
          <a:prstGeom prst="rect">
            <a:avLst/>
          </a:prstGeom>
          <a:noFill/>
          <a:ln/>
        </p:spPr>
        <p:txBody>
          <a:bodyPr wrap="square" lIns="0" tIns="0" rIns="0" bIns="0" rtlCol="0" anchor="ctr"/>
          <a:lstStyle/>
          <a:p>
            <a:r>
              <a:rPr lang="en-US" sz="1333" dirty="0">
                <a:solidFill>
                  <a:srgbClr val="1A2456"/>
                </a:solidFill>
                <a:latin typeface="Calibri" pitchFamily="34" charset="0"/>
                <a:ea typeface="Calibri" pitchFamily="34" charset="-122"/>
                <a:cs typeface="Calibri" pitchFamily="34" charset="-120"/>
              </a:rPr>
              <a:t>Rationale for decisions regarding which risks to include in the engagement</a:t>
            </a:r>
            <a:endParaRPr lang="en-US" sz="1333" dirty="0"/>
          </a:p>
        </p:txBody>
      </p:sp>
      <p:sp>
        <p:nvSpPr>
          <p:cNvPr id="46" name="Shape 44"/>
          <p:cNvSpPr/>
          <p:nvPr/>
        </p:nvSpPr>
        <p:spPr>
          <a:xfrm>
            <a:off x="6437376" y="5413248"/>
            <a:ext cx="5145024" cy="609600"/>
          </a:xfrm>
          <a:prstGeom prst="roundRect">
            <a:avLst>
              <a:gd name="adj" fmla="val 14000"/>
            </a:avLst>
          </a:prstGeom>
          <a:solidFill>
            <a:srgbClr val="FFF3E0"/>
          </a:solidFill>
          <a:ln/>
        </p:spPr>
      </p:sp>
      <p:sp>
        <p:nvSpPr>
          <p:cNvPr id="47" name="Text 45"/>
          <p:cNvSpPr/>
          <p:nvPr/>
        </p:nvSpPr>
        <p:spPr>
          <a:xfrm>
            <a:off x="6534912" y="5474208"/>
            <a:ext cx="463296" cy="463296"/>
          </a:xfrm>
          <a:prstGeom prst="rect">
            <a:avLst/>
          </a:prstGeom>
          <a:noFill/>
          <a:ln/>
        </p:spPr>
        <p:txBody>
          <a:bodyPr wrap="square" lIns="0" tIns="0" rIns="0" bIns="0" rtlCol="0" anchor="ctr"/>
          <a:lstStyle/>
          <a:p>
            <a:r>
              <a:rPr lang="en-US" sz="1867" dirty="0">
                <a:solidFill>
                  <a:srgbClr val="000000"/>
                </a:solidFill>
                <a:latin typeface="Calibri" pitchFamily="34" charset="0"/>
                <a:ea typeface="Calibri" pitchFamily="34" charset="-122"/>
                <a:cs typeface="Calibri" pitchFamily="34" charset="-120"/>
              </a:rPr>
              <a:t>✅</a:t>
            </a:r>
            <a:endParaRPr lang="en-US" sz="1867" dirty="0"/>
          </a:p>
        </p:txBody>
      </p:sp>
      <p:sp>
        <p:nvSpPr>
          <p:cNvPr id="48" name="Text 46"/>
          <p:cNvSpPr/>
          <p:nvPr/>
        </p:nvSpPr>
        <p:spPr>
          <a:xfrm>
            <a:off x="7071360" y="5474208"/>
            <a:ext cx="4389120" cy="463296"/>
          </a:xfrm>
          <a:prstGeom prst="rect">
            <a:avLst/>
          </a:prstGeom>
          <a:noFill/>
          <a:ln/>
        </p:spPr>
        <p:txBody>
          <a:bodyPr wrap="square" lIns="0" tIns="0" rIns="0" bIns="0" rtlCol="0" anchor="ctr"/>
          <a:lstStyle/>
          <a:p>
            <a:r>
              <a:rPr lang="en-US" sz="1333" b="1" dirty="0">
                <a:solidFill>
                  <a:srgbClr val="E65100"/>
                </a:solidFill>
                <a:latin typeface="Calibri" pitchFamily="34" charset="0"/>
                <a:ea typeface="Calibri" pitchFamily="34" charset="-122"/>
                <a:cs typeface="Calibri" pitchFamily="34" charset="-120"/>
              </a:rPr>
              <a:t>Criteria that will be used to evaluate the activity under review ★ (required for assurance per Standard 13.4)</a:t>
            </a:r>
            <a:endParaRPr lang="en-US" sz="1333" dirty="0"/>
          </a:p>
        </p:txBody>
      </p:sp>
      <p:sp>
        <p:nvSpPr>
          <p:cNvPr id="49" name="Shape 47"/>
          <p:cNvSpPr/>
          <p:nvPr/>
        </p:nvSpPr>
        <p:spPr>
          <a:xfrm>
            <a:off x="6437376" y="6120384"/>
            <a:ext cx="5145024" cy="682011"/>
          </a:xfrm>
          <a:prstGeom prst="roundRect">
            <a:avLst>
              <a:gd name="adj" fmla="val 12903"/>
            </a:avLst>
          </a:prstGeom>
          <a:solidFill>
            <a:srgbClr val="E8F5E9"/>
          </a:solidFill>
          <a:ln/>
        </p:spPr>
      </p:sp>
      <p:sp>
        <p:nvSpPr>
          <p:cNvPr id="50" name="Text 48"/>
          <p:cNvSpPr/>
          <p:nvPr/>
        </p:nvSpPr>
        <p:spPr>
          <a:xfrm>
            <a:off x="6608064" y="6193536"/>
            <a:ext cx="4803648" cy="491469"/>
          </a:xfrm>
          <a:prstGeom prst="rect">
            <a:avLst/>
          </a:prstGeom>
          <a:noFill/>
          <a:ln/>
        </p:spPr>
        <p:txBody>
          <a:bodyPr wrap="square" rtlCol="0" anchor="ctr"/>
          <a:lstStyle/>
          <a:p>
            <a:r>
              <a:rPr lang="en-US" sz="1400" i="1" dirty="0">
                <a:solidFill>
                  <a:srgbClr val="2E7D32"/>
                </a:solidFill>
                <a:latin typeface="Calibri" pitchFamily="34" charset="0"/>
                <a:ea typeface="Calibri" pitchFamily="34" charset="-122"/>
                <a:cs typeface="Calibri" pitchFamily="34" charset="-120"/>
              </a:rPr>
              <a:t>The work program is not just documentation — it IS the audit. Every task, methodology, analytical procedure, and assigned auditor must be identified here.</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268224"/>
            <a:ext cx="3901440" cy="463296"/>
          </a:xfrm>
          <a:prstGeom prst="roundRect">
            <a:avLst>
              <a:gd name="adj" fmla="val 21053"/>
            </a:avLst>
          </a:prstGeom>
          <a:solidFill>
            <a:srgbClr val="344A8A"/>
          </a:solidFill>
          <a:ln/>
        </p:spPr>
      </p:sp>
      <p:sp>
        <p:nvSpPr>
          <p:cNvPr id="3" name="Text 1"/>
          <p:cNvSpPr/>
          <p:nvPr/>
        </p:nvSpPr>
        <p:spPr>
          <a:xfrm>
            <a:off x="609600" y="268224"/>
            <a:ext cx="3901440"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COMMUNICATE RESULTS  ·  p.21</a:t>
            </a:r>
            <a:endParaRPr lang="en-US" sz="1333" dirty="0"/>
          </a:p>
        </p:txBody>
      </p:sp>
      <p:sp>
        <p:nvSpPr>
          <p:cNvPr id="4" name="Text 2"/>
          <p:cNvSpPr/>
          <p:nvPr/>
        </p:nvSpPr>
        <p:spPr>
          <a:xfrm>
            <a:off x="4754880" y="292608"/>
            <a:ext cx="7315200" cy="426720"/>
          </a:xfrm>
          <a:prstGeom prst="rect">
            <a:avLst/>
          </a:prstGeom>
          <a:noFill/>
          <a:ln/>
        </p:spPr>
        <p:txBody>
          <a:bodyPr wrap="square" lIns="0" tIns="0" rIns="0" bIns="0" rtlCol="0" anchor="ctr"/>
          <a:lstStyle/>
          <a:p>
            <a:r>
              <a:rPr lang="en-US" sz="3200" b="1" dirty="0">
                <a:solidFill>
                  <a:srgbClr val="FFFFFF"/>
                </a:solidFill>
                <a:latin typeface="Cambria" pitchFamily="34" charset="0"/>
                <a:ea typeface="Cambria" pitchFamily="34" charset="-122"/>
                <a:cs typeface="Cambria" pitchFamily="34" charset="-120"/>
              </a:rPr>
              <a:t>To Whom, Why, and Under Which Standards</a:t>
            </a:r>
            <a:endParaRPr lang="en-US" sz="3200" dirty="0"/>
          </a:p>
        </p:txBody>
      </p:sp>
      <p:sp>
        <p:nvSpPr>
          <p:cNvPr id="5" name="Shape 3"/>
          <p:cNvSpPr/>
          <p:nvPr/>
        </p:nvSpPr>
        <p:spPr>
          <a:xfrm>
            <a:off x="609600" y="914400"/>
            <a:ext cx="3596640" cy="5425440"/>
          </a:xfrm>
          <a:prstGeom prst="roundRect">
            <a:avLst>
              <a:gd name="adj" fmla="val 4068"/>
            </a:avLst>
          </a:prstGeom>
          <a:solidFill>
            <a:srgbClr val="CADCFC">
              <a:alpha val="10000"/>
            </a:srgbClr>
          </a:solidFill>
          <a:ln/>
          <a:effectLst>
            <a:outerShdw blurRad="88900" dist="38100" dir="2700000" algn="bl" rotWithShape="0">
              <a:srgbClr val="000000">
                <a:alpha val="9000"/>
              </a:srgbClr>
            </a:outerShdw>
          </a:effectLst>
        </p:spPr>
        <p:txBody>
          <a:bodyPr/>
          <a:lstStyle/>
          <a:p>
            <a:endParaRPr lang="en-ID" dirty="0"/>
          </a:p>
        </p:txBody>
      </p:sp>
      <p:sp>
        <p:nvSpPr>
          <p:cNvPr id="6" name="Shape 4"/>
          <p:cNvSpPr/>
          <p:nvPr/>
        </p:nvSpPr>
        <p:spPr>
          <a:xfrm>
            <a:off x="731520" y="1036320"/>
            <a:ext cx="3352800" cy="487680"/>
          </a:xfrm>
          <a:prstGeom prst="roundRect">
            <a:avLst>
              <a:gd name="adj" fmla="val 20000"/>
            </a:avLst>
          </a:prstGeom>
          <a:solidFill>
            <a:srgbClr val="2E7D32"/>
          </a:solidFill>
          <a:ln/>
        </p:spPr>
      </p:sp>
      <p:sp>
        <p:nvSpPr>
          <p:cNvPr id="7" name="Text 5"/>
          <p:cNvSpPr/>
          <p:nvPr/>
        </p:nvSpPr>
        <p:spPr>
          <a:xfrm>
            <a:off x="731520" y="1036320"/>
            <a:ext cx="3352800" cy="48768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WHO receives the report</a:t>
            </a:r>
            <a:endParaRPr lang="en-US" sz="1467" dirty="0"/>
          </a:p>
        </p:txBody>
      </p:sp>
      <p:sp>
        <p:nvSpPr>
          <p:cNvPr id="8" name="Text 6"/>
          <p:cNvSpPr/>
          <p:nvPr/>
        </p:nvSpPr>
        <p:spPr>
          <a:xfrm>
            <a:off x="792480" y="1609344"/>
            <a:ext cx="3230880" cy="426720"/>
          </a:xfrm>
          <a:prstGeom prst="rect">
            <a:avLst/>
          </a:prstGeom>
          <a:noFill/>
          <a:ln/>
        </p:spPr>
        <p:txBody>
          <a:bodyPr wrap="square" lIns="0" tIns="0" rIns="0" bIns="0" rtlCol="0" anchor="ctr"/>
          <a:lstStyle/>
          <a:p>
            <a:r>
              <a:rPr lang="en-US" sz="1733" b="1" dirty="0">
                <a:solidFill>
                  <a:srgbClr val="2E7D32"/>
                </a:solidFill>
                <a:latin typeface="Calibri" pitchFamily="34" charset="0"/>
                <a:ea typeface="Calibri" pitchFamily="34" charset="-122"/>
                <a:cs typeface="Calibri" pitchFamily="34" charset="-120"/>
              </a:rPr>
              <a:t>The board and senior management</a:t>
            </a:r>
            <a:endParaRPr lang="en-US" sz="1733" dirty="0"/>
          </a:p>
        </p:txBody>
      </p:sp>
      <p:sp>
        <p:nvSpPr>
          <p:cNvPr id="9" name="Text 7"/>
          <p:cNvSpPr/>
          <p:nvPr/>
        </p:nvSpPr>
        <p:spPr>
          <a:xfrm>
            <a:off x="792480" y="2097024"/>
            <a:ext cx="3230880" cy="4120896"/>
          </a:xfrm>
          <a:prstGeom prst="rect">
            <a:avLst/>
          </a:prstGeom>
          <a:noFill/>
          <a:ln/>
        </p:spPr>
        <p:txBody>
          <a:bodyPr wrap="square" rtlCol="0" anchor="ctr"/>
          <a:lstStyle/>
          <a:p>
            <a:r>
              <a:rPr lang="en-US" sz="1333" dirty="0">
                <a:latin typeface="Calibri" pitchFamily="34" charset="0"/>
                <a:ea typeface="Calibri" pitchFamily="34" charset="-122"/>
                <a:cs typeface="Calibri" pitchFamily="34" charset="-120"/>
              </a:rPr>
              <a:t>The CAE must communicate promptly and regularly with the board and senior management about IT governance and IT management engagement results — not just IT management.</a:t>
            </a:r>
            <a:endParaRPr lang="en-US" sz="1333" dirty="0"/>
          </a:p>
          <a:p>
            <a:endParaRPr lang="en-US" sz="1333" dirty="0"/>
          </a:p>
          <a:p>
            <a:r>
              <a:rPr lang="en-US" sz="1333" dirty="0">
                <a:latin typeface="Calibri" pitchFamily="34" charset="0"/>
                <a:ea typeface="Calibri" pitchFamily="34" charset="-122"/>
                <a:cs typeface="Calibri" pitchFamily="34" charset="-120"/>
              </a:rPr>
              <a:t>"It is important for the chief audit executive to communicate promptly and regularly with the board and senior management about the results from engagements that assess IT governance and IT management."</a:t>
            </a:r>
            <a:endParaRPr lang="en-US" sz="1333" dirty="0"/>
          </a:p>
        </p:txBody>
      </p:sp>
      <p:sp>
        <p:nvSpPr>
          <p:cNvPr id="10" name="Shape 8"/>
          <p:cNvSpPr/>
          <p:nvPr/>
        </p:nvSpPr>
        <p:spPr>
          <a:xfrm>
            <a:off x="4413504" y="914400"/>
            <a:ext cx="3596640" cy="5425440"/>
          </a:xfrm>
          <a:prstGeom prst="roundRect">
            <a:avLst>
              <a:gd name="adj" fmla="val 4068"/>
            </a:avLst>
          </a:prstGeom>
          <a:solidFill>
            <a:srgbClr val="CADCFC">
              <a:alpha val="10000"/>
            </a:srgbClr>
          </a:solidFill>
          <a:ln/>
          <a:effectLst>
            <a:outerShdw blurRad="88900" dist="38100" dir="2700000" algn="bl" rotWithShape="0">
              <a:srgbClr val="000000">
                <a:alpha val="9000"/>
              </a:srgbClr>
            </a:outerShdw>
          </a:effectLst>
        </p:spPr>
      </p:sp>
      <p:sp>
        <p:nvSpPr>
          <p:cNvPr id="11" name="Shape 9"/>
          <p:cNvSpPr/>
          <p:nvPr/>
        </p:nvSpPr>
        <p:spPr>
          <a:xfrm>
            <a:off x="4535424" y="1036320"/>
            <a:ext cx="3352800" cy="487680"/>
          </a:xfrm>
          <a:prstGeom prst="roundRect">
            <a:avLst>
              <a:gd name="adj" fmla="val 20000"/>
            </a:avLst>
          </a:prstGeom>
          <a:solidFill>
            <a:srgbClr val="E65100"/>
          </a:solidFill>
          <a:ln/>
        </p:spPr>
      </p:sp>
      <p:sp>
        <p:nvSpPr>
          <p:cNvPr id="12" name="Text 10"/>
          <p:cNvSpPr/>
          <p:nvPr/>
        </p:nvSpPr>
        <p:spPr>
          <a:xfrm>
            <a:off x="4535424" y="1036320"/>
            <a:ext cx="3352800" cy="48768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WHY it goes to the top</a:t>
            </a:r>
            <a:endParaRPr lang="en-US" sz="1467" dirty="0"/>
          </a:p>
        </p:txBody>
      </p:sp>
      <p:sp>
        <p:nvSpPr>
          <p:cNvPr id="13" name="Text 11"/>
          <p:cNvSpPr/>
          <p:nvPr/>
        </p:nvSpPr>
        <p:spPr>
          <a:xfrm>
            <a:off x="4596384" y="1609344"/>
            <a:ext cx="3230880" cy="426720"/>
          </a:xfrm>
          <a:prstGeom prst="rect">
            <a:avLst/>
          </a:prstGeom>
          <a:noFill/>
          <a:ln/>
        </p:spPr>
        <p:txBody>
          <a:bodyPr wrap="square" lIns="0" tIns="0" rIns="0" bIns="0" rtlCol="0" anchor="ctr"/>
          <a:lstStyle/>
          <a:p>
            <a:r>
              <a:rPr lang="en-US" sz="1733" b="1" dirty="0">
                <a:solidFill>
                  <a:srgbClr val="E65100"/>
                </a:solidFill>
                <a:latin typeface="Calibri" pitchFamily="34" charset="0"/>
                <a:ea typeface="Calibri" pitchFamily="34" charset="-122"/>
                <a:cs typeface="Calibri" pitchFamily="34" charset="-120"/>
              </a:rPr>
              <a:t>Strategic impact</a:t>
            </a:r>
            <a:endParaRPr lang="en-US" sz="1733" dirty="0"/>
          </a:p>
        </p:txBody>
      </p:sp>
      <p:sp>
        <p:nvSpPr>
          <p:cNvPr id="14" name="Text 12"/>
          <p:cNvSpPr/>
          <p:nvPr/>
        </p:nvSpPr>
        <p:spPr>
          <a:xfrm>
            <a:off x="4596384" y="2097024"/>
            <a:ext cx="3230880" cy="4120896"/>
          </a:xfrm>
          <a:prstGeom prst="rect">
            <a:avLst/>
          </a:prstGeom>
          <a:noFill/>
          <a:ln/>
        </p:spPr>
        <p:txBody>
          <a:bodyPr wrap="square" rtlCol="0" anchor="ctr"/>
          <a:lstStyle/>
          <a:p>
            <a:r>
              <a:rPr lang="en-US" sz="1333" dirty="0">
                <a:latin typeface="Calibri" pitchFamily="34" charset="0"/>
                <a:ea typeface="Calibri" pitchFamily="34" charset="-122"/>
                <a:cs typeface="Calibri" pitchFamily="34" charset="-120"/>
              </a:rPr>
              <a:t>"IT governance and IT management are both key to the structure, strategy, and performance of organizational governance. Those charged with responsibility for decision-making at the highest levels must be informed as they consider the strategic impact of IT governance and IT management organizationwide." (p.21)</a:t>
            </a:r>
            <a:endParaRPr lang="en-US" sz="1333" dirty="0"/>
          </a:p>
        </p:txBody>
      </p:sp>
      <p:sp>
        <p:nvSpPr>
          <p:cNvPr id="15" name="Shape 13"/>
          <p:cNvSpPr/>
          <p:nvPr/>
        </p:nvSpPr>
        <p:spPr>
          <a:xfrm>
            <a:off x="8217408" y="914400"/>
            <a:ext cx="3596640" cy="5425440"/>
          </a:xfrm>
          <a:prstGeom prst="roundRect">
            <a:avLst>
              <a:gd name="adj" fmla="val 4068"/>
            </a:avLst>
          </a:prstGeom>
          <a:solidFill>
            <a:srgbClr val="CADCFC">
              <a:alpha val="10000"/>
            </a:srgbClr>
          </a:solidFill>
          <a:ln/>
          <a:effectLst>
            <a:outerShdw blurRad="88900" dist="38100" dir="2700000" algn="bl" rotWithShape="0">
              <a:srgbClr val="000000">
                <a:alpha val="9000"/>
              </a:srgbClr>
            </a:outerShdw>
          </a:effectLst>
        </p:spPr>
      </p:sp>
      <p:sp>
        <p:nvSpPr>
          <p:cNvPr id="16" name="Shape 14"/>
          <p:cNvSpPr/>
          <p:nvPr/>
        </p:nvSpPr>
        <p:spPr>
          <a:xfrm>
            <a:off x="8339328" y="1036320"/>
            <a:ext cx="3352800" cy="487680"/>
          </a:xfrm>
          <a:prstGeom prst="roundRect">
            <a:avLst>
              <a:gd name="adj" fmla="val 20000"/>
            </a:avLst>
          </a:prstGeom>
          <a:solidFill>
            <a:srgbClr val="1E88E5"/>
          </a:solidFill>
          <a:ln/>
        </p:spPr>
      </p:sp>
      <p:sp>
        <p:nvSpPr>
          <p:cNvPr id="17" name="Text 15"/>
          <p:cNvSpPr/>
          <p:nvPr/>
        </p:nvSpPr>
        <p:spPr>
          <a:xfrm>
            <a:off x="8339328" y="1036320"/>
            <a:ext cx="3352800" cy="48768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STANDARDS governing communication</a:t>
            </a:r>
            <a:endParaRPr lang="en-US" sz="1467" dirty="0"/>
          </a:p>
        </p:txBody>
      </p:sp>
      <p:sp>
        <p:nvSpPr>
          <p:cNvPr id="18" name="Text 16"/>
          <p:cNvSpPr/>
          <p:nvPr/>
        </p:nvSpPr>
        <p:spPr>
          <a:xfrm>
            <a:off x="8400288" y="1609344"/>
            <a:ext cx="3230880" cy="426720"/>
          </a:xfrm>
          <a:prstGeom prst="rect">
            <a:avLst/>
          </a:prstGeom>
          <a:noFill/>
          <a:ln/>
        </p:spPr>
        <p:txBody>
          <a:bodyPr wrap="square" lIns="0" tIns="0" rIns="0" bIns="0" rtlCol="0" anchor="ctr"/>
          <a:lstStyle/>
          <a:p>
            <a:r>
              <a:rPr lang="en-US" sz="1733" b="1" dirty="0">
                <a:solidFill>
                  <a:srgbClr val="1E88E5"/>
                </a:solidFill>
                <a:latin typeface="Calibri" pitchFamily="34" charset="0"/>
                <a:ea typeface="Calibri" pitchFamily="34" charset="-122"/>
                <a:cs typeface="Calibri" pitchFamily="34" charset="-120"/>
              </a:rPr>
              <a:t>Four standards apply</a:t>
            </a:r>
            <a:endParaRPr lang="en-US" sz="1733" dirty="0"/>
          </a:p>
        </p:txBody>
      </p:sp>
      <p:sp>
        <p:nvSpPr>
          <p:cNvPr id="19" name="Text 17"/>
          <p:cNvSpPr/>
          <p:nvPr/>
        </p:nvSpPr>
        <p:spPr>
          <a:xfrm>
            <a:off x="8400288" y="2097024"/>
            <a:ext cx="3230880" cy="4120896"/>
          </a:xfrm>
          <a:prstGeom prst="rect">
            <a:avLst/>
          </a:prstGeom>
          <a:noFill/>
          <a:ln/>
        </p:spPr>
        <p:txBody>
          <a:bodyPr wrap="square" rtlCol="0" anchor="ctr"/>
          <a:lstStyle/>
          <a:p>
            <a:r>
              <a:rPr lang="en-US" sz="1333" dirty="0">
                <a:latin typeface="Calibri" pitchFamily="34" charset="0"/>
                <a:ea typeface="Calibri" pitchFamily="34" charset="-122"/>
                <a:cs typeface="Calibri" pitchFamily="34" charset="-120"/>
              </a:rPr>
              <a:t>Standard 8.1 — Board Interaction</a:t>
            </a:r>
            <a:endParaRPr lang="en-US" sz="1333" dirty="0"/>
          </a:p>
          <a:p>
            <a:r>
              <a:rPr lang="en-US" sz="1333" dirty="0">
                <a:latin typeface="Calibri" pitchFamily="34" charset="0"/>
                <a:ea typeface="Calibri" pitchFamily="34" charset="-122"/>
                <a:cs typeface="Calibri" pitchFamily="34" charset="-120"/>
              </a:rPr>
              <a:t>Standard 11.3 — Communicating Results</a:t>
            </a:r>
            <a:endParaRPr lang="en-US" sz="1333" dirty="0"/>
          </a:p>
          <a:p>
            <a:r>
              <a:rPr lang="en-US" sz="1333" dirty="0">
                <a:latin typeface="Calibri" pitchFamily="34" charset="0"/>
                <a:ea typeface="Calibri" pitchFamily="34" charset="-122"/>
                <a:cs typeface="Calibri" pitchFamily="34" charset="-120"/>
              </a:rPr>
              <a:t>Standard 11.5 — Communicating the Acceptance of Risks</a:t>
            </a:r>
            <a:endParaRPr lang="en-US" sz="1333" dirty="0"/>
          </a:p>
          <a:p>
            <a:r>
              <a:rPr lang="en-US" sz="1333" dirty="0">
                <a:latin typeface="Calibri" pitchFamily="34" charset="0"/>
                <a:ea typeface="Calibri" pitchFamily="34" charset="-122"/>
                <a:cs typeface="Calibri" pitchFamily="34" charset="-120"/>
              </a:rPr>
              <a:t>Standard 15.1 — Final Engagement Communication</a:t>
            </a:r>
            <a:endParaRPr lang="en-US" sz="1333" dirty="0"/>
          </a:p>
          <a:p>
            <a:endParaRPr lang="en-US" sz="1333" dirty="0"/>
          </a:p>
          <a:p>
            <a:r>
              <a:rPr lang="en-US" sz="1333" dirty="0">
                <a:latin typeface="Calibri" pitchFamily="34" charset="0"/>
                <a:ea typeface="Calibri" pitchFamily="34" charset="-122"/>
                <a:cs typeface="Calibri" pitchFamily="34" charset="-120"/>
              </a:rPr>
              <a:t>Together these require: prompt communication, board-level reporting, and a final engagement communication document.</a:t>
            </a:r>
            <a:endParaRPr lang="en-US" sz="1333" dirty="0"/>
          </a:p>
        </p:txBody>
      </p:sp>
      <p:sp>
        <p:nvSpPr>
          <p:cNvPr id="20" name="Shape 18"/>
          <p:cNvSpPr/>
          <p:nvPr/>
        </p:nvSpPr>
        <p:spPr>
          <a:xfrm>
            <a:off x="609600" y="6522720"/>
            <a:ext cx="10972800" cy="512064"/>
          </a:xfrm>
          <a:prstGeom prst="roundRect">
            <a:avLst>
              <a:gd name="adj" fmla="val 19048"/>
            </a:avLst>
          </a:prstGeom>
          <a:solidFill>
            <a:srgbClr val="1565C0">
              <a:alpha val="30000"/>
            </a:srgbClr>
          </a:solidFill>
          <a:ln/>
        </p:spPr>
      </p:sp>
      <p:sp>
        <p:nvSpPr>
          <p:cNvPr id="21" name="Text 19"/>
          <p:cNvSpPr/>
          <p:nvPr/>
        </p:nvSpPr>
        <p:spPr>
          <a:xfrm>
            <a:off x="792480" y="6559296"/>
            <a:ext cx="10607040" cy="426720"/>
          </a:xfrm>
          <a:prstGeom prst="rect">
            <a:avLst/>
          </a:prstGeom>
          <a:noFill/>
          <a:ln/>
        </p:spPr>
        <p:txBody>
          <a:bodyPr wrap="square" lIns="0" tIns="0" rIns="0" bIns="0" rtlCol="0" anchor="ctr"/>
          <a:lstStyle/>
          <a:p>
            <a:r>
              <a:rPr lang="en-US" sz="1333" dirty="0">
                <a:solidFill>
                  <a:srgbClr val="FFFFFF"/>
                </a:solidFill>
                <a:latin typeface="Calibri" pitchFamily="34" charset="0"/>
                <a:ea typeface="Calibri" pitchFamily="34" charset="-122"/>
                <a:cs typeface="Calibri" pitchFamily="34" charset="-120"/>
              </a:rPr>
              <a:t>⚙  COBIT maturity language (e.g., EDM03 at Level 1 vs target Level 3) is useful internally but must be translated to plain governance language for board communication. Findings must convey strategic impact — not maturity scores.</a:t>
            </a:r>
            <a:endParaRPr lang="en-US" sz="1333"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09600" y="219456"/>
            <a:ext cx="4267200" cy="463296"/>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APPENDIX D  ·  p.29  ·  KEY SLIDE</a:t>
            </a:r>
            <a:endParaRPr lang="en-US" sz="1333" dirty="0"/>
          </a:p>
        </p:txBody>
      </p:sp>
      <p:sp>
        <p:nvSpPr>
          <p:cNvPr id="4" name="Text 2"/>
          <p:cNvSpPr/>
          <p:nvPr/>
        </p:nvSpPr>
        <p:spPr>
          <a:xfrm>
            <a:off x="537519" y="243840"/>
            <a:ext cx="11532561" cy="426720"/>
          </a:xfrm>
          <a:prstGeom prst="rect">
            <a:avLst/>
          </a:prstGeom>
          <a:noFill/>
          <a:ln/>
        </p:spPr>
        <p:txBody>
          <a:bodyPr wrap="square" lIns="0" tIns="0" rIns="0" bIns="0" rtlCol="0" anchor="ctr"/>
          <a:lstStyle/>
          <a:p>
            <a:r>
              <a:rPr lang="en-US" sz="2933" b="1" dirty="0">
                <a:solidFill>
                  <a:srgbClr val="1A2456"/>
                </a:solidFill>
                <a:latin typeface="Cambria" pitchFamily="34" charset="0"/>
                <a:ea typeface="Cambria" pitchFamily="34" charset="-122"/>
                <a:cs typeface="Cambria" pitchFamily="34" charset="-120"/>
              </a:rPr>
              <a:t>Appendix D — Mapping to Frameworks</a:t>
            </a:r>
            <a:endParaRPr lang="en-US" sz="2933" dirty="0"/>
          </a:p>
        </p:txBody>
      </p:sp>
      <p:sp>
        <p:nvSpPr>
          <p:cNvPr id="5" name="Text 3"/>
          <p:cNvSpPr/>
          <p:nvPr/>
        </p:nvSpPr>
        <p:spPr>
          <a:xfrm>
            <a:off x="633984" y="768096"/>
            <a:ext cx="10728960" cy="316992"/>
          </a:xfrm>
          <a:prstGeom prst="rect">
            <a:avLst/>
          </a:prstGeom>
          <a:noFill/>
          <a:ln/>
        </p:spPr>
        <p:txBody>
          <a:bodyPr wrap="square" lIns="0" tIns="0" rIns="0" bIns="0" rtlCol="0" anchor="ctr"/>
          <a:lstStyle/>
          <a:p>
            <a:r>
              <a:rPr lang="en-US" sz="1467" i="1" dirty="0">
                <a:solidFill>
                  <a:srgbClr val="6B7A9F"/>
                </a:solidFill>
                <a:latin typeface="Calibri" pitchFamily="34" charset="0"/>
                <a:ea typeface="Calibri" pitchFamily="34" charset="-122"/>
                <a:cs typeface="Calibri" pitchFamily="34" charset="-120"/>
              </a:rPr>
              <a:t>IIA built this COBIT cross-reference into the 2025 edition. This is not an external mapping — it's in the document itself.</a:t>
            </a:r>
            <a:endParaRPr lang="en-US" sz="1467" dirty="0"/>
          </a:p>
        </p:txBody>
      </p:sp>
      <p:sp>
        <p:nvSpPr>
          <p:cNvPr id="6" name="Shape 4"/>
          <p:cNvSpPr/>
          <p:nvPr/>
        </p:nvSpPr>
        <p:spPr>
          <a:xfrm>
            <a:off x="609600" y="1194816"/>
            <a:ext cx="5547360" cy="426720"/>
          </a:xfrm>
          <a:prstGeom prst="roundRect">
            <a:avLst>
              <a:gd name="adj" fmla="val 20000"/>
            </a:avLst>
          </a:prstGeom>
          <a:solidFill>
            <a:srgbClr val="2E7D32"/>
          </a:solidFill>
          <a:ln/>
        </p:spPr>
      </p:sp>
      <p:sp>
        <p:nvSpPr>
          <p:cNvPr id="7" name="Text 5"/>
          <p:cNvSpPr/>
          <p:nvPr/>
        </p:nvSpPr>
        <p:spPr>
          <a:xfrm>
            <a:off x="792480" y="1194816"/>
            <a:ext cx="3413760" cy="426720"/>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IT Governance Areas</a:t>
            </a:r>
            <a:endParaRPr lang="en-US" sz="1600" dirty="0"/>
          </a:p>
        </p:txBody>
      </p:sp>
      <p:sp>
        <p:nvSpPr>
          <p:cNvPr id="8" name="Text 6"/>
          <p:cNvSpPr/>
          <p:nvPr/>
        </p:nvSpPr>
        <p:spPr>
          <a:xfrm>
            <a:off x="4206240" y="1194816"/>
            <a:ext cx="1828800" cy="426720"/>
          </a:xfrm>
          <a:prstGeom prst="rect">
            <a:avLst/>
          </a:prstGeom>
          <a:noFill/>
          <a:ln/>
        </p:spPr>
        <p:txBody>
          <a:bodyPr wrap="square" lIns="0" tIns="0" rIns="0" bIns="0" rtlCol="0" anchor="ctr"/>
          <a:lstStyle/>
          <a:p>
            <a:r>
              <a:rPr lang="en-US" sz="1400" b="1" dirty="0">
                <a:solidFill>
                  <a:srgbClr val="FFFFFF"/>
                </a:solidFill>
                <a:latin typeface="Calibri" pitchFamily="34" charset="0"/>
                <a:ea typeface="Calibri" pitchFamily="34" charset="-122"/>
                <a:cs typeface="Calibri" pitchFamily="34" charset="-120"/>
              </a:rPr>
              <a:t>Framework Reference</a:t>
            </a:r>
            <a:endParaRPr lang="en-US" sz="1400" dirty="0"/>
          </a:p>
        </p:txBody>
      </p:sp>
      <p:sp>
        <p:nvSpPr>
          <p:cNvPr id="9" name="Shape 7"/>
          <p:cNvSpPr/>
          <p:nvPr/>
        </p:nvSpPr>
        <p:spPr>
          <a:xfrm>
            <a:off x="609600" y="1621536"/>
            <a:ext cx="3413760" cy="365760"/>
          </a:xfrm>
          <a:prstGeom prst="rect">
            <a:avLst/>
          </a:prstGeom>
          <a:solidFill>
            <a:srgbClr val="E8F5E9"/>
          </a:solidFill>
          <a:ln w="6350">
            <a:solidFill>
              <a:srgbClr val="E0E0E0"/>
            </a:solidFill>
            <a:prstDash val="solid"/>
          </a:ln>
        </p:spPr>
      </p:sp>
      <p:sp>
        <p:nvSpPr>
          <p:cNvPr id="10" name="Text 8"/>
          <p:cNvSpPr/>
          <p:nvPr/>
        </p:nvSpPr>
        <p:spPr>
          <a:xfrm>
            <a:off x="755904" y="1633728"/>
            <a:ext cx="3243072" cy="329184"/>
          </a:xfrm>
          <a:prstGeom prst="rect">
            <a:avLst/>
          </a:prstGeom>
          <a:noFill/>
          <a:ln/>
        </p:spPr>
        <p:txBody>
          <a:bodyPr wrap="square" lIns="0" tIns="0" rIns="0" bIns="0" rtlCol="0" anchor="ctr"/>
          <a:lstStyle/>
          <a:p>
            <a:r>
              <a:rPr lang="en-US" sz="1400" dirty="0">
                <a:solidFill>
                  <a:srgbClr val="1A2456"/>
                </a:solidFill>
                <a:latin typeface="Calibri" pitchFamily="34" charset="0"/>
                <a:ea typeface="Calibri" pitchFamily="34" charset="-122"/>
                <a:cs typeface="Calibri" pitchFamily="34" charset="-120"/>
              </a:rPr>
              <a:t>Strategic Alignment</a:t>
            </a:r>
            <a:endParaRPr lang="en-US" sz="1400" dirty="0"/>
          </a:p>
        </p:txBody>
      </p:sp>
      <p:sp>
        <p:nvSpPr>
          <p:cNvPr id="11" name="Shape 9"/>
          <p:cNvSpPr/>
          <p:nvPr/>
        </p:nvSpPr>
        <p:spPr>
          <a:xfrm>
            <a:off x="4023360" y="1621536"/>
            <a:ext cx="2133600" cy="365760"/>
          </a:xfrm>
          <a:prstGeom prst="rect">
            <a:avLst/>
          </a:prstGeom>
          <a:solidFill>
            <a:srgbClr val="E8F5E9"/>
          </a:solidFill>
          <a:ln w="6350">
            <a:solidFill>
              <a:srgbClr val="E0E0E0"/>
            </a:solidFill>
            <a:prstDash val="solid"/>
          </a:ln>
        </p:spPr>
      </p:sp>
      <p:sp>
        <p:nvSpPr>
          <p:cNvPr id="12" name="Text 10"/>
          <p:cNvSpPr/>
          <p:nvPr/>
        </p:nvSpPr>
        <p:spPr>
          <a:xfrm>
            <a:off x="4169664" y="1633728"/>
            <a:ext cx="1889760" cy="329184"/>
          </a:xfrm>
          <a:prstGeom prst="rect">
            <a:avLst/>
          </a:prstGeom>
          <a:noFill/>
          <a:ln/>
        </p:spPr>
        <p:txBody>
          <a:bodyPr wrap="square" lIns="0" tIns="0" rIns="0" bIns="0" rtlCol="0" anchor="ctr"/>
          <a:lstStyle/>
          <a:p>
            <a:r>
              <a:rPr lang="en-US" sz="1333" b="1" dirty="0">
                <a:solidFill>
                  <a:srgbClr val="E65100"/>
                </a:solidFill>
                <a:latin typeface="Calibri" pitchFamily="34" charset="0"/>
                <a:ea typeface="Calibri" pitchFamily="34" charset="-122"/>
                <a:cs typeface="Calibri" pitchFamily="34" charset="-120"/>
              </a:rPr>
              <a:t>COBIT 2019: EDM 01</a:t>
            </a:r>
            <a:endParaRPr lang="en-US" sz="1333" dirty="0"/>
          </a:p>
        </p:txBody>
      </p:sp>
      <p:sp>
        <p:nvSpPr>
          <p:cNvPr id="13" name="Shape 11"/>
          <p:cNvSpPr/>
          <p:nvPr/>
        </p:nvSpPr>
        <p:spPr>
          <a:xfrm>
            <a:off x="609600" y="2011680"/>
            <a:ext cx="3413760" cy="365760"/>
          </a:xfrm>
          <a:prstGeom prst="rect">
            <a:avLst/>
          </a:prstGeom>
          <a:solidFill>
            <a:srgbClr val="FFFFFF"/>
          </a:solidFill>
          <a:ln w="6350">
            <a:solidFill>
              <a:srgbClr val="E0E0E0"/>
            </a:solidFill>
            <a:prstDash val="solid"/>
          </a:ln>
        </p:spPr>
      </p:sp>
      <p:sp>
        <p:nvSpPr>
          <p:cNvPr id="14" name="Text 12"/>
          <p:cNvSpPr/>
          <p:nvPr/>
        </p:nvSpPr>
        <p:spPr>
          <a:xfrm>
            <a:off x="755904" y="2023872"/>
            <a:ext cx="3243072" cy="329184"/>
          </a:xfrm>
          <a:prstGeom prst="rect">
            <a:avLst/>
          </a:prstGeom>
          <a:noFill/>
          <a:ln/>
        </p:spPr>
        <p:txBody>
          <a:bodyPr wrap="square" lIns="0" tIns="0" rIns="0" bIns="0" rtlCol="0" anchor="ctr"/>
          <a:lstStyle/>
          <a:p>
            <a:r>
              <a:rPr lang="en-US" sz="1400" dirty="0">
                <a:solidFill>
                  <a:srgbClr val="1A2456"/>
                </a:solidFill>
                <a:latin typeface="Calibri" pitchFamily="34" charset="0"/>
                <a:ea typeface="Calibri" pitchFamily="34" charset="-122"/>
                <a:cs typeface="Calibri" pitchFamily="34" charset="-120"/>
              </a:rPr>
              <a:t>Risk Oversight</a:t>
            </a:r>
            <a:endParaRPr lang="en-US" sz="1400" dirty="0"/>
          </a:p>
        </p:txBody>
      </p:sp>
      <p:sp>
        <p:nvSpPr>
          <p:cNvPr id="15" name="Shape 13"/>
          <p:cNvSpPr/>
          <p:nvPr/>
        </p:nvSpPr>
        <p:spPr>
          <a:xfrm>
            <a:off x="4023360" y="2011680"/>
            <a:ext cx="2133600" cy="365760"/>
          </a:xfrm>
          <a:prstGeom prst="rect">
            <a:avLst/>
          </a:prstGeom>
          <a:solidFill>
            <a:srgbClr val="FFFFFF"/>
          </a:solidFill>
          <a:ln w="6350">
            <a:solidFill>
              <a:srgbClr val="E0E0E0"/>
            </a:solidFill>
            <a:prstDash val="solid"/>
          </a:ln>
        </p:spPr>
      </p:sp>
      <p:sp>
        <p:nvSpPr>
          <p:cNvPr id="16" name="Text 14"/>
          <p:cNvSpPr/>
          <p:nvPr/>
        </p:nvSpPr>
        <p:spPr>
          <a:xfrm>
            <a:off x="4169664" y="2023872"/>
            <a:ext cx="1889760" cy="329184"/>
          </a:xfrm>
          <a:prstGeom prst="rect">
            <a:avLst/>
          </a:prstGeom>
          <a:noFill/>
          <a:ln/>
        </p:spPr>
        <p:txBody>
          <a:bodyPr wrap="square" lIns="0" tIns="0" rIns="0" bIns="0" rtlCol="0" anchor="ctr"/>
          <a:lstStyle/>
          <a:p>
            <a:r>
              <a:rPr lang="en-US" sz="1333" b="1" dirty="0">
                <a:solidFill>
                  <a:srgbClr val="E65100"/>
                </a:solidFill>
                <a:latin typeface="Calibri" pitchFamily="34" charset="0"/>
                <a:ea typeface="Calibri" pitchFamily="34" charset="-122"/>
                <a:cs typeface="Calibri" pitchFamily="34" charset="-120"/>
              </a:rPr>
              <a:t>COBIT 2019: EDM 03</a:t>
            </a:r>
            <a:endParaRPr lang="en-US" sz="1333" dirty="0"/>
          </a:p>
        </p:txBody>
      </p:sp>
      <p:sp>
        <p:nvSpPr>
          <p:cNvPr id="17" name="Shape 15"/>
          <p:cNvSpPr/>
          <p:nvPr/>
        </p:nvSpPr>
        <p:spPr>
          <a:xfrm>
            <a:off x="609600" y="2401824"/>
            <a:ext cx="3413760" cy="365760"/>
          </a:xfrm>
          <a:prstGeom prst="rect">
            <a:avLst/>
          </a:prstGeom>
          <a:solidFill>
            <a:srgbClr val="E8F5E9"/>
          </a:solidFill>
          <a:ln w="6350">
            <a:solidFill>
              <a:srgbClr val="E0E0E0"/>
            </a:solidFill>
            <a:prstDash val="solid"/>
          </a:ln>
        </p:spPr>
      </p:sp>
      <p:sp>
        <p:nvSpPr>
          <p:cNvPr id="18" name="Text 16"/>
          <p:cNvSpPr/>
          <p:nvPr/>
        </p:nvSpPr>
        <p:spPr>
          <a:xfrm>
            <a:off x="755904" y="2414016"/>
            <a:ext cx="3243072" cy="329184"/>
          </a:xfrm>
          <a:prstGeom prst="rect">
            <a:avLst/>
          </a:prstGeom>
          <a:noFill/>
          <a:ln/>
        </p:spPr>
        <p:txBody>
          <a:bodyPr wrap="square" lIns="0" tIns="0" rIns="0" bIns="0" rtlCol="0" anchor="ctr"/>
          <a:lstStyle/>
          <a:p>
            <a:r>
              <a:rPr lang="en-US" sz="1400" dirty="0">
                <a:solidFill>
                  <a:srgbClr val="1A2456"/>
                </a:solidFill>
                <a:latin typeface="Calibri" pitchFamily="34" charset="0"/>
                <a:ea typeface="Calibri" pitchFamily="34" charset="-122"/>
                <a:cs typeface="Calibri" pitchFamily="34" charset="-120"/>
              </a:rPr>
              <a:t>Enabling Value Delivery</a:t>
            </a:r>
            <a:endParaRPr lang="en-US" sz="1400" dirty="0"/>
          </a:p>
        </p:txBody>
      </p:sp>
      <p:sp>
        <p:nvSpPr>
          <p:cNvPr id="19" name="Shape 17"/>
          <p:cNvSpPr/>
          <p:nvPr/>
        </p:nvSpPr>
        <p:spPr>
          <a:xfrm>
            <a:off x="4023360" y="2401824"/>
            <a:ext cx="2133600" cy="365760"/>
          </a:xfrm>
          <a:prstGeom prst="rect">
            <a:avLst/>
          </a:prstGeom>
          <a:solidFill>
            <a:srgbClr val="E8F5E9"/>
          </a:solidFill>
          <a:ln w="6350">
            <a:solidFill>
              <a:srgbClr val="E0E0E0"/>
            </a:solidFill>
            <a:prstDash val="solid"/>
          </a:ln>
        </p:spPr>
      </p:sp>
      <p:sp>
        <p:nvSpPr>
          <p:cNvPr id="20" name="Text 18"/>
          <p:cNvSpPr/>
          <p:nvPr/>
        </p:nvSpPr>
        <p:spPr>
          <a:xfrm>
            <a:off x="4169664" y="2414016"/>
            <a:ext cx="1889760" cy="329184"/>
          </a:xfrm>
          <a:prstGeom prst="rect">
            <a:avLst/>
          </a:prstGeom>
          <a:noFill/>
          <a:ln/>
        </p:spPr>
        <p:txBody>
          <a:bodyPr wrap="square" lIns="0" tIns="0" rIns="0" bIns="0" rtlCol="0" anchor="ctr"/>
          <a:lstStyle/>
          <a:p>
            <a:r>
              <a:rPr lang="en-US" sz="1333" b="1" dirty="0">
                <a:solidFill>
                  <a:srgbClr val="E65100"/>
                </a:solidFill>
                <a:latin typeface="Calibri" pitchFamily="34" charset="0"/>
                <a:ea typeface="Calibri" pitchFamily="34" charset="-122"/>
                <a:cs typeface="Calibri" pitchFamily="34" charset="-120"/>
              </a:rPr>
              <a:t>COBIT 2019: EDM 02</a:t>
            </a:r>
            <a:endParaRPr lang="en-US" sz="1333" dirty="0"/>
          </a:p>
        </p:txBody>
      </p:sp>
      <p:sp>
        <p:nvSpPr>
          <p:cNvPr id="21" name="Shape 19"/>
          <p:cNvSpPr/>
          <p:nvPr/>
        </p:nvSpPr>
        <p:spPr>
          <a:xfrm>
            <a:off x="609600" y="2791968"/>
            <a:ext cx="3413760" cy="365760"/>
          </a:xfrm>
          <a:prstGeom prst="rect">
            <a:avLst/>
          </a:prstGeom>
          <a:solidFill>
            <a:srgbClr val="FFFFFF"/>
          </a:solidFill>
          <a:ln w="6350">
            <a:solidFill>
              <a:srgbClr val="E0E0E0"/>
            </a:solidFill>
            <a:prstDash val="solid"/>
          </a:ln>
        </p:spPr>
      </p:sp>
      <p:sp>
        <p:nvSpPr>
          <p:cNvPr id="22" name="Text 20"/>
          <p:cNvSpPr/>
          <p:nvPr/>
        </p:nvSpPr>
        <p:spPr>
          <a:xfrm>
            <a:off x="755904" y="2804160"/>
            <a:ext cx="3243072" cy="329184"/>
          </a:xfrm>
          <a:prstGeom prst="rect">
            <a:avLst/>
          </a:prstGeom>
          <a:noFill/>
          <a:ln/>
        </p:spPr>
        <p:txBody>
          <a:bodyPr wrap="square" lIns="0" tIns="0" rIns="0" bIns="0" rtlCol="0" anchor="ctr"/>
          <a:lstStyle/>
          <a:p>
            <a:r>
              <a:rPr lang="en-US" sz="1400" dirty="0">
                <a:solidFill>
                  <a:srgbClr val="1A2456"/>
                </a:solidFill>
                <a:latin typeface="Calibri" pitchFamily="34" charset="0"/>
                <a:ea typeface="Calibri" pitchFamily="34" charset="-122"/>
                <a:cs typeface="Calibri" pitchFamily="34" charset="-120"/>
              </a:rPr>
              <a:t>Performance Oversight</a:t>
            </a:r>
            <a:endParaRPr lang="en-US" sz="1400" dirty="0"/>
          </a:p>
        </p:txBody>
      </p:sp>
      <p:sp>
        <p:nvSpPr>
          <p:cNvPr id="23" name="Shape 21"/>
          <p:cNvSpPr/>
          <p:nvPr/>
        </p:nvSpPr>
        <p:spPr>
          <a:xfrm>
            <a:off x="4023360" y="2791968"/>
            <a:ext cx="2133600" cy="365760"/>
          </a:xfrm>
          <a:prstGeom prst="rect">
            <a:avLst/>
          </a:prstGeom>
          <a:solidFill>
            <a:srgbClr val="FFFFFF"/>
          </a:solidFill>
          <a:ln w="6350">
            <a:solidFill>
              <a:srgbClr val="E0E0E0"/>
            </a:solidFill>
            <a:prstDash val="solid"/>
          </a:ln>
        </p:spPr>
      </p:sp>
      <p:sp>
        <p:nvSpPr>
          <p:cNvPr id="24" name="Text 22"/>
          <p:cNvSpPr/>
          <p:nvPr/>
        </p:nvSpPr>
        <p:spPr>
          <a:xfrm>
            <a:off x="4169664" y="2804160"/>
            <a:ext cx="1889760" cy="329184"/>
          </a:xfrm>
          <a:prstGeom prst="rect">
            <a:avLst/>
          </a:prstGeom>
          <a:noFill/>
          <a:ln/>
        </p:spPr>
        <p:txBody>
          <a:bodyPr wrap="square" lIns="0" tIns="0" rIns="0" bIns="0" rtlCol="0" anchor="ctr"/>
          <a:lstStyle/>
          <a:p>
            <a:r>
              <a:rPr lang="en-US" sz="1333" b="1" dirty="0">
                <a:solidFill>
                  <a:srgbClr val="E65100"/>
                </a:solidFill>
                <a:latin typeface="Calibri" pitchFamily="34" charset="0"/>
                <a:ea typeface="Calibri" pitchFamily="34" charset="-122"/>
                <a:cs typeface="Calibri" pitchFamily="34" charset="-120"/>
              </a:rPr>
              <a:t>COBIT 2019: EDM 05</a:t>
            </a:r>
            <a:endParaRPr lang="en-US" sz="1333" dirty="0"/>
          </a:p>
        </p:txBody>
      </p:sp>
      <p:sp>
        <p:nvSpPr>
          <p:cNvPr id="25" name="Shape 23"/>
          <p:cNvSpPr/>
          <p:nvPr/>
        </p:nvSpPr>
        <p:spPr>
          <a:xfrm>
            <a:off x="609600" y="3182112"/>
            <a:ext cx="3413760" cy="365760"/>
          </a:xfrm>
          <a:prstGeom prst="rect">
            <a:avLst/>
          </a:prstGeom>
          <a:solidFill>
            <a:srgbClr val="E8F5E9"/>
          </a:solidFill>
          <a:ln w="6350">
            <a:solidFill>
              <a:srgbClr val="E0E0E0"/>
            </a:solidFill>
            <a:prstDash val="solid"/>
          </a:ln>
        </p:spPr>
      </p:sp>
      <p:sp>
        <p:nvSpPr>
          <p:cNvPr id="26" name="Text 24"/>
          <p:cNvSpPr/>
          <p:nvPr/>
        </p:nvSpPr>
        <p:spPr>
          <a:xfrm>
            <a:off x="755904" y="3194304"/>
            <a:ext cx="3243072" cy="329184"/>
          </a:xfrm>
          <a:prstGeom prst="rect">
            <a:avLst/>
          </a:prstGeom>
          <a:noFill/>
          <a:ln/>
        </p:spPr>
        <p:txBody>
          <a:bodyPr wrap="square" lIns="0" tIns="0" rIns="0" bIns="0" rtlCol="0" anchor="ctr"/>
          <a:lstStyle/>
          <a:p>
            <a:r>
              <a:rPr lang="en-US" sz="1400" dirty="0">
                <a:solidFill>
                  <a:srgbClr val="1A2456"/>
                </a:solidFill>
                <a:latin typeface="Calibri" pitchFamily="34" charset="0"/>
                <a:ea typeface="Calibri" pitchFamily="34" charset="-122"/>
                <a:cs typeface="Calibri" pitchFamily="34" charset="-120"/>
              </a:rPr>
              <a:t>Resource Oversight</a:t>
            </a:r>
            <a:endParaRPr lang="en-US" sz="1400" dirty="0"/>
          </a:p>
        </p:txBody>
      </p:sp>
      <p:sp>
        <p:nvSpPr>
          <p:cNvPr id="27" name="Shape 25"/>
          <p:cNvSpPr/>
          <p:nvPr/>
        </p:nvSpPr>
        <p:spPr>
          <a:xfrm>
            <a:off x="4023360" y="3182112"/>
            <a:ext cx="2133600" cy="365760"/>
          </a:xfrm>
          <a:prstGeom prst="rect">
            <a:avLst/>
          </a:prstGeom>
          <a:solidFill>
            <a:srgbClr val="E8F5E9"/>
          </a:solidFill>
          <a:ln w="6350">
            <a:solidFill>
              <a:srgbClr val="E0E0E0"/>
            </a:solidFill>
            <a:prstDash val="solid"/>
          </a:ln>
        </p:spPr>
      </p:sp>
      <p:sp>
        <p:nvSpPr>
          <p:cNvPr id="28" name="Text 26"/>
          <p:cNvSpPr/>
          <p:nvPr/>
        </p:nvSpPr>
        <p:spPr>
          <a:xfrm>
            <a:off x="4169664" y="3194304"/>
            <a:ext cx="1889760" cy="329184"/>
          </a:xfrm>
          <a:prstGeom prst="rect">
            <a:avLst/>
          </a:prstGeom>
          <a:noFill/>
          <a:ln/>
        </p:spPr>
        <p:txBody>
          <a:bodyPr wrap="square" lIns="0" tIns="0" rIns="0" bIns="0" rtlCol="0" anchor="ctr"/>
          <a:lstStyle/>
          <a:p>
            <a:r>
              <a:rPr lang="en-US" sz="1333" b="1" dirty="0">
                <a:solidFill>
                  <a:srgbClr val="E65100"/>
                </a:solidFill>
                <a:latin typeface="Calibri" pitchFamily="34" charset="0"/>
                <a:ea typeface="Calibri" pitchFamily="34" charset="-122"/>
                <a:cs typeface="Calibri" pitchFamily="34" charset="-120"/>
              </a:rPr>
              <a:t>COBIT 2019: EDM 02</a:t>
            </a:r>
            <a:endParaRPr lang="en-US" sz="1333" dirty="0"/>
          </a:p>
        </p:txBody>
      </p:sp>
      <p:sp>
        <p:nvSpPr>
          <p:cNvPr id="29" name="Shape 27"/>
          <p:cNvSpPr/>
          <p:nvPr/>
        </p:nvSpPr>
        <p:spPr>
          <a:xfrm>
            <a:off x="609600" y="3621024"/>
            <a:ext cx="5547360" cy="426720"/>
          </a:xfrm>
          <a:prstGeom prst="roundRect">
            <a:avLst>
              <a:gd name="adj" fmla="val 20000"/>
            </a:avLst>
          </a:prstGeom>
          <a:solidFill>
            <a:srgbClr val="1565C0"/>
          </a:solidFill>
          <a:ln/>
        </p:spPr>
      </p:sp>
      <p:sp>
        <p:nvSpPr>
          <p:cNvPr id="30" name="Text 28"/>
          <p:cNvSpPr/>
          <p:nvPr/>
        </p:nvSpPr>
        <p:spPr>
          <a:xfrm>
            <a:off x="792480" y="3621024"/>
            <a:ext cx="3413760" cy="426720"/>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IT Management Areas</a:t>
            </a:r>
            <a:endParaRPr lang="en-US" sz="1600" dirty="0"/>
          </a:p>
        </p:txBody>
      </p:sp>
      <p:sp>
        <p:nvSpPr>
          <p:cNvPr id="31" name="Text 29"/>
          <p:cNvSpPr/>
          <p:nvPr/>
        </p:nvSpPr>
        <p:spPr>
          <a:xfrm>
            <a:off x="4206240" y="3621024"/>
            <a:ext cx="1828800" cy="426720"/>
          </a:xfrm>
          <a:prstGeom prst="rect">
            <a:avLst/>
          </a:prstGeom>
          <a:noFill/>
          <a:ln/>
        </p:spPr>
        <p:txBody>
          <a:bodyPr wrap="square" lIns="0" tIns="0" rIns="0" bIns="0" rtlCol="0" anchor="ctr"/>
          <a:lstStyle/>
          <a:p>
            <a:r>
              <a:rPr lang="en-US" sz="1400" b="1" dirty="0">
                <a:solidFill>
                  <a:srgbClr val="FFFFFF"/>
                </a:solidFill>
                <a:latin typeface="Calibri" pitchFamily="34" charset="0"/>
                <a:ea typeface="Calibri" pitchFamily="34" charset="-122"/>
                <a:cs typeface="Calibri" pitchFamily="34" charset="-120"/>
              </a:rPr>
              <a:t>Framework Reference</a:t>
            </a:r>
            <a:endParaRPr lang="en-US" sz="1400" dirty="0"/>
          </a:p>
        </p:txBody>
      </p:sp>
      <p:sp>
        <p:nvSpPr>
          <p:cNvPr id="32" name="Shape 30"/>
          <p:cNvSpPr/>
          <p:nvPr/>
        </p:nvSpPr>
        <p:spPr>
          <a:xfrm>
            <a:off x="609600" y="4047744"/>
            <a:ext cx="3413760" cy="365760"/>
          </a:xfrm>
          <a:prstGeom prst="rect">
            <a:avLst/>
          </a:prstGeom>
          <a:solidFill>
            <a:srgbClr val="E3F2FD"/>
          </a:solidFill>
          <a:ln w="6350">
            <a:solidFill>
              <a:srgbClr val="E0E0E0"/>
            </a:solidFill>
            <a:prstDash val="solid"/>
          </a:ln>
        </p:spPr>
      </p:sp>
      <p:sp>
        <p:nvSpPr>
          <p:cNvPr id="33" name="Text 31"/>
          <p:cNvSpPr/>
          <p:nvPr/>
        </p:nvSpPr>
        <p:spPr>
          <a:xfrm>
            <a:off x="755904" y="4059936"/>
            <a:ext cx="3243072" cy="329184"/>
          </a:xfrm>
          <a:prstGeom prst="rect">
            <a:avLst/>
          </a:prstGeom>
          <a:noFill/>
          <a:ln/>
        </p:spPr>
        <p:txBody>
          <a:bodyPr wrap="square" lIns="0" tIns="0" rIns="0" bIns="0" rtlCol="0" anchor="ctr"/>
          <a:lstStyle/>
          <a:p>
            <a:r>
              <a:rPr lang="en-US" sz="1400" dirty="0">
                <a:solidFill>
                  <a:srgbClr val="1A2456"/>
                </a:solidFill>
                <a:latin typeface="Calibri" pitchFamily="34" charset="0"/>
                <a:ea typeface="Calibri" pitchFamily="34" charset="-122"/>
                <a:cs typeface="Calibri" pitchFamily="34" charset="-120"/>
              </a:rPr>
              <a:t>Operational Management</a:t>
            </a:r>
            <a:endParaRPr lang="en-US" sz="1400" dirty="0"/>
          </a:p>
        </p:txBody>
      </p:sp>
      <p:sp>
        <p:nvSpPr>
          <p:cNvPr id="34" name="Shape 32"/>
          <p:cNvSpPr/>
          <p:nvPr/>
        </p:nvSpPr>
        <p:spPr>
          <a:xfrm>
            <a:off x="4023360" y="4047744"/>
            <a:ext cx="2133600" cy="365760"/>
          </a:xfrm>
          <a:prstGeom prst="rect">
            <a:avLst/>
          </a:prstGeom>
          <a:solidFill>
            <a:srgbClr val="E3F2FD"/>
          </a:solidFill>
          <a:ln w="6350">
            <a:solidFill>
              <a:srgbClr val="E0E0E0"/>
            </a:solidFill>
            <a:prstDash val="solid"/>
          </a:ln>
        </p:spPr>
      </p:sp>
      <p:sp>
        <p:nvSpPr>
          <p:cNvPr id="35" name="Text 33"/>
          <p:cNvSpPr/>
          <p:nvPr/>
        </p:nvSpPr>
        <p:spPr>
          <a:xfrm>
            <a:off x="4169664" y="4059936"/>
            <a:ext cx="1889760" cy="329184"/>
          </a:xfrm>
          <a:prstGeom prst="rect">
            <a:avLst/>
          </a:prstGeom>
          <a:noFill/>
          <a:ln/>
        </p:spPr>
        <p:txBody>
          <a:bodyPr wrap="square" lIns="0" tIns="0" rIns="0" bIns="0" rtlCol="0" anchor="ctr"/>
          <a:lstStyle/>
          <a:p>
            <a:r>
              <a:rPr lang="en-US" sz="1267" b="1" dirty="0">
                <a:solidFill>
                  <a:srgbClr val="1565C0"/>
                </a:solidFill>
                <a:latin typeface="Calibri" pitchFamily="34" charset="0"/>
                <a:ea typeface="Calibri" pitchFamily="34" charset="-122"/>
                <a:cs typeface="Calibri" pitchFamily="34" charset="-120"/>
              </a:rPr>
              <a:t>APO 01, APO 02, DSS 01</a:t>
            </a:r>
            <a:endParaRPr lang="en-US" sz="1267" dirty="0"/>
          </a:p>
        </p:txBody>
      </p:sp>
      <p:sp>
        <p:nvSpPr>
          <p:cNvPr id="36" name="Shape 34"/>
          <p:cNvSpPr/>
          <p:nvPr/>
        </p:nvSpPr>
        <p:spPr>
          <a:xfrm>
            <a:off x="609600" y="4437888"/>
            <a:ext cx="3413760" cy="365760"/>
          </a:xfrm>
          <a:prstGeom prst="rect">
            <a:avLst/>
          </a:prstGeom>
          <a:solidFill>
            <a:srgbClr val="FFFFFF"/>
          </a:solidFill>
          <a:ln w="6350">
            <a:solidFill>
              <a:srgbClr val="E0E0E0"/>
            </a:solidFill>
            <a:prstDash val="solid"/>
          </a:ln>
        </p:spPr>
      </p:sp>
      <p:sp>
        <p:nvSpPr>
          <p:cNvPr id="37" name="Text 35"/>
          <p:cNvSpPr/>
          <p:nvPr/>
        </p:nvSpPr>
        <p:spPr>
          <a:xfrm>
            <a:off x="755904" y="4450080"/>
            <a:ext cx="3243072" cy="329184"/>
          </a:xfrm>
          <a:prstGeom prst="rect">
            <a:avLst/>
          </a:prstGeom>
          <a:noFill/>
          <a:ln/>
        </p:spPr>
        <p:txBody>
          <a:bodyPr wrap="square" lIns="0" tIns="0" rIns="0" bIns="0" rtlCol="0" anchor="ctr"/>
          <a:lstStyle/>
          <a:p>
            <a:r>
              <a:rPr lang="en-US" sz="1400" dirty="0">
                <a:solidFill>
                  <a:srgbClr val="1A2456"/>
                </a:solidFill>
                <a:latin typeface="Calibri" pitchFamily="34" charset="0"/>
                <a:ea typeface="Calibri" pitchFamily="34" charset="-122"/>
                <a:cs typeface="Calibri" pitchFamily="34" charset="-120"/>
              </a:rPr>
              <a:t>Risk Management</a:t>
            </a:r>
            <a:endParaRPr lang="en-US" sz="1400" dirty="0"/>
          </a:p>
        </p:txBody>
      </p:sp>
      <p:sp>
        <p:nvSpPr>
          <p:cNvPr id="38" name="Shape 36"/>
          <p:cNvSpPr/>
          <p:nvPr/>
        </p:nvSpPr>
        <p:spPr>
          <a:xfrm>
            <a:off x="4023360" y="4437888"/>
            <a:ext cx="2133600" cy="365760"/>
          </a:xfrm>
          <a:prstGeom prst="rect">
            <a:avLst/>
          </a:prstGeom>
          <a:solidFill>
            <a:srgbClr val="FFFFFF"/>
          </a:solidFill>
          <a:ln w="6350">
            <a:solidFill>
              <a:srgbClr val="E0E0E0"/>
            </a:solidFill>
            <a:prstDash val="solid"/>
          </a:ln>
        </p:spPr>
      </p:sp>
      <p:sp>
        <p:nvSpPr>
          <p:cNvPr id="39" name="Text 37"/>
          <p:cNvSpPr/>
          <p:nvPr/>
        </p:nvSpPr>
        <p:spPr>
          <a:xfrm>
            <a:off x="4169664" y="4450080"/>
            <a:ext cx="1889760" cy="329184"/>
          </a:xfrm>
          <a:prstGeom prst="rect">
            <a:avLst/>
          </a:prstGeom>
          <a:noFill/>
          <a:ln/>
        </p:spPr>
        <p:txBody>
          <a:bodyPr wrap="square" lIns="0" tIns="0" rIns="0" bIns="0" rtlCol="0" anchor="ctr"/>
          <a:lstStyle/>
          <a:p>
            <a:r>
              <a:rPr lang="en-US" sz="1267" b="1" dirty="0">
                <a:solidFill>
                  <a:srgbClr val="1565C0"/>
                </a:solidFill>
                <a:latin typeface="Calibri" pitchFamily="34" charset="0"/>
                <a:ea typeface="Calibri" pitchFamily="34" charset="-122"/>
                <a:cs typeface="Calibri" pitchFamily="34" charset="-120"/>
              </a:rPr>
              <a:t>COBIT 2019 · COSO ERM · NIST 800-37</a:t>
            </a:r>
            <a:endParaRPr lang="en-US" sz="1267" dirty="0"/>
          </a:p>
        </p:txBody>
      </p:sp>
      <p:sp>
        <p:nvSpPr>
          <p:cNvPr id="40" name="Shape 38"/>
          <p:cNvSpPr/>
          <p:nvPr/>
        </p:nvSpPr>
        <p:spPr>
          <a:xfrm>
            <a:off x="609600" y="4828032"/>
            <a:ext cx="3413760" cy="365760"/>
          </a:xfrm>
          <a:prstGeom prst="rect">
            <a:avLst/>
          </a:prstGeom>
          <a:solidFill>
            <a:srgbClr val="E3F2FD"/>
          </a:solidFill>
          <a:ln w="6350">
            <a:solidFill>
              <a:srgbClr val="E0E0E0"/>
            </a:solidFill>
            <a:prstDash val="solid"/>
          </a:ln>
        </p:spPr>
      </p:sp>
      <p:sp>
        <p:nvSpPr>
          <p:cNvPr id="41" name="Text 39"/>
          <p:cNvSpPr/>
          <p:nvPr/>
        </p:nvSpPr>
        <p:spPr>
          <a:xfrm>
            <a:off x="755904" y="4840224"/>
            <a:ext cx="3243072" cy="329184"/>
          </a:xfrm>
          <a:prstGeom prst="rect">
            <a:avLst/>
          </a:prstGeom>
          <a:noFill/>
          <a:ln/>
        </p:spPr>
        <p:txBody>
          <a:bodyPr wrap="square" lIns="0" tIns="0" rIns="0" bIns="0" rtlCol="0" anchor="ctr"/>
          <a:lstStyle/>
          <a:p>
            <a:r>
              <a:rPr lang="en-US" sz="1400" dirty="0">
                <a:solidFill>
                  <a:srgbClr val="1A2456"/>
                </a:solidFill>
                <a:latin typeface="Calibri" pitchFamily="34" charset="0"/>
                <a:ea typeface="Calibri" pitchFamily="34" charset="-122"/>
                <a:cs typeface="Calibri" pitchFamily="34" charset="-120"/>
              </a:rPr>
              <a:t>Control Processes</a:t>
            </a:r>
            <a:endParaRPr lang="en-US" sz="1400" dirty="0"/>
          </a:p>
        </p:txBody>
      </p:sp>
      <p:sp>
        <p:nvSpPr>
          <p:cNvPr id="42" name="Shape 40"/>
          <p:cNvSpPr/>
          <p:nvPr/>
        </p:nvSpPr>
        <p:spPr>
          <a:xfrm>
            <a:off x="4023360" y="4828032"/>
            <a:ext cx="2133600" cy="365760"/>
          </a:xfrm>
          <a:prstGeom prst="rect">
            <a:avLst/>
          </a:prstGeom>
          <a:solidFill>
            <a:srgbClr val="E3F2FD"/>
          </a:solidFill>
          <a:ln w="6350">
            <a:solidFill>
              <a:srgbClr val="E0E0E0"/>
            </a:solidFill>
            <a:prstDash val="solid"/>
          </a:ln>
        </p:spPr>
      </p:sp>
      <p:sp>
        <p:nvSpPr>
          <p:cNvPr id="43" name="Text 41"/>
          <p:cNvSpPr/>
          <p:nvPr/>
        </p:nvSpPr>
        <p:spPr>
          <a:xfrm>
            <a:off x="4169664" y="4840224"/>
            <a:ext cx="1889760" cy="329184"/>
          </a:xfrm>
          <a:prstGeom prst="rect">
            <a:avLst/>
          </a:prstGeom>
          <a:noFill/>
          <a:ln/>
        </p:spPr>
        <p:txBody>
          <a:bodyPr wrap="square" lIns="0" tIns="0" rIns="0" bIns="0" rtlCol="0" anchor="ctr"/>
          <a:lstStyle/>
          <a:p>
            <a:r>
              <a:rPr lang="en-US" sz="1267" b="1" dirty="0">
                <a:solidFill>
                  <a:srgbClr val="1565C0"/>
                </a:solidFill>
                <a:latin typeface="Calibri" pitchFamily="34" charset="0"/>
                <a:ea typeface="Calibri" pitchFamily="34" charset="-122"/>
                <a:cs typeface="Calibri" pitchFamily="34" charset="-120"/>
              </a:rPr>
              <a:t>MEA 02, MEA03, APO 12, DSS 06</a:t>
            </a:r>
            <a:endParaRPr lang="en-US" sz="1267" dirty="0"/>
          </a:p>
        </p:txBody>
      </p:sp>
      <p:sp>
        <p:nvSpPr>
          <p:cNvPr id="44" name="Shape 42"/>
          <p:cNvSpPr/>
          <p:nvPr/>
        </p:nvSpPr>
        <p:spPr>
          <a:xfrm>
            <a:off x="609600" y="5218176"/>
            <a:ext cx="3413760" cy="365760"/>
          </a:xfrm>
          <a:prstGeom prst="rect">
            <a:avLst/>
          </a:prstGeom>
          <a:solidFill>
            <a:srgbClr val="FFFFFF"/>
          </a:solidFill>
          <a:ln w="6350">
            <a:solidFill>
              <a:srgbClr val="E0E0E0"/>
            </a:solidFill>
            <a:prstDash val="solid"/>
          </a:ln>
        </p:spPr>
      </p:sp>
      <p:sp>
        <p:nvSpPr>
          <p:cNvPr id="45" name="Text 43"/>
          <p:cNvSpPr/>
          <p:nvPr/>
        </p:nvSpPr>
        <p:spPr>
          <a:xfrm>
            <a:off x="755904" y="5230368"/>
            <a:ext cx="3243072" cy="329184"/>
          </a:xfrm>
          <a:prstGeom prst="rect">
            <a:avLst/>
          </a:prstGeom>
          <a:noFill/>
          <a:ln/>
        </p:spPr>
        <p:txBody>
          <a:bodyPr wrap="square" lIns="0" tIns="0" rIns="0" bIns="0" rtlCol="0" anchor="ctr"/>
          <a:lstStyle/>
          <a:p>
            <a:r>
              <a:rPr lang="en-US" sz="1400" dirty="0">
                <a:solidFill>
                  <a:srgbClr val="1A2456"/>
                </a:solidFill>
                <a:latin typeface="Calibri" pitchFamily="34" charset="0"/>
                <a:ea typeface="Calibri" pitchFamily="34" charset="-122"/>
                <a:cs typeface="Calibri" pitchFamily="34" charset="-120"/>
              </a:rPr>
              <a:t>Performance Measurement</a:t>
            </a:r>
            <a:endParaRPr lang="en-US" sz="1400" dirty="0"/>
          </a:p>
        </p:txBody>
      </p:sp>
      <p:sp>
        <p:nvSpPr>
          <p:cNvPr id="46" name="Shape 44"/>
          <p:cNvSpPr/>
          <p:nvPr/>
        </p:nvSpPr>
        <p:spPr>
          <a:xfrm>
            <a:off x="4023360" y="5218176"/>
            <a:ext cx="2133600" cy="365760"/>
          </a:xfrm>
          <a:prstGeom prst="rect">
            <a:avLst/>
          </a:prstGeom>
          <a:solidFill>
            <a:srgbClr val="FFFFFF"/>
          </a:solidFill>
          <a:ln w="6350">
            <a:solidFill>
              <a:srgbClr val="E0E0E0"/>
            </a:solidFill>
            <a:prstDash val="solid"/>
          </a:ln>
        </p:spPr>
      </p:sp>
      <p:sp>
        <p:nvSpPr>
          <p:cNvPr id="47" name="Text 45"/>
          <p:cNvSpPr/>
          <p:nvPr/>
        </p:nvSpPr>
        <p:spPr>
          <a:xfrm>
            <a:off x="4169664" y="5230368"/>
            <a:ext cx="1889760" cy="329184"/>
          </a:xfrm>
          <a:prstGeom prst="rect">
            <a:avLst/>
          </a:prstGeom>
          <a:noFill/>
          <a:ln/>
        </p:spPr>
        <p:txBody>
          <a:bodyPr wrap="square" lIns="0" tIns="0" rIns="0" bIns="0" rtlCol="0" anchor="ctr"/>
          <a:lstStyle/>
          <a:p>
            <a:r>
              <a:rPr lang="en-US" sz="1267" b="1" dirty="0">
                <a:solidFill>
                  <a:srgbClr val="1565C0"/>
                </a:solidFill>
                <a:latin typeface="Calibri" pitchFamily="34" charset="0"/>
                <a:ea typeface="Calibri" pitchFamily="34" charset="-122"/>
                <a:cs typeface="Calibri" pitchFamily="34" charset="-120"/>
              </a:rPr>
              <a:t>MEA 01</a:t>
            </a:r>
            <a:endParaRPr lang="en-US" sz="1267" dirty="0"/>
          </a:p>
        </p:txBody>
      </p:sp>
      <p:sp>
        <p:nvSpPr>
          <p:cNvPr id="48" name="Shape 46"/>
          <p:cNvSpPr/>
          <p:nvPr/>
        </p:nvSpPr>
        <p:spPr>
          <a:xfrm>
            <a:off x="609600" y="5608320"/>
            <a:ext cx="3413760" cy="365760"/>
          </a:xfrm>
          <a:prstGeom prst="rect">
            <a:avLst/>
          </a:prstGeom>
          <a:solidFill>
            <a:srgbClr val="E3F2FD"/>
          </a:solidFill>
          <a:ln w="6350">
            <a:solidFill>
              <a:srgbClr val="E0E0E0"/>
            </a:solidFill>
            <a:prstDash val="solid"/>
          </a:ln>
        </p:spPr>
      </p:sp>
      <p:sp>
        <p:nvSpPr>
          <p:cNvPr id="49" name="Text 47"/>
          <p:cNvSpPr/>
          <p:nvPr/>
        </p:nvSpPr>
        <p:spPr>
          <a:xfrm>
            <a:off x="755904" y="5620512"/>
            <a:ext cx="3243072" cy="329184"/>
          </a:xfrm>
          <a:prstGeom prst="rect">
            <a:avLst/>
          </a:prstGeom>
          <a:noFill/>
          <a:ln/>
        </p:spPr>
        <p:txBody>
          <a:bodyPr wrap="square" lIns="0" tIns="0" rIns="0" bIns="0" rtlCol="0" anchor="ctr"/>
          <a:lstStyle/>
          <a:p>
            <a:r>
              <a:rPr lang="en-US" sz="1400" dirty="0">
                <a:solidFill>
                  <a:srgbClr val="1A2456"/>
                </a:solidFill>
                <a:latin typeface="Calibri" pitchFamily="34" charset="0"/>
                <a:ea typeface="Calibri" pitchFamily="34" charset="-122"/>
                <a:cs typeface="Calibri" pitchFamily="34" charset="-120"/>
              </a:rPr>
              <a:t>Resource Management</a:t>
            </a:r>
            <a:endParaRPr lang="en-US" sz="1400" dirty="0"/>
          </a:p>
        </p:txBody>
      </p:sp>
      <p:sp>
        <p:nvSpPr>
          <p:cNvPr id="50" name="Shape 48"/>
          <p:cNvSpPr/>
          <p:nvPr/>
        </p:nvSpPr>
        <p:spPr>
          <a:xfrm>
            <a:off x="4023360" y="5608320"/>
            <a:ext cx="2133600" cy="365760"/>
          </a:xfrm>
          <a:prstGeom prst="rect">
            <a:avLst/>
          </a:prstGeom>
          <a:solidFill>
            <a:srgbClr val="E3F2FD"/>
          </a:solidFill>
          <a:ln w="6350">
            <a:solidFill>
              <a:srgbClr val="E0E0E0"/>
            </a:solidFill>
            <a:prstDash val="solid"/>
          </a:ln>
        </p:spPr>
      </p:sp>
      <p:sp>
        <p:nvSpPr>
          <p:cNvPr id="51" name="Text 49"/>
          <p:cNvSpPr/>
          <p:nvPr/>
        </p:nvSpPr>
        <p:spPr>
          <a:xfrm>
            <a:off x="4169664" y="5620512"/>
            <a:ext cx="1889760" cy="329184"/>
          </a:xfrm>
          <a:prstGeom prst="rect">
            <a:avLst/>
          </a:prstGeom>
          <a:noFill/>
          <a:ln/>
        </p:spPr>
        <p:txBody>
          <a:bodyPr wrap="square" lIns="0" tIns="0" rIns="0" bIns="0" rtlCol="0" anchor="ctr"/>
          <a:lstStyle/>
          <a:p>
            <a:r>
              <a:rPr lang="en-US" sz="1267" b="1" dirty="0">
                <a:solidFill>
                  <a:srgbClr val="1565C0"/>
                </a:solidFill>
                <a:latin typeface="Calibri" pitchFamily="34" charset="0"/>
                <a:ea typeface="Calibri" pitchFamily="34" charset="-122"/>
                <a:cs typeface="Calibri" pitchFamily="34" charset="-120"/>
              </a:rPr>
              <a:t>APO 05, APO 06, BAI 01, BAI 09, BAI 11</a:t>
            </a:r>
            <a:endParaRPr lang="en-US" sz="1267" dirty="0"/>
          </a:p>
        </p:txBody>
      </p:sp>
      <p:sp>
        <p:nvSpPr>
          <p:cNvPr id="52" name="Shape 50"/>
          <p:cNvSpPr/>
          <p:nvPr/>
        </p:nvSpPr>
        <p:spPr>
          <a:xfrm>
            <a:off x="6364224" y="1194816"/>
            <a:ext cx="5218176" cy="5669280"/>
          </a:xfrm>
          <a:prstGeom prst="roundRect">
            <a:avLst>
              <a:gd name="adj" fmla="val 2804"/>
            </a:avLst>
          </a:prstGeom>
          <a:solidFill>
            <a:srgbClr val="F5F7FC"/>
          </a:solidFill>
          <a:ln/>
          <a:effectLst>
            <a:outerShdw blurRad="88900" dist="38100" dir="2700000" algn="bl" rotWithShape="0">
              <a:srgbClr val="000000">
                <a:alpha val="9000"/>
              </a:srgbClr>
            </a:outerShdw>
          </a:effectLst>
        </p:spPr>
      </p:sp>
      <p:sp>
        <p:nvSpPr>
          <p:cNvPr id="53" name="Text 51"/>
          <p:cNvSpPr/>
          <p:nvPr/>
        </p:nvSpPr>
        <p:spPr>
          <a:xfrm>
            <a:off x="6559296" y="1292352"/>
            <a:ext cx="4815840" cy="390144"/>
          </a:xfrm>
          <a:prstGeom prst="rect">
            <a:avLst/>
          </a:prstGeom>
          <a:noFill/>
          <a:ln/>
        </p:spPr>
        <p:txBody>
          <a:bodyPr wrap="square" lIns="0" tIns="0" rIns="0" bIns="0" rtlCol="0" anchor="ctr"/>
          <a:lstStyle/>
          <a:p>
            <a:r>
              <a:rPr lang="en-US" sz="1600" b="1" dirty="0">
                <a:solidFill>
                  <a:srgbClr val="1A2456"/>
                </a:solidFill>
                <a:latin typeface="Calibri" pitchFamily="34" charset="0"/>
                <a:ea typeface="Calibri" pitchFamily="34" charset="-122"/>
                <a:cs typeface="Calibri" pitchFamily="34" charset="-120"/>
              </a:rPr>
              <a:t>How to Read This as an Audit Workflow</a:t>
            </a:r>
            <a:endParaRPr lang="en-US" sz="1600" dirty="0"/>
          </a:p>
        </p:txBody>
      </p:sp>
      <p:sp>
        <p:nvSpPr>
          <p:cNvPr id="54" name="Shape 52"/>
          <p:cNvSpPr/>
          <p:nvPr/>
        </p:nvSpPr>
        <p:spPr>
          <a:xfrm>
            <a:off x="6559296" y="1804416"/>
            <a:ext cx="4815840" cy="975360"/>
          </a:xfrm>
          <a:prstGeom prst="roundRect">
            <a:avLst>
              <a:gd name="adj" fmla="val 9091"/>
            </a:avLst>
          </a:prstGeom>
          <a:solidFill>
            <a:srgbClr val="FFFFFF"/>
          </a:solidFill>
          <a:ln/>
          <a:effectLst>
            <a:outerShdw blurRad="50800" dist="25400" dir="2700000" algn="bl" rotWithShape="0">
              <a:srgbClr val="000000">
                <a:alpha val="7000"/>
              </a:srgbClr>
            </a:outerShdw>
          </a:effectLst>
        </p:spPr>
      </p:sp>
      <p:sp>
        <p:nvSpPr>
          <p:cNvPr id="55" name="Shape 53"/>
          <p:cNvSpPr/>
          <p:nvPr/>
        </p:nvSpPr>
        <p:spPr>
          <a:xfrm>
            <a:off x="6656832" y="1901952"/>
            <a:ext cx="512064" cy="512064"/>
          </a:xfrm>
          <a:prstGeom prst="ellipse">
            <a:avLst/>
          </a:prstGeom>
          <a:solidFill>
            <a:srgbClr val="2E7D32"/>
          </a:solidFill>
          <a:ln w="12700">
            <a:solidFill>
              <a:srgbClr val="2E7D32"/>
            </a:solidFill>
            <a:prstDash val="solid"/>
          </a:ln>
        </p:spPr>
      </p:sp>
      <p:sp>
        <p:nvSpPr>
          <p:cNvPr id="56" name="Text 54"/>
          <p:cNvSpPr/>
          <p:nvPr/>
        </p:nvSpPr>
        <p:spPr>
          <a:xfrm>
            <a:off x="6656832" y="1901952"/>
            <a:ext cx="512064" cy="512064"/>
          </a:xfrm>
          <a:prstGeom prst="rect">
            <a:avLst/>
          </a:prstGeom>
          <a:noFill/>
          <a:ln/>
        </p:spPr>
        <p:txBody>
          <a:bodyPr wrap="square" lIns="0" tIns="0" rIns="0" bIns="0" rtlCol="0" anchor="ctr"/>
          <a:lstStyle/>
          <a:p>
            <a:pPr algn="ct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57" name="Shape 55"/>
          <p:cNvSpPr/>
          <p:nvPr/>
        </p:nvSpPr>
        <p:spPr>
          <a:xfrm>
            <a:off x="9412224" y="1926336"/>
            <a:ext cx="1767840" cy="341376"/>
          </a:xfrm>
          <a:prstGeom prst="roundRect">
            <a:avLst>
              <a:gd name="adj" fmla="val 21429"/>
            </a:avLst>
          </a:prstGeom>
          <a:solidFill>
            <a:srgbClr val="2E7D32"/>
          </a:solidFill>
          <a:ln/>
        </p:spPr>
      </p:sp>
      <p:sp>
        <p:nvSpPr>
          <p:cNvPr id="58" name="Text 56"/>
          <p:cNvSpPr/>
          <p:nvPr/>
        </p:nvSpPr>
        <p:spPr>
          <a:xfrm>
            <a:off x="9412224" y="1926336"/>
            <a:ext cx="1767840" cy="341376"/>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GTAG</a:t>
            </a:r>
            <a:endParaRPr lang="en-US" sz="1200" dirty="0"/>
          </a:p>
        </p:txBody>
      </p:sp>
      <p:sp>
        <p:nvSpPr>
          <p:cNvPr id="59" name="Text 57"/>
          <p:cNvSpPr/>
          <p:nvPr/>
        </p:nvSpPr>
        <p:spPr>
          <a:xfrm>
            <a:off x="7290816" y="1901952"/>
            <a:ext cx="2048256" cy="341376"/>
          </a:xfrm>
          <a:prstGeom prst="rect">
            <a:avLst/>
          </a:prstGeom>
          <a:noFill/>
          <a:ln/>
        </p:spPr>
        <p:txBody>
          <a:bodyPr wrap="square" lIns="0" tIns="0" rIns="0" bIns="0" rtlCol="0" anchor="ctr"/>
          <a:lstStyle/>
          <a:p>
            <a:r>
              <a:rPr lang="en-US" sz="1467" b="1" dirty="0">
                <a:solidFill>
                  <a:srgbClr val="1A2456"/>
                </a:solidFill>
                <a:latin typeface="Calibri" pitchFamily="34" charset="0"/>
                <a:ea typeface="Calibri" pitchFamily="34" charset="-122"/>
                <a:cs typeface="Calibri" pitchFamily="34" charset="-120"/>
              </a:rPr>
              <a:t>Pick a governance area</a:t>
            </a:r>
            <a:endParaRPr lang="en-US" sz="1467" dirty="0"/>
          </a:p>
        </p:txBody>
      </p:sp>
      <p:sp>
        <p:nvSpPr>
          <p:cNvPr id="60" name="Text 58"/>
          <p:cNvSpPr/>
          <p:nvPr/>
        </p:nvSpPr>
        <p:spPr>
          <a:xfrm>
            <a:off x="7290816" y="2267712"/>
            <a:ext cx="3925824" cy="512064"/>
          </a:xfrm>
          <a:prstGeom prst="rect">
            <a:avLst/>
          </a:prstGeom>
          <a:noFill/>
          <a:ln/>
        </p:spPr>
        <p:txBody>
          <a:bodyPr wrap="square" lIns="0" tIns="0" rIns="0" bIns="0" rtlCol="0" anchor="ctr"/>
          <a:lstStyle/>
          <a:p>
            <a:r>
              <a:rPr lang="en-US" sz="1400" dirty="0">
                <a:solidFill>
                  <a:srgbClr val="6B7A9F"/>
                </a:solidFill>
                <a:latin typeface="Calibri" pitchFamily="34" charset="0"/>
                <a:ea typeface="Calibri" pitchFamily="34" charset="-122"/>
                <a:cs typeface="Calibri" pitchFamily="34" charset="-120"/>
              </a:rPr>
              <a:t>e.g., Risk Oversight</a:t>
            </a:r>
            <a:endParaRPr lang="en-US" sz="1400" dirty="0"/>
          </a:p>
        </p:txBody>
      </p:sp>
      <p:sp>
        <p:nvSpPr>
          <p:cNvPr id="61" name="Shape 59"/>
          <p:cNvSpPr/>
          <p:nvPr/>
        </p:nvSpPr>
        <p:spPr>
          <a:xfrm>
            <a:off x="6559296" y="2929128"/>
            <a:ext cx="4815840" cy="975360"/>
          </a:xfrm>
          <a:prstGeom prst="roundRect">
            <a:avLst>
              <a:gd name="adj" fmla="val 9091"/>
            </a:avLst>
          </a:prstGeom>
          <a:solidFill>
            <a:srgbClr val="FFFFFF"/>
          </a:solidFill>
          <a:ln/>
          <a:effectLst>
            <a:outerShdw blurRad="50800" dist="25400" dir="2700000" algn="bl" rotWithShape="0">
              <a:srgbClr val="000000">
                <a:alpha val="7000"/>
              </a:srgbClr>
            </a:outerShdw>
          </a:effectLst>
        </p:spPr>
      </p:sp>
      <p:sp>
        <p:nvSpPr>
          <p:cNvPr id="62" name="Shape 60"/>
          <p:cNvSpPr/>
          <p:nvPr/>
        </p:nvSpPr>
        <p:spPr>
          <a:xfrm>
            <a:off x="6656832" y="3026664"/>
            <a:ext cx="512064" cy="512064"/>
          </a:xfrm>
          <a:prstGeom prst="ellipse">
            <a:avLst/>
          </a:prstGeom>
          <a:solidFill>
            <a:srgbClr val="E65100"/>
          </a:solidFill>
          <a:ln w="12700">
            <a:solidFill>
              <a:srgbClr val="E65100"/>
            </a:solidFill>
            <a:prstDash val="solid"/>
          </a:ln>
        </p:spPr>
      </p:sp>
      <p:sp>
        <p:nvSpPr>
          <p:cNvPr id="63" name="Text 61"/>
          <p:cNvSpPr/>
          <p:nvPr/>
        </p:nvSpPr>
        <p:spPr>
          <a:xfrm>
            <a:off x="6656832" y="3026664"/>
            <a:ext cx="512064" cy="512064"/>
          </a:xfrm>
          <a:prstGeom prst="rect">
            <a:avLst/>
          </a:prstGeom>
          <a:noFill/>
          <a:ln/>
        </p:spPr>
        <p:txBody>
          <a:bodyPr wrap="square" lIns="0" tIns="0" rIns="0" bIns="0" rtlCol="0" anchor="ctr"/>
          <a:lstStyle/>
          <a:p>
            <a:pPr algn="ct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64" name="Shape 62"/>
          <p:cNvSpPr/>
          <p:nvPr/>
        </p:nvSpPr>
        <p:spPr>
          <a:xfrm>
            <a:off x="9412224" y="3051048"/>
            <a:ext cx="1767840" cy="341376"/>
          </a:xfrm>
          <a:prstGeom prst="roundRect">
            <a:avLst>
              <a:gd name="adj" fmla="val 21429"/>
            </a:avLst>
          </a:prstGeom>
          <a:solidFill>
            <a:srgbClr val="E65100"/>
          </a:solidFill>
          <a:ln/>
        </p:spPr>
      </p:sp>
      <p:sp>
        <p:nvSpPr>
          <p:cNvPr id="65" name="Text 63"/>
          <p:cNvSpPr/>
          <p:nvPr/>
        </p:nvSpPr>
        <p:spPr>
          <a:xfrm>
            <a:off x="9412224" y="3051048"/>
            <a:ext cx="1767840" cy="341376"/>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Appendix D</a:t>
            </a:r>
            <a:endParaRPr lang="en-US" sz="1200" dirty="0"/>
          </a:p>
        </p:txBody>
      </p:sp>
      <p:sp>
        <p:nvSpPr>
          <p:cNvPr id="66" name="Text 64"/>
          <p:cNvSpPr/>
          <p:nvPr/>
        </p:nvSpPr>
        <p:spPr>
          <a:xfrm>
            <a:off x="7290816" y="3026664"/>
            <a:ext cx="2048256" cy="341376"/>
          </a:xfrm>
          <a:prstGeom prst="rect">
            <a:avLst/>
          </a:prstGeom>
          <a:noFill/>
          <a:ln/>
        </p:spPr>
        <p:txBody>
          <a:bodyPr wrap="square" lIns="0" tIns="0" rIns="0" bIns="0" rtlCol="0" anchor="ctr"/>
          <a:lstStyle/>
          <a:p>
            <a:r>
              <a:rPr lang="en-US" sz="1467" b="1" dirty="0">
                <a:solidFill>
                  <a:srgbClr val="1A2456"/>
                </a:solidFill>
                <a:latin typeface="Calibri" pitchFamily="34" charset="0"/>
                <a:ea typeface="Calibri" pitchFamily="34" charset="-122"/>
                <a:cs typeface="Calibri" pitchFamily="34" charset="-120"/>
              </a:rPr>
              <a:t>Find the COBIT objective</a:t>
            </a:r>
            <a:endParaRPr lang="en-US" sz="1467" dirty="0"/>
          </a:p>
        </p:txBody>
      </p:sp>
      <p:sp>
        <p:nvSpPr>
          <p:cNvPr id="67" name="Text 65"/>
          <p:cNvSpPr/>
          <p:nvPr/>
        </p:nvSpPr>
        <p:spPr>
          <a:xfrm>
            <a:off x="7290816" y="3392424"/>
            <a:ext cx="3925824" cy="512064"/>
          </a:xfrm>
          <a:prstGeom prst="rect">
            <a:avLst/>
          </a:prstGeom>
          <a:noFill/>
          <a:ln/>
        </p:spPr>
        <p:txBody>
          <a:bodyPr wrap="square" lIns="0" tIns="0" rIns="0" bIns="0" rtlCol="0" anchor="ctr"/>
          <a:lstStyle/>
          <a:p>
            <a:r>
              <a:rPr lang="en-US" sz="1400" dirty="0">
                <a:solidFill>
                  <a:srgbClr val="6B7A9F"/>
                </a:solidFill>
                <a:latin typeface="Calibri" pitchFamily="34" charset="0"/>
                <a:ea typeface="Calibri" pitchFamily="34" charset="-122"/>
                <a:cs typeface="Calibri" pitchFamily="34" charset="-120"/>
              </a:rPr>
              <a:t>Appendix D → EDM 03</a:t>
            </a:r>
            <a:endParaRPr lang="en-US" sz="1400" dirty="0"/>
          </a:p>
        </p:txBody>
      </p:sp>
      <p:sp>
        <p:nvSpPr>
          <p:cNvPr id="68" name="Shape 66"/>
          <p:cNvSpPr/>
          <p:nvPr/>
        </p:nvSpPr>
        <p:spPr>
          <a:xfrm>
            <a:off x="6559296" y="4059936"/>
            <a:ext cx="4815840" cy="975360"/>
          </a:xfrm>
          <a:prstGeom prst="roundRect">
            <a:avLst>
              <a:gd name="adj" fmla="val 9091"/>
            </a:avLst>
          </a:prstGeom>
          <a:solidFill>
            <a:srgbClr val="FFFFFF"/>
          </a:solidFill>
          <a:ln/>
          <a:effectLst>
            <a:outerShdw blurRad="50800" dist="25400" dir="2700000" algn="bl" rotWithShape="0">
              <a:srgbClr val="000000">
                <a:alpha val="7000"/>
              </a:srgbClr>
            </a:outerShdw>
          </a:effectLst>
        </p:spPr>
      </p:sp>
      <p:sp>
        <p:nvSpPr>
          <p:cNvPr id="69" name="Shape 67"/>
          <p:cNvSpPr/>
          <p:nvPr/>
        </p:nvSpPr>
        <p:spPr>
          <a:xfrm>
            <a:off x="6656832" y="4157472"/>
            <a:ext cx="512064" cy="512064"/>
          </a:xfrm>
          <a:prstGeom prst="ellipse">
            <a:avLst/>
          </a:prstGeom>
          <a:solidFill>
            <a:srgbClr val="1565C0"/>
          </a:solidFill>
          <a:ln w="12700">
            <a:solidFill>
              <a:srgbClr val="1565C0"/>
            </a:solidFill>
            <a:prstDash val="solid"/>
          </a:ln>
        </p:spPr>
      </p:sp>
      <p:sp>
        <p:nvSpPr>
          <p:cNvPr id="70" name="Text 68"/>
          <p:cNvSpPr/>
          <p:nvPr/>
        </p:nvSpPr>
        <p:spPr>
          <a:xfrm>
            <a:off x="6656832" y="4157472"/>
            <a:ext cx="512064" cy="512064"/>
          </a:xfrm>
          <a:prstGeom prst="rect">
            <a:avLst/>
          </a:prstGeom>
          <a:noFill/>
          <a:ln/>
        </p:spPr>
        <p:txBody>
          <a:bodyPr wrap="square" lIns="0" tIns="0" rIns="0" bIns="0" rtlCol="0" anchor="ctr"/>
          <a:lstStyle/>
          <a:p>
            <a:pPr algn="ct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71" name="Shape 69"/>
          <p:cNvSpPr/>
          <p:nvPr/>
        </p:nvSpPr>
        <p:spPr>
          <a:xfrm>
            <a:off x="9412224" y="4181856"/>
            <a:ext cx="1767840" cy="341376"/>
          </a:xfrm>
          <a:prstGeom prst="roundRect">
            <a:avLst>
              <a:gd name="adj" fmla="val 21429"/>
            </a:avLst>
          </a:prstGeom>
          <a:solidFill>
            <a:srgbClr val="1565C0"/>
          </a:solidFill>
          <a:ln/>
        </p:spPr>
      </p:sp>
      <p:sp>
        <p:nvSpPr>
          <p:cNvPr id="72" name="Text 70"/>
          <p:cNvSpPr/>
          <p:nvPr/>
        </p:nvSpPr>
        <p:spPr>
          <a:xfrm>
            <a:off x="9412224" y="4181856"/>
            <a:ext cx="1767840" cy="341376"/>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COBIT 2019</a:t>
            </a:r>
            <a:endParaRPr lang="en-US" sz="1200" dirty="0"/>
          </a:p>
        </p:txBody>
      </p:sp>
      <p:sp>
        <p:nvSpPr>
          <p:cNvPr id="73" name="Text 71"/>
          <p:cNvSpPr/>
          <p:nvPr/>
        </p:nvSpPr>
        <p:spPr>
          <a:xfrm>
            <a:off x="7290816" y="4157472"/>
            <a:ext cx="2048256" cy="341376"/>
          </a:xfrm>
          <a:prstGeom prst="rect">
            <a:avLst/>
          </a:prstGeom>
          <a:noFill/>
          <a:ln/>
        </p:spPr>
        <p:txBody>
          <a:bodyPr wrap="square" lIns="0" tIns="0" rIns="0" bIns="0" rtlCol="0" anchor="ctr"/>
          <a:lstStyle/>
          <a:p>
            <a:r>
              <a:rPr lang="en-US" sz="1467" b="1" dirty="0">
                <a:solidFill>
                  <a:srgbClr val="1A2456"/>
                </a:solidFill>
                <a:latin typeface="Calibri" pitchFamily="34" charset="0"/>
                <a:ea typeface="Calibri" pitchFamily="34" charset="-122"/>
                <a:cs typeface="Calibri" pitchFamily="34" charset="-120"/>
              </a:rPr>
              <a:t>Open EDM 03 Process Component</a:t>
            </a:r>
            <a:endParaRPr lang="en-US" sz="1467" dirty="0"/>
          </a:p>
        </p:txBody>
      </p:sp>
      <p:sp>
        <p:nvSpPr>
          <p:cNvPr id="74" name="Text 72"/>
          <p:cNvSpPr/>
          <p:nvPr/>
        </p:nvSpPr>
        <p:spPr>
          <a:xfrm>
            <a:off x="7290816" y="4523232"/>
            <a:ext cx="3925824" cy="512064"/>
          </a:xfrm>
          <a:prstGeom prst="rect">
            <a:avLst/>
          </a:prstGeom>
          <a:noFill/>
          <a:ln/>
        </p:spPr>
        <p:txBody>
          <a:bodyPr wrap="square" lIns="0" tIns="0" rIns="0" bIns="0" rtlCol="0" anchor="ctr"/>
          <a:lstStyle/>
          <a:p>
            <a:r>
              <a:rPr lang="en-US" sz="1400" dirty="0">
                <a:solidFill>
                  <a:srgbClr val="6B7A9F"/>
                </a:solidFill>
                <a:latin typeface="Calibri" pitchFamily="34" charset="0"/>
                <a:ea typeface="Calibri" pitchFamily="34" charset="-122"/>
                <a:cs typeface="Calibri" pitchFamily="34" charset="-120"/>
              </a:rPr>
              <a:t>Practices &amp; activities → audit program + criteria</a:t>
            </a:r>
            <a:endParaRPr lang="en-US" sz="1400" dirty="0"/>
          </a:p>
        </p:txBody>
      </p:sp>
      <p:sp>
        <p:nvSpPr>
          <p:cNvPr id="75" name="Shape 73"/>
          <p:cNvSpPr/>
          <p:nvPr/>
        </p:nvSpPr>
        <p:spPr>
          <a:xfrm>
            <a:off x="6559296" y="5157216"/>
            <a:ext cx="4815840" cy="975360"/>
          </a:xfrm>
          <a:prstGeom prst="roundRect">
            <a:avLst>
              <a:gd name="adj" fmla="val 9091"/>
            </a:avLst>
          </a:prstGeom>
          <a:solidFill>
            <a:srgbClr val="FFFFFF"/>
          </a:solidFill>
          <a:ln/>
          <a:effectLst>
            <a:outerShdw blurRad="50800" dist="25400" dir="2700000" algn="bl" rotWithShape="0">
              <a:srgbClr val="000000">
                <a:alpha val="7000"/>
              </a:srgbClr>
            </a:outerShdw>
          </a:effectLst>
        </p:spPr>
      </p:sp>
      <p:sp>
        <p:nvSpPr>
          <p:cNvPr id="76" name="Shape 74"/>
          <p:cNvSpPr/>
          <p:nvPr/>
        </p:nvSpPr>
        <p:spPr>
          <a:xfrm>
            <a:off x="6656832" y="5254752"/>
            <a:ext cx="512064" cy="512064"/>
          </a:xfrm>
          <a:prstGeom prst="ellipse">
            <a:avLst/>
          </a:prstGeom>
          <a:solidFill>
            <a:srgbClr val="6A1B9A"/>
          </a:solidFill>
          <a:ln w="12700">
            <a:solidFill>
              <a:srgbClr val="6A1B9A"/>
            </a:solidFill>
            <a:prstDash val="solid"/>
          </a:ln>
        </p:spPr>
      </p:sp>
      <p:sp>
        <p:nvSpPr>
          <p:cNvPr id="77" name="Text 75"/>
          <p:cNvSpPr/>
          <p:nvPr/>
        </p:nvSpPr>
        <p:spPr>
          <a:xfrm>
            <a:off x="6656832" y="5254752"/>
            <a:ext cx="512064" cy="512064"/>
          </a:xfrm>
          <a:prstGeom prst="rect">
            <a:avLst/>
          </a:prstGeom>
          <a:noFill/>
          <a:ln/>
        </p:spPr>
        <p:txBody>
          <a:bodyPr wrap="square" lIns="0" tIns="0" rIns="0" bIns="0" rtlCol="0" anchor="ctr"/>
          <a:lstStyle/>
          <a:p>
            <a:pPr algn="ct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78" name="Shape 76"/>
          <p:cNvSpPr/>
          <p:nvPr/>
        </p:nvSpPr>
        <p:spPr>
          <a:xfrm>
            <a:off x="9412224" y="5279136"/>
            <a:ext cx="1767840" cy="341376"/>
          </a:xfrm>
          <a:prstGeom prst="roundRect">
            <a:avLst>
              <a:gd name="adj" fmla="val 21429"/>
            </a:avLst>
          </a:prstGeom>
          <a:solidFill>
            <a:srgbClr val="6A1B9A"/>
          </a:solidFill>
          <a:ln/>
        </p:spPr>
      </p:sp>
      <p:sp>
        <p:nvSpPr>
          <p:cNvPr id="79" name="Text 77"/>
          <p:cNvSpPr/>
          <p:nvPr/>
        </p:nvSpPr>
        <p:spPr>
          <a:xfrm>
            <a:off x="9412224" y="5279136"/>
            <a:ext cx="1767840" cy="341376"/>
          </a:xfrm>
          <a:prstGeom prst="rect">
            <a:avLst/>
          </a:prstGeom>
          <a:noFill/>
          <a:ln/>
        </p:spPr>
        <p:txBody>
          <a:bodyPr wrap="square" lIns="0" tIns="0" rIns="0" bIns="0" rtlCol="0" anchor="ctr"/>
          <a:lstStyle/>
          <a:p>
            <a:pPr algn="ctr"/>
            <a:r>
              <a:rPr lang="en-US" sz="1200" b="1" dirty="0">
                <a:solidFill>
                  <a:srgbClr val="FFFFFF"/>
                </a:solidFill>
                <a:latin typeface="Calibri" pitchFamily="34" charset="0"/>
                <a:ea typeface="Calibri" pitchFamily="34" charset="-122"/>
                <a:cs typeface="Calibri" pitchFamily="34" charset="-120"/>
              </a:rPr>
              <a:t>GTAG + COBIT</a:t>
            </a:r>
            <a:endParaRPr lang="en-US" sz="1200" dirty="0"/>
          </a:p>
        </p:txBody>
      </p:sp>
      <p:sp>
        <p:nvSpPr>
          <p:cNvPr id="80" name="Text 78"/>
          <p:cNvSpPr/>
          <p:nvPr/>
        </p:nvSpPr>
        <p:spPr>
          <a:xfrm>
            <a:off x="7290816" y="5254752"/>
            <a:ext cx="2048256" cy="341376"/>
          </a:xfrm>
          <a:prstGeom prst="rect">
            <a:avLst/>
          </a:prstGeom>
          <a:noFill/>
          <a:ln/>
        </p:spPr>
        <p:txBody>
          <a:bodyPr wrap="square" lIns="0" tIns="0" rIns="0" bIns="0" rtlCol="0" anchor="ctr"/>
          <a:lstStyle/>
          <a:p>
            <a:r>
              <a:rPr lang="en-US" sz="1467" b="1" dirty="0">
                <a:solidFill>
                  <a:srgbClr val="1A2456"/>
                </a:solidFill>
                <a:latin typeface="Calibri" pitchFamily="34" charset="0"/>
                <a:ea typeface="Calibri" pitchFamily="34" charset="-122"/>
                <a:cs typeface="Calibri" pitchFamily="34" charset="-120"/>
              </a:rPr>
              <a:t>Structure with GTAG's 8 steps</a:t>
            </a:r>
            <a:endParaRPr lang="en-US" sz="1467" dirty="0"/>
          </a:p>
        </p:txBody>
      </p:sp>
      <p:sp>
        <p:nvSpPr>
          <p:cNvPr id="81" name="Text 79"/>
          <p:cNvSpPr/>
          <p:nvPr/>
        </p:nvSpPr>
        <p:spPr>
          <a:xfrm>
            <a:off x="7290816" y="5620512"/>
            <a:ext cx="3925824" cy="512064"/>
          </a:xfrm>
          <a:prstGeom prst="rect">
            <a:avLst/>
          </a:prstGeom>
          <a:noFill/>
          <a:ln/>
        </p:spPr>
        <p:txBody>
          <a:bodyPr wrap="square" lIns="0" tIns="0" rIns="0" bIns="0" rtlCol="0" anchor="ctr"/>
          <a:lstStyle/>
          <a:p>
            <a:r>
              <a:rPr lang="en-US" sz="1400" dirty="0">
                <a:solidFill>
                  <a:srgbClr val="6B7A9F"/>
                </a:solidFill>
                <a:latin typeface="Calibri" pitchFamily="34" charset="0"/>
                <a:ea typeface="Calibri" pitchFamily="34" charset="-122"/>
                <a:cs typeface="Calibri" pitchFamily="34" charset="-120"/>
              </a:rPr>
              <a:t>Steps 1–8 wrap around that program</a:t>
            </a:r>
            <a:endParaRPr lang="en-US" sz="1400" dirty="0"/>
          </a:p>
        </p:txBody>
      </p:sp>
      <p:sp>
        <p:nvSpPr>
          <p:cNvPr id="82" name="Shape 80"/>
          <p:cNvSpPr/>
          <p:nvPr/>
        </p:nvSpPr>
        <p:spPr>
          <a:xfrm>
            <a:off x="609600" y="6236208"/>
            <a:ext cx="10728960" cy="426720"/>
          </a:xfrm>
          <a:prstGeom prst="roundRect">
            <a:avLst>
              <a:gd name="adj" fmla="val 22857"/>
            </a:avLst>
          </a:prstGeom>
          <a:solidFill>
            <a:srgbClr val="FFF3E0"/>
          </a:solidFill>
          <a:ln/>
        </p:spPr>
      </p:sp>
      <p:sp>
        <p:nvSpPr>
          <p:cNvPr id="83" name="Text 81"/>
          <p:cNvSpPr/>
          <p:nvPr/>
        </p:nvSpPr>
        <p:spPr>
          <a:xfrm>
            <a:off x="792480" y="6272784"/>
            <a:ext cx="10424160" cy="341376"/>
          </a:xfrm>
          <a:prstGeom prst="rect">
            <a:avLst/>
          </a:prstGeom>
          <a:noFill/>
          <a:ln/>
        </p:spPr>
        <p:txBody>
          <a:bodyPr wrap="square" lIns="0" tIns="0" rIns="0" bIns="0" rtlCol="0" anchor="ctr"/>
          <a:lstStyle/>
          <a:p>
            <a:pPr algn="ctr"/>
            <a:r>
              <a:rPr lang="en-US" sz="1200" b="1" dirty="0">
                <a:solidFill>
                  <a:srgbClr val="E65100"/>
                </a:solidFill>
                <a:latin typeface="Calibri" pitchFamily="34" charset="0"/>
                <a:ea typeface="Calibri" pitchFamily="34" charset="-122"/>
                <a:cs typeface="Calibri" pitchFamily="34" charset="-120"/>
              </a:rPr>
              <a:t>This is exactly what we did in our COBIT 2019 practice — and Appendix D confirms it is the intended approach. IIA put this table here intentionally.</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8F26D-A4EC-4553-A035-6658891AFE05}"/>
              </a:ext>
            </a:extLst>
          </p:cNvPr>
          <p:cNvSpPr>
            <a:spLocks noGrp="1"/>
          </p:cNvSpPr>
          <p:nvPr>
            <p:ph type="title"/>
          </p:nvPr>
        </p:nvSpPr>
        <p:spPr/>
        <p:txBody>
          <a:bodyPr/>
          <a:lstStyle/>
          <a:p>
            <a:r>
              <a:rPr lang="en-ID" dirty="0"/>
              <a:t>Case Study: Audit Tata Kelola Data</a:t>
            </a:r>
          </a:p>
        </p:txBody>
      </p:sp>
      <p:sp>
        <p:nvSpPr>
          <p:cNvPr id="3" name="Text Placeholder 2">
            <a:extLst>
              <a:ext uri="{FF2B5EF4-FFF2-40B4-BE49-F238E27FC236}">
                <a16:creationId xmlns:a16="http://schemas.microsoft.com/office/drawing/2014/main" id="{0EB4A89D-8897-4EF8-B0E3-0282C8F8BB53}"/>
              </a:ext>
            </a:extLst>
          </p:cNvPr>
          <p:cNvSpPr>
            <a:spLocks noGrp="1"/>
          </p:cNvSpPr>
          <p:nvPr>
            <p:ph type="body" idx="1"/>
          </p:nvPr>
        </p:nvSpPr>
        <p:spPr/>
        <p:txBody>
          <a:bodyPr/>
          <a:lstStyle/>
          <a:p>
            <a:r>
              <a:rPr lang="en-ID" dirty="0"/>
              <a:t>DAMA DMBOK</a:t>
            </a:r>
          </a:p>
        </p:txBody>
      </p:sp>
    </p:spTree>
    <p:extLst>
      <p:ext uri="{BB962C8B-B14F-4D97-AF65-F5344CB8AC3E}">
        <p14:creationId xmlns:p14="http://schemas.microsoft.com/office/powerpoint/2010/main" val="11934494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01F51-750D-43EC-B1B2-26A2402EEAA7}"/>
              </a:ext>
            </a:extLst>
          </p:cNvPr>
          <p:cNvSpPr>
            <a:spLocks noGrp="1"/>
          </p:cNvSpPr>
          <p:nvPr>
            <p:ph type="title"/>
          </p:nvPr>
        </p:nvSpPr>
        <p:spPr>
          <a:xfrm>
            <a:off x="838200" y="179581"/>
            <a:ext cx="10515600" cy="641951"/>
          </a:xfrm>
        </p:spPr>
        <p:txBody>
          <a:bodyPr/>
          <a:lstStyle/>
          <a:p>
            <a:r>
              <a:rPr lang="en-US" sz="3600" b="1" dirty="0">
                <a:solidFill>
                  <a:srgbClr val="0D1B4B"/>
                </a:solidFill>
                <a:latin typeface="Cambria" pitchFamily="34" charset="0"/>
                <a:ea typeface="Cambria" pitchFamily="34" charset="-122"/>
                <a:cs typeface="Cambria" pitchFamily="34" charset="-120"/>
              </a:rPr>
              <a:t>What Is DAMA DMBOK?</a:t>
            </a:r>
            <a:endParaRPr lang="en-ID" dirty="0"/>
          </a:p>
        </p:txBody>
      </p:sp>
      <p:sp>
        <p:nvSpPr>
          <p:cNvPr id="4" name="Slide Number Placeholder 3">
            <a:extLst>
              <a:ext uri="{FF2B5EF4-FFF2-40B4-BE49-F238E27FC236}">
                <a16:creationId xmlns:a16="http://schemas.microsoft.com/office/drawing/2014/main" id="{3435A8E2-6481-4B0F-9A37-47CBAC96A960}"/>
              </a:ext>
            </a:extLst>
          </p:cNvPr>
          <p:cNvSpPr>
            <a:spLocks noGrp="1"/>
          </p:cNvSpPr>
          <p:nvPr>
            <p:ph type="sldNum" sz="quarter" idx="12"/>
          </p:nvPr>
        </p:nvSpPr>
        <p:spPr/>
        <p:txBody>
          <a:bodyPr/>
          <a:lstStyle/>
          <a:p>
            <a:fld id="{8A7409E4-D43D-4036-AE02-5131D818BD5D}" type="slidenum">
              <a:rPr lang="en-US" smtClean="0"/>
              <a:pPr/>
              <a:t>35</a:t>
            </a:fld>
            <a:endParaRPr lang="en-US"/>
          </a:p>
        </p:txBody>
      </p:sp>
      <p:sp>
        <p:nvSpPr>
          <p:cNvPr id="5" name="Shape 3">
            <a:extLst>
              <a:ext uri="{FF2B5EF4-FFF2-40B4-BE49-F238E27FC236}">
                <a16:creationId xmlns:a16="http://schemas.microsoft.com/office/drawing/2014/main" id="{5ABA70D0-4466-4F43-8C13-2CA63068F794}"/>
              </a:ext>
            </a:extLst>
          </p:cNvPr>
          <p:cNvSpPr/>
          <p:nvPr/>
        </p:nvSpPr>
        <p:spPr>
          <a:xfrm>
            <a:off x="805249" y="839820"/>
            <a:ext cx="10515600" cy="896112"/>
          </a:xfrm>
          <a:prstGeom prst="roundRect">
            <a:avLst>
              <a:gd name="adj" fmla="val 12245"/>
            </a:avLst>
          </a:prstGeom>
          <a:solidFill>
            <a:srgbClr val="0D1B4B"/>
          </a:solidFill>
          <a:ln/>
        </p:spPr>
      </p:sp>
      <p:sp>
        <p:nvSpPr>
          <p:cNvPr id="6" name="Text 4">
            <a:extLst>
              <a:ext uri="{FF2B5EF4-FFF2-40B4-BE49-F238E27FC236}">
                <a16:creationId xmlns:a16="http://schemas.microsoft.com/office/drawing/2014/main" id="{E459F56F-5A86-46E2-8C6C-643D96E74FCC}"/>
              </a:ext>
            </a:extLst>
          </p:cNvPr>
          <p:cNvSpPr/>
          <p:nvPr/>
        </p:nvSpPr>
        <p:spPr>
          <a:xfrm>
            <a:off x="969841" y="894684"/>
            <a:ext cx="10175954" cy="768096"/>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The DAMA-DMBOK provides a functional framework for the implementation of enterprise data management practices — including widely adopted practices, methods and techniques, functions, roles, deliverables and metrics — and establishes a common vocabulary for data management concepts.</a:t>
            </a:r>
            <a:endParaRPr lang="en-US" sz="3200" dirty="0"/>
          </a:p>
        </p:txBody>
      </p:sp>
      <p:sp>
        <p:nvSpPr>
          <p:cNvPr id="7" name="Text 5">
            <a:extLst>
              <a:ext uri="{FF2B5EF4-FFF2-40B4-BE49-F238E27FC236}">
                <a16:creationId xmlns:a16="http://schemas.microsoft.com/office/drawing/2014/main" id="{1FA8301A-3D31-4F13-BCB5-0D2F0FEA53EE}"/>
              </a:ext>
            </a:extLst>
          </p:cNvPr>
          <p:cNvSpPr/>
          <p:nvPr/>
        </p:nvSpPr>
        <p:spPr>
          <a:xfrm>
            <a:off x="920359" y="1979597"/>
            <a:ext cx="5006368" cy="396136"/>
          </a:xfrm>
          <a:prstGeom prst="rect">
            <a:avLst/>
          </a:prstGeom>
          <a:noFill/>
          <a:ln/>
        </p:spPr>
        <p:txBody>
          <a:bodyPr wrap="square" lIns="0" tIns="0" rIns="0" bIns="0" rtlCol="0" anchor="ctr"/>
          <a:lstStyle/>
          <a:p>
            <a:pPr marL="0" indent="0">
              <a:buNone/>
            </a:pPr>
            <a:r>
              <a:rPr lang="en-US" b="1" dirty="0">
                <a:solidFill>
                  <a:srgbClr val="005F73"/>
                </a:solidFill>
                <a:latin typeface="Calibri" pitchFamily="34" charset="0"/>
                <a:ea typeface="Calibri" pitchFamily="34" charset="-122"/>
                <a:cs typeface="Calibri" pitchFamily="34" charset="-120"/>
              </a:rPr>
              <a:t>What it IS</a:t>
            </a:r>
            <a:endParaRPr lang="en-US" dirty="0"/>
          </a:p>
        </p:txBody>
      </p:sp>
      <p:sp>
        <p:nvSpPr>
          <p:cNvPr id="8" name="Text 6">
            <a:extLst>
              <a:ext uri="{FF2B5EF4-FFF2-40B4-BE49-F238E27FC236}">
                <a16:creationId xmlns:a16="http://schemas.microsoft.com/office/drawing/2014/main" id="{918CD8AF-C882-4524-B6AC-29EBAB863707}"/>
              </a:ext>
            </a:extLst>
          </p:cNvPr>
          <p:cNvSpPr/>
          <p:nvPr/>
        </p:nvSpPr>
        <p:spPr>
          <a:xfrm>
            <a:off x="6265274" y="1979597"/>
            <a:ext cx="4950117" cy="396136"/>
          </a:xfrm>
          <a:prstGeom prst="rect">
            <a:avLst/>
          </a:prstGeom>
          <a:noFill/>
          <a:ln/>
        </p:spPr>
        <p:txBody>
          <a:bodyPr wrap="square" lIns="0" tIns="0" rIns="0" bIns="0" rtlCol="0" anchor="ctr"/>
          <a:lstStyle/>
          <a:p>
            <a:pPr marL="0" indent="0">
              <a:buNone/>
            </a:pPr>
            <a:r>
              <a:rPr lang="en-US" b="1" dirty="0">
                <a:solidFill>
                  <a:srgbClr val="9B2226"/>
                </a:solidFill>
                <a:latin typeface="Calibri" pitchFamily="34" charset="0"/>
                <a:ea typeface="Calibri" pitchFamily="34" charset="-122"/>
                <a:cs typeface="Calibri" pitchFamily="34" charset="-120"/>
              </a:rPr>
              <a:t>What it is NOT</a:t>
            </a:r>
            <a:endParaRPr lang="en-US" dirty="0"/>
          </a:p>
        </p:txBody>
      </p:sp>
      <p:sp>
        <p:nvSpPr>
          <p:cNvPr id="9" name="Shape 7">
            <a:extLst>
              <a:ext uri="{FF2B5EF4-FFF2-40B4-BE49-F238E27FC236}">
                <a16:creationId xmlns:a16="http://schemas.microsoft.com/office/drawing/2014/main" id="{5027372B-CC4E-4379-ABEC-1487AEDB5910}"/>
              </a:ext>
            </a:extLst>
          </p:cNvPr>
          <p:cNvSpPr/>
          <p:nvPr/>
        </p:nvSpPr>
        <p:spPr>
          <a:xfrm>
            <a:off x="920359" y="2327069"/>
            <a:ext cx="5006368" cy="519928"/>
          </a:xfrm>
          <a:prstGeom prst="roundRect">
            <a:avLst>
              <a:gd name="adj" fmla="val 16667"/>
            </a:avLst>
          </a:prstGeom>
          <a:solidFill>
            <a:srgbClr val="E0F4F6"/>
          </a:solidFill>
          <a:ln/>
        </p:spPr>
      </p:sp>
      <p:sp>
        <p:nvSpPr>
          <p:cNvPr id="10" name="Text 8">
            <a:extLst>
              <a:ext uri="{FF2B5EF4-FFF2-40B4-BE49-F238E27FC236}">
                <a16:creationId xmlns:a16="http://schemas.microsoft.com/office/drawing/2014/main" id="{DC587E41-E5B6-441F-84F2-88A0D1276039}"/>
              </a:ext>
            </a:extLst>
          </p:cNvPr>
          <p:cNvSpPr/>
          <p:nvPr/>
        </p:nvSpPr>
        <p:spPr>
          <a:xfrm>
            <a:off x="1030087" y="2345356"/>
            <a:ext cx="4747612" cy="470411"/>
          </a:xfrm>
          <a:prstGeom prst="rect">
            <a:avLst/>
          </a:prstGeom>
          <a:noFill/>
          <a:ln/>
        </p:spPr>
        <p:txBody>
          <a:bodyPr wrap="square" lIns="0" tIns="0" rIns="0" bIns="0" rtlCol="0" anchor="ctr"/>
          <a:lstStyle/>
          <a:p>
            <a:pPr marL="0" indent="0">
              <a:buNone/>
            </a:pPr>
            <a:r>
              <a:rPr lang="en-US" sz="1200" dirty="0">
                <a:solidFill>
                  <a:srgbClr val="005F73"/>
                </a:solidFill>
                <a:latin typeface="Calibri" pitchFamily="34" charset="0"/>
                <a:ea typeface="Calibri" pitchFamily="34" charset="-122"/>
                <a:cs typeface="Calibri" pitchFamily="34" charset="-120"/>
              </a:rPr>
              <a:t>✓  A universal reference guide for data professionals</a:t>
            </a:r>
            <a:endParaRPr lang="en-US" sz="1200" dirty="0"/>
          </a:p>
        </p:txBody>
      </p:sp>
      <p:sp>
        <p:nvSpPr>
          <p:cNvPr id="11" name="Shape 9">
            <a:extLst>
              <a:ext uri="{FF2B5EF4-FFF2-40B4-BE49-F238E27FC236}">
                <a16:creationId xmlns:a16="http://schemas.microsoft.com/office/drawing/2014/main" id="{18890B3A-88AC-4F17-BCD6-2599B9415F0E}"/>
              </a:ext>
            </a:extLst>
          </p:cNvPr>
          <p:cNvSpPr/>
          <p:nvPr/>
        </p:nvSpPr>
        <p:spPr>
          <a:xfrm>
            <a:off x="920359" y="2922733"/>
            <a:ext cx="5006368" cy="519928"/>
          </a:xfrm>
          <a:prstGeom prst="roundRect">
            <a:avLst>
              <a:gd name="adj" fmla="val 16667"/>
            </a:avLst>
          </a:prstGeom>
          <a:solidFill>
            <a:srgbClr val="E0F4F6"/>
          </a:solidFill>
          <a:ln/>
        </p:spPr>
      </p:sp>
      <p:sp>
        <p:nvSpPr>
          <p:cNvPr id="12" name="Text 10">
            <a:extLst>
              <a:ext uri="{FF2B5EF4-FFF2-40B4-BE49-F238E27FC236}">
                <a16:creationId xmlns:a16="http://schemas.microsoft.com/office/drawing/2014/main" id="{2EB83969-BBAC-4992-BAF8-F3F6B5A3C045}"/>
              </a:ext>
            </a:extLst>
          </p:cNvPr>
          <p:cNvSpPr/>
          <p:nvPr/>
        </p:nvSpPr>
        <p:spPr>
          <a:xfrm>
            <a:off x="1030087" y="2941020"/>
            <a:ext cx="4747612" cy="470411"/>
          </a:xfrm>
          <a:prstGeom prst="rect">
            <a:avLst/>
          </a:prstGeom>
          <a:noFill/>
          <a:ln/>
        </p:spPr>
        <p:txBody>
          <a:bodyPr wrap="square" lIns="0" tIns="0" rIns="0" bIns="0" rtlCol="0" anchor="ctr"/>
          <a:lstStyle/>
          <a:p>
            <a:pPr marL="0" indent="0">
              <a:buNone/>
            </a:pPr>
            <a:r>
              <a:rPr lang="en-US" sz="1200" dirty="0">
                <a:solidFill>
                  <a:srgbClr val="005F73"/>
                </a:solidFill>
                <a:latin typeface="Calibri" pitchFamily="34" charset="0"/>
                <a:ea typeface="Calibri" pitchFamily="34" charset="-122"/>
                <a:cs typeface="Calibri" pitchFamily="34" charset="-120"/>
              </a:rPr>
              <a:t>✓  A common language and vocabulary for data management</a:t>
            </a:r>
            <a:endParaRPr lang="en-US" sz="1200" dirty="0"/>
          </a:p>
        </p:txBody>
      </p:sp>
      <p:sp>
        <p:nvSpPr>
          <p:cNvPr id="13" name="Shape 11">
            <a:extLst>
              <a:ext uri="{FF2B5EF4-FFF2-40B4-BE49-F238E27FC236}">
                <a16:creationId xmlns:a16="http://schemas.microsoft.com/office/drawing/2014/main" id="{2C547714-BC29-4EF0-94A8-9CEF6DCFD6F5}"/>
              </a:ext>
            </a:extLst>
          </p:cNvPr>
          <p:cNvSpPr/>
          <p:nvPr/>
        </p:nvSpPr>
        <p:spPr>
          <a:xfrm>
            <a:off x="920359" y="3522306"/>
            <a:ext cx="5006368" cy="519928"/>
          </a:xfrm>
          <a:prstGeom prst="roundRect">
            <a:avLst>
              <a:gd name="adj" fmla="val 16667"/>
            </a:avLst>
          </a:prstGeom>
          <a:solidFill>
            <a:srgbClr val="E0F4F6"/>
          </a:solidFill>
          <a:ln/>
        </p:spPr>
      </p:sp>
      <p:sp>
        <p:nvSpPr>
          <p:cNvPr id="14" name="Text 12">
            <a:extLst>
              <a:ext uri="{FF2B5EF4-FFF2-40B4-BE49-F238E27FC236}">
                <a16:creationId xmlns:a16="http://schemas.microsoft.com/office/drawing/2014/main" id="{220C371F-223B-4AD1-867B-5F7800CB2302}"/>
              </a:ext>
            </a:extLst>
          </p:cNvPr>
          <p:cNvSpPr/>
          <p:nvPr/>
        </p:nvSpPr>
        <p:spPr>
          <a:xfrm>
            <a:off x="1030087" y="3540593"/>
            <a:ext cx="4747612" cy="470411"/>
          </a:xfrm>
          <a:prstGeom prst="rect">
            <a:avLst/>
          </a:prstGeom>
          <a:noFill/>
          <a:ln/>
        </p:spPr>
        <p:txBody>
          <a:bodyPr wrap="square" lIns="0" tIns="0" rIns="0" bIns="0" rtlCol="0" anchor="ctr"/>
          <a:lstStyle/>
          <a:p>
            <a:pPr marL="0" indent="0">
              <a:buNone/>
            </a:pPr>
            <a:r>
              <a:rPr lang="en-US" sz="1200" dirty="0">
                <a:solidFill>
                  <a:srgbClr val="005F73"/>
                </a:solidFill>
                <a:latin typeface="Calibri" pitchFamily="34" charset="0"/>
                <a:ea typeface="Calibri" pitchFamily="34" charset="-122"/>
                <a:cs typeface="Calibri" pitchFamily="34" charset="-120"/>
              </a:rPr>
              <a:t>✓  A functional framework covering roles, deliverables, and metrics</a:t>
            </a:r>
            <a:endParaRPr lang="en-US" sz="1200" dirty="0"/>
          </a:p>
        </p:txBody>
      </p:sp>
      <p:sp>
        <p:nvSpPr>
          <p:cNvPr id="15" name="Shape 13">
            <a:extLst>
              <a:ext uri="{FF2B5EF4-FFF2-40B4-BE49-F238E27FC236}">
                <a16:creationId xmlns:a16="http://schemas.microsoft.com/office/drawing/2014/main" id="{D3780D27-63D7-40FD-88A8-D6B53D4B904F}"/>
              </a:ext>
            </a:extLst>
          </p:cNvPr>
          <p:cNvSpPr/>
          <p:nvPr/>
        </p:nvSpPr>
        <p:spPr>
          <a:xfrm>
            <a:off x="920359" y="4121879"/>
            <a:ext cx="5006368" cy="519928"/>
          </a:xfrm>
          <a:prstGeom prst="roundRect">
            <a:avLst>
              <a:gd name="adj" fmla="val 16667"/>
            </a:avLst>
          </a:prstGeom>
          <a:solidFill>
            <a:srgbClr val="E0F4F6"/>
          </a:solidFill>
          <a:ln/>
        </p:spPr>
      </p:sp>
      <p:sp>
        <p:nvSpPr>
          <p:cNvPr id="16" name="Text 14">
            <a:extLst>
              <a:ext uri="{FF2B5EF4-FFF2-40B4-BE49-F238E27FC236}">
                <a16:creationId xmlns:a16="http://schemas.microsoft.com/office/drawing/2014/main" id="{91D11EC4-98B2-4591-8D3C-FA3E6213B134}"/>
              </a:ext>
            </a:extLst>
          </p:cNvPr>
          <p:cNvSpPr/>
          <p:nvPr/>
        </p:nvSpPr>
        <p:spPr>
          <a:xfrm>
            <a:off x="1030087" y="4140166"/>
            <a:ext cx="4747612" cy="470411"/>
          </a:xfrm>
          <a:prstGeom prst="rect">
            <a:avLst/>
          </a:prstGeom>
          <a:noFill/>
          <a:ln/>
        </p:spPr>
        <p:txBody>
          <a:bodyPr wrap="square" lIns="0" tIns="0" rIns="0" bIns="0" rtlCol="0" anchor="ctr"/>
          <a:lstStyle/>
          <a:p>
            <a:pPr marL="0" indent="0">
              <a:buNone/>
            </a:pPr>
            <a:r>
              <a:rPr lang="en-US" sz="1200" dirty="0">
                <a:solidFill>
                  <a:srgbClr val="005F73"/>
                </a:solidFill>
                <a:latin typeface="Calibri" pitchFamily="34" charset="0"/>
                <a:ea typeface="Calibri" pitchFamily="34" charset="-122"/>
                <a:cs typeface="Calibri" pitchFamily="34" charset="-120"/>
              </a:rPr>
              <a:t>✓  Non-prescriptive — defines WHAT, not HOW</a:t>
            </a:r>
            <a:endParaRPr lang="en-US" sz="1200" dirty="0"/>
          </a:p>
        </p:txBody>
      </p:sp>
      <p:sp>
        <p:nvSpPr>
          <p:cNvPr id="17" name="Shape 15">
            <a:extLst>
              <a:ext uri="{FF2B5EF4-FFF2-40B4-BE49-F238E27FC236}">
                <a16:creationId xmlns:a16="http://schemas.microsoft.com/office/drawing/2014/main" id="{199CBF38-A71B-4B9B-97E4-0DD764483E95}"/>
              </a:ext>
            </a:extLst>
          </p:cNvPr>
          <p:cNvSpPr/>
          <p:nvPr/>
        </p:nvSpPr>
        <p:spPr>
          <a:xfrm>
            <a:off x="920359" y="4719872"/>
            <a:ext cx="5006368" cy="519928"/>
          </a:xfrm>
          <a:prstGeom prst="roundRect">
            <a:avLst>
              <a:gd name="adj" fmla="val 16667"/>
            </a:avLst>
          </a:prstGeom>
          <a:solidFill>
            <a:srgbClr val="E0F4F6"/>
          </a:solidFill>
          <a:ln/>
        </p:spPr>
      </p:sp>
      <p:sp>
        <p:nvSpPr>
          <p:cNvPr id="18" name="Text 16">
            <a:extLst>
              <a:ext uri="{FF2B5EF4-FFF2-40B4-BE49-F238E27FC236}">
                <a16:creationId xmlns:a16="http://schemas.microsoft.com/office/drawing/2014/main" id="{8356946D-6C50-4894-B098-29F0CA03B8D6}"/>
              </a:ext>
            </a:extLst>
          </p:cNvPr>
          <p:cNvSpPr/>
          <p:nvPr/>
        </p:nvSpPr>
        <p:spPr>
          <a:xfrm>
            <a:off x="1030087" y="4738159"/>
            <a:ext cx="4747612" cy="470411"/>
          </a:xfrm>
          <a:prstGeom prst="rect">
            <a:avLst/>
          </a:prstGeom>
          <a:noFill/>
          <a:ln/>
        </p:spPr>
        <p:txBody>
          <a:bodyPr wrap="square" lIns="0" tIns="0" rIns="0" bIns="0" rtlCol="0" anchor="ctr"/>
          <a:lstStyle/>
          <a:p>
            <a:pPr marL="0" indent="0">
              <a:buNone/>
            </a:pPr>
            <a:r>
              <a:rPr lang="en-US" sz="1200" dirty="0">
                <a:solidFill>
                  <a:srgbClr val="005F73"/>
                </a:solidFill>
                <a:latin typeface="Calibri" pitchFamily="34" charset="0"/>
                <a:ea typeface="Calibri" pitchFamily="34" charset="-122"/>
                <a:cs typeface="Calibri" pitchFamily="34" charset="-120"/>
              </a:rPr>
              <a:t>✓  The foundation for CDMP® certification</a:t>
            </a:r>
            <a:endParaRPr lang="en-US" sz="1200" dirty="0"/>
          </a:p>
        </p:txBody>
      </p:sp>
      <p:sp>
        <p:nvSpPr>
          <p:cNvPr id="19" name="Shape 17">
            <a:extLst>
              <a:ext uri="{FF2B5EF4-FFF2-40B4-BE49-F238E27FC236}">
                <a16:creationId xmlns:a16="http://schemas.microsoft.com/office/drawing/2014/main" id="{708F8DBA-30B7-4A49-9B42-848D2CA767A7}"/>
              </a:ext>
            </a:extLst>
          </p:cNvPr>
          <p:cNvSpPr/>
          <p:nvPr/>
        </p:nvSpPr>
        <p:spPr>
          <a:xfrm>
            <a:off x="920359" y="5317865"/>
            <a:ext cx="5006368" cy="519928"/>
          </a:xfrm>
          <a:prstGeom prst="roundRect">
            <a:avLst>
              <a:gd name="adj" fmla="val 16667"/>
            </a:avLst>
          </a:prstGeom>
          <a:solidFill>
            <a:srgbClr val="E0F4F6"/>
          </a:solidFill>
          <a:ln/>
        </p:spPr>
      </p:sp>
      <p:sp>
        <p:nvSpPr>
          <p:cNvPr id="20" name="Text 18">
            <a:extLst>
              <a:ext uri="{FF2B5EF4-FFF2-40B4-BE49-F238E27FC236}">
                <a16:creationId xmlns:a16="http://schemas.microsoft.com/office/drawing/2014/main" id="{E453C063-848E-4638-AA66-C89D4E45A948}"/>
              </a:ext>
            </a:extLst>
          </p:cNvPr>
          <p:cNvSpPr/>
          <p:nvPr/>
        </p:nvSpPr>
        <p:spPr>
          <a:xfrm>
            <a:off x="1030087" y="5336152"/>
            <a:ext cx="4747612" cy="470411"/>
          </a:xfrm>
          <a:prstGeom prst="rect">
            <a:avLst/>
          </a:prstGeom>
          <a:noFill/>
          <a:ln/>
        </p:spPr>
        <p:txBody>
          <a:bodyPr wrap="square" lIns="0" tIns="0" rIns="0" bIns="0" rtlCol="0" anchor="ctr"/>
          <a:lstStyle/>
          <a:p>
            <a:pPr marL="0" indent="0">
              <a:buNone/>
            </a:pPr>
            <a:r>
              <a:rPr lang="en-US" sz="1200" dirty="0">
                <a:solidFill>
                  <a:srgbClr val="005F73"/>
                </a:solidFill>
                <a:latin typeface="Calibri" pitchFamily="34" charset="0"/>
                <a:ea typeface="Calibri" pitchFamily="34" charset="-122"/>
                <a:cs typeface="Calibri" pitchFamily="34" charset="-120"/>
              </a:rPr>
              <a:t>✓  Applicable across all industries and organization sizes</a:t>
            </a:r>
            <a:endParaRPr lang="en-US" sz="1200" dirty="0"/>
          </a:p>
        </p:txBody>
      </p:sp>
      <p:sp>
        <p:nvSpPr>
          <p:cNvPr id="21" name="Shape 19">
            <a:extLst>
              <a:ext uri="{FF2B5EF4-FFF2-40B4-BE49-F238E27FC236}">
                <a16:creationId xmlns:a16="http://schemas.microsoft.com/office/drawing/2014/main" id="{83B5D5CE-B546-4C07-B714-092863D837F1}"/>
              </a:ext>
            </a:extLst>
          </p:cNvPr>
          <p:cNvSpPr/>
          <p:nvPr/>
        </p:nvSpPr>
        <p:spPr>
          <a:xfrm>
            <a:off x="6265274" y="2327069"/>
            <a:ext cx="4950117" cy="519928"/>
          </a:xfrm>
          <a:prstGeom prst="roundRect">
            <a:avLst>
              <a:gd name="adj" fmla="val 16667"/>
            </a:avLst>
          </a:prstGeom>
          <a:solidFill>
            <a:srgbClr val="FAEAEA"/>
          </a:solidFill>
          <a:ln/>
        </p:spPr>
      </p:sp>
      <p:sp>
        <p:nvSpPr>
          <p:cNvPr id="22" name="Text 20">
            <a:extLst>
              <a:ext uri="{FF2B5EF4-FFF2-40B4-BE49-F238E27FC236}">
                <a16:creationId xmlns:a16="http://schemas.microsoft.com/office/drawing/2014/main" id="{F413F654-54D8-4B38-A9DB-320048039C0D}"/>
              </a:ext>
            </a:extLst>
          </p:cNvPr>
          <p:cNvSpPr/>
          <p:nvPr/>
        </p:nvSpPr>
        <p:spPr>
          <a:xfrm>
            <a:off x="6375002" y="2345356"/>
            <a:ext cx="4702611" cy="470411"/>
          </a:xfrm>
          <a:prstGeom prst="rect">
            <a:avLst/>
          </a:prstGeom>
          <a:noFill/>
          <a:ln/>
        </p:spPr>
        <p:txBody>
          <a:bodyPr wrap="square" lIns="0" tIns="0" rIns="0" bIns="0" rtlCol="0" anchor="ctr"/>
          <a:lstStyle/>
          <a:p>
            <a:pPr marL="0" indent="0">
              <a:buNone/>
            </a:pPr>
            <a:r>
              <a:rPr lang="en-US" sz="1200" dirty="0">
                <a:solidFill>
                  <a:srgbClr val="9B2226"/>
                </a:solidFill>
                <a:latin typeface="Calibri" pitchFamily="34" charset="0"/>
                <a:ea typeface="Calibri" pitchFamily="34" charset="-122"/>
                <a:cs typeface="Calibri" pitchFamily="34" charset="-120"/>
              </a:rPr>
              <a:t>✗  Not a prescriptive standard — no single implementation path</a:t>
            </a:r>
            <a:endParaRPr lang="en-US" sz="1200" dirty="0"/>
          </a:p>
        </p:txBody>
      </p:sp>
      <p:sp>
        <p:nvSpPr>
          <p:cNvPr id="23" name="Shape 21">
            <a:extLst>
              <a:ext uri="{FF2B5EF4-FFF2-40B4-BE49-F238E27FC236}">
                <a16:creationId xmlns:a16="http://schemas.microsoft.com/office/drawing/2014/main" id="{9ABD1111-E22C-4D4F-A92F-E77B75878DED}"/>
              </a:ext>
            </a:extLst>
          </p:cNvPr>
          <p:cNvSpPr/>
          <p:nvPr/>
        </p:nvSpPr>
        <p:spPr>
          <a:xfrm>
            <a:off x="6265274" y="2922733"/>
            <a:ext cx="4950117" cy="519928"/>
          </a:xfrm>
          <a:prstGeom prst="roundRect">
            <a:avLst>
              <a:gd name="adj" fmla="val 16667"/>
            </a:avLst>
          </a:prstGeom>
          <a:solidFill>
            <a:srgbClr val="FAEAEA"/>
          </a:solidFill>
          <a:ln/>
        </p:spPr>
      </p:sp>
      <p:sp>
        <p:nvSpPr>
          <p:cNvPr id="24" name="Text 22">
            <a:extLst>
              <a:ext uri="{FF2B5EF4-FFF2-40B4-BE49-F238E27FC236}">
                <a16:creationId xmlns:a16="http://schemas.microsoft.com/office/drawing/2014/main" id="{7F0A3BAF-EEBA-47DD-975E-1AC9BB0E4737}"/>
              </a:ext>
            </a:extLst>
          </p:cNvPr>
          <p:cNvSpPr/>
          <p:nvPr/>
        </p:nvSpPr>
        <p:spPr>
          <a:xfrm>
            <a:off x="6375002" y="2941020"/>
            <a:ext cx="4702611" cy="470411"/>
          </a:xfrm>
          <a:prstGeom prst="rect">
            <a:avLst/>
          </a:prstGeom>
          <a:noFill/>
          <a:ln/>
        </p:spPr>
        <p:txBody>
          <a:bodyPr wrap="square" lIns="0" tIns="0" rIns="0" bIns="0" rtlCol="0" anchor="ctr"/>
          <a:lstStyle/>
          <a:p>
            <a:pPr marL="0" indent="0">
              <a:buNone/>
            </a:pPr>
            <a:r>
              <a:rPr lang="en-US" sz="1200" dirty="0">
                <a:solidFill>
                  <a:srgbClr val="9B2226"/>
                </a:solidFill>
                <a:latin typeface="Calibri" pitchFamily="34" charset="0"/>
                <a:ea typeface="Calibri" pitchFamily="34" charset="-122"/>
                <a:cs typeface="Calibri" pitchFamily="34" charset="-120"/>
              </a:rPr>
              <a:t>✗  Not a regulation or compliance mandate</a:t>
            </a:r>
            <a:endParaRPr lang="en-US" sz="1200" dirty="0"/>
          </a:p>
        </p:txBody>
      </p:sp>
      <p:sp>
        <p:nvSpPr>
          <p:cNvPr id="25" name="Shape 23">
            <a:extLst>
              <a:ext uri="{FF2B5EF4-FFF2-40B4-BE49-F238E27FC236}">
                <a16:creationId xmlns:a16="http://schemas.microsoft.com/office/drawing/2014/main" id="{71887681-D9AE-4021-89B2-D44649FF5B1A}"/>
              </a:ext>
            </a:extLst>
          </p:cNvPr>
          <p:cNvSpPr/>
          <p:nvPr/>
        </p:nvSpPr>
        <p:spPr>
          <a:xfrm>
            <a:off x="6265274" y="3522306"/>
            <a:ext cx="4950117" cy="519928"/>
          </a:xfrm>
          <a:prstGeom prst="roundRect">
            <a:avLst>
              <a:gd name="adj" fmla="val 16667"/>
            </a:avLst>
          </a:prstGeom>
          <a:solidFill>
            <a:srgbClr val="FAEAEA"/>
          </a:solidFill>
          <a:ln/>
        </p:spPr>
      </p:sp>
      <p:sp>
        <p:nvSpPr>
          <p:cNvPr id="26" name="Text 24">
            <a:extLst>
              <a:ext uri="{FF2B5EF4-FFF2-40B4-BE49-F238E27FC236}">
                <a16:creationId xmlns:a16="http://schemas.microsoft.com/office/drawing/2014/main" id="{08900CAA-BB58-453C-AE41-AD13365310ED}"/>
              </a:ext>
            </a:extLst>
          </p:cNvPr>
          <p:cNvSpPr/>
          <p:nvPr/>
        </p:nvSpPr>
        <p:spPr>
          <a:xfrm>
            <a:off x="6375002" y="3540593"/>
            <a:ext cx="4702611" cy="470411"/>
          </a:xfrm>
          <a:prstGeom prst="rect">
            <a:avLst/>
          </a:prstGeom>
          <a:noFill/>
          <a:ln/>
        </p:spPr>
        <p:txBody>
          <a:bodyPr wrap="square" lIns="0" tIns="0" rIns="0" bIns="0" rtlCol="0" anchor="ctr"/>
          <a:lstStyle/>
          <a:p>
            <a:pPr marL="0" indent="0">
              <a:buNone/>
            </a:pPr>
            <a:r>
              <a:rPr lang="en-US" sz="1200" dirty="0">
                <a:solidFill>
                  <a:srgbClr val="9B2226"/>
                </a:solidFill>
                <a:latin typeface="Calibri" pitchFamily="34" charset="0"/>
                <a:ea typeface="Calibri" pitchFamily="34" charset="-122"/>
                <a:cs typeface="Calibri" pitchFamily="34" charset="-120"/>
              </a:rPr>
              <a:t>✗  Not a technology manual — vendor-neutral</a:t>
            </a:r>
            <a:endParaRPr lang="en-US" sz="1200" dirty="0"/>
          </a:p>
        </p:txBody>
      </p:sp>
      <p:sp>
        <p:nvSpPr>
          <p:cNvPr id="27" name="Shape 25">
            <a:extLst>
              <a:ext uri="{FF2B5EF4-FFF2-40B4-BE49-F238E27FC236}">
                <a16:creationId xmlns:a16="http://schemas.microsoft.com/office/drawing/2014/main" id="{4ED0278D-A9B8-4FB3-919C-5CDE93731907}"/>
              </a:ext>
            </a:extLst>
          </p:cNvPr>
          <p:cNvSpPr/>
          <p:nvPr/>
        </p:nvSpPr>
        <p:spPr>
          <a:xfrm>
            <a:off x="6265274" y="4121879"/>
            <a:ext cx="4950117" cy="519928"/>
          </a:xfrm>
          <a:prstGeom prst="roundRect">
            <a:avLst>
              <a:gd name="adj" fmla="val 16667"/>
            </a:avLst>
          </a:prstGeom>
          <a:solidFill>
            <a:srgbClr val="FAEAEA"/>
          </a:solidFill>
          <a:ln/>
        </p:spPr>
      </p:sp>
      <p:sp>
        <p:nvSpPr>
          <p:cNvPr id="28" name="Text 26">
            <a:extLst>
              <a:ext uri="{FF2B5EF4-FFF2-40B4-BE49-F238E27FC236}">
                <a16:creationId xmlns:a16="http://schemas.microsoft.com/office/drawing/2014/main" id="{FA78C646-5327-4415-AA71-0E962810175C}"/>
              </a:ext>
            </a:extLst>
          </p:cNvPr>
          <p:cNvSpPr/>
          <p:nvPr/>
        </p:nvSpPr>
        <p:spPr>
          <a:xfrm>
            <a:off x="6375002" y="4140166"/>
            <a:ext cx="4702611" cy="470411"/>
          </a:xfrm>
          <a:prstGeom prst="rect">
            <a:avLst/>
          </a:prstGeom>
          <a:noFill/>
          <a:ln/>
        </p:spPr>
        <p:txBody>
          <a:bodyPr wrap="square" lIns="0" tIns="0" rIns="0" bIns="0" rtlCol="0" anchor="ctr"/>
          <a:lstStyle/>
          <a:p>
            <a:pPr marL="0" indent="0">
              <a:buNone/>
            </a:pPr>
            <a:r>
              <a:rPr lang="en-US" sz="1200" dirty="0">
                <a:solidFill>
                  <a:srgbClr val="9B2226"/>
                </a:solidFill>
                <a:latin typeface="Calibri" pitchFamily="34" charset="0"/>
                <a:ea typeface="Calibri" pitchFamily="34" charset="-122"/>
                <a:cs typeface="Calibri" pitchFamily="34" charset="-120"/>
              </a:rPr>
              <a:t>✗  Not an exhaustive knowledge repository</a:t>
            </a:r>
            <a:endParaRPr lang="en-US" sz="1200" dirty="0"/>
          </a:p>
        </p:txBody>
      </p:sp>
      <p:sp>
        <p:nvSpPr>
          <p:cNvPr id="29" name="Shape 27">
            <a:extLst>
              <a:ext uri="{FF2B5EF4-FFF2-40B4-BE49-F238E27FC236}">
                <a16:creationId xmlns:a16="http://schemas.microsoft.com/office/drawing/2014/main" id="{BB6E4153-5FB4-4B34-8043-5C62812DC0EA}"/>
              </a:ext>
            </a:extLst>
          </p:cNvPr>
          <p:cNvSpPr/>
          <p:nvPr/>
        </p:nvSpPr>
        <p:spPr>
          <a:xfrm>
            <a:off x="6265274" y="4719872"/>
            <a:ext cx="4950117" cy="519928"/>
          </a:xfrm>
          <a:prstGeom prst="roundRect">
            <a:avLst>
              <a:gd name="adj" fmla="val 16667"/>
            </a:avLst>
          </a:prstGeom>
          <a:solidFill>
            <a:srgbClr val="FAEAEA"/>
          </a:solidFill>
          <a:ln/>
        </p:spPr>
      </p:sp>
      <p:sp>
        <p:nvSpPr>
          <p:cNvPr id="30" name="Text 28">
            <a:extLst>
              <a:ext uri="{FF2B5EF4-FFF2-40B4-BE49-F238E27FC236}">
                <a16:creationId xmlns:a16="http://schemas.microsoft.com/office/drawing/2014/main" id="{914EA90F-137C-4ED8-9B88-0EF44A75328D}"/>
              </a:ext>
            </a:extLst>
          </p:cNvPr>
          <p:cNvSpPr/>
          <p:nvPr/>
        </p:nvSpPr>
        <p:spPr>
          <a:xfrm>
            <a:off x="6375002" y="4738159"/>
            <a:ext cx="4702611" cy="470411"/>
          </a:xfrm>
          <a:prstGeom prst="rect">
            <a:avLst/>
          </a:prstGeom>
          <a:noFill/>
          <a:ln/>
        </p:spPr>
        <p:txBody>
          <a:bodyPr wrap="square" lIns="0" tIns="0" rIns="0" bIns="0" rtlCol="0" anchor="ctr"/>
          <a:lstStyle/>
          <a:p>
            <a:pPr marL="0" indent="0">
              <a:buNone/>
            </a:pPr>
            <a:r>
              <a:rPr lang="en-US" sz="1200" dirty="0">
                <a:solidFill>
                  <a:srgbClr val="9B2226"/>
                </a:solidFill>
                <a:latin typeface="Calibri" pitchFamily="34" charset="0"/>
                <a:ea typeface="Calibri" pitchFamily="34" charset="-122"/>
                <a:cs typeface="Calibri" pitchFamily="34" charset="-120"/>
              </a:rPr>
              <a:t>✗  Not a certification program itself</a:t>
            </a:r>
            <a:endParaRPr lang="en-US" sz="1200" dirty="0"/>
          </a:p>
        </p:txBody>
      </p:sp>
      <p:sp>
        <p:nvSpPr>
          <p:cNvPr id="31" name="Shape 29">
            <a:extLst>
              <a:ext uri="{FF2B5EF4-FFF2-40B4-BE49-F238E27FC236}">
                <a16:creationId xmlns:a16="http://schemas.microsoft.com/office/drawing/2014/main" id="{95B0C5C3-3E2D-4F46-94AF-D5F01CA6C5DB}"/>
              </a:ext>
            </a:extLst>
          </p:cNvPr>
          <p:cNvSpPr/>
          <p:nvPr/>
        </p:nvSpPr>
        <p:spPr>
          <a:xfrm>
            <a:off x="6265274" y="5317865"/>
            <a:ext cx="4950117" cy="519928"/>
          </a:xfrm>
          <a:prstGeom prst="roundRect">
            <a:avLst>
              <a:gd name="adj" fmla="val 16667"/>
            </a:avLst>
          </a:prstGeom>
          <a:solidFill>
            <a:srgbClr val="FAEAEA"/>
          </a:solidFill>
          <a:ln/>
        </p:spPr>
      </p:sp>
      <p:sp>
        <p:nvSpPr>
          <p:cNvPr id="32" name="Text 30">
            <a:extLst>
              <a:ext uri="{FF2B5EF4-FFF2-40B4-BE49-F238E27FC236}">
                <a16:creationId xmlns:a16="http://schemas.microsoft.com/office/drawing/2014/main" id="{F71C3BEB-4BED-462B-B38E-520FC4952A90}"/>
              </a:ext>
            </a:extLst>
          </p:cNvPr>
          <p:cNvSpPr/>
          <p:nvPr/>
        </p:nvSpPr>
        <p:spPr>
          <a:xfrm>
            <a:off x="6375002" y="5336152"/>
            <a:ext cx="4702611" cy="470411"/>
          </a:xfrm>
          <a:prstGeom prst="rect">
            <a:avLst/>
          </a:prstGeom>
          <a:noFill/>
          <a:ln/>
        </p:spPr>
        <p:txBody>
          <a:bodyPr wrap="square" lIns="0" tIns="0" rIns="0" bIns="0" rtlCol="0" anchor="ctr"/>
          <a:lstStyle/>
          <a:p>
            <a:pPr marL="0" indent="0">
              <a:buNone/>
            </a:pPr>
            <a:r>
              <a:rPr lang="en-US" sz="1200" dirty="0">
                <a:solidFill>
                  <a:srgbClr val="9B2226"/>
                </a:solidFill>
                <a:latin typeface="Calibri" pitchFamily="34" charset="0"/>
                <a:ea typeface="Calibri" pitchFamily="34" charset="-122"/>
                <a:cs typeface="Calibri" pitchFamily="34" charset="-120"/>
              </a:rPr>
              <a:t>✗  Not a software product or tool</a:t>
            </a:r>
            <a:endParaRPr lang="en-US" sz="1200" dirty="0"/>
          </a:p>
        </p:txBody>
      </p:sp>
    </p:spTree>
    <p:extLst>
      <p:ext uri="{BB962C8B-B14F-4D97-AF65-F5344CB8AC3E}">
        <p14:creationId xmlns:p14="http://schemas.microsoft.com/office/powerpoint/2010/main" val="17102401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D7A65-33C1-4217-8823-F9EB538E1F72}"/>
              </a:ext>
            </a:extLst>
          </p:cNvPr>
          <p:cNvSpPr>
            <a:spLocks noGrp="1"/>
          </p:cNvSpPr>
          <p:nvPr>
            <p:ph type="title"/>
          </p:nvPr>
        </p:nvSpPr>
        <p:spPr>
          <a:xfrm>
            <a:off x="778283" y="365126"/>
            <a:ext cx="10515600" cy="821124"/>
          </a:xfrm>
        </p:spPr>
        <p:txBody>
          <a:bodyPr/>
          <a:lstStyle/>
          <a:p>
            <a:r>
              <a:rPr lang="en-US" sz="3600" b="1" dirty="0">
                <a:solidFill>
                  <a:srgbClr val="0D1B4B"/>
                </a:solidFill>
                <a:latin typeface="Cambria" pitchFamily="34" charset="0"/>
                <a:ea typeface="Cambria" pitchFamily="34" charset="-122"/>
                <a:cs typeface="Cambria" pitchFamily="34" charset="-120"/>
              </a:rPr>
              <a:t>The 11 Knowledge Areas</a:t>
            </a:r>
            <a:endParaRPr lang="en-ID" dirty="0"/>
          </a:p>
        </p:txBody>
      </p:sp>
      <p:sp>
        <p:nvSpPr>
          <p:cNvPr id="4" name="Slide Number Placeholder 3">
            <a:extLst>
              <a:ext uri="{FF2B5EF4-FFF2-40B4-BE49-F238E27FC236}">
                <a16:creationId xmlns:a16="http://schemas.microsoft.com/office/drawing/2014/main" id="{AAF0190D-EBE0-4FE1-AFC1-D84F91121538}"/>
              </a:ext>
            </a:extLst>
          </p:cNvPr>
          <p:cNvSpPr>
            <a:spLocks noGrp="1"/>
          </p:cNvSpPr>
          <p:nvPr>
            <p:ph type="sldNum" sz="quarter" idx="12"/>
          </p:nvPr>
        </p:nvSpPr>
        <p:spPr/>
        <p:txBody>
          <a:bodyPr/>
          <a:lstStyle/>
          <a:p>
            <a:fld id="{8A7409E4-D43D-4036-AE02-5131D818BD5D}" type="slidenum">
              <a:rPr lang="en-US" smtClean="0"/>
              <a:pPr/>
              <a:t>36</a:t>
            </a:fld>
            <a:endParaRPr lang="en-US"/>
          </a:p>
        </p:txBody>
      </p:sp>
      <p:pic>
        <p:nvPicPr>
          <p:cNvPr id="5" name="Content Placeholder 4">
            <a:extLst>
              <a:ext uri="{FF2B5EF4-FFF2-40B4-BE49-F238E27FC236}">
                <a16:creationId xmlns:a16="http://schemas.microsoft.com/office/drawing/2014/main" id="{6583558A-D4D1-5355-0AC2-1E4F851A580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04824" y="1308314"/>
            <a:ext cx="5091176" cy="4241371"/>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9C593A45-FCBB-4401-B210-F87DA21E823D}"/>
              </a:ext>
            </a:extLst>
          </p:cNvPr>
          <p:cNvSpPr txBox="1"/>
          <p:nvPr/>
        </p:nvSpPr>
        <p:spPr>
          <a:xfrm>
            <a:off x="6292163" y="1981370"/>
            <a:ext cx="4266685" cy="1938992"/>
          </a:xfrm>
          <a:prstGeom prst="rect">
            <a:avLst/>
          </a:prstGeom>
          <a:noFill/>
        </p:spPr>
        <p:txBody>
          <a:bodyPr wrap="square">
            <a:spAutoFit/>
          </a:bodyPr>
          <a:lstStyle/>
          <a:p>
            <a:pPr marL="0" indent="0">
              <a:buNone/>
            </a:pPr>
            <a:r>
              <a:rPr lang="en-US" sz="2400" i="1" dirty="0">
                <a:solidFill>
                  <a:srgbClr val="020294"/>
                </a:solidFill>
                <a:latin typeface="Calibri" pitchFamily="34" charset="0"/>
                <a:ea typeface="Calibri" pitchFamily="34" charset="-122"/>
                <a:cs typeface="Calibri" pitchFamily="34" charset="-120"/>
              </a:rPr>
              <a:t>Data Governance sits at the center hub. The 10 surrounding areas are the spokes — all interconnected, none independent.</a:t>
            </a:r>
            <a:endParaRPr lang="en-US" sz="2400" dirty="0">
              <a:solidFill>
                <a:srgbClr val="020294"/>
              </a:solidFill>
            </a:endParaRPr>
          </a:p>
        </p:txBody>
      </p:sp>
    </p:spTree>
    <p:extLst>
      <p:ext uri="{BB962C8B-B14F-4D97-AF65-F5344CB8AC3E}">
        <p14:creationId xmlns:p14="http://schemas.microsoft.com/office/powerpoint/2010/main" val="42326556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243840"/>
            <a:ext cx="3048000" cy="438912"/>
          </a:xfrm>
          <a:prstGeom prst="roundRect">
            <a:avLst>
              <a:gd name="adj" fmla="val 22222"/>
            </a:avLst>
          </a:prstGeom>
          <a:solidFill>
            <a:srgbClr val="005F73"/>
          </a:solidFill>
          <a:ln/>
        </p:spPr>
      </p:sp>
      <p:sp>
        <p:nvSpPr>
          <p:cNvPr id="3" name="Text 1"/>
          <p:cNvSpPr/>
          <p:nvPr/>
        </p:nvSpPr>
        <p:spPr>
          <a:xfrm>
            <a:off x="609600" y="243840"/>
            <a:ext cx="3048000" cy="438912"/>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THE HUB  ·  Chapter 3</a:t>
            </a:r>
            <a:endParaRPr lang="en-US" sz="1333" dirty="0"/>
          </a:p>
        </p:txBody>
      </p:sp>
      <p:sp>
        <p:nvSpPr>
          <p:cNvPr id="4" name="Text 2"/>
          <p:cNvSpPr/>
          <p:nvPr/>
        </p:nvSpPr>
        <p:spPr>
          <a:xfrm>
            <a:off x="3901440" y="219456"/>
            <a:ext cx="8168640" cy="512064"/>
          </a:xfrm>
          <a:prstGeom prst="rect">
            <a:avLst/>
          </a:prstGeom>
          <a:noFill/>
          <a:ln/>
        </p:spPr>
        <p:txBody>
          <a:bodyPr wrap="square" lIns="0" tIns="0" rIns="0" bIns="0" rtlCol="0" anchor="ctr"/>
          <a:lstStyle/>
          <a:p>
            <a:r>
              <a:rPr lang="en-US" sz="4000" b="1" dirty="0">
                <a:solidFill>
                  <a:srgbClr val="005F73"/>
                </a:solidFill>
                <a:latin typeface="Cambria" pitchFamily="34" charset="0"/>
                <a:ea typeface="Cambria" pitchFamily="34" charset="-122"/>
                <a:cs typeface="Cambria" pitchFamily="34" charset="-120"/>
              </a:rPr>
              <a:t>Data Governance</a:t>
            </a:r>
            <a:endParaRPr lang="en-US" sz="4000" dirty="0"/>
          </a:p>
        </p:txBody>
      </p:sp>
      <p:sp>
        <p:nvSpPr>
          <p:cNvPr id="5" name="Text 3"/>
          <p:cNvSpPr/>
          <p:nvPr/>
        </p:nvSpPr>
        <p:spPr>
          <a:xfrm>
            <a:off x="633984" y="792480"/>
            <a:ext cx="10972800" cy="316992"/>
          </a:xfrm>
          <a:prstGeom prst="rect">
            <a:avLst/>
          </a:prstGeom>
          <a:noFill/>
          <a:ln/>
        </p:spPr>
        <p:txBody>
          <a:bodyPr wrap="square" lIns="0" tIns="0" rIns="0" bIns="0" rtlCol="0" anchor="ctr"/>
          <a:lstStyle/>
          <a:p>
            <a:r>
              <a:rPr lang="en-US" sz="1600" i="1" dirty="0">
                <a:solidFill>
                  <a:srgbClr val="6B7A9F"/>
                </a:solidFill>
                <a:latin typeface="Calibri" pitchFamily="34" charset="0"/>
                <a:ea typeface="Calibri" pitchFamily="34" charset="-122"/>
                <a:cs typeface="Calibri" pitchFamily="34" charset="-120"/>
              </a:rPr>
              <a:t>The planning, oversight, and control layer that underpins all other knowledge areas.</a:t>
            </a:r>
            <a:endParaRPr lang="en-US" sz="1600" dirty="0"/>
          </a:p>
        </p:txBody>
      </p:sp>
      <p:sp>
        <p:nvSpPr>
          <p:cNvPr id="6" name="Shape 4"/>
          <p:cNvSpPr/>
          <p:nvPr/>
        </p:nvSpPr>
        <p:spPr>
          <a:xfrm>
            <a:off x="609600" y="1194816"/>
            <a:ext cx="10972800" cy="1072896"/>
          </a:xfrm>
          <a:prstGeom prst="roundRect">
            <a:avLst>
              <a:gd name="adj" fmla="val 13636"/>
            </a:avLst>
          </a:prstGeom>
          <a:solidFill>
            <a:srgbClr val="005F73"/>
          </a:solidFill>
          <a:ln/>
        </p:spPr>
      </p:sp>
      <p:sp>
        <p:nvSpPr>
          <p:cNvPr id="7" name="Text 5"/>
          <p:cNvSpPr/>
          <p:nvPr/>
        </p:nvSpPr>
        <p:spPr>
          <a:xfrm>
            <a:off x="829056" y="1267968"/>
            <a:ext cx="10533888" cy="926592"/>
          </a:xfrm>
          <a:prstGeom prst="rect">
            <a:avLst/>
          </a:prstGeom>
          <a:noFill/>
          <a:ln/>
        </p:spPr>
        <p:txBody>
          <a:bodyPr wrap="square" rtlCol="0" anchor="ctr"/>
          <a:lstStyle/>
          <a:p>
            <a:r>
              <a:rPr lang="en-US" sz="1667" dirty="0">
                <a:solidFill>
                  <a:srgbClr val="FFFFFF"/>
                </a:solidFill>
                <a:latin typeface="Calibri" pitchFamily="34" charset="0"/>
                <a:ea typeface="Calibri" pitchFamily="34" charset="-122"/>
                <a:cs typeface="Calibri" pitchFamily="34" charset="-120"/>
              </a:rPr>
              <a:t>Data Governance is the exercise of authority, control, and shared decision-making (planning, monitoring, and enforcement) over the management of data assets. It defines who makes data decisions, how those decisions are enforced, and how accountability is maintained across the organization.</a:t>
            </a:r>
            <a:endParaRPr lang="en-US" sz="1667" dirty="0"/>
          </a:p>
        </p:txBody>
      </p:sp>
      <p:sp>
        <p:nvSpPr>
          <p:cNvPr id="8" name="Shape 6"/>
          <p:cNvSpPr/>
          <p:nvPr/>
        </p:nvSpPr>
        <p:spPr>
          <a:xfrm>
            <a:off x="609600" y="2414016"/>
            <a:ext cx="2072640" cy="2292096"/>
          </a:xfrm>
          <a:prstGeom prst="roundRect">
            <a:avLst>
              <a:gd name="adj" fmla="val 5882"/>
            </a:avLst>
          </a:prstGeom>
          <a:solidFill>
            <a:srgbClr val="E0F4F6"/>
          </a:solidFill>
          <a:ln/>
          <a:effectLst>
            <a:outerShdw blurRad="50800" dist="25400" dir="2700000" algn="bl" rotWithShape="0">
              <a:srgbClr val="000000">
                <a:alpha val="6000"/>
              </a:srgbClr>
            </a:outerShdw>
          </a:effectLst>
        </p:spPr>
      </p:sp>
      <p:sp>
        <p:nvSpPr>
          <p:cNvPr id="9" name="Text 7"/>
          <p:cNvSpPr/>
          <p:nvPr/>
        </p:nvSpPr>
        <p:spPr>
          <a:xfrm>
            <a:off x="609600" y="2511552"/>
            <a:ext cx="2072640" cy="463296"/>
          </a:xfrm>
          <a:prstGeom prst="rect">
            <a:avLst/>
          </a:prstGeom>
          <a:noFill/>
          <a:ln/>
        </p:spPr>
        <p:txBody>
          <a:bodyPr wrap="square" lIns="0" tIns="0" rIns="0" bIns="0" rtlCol="0" anchor="ctr"/>
          <a:lstStyle/>
          <a:p>
            <a:pPr algn="ctr"/>
            <a:r>
              <a:rPr lang="en-US" sz="2667" dirty="0">
                <a:solidFill>
                  <a:srgbClr val="000000"/>
                </a:solidFill>
                <a:latin typeface="Calibri" pitchFamily="34" charset="0"/>
                <a:ea typeface="Calibri" pitchFamily="34" charset="-122"/>
                <a:cs typeface="Calibri" pitchFamily="34" charset="-120"/>
              </a:rPr>
              <a:t>⚖</a:t>
            </a:r>
            <a:endParaRPr lang="en-US" sz="2667" dirty="0"/>
          </a:p>
        </p:txBody>
      </p:sp>
      <p:sp>
        <p:nvSpPr>
          <p:cNvPr id="10" name="Text 8"/>
          <p:cNvSpPr/>
          <p:nvPr/>
        </p:nvSpPr>
        <p:spPr>
          <a:xfrm>
            <a:off x="707136" y="3023616"/>
            <a:ext cx="1877568" cy="365760"/>
          </a:xfrm>
          <a:prstGeom prst="rect">
            <a:avLst/>
          </a:prstGeom>
          <a:noFill/>
          <a:ln/>
        </p:spPr>
        <p:txBody>
          <a:bodyPr wrap="square" lIns="0" tIns="0" rIns="0" bIns="0" rtlCol="0" anchor="ctr"/>
          <a:lstStyle/>
          <a:p>
            <a:pPr algn="ctr"/>
            <a:r>
              <a:rPr lang="en-US" sz="1467" b="1" dirty="0">
                <a:solidFill>
                  <a:srgbClr val="005F73"/>
                </a:solidFill>
                <a:latin typeface="Calibri" pitchFamily="34" charset="0"/>
                <a:ea typeface="Calibri" pitchFamily="34" charset="-122"/>
                <a:cs typeface="Calibri" pitchFamily="34" charset="-120"/>
              </a:rPr>
              <a:t>Decision Rights</a:t>
            </a:r>
            <a:endParaRPr lang="en-US" sz="1467" dirty="0"/>
          </a:p>
        </p:txBody>
      </p:sp>
      <p:sp>
        <p:nvSpPr>
          <p:cNvPr id="11" name="Text 9"/>
          <p:cNvSpPr/>
          <p:nvPr/>
        </p:nvSpPr>
        <p:spPr>
          <a:xfrm>
            <a:off x="707136" y="3438144"/>
            <a:ext cx="1877568" cy="1170432"/>
          </a:xfrm>
          <a:prstGeom prst="rect">
            <a:avLst/>
          </a:prstGeom>
          <a:noFill/>
          <a:ln/>
        </p:spPr>
        <p:txBody>
          <a:bodyPr wrap="square" rtlCol="0" anchor="ctr"/>
          <a:lstStyle/>
          <a:p>
            <a:pPr algn="ctr"/>
            <a:r>
              <a:rPr lang="en-US" sz="1267" dirty="0">
                <a:solidFill>
                  <a:srgbClr val="333333"/>
                </a:solidFill>
                <a:latin typeface="Calibri" pitchFamily="34" charset="0"/>
                <a:ea typeface="Calibri" pitchFamily="34" charset="-122"/>
                <a:cs typeface="Calibri" pitchFamily="34" charset="-120"/>
              </a:rPr>
              <a:t>Who is authorized to make which data-related decisions</a:t>
            </a:r>
            <a:endParaRPr lang="en-US" sz="1267" dirty="0"/>
          </a:p>
        </p:txBody>
      </p:sp>
      <p:sp>
        <p:nvSpPr>
          <p:cNvPr id="12" name="Shape 10"/>
          <p:cNvSpPr/>
          <p:nvPr/>
        </p:nvSpPr>
        <p:spPr>
          <a:xfrm>
            <a:off x="2828544" y="2414016"/>
            <a:ext cx="2072640" cy="2292096"/>
          </a:xfrm>
          <a:prstGeom prst="roundRect">
            <a:avLst>
              <a:gd name="adj" fmla="val 5882"/>
            </a:avLst>
          </a:prstGeom>
          <a:solidFill>
            <a:srgbClr val="E0F4F6"/>
          </a:solidFill>
          <a:ln/>
          <a:effectLst>
            <a:outerShdw blurRad="50800" dist="25400" dir="2700000" algn="bl" rotWithShape="0">
              <a:srgbClr val="000000">
                <a:alpha val="6000"/>
              </a:srgbClr>
            </a:outerShdw>
          </a:effectLst>
        </p:spPr>
      </p:sp>
      <p:sp>
        <p:nvSpPr>
          <p:cNvPr id="13" name="Text 11"/>
          <p:cNvSpPr/>
          <p:nvPr/>
        </p:nvSpPr>
        <p:spPr>
          <a:xfrm>
            <a:off x="2828544" y="2511552"/>
            <a:ext cx="2072640" cy="463296"/>
          </a:xfrm>
          <a:prstGeom prst="rect">
            <a:avLst/>
          </a:prstGeom>
          <a:noFill/>
          <a:ln/>
        </p:spPr>
        <p:txBody>
          <a:bodyPr wrap="square" lIns="0" tIns="0" rIns="0" bIns="0" rtlCol="0" anchor="ctr"/>
          <a:lstStyle/>
          <a:p>
            <a:pPr algn="ctr"/>
            <a:r>
              <a:rPr lang="en-US" sz="2667" dirty="0">
                <a:solidFill>
                  <a:srgbClr val="000000"/>
                </a:solidFill>
                <a:latin typeface="Calibri" pitchFamily="34" charset="0"/>
                <a:ea typeface="Calibri" pitchFamily="34" charset="-122"/>
                <a:cs typeface="Calibri" pitchFamily="34" charset="-120"/>
              </a:rPr>
              <a:t>📋</a:t>
            </a:r>
            <a:endParaRPr lang="en-US" sz="2667" dirty="0"/>
          </a:p>
        </p:txBody>
      </p:sp>
      <p:sp>
        <p:nvSpPr>
          <p:cNvPr id="14" name="Text 12"/>
          <p:cNvSpPr/>
          <p:nvPr/>
        </p:nvSpPr>
        <p:spPr>
          <a:xfrm>
            <a:off x="2926080" y="3023616"/>
            <a:ext cx="1877568" cy="365760"/>
          </a:xfrm>
          <a:prstGeom prst="rect">
            <a:avLst/>
          </a:prstGeom>
          <a:noFill/>
          <a:ln/>
        </p:spPr>
        <p:txBody>
          <a:bodyPr wrap="square" lIns="0" tIns="0" rIns="0" bIns="0" rtlCol="0" anchor="ctr"/>
          <a:lstStyle/>
          <a:p>
            <a:pPr algn="ctr"/>
            <a:r>
              <a:rPr lang="en-US" sz="1467" b="1" dirty="0">
                <a:solidFill>
                  <a:srgbClr val="005F73"/>
                </a:solidFill>
                <a:latin typeface="Calibri" pitchFamily="34" charset="0"/>
                <a:ea typeface="Calibri" pitchFamily="34" charset="-122"/>
                <a:cs typeface="Calibri" pitchFamily="34" charset="-120"/>
              </a:rPr>
              <a:t>Policies &amp; Standards</a:t>
            </a:r>
            <a:endParaRPr lang="en-US" sz="1467" dirty="0"/>
          </a:p>
        </p:txBody>
      </p:sp>
      <p:sp>
        <p:nvSpPr>
          <p:cNvPr id="15" name="Text 13"/>
          <p:cNvSpPr/>
          <p:nvPr/>
        </p:nvSpPr>
        <p:spPr>
          <a:xfrm>
            <a:off x="2926080" y="3438144"/>
            <a:ext cx="1877568" cy="1170432"/>
          </a:xfrm>
          <a:prstGeom prst="rect">
            <a:avLst/>
          </a:prstGeom>
          <a:noFill/>
          <a:ln/>
        </p:spPr>
        <p:txBody>
          <a:bodyPr wrap="square" rtlCol="0" anchor="ctr"/>
          <a:lstStyle/>
          <a:p>
            <a:pPr algn="ctr"/>
            <a:r>
              <a:rPr lang="en-US" sz="1267" dirty="0">
                <a:solidFill>
                  <a:srgbClr val="333333"/>
                </a:solidFill>
                <a:latin typeface="Calibri" pitchFamily="34" charset="0"/>
                <a:ea typeface="Calibri" pitchFamily="34" charset="-122"/>
                <a:cs typeface="Calibri" pitchFamily="34" charset="-120"/>
              </a:rPr>
              <a:t>Rules that govern how data is created, used, and protected</a:t>
            </a:r>
            <a:endParaRPr lang="en-US" sz="1267" dirty="0"/>
          </a:p>
        </p:txBody>
      </p:sp>
      <p:sp>
        <p:nvSpPr>
          <p:cNvPr id="16" name="Shape 14"/>
          <p:cNvSpPr/>
          <p:nvPr/>
        </p:nvSpPr>
        <p:spPr>
          <a:xfrm>
            <a:off x="5047488" y="2414016"/>
            <a:ext cx="2072640" cy="2292096"/>
          </a:xfrm>
          <a:prstGeom prst="roundRect">
            <a:avLst>
              <a:gd name="adj" fmla="val 5882"/>
            </a:avLst>
          </a:prstGeom>
          <a:solidFill>
            <a:srgbClr val="E0F4F6"/>
          </a:solidFill>
          <a:ln/>
          <a:effectLst>
            <a:outerShdw blurRad="50800" dist="25400" dir="2700000" algn="bl" rotWithShape="0">
              <a:srgbClr val="000000">
                <a:alpha val="6000"/>
              </a:srgbClr>
            </a:outerShdw>
          </a:effectLst>
        </p:spPr>
      </p:sp>
      <p:sp>
        <p:nvSpPr>
          <p:cNvPr id="17" name="Text 15"/>
          <p:cNvSpPr/>
          <p:nvPr/>
        </p:nvSpPr>
        <p:spPr>
          <a:xfrm>
            <a:off x="5047488" y="2511552"/>
            <a:ext cx="2072640" cy="463296"/>
          </a:xfrm>
          <a:prstGeom prst="rect">
            <a:avLst/>
          </a:prstGeom>
          <a:noFill/>
          <a:ln/>
        </p:spPr>
        <p:txBody>
          <a:bodyPr wrap="square" lIns="0" tIns="0" rIns="0" bIns="0" rtlCol="0" anchor="ctr"/>
          <a:lstStyle/>
          <a:p>
            <a:pPr algn="ctr"/>
            <a:r>
              <a:rPr lang="en-US" sz="2667" dirty="0">
                <a:solidFill>
                  <a:srgbClr val="000000"/>
                </a:solidFill>
                <a:latin typeface="Calibri" pitchFamily="34" charset="0"/>
                <a:ea typeface="Calibri" pitchFamily="34" charset="-122"/>
                <a:cs typeface="Calibri" pitchFamily="34" charset="-120"/>
              </a:rPr>
              <a:t>👥</a:t>
            </a:r>
            <a:endParaRPr lang="en-US" sz="2667" dirty="0"/>
          </a:p>
        </p:txBody>
      </p:sp>
      <p:sp>
        <p:nvSpPr>
          <p:cNvPr id="18" name="Text 16"/>
          <p:cNvSpPr/>
          <p:nvPr/>
        </p:nvSpPr>
        <p:spPr>
          <a:xfrm>
            <a:off x="5145024" y="3023616"/>
            <a:ext cx="1877568" cy="365760"/>
          </a:xfrm>
          <a:prstGeom prst="rect">
            <a:avLst/>
          </a:prstGeom>
          <a:noFill/>
          <a:ln/>
        </p:spPr>
        <p:txBody>
          <a:bodyPr wrap="square" lIns="0" tIns="0" rIns="0" bIns="0" rtlCol="0" anchor="ctr"/>
          <a:lstStyle/>
          <a:p>
            <a:pPr algn="ctr"/>
            <a:r>
              <a:rPr lang="en-US" sz="1467" b="1" dirty="0">
                <a:solidFill>
                  <a:srgbClr val="005F73"/>
                </a:solidFill>
                <a:latin typeface="Calibri" pitchFamily="34" charset="0"/>
                <a:ea typeface="Calibri" pitchFamily="34" charset="-122"/>
                <a:cs typeface="Calibri" pitchFamily="34" charset="-120"/>
              </a:rPr>
              <a:t>Roles &amp; Stewardship</a:t>
            </a:r>
            <a:endParaRPr lang="en-US" sz="1467" dirty="0"/>
          </a:p>
        </p:txBody>
      </p:sp>
      <p:sp>
        <p:nvSpPr>
          <p:cNvPr id="19" name="Text 17"/>
          <p:cNvSpPr/>
          <p:nvPr/>
        </p:nvSpPr>
        <p:spPr>
          <a:xfrm>
            <a:off x="5145024" y="3438144"/>
            <a:ext cx="1877568" cy="1170432"/>
          </a:xfrm>
          <a:prstGeom prst="rect">
            <a:avLst/>
          </a:prstGeom>
          <a:noFill/>
          <a:ln/>
        </p:spPr>
        <p:txBody>
          <a:bodyPr wrap="square" rtlCol="0" anchor="ctr"/>
          <a:lstStyle/>
          <a:p>
            <a:pPr algn="ctr"/>
            <a:r>
              <a:rPr lang="en-US" sz="1267" dirty="0">
                <a:solidFill>
                  <a:srgbClr val="333333"/>
                </a:solidFill>
                <a:latin typeface="Calibri" pitchFamily="34" charset="0"/>
                <a:ea typeface="Calibri" pitchFamily="34" charset="-122"/>
                <a:cs typeface="Calibri" pitchFamily="34" charset="-120"/>
              </a:rPr>
              <a:t>Data owners, stewards, custodians, and councils with clear accountability</a:t>
            </a:r>
            <a:endParaRPr lang="en-US" sz="1267" dirty="0"/>
          </a:p>
        </p:txBody>
      </p:sp>
      <p:sp>
        <p:nvSpPr>
          <p:cNvPr id="20" name="Shape 18"/>
          <p:cNvSpPr/>
          <p:nvPr/>
        </p:nvSpPr>
        <p:spPr>
          <a:xfrm>
            <a:off x="7266432" y="2414016"/>
            <a:ext cx="2072640" cy="2292096"/>
          </a:xfrm>
          <a:prstGeom prst="roundRect">
            <a:avLst>
              <a:gd name="adj" fmla="val 5882"/>
            </a:avLst>
          </a:prstGeom>
          <a:solidFill>
            <a:srgbClr val="E0F4F6"/>
          </a:solidFill>
          <a:ln/>
          <a:effectLst>
            <a:outerShdw blurRad="50800" dist="25400" dir="2700000" algn="bl" rotWithShape="0">
              <a:srgbClr val="000000">
                <a:alpha val="6000"/>
              </a:srgbClr>
            </a:outerShdw>
          </a:effectLst>
        </p:spPr>
      </p:sp>
      <p:sp>
        <p:nvSpPr>
          <p:cNvPr id="21" name="Text 19"/>
          <p:cNvSpPr/>
          <p:nvPr/>
        </p:nvSpPr>
        <p:spPr>
          <a:xfrm>
            <a:off x="7266432" y="2511552"/>
            <a:ext cx="2072640" cy="463296"/>
          </a:xfrm>
          <a:prstGeom prst="rect">
            <a:avLst/>
          </a:prstGeom>
          <a:noFill/>
          <a:ln/>
        </p:spPr>
        <p:txBody>
          <a:bodyPr wrap="square" lIns="0" tIns="0" rIns="0" bIns="0" rtlCol="0" anchor="ctr"/>
          <a:lstStyle/>
          <a:p>
            <a:pPr algn="ctr"/>
            <a:r>
              <a:rPr lang="en-US" sz="2667" dirty="0">
                <a:solidFill>
                  <a:srgbClr val="000000"/>
                </a:solidFill>
                <a:latin typeface="Calibri" pitchFamily="34" charset="0"/>
                <a:ea typeface="Calibri" pitchFamily="34" charset="-122"/>
                <a:cs typeface="Calibri" pitchFamily="34" charset="-120"/>
              </a:rPr>
              <a:t>✅</a:t>
            </a:r>
            <a:endParaRPr lang="en-US" sz="2667" dirty="0"/>
          </a:p>
        </p:txBody>
      </p:sp>
      <p:sp>
        <p:nvSpPr>
          <p:cNvPr id="22" name="Text 20"/>
          <p:cNvSpPr/>
          <p:nvPr/>
        </p:nvSpPr>
        <p:spPr>
          <a:xfrm>
            <a:off x="7363968" y="3023616"/>
            <a:ext cx="1877568" cy="365760"/>
          </a:xfrm>
          <a:prstGeom prst="rect">
            <a:avLst/>
          </a:prstGeom>
          <a:noFill/>
          <a:ln/>
        </p:spPr>
        <p:txBody>
          <a:bodyPr wrap="square" lIns="0" tIns="0" rIns="0" bIns="0" rtlCol="0" anchor="ctr"/>
          <a:lstStyle/>
          <a:p>
            <a:pPr algn="ctr"/>
            <a:r>
              <a:rPr lang="en-US" sz="1467" b="1" dirty="0">
                <a:solidFill>
                  <a:srgbClr val="005F73"/>
                </a:solidFill>
                <a:latin typeface="Calibri" pitchFamily="34" charset="0"/>
                <a:ea typeface="Calibri" pitchFamily="34" charset="-122"/>
                <a:cs typeface="Calibri" pitchFamily="34" charset="-120"/>
              </a:rPr>
              <a:t>Compliance &amp; Quality</a:t>
            </a:r>
            <a:endParaRPr lang="en-US" sz="1467" dirty="0"/>
          </a:p>
        </p:txBody>
      </p:sp>
      <p:sp>
        <p:nvSpPr>
          <p:cNvPr id="23" name="Text 21"/>
          <p:cNvSpPr/>
          <p:nvPr/>
        </p:nvSpPr>
        <p:spPr>
          <a:xfrm>
            <a:off x="7363968" y="3438144"/>
            <a:ext cx="1877568" cy="1170432"/>
          </a:xfrm>
          <a:prstGeom prst="rect">
            <a:avLst/>
          </a:prstGeom>
          <a:noFill/>
          <a:ln/>
        </p:spPr>
        <p:txBody>
          <a:bodyPr wrap="square" rtlCol="0" anchor="ctr"/>
          <a:lstStyle/>
          <a:p>
            <a:pPr algn="ctr"/>
            <a:r>
              <a:rPr lang="en-US" sz="1267" dirty="0">
                <a:solidFill>
                  <a:srgbClr val="333333"/>
                </a:solidFill>
                <a:latin typeface="Calibri" pitchFamily="34" charset="0"/>
                <a:ea typeface="Calibri" pitchFamily="34" charset="-122"/>
                <a:cs typeface="Calibri" pitchFamily="34" charset="-120"/>
              </a:rPr>
              <a:t>Ensuring data meets standards and regulatory requirements</a:t>
            </a:r>
            <a:endParaRPr lang="en-US" sz="1267" dirty="0"/>
          </a:p>
        </p:txBody>
      </p:sp>
      <p:sp>
        <p:nvSpPr>
          <p:cNvPr id="24" name="Shape 22"/>
          <p:cNvSpPr/>
          <p:nvPr/>
        </p:nvSpPr>
        <p:spPr>
          <a:xfrm>
            <a:off x="9485376" y="2414016"/>
            <a:ext cx="2072640" cy="2292096"/>
          </a:xfrm>
          <a:prstGeom prst="roundRect">
            <a:avLst>
              <a:gd name="adj" fmla="val 5882"/>
            </a:avLst>
          </a:prstGeom>
          <a:solidFill>
            <a:srgbClr val="E0F4F6"/>
          </a:solidFill>
          <a:ln/>
          <a:effectLst>
            <a:outerShdw blurRad="50800" dist="25400" dir="2700000" algn="bl" rotWithShape="0">
              <a:srgbClr val="000000">
                <a:alpha val="6000"/>
              </a:srgbClr>
            </a:outerShdw>
          </a:effectLst>
        </p:spPr>
      </p:sp>
      <p:sp>
        <p:nvSpPr>
          <p:cNvPr id="25" name="Text 23"/>
          <p:cNvSpPr/>
          <p:nvPr/>
        </p:nvSpPr>
        <p:spPr>
          <a:xfrm>
            <a:off x="9485376" y="2511552"/>
            <a:ext cx="2072640" cy="463296"/>
          </a:xfrm>
          <a:prstGeom prst="rect">
            <a:avLst/>
          </a:prstGeom>
          <a:noFill/>
          <a:ln/>
        </p:spPr>
        <p:txBody>
          <a:bodyPr wrap="square" lIns="0" tIns="0" rIns="0" bIns="0" rtlCol="0" anchor="ctr"/>
          <a:lstStyle/>
          <a:p>
            <a:pPr algn="ctr"/>
            <a:r>
              <a:rPr lang="en-US" sz="2667" dirty="0">
                <a:solidFill>
                  <a:srgbClr val="000000"/>
                </a:solidFill>
                <a:latin typeface="Calibri" pitchFamily="34" charset="0"/>
                <a:ea typeface="Calibri" pitchFamily="34" charset="-122"/>
                <a:cs typeface="Calibri" pitchFamily="34" charset="-120"/>
              </a:rPr>
              <a:t>🔄</a:t>
            </a:r>
            <a:endParaRPr lang="en-US" sz="2667" dirty="0"/>
          </a:p>
        </p:txBody>
      </p:sp>
      <p:sp>
        <p:nvSpPr>
          <p:cNvPr id="26" name="Text 24"/>
          <p:cNvSpPr/>
          <p:nvPr/>
        </p:nvSpPr>
        <p:spPr>
          <a:xfrm>
            <a:off x="9582912" y="3023616"/>
            <a:ext cx="1877568" cy="365760"/>
          </a:xfrm>
          <a:prstGeom prst="rect">
            <a:avLst/>
          </a:prstGeom>
          <a:noFill/>
          <a:ln/>
        </p:spPr>
        <p:txBody>
          <a:bodyPr wrap="square" lIns="0" tIns="0" rIns="0" bIns="0" rtlCol="0" anchor="ctr"/>
          <a:lstStyle/>
          <a:p>
            <a:pPr algn="ctr"/>
            <a:r>
              <a:rPr lang="en-US" sz="1467" b="1" dirty="0">
                <a:solidFill>
                  <a:srgbClr val="005F73"/>
                </a:solidFill>
                <a:latin typeface="Calibri" pitchFamily="34" charset="0"/>
                <a:ea typeface="Calibri" pitchFamily="34" charset="-122"/>
                <a:cs typeface="Calibri" pitchFamily="34" charset="-120"/>
              </a:rPr>
              <a:t>Communication &amp; Change</a:t>
            </a:r>
            <a:endParaRPr lang="en-US" sz="1467" dirty="0"/>
          </a:p>
        </p:txBody>
      </p:sp>
      <p:sp>
        <p:nvSpPr>
          <p:cNvPr id="27" name="Text 25"/>
          <p:cNvSpPr/>
          <p:nvPr/>
        </p:nvSpPr>
        <p:spPr>
          <a:xfrm>
            <a:off x="9582912" y="3438144"/>
            <a:ext cx="1877568" cy="1170432"/>
          </a:xfrm>
          <a:prstGeom prst="rect">
            <a:avLst/>
          </a:prstGeom>
          <a:noFill/>
          <a:ln/>
        </p:spPr>
        <p:txBody>
          <a:bodyPr wrap="square" rtlCol="0" anchor="ctr"/>
          <a:lstStyle/>
          <a:p>
            <a:pPr algn="ctr"/>
            <a:r>
              <a:rPr lang="en-US" sz="1267" dirty="0">
                <a:solidFill>
                  <a:srgbClr val="333333"/>
                </a:solidFill>
                <a:latin typeface="Calibri" pitchFamily="34" charset="0"/>
                <a:ea typeface="Calibri" pitchFamily="34" charset="-122"/>
                <a:cs typeface="Calibri" pitchFamily="34" charset="-120"/>
              </a:rPr>
              <a:t>Aligning governance across business units and managing adoption</a:t>
            </a:r>
            <a:endParaRPr lang="en-US" sz="1267" dirty="0"/>
          </a:p>
        </p:txBody>
      </p:sp>
      <p:sp>
        <p:nvSpPr>
          <p:cNvPr id="28" name="Shape 26"/>
          <p:cNvSpPr/>
          <p:nvPr/>
        </p:nvSpPr>
        <p:spPr>
          <a:xfrm>
            <a:off x="609600" y="4852416"/>
            <a:ext cx="5425440" cy="1731264"/>
          </a:xfrm>
          <a:prstGeom prst="roundRect">
            <a:avLst>
              <a:gd name="adj" fmla="val 7042"/>
            </a:avLst>
          </a:prstGeom>
          <a:solidFill>
            <a:srgbClr val="F4F6FC"/>
          </a:solidFill>
          <a:ln/>
          <a:effectLst>
            <a:outerShdw blurRad="50800" dist="25400" dir="2700000" algn="bl" rotWithShape="0">
              <a:srgbClr val="000000">
                <a:alpha val="6000"/>
              </a:srgbClr>
            </a:outerShdw>
          </a:effectLst>
        </p:spPr>
      </p:sp>
      <p:sp>
        <p:nvSpPr>
          <p:cNvPr id="29" name="Text 27"/>
          <p:cNvSpPr/>
          <p:nvPr/>
        </p:nvSpPr>
        <p:spPr>
          <a:xfrm>
            <a:off x="792480" y="4949952"/>
            <a:ext cx="5059680" cy="341376"/>
          </a:xfrm>
          <a:prstGeom prst="rect">
            <a:avLst/>
          </a:prstGeom>
          <a:noFill/>
          <a:ln/>
        </p:spPr>
        <p:txBody>
          <a:bodyPr wrap="square" lIns="0" tIns="0" rIns="0" bIns="0" rtlCol="0" anchor="ctr"/>
          <a:lstStyle/>
          <a:p>
            <a:r>
              <a:rPr lang="en-US" sz="1600" b="1" dirty="0">
                <a:solidFill>
                  <a:srgbClr val="0D1B4B"/>
                </a:solidFill>
                <a:latin typeface="Calibri" pitchFamily="34" charset="0"/>
                <a:ea typeface="Calibri" pitchFamily="34" charset="-122"/>
                <a:cs typeface="Calibri" pitchFamily="34" charset="-120"/>
              </a:rPr>
              <a:t>Why Governance Is at the Center</a:t>
            </a:r>
            <a:endParaRPr lang="en-US" sz="1600" dirty="0"/>
          </a:p>
        </p:txBody>
      </p:sp>
      <p:sp>
        <p:nvSpPr>
          <p:cNvPr id="30" name="Text 28"/>
          <p:cNvSpPr/>
          <p:nvPr/>
        </p:nvSpPr>
        <p:spPr>
          <a:xfrm>
            <a:off x="792480" y="5340096"/>
            <a:ext cx="5059680" cy="1158240"/>
          </a:xfrm>
          <a:prstGeom prst="rect">
            <a:avLst/>
          </a:prstGeom>
          <a:noFill/>
          <a:ln/>
        </p:spPr>
        <p:txBody>
          <a:bodyPr wrap="square" rtlCol="0" anchor="ctr"/>
          <a:lstStyle/>
          <a:p>
            <a:r>
              <a:rPr lang="en-US" sz="1467" dirty="0">
                <a:solidFill>
                  <a:srgbClr val="333333"/>
                </a:solidFill>
                <a:latin typeface="Calibri" pitchFamily="34" charset="0"/>
                <a:ea typeface="Calibri" pitchFamily="34" charset="-122"/>
                <a:cs typeface="Calibri" pitchFamily="34" charset="-120"/>
              </a:rPr>
              <a:t>Interaction between knowledge areas occurs through data governance processes. Governance is the coordinating knowledge area — without it, each discipline operates as an isolated silo. It provides the authority and accountability framework that makes all other areas coherent and consistent.</a:t>
            </a:r>
            <a:endParaRPr lang="en-US" sz="1467" dirty="0"/>
          </a:p>
        </p:txBody>
      </p:sp>
      <p:sp>
        <p:nvSpPr>
          <p:cNvPr id="31" name="Shape 29"/>
          <p:cNvSpPr/>
          <p:nvPr/>
        </p:nvSpPr>
        <p:spPr>
          <a:xfrm>
            <a:off x="6217920" y="4852416"/>
            <a:ext cx="5364480" cy="1731264"/>
          </a:xfrm>
          <a:prstGeom prst="roundRect">
            <a:avLst>
              <a:gd name="adj" fmla="val 7042"/>
            </a:avLst>
          </a:prstGeom>
          <a:solidFill>
            <a:srgbClr val="E0F4F6"/>
          </a:solidFill>
          <a:ln/>
          <a:effectLst>
            <a:outerShdw blurRad="50800" dist="25400" dir="2700000" algn="bl" rotWithShape="0">
              <a:srgbClr val="000000">
                <a:alpha val="6000"/>
              </a:srgbClr>
            </a:outerShdw>
          </a:effectLst>
        </p:spPr>
      </p:sp>
      <p:sp>
        <p:nvSpPr>
          <p:cNvPr id="32" name="Text 30"/>
          <p:cNvSpPr/>
          <p:nvPr/>
        </p:nvSpPr>
        <p:spPr>
          <a:xfrm>
            <a:off x="6400800" y="4949952"/>
            <a:ext cx="4998720" cy="341376"/>
          </a:xfrm>
          <a:prstGeom prst="rect">
            <a:avLst/>
          </a:prstGeom>
          <a:noFill/>
          <a:ln/>
        </p:spPr>
        <p:txBody>
          <a:bodyPr wrap="square" lIns="0" tIns="0" rIns="0" bIns="0" rtlCol="0" anchor="ctr"/>
          <a:lstStyle/>
          <a:p>
            <a:r>
              <a:rPr lang="en-US" sz="1600" b="1" dirty="0">
                <a:solidFill>
                  <a:srgbClr val="005F73"/>
                </a:solidFill>
                <a:latin typeface="Calibri" pitchFamily="34" charset="0"/>
                <a:ea typeface="Calibri" pitchFamily="34" charset="-122"/>
                <a:cs typeface="Calibri" pitchFamily="34" charset="-120"/>
              </a:rPr>
              <a:t>Key Roles in Data Governance</a:t>
            </a:r>
            <a:endParaRPr lang="en-US" sz="1600" dirty="0"/>
          </a:p>
        </p:txBody>
      </p:sp>
      <p:sp>
        <p:nvSpPr>
          <p:cNvPr id="33" name="Text 31"/>
          <p:cNvSpPr/>
          <p:nvPr/>
        </p:nvSpPr>
        <p:spPr>
          <a:xfrm>
            <a:off x="6400800" y="5340096"/>
            <a:ext cx="4998720" cy="219456"/>
          </a:xfrm>
          <a:prstGeom prst="rect">
            <a:avLst/>
          </a:prstGeom>
          <a:noFill/>
          <a:ln/>
        </p:spPr>
        <p:txBody>
          <a:bodyPr wrap="square" lIns="0" tIns="0" rIns="0" bIns="0" rtlCol="0" anchor="ctr"/>
          <a:lstStyle/>
          <a:p>
            <a:r>
              <a:rPr lang="en-US" sz="1333" dirty="0">
                <a:solidFill>
                  <a:srgbClr val="005F73"/>
                </a:solidFill>
                <a:latin typeface="Calibri" pitchFamily="34" charset="0"/>
                <a:ea typeface="Calibri" pitchFamily="34" charset="-122"/>
                <a:cs typeface="Calibri" pitchFamily="34" charset="-120"/>
              </a:rPr>
              <a:t>•  Chief Data Officer (CDO) — executive sponsor</a:t>
            </a:r>
            <a:endParaRPr lang="en-US" sz="1333" dirty="0"/>
          </a:p>
        </p:txBody>
      </p:sp>
      <p:sp>
        <p:nvSpPr>
          <p:cNvPr id="34" name="Text 32"/>
          <p:cNvSpPr/>
          <p:nvPr/>
        </p:nvSpPr>
        <p:spPr>
          <a:xfrm>
            <a:off x="6400800" y="5583936"/>
            <a:ext cx="4998720" cy="219456"/>
          </a:xfrm>
          <a:prstGeom prst="rect">
            <a:avLst/>
          </a:prstGeom>
          <a:noFill/>
          <a:ln/>
        </p:spPr>
        <p:txBody>
          <a:bodyPr wrap="square" lIns="0" tIns="0" rIns="0" bIns="0" rtlCol="0" anchor="ctr"/>
          <a:lstStyle/>
          <a:p>
            <a:r>
              <a:rPr lang="en-US" sz="1333" dirty="0">
                <a:solidFill>
                  <a:srgbClr val="005F73"/>
                </a:solidFill>
                <a:latin typeface="Calibri" pitchFamily="34" charset="0"/>
                <a:ea typeface="Calibri" pitchFamily="34" charset="-122"/>
                <a:cs typeface="Calibri" pitchFamily="34" charset="-120"/>
              </a:rPr>
              <a:t>•  Data Governance Council — cross-functional decision body</a:t>
            </a:r>
            <a:endParaRPr lang="en-US" sz="1333" dirty="0"/>
          </a:p>
        </p:txBody>
      </p:sp>
      <p:sp>
        <p:nvSpPr>
          <p:cNvPr id="35" name="Text 33"/>
          <p:cNvSpPr/>
          <p:nvPr/>
        </p:nvSpPr>
        <p:spPr>
          <a:xfrm>
            <a:off x="6400800" y="5827776"/>
            <a:ext cx="4998720" cy="219456"/>
          </a:xfrm>
          <a:prstGeom prst="rect">
            <a:avLst/>
          </a:prstGeom>
          <a:noFill/>
          <a:ln/>
        </p:spPr>
        <p:txBody>
          <a:bodyPr wrap="square" lIns="0" tIns="0" rIns="0" bIns="0" rtlCol="0" anchor="ctr"/>
          <a:lstStyle/>
          <a:p>
            <a:r>
              <a:rPr lang="en-US" sz="1333" dirty="0">
                <a:solidFill>
                  <a:srgbClr val="005F73"/>
                </a:solidFill>
                <a:latin typeface="Calibri" pitchFamily="34" charset="0"/>
                <a:ea typeface="Calibri" pitchFamily="34" charset="-122"/>
                <a:cs typeface="Calibri" pitchFamily="34" charset="-120"/>
              </a:rPr>
              <a:t>•  Data Owner — accountable for a specific data domain</a:t>
            </a:r>
            <a:endParaRPr lang="en-US" sz="1333" dirty="0"/>
          </a:p>
        </p:txBody>
      </p:sp>
      <p:sp>
        <p:nvSpPr>
          <p:cNvPr id="36" name="Text 34"/>
          <p:cNvSpPr/>
          <p:nvPr/>
        </p:nvSpPr>
        <p:spPr>
          <a:xfrm>
            <a:off x="6400800" y="6071616"/>
            <a:ext cx="4998720" cy="219456"/>
          </a:xfrm>
          <a:prstGeom prst="rect">
            <a:avLst/>
          </a:prstGeom>
          <a:noFill/>
          <a:ln/>
        </p:spPr>
        <p:txBody>
          <a:bodyPr wrap="square" lIns="0" tIns="0" rIns="0" bIns="0" rtlCol="0" anchor="ctr"/>
          <a:lstStyle/>
          <a:p>
            <a:r>
              <a:rPr lang="en-US" sz="1333" dirty="0">
                <a:solidFill>
                  <a:srgbClr val="005F73"/>
                </a:solidFill>
                <a:latin typeface="Calibri" pitchFamily="34" charset="0"/>
                <a:ea typeface="Calibri" pitchFamily="34" charset="-122"/>
                <a:cs typeface="Calibri" pitchFamily="34" charset="-120"/>
              </a:rPr>
              <a:t>•  Data Steward — operational custodian of data quality</a:t>
            </a:r>
            <a:endParaRPr lang="en-US" sz="1333" dirty="0"/>
          </a:p>
        </p:txBody>
      </p:sp>
      <p:sp>
        <p:nvSpPr>
          <p:cNvPr id="37" name="Text 35"/>
          <p:cNvSpPr/>
          <p:nvPr/>
        </p:nvSpPr>
        <p:spPr>
          <a:xfrm>
            <a:off x="6400800" y="6315456"/>
            <a:ext cx="4998720" cy="219456"/>
          </a:xfrm>
          <a:prstGeom prst="rect">
            <a:avLst/>
          </a:prstGeom>
          <a:noFill/>
          <a:ln/>
        </p:spPr>
        <p:txBody>
          <a:bodyPr wrap="square" lIns="0" tIns="0" rIns="0" bIns="0" rtlCol="0" anchor="ctr"/>
          <a:lstStyle/>
          <a:p>
            <a:r>
              <a:rPr lang="en-US" sz="1333" dirty="0">
                <a:solidFill>
                  <a:srgbClr val="005F73"/>
                </a:solidFill>
                <a:latin typeface="Calibri" pitchFamily="34" charset="0"/>
                <a:ea typeface="Calibri" pitchFamily="34" charset="-122"/>
                <a:cs typeface="Calibri" pitchFamily="34" charset="-120"/>
              </a:rPr>
              <a:t>•  Data Custodian — technical caretaker of data assets</a:t>
            </a:r>
            <a:endParaRPr lang="en-US" sz="1333"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243840"/>
            <a:ext cx="3657600" cy="438912"/>
          </a:xfrm>
          <a:prstGeom prst="roundRect">
            <a:avLst>
              <a:gd name="adj" fmla="val 22222"/>
            </a:avLst>
          </a:prstGeom>
          <a:solidFill>
            <a:srgbClr val="2D6A4F"/>
          </a:solidFill>
          <a:ln/>
        </p:spPr>
      </p:sp>
      <p:sp>
        <p:nvSpPr>
          <p:cNvPr id="3" name="Text 1"/>
          <p:cNvSpPr/>
          <p:nvPr/>
        </p:nvSpPr>
        <p:spPr>
          <a:xfrm>
            <a:off x="609600" y="243840"/>
            <a:ext cx="3657600" cy="438912"/>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KNOWLEDGE AREA 1  ·  Chapter 4</a:t>
            </a:r>
            <a:endParaRPr lang="en-US" sz="1333" dirty="0"/>
          </a:p>
        </p:txBody>
      </p:sp>
      <p:sp>
        <p:nvSpPr>
          <p:cNvPr id="4" name="Text 2"/>
          <p:cNvSpPr/>
          <p:nvPr/>
        </p:nvSpPr>
        <p:spPr>
          <a:xfrm>
            <a:off x="4450080" y="219456"/>
            <a:ext cx="7559040" cy="512064"/>
          </a:xfrm>
          <a:prstGeom prst="rect">
            <a:avLst/>
          </a:prstGeom>
          <a:noFill/>
          <a:ln/>
        </p:spPr>
        <p:txBody>
          <a:bodyPr wrap="square" lIns="0" tIns="0" rIns="0" bIns="0" rtlCol="0" anchor="ctr"/>
          <a:lstStyle/>
          <a:p>
            <a:r>
              <a:rPr lang="en-US" sz="3467" b="1" dirty="0">
                <a:solidFill>
                  <a:srgbClr val="0D1B4B"/>
                </a:solidFill>
                <a:latin typeface="Cambria" pitchFamily="34" charset="0"/>
                <a:ea typeface="Cambria" pitchFamily="34" charset="-122"/>
                <a:cs typeface="Cambria" pitchFamily="34" charset="-120"/>
              </a:rPr>
              <a:t>Data Architecture</a:t>
            </a:r>
            <a:endParaRPr lang="en-US" sz="3467" dirty="0"/>
          </a:p>
        </p:txBody>
      </p:sp>
      <p:sp>
        <p:nvSpPr>
          <p:cNvPr id="5" name="Text 3"/>
          <p:cNvSpPr/>
          <p:nvPr/>
        </p:nvSpPr>
        <p:spPr>
          <a:xfrm>
            <a:off x="633984" y="792480"/>
            <a:ext cx="10972800" cy="316992"/>
          </a:xfrm>
          <a:prstGeom prst="rect">
            <a:avLst/>
          </a:prstGeom>
          <a:noFill/>
          <a:ln/>
        </p:spPr>
        <p:txBody>
          <a:bodyPr wrap="square" lIns="0" tIns="0" rIns="0" bIns="0" rtlCol="0" anchor="ctr"/>
          <a:lstStyle/>
          <a:p>
            <a:r>
              <a:rPr lang="en-US" sz="1600" i="1" dirty="0">
                <a:solidFill>
                  <a:srgbClr val="6B7A9F"/>
                </a:solidFill>
                <a:latin typeface="Calibri" pitchFamily="34" charset="0"/>
                <a:ea typeface="Calibri" pitchFamily="34" charset="-122"/>
                <a:cs typeface="Calibri" pitchFamily="34" charset="-120"/>
              </a:rPr>
              <a:t>The structural blueprint that guides how data flows and aligns with enterprise strategy.</a:t>
            </a:r>
            <a:endParaRPr lang="en-US" sz="1600" dirty="0"/>
          </a:p>
        </p:txBody>
      </p:sp>
      <p:sp>
        <p:nvSpPr>
          <p:cNvPr id="6" name="Shape 4"/>
          <p:cNvSpPr/>
          <p:nvPr/>
        </p:nvSpPr>
        <p:spPr>
          <a:xfrm>
            <a:off x="609600" y="1194816"/>
            <a:ext cx="10972800" cy="999744"/>
          </a:xfrm>
          <a:prstGeom prst="roundRect">
            <a:avLst>
              <a:gd name="adj" fmla="val 12195"/>
            </a:avLst>
          </a:prstGeom>
          <a:solidFill>
            <a:srgbClr val="2D6A4F"/>
          </a:solidFill>
          <a:ln/>
        </p:spPr>
      </p:sp>
      <p:sp>
        <p:nvSpPr>
          <p:cNvPr id="7" name="Text 5"/>
          <p:cNvSpPr/>
          <p:nvPr/>
        </p:nvSpPr>
        <p:spPr>
          <a:xfrm>
            <a:off x="829056" y="1243584"/>
            <a:ext cx="10533888" cy="877824"/>
          </a:xfrm>
          <a:prstGeom prst="rect">
            <a:avLst/>
          </a:prstGeom>
          <a:noFill/>
          <a:ln/>
        </p:spPr>
        <p:txBody>
          <a:bodyPr wrap="square" rtlCol="0" anchor="ctr"/>
          <a:lstStyle/>
          <a:p>
            <a:r>
              <a:rPr lang="en-US" sz="1667" dirty="0">
                <a:solidFill>
                  <a:srgbClr val="FFFFFF"/>
                </a:solidFill>
                <a:latin typeface="Calibri" pitchFamily="34" charset="0"/>
                <a:ea typeface="Calibri" pitchFamily="34" charset="-122"/>
                <a:cs typeface="Calibri" pitchFamily="34" charset="-120"/>
              </a:rPr>
              <a:t>Data Architecture defines the overall structure of data and data-related resources as an integral part of the enterprise architecture. It covers how data is organized, integrated, and flows across the organization — selecting technologies and ensuring data flows align with business goals.</a:t>
            </a:r>
            <a:endParaRPr lang="en-US" sz="1667" dirty="0"/>
          </a:p>
        </p:txBody>
      </p:sp>
      <p:sp>
        <p:nvSpPr>
          <p:cNvPr id="8" name="Shape 6"/>
          <p:cNvSpPr/>
          <p:nvPr/>
        </p:nvSpPr>
        <p:spPr>
          <a:xfrm>
            <a:off x="609600" y="2340864"/>
            <a:ext cx="3560064" cy="4189682"/>
          </a:xfrm>
          <a:prstGeom prst="roundRect">
            <a:avLst>
              <a:gd name="adj" fmla="val 3425"/>
            </a:avLst>
          </a:prstGeom>
          <a:solidFill>
            <a:srgbClr val="D8F3DC"/>
          </a:solidFill>
          <a:ln/>
          <a:effectLst>
            <a:outerShdw blurRad="50800" dist="25400" dir="2700000" algn="bl" rotWithShape="0">
              <a:srgbClr val="000000">
                <a:alpha val="6000"/>
              </a:srgbClr>
            </a:outerShdw>
          </a:effectLst>
        </p:spPr>
      </p:sp>
      <p:sp>
        <p:nvSpPr>
          <p:cNvPr id="9" name="Shape 7"/>
          <p:cNvSpPr/>
          <p:nvPr/>
        </p:nvSpPr>
        <p:spPr>
          <a:xfrm>
            <a:off x="731520" y="2462784"/>
            <a:ext cx="3316224" cy="414528"/>
          </a:xfrm>
          <a:prstGeom prst="roundRect">
            <a:avLst>
              <a:gd name="adj" fmla="val 20588"/>
            </a:avLst>
          </a:prstGeom>
          <a:solidFill>
            <a:srgbClr val="2D6A4F"/>
          </a:solidFill>
          <a:ln/>
        </p:spPr>
      </p:sp>
      <p:sp>
        <p:nvSpPr>
          <p:cNvPr id="10" name="Text 8"/>
          <p:cNvSpPr/>
          <p:nvPr/>
        </p:nvSpPr>
        <p:spPr>
          <a:xfrm>
            <a:off x="731520"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Activities</a:t>
            </a:r>
            <a:endParaRPr lang="en-US" sz="1467" dirty="0"/>
          </a:p>
        </p:txBody>
      </p:sp>
      <p:sp>
        <p:nvSpPr>
          <p:cNvPr id="11" name="Text 9"/>
          <p:cNvSpPr/>
          <p:nvPr/>
        </p:nvSpPr>
        <p:spPr>
          <a:xfrm>
            <a:off x="829056"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Establish enterprise data model</a:t>
            </a:r>
            <a:endParaRPr lang="en-US" sz="1400" dirty="0"/>
          </a:p>
        </p:txBody>
      </p:sp>
      <p:sp>
        <p:nvSpPr>
          <p:cNvPr id="12" name="Text 10"/>
          <p:cNvSpPr/>
          <p:nvPr/>
        </p:nvSpPr>
        <p:spPr>
          <a:xfrm>
            <a:off x="829056"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Define data flows and integration patterns</a:t>
            </a:r>
            <a:endParaRPr lang="en-US" sz="1400" dirty="0"/>
          </a:p>
        </p:txBody>
      </p:sp>
      <p:sp>
        <p:nvSpPr>
          <p:cNvPr id="13" name="Text 11"/>
          <p:cNvSpPr/>
          <p:nvPr/>
        </p:nvSpPr>
        <p:spPr>
          <a:xfrm>
            <a:off x="829056"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Design and maintain data taxonomies</a:t>
            </a:r>
            <a:endParaRPr lang="en-US" sz="1400" dirty="0"/>
          </a:p>
        </p:txBody>
      </p:sp>
      <p:sp>
        <p:nvSpPr>
          <p:cNvPr id="14" name="Text 12"/>
          <p:cNvSpPr/>
          <p:nvPr/>
        </p:nvSpPr>
        <p:spPr>
          <a:xfrm>
            <a:off x="829056"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Align data architecture with IT strategy</a:t>
            </a:r>
            <a:endParaRPr lang="en-US" sz="1400" dirty="0"/>
          </a:p>
        </p:txBody>
      </p:sp>
      <p:sp>
        <p:nvSpPr>
          <p:cNvPr id="15" name="Text 13"/>
          <p:cNvSpPr/>
          <p:nvPr/>
        </p:nvSpPr>
        <p:spPr>
          <a:xfrm>
            <a:off x="829056"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Evaluate and select data platforms</a:t>
            </a:r>
            <a:endParaRPr lang="en-US" sz="1400" dirty="0"/>
          </a:p>
        </p:txBody>
      </p:sp>
      <p:sp>
        <p:nvSpPr>
          <p:cNvPr id="16" name="Shape 14"/>
          <p:cNvSpPr/>
          <p:nvPr/>
        </p:nvSpPr>
        <p:spPr>
          <a:xfrm>
            <a:off x="4340352" y="2340864"/>
            <a:ext cx="3560064" cy="4189682"/>
          </a:xfrm>
          <a:prstGeom prst="roundRect">
            <a:avLst>
              <a:gd name="adj" fmla="val 3425"/>
            </a:avLst>
          </a:prstGeom>
          <a:solidFill>
            <a:srgbClr val="D8F3DC"/>
          </a:solidFill>
          <a:ln/>
          <a:effectLst>
            <a:outerShdw blurRad="50800" dist="25400" dir="2700000" algn="bl" rotWithShape="0">
              <a:srgbClr val="000000">
                <a:alpha val="6000"/>
              </a:srgbClr>
            </a:outerShdw>
          </a:effectLst>
        </p:spPr>
      </p:sp>
      <p:sp>
        <p:nvSpPr>
          <p:cNvPr id="17" name="Shape 15"/>
          <p:cNvSpPr/>
          <p:nvPr/>
        </p:nvSpPr>
        <p:spPr>
          <a:xfrm>
            <a:off x="4462272" y="2462784"/>
            <a:ext cx="3316224" cy="414528"/>
          </a:xfrm>
          <a:prstGeom prst="roundRect">
            <a:avLst>
              <a:gd name="adj" fmla="val 20588"/>
            </a:avLst>
          </a:prstGeom>
          <a:solidFill>
            <a:srgbClr val="2D6A4F"/>
          </a:solidFill>
          <a:ln/>
        </p:spPr>
      </p:sp>
      <p:sp>
        <p:nvSpPr>
          <p:cNvPr id="18" name="Text 16"/>
          <p:cNvSpPr/>
          <p:nvPr/>
        </p:nvSpPr>
        <p:spPr>
          <a:xfrm>
            <a:off x="4462272"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Deliverables</a:t>
            </a:r>
            <a:endParaRPr lang="en-US" sz="1467" dirty="0"/>
          </a:p>
        </p:txBody>
      </p:sp>
      <p:sp>
        <p:nvSpPr>
          <p:cNvPr id="19" name="Text 17"/>
          <p:cNvSpPr/>
          <p:nvPr/>
        </p:nvSpPr>
        <p:spPr>
          <a:xfrm>
            <a:off x="4559808"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Enterprise data model</a:t>
            </a:r>
            <a:endParaRPr lang="en-US" sz="1400" dirty="0"/>
          </a:p>
        </p:txBody>
      </p:sp>
      <p:sp>
        <p:nvSpPr>
          <p:cNvPr id="20" name="Text 18"/>
          <p:cNvSpPr/>
          <p:nvPr/>
        </p:nvSpPr>
        <p:spPr>
          <a:xfrm>
            <a:off x="4559808"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Data flow diagrams</a:t>
            </a:r>
            <a:endParaRPr lang="en-US" sz="1400" dirty="0"/>
          </a:p>
        </p:txBody>
      </p:sp>
      <p:sp>
        <p:nvSpPr>
          <p:cNvPr id="21" name="Text 19"/>
          <p:cNvSpPr/>
          <p:nvPr/>
        </p:nvSpPr>
        <p:spPr>
          <a:xfrm>
            <a:off x="4559808"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Data architecture roadmap</a:t>
            </a:r>
            <a:endParaRPr lang="en-US" sz="1400" dirty="0"/>
          </a:p>
        </p:txBody>
      </p:sp>
      <p:sp>
        <p:nvSpPr>
          <p:cNvPr id="22" name="Text 20"/>
          <p:cNvSpPr/>
          <p:nvPr/>
        </p:nvSpPr>
        <p:spPr>
          <a:xfrm>
            <a:off x="4559808"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Technology selection criteria</a:t>
            </a:r>
            <a:endParaRPr lang="en-US" sz="1400" dirty="0"/>
          </a:p>
        </p:txBody>
      </p:sp>
      <p:sp>
        <p:nvSpPr>
          <p:cNvPr id="23" name="Text 21"/>
          <p:cNvSpPr/>
          <p:nvPr/>
        </p:nvSpPr>
        <p:spPr>
          <a:xfrm>
            <a:off x="4559808"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Data standards and patterns</a:t>
            </a:r>
            <a:endParaRPr lang="en-US" sz="1400" dirty="0"/>
          </a:p>
        </p:txBody>
      </p:sp>
      <p:sp>
        <p:nvSpPr>
          <p:cNvPr id="24" name="Shape 22"/>
          <p:cNvSpPr/>
          <p:nvPr/>
        </p:nvSpPr>
        <p:spPr>
          <a:xfrm>
            <a:off x="8071104" y="2340864"/>
            <a:ext cx="3511296" cy="2255520"/>
          </a:xfrm>
          <a:prstGeom prst="roundRect">
            <a:avLst>
              <a:gd name="adj" fmla="val 5405"/>
            </a:avLst>
          </a:prstGeom>
          <a:solidFill>
            <a:srgbClr val="F4F6FC"/>
          </a:solidFill>
          <a:ln/>
          <a:effectLst>
            <a:outerShdw blurRad="50800" dist="25400" dir="2700000" algn="bl" rotWithShape="0">
              <a:srgbClr val="000000">
                <a:alpha val="6000"/>
              </a:srgbClr>
            </a:outerShdw>
          </a:effectLst>
        </p:spPr>
      </p:sp>
      <p:sp>
        <p:nvSpPr>
          <p:cNvPr id="25" name="Shape 23"/>
          <p:cNvSpPr/>
          <p:nvPr/>
        </p:nvSpPr>
        <p:spPr>
          <a:xfrm>
            <a:off x="8193024" y="2462784"/>
            <a:ext cx="3267456" cy="414528"/>
          </a:xfrm>
          <a:prstGeom prst="roundRect">
            <a:avLst>
              <a:gd name="adj" fmla="val 20588"/>
            </a:avLst>
          </a:prstGeom>
          <a:solidFill>
            <a:srgbClr val="0D1B4B"/>
          </a:solidFill>
          <a:ln/>
        </p:spPr>
      </p:sp>
      <p:sp>
        <p:nvSpPr>
          <p:cNvPr id="26" name="Text 24"/>
          <p:cNvSpPr/>
          <p:nvPr/>
        </p:nvSpPr>
        <p:spPr>
          <a:xfrm>
            <a:off x="8193024" y="2462784"/>
            <a:ext cx="3267456"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Why It Matters</a:t>
            </a:r>
            <a:endParaRPr lang="en-US" sz="1467" dirty="0"/>
          </a:p>
        </p:txBody>
      </p:sp>
      <p:sp>
        <p:nvSpPr>
          <p:cNvPr id="27" name="Text 25"/>
          <p:cNvSpPr/>
          <p:nvPr/>
        </p:nvSpPr>
        <p:spPr>
          <a:xfrm>
            <a:off x="8193024" y="2974848"/>
            <a:ext cx="3267456" cy="1536192"/>
          </a:xfrm>
          <a:prstGeom prst="rect">
            <a:avLst/>
          </a:prstGeom>
          <a:noFill/>
          <a:ln/>
        </p:spPr>
        <p:txBody>
          <a:bodyPr wrap="square" rtlCol="0" anchor="ctr"/>
          <a:lstStyle/>
          <a:p>
            <a:r>
              <a:rPr lang="en-US" sz="1400" dirty="0">
                <a:solidFill>
                  <a:srgbClr val="333333"/>
                </a:solidFill>
                <a:latin typeface="Calibri" pitchFamily="34" charset="0"/>
                <a:ea typeface="Calibri" pitchFamily="34" charset="-122"/>
                <a:cs typeface="Calibri" pitchFamily="34" charset="-120"/>
              </a:rPr>
              <a:t>Without architecture, data grows in silos. Inconsistent structures make integration impossible and analytics unreliable. Architecture provides the shared blueprint that makes interoperability and scalability achievable.</a:t>
            </a:r>
            <a:endParaRPr lang="en-US" sz="1400" dirty="0"/>
          </a:p>
        </p:txBody>
      </p:sp>
      <p:sp>
        <p:nvSpPr>
          <p:cNvPr id="28" name="Shape 26"/>
          <p:cNvSpPr/>
          <p:nvPr/>
        </p:nvSpPr>
        <p:spPr>
          <a:xfrm>
            <a:off x="8071104" y="4730496"/>
            <a:ext cx="3511296" cy="1800050"/>
          </a:xfrm>
          <a:prstGeom prst="roundRect">
            <a:avLst>
              <a:gd name="adj" fmla="val 8929"/>
            </a:avLst>
          </a:prstGeom>
          <a:solidFill>
            <a:srgbClr val="E0F4F6"/>
          </a:solidFill>
          <a:ln/>
          <a:effectLst>
            <a:outerShdw blurRad="50800" dist="25400" dir="2700000" algn="bl" rotWithShape="0">
              <a:srgbClr val="000000">
                <a:alpha val="6000"/>
              </a:srgbClr>
            </a:outerShdw>
          </a:effectLst>
        </p:spPr>
      </p:sp>
      <p:sp>
        <p:nvSpPr>
          <p:cNvPr id="29" name="Shape 27"/>
          <p:cNvSpPr/>
          <p:nvPr/>
        </p:nvSpPr>
        <p:spPr>
          <a:xfrm>
            <a:off x="8193024" y="4852416"/>
            <a:ext cx="3267456" cy="365760"/>
          </a:xfrm>
          <a:prstGeom prst="roundRect">
            <a:avLst>
              <a:gd name="adj" fmla="val 20000"/>
            </a:avLst>
          </a:prstGeom>
          <a:solidFill>
            <a:srgbClr val="005F73"/>
          </a:solidFill>
          <a:ln/>
        </p:spPr>
      </p:sp>
      <p:sp>
        <p:nvSpPr>
          <p:cNvPr id="30" name="Text 28"/>
          <p:cNvSpPr/>
          <p:nvPr/>
        </p:nvSpPr>
        <p:spPr>
          <a:xfrm>
            <a:off x="8193024" y="4852416"/>
            <a:ext cx="3267456" cy="36576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Governance Link</a:t>
            </a:r>
            <a:endParaRPr lang="en-US" sz="1333" dirty="0"/>
          </a:p>
        </p:txBody>
      </p:sp>
      <p:sp>
        <p:nvSpPr>
          <p:cNvPr id="31" name="Text 29"/>
          <p:cNvSpPr/>
          <p:nvPr/>
        </p:nvSpPr>
        <p:spPr>
          <a:xfrm>
            <a:off x="8193024" y="5291328"/>
            <a:ext cx="3267456" cy="1146542"/>
          </a:xfrm>
          <a:prstGeom prst="rect">
            <a:avLst/>
          </a:prstGeom>
          <a:noFill/>
          <a:ln/>
        </p:spPr>
        <p:txBody>
          <a:bodyPr wrap="square" rtlCol="0" anchor="ctr"/>
          <a:lstStyle/>
          <a:p>
            <a:r>
              <a:rPr lang="en-US" sz="1333" dirty="0">
                <a:solidFill>
                  <a:srgbClr val="005F73"/>
                </a:solidFill>
                <a:latin typeface="Calibri" pitchFamily="34" charset="0"/>
                <a:ea typeface="Calibri" pitchFamily="34" charset="-122"/>
                <a:cs typeface="Calibri" pitchFamily="34" charset="-120"/>
              </a:rPr>
              <a:t>Governance sets policies for what data structures are allowed. Architecture defines how those policies are built into the design. Governance validates that architecture decisions align with enterprise strategy.</a:t>
            </a:r>
            <a:endParaRPr lang="en-US" sz="1333"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243840"/>
            <a:ext cx="3657600" cy="438912"/>
          </a:xfrm>
          <a:prstGeom prst="roundRect">
            <a:avLst>
              <a:gd name="adj" fmla="val 22222"/>
            </a:avLst>
          </a:prstGeom>
          <a:solidFill>
            <a:srgbClr val="1B4332"/>
          </a:solidFill>
          <a:ln/>
        </p:spPr>
      </p:sp>
      <p:sp>
        <p:nvSpPr>
          <p:cNvPr id="3" name="Text 1"/>
          <p:cNvSpPr/>
          <p:nvPr/>
        </p:nvSpPr>
        <p:spPr>
          <a:xfrm>
            <a:off x="609600" y="243840"/>
            <a:ext cx="3657600" cy="438912"/>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KNOWLEDGE AREA 2  ·  Chapter 5</a:t>
            </a:r>
            <a:endParaRPr lang="en-US" sz="1333" dirty="0"/>
          </a:p>
        </p:txBody>
      </p:sp>
      <p:sp>
        <p:nvSpPr>
          <p:cNvPr id="4" name="Text 2"/>
          <p:cNvSpPr/>
          <p:nvPr/>
        </p:nvSpPr>
        <p:spPr>
          <a:xfrm>
            <a:off x="4450080" y="219456"/>
            <a:ext cx="7559040" cy="512064"/>
          </a:xfrm>
          <a:prstGeom prst="rect">
            <a:avLst/>
          </a:prstGeom>
          <a:noFill/>
          <a:ln/>
        </p:spPr>
        <p:txBody>
          <a:bodyPr wrap="square" lIns="0" tIns="0" rIns="0" bIns="0" rtlCol="0" anchor="ctr"/>
          <a:lstStyle/>
          <a:p>
            <a:r>
              <a:rPr lang="en-US" sz="3467" b="1" dirty="0">
                <a:solidFill>
                  <a:srgbClr val="0D1B4B"/>
                </a:solidFill>
                <a:latin typeface="Cambria" pitchFamily="34" charset="0"/>
                <a:ea typeface="Cambria" pitchFamily="34" charset="-122"/>
                <a:cs typeface="Cambria" pitchFamily="34" charset="-120"/>
              </a:rPr>
              <a:t>Data Modeling &amp; Design</a:t>
            </a:r>
            <a:endParaRPr lang="en-US" sz="3467" dirty="0"/>
          </a:p>
        </p:txBody>
      </p:sp>
      <p:sp>
        <p:nvSpPr>
          <p:cNvPr id="5" name="Text 3"/>
          <p:cNvSpPr/>
          <p:nvPr/>
        </p:nvSpPr>
        <p:spPr>
          <a:xfrm>
            <a:off x="633984" y="792480"/>
            <a:ext cx="10972800" cy="316992"/>
          </a:xfrm>
          <a:prstGeom prst="rect">
            <a:avLst/>
          </a:prstGeom>
          <a:noFill/>
          <a:ln/>
        </p:spPr>
        <p:txBody>
          <a:bodyPr wrap="square" lIns="0" tIns="0" rIns="0" bIns="0" rtlCol="0" anchor="ctr"/>
          <a:lstStyle/>
          <a:p>
            <a:r>
              <a:rPr lang="en-US" sz="1600" i="1" dirty="0">
                <a:solidFill>
                  <a:srgbClr val="6B7A9F"/>
                </a:solidFill>
                <a:latin typeface="Calibri" pitchFamily="34" charset="0"/>
                <a:ea typeface="Calibri" pitchFamily="34" charset="-122"/>
                <a:cs typeface="Calibri" pitchFamily="34" charset="-120"/>
              </a:rPr>
              <a:t>Creating precise representations of data to support operations, analytics, and communication.</a:t>
            </a:r>
            <a:endParaRPr lang="en-US" sz="1600" dirty="0"/>
          </a:p>
        </p:txBody>
      </p:sp>
      <p:sp>
        <p:nvSpPr>
          <p:cNvPr id="6" name="Shape 4"/>
          <p:cNvSpPr/>
          <p:nvPr/>
        </p:nvSpPr>
        <p:spPr>
          <a:xfrm>
            <a:off x="609600" y="1194816"/>
            <a:ext cx="10972800" cy="999744"/>
          </a:xfrm>
          <a:prstGeom prst="roundRect">
            <a:avLst>
              <a:gd name="adj" fmla="val 12195"/>
            </a:avLst>
          </a:prstGeom>
          <a:solidFill>
            <a:srgbClr val="1B4332"/>
          </a:solidFill>
          <a:ln/>
        </p:spPr>
      </p:sp>
      <p:sp>
        <p:nvSpPr>
          <p:cNvPr id="7" name="Text 5"/>
          <p:cNvSpPr/>
          <p:nvPr/>
        </p:nvSpPr>
        <p:spPr>
          <a:xfrm>
            <a:off x="829056" y="1243584"/>
            <a:ext cx="10533888" cy="877824"/>
          </a:xfrm>
          <a:prstGeom prst="rect">
            <a:avLst/>
          </a:prstGeom>
          <a:noFill/>
          <a:ln/>
        </p:spPr>
        <p:txBody>
          <a:bodyPr wrap="square" rtlCol="0" anchor="ctr"/>
          <a:lstStyle/>
          <a:p>
            <a:r>
              <a:rPr lang="en-US" sz="1667" dirty="0">
                <a:solidFill>
                  <a:srgbClr val="FFFFFF"/>
                </a:solidFill>
                <a:latin typeface="Calibri" pitchFamily="34" charset="0"/>
                <a:ea typeface="Calibri" pitchFamily="34" charset="-122"/>
                <a:cs typeface="Calibri" pitchFamily="34" charset="-120"/>
              </a:rPr>
              <a:t>Data Modeling &amp; Design is the analysis, design, building, testing, and maintenance of structured representations of data. It produces conceptual, logical, and physical data models that enable better data integration, usability, and shared understanding across the organization.</a:t>
            </a:r>
            <a:endParaRPr lang="en-US" sz="1667" dirty="0"/>
          </a:p>
        </p:txBody>
      </p:sp>
      <p:sp>
        <p:nvSpPr>
          <p:cNvPr id="8" name="Shape 6"/>
          <p:cNvSpPr/>
          <p:nvPr/>
        </p:nvSpPr>
        <p:spPr>
          <a:xfrm>
            <a:off x="609600" y="2340864"/>
            <a:ext cx="3560064" cy="4140254"/>
          </a:xfrm>
          <a:prstGeom prst="roundRect">
            <a:avLst>
              <a:gd name="adj" fmla="val 3425"/>
            </a:avLst>
          </a:prstGeom>
          <a:solidFill>
            <a:srgbClr val="B7E4C7"/>
          </a:solidFill>
          <a:ln/>
          <a:effectLst>
            <a:outerShdw blurRad="50800" dist="25400" dir="2700000" algn="bl" rotWithShape="0">
              <a:srgbClr val="000000">
                <a:alpha val="6000"/>
              </a:srgbClr>
            </a:outerShdw>
          </a:effectLst>
        </p:spPr>
      </p:sp>
      <p:sp>
        <p:nvSpPr>
          <p:cNvPr id="9" name="Shape 7"/>
          <p:cNvSpPr/>
          <p:nvPr/>
        </p:nvSpPr>
        <p:spPr>
          <a:xfrm>
            <a:off x="731520" y="2462784"/>
            <a:ext cx="3316224" cy="414528"/>
          </a:xfrm>
          <a:prstGeom prst="roundRect">
            <a:avLst>
              <a:gd name="adj" fmla="val 20588"/>
            </a:avLst>
          </a:prstGeom>
          <a:solidFill>
            <a:srgbClr val="1B4332"/>
          </a:solidFill>
          <a:ln/>
        </p:spPr>
      </p:sp>
      <p:sp>
        <p:nvSpPr>
          <p:cNvPr id="10" name="Text 8"/>
          <p:cNvSpPr/>
          <p:nvPr/>
        </p:nvSpPr>
        <p:spPr>
          <a:xfrm>
            <a:off x="731520"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Activities</a:t>
            </a:r>
            <a:endParaRPr lang="en-US" sz="1467" dirty="0"/>
          </a:p>
        </p:txBody>
      </p:sp>
      <p:sp>
        <p:nvSpPr>
          <p:cNvPr id="11" name="Text 9"/>
          <p:cNvSpPr/>
          <p:nvPr/>
        </p:nvSpPr>
        <p:spPr>
          <a:xfrm>
            <a:off x="829056"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Create conceptual data models</a:t>
            </a:r>
            <a:endParaRPr lang="en-US" sz="1400" dirty="0"/>
          </a:p>
        </p:txBody>
      </p:sp>
      <p:sp>
        <p:nvSpPr>
          <p:cNvPr id="12" name="Text 10"/>
          <p:cNvSpPr/>
          <p:nvPr/>
        </p:nvSpPr>
        <p:spPr>
          <a:xfrm>
            <a:off x="829056"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Develop logical data models</a:t>
            </a:r>
            <a:endParaRPr lang="en-US" sz="1400" dirty="0"/>
          </a:p>
        </p:txBody>
      </p:sp>
      <p:sp>
        <p:nvSpPr>
          <p:cNvPr id="13" name="Text 11"/>
          <p:cNvSpPr/>
          <p:nvPr/>
        </p:nvSpPr>
        <p:spPr>
          <a:xfrm>
            <a:off x="829056"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Build physical data models</a:t>
            </a:r>
            <a:endParaRPr lang="en-US" sz="1400" dirty="0"/>
          </a:p>
        </p:txBody>
      </p:sp>
      <p:sp>
        <p:nvSpPr>
          <p:cNvPr id="14" name="Text 12"/>
          <p:cNvSpPr/>
          <p:nvPr/>
        </p:nvSpPr>
        <p:spPr>
          <a:xfrm>
            <a:off x="829056"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Review and validate models with stakeholders</a:t>
            </a:r>
            <a:endParaRPr lang="en-US" sz="1400" dirty="0"/>
          </a:p>
        </p:txBody>
      </p:sp>
      <p:sp>
        <p:nvSpPr>
          <p:cNvPr id="15" name="Text 13"/>
          <p:cNvSpPr/>
          <p:nvPr/>
        </p:nvSpPr>
        <p:spPr>
          <a:xfrm>
            <a:off x="829056"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Maintain model repository and versioning</a:t>
            </a:r>
            <a:endParaRPr lang="en-US" sz="1400" dirty="0"/>
          </a:p>
        </p:txBody>
      </p:sp>
      <p:sp>
        <p:nvSpPr>
          <p:cNvPr id="16" name="Shape 14"/>
          <p:cNvSpPr/>
          <p:nvPr/>
        </p:nvSpPr>
        <p:spPr>
          <a:xfrm>
            <a:off x="4340352" y="2340864"/>
            <a:ext cx="3560064" cy="4140254"/>
          </a:xfrm>
          <a:prstGeom prst="roundRect">
            <a:avLst>
              <a:gd name="adj" fmla="val 3425"/>
            </a:avLst>
          </a:prstGeom>
          <a:solidFill>
            <a:srgbClr val="B7E4C7"/>
          </a:solidFill>
          <a:ln/>
          <a:effectLst>
            <a:outerShdw blurRad="50800" dist="25400" dir="2700000" algn="bl" rotWithShape="0">
              <a:srgbClr val="000000">
                <a:alpha val="6000"/>
              </a:srgbClr>
            </a:outerShdw>
          </a:effectLst>
        </p:spPr>
      </p:sp>
      <p:sp>
        <p:nvSpPr>
          <p:cNvPr id="17" name="Shape 15"/>
          <p:cNvSpPr/>
          <p:nvPr/>
        </p:nvSpPr>
        <p:spPr>
          <a:xfrm>
            <a:off x="4462272" y="2462784"/>
            <a:ext cx="3316224" cy="414528"/>
          </a:xfrm>
          <a:prstGeom prst="roundRect">
            <a:avLst>
              <a:gd name="adj" fmla="val 20588"/>
            </a:avLst>
          </a:prstGeom>
          <a:solidFill>
            <a:srgbClr val="1B4332"/>
          </a:solidFill>
          <a:ln/>
        </p:spPr>
      </p:sp>
      <p:sp>
        <p:nvSpPr>
          <p:cNvPr id="18" name="Text 16"/>
          <p:cNvSpPr/>
          <p:nvPr/>
        </p:nvSpPr>
        <p:spPr>
          <a:xfrm>
            <a:off x="4462272"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Deliverables</a:t>
            </a:r>
            <a:endParaRPr lang="en-US" sz="1467" dirty="0"/>
          </a:p>
        </p:txBody>
      </p:sp>
      <p:sp>
        <p:nvSpPr>
          <p:cNvPr id="19" name="Text 17"/>
          <p:cNvSpPr/>
          <p:nvPr/>
        </p:nvSpPr>
        <p:spPr>
          <a:xfrm>
            <a:off x="4559808"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Conceptual data model</a:t>
            </a:r>
            <a:endParaRPr lang="en-US" sz="1400" dirty="0"/>
          </a:p>
        </p:txBody>
      </p:sp>
      <p:sp>
        <p:nvSpPr>
          <p:cNvPr id="20" name="Text 18"/>
          <p:cNvSpPr/>
          <p:nvPr/>
        </p:nvSpPr>
        <p:spPr>
          <a:xfrm>
            <a:off x="4559808"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Logical data model</a:t>
            </a:r>
            <a:endParaRPr lang="en-US" sz="1400" dirty="0"/>
          </a:p>
        </p:txBody>
      </p:sp>
      <p:sp>
        <p:nvSpPr>
          <p:cNvPr id="21" name="Text 19"/>
          <p:cNvSpPr/>
          <p:nvPr/>
        </p:nvSpPr>
        <p:spPr>
          <a:xfrm>
            <a:off x="4559808"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Physical data model</a:t>
            </a:r>
            <a:endParaRPr lang="en-US" sz="1400" dirty="0"/>
          </a:p>
        </p:txBody>
      </p:sp>
      <p:sp>
        <p:nvSpPr>
          <p:cNvPr id="22" name="Text 20"/>
          <p:cNvSpPr/>
          <p:nvPr/>
        </p:nvSpPr>
        <p:spPr>
          <a:xfrm>
            <a:off x="4559808"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Data model documentation</a:t>
            </a:r>
            <a:endParaRPr lang="en-US" sz="1400" dirty="0"/>
          </a:p>
        </p:txBody>
      </p:sp>
      <p:sp>
        <p:nvSpPr>
          <p:cNvPr id="23" name="Text 21"/>
          <p:cNvSpPr/>
          <p:nvPr/>
        </p:nvSpPr>
        <p:spPr>
          <a:xfrm>
            <a:off x="4559808"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Entity-relationship diagrams (ERDs)</a:t>
            </a:r>
            <a:endParaRPr lang="en-US" sz="1400" dirty="0"/>
          </a:p>
        </p:txBody>
      </p:sp>
      <p:sp>
        <p:nvSpPr>
          <p:cNvPr id="24" name="Shape 22"/>
          <p:cNvSpPr/>
          <p:nvPr/>
        </p:nvSpPr>
        <p:spPr>
          <a:xfrm>
            <a:off x="8071104" y="2340864"/>
            <a:ext cx="3511296" cy="2255520"/>
          </a:xfrm>
          <a:prstGeom prst="roundRect">
            <a:avLst>
              <a:gd name="adj" fmla="val 5405"/>
            </a:avLst>
          </a:prstGeom>
          <a:solidFill>
            <a:srgbClr val="F4F6FC"/>
          </a:solidFill>
          <a:ln/>
          <a:effectLst>
            <a:outerShdw blurRad="50800" dist="25400" dir="2700000" algn="bl" rotWithShape="0">
              <a:srgbClr val="000000">
                <a:alpha val="6000"/>
              </a:srgbClr>
            </a:outerShdw>
          </a:effectLst>
        </p:spPr>
      </p:sp>
      <p:sp>
        <p:nvSpPr>
          <p:cNvPr id="25" name="Shape 23"/>
          <p:cNvSpPr/>
          <p:nvPr/>
        </p:nvSpPr>
        <p:spPr>
          <a:xfrm>
            <a:off x="8193024" y="2462784"/>
            <a:ext cx="3267456" cy="414528"/>
          </a:xfrm>
          <a:prstGeom prst="roundRect">
            <a:avLst>
              <a:gd name="adj" fmla="val 20588"/>
            </a:avLst>
          </a:prstGeom>
          <a:solidFill>
            <a:srgbClr val="0D1B4B"/>
          </a:solidFill>
          <a:ln/>
        </p:spPr>
      </p:sp>
      <p:sp>
        <p:nvSpPr>
          <p:cNvPr id="26" name="Text 24"/>
          <p:cNvSpPr/>
          <p:nvPr/>
        </p:nvSpPr>
        <p:spPr>
          <a:xfrm>
            <a:off x="8193024" y="2462784"/>
            <a:ext cx="3267456"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Why It Matters</a:t>
            </a:r>
            <a:endParaRPr lang="en-US" sz="1467" dirty="0"/>
          </a:p>
        </p:txBody>
      </p:sp>
      <p:sp>
        <p:nvSpPr>
          <p:cNvPr id="27" name="Text 25"/>
          <p:cNvSpPr/>
          <p:nvPr/>
        </p:nvSpPr>
        <p:spPr>
          <a:xfrm>
            <a:off x="8193024" y="2974848"/>
            <a:ext cx="3267456" cy="1536192"/>
          </a:xfrm>
          <a:prstGeom prst="rect">
            <a:avLst/>
          </a:prstGeom>
          <a:noFill/>
          <a:ln/>
        </p:spPr>
        <p:txBody>
          <a:bodyPr wrap="square" rtlCol="0" anchor="ctr"/>
          <a:lstStyle/>
          <a:p>
            <a:r>
              <a:rPr lang="en-US" sz="1400" dirty="0">
                <a:solidFill>
                  <a:srgbClr val="333333"/>
                </a:solidFill>
                <a:latin typeface="Calibri" pitchFamily="34" charset="0"/>
                <a:ea typeface="Calibri" pitchFamily="34" charset="-122"/>
                <a:cs typeface="Calibri" pitchFamily="34" charset="-120"/>
              </a:rPr>
              <a:t>Data models are the shared language between business and IT. Without them, developers build different structures for the same concept, leading to integration failures, redundancy, and conflicting definitions across systems.</a:t>
            </a:r>
            <a:endParaRPr lang="en-US" sz="1400" dirty="0"/>
          </a:p>
        </p:txBody>
      </p:sp>
      <p:sp>
        <p:nvSpPr>
          <p:cNvPr id="28" name="Shape 26"/>
          <p:cNvSpPr/>
          <p:nvPr/>
        </p:nvSpPr>
        <p:spPr>
          <a:xfrm>
            <a:off x="8071104" y="4730496"/>
            <a:ext cx="3511296" cy="1806228"/>
          </a:xfrm>
          <a:prstGeom prst="roundRect">
            <a:avLst>
              <a:gd name="adj" fmla="val 8929"/>
            </a:avLst>
          </a:prstGeom>
          <a:solidFill>
            <a:srgbClr val="E0F4F6"/>
          </a:solidFill>
          <a:ln/>
          <a:effectLst>
            <a:outerShdw blurRad="50800" dist="25400" dir="2700000" algn="bl" rotWithShape="0">
              <a:srgbClr val="000000">
                <a:alpha val="6000"/>
              </a:srgbClr>
            </a:outerShdw>
          </a:effectLst>
        </p:spPr>
      </p:sp>
      <p:sp>
        <p:nvSpPr>
          <p:cNvPr id="29" name="Shape 27"/>
          <p:cNvSpPr/>
          <p:nvPr/>
        </p:nvSpPr>
        <p:spPr>
          <a:xfrm>
            <a:off x="8193024" y="4852416"/>
            <a:ext cx="3267456" cy="365760"/>
          </a:xfrm>
          <a:prstGeom prst="roundRect">
            <a:avLst>
              <a:gd name="adj" fmla="val 20000"/>
            </a:avLst>
          </a:prstGeom>
          <a:solidFill>
            <a:srgbClr val="005F73"/>
          </a:solidFill>
          <a:ln/>
        </p:spPr>
      </p:sp>
      <p:sp>
        <p:nvSpPr>
          <p:cNvPr id="30" name="Text 28"/>
          <p:cNvSpPr/>
          <p:nvPr/>
        </p:nvSpPr>
        <p:spPr>
          <a:xfrm>
            <a:off x="8193024" y="4852416"/>
            <a:ext cx="3267456" cy="36576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Governance Link</a:t>
            </a:r>
            <a:endParaRPr lang="en-US" sz="1333" dirty="0"/>
          </a:p>
        </p:txBody>
      </p:sp>
      <p:sp>
        <p:nvSpPr>
          <p:cNvPr id="31" name="Text 29"/>
          <p:cNvSpPr/>
          <p:nvPr/>
        </p:nvSpPr>
        <p:spPr>
          <a:xfrm>
            <a:off x="8193024" y="5291327"/>
            <a:ext cx="3267456" cy="1189791"/>
          </a:xfrm>
          <a:prstGeom prst="rect">
            <a:avLst/>
          </a:prstGeom>
          <a:noFill/>
          <a:ln/>
        </p:spPr>
        <p:txBody>
          <a:bodyPr wrap="square" rtlCol="0" anchor="ctr"/>
          <a:lstStyle/>
          <a:p>
            <a:r>
              <a:rPr lang="en-US" sz="1333" dirty="0">
                <a:solidFill>
                  <a:srgbClr val="005F73"/>
                </a:solidFill>
                <a:latin typeface="Calibri" pitchFamily="34" charset="0"/>
                <a:ea typeface="Calibri" pitchFamily="34" charset="-122"/>
                <a:cs typeface="Calibri" pitchFamily="34" charset="-120"/>
              </a:rPr>
              <a:t>Governance approves data definitions and naming standards. Modeling implements those definitions into structures. Models are the technical artifact through which governance policies about data structure become operational.</a:t>
            </a:r>
            <a:endParaRPr lang="en-US" sz="1333"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243840"/>
            <a:ext cx="3657600" cy="438912"/>
          </a:xfrm>
          <a:prstGeom prst="roundRect">
            <a:avLst>
              <a:gd name="adj" fmla="val 22222"/>
            </a:avLst>
          </a:prstGeom>
          <a:solidFill>
            <a:srgbClr val="3D405B"/>
          </a:solidFill>
          <a:ln/>
        </p:spPr>
      </p:sp>
      <p:sp>
        <p:nvSpPr>
          <p:cNvPr id="3" name="Text 1"/>
          <p:cNvSpPr/>
          <p:nvPr/>
        </p:nvSpPr>
        <p:spPr>
          <a:xfrm>
            <a:off x="609600" y="243840"/>
            <a:ext cx="3657600" cy="438912"/>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KNOWLEDGE AREA 3  ·  Chapter 6</a:t>
            </a:r>
            <a:endParaRPr lang="en-US" sz="1333" dirty="0"/>
          </a:p>
        </p:txBody>
      </p:sp>
      <p:sp>
        <p:nvSpPr>
          <p:cNvPr id="4" name="Text 2"/>
          <p:cNvSpPr/>
          <p:nvPr/>
        </p:nvSpPr>
        <p:spPr>
          <a:xfrm>
            <a:off x="4450080" y="219456"/>
            <a:ext cx="7559040" cy="512064"/>
          </a:xfrm>
          <a:prstGeom prst="rect">
            <a:avLst/>
          </a:prstGeom>
          <a:noFill/>
          <a:ln/>
        </p:spPr>
        <p:txBody>
          <a:bodyPr wrap="square" lIns="0" tIns="0" rIns="0" bIns="0" rtlCol="0" anchor="ctr"/>
          <a:lstStyle/>
          <a:p>
            <a:r>
              <a:rPr lang="en-US" sz="3467" b="1" dirty="0">
                <a:solidFill>
                  <a:srgbClr val="0D1B4B"/>
                </a:solidFill>
                <a:latin typeface="Cambria" pitchFamily="34" charset="0"/>
                <a:ea typeface="Cambria" pitchFamily="34" charset="-122"/>
                <a:cs typeface="Cambria" pitchFamily="34" charset="-120"/>
              </a:rPr>
              <a:t>Data Storage &amp; Operations</a:t>
            </a:r>
            <a:endParaRPr lang="en-US" sz="3467" dirty="0"/>
          </a:p>
        </p:txBody>
      </p:sp>
      <p:sp>
        <p:nvSpPr>
          <p:cNvPr id="5" name="Text 3"/>
          <p:cNvSpPr/>
          <p:nvPr/>
        </p:nvSpPr>
        <p:spPr>
          <a:xfrm>
            <a:off x="633984" y="792480"/>
            <a:ext cx="10972800" cy="316992"/>
          </a:xfrm>
          <a:prstGeom prst="rect">
            <a:avLst/>
          </a:prstGeom>
          <a:noFill/>
          <a:ln/>
        </p:spPr>
        <p:txBody>
          <a:bodyPr wrap="square" lIns="0" tIns="0" rIns="0" bIns="0" rtlCol="0" anchor="ctr"/>
          <a:lstStyle/>
          <a:p>
            <a:r>
              <a:rPr lang="en-US" sz="1600" i="1" dirty="0">
                <a:solidFill>
                  <a:srgbClr val="6B7A9F"/>
                </a:solidFill>
                <a:latin typeface="Calibri" pitchFamily="34" charset="0"/>
                <a:ea typeface="Calibri" pitchFamily="34" charset="-122"/>
                <a:cs typeface="Calibri" pitchFamily="34" charset="-120"/>
              </a:rPr>
              <a:t>Managing the physical deployment, availability, and performance of structured data assets.</a:t>
            </a:r>
            <a:endParaRPr lang="en-US" sz="1600" dirty="0"/>
          </a:p>
        </p:txBody>
      </p:sp>
      <p:sp>
        <p:nvSpPr>
          <p:cNvPr id="6" name="Shape 4"/>
          <p:cNvSpPr/>
          <p:nvPr/>
        </p:nvSpPr>
        <p:spPr>
          <a:xfrm>
            <a:off x="609600" y="1194816"/>
            <a:ext cx="10972800" cy="999744"/>
          </a:xfrm>
          <a:prstGeom prst="roundRect">
            <a:avLst>
              <a:gd name="adj" fmla="val 12195"/>
            </a:avLst>
          </a:prstGeom>
          <a:solidFill>
            <a:srgbClr val="3D405B"/>
          </a:solidFill>
          <a:ln/>
        </p:spPr>
      </p:sp>
      <p:sp>
        <p:nvSpPr>
          <p:cNvPr id="7" name="Text 5"/>
          <p:cNvSpPr/>
          <p:nvPr/>
        </p:nvSpPr>
        <p:spPr>
          <a:xfrm>
            <a:off x="829056" y="1243584"/>
            <a:ext cx="10533888" cy="877824"/>
          </a:xfrm>
          <a:prstGeom prst="rect">
            <a:avLst/>
          </a:prstGeom>
          <a:noFill/>
          <a:ln/>
        </p:spPr>
        <p:txBody>
          <a:bodyPr wrap="square" rtlCol="0" anchor="ctr"/>
          <a:lstStyle/>
          <a:p>
            <a:r>
              <a:rPr lang="en-US" sz="1667" dirty="0">
                <a:solidFill>
                  <a:srgbClr val="FFFFFF"/>
                </a:solidFill>
                <a:latin typeface="Calibri" pitchFamily="34" charset="0"/>
                <a:ea typeface="Calibri" pitchFamily="34" charset="-122"/>
                <a:cs typeface="Calibri" pitchFamily="34" charset="-120"/>
              </a:rPr>
              <a:t>Data Storage &amp; Operations covers the design, implementation, and support of stored data assets across their lifecycle — from acquisition through archival and disposal. It encompasses database administration, performance tuning, capacity planning, backup and recovery, and data retention.</a:t>
            </a:r>
            <a:endParaRPr lang="en-US" sz="1667" dirty="0"/>
          </a:p>
        </p:txBody>
      </p:sp>
      <p:sp>
        <p:nvSpPr>
          <p:cNvPr id="8" name="Shape 6"/>
          <p:cNvSpPr/>
          <p:nvPr/>
        </p:nvSpPr>
        <p:spPr>
          <a:xfrm>
            <a:off x="609600" y="2340864"/>
            <a:ext cx="3560064" cy="4146432"/>
          </a:xfrm>
          <a:prstGeom prst="roundRect">
            <a:avLst>
              <a:gd name="adj" fmla="val 3425"/>
            </a:avLst>
          </a:prstGeom>
          <a:solidFill>
            <a:srgbClr val="D0D4E8"/>
          </a:solidFill>
          <a:ln/>
          <a:effectLst>
            <a:outerShdw blurRad="50800" dist="25400" dir="2700000" algn="bl" rotWithShape="0">
              <a:srgbClr val="000000">
                <a:alpha val="6000"/>
              </a:srgbClr>
            </a:outerShdw>
          </a:effectLst>
        </p:spPr>
      </p:sp>
      <p:sp>
        <p:nvSpPr>
          <p:cNvPr id="9" name="Shape 7"/>
          <p:cNvSpPr/>
          <p:nvPr/>
        </p:nvSpPr>
        <p:spPr>
          <a:xfrm>
            <a:off x="731520" y="2462784"/>
            <a:ext cx="3316224" cy="414528"/>
          </a:xfrm>
          <a:prstGeom prst="roundRect">
            <a:avLst>
              <a:gd name="adj" fmla="val 20588"/>
            </a:avLst>
          </a:prstGeom>
          <a:solidFill>
            <a:srgbClr val="3D405B"/>
          </a:solidFill>
          <a:ln/>
        </p:spPr>
      </p:sp>
      <p:sp>
        <p:nvSpPr>
          <p:cNvPr id="10" name="Text 8"/>
          <p:cNvSpPr/>
          <p:nvPr/>
        </p:nvSpPr>
        <p:spPr>
          <a:xfrm>
            <a:off x="731520"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Activities</a:t>
            </a:r>
            <a:endParaRPr lang="en-US" sz="1467" dirty="0"/>
          </a:p>
        </p:txBody>
      </p:sp>
      <p:sp>
        <p:nvSpPr>
          <p:cNvPr id="11" name="Text 9"/>
          <p:cNvSpPr/>
          <p:nvPr/>
        </p:nvSpPr>
        <p:spPr>
          <a:xfrm>
            <a:off x="829056"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Design and manage database environments</a:t>
            </a:r>
            <a:endParaRPr lang="en-US" sz="1400" dirty="0"/>
          </a:p>
        </p:txBody>
      </p:sp>
      <p:sp>
        <p:nvSpPr>
          <p:cNvPr id="12" name="Text 10"/>
          <p:cNvSpPr/>
          <p:nvPr/>
        </p:nvSpPr>
        <p:spPr>
          <a:xfrm>
            <a:off x="829056"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Monitor and tune database performance</a:t>
            </a:r>
            <a:endParaRPr lang="en-US" sz="1400" dirty="0"/>
          </a:p>
        </p:txBody>
      </p:sp>
      <p:sp>
        <p:nvSpPr>
          <p:cNvPr id="13" name="Text 11"/>
          <p:cNvSpPr/>
          <p:nvPr/>
        </p:nvSpPr>
        <p:spPr>
          <a:xfrm>
            <a:off x="829056"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Manage data backup and recovery</a:t>
            </a:r>
            <a:endParaRPr lang="en-US" sz="1400" dirty="0"/>
          </a:p>
        </p:txBody>
      </p:sp>
      <p:sp>
        <p:nvSpPr>
          <p:cNvPr id="14" name="Text 12"/>
          <p:cNvSpPr/>
          <p:nvPr/>
        </p:nvSpPr>
        <p:spPr>
          <a:xfrm>
            <a:off x="829056"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Implement data retention and archiving policies</a:t>
            </a:r>
            <a:endParaRPr lang="en-US" sz="1400" dirty="0"/>
          </a:p>
        </p:txBody>
      </p:sp>
      <p:sp>
        <p:nvSpPr>
          <p:cNvPr id="15" name="Text 13"/>
          <p:cNvSpPr/>
          <p:nvPr/>
        </p:nvSpPr>
        <p:spPr>
          <a:xfrm>
            <a:off x="829056"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Support data availability and SLAs</a:t>
            </a:r>
            <a:endParaRPr lang="en-US" sz="1400" dirty="0"/>
          </a:p>
        </p:txBody>
      </p:sp>
      <p:sp>
        <p:nvSpPr>
          <p:cNvPr id="16" name="Shape 14"/>
          <p:cNvSpPr/>
          <p:nvPr/>
        </p:nvSpPr>
        <p:spPr>
          <a:xfrm>
            <a:off x="4340352" y="2340864"/>
            <a:ext cx="3560064" cy="4146432"/>
          </a:xfrm>
          <a:prstGeom prst="roundRect">
            <a:avLst>
              <a:gd name="adj" fmla="val 3425"/>
            </a:avLst>
          </a:prstGeom>
          <a:solidFill>
            <a:srgbClr val="D0D4E8"/>
          </a:solidFill>
          <a:ln/>
          <a:effectLst>
            <a:outerShdw blurRad="50800" dist="25400" dir="2700000" algn="bl" rotWithShape="0">
              <a:srgbClr val="000000">
                <a:alpha val="6000"/>
              </a:srgbClr>
            </a:outerShdw>
          </a:effectLst>
        </p:spPr>
      </p:sp>
      <p:sp>
        <p:nvSpPr>
          <p:cNvPr id="17" name="Shape 15"/>
          <p:cNvSpPr/>
          <p:nvPr/>
        </p:nvSpPr>
        <p:spPr>
          <a:xfrm>
            <a:off x="4462272" y="2462784"/>
            <a:ext cx="3316224" cy="414528"/>
          </a:xfrm>
          <a:prstGeom prst="roundRect">
            <a:avLst>
              <a:gd name="adj" fmla="val 20588"/>
            </a:avLst>
          </a:prstGeom>
          <a:solidFill>
            <a:srgbClr val="3D405B"/>
          </a:solidFill>
          <a:ln/>
        </p:spPr>
      </p:sp>
      <p:sp>
        <p:nvSpPr>
          <p:cNvPr id="18" name="Text 16"/>
          <p:cNvSpPr/>
          <p:nvPr/>
        </p:nvSpPr>
        <p:spPr>
          <a:xfrm>
            <a:off x="4462272"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Deliverables</a:t>
            </a:r>
            <a:endParaRPr lang="en-US" sz="1467" dirty="0"/>
          </a:p>
        </p:txBody>
      </p:sp>
      <p:sp>
        <p:nvSpPr>
          <p:cNvPr id="19" name="Text 17"/>
          <p:cNvSpPr/>
          <p:nvPr/>
        </p:nvSpPr>
        <p:spPr>
          <a:xfrm>
            <a:off x="4559808"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Database management procedures</a:t>
            </a:r>
            <a:endParaRPr lang="en-US" sz="1400" dirty="0"/>
          </a:p>
        </p:txBody>
      </p:sp>
      <p:sp>
        <p:nvSpPr>
          <p:cNvPr id="20" name="Text 18"/>
          <p:cNvSpPr/>
          <p:nvPr/>
        </p:nvSpPr>
        <p:spPr>
          <a:xfrm>
            <a:off x="4559808"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Capacity planning documentation</a:t>
            </a:r>
            <a:endParaRPr lang="en-US" sz="1400" dirty="0"/>
          </a:p>
        </p:txBody>
      </p:sp>
      <p:sp>
        <p:nvSpPr>
          <p:cNvPr id="21" name="Text 19"/>
          <p:cNvSpPr/>
          <p:nvPr/>
        </p:nvSpPr>
        <p:spPr>
          <a:xfrm>
            <a:off x="4559808"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Backup and recovery plans</a:t>
            </a:r>
            <a:endParaRPr lang="en-US" sz="1400" dirty="0"/>
          </a:p>
        </p:txBody>
      </p:sp>
      <p:sp>
        <p:nvSpPr>
          <p:cNvPr id="22" name="Text 20"/>
          <p:cNvSpPr/>
          <p:nvPr/>
        </p:nvSpPr>
        <p:spPr>
          <a:xfrm>
            <a:off x="4559808"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Data retention schedule</a:t>
            </a:r>
            <a:endParaRPr lang="en-US" sz="1400" dirty="0"/>
          </a:p>
        </p:txBody>
      </p:sp>
      <p:sp>
        <p:nvSpPr>
          <p:cNvPr id="23" name="Text 21"/>
          <p:cNvSpPr/>
          <p:nvPr/>
        </p:nvSpPr>
        <p:spPr>
          <a:xfrm>
            <a:off x="4559808"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Performance monitoring dashboards</a:t>
            </a:r>
            <a:endParaRPr lang="en-US" sz="1400" dirty="0"/>
          </a:p>
        </p:txBody>
      </p:sp>
      <p:sp>
        <p:nvSpPr>
          <p:cNvPr id="24" name="Shape 22"/>
          <p:cNvSpPr/>
          <p:nvPr/>
        </p:nvSpPr>
        <p:spPr>
          <a:xfrm>
            <a:off x="8071104" y="2340864"/>
            <a:ext cx="3511296" cy="2255520"/>
          </a:xfrm>
          <a:prstGeom prst="roundRect">
            <a:avLst>
              <a:gd name="adj" fmla="val 5405"/>
            </a:avLst>
          </a:prstGeom>
          <a:solidFill>
            <a:srgbClr val="F4F6FC"/>
          </a:solidFill>
          <a:ln/>
          <a:effectLst>
            <a:outerShdw blurRad="50800" dist="25400" dir="2700000" algn="bl" rotWithShape="0">
              <a:srgbClr val="000000">
                <a:alpha val="6000"/>
              </a:srgbClr>
            </a:outerShdw>
          </a:effectLst>
        </p:spPr>
      </p:sp>
      <p:sp>
        <p:nvSpPr>
          <p:cNvPr id="25" name="Shape 23"/>
          <p:cNvSpPr/>
          <p:nvPr/>
        </p:nvSpPr>
        <p:spPr>
          <a:xfrm>
            <a:off x="8193024" y="2462784"/>
            <a:ext cx="3267456" cy="414528"/>
          </a:xfrm>
          <a:prstGeom prst="roundRect">
            <a:avLst>
              <a:gd name="adj" fmla="val 20588"/>
            </a:avLst>
          </a:prstGeom>
          <a:solidFill>
            <a:srgbClr val="0D1B4B"/>
          </a:solidFill>
          <a:ln/>
        </p:spPr>
      </p:sp>
      <p:sp>
        <p:nvSpPr>
          <p:cNvPr id="26" name="Text 24"/>
          <p:cNvSpPr/>
          <p:nvPr/>
        </p:nvSpPr>
        <p:spPr>
          <a:xfrm>
            <a:off x="8193024" y="2462784"/>
            <a:ext cx="3267456"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Why It Matters</a:t>
            </a:r>
            <a:endParaRPr lang="en-US" sz="1467" dirty="0"/>
          </a:p>
        </p:txBody>
      </p:sp>
      <p:sp>
        <p:nvSpPr>
          <p:cNvPr id="27" name="Text 25"/>
          <p:cNvSpPr/>
          <p:nvPr/>
        </p:nvSpPr>
        <p:spPr>
          <a:xfrm>
            <a:off x="8193024" y="2974848"/>
            <a:ext cx="3267456" cy="1536192"/>
          </a:xfrm>
          <a:prstGeom prst="rect">
            <a:avLst/>
          </a:prstGeom>
          <a:noFill/>
          <a:ln/>
        </p:spPr>
        <p:txBody>
          <a:bodyPr wrap="square" rtlCol="0" anchor="ctr"/>
          <a:lstStyle/>
          <a:p>
            <a:r>
              <a:rPr lang="en-US" sz="1400" dirty="0">
                <a:solidFill>
                  <a:srgbClr val="333333"/>
                </a:solidFill>
                <a:latin typeface="Calibri" pitchFamily="34" charset="0"/>
                <a:ea typeface="Calibri" pitchFamily="34" charset="-122"/>
                <a:cs typeface="Calibri" pitchFamily="34" charset="-120"/>
              </a:rPr>
              <a:t>Data is worthless if it isn't available, accessible, and performant when needed. Storage operations are the infrastructure layer that keeps data alive and reliable — from daily transactions to long-term archival.</a:t>
            </a:r>
            <a:endParaRPr lang="en-US" sz="1400" dirty="0"/>
          </a:p>
        </p:txBody>
      </p:sp>
      <p:sp>
        <p:nvSpPr>
          <p:cNvPr id="28" name="Shape 26"/>
          <p:cNvSpPr/>
          <p:nvPr/>
        </p:nvSpPr>
        <p:spPr>
          <a:xfrm>
            <a:off x="8071104" y="4730496"/>
            <a:ext cx="3511296" cy="1837120"/>
          </a:xfrm>
          <a:prstGeom prst="roundRect">
            <a:avLst>
              <a:gd name="adj" fmla="val 8929"/>
            </a:avLst>
          </a:prstGeom>
          <a:solidFill>
            <a:srgbClr val="E0F4F6"/>
          </a:solidFill>
          <a:ln/>
          <a:effectLst>
            <a:outerShdw blurRad="50800" dist="25400" dir="2700000" algn="bl" rotWithShape="0">
              <a:srgbClr val="000000">
                <a:alpha val="6000"/>
              </a:srgbClr>
            </a:outerShdw>
          </a:effectLst>
        </p:spPr>
      </p:sp>
      <p:sp>
        <p:nvSpPr>
          <p:cNvPr id="29" name="Shape 27"/>
          <p:cNvSpPr/>
          <p:nvPr/>
        </p:nvSpPr>
        <p:spPr>
          <a:xfrm>
            <a:off x="8193024" y="4852416"/>
            <a:ext cx="3267456" cy="365760"/>
          </a:xfrm>
          <a:prstGeom prst="roundRect">
            <a:avLst>
              <a:gd name="adj" fmla="val 20000"/>
            </a:avLst>
          </a:prstGeom>
          <a:solidFill>
            <a:srgbClr val="005F73"/>
          </a:solidFill>
          <a:ln/>
        </p:spPr>
      </p:sp>
      <p:sp>
        <p:nvSpPr>
          <p:cNvPr id="30" name="Text 28"/>
          <p:cNvSpPr/>
          <p:nvPr/>
        </p:nvSpPr>
        <p:spPr>
          <a:xfrm>
            <a:off x="8193024" y="4852416"/>
            <a:ext cx="3267456" cy="36576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Governance Link</a:t>
            </a:r>
            <a:endParaRPr lang="en-US" sz="1333" dirty="0"/>
          </a:p>
        </p:txBody>
      </p:sp>
      <p:sp>
        <p:nvSpPr>
          <p:cNvPr id="31" name="Text 29"/>
          <p:cNvSpPr/>
          <p:nvPr/>
        </p:nvSpPr>
        <p:spPr>
          <a:xfrm>
            <a:off x="8193024" y="5291327"/>
            <a:ext cx="3267456" cy="1195969"/>
          </a:xfrm>
          <a:prstGeom prst="rect">
            <a:avLst/>
          </a:prstGeom>
          <a:noFill/>
          <a:ln/>
        </p:spPr>
        <p:txBody>
          <a:bodyPr wrap="square" rtlCol="0" anchor="ctr"/>
          <a:lstStyle/>
          <a:p>
            <a:r>
              <a:rPr lang="en-US" sz="1333" dirty="0">
                <a:solidFill>
                  <a:srgbClr val="005F73"/>
                </a:solidFill>
                <a:latin typeface="Calibri" pitchFamily="34" charset="0"/>
                <a:ea typeface="Calibri" pitchFamily="34" charset="-122"/>
                <a:cs typeface="Calibri" pitchFamily="34" charset="-120"/>
              </a:rPr>
              <a:t>Governance sets retention policies and data lifecycle rules. Storage operations implement those policies technically. Governance defines what data must be kept, for how long, and under what conditions — operations enforces it.</a:t>
            </a:r>
            <a:endParaRPr lang="en-US" sz="1333"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243840"/>
            <a:ext cx="3657600" cy="438912"/>
          </a:xfrm>
          <a:prstGeom prst="roundRect">
            <a:avLst>
              <a:gd name="adj" fmla="val 22222"/>
            </a:avLst>
          </a:prstGeom>
          <a:solidFill>
            <a:srgbClr val="9B2226"/>
          </a:solidFill>
          <a:ln/>
        </p:spPr>
      </p:sp>
      <p:sp>
        <p:nvSpPr>
          <p:cNvPr id="3" name="Text 1"/>
          <p:cNvSpPr/>
          <p:nvPr/>
        </p:nvSpPr>
        <p:spPr>
          <a:xfrm>
            <a:off x="609600" y="243840"/>
            <a:ext cx="3657600" cy="438912"/>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KNOWLEDGE AREA 4  ·  Chapter 7</a:t>
            </a:r>
            <a:endParaRPr lang="en-US" sz="1333" dirty="0"/>
          </a:p>
        </p:txBody>
      </p:sp>
      <p:sp>
        <p:nvSpPr>
          <p:cNvPr id="4" name="Text 2"/>
          <p:cNvSpPr/>
          <p:nvPr/>
        </p:nvSpPr>
        <p:spPr>
          <a:xfrm>
            <a:off x="4450080" y="219456"/>
            <a:ext cx="7559040" cy="512064"/>
          </a:xfrm>
          <a:prstGeom prst="rect">
            <a:avLst/>
          </a:prstGeom>
          <a:noFill/>
          <a:ln/>
        </p:spPr>
        <p:txBody>
          <a:bodyPr wrap="square" lIns="0" tIns="0" rIns="0" bIns="0" rtlCol="0" anchor="ctr"/>
          <a:lstStyle/>
          <a:p>
            <a:r>
              <a:rPr lang="en-US" sz="3467" b="1" dirty="0">
                <a:solidFill>
                  <a:srgbClr val="0D1B4B"/>
                </a:solidFill>
                <a:latin typeface="Cambria" pitchFamily="34" charset="0"/>
                <a:ea typeface="Cambria" pitchFamily="34" charset="-122"/>
                <a:cs typeface="Cambria" pitchFamily="34" charset="-120"/>
              </a:rPr>
              <a:t>Data Security</a:t>
            </a:r>
            <a:endParaRPr lang="en-US" sz="3467" dirty="0"/>
          </a:p>
        </p:txBody>
      </p:sp>
      <p:sp>
        <p:nvSpPr>
          <p:cNvPr id="5" name="Text 3"/>
          <p:cNvSpPr/>
          <p:nvPr/>
        </p:nvSpPr>
        <p:spPr>
          <a:xfrm>
            <a:off x="633984" y="792480"/>
            <a:ext cx="10972800" cy="316992"/>
          </a:xfrm>
          <a:prstGeom prst="rect">
            <a:avLst/>
          </a:prstGeom>
          <a:noFill/>
          <a:ln/>
        </p:spPr>
        <p:txBody>
          <a:bodyPr wrap="square" lIns="0" tIns="0" rIns="0" bIns="0" rtlCol="0" anchor="ctr"/>
          <a:lstStyle/>
          <a:p>
            <a:r>
              <a:rPr lang="en-US" sz="1600" i="1" dirty="0">
                <a:solidFill>
                  <a:srgbClr val="6B7A9F"/>
                </a:solidFill>
                <a:latin typeface="Calibri" pitchFamily="34" charset="0"/>
                <a:ea typeface="Calibri" pitchFamily="34" charset="-122"/>
                <a:cs typeface="Calibri" pitchFamily="34" charset="-120"/>
              </a:rPr>
              <a:t>Ensuring privacy, confidentiality, and appropriate access to data across its lifecycle.</a:t>
            </a:r>
            <a:endParaRPr lang="en-US" sz="1600" dirty="0"/>
          </a:p>
        </p:txBody>
      </p:sp>
      <p:sp>
        <p:nvSpPr>
          <p:cNvPr id="6" name="Shape 4"/>
          <p:cNvSpPr/>
          <p:nvPr/>
        </p:nvSpPr>
        <p:spPr>
          <a:xfrm>
            <a:off x="609600" y="1194816"/>
            <a:ext cx="10972800" cy="999744"/>
          </a:xfrm>
          <a:prstGeom prst="roundRect">
            <a:avLst>
              <a:gd name="adj" fmla="val 12195"/>
            </a:avLst>
          </a:prstGeom>
          <a:solidFill>
            <a:srgbClr val="9B2226"/>
          </a:solidFill>
          <a:ln/>
        </p:spPr>
      </p:sp>
      <p:sp>
        <p:nvSpPr>
          <p:cNvPr id="7" name="Text 5"/>
          <p:cNvSpPr/>
          <p:nvPr/>
        </p:nvSpPr>
        <p:spPr>
          <a:xfrm>
            <a:off x="829056" y="1243584"/>
            <a:ext cx="10533888" cy="877824"/>
          </a:xfrm>
          <a:prstGeom prst="rect">
            <a:avLst/>
          </a:prstGeom>
          <a:noFill/>
          <a:ln/>
        </p:spPr>
        <p:txBody>
          <a:bodyPr wrap="square" rtlCol="0" anchor="ctr"/>
          <a:lstStyle/>
          <a:p>
            <a:r>
              <a:rPr lang="en-US" sz="1667" dirty="0">
                <a:solidFill>
                  <a:srgbClr val="FFFFFF"/>
                </a:solidFill>
                <a:latin typeface="Calibri" pitchFamily="34" charset="0"/>
                <a:ea typeface="Calibri" pitchFamily="34" charset="-122"/>
                <a:cs typeface="Calibri" pitchFamily="34" charset="-120"/>
              </a:rPr>
              <a:t>Data Security covers the planning, development, and execution of security policies and procedures to provide proper authentication, authorization, access, and auditing for data and information assets. It balances data protection with appropriate access to enable business operations.</a:t>
            </a:r>
            <a:endParaRPr lang="en-US" sz="1667" dirty="0"/>
          </a:p>
        </p:txBody>
      </p:sp>
      <p:sp>
        <p:nvSpPr>
          <p:cNvPr id="8" name="Shape 6"/>
          <p:cNvSpPr/>
          <p:nvPr/>
        </p:nvSpPr>
        <p:spPr>
          <a:xfrm>
            <a:off x="609600" y="2340864"/>
            <a:ext cx="3560064" cy="4297680"/>
          </a:xfrm>
          <a:prstGeom prst="roundRect">
            <a:avLst>
              <a:gd name="adj" fmla="val 3425"/>
            </a:avLst>
          </a:prstGeom>
          <a:solidFill>
            <a:srgbClr val="FAEAEA"/>
          </a:solidFill>
          <a:ln/>
          <a:effectLst>
            <a:outerShdw blurRad="50800" dist="25400" dir="2700000" algn="bl" rotWithShape="0">
              <a:srgbClr val="000000">
                <a:alpha val="6000"/>
              </a:srgbClr>
            </a:outerShdw>
          </a:effectLst>
        </p:spPr>
      </p:sp>
      <p:sp>
        <p:nvSpPr>
          <p:cNvPr id="9" name="Shape 7"/>
          <p:cNvSpPr/>
          <p:nvPr/>
        </p:nvSpPr>
        <p:spPr>
          <a:xfrm>
            <a:off x="731520" y="2462784"/>
            <a:ext cx="3316224" cy="414528"/>
          </a:xfrm>
          <a:prstGeom prst="roundRect">
            <a:avLst>
              <a:gd name="adj" fmla="val 20588"/>
            </a:avLst>
          </a:prstGeom>
          <a:solidFill>
            <a:srgbClr val="9B2226"/>
          </a:solidFill>
          <a:ln/>
        </p:spPr>
      </p:sp>
      <p:sp>
        <p:nvSpPr>
          <p:cNvPr id="10" name="Text 8"/>
          <p:cNvSpPr/>
          <p:nvPr/>
        </p:nvSpPr>
        <p:spPr>
          <a:xfrm>
            <a:off x="731520"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Activities</a:t>
            </a:r>
            <a:endParaRPr lang="en-US" sz="1467" dirty="0"/>
          </a:p>
        </p:txBody>
      </p:sp>
      <p:sp>
        <p:nvSpPr>
          <p:cNvPr id="11" name="Text 9"/>
          <p:cNvSpPr/>
          <p:nvPr/>
        </p:nvSpPr>
        <p:spPr>
          <a:xfrm>
            <a:off x="829056"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Classify data by sensitivity and risk</a:t>
            </a:r>
            <a:endParaRPr lang="en-US" sz="1400" dirty="0"/>
          </a:p>
        </p:txBody>
      </p:sp>
      <p:sp>
        <p:nvSpPr>
          <p:cNvPr id="12" name="Text 10"/>
          <p:cNvSpPr/>
          <p:nvPr/>
        </p:nvSpPr>
        <p:spPr>
          <a:xfrm>
            <a:off x="829056"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Define and implement access controls</a:t>
            </a:r>
            <a:endParaRPr lang="en-US" sz="1400" dirty="0"/>
          </a:p>
        </p:txBody>
      </p:sp>
      <p:sp>
        <p:nvSpPr>
          <p:cNvPr id="13" name="Text 11"/>
          <p:cNvSpPr/>
          <p:nvPr/>
        </p:nvSpPr>
        <p:spPr>
          <a:xfrm>
            <a:off x="829056"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Monitor data access and usage</a:t>
            </a:r>
            <a:endParaRPr lang="en-US" sz="1400" dirty="0"/>
          </a:p>
        </p:txBody>
      </p:sp>
      <p:sp>
        <p:nvSpPr>
          <p:cNvPr id="14" name="Text 12"/>
          <p:cNvSpPr/>
          <p:nvPr/>
        </p:nvSpPr>
        <p:spPr>
          <a:xfrm>
            <a:off x="829056"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Manage encryption and masking</a:t>
            </a:r>
            <a:endParaRPr lang="en-US" sz="1400" dirty="0"/>
          </a:p>
        </p:txBody>
      </p:sp>
      <p:sp>
        <p:nvSpPr>
          <p:cNvPr id="15" name="Text 13"/>
          <p:cNvSpPr/>
          <p:nvPr/>
        </p:nvSpPr>
        <p:spPr>
          <a:xfrm>
            <a:off x="829056"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Conduct security audits and compliance checks</a:t>
            </a:r>
            <a:endParaRPr lang="en-US" sz="1400" dirty="0"/>
          </a:p>
        </p:txBody>
      </p:sp>
      <p:sp>
        <p:nvSpPr>
          <p:cNvPr id="16" name="Shape 14"/>
          <p:cNvSpPr/>
          <p:nvPr/>
        </p:nvSpPr>
        <p:spPr>
          <a:xfrm>
            <a:off x="4340352" y="2340864"/>
            <a:ext cx="3560064" cy="4297680"/>
          </a:xfrm>
          <a:prstGeom prst="roundRect">
            <a:avLst>
              <a:gd name="adj" fmla="val 3425"/>
            </a:avLst>
          </a:prstGeom>
          <a:solidFill>
            <a:srgbClr val="FAEAEA"/>
          </a:solidFill>
          <a:ln/>
          <a:effectLst>
            <a:outerShdw blurRad="50800" dist="25400" dir="2700000" algn="bl" rotWithShape="0">
              <a:srgbClr val="000000">
                <a:alpha val="6000"/>
              </a:srgbClr>
            </a:outerShdw>
          </a:effectLst>
        </p:spPr>
      </p:sp>
      <p:sp>
        <p:nvSpPr>
          <p:cNvPr id="17" name="Shape 15"/>
          <p:cNvSpPr/>
          <p:nvPr/>
        </p:nvSpPr>
        <p:spPr>
          <a:xfrm>
            <a:off x="4462272" y="2462784"/>
            <a:ext cx="3316224" cy="414528"/>
          </a:xfrm>
          <a:prstGeom prst="roundRect">
            <a:avLst>
              <a:gd name="adj" fmla="val 20588"/>
            </a:avLst>
          </a:prstGeom>
          <a:solidFill>
            <a:srgbClr val="9B2226"/>
          </a:solidFill>
          <a:ln/>
        </p:spPr>
      </p:sp>
      <p:sp>
        <p:nvSpPr>
          <p:cNvPr id="18" name="Text 16"/>
          <p:cNvSpPr/>
          <p:nvPr/>
        </p:nvSpPr>
        <p:spPr>
          <a:xfrm>
            <a:off x="4462272"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Deliverables</a:t>
            </a:r>
            <a:endParaRPr lang="en-US" sz="1467" dirty="0"/>
          </a:p>
        </p:txBody>
      </p:sp>
      <p:sp>
        <p:nvSpPr>
          <p:cNvPr id="19" name="Text 17"/>
          <p:cNvSpPr/>
          <p:nvPr/>
        </p:nvSpPr>
        <p:spPr>
          <a:xfrm>
            <a:off x="4559808"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Data classification framework</a:t>
            </a:r>
            <a:endParaRPr lang="en-US" sz="1400" dirty="0"/>
          </a:p>
        </p:txBody>
      </p:sp>
      <p:sp>
        <p:nvSpPr>
          <p:cNvPr id="20" name="Text 18"/>
          <p:cNvSpPr/>
          <p:nvPr/>
        </p:nvSpPr>
        <p:spPr>
          <a:xfrm>
            <a:off x="4559808"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Access control matrix</a:t>
            </a:r>
            <a:endParaRPr lang="en-US" sz="1400" dirty="0"/>
          </a:p>
        </p:txBody>
      </p:sp>
      <p:sp>
        <p:nvSpPr>
          <p:cNvPr id="21" name="Text 19"/>
          <p:cNvSpPr/>
          <p:nvPr/>
        </p:nvSpPr>
        <p:spPr>
          <a:xfrm>
            <a:off x="4559808"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Data security policies</a:t>
            </a:r>
            <a:endParaRPr lang="en-US" sz="1400" dirty="0"/>
          </a:p>
        </p:txBody>
      </p:sp>
      <p:sp>
        <p:nvSpPr>
          <p:cNvPr id="22" name="Text 20"/>
          <p:cNvSpPr/>
          <p:nvPr/>
        </p:nvSpPr>
        <p:spPr>
          <a:xfrm>
            <a:off x="4559808"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Encryption standards</a:t>
            </a:r>
            <a:endParaRPr lang="en-US" sz="1400" dirty="0"/>
          </a:p>
        </p:txBody>
      </p:sp>
      <p:sp>
        <p:nvSpPr>
          <p:cNvPr id="23" name="Text 21"/>
          <p:cNvSpPr/>
          <p:nvPr/>
        </p:nvSpPr>
        <p:spPr>
          <a:xfrm>
            <a:off x="4559808"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Security incident reports</a:t>
            </a:r>
            <a:endParaRPr lang="en-US" sz="1400" dirty="0"/>
          </a:p>
        </p:txBody>
      </p:sp>
      <p:sp>
        <p:nvSpPr>
          <p:cNvPr id="24" name="Shape 22"/>
          <p:cNvSpPr/>
          <p:nvPr/>
        </p:nvSpPr>
        <p:spPr>
          <a:xfrm>
            <a:off x="8071104" y="2340864"/>
            <a:ext cx="3511296" cy="2255520"/>
          </a:xfrm>
          <a:prstGeom prst="roundRect">
            <a:avLst>
              <a:gd name="adj" fmla="val 5405"/>
            </a:avLst>
          </a:prstGeom>
          <a:solidFill>
            <a:srgbClr val="F4F6FC"/>
          </a:solidFill>
          <a:ln/>
          <a:effectLst>
            <a:outerShdw blurRad="50800" dist="25400" dir="2700000" algn="bl" rotWithShape="0">
              <a:srgbClr val="000000">
                <a:alpha val="6000"/>
              </a:srgbClr>
            </a:outerShdw>
          </a:effectLst>
        </p:spPr>
      </p:sp>
      <p:sp>
        <p:nvSpPr>
          <p:cNvPr id="25" name="Shape 23"/>
          <p:cNvSpPr/>
          <p:nvPr/>
        </p:nvSpPr>
        <p:spPr>
          <a:xfrm>
            <a:off x="8193024" y="2462784"/>
            <a:ext cx="3267456" cy="414528"/>
          </a:xfrm>
          <a:prstGeom prst="roundRect">
            <a:avLst>
              <a:gd name="adj" fmla="val 20588"/>
            </a:avLst>
          </a:prstGeom>
          <a:solidFill>
            <a:srgbClr val="0D1B4B"/>
          </a:solidFill>
          <a:ln/>
        </p:spPr>
      </p:sp>
      <p:sp>
        <p:nvSpPr>
          <p:cNvPr id="26" name="Text 24"/>
          <p:cNvSpPr/>
          <p:nvPr/>
        </p:nvSpPr>
        <p:spPr>
          <a:xfrm>
            <a:off x="8193024" y="2462784"/>
            <a:ext cx="3267456"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Why It Matters</a:t>
            </a:r>
            <a:endParaRPr lang="en-US" sz="1467" dirty="0"/>
          </a:p>
        </p:txBody>
      </p:sp>
      <p:sp>
        <p:nvSpPr>
          <p:cNvPr id="27" name="Text 25"/>
          <p:cNvSpPr/>
          <p:nvPr/>
        </p:nvSpPr>
        <p:spPr>
          <a:xfrm>
            <a:off x="8193024" y="2974848"/>
            <a:ext cx="3267456" cy="1536192"/>
          </a:xfrm>
          <a:prstGeom prst="rect">
            <a:avLst/>
          </a:prstGeom>
          <a:noFill/>
          <a:ln/>
        </p:spPr>
        <p:txBody>
          <a:bodyPr wrap="square" rtlCol="0" anchor="ctr"/>
          <a:lstStyle/>
          <a:p>
            <a:r>
              <a:rPr lang="en-US" sz="1400" dirty="0">
                <a:solidFill>
                  <a:srgbClr val="333333"/>
                </a:solidFill>
                <a:latin typeface="Calibri" pitchFamily="34" charset="0"/>
                <a:ea typeface="Calibri" pitchFamily="34" charset="-122"/>
                <a:cs typeface="Calibri" pitchFamily="34" charset="-120"/>
              </a:rPr>
              <a:t>Data breaches damage reputation, incur regulatory penalties, and erode trust. Security is not just an IT concern — it is a data governance imperative. Every data asset must be protected in proportion to its sensitivity and value.</a:t>
            </a:r>
            <a:endParaRPr lang="en-US" sz="1400" dirty="0"/>
          </a:p>
        </p:txBody>
      </p:sp>
      <p:sp>
        <p:nvSpPr>
          <p:cNvPr id="28" name="Shape 26"/>
          <p:cNvSpPr/>
          <p:nvPr/>
        </p:nvSpPr>
        <p:spPr>
          <a:xfrm>
            <a:off x="8071104" y="4730496"/>
            <a:ext cx="3511296" cy="1908048"/>
          </a:xfrm>
          <a:prstGeom prst="roundRect">
            <a:avLst>
              <a:gd name="adj" fmla="val 8929"/>
            </a:avLst>
          </a:prstGeom>
          <a:solidFill>
            <a:srgbClr val="E0F4F6"/>
          </a:solidFill>
          <a:ln/>
          <a:effectLst>
            <a:outerShdw blurRad="50800" dist="25400" dir="2700000" algn="bl" rotWithShape="0">
              <a:srgbClr val="000000">
                <a:alpha val="6000"/>
              </a:srgbClr>
            </a:outerShdw>
          </a:effectLst>
        </p:spPr>
      </p:sp>
      <p:sp>
        <p:nvSpPr>
          <p:cNvPr id="29" name="Shape 27"/>
          <p:cNvSpPr/>
          <p:nvPr/>
        </p:nvSpPr>
        <p:spPr>
          <a:xfrm>
            <a:off x="8193024" y="4852416"/>
            <a:ext cx="3267456" cy="365760"/>
          </a:xfrm>
          <a:prstGeom prst="roundRect">
            <a:avLst>
              <a:gd name="adj" fmla="val 20000"/>
            </a:avLst>
          </a:prstGeom>
          <a:solidFill>
            <a:srgbClr val="005F73"/>
          </a:solidFill>
          <a:ln/>
        </p:spPr>
      </p:sp>
      <p:sp>
        <p:nvSpPr>
          <p:cNvPr id="30" name="Text 28"/>
          <p:cNvSpPr/>
          <p:nvPr/>
        </p:nvSpPr>
        <p:spPr>
          <a:xfrm>
            <a:off x="8193024" y="4852416"/>
            <a:ext cx="3267456" cy="36576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Governance Link</a:t>
            </a:r>
            <a:endParaRPr lang="en-US" sz="1333" dirty="0"/>
          </a:p>
        </p:txBody>
      </p:sp>
      <p:sp>
        <p:nvSpPr>
          <p:cNvPr id="31" name="Text 29"/>
          <p:cNvSpPr/>
          <p:nvPr/>
        </p:nvSpPr>
        <p:spPr>
          <a:xfrm>
            <a:off x="8193024" y="5291327"/>
            <a:ext cx="3267456" cy="1251575"/>
          </a:xfrm>
          <a:prstGeom prst="rect">
            <a:avLst/>
          </a:prstGeom>
          <a:noFill/>
          <a:ln/>
        </p:spPr>
        <p:txBody>
          <a:bodyPr wrap="square" rtlCol="0" anchor="ctr"/>
          <a:lstStyle/>
          <a:p>
            <a:r>
              <a:rPr lang="en-US" sz="1200" dirty="0">
                <a:solidFill>
                  <a:srgbClr val="005F73"/>
                </a:solidFill>
                <a:latin typeface="Calibri" pitchFamily="34" charset="0"/>
                <a:ea typeface="Calibri" pitchFamily="34" charset="-122"/>
                <a:cs typeface="Calibri" pitchFamily="34" charset="-120"/>
              </a:rPr>
              <a:t>Governance defines data classification policies and acceptable use. Security operationalizes those policies through access controls, encryption, and auditing. Security without governance = inconsistent protection. Governance without security = policy on paper.</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243840"/>
            <a:ext cx="3657600" cy="438912"/>
          </a:xfrm>
          <a:prstGeom prst="roundRect">
            <a:avLst>
              <a:gd name="adj" fmla="val 22222"/>
            </a:avLst>
          </a:prstGeom>
          <a:solidFill>
            <a:srgbClr val="AE2012"/>
          </a:solidFill>
          <a:ln/>
        </p:spPr>
      </p:sp>
      <p:sp>
        <p:nvSpPr>
          <p:cNvPr id="3" name="Text 1"/>
          <p:cNvSpPr/>
          <p:nvPr/>
        </p:nvSpPr>
        <p:spPr>
          <a:xfrm>
            <a:off x="609600" y="243840"/>
            <a:ext cx="3657600" cy="438912"/>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KNOWLEDGE AREA 5  ·  Chapter 8</a:t>
            </a:r>
            <a:endParaRPr lang="en-US" sz="1333" dirty="0"/>
          </a:p>
        </p:txBody>
      </p:sp>
      <p:sp>
        <p:nvSpPr>
          <p:cNvPr id="4" name="Text 2"/>
          <p:cNvSpPr/>
          <p:nvPr/>
        </p:nvSpPr>
        <p:spPr>
          <a:xfrm>
            <a:off x="4450080" y="219456"/>
            <a:ext cx="7559040" cy="512064"/>
          </a:xfrm>
          <a:prstGeom prst="rect">
            <a:avLst/>
          </a:prstGeom>
          <a:noFill/>
          <a:ln/>
        </p:spPr>
        <p:txBody>
          <a:bodyPr wrap="square" lIns="0" tIns="0" rIns="0" bIns="0" rtlCol="0" anchor="ctr"/>
          <a:lstStyle/>
          <a:p>
            <a:r>
              <a:rPr lang="en-US" sz="3467" b="1" dirty="0">
                <a:solidFill>
                  <a:srgbClr val="0D1B4B"/>
                </a:solidFill>
                <a:latin typeface="Cambria" pitchFamily="34" charset="0"/>
                <a:ea typeface="Cambria" pitchFamily="34" charset="-122"/>
                <a:cs typeface="Cambria" pitchFamily="34" charset="-120"/>
              </a:rPr>
              <a:t>Data Integration &amp; Interoperability</a:t>
            </a:r>
            <a:endParaRPr lang="en-US" sz="3467" dirty="0"/>
          </a:p>
        </p:txBody>
      </p:sp>
      <p:sp>
        <p:nvSpPr>
          <p:cNvPr id="5" name="Text 3"/>
          <p:cNvSpPr/>
          <p:nvPr/>
        </p:nvSpPr>
        <p:spPr>
          <a:xfrm>
            <a:off x="633984" y="792480"/>
            <a:ext cx="10972800" cy="316992"/>
          </a:xfrm>
          <a:prstGeom prst="rect">
            <a:avLst/>
          </a:prstGeom>
          <a:noFill/>
          <a:ln/>
        </p:spPr>
        <p:txBody>
          <a:bodyPr wrap="square" lIns="0" tIns="0" rIns="0" bIns="0" rtlCol="0" anchor="ctr"/>
          <a:lstStyle/>
          <a:p>
            <a:r>
              <a:rPr lang="en-US" sz="1600" i="1" dirty="0">
                <a:solidFill>
                  <a:srgbClr val="6B7A9F"/>
                </a:solidFill>
                <a:latin typeface="Calibri" pitchFamily="34" charset="0"/>
                <a:ea typeface="Calibri" pitchFamily="34" charset="-122"/>
                <a:cs typeface="Calibri" pitchFamily="34" charset="-120"/>
              </a:rPr>
              <a:t>Moving and consolidating data within and between systems with consistency and reliability.</a:t>
            </a:r>
            <a:endParaRPr lang="en-US" sz="1600" dirty="0"/>
          </a:p>
        </p:txBody>
      </p:sp>
      <p:sp>
        <p:nvSpPr>
          <p:cNvPr id="6" name="Shape 4"/>
          <p:cNvSpPr/>
          <p:nvPr/>
        </p:nvSpPr>
        <p:spPr>
          <a:xfrm>
            <a:off x="609600" y="1194816"/>
            <a:ext cx="10972800" cy="999744"/>
          </a:xfrm>
          <a:prstGeom prst="roundRect">
            <a:avLst>
              <a:gd name="adj" fmla="val 12195"/>
            </a:avLst>
          </a:prstGeom>
          <a:solidFill>
            <a:srgbClr val="AE2012"/>
          </a:solidFill>
          <a:ln/>
        </p:spPr>
      </p:sp>
      <p:sp>
        <p:nvSpPr>
          <p:cNvPr id="7" name="Text 5"/>
          <p:cNvSpPr/>
          <p:nvPr/>
        </p:nvSpPr>
        <p:spPr>
          <a:xfrm>
            <a:off x="829056" y="1243584"/>
            <a:ext cx="10533888" cy="877824"/>
          </a:xfrm>
          <a:prstGeom prst="rect">
            <a:avLst/>
          </a:prstGeom>
          <a:noFill/>
          <a:ln/>
        </p:spPr>
        <p:txBody>
          <a:bodyPr wrap="square" rtlCol="0" anchor="ctr"/>
          <a:lstStyle/>
          <a:p>
            <a:r>
              <a:rPr lang="en-US" sz="1667" dirty="0">
                <a:solidFill>
                  <a:srgbClr val="FFFFFF"/>
                </a:solidFill>
                <a:latin typeface="Calibri" pitchFamily="34" charset="0"/>
                <a:ea typeface="Calibri" pitchFamily="34" charset="-122"/>
                <a:cs typeface="Calibri" pitchFamily="34" charset="-120"/>
              </a:rPr>
              <a:t>Data Integration &amp; Interoperability covers the processes involved in moving and consolidating data within and between data stores, applications, and organizations. It defines standards and practices that ensure consistent data movement and transformation, reducing silos and enabling enterprise-wide reporting.</a:t>
            </a:r>
            <a:endParaRPr lang="en-US" sz="1667" dirty="0"/>
          </a:p>
        </p:txBody>
      </p:sp>
      <p:sp>
        <p:nvSpPr>
          <p:cNvPr id="8" name="Shape 6"/>
          <p:cNvSpPr/>
          <p:nvPr/>
        </p:nvSpPr>
        <p:spPr>
          <a:xfrm>
            <a:off x="609600" y="2340864"/>
            <a:ext cx="3560064" cy="4146432"/>
          </a:xfrm>
          <a:prstGeom prst="roundRect">
            <a:avLst>
              <a:gd name="adj" fmla="val 3425"/>
            </a:avLst>
          </a:prstGeom>
          <a:solidFill>
            <a:srgbClr val="FDF0EE"/>
          </a:solidFill>
          <a:ln/>
          <a:effectLst>
            <a:outerShdw blurRad="50800" dist="25400" dir="2700000" algn="bl" rotWithShape="0">
              <a:srgbClr val="000000">
                <a:alpha val="6000"/>
              </a:srgbClr>
            </a:outerShdw>
          </a:effectLst>
        </p:spPr>
      </p:sp>
      <p:sp>
        <p:nvSpPr>
          <p:cNvPr id="9" name="Shape 7"/>
          <p:cNvSpPr/>
          <p:nvPr/>
        </p:nvSpPr>
        <p:spPr>
          <a:xfrm>
            <a:off x="731520" y="2462784"/>
            <a:ext cx="3316224" cy="414528"/>
          </a:xfrm>
          <a:prstGeom prst="roundRect">
            <a:avLst>
              <a:gd name="adj" fmla="val 20588"/>
            </a:avLst>
          </a:prstGeom>
          <a:solidFill>
            <a:srgbClr val="AE2012"/>
          </a:solidFill>
          <a:ln/>
        </p:spPr>
      </p:sp>
      <p:sp>
        <p:nvSpPr>
          <p:cNvPr id="10" name="Text 8"/>
          <p:cNvSpPr/>
          <p:nvPr/>
        </p:nvSpPr>
        <p:spPr>
          <a:xfrm>
            <a:off x="731520"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Activities</a:t>
            </a:r>
            <a:endParaRPr lang="en-US" sz="1467" dirty="0"/>
          </a:p>
        </p:txBody>
      </p:sp>
      <p:sp>
        <p:nvSpPr>
          <p:cNvPr id="11" name="Text 9"/>
          <p:cNvSpPr/>
          <p:nvPr/>
        </p:nvSpPr>
        <p:spPr>
          <a:xfrm>
            <a:off x="829056"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Design data integration architecture (ETL/ELT)</a:t>
            </a:r>
            <a:endParaRPr lang="en-US" sz="1400" dirty="0"/>
          </a:p>
        </p:txBody>
      </p:sp>
      <p:sp>
        <p:nvSpPr>
          <p:cNvPr id="12" name="Text 10"/>
          <p:cNvSpPr/>
          <p:nvPr/>
        </p:nvSpPr>
        <p:spPr>
          <a:xfrm>
            <a:off x="829056"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Develop and maintain data pipelines</a:t>
            </a:r>
            <a:endParaRPr lang="en-US" sz="1400" dirty="0"/>
          </a:p>
        </p:txBody>
      </p:sp>
      <p:sp>
        <p:nvSpPr>
          <p:cNvPr id="13" name="Text 11"/>
          <p:cNvSpPr/>
          <p:nvPr/>
        </p:nvSpPr>
        <p:spPr>
          <a:xfrm>
            <a:off x="829056"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Define data exchange standards</a:t>
            </a:r>
            <a:endParaRPr lang="en-US" sz="1400" dirty="0"/>
          </a:p>
        </p:txBody>
      </p:sp>
      <p:sp>
        <p:nvSpPr>
          <p:cNvPr id="14" name="Text 12"/>
          <p:cNvSpPr/>
          <p:nvPr/>
        </p:nvSpPr>
        <p:spPr>
          <a:xfrm>
            <a:off x="829056"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Monitor data flows and latency</a:t>
            </a:r>
            <a:endParaRPr lang="en-US" sz="1400" dirty="0"/>
          </a:p>
        </p:txBody>
      </p:sp>
      <p:sp>
        <p:nvSpPr>
          <p:cNvPr id="15" name="Text 13"/>
          <p:cNvSpPr/>
          <p:nvPr/>
        </p:nvSpPr>
        <p:spPr>
          <a:xfrm>
            <a:off x="829056"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Manage APIs and data sharing agreements</a:t>
            </a:r>
            <a:endParaRPr lang="en-US" sz="1400" dirty="0"/>
          </a:p>
        </p:txBody>
      </p:sp>
      <p:sp>
        <p:nvSpPr>
          <p:cNvPr id="16" name="Shape 14"/>
          <p:cNvSpPr/>
          <p:nvPr/>
        </p:nvSpPr>
        <p:spPr>
          <a:xfrm>
            <a:off x="4340352" y="2340864"/>
            <a:ext cx="3560064" cy="4146432"/>
          </a:xfrm>
          <a:prstGeom prst="roundRect">
            <a:avLst>
              <a:gd name="adj" fmla="val 3425"/>
            </a:avLst>
          </a:prstGeom>
          <a:solidFill>
            <a:srgbClr val="FDF0EE"/>
          </a:solidFill>
          <a:ln/>
          <a:effectLst>
            <a:outerShdw blurRad="50800" dist="25400" dir="2700000" algn="bl" rotWithShape="0">
              <a:srgbClr val="000000">
                <a:alpha val="6000"/>
              </a:srgbClr>
            </a:outerShdw>
          </a:effectLst>
        </p:spPr>
      </p:sp>
      <p:sp>
        <p:nvSpPr>
          <p:cNvPr id="17" name="Shape 15"/>
          <p:cNvSpPr/>
          <p:nvPr/>
        </p:nvSpPr>
        <p:spPr>
          <a:xfrm>
            <a:off x="4462272" y="2462784"/>
            <a:ext cx="3316224" cy="414528"/>
          </a:xfrm>
          <a:prstGeom prst="roundRect">
            <a:avLst>
              <a:gd name="adj" fmla="val 20588"/>
            </a:avLst>
          </a:prstGeom>
          <a:solidFill>
            <a:srgbClr val="AE2012"/>
          </a:solidFill>
          <a:ln/>
        </p:spPr>
      </p:sp>
      <p:sp>
        <p:nvSpPr>
          <p:cNvPr id="18" name="Text 16"/>
          <p:cNvSpPr/>
          <p:nvPr/>
        </p:nvSpPr>
        <p:spPr>
          <a:xfrm>
            <a:off x="4462272"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Deliverables</a:t>
            </a:r>
            <a:endParaRPr lang="en-US" sz="1467" dirty="0"/>
          </a:p>
        </p:txBody>
      </p:sp>
      <p:sp>
        <p:nvSpPr>
          <p:cNvPr id="19" name="Text 17"/>
          <p:cNvSpPr/>
          <p:nvPr/>
        </p:nvSpPr>
        <p:spPr>
          <a:xfrm>
            <a:off x="4559808"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Data integration architecture</a:t>
            </a:r>
            <a:endParaRPr lang="en-US" sz="1400" dirty="0"/>
          </a:p>
        </p:txBody>
      </p:sp>
      <p:sp>
        <p:nvSpPr>
          <p:cNvPr id="20" name="Text 18"/>
          <p:cNvSpPr/>
          <p:nvPr/>
        </p:nvSpPr>
        <p:spPr>
          <a:xfrm>
            <a:off x="4559808"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ETL/ELT pipeline documentation</a:t>
            </a:r>
            <a:endParaRPr lang="en-US" sz="1400" dirty="0"/>
          </a:p>
        </p:txBody>
      </p:sp>
      <p:sp>
        <p:nvSpPr>
          <p:cNvPr id="21" name="Text 19"/>
          <p:cNvSpPr/>
          <p:nvPr/>
        </p:nvSpPr>
        <p:spPr>
          <a:xfrm>
            <a:off x="4559808"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Data exchange standards</a:t>
            </a:r>
            <a:endParaRPr lang="en-US" sz="1400" dirty="0"/>
          </a:p>
        </p:txBody>
      </p:sp>
      <p:sp>
        <p:nvSpPr>
          <p:cNvPr id="22" name="Text 20"/>
          <p:cNvSpPr/>
          <p:nvPr/>
        </p:nvSpPr>
        <p:spPr>
          <a:xfrm>
            <a:off x="4559808"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Interface specifications</a:t>
            </a:r>
            <a:endParaRPr lang="en-US" sz="1400" dirty="0"/>
          </a:p>
        </p:txBody>
      </p:sp>
      <p:sp>
        <p:nvSpPr>
          <p:cNvPr id="23" name="Text 21"/>
          <p:cNvSpPr/>
          <p:nvPr/>
        </p:nvSpPr>
        <p:spPr>
          <a:xfrm>
            <a:off x="4559808"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Data lineage documentation</a:t>
            </a:r>
            <a:endParaRPr lang="en-US" sz="1400" dirty="0"/>
          </a:p>
        </p:txBody>
      </p:sp>
      <p:sp>
        <p:nvSpPr>
          <p:cNvPr id="24" name="Shape 22"/>
          <p:cNvSpPr/>
          <p:nvPr/>
        </p:nvSpPr>
        <p:spPr>
          <a:xfrm>
            <a:off x="8071104" y="2340864"/>
            <a:ext cx="3511296" cy="2255520"/>
          </a:xfrm>
          <a:prstGeom prst="roundRect">
            <a:avLst>
              <a:gd name="adj" fmla="val 5405"/>
            </a:avLst>
          </a:prstGeom>
          <a:solidFill>
            <a:srgbClr val="F4F6FC"/>
          </a:solidFill>
          <a:ln/>
          <a:effectLst>
            <a:outerShdw blurRad="50800" dist="25400" dir="2700000" algn="bl" rotWithShape="0">
              <a:srgbClr val="000000">
                <a:alpha val="6000"/>
              </a:srgbClr>
            </a:outerShdw>
          </a:effectLst>
        </p:spPr>
      </p:sp>
      <p:sp>
        <p:nvSpPr>
          <p:cNvPr id="25" name="Shape 23"/>
          <p:cNvSpPr/>
          <p:nvPr/>
        </p:nvSpPr>
        <p:spPr>
          <a:xfrm>
            <a:off x="8193024" y="2462784"/>
            <a:ext cx="3267456" cy="414528"/>
          </a:xfrm>
          <a:prstGeom prst="roundRect">
            <a:avLst>
              <a:gd name="adj" fmla="val 20588"/>
            </a:avLst>
          </a:prstGeom>
          <a:solidFill>
            <a:srgbClr val="0D1B4B"/>
          </a:solidFill>
          <a:ln/>
        </p:spPr>
      </p:sp>
      <p:sp>
        <p:nvSpPr>
          <p:cNvPr id="26" name="Text 24"/>
          <p:cNvSpPr/>
          <p:nvPr/>
        </p:nvSpPr>
        <p:spPr>
          <a:xfrm>
            <a:off x="8193024" y="2462784"/>
            <a:ext cx="3267456"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Why It Matters</a:t>
            </a:r>
            <a:endParaRPr lang="en-US" sz="1467" dirty="0"/>
          </a:p>
        </p:txBody>
      </p:sp>
      <p:sp>
        <p:nvSpPr>
          <p:cNvPr id="27" name="Text 25"/>
          <p:cNvSpPr/>
          <p:nvPr/>
        </p:nvSpPr>
        <p:spPr>
          <a:xfrm>
            <a:off x="8193024" y="2974848"/>
            <a:ext cx="3267456" cy="1536192"/>
          </a:xfrm>
          <a:prstGeom prst="rect">
            <a:avLst/>
          </a:prstGeom>
          <a:noFill/>
          <a:ln/>
        </p:spPr>
        <p:txBody>
          <a:bodyPr wrap="square" rtlCol="0" anchor="ctr"/>
          <a:lstStyle/>
          <a:p>
            <a:r>
              <a:rPr lang="en-US" sz="1400" dirty="0">
                <a:solidFill>
                  <a:srgbClr val="333333"/>
                </a:solidFill>
                <a:latin typeface="Calibri" pitchFamily="34" charset="0"/>
                <a:ea typeface="Calibri" pitchFamily="34" charset="-122"/>
                <a:cs typeface="Calibri" pitchFamily="34" charset="-120"/>
              </a:rPr>
              <a:t>Modern organizations operate across dozens of systems. Without integration standards, data moves inconsistently, leading to duplicate records, conflicting values, and untraceable data lineage. Integration enables the single source of truth.</a:t>
            </a:r>
            <a:endParaRPr lang="en-US" sz="1400" dirty="0"/>
          </a:p>
        </p:txBody>
      </p:sp>
      <p:sp>
        <p:nvSpPr>
          <p:cNvPr id="28" name="Shape 26"/>
          <p:cNvSpPr/>
          <p:nvPr/>
        </p:nvSpPr>
        <p:spPr>
          <a:xfrm>
            <a:off x="8071104" y="4730495"/>
            <a:ext cx="3511296" cy="1756801"/>
          </a:xfrm>
          <a:prstGeom prst="roundRect">
            <a:avLst>
              <a:gd name="adj" fmla="val 8929"/>
            </a:avLst>
          </a:prstGeom>
          <a:solidFill>
            <a:srgbClr val="E0F4F6"/>
          </a:solidFill>
          <a:ln/>
          <a:effectLst>
            <a:outerShdw blurRad="50800" dist="25400" dir="2700000" algn="bl" rotWithShape="0">
              <a:srgbClr val="000000">
                <a:alpha val="6000"/>
              </a:srgbClr>
            </a:outerShdw>
          </a:effectLst>
        </p:spPr>
      </p:sp>
      <p:sp>
        <p:nvSpPr>
          <p:cNvPr id="29" name="Shape 27"/>
          <p:cNvSpPr/>
          <p:nvPr/>
        </p:nvSpPr>
        <p:spPr>
          <a:xfrm>
            <a:off x="8193024" y="4852416"/>
            <a:ext cx="3267456" cy="365760"/>
          </a:xfrm>
          <a:prstGeom prst="roundRect">
            <a:avLst>
              <a:gd name="adj" fmla="val 20000"/>
            </a:avLst>
          </a:prstGeom>
          <a:solidFill>
            <a:srgbClr val="005F73"/>
          </a:solidFill>
          <a:ln/>
        </p:spPr>
      </p:sp>
      <p:sp>
        <p:nvSpPr>
          <p:cNvPr id="30" name="Text 28"/>
          <p:cNvSpPr/>
          <p:nvPr/>
        </p:nvSpPr>
        <p:spPr>
          <a:xfrm>
            <a:off x="8193024" y="4852416"/>
            <a:ext cx="3267456" cy="36576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Governance Link</a:t>
            </a:r>
            <a:endParaRPr lang="en-US" sz="1333" dirty="0"/>
          </a:p>
        </p:txBody>
      </p:sp>
      <p:sp>
        <p:nvSpPr>
          <p:cNvPr id="31" name="Text 29"/>
          <p:cNvSpPr/>
          <p:nvPr/>
        </p:nvSpPr>
        <p:spPr>
          <a:xfrm>
            <a:off x="8193024" y="5291327"/>
            <a:ext cx="3267456" cy="1053867"/>
          </a:xfrm>
          <a:prstGeom prst="rect">
            <a:avLst/>
          </a:prstGeom>
          <a:noFill/>
          <a:ln/>
        </p:spPr>
        <p:txBody>
          <a:bodyPr wrap="square" rtlCol="0" anchor="ctr"/>
          <a:lstStyle/>
          <a:p>
            <a:r>
              <a:rPr lang="en-US" sz="1200" dirty="0">
                <a:solidFill>
                  <a:srgbClr val="005F73"/>
                </a:solidFill>
                <a:latin typeface="Calibri" pitchFamily="34" charset="0"/>
                <a:ea typeface="Calibri" pitchFamily="34" charset="-122"/>
                <a:cs typeface="Calibri" pitchFamily="34" charset="-120"/>
              </a:rPr>
              <a:t>Governance defines which data can be shared, with whom, and under what conditions. Integration implements those data-sharing rules technically. Governance approves integration patterns; integration teams execute them within governance constraints.</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243840"/>
            <a:ext cx="3657600" cy="438912"/>
          </a:xfrm>
          <a:prstGeom prst="roundRect">
            <a:avLst>
              <a:gd name="adj" fmla="val 22222"/>
            </a:avLst>
          </a:prstGeom>
          <a:solidFill>
            <a:srgbClr val="7B2D8B"/>
          </a:solidFill>
          <a:ln/>
        </p:spPr>
      </p:sp>
      <p:sp>
        <p:nvSpPr>
          <p:cNvPr id="3" name="Text 1"/>
          <p:cNvSpPr/>
          <p:nvPr/>
        </p:nvSpPr>
        <p:spPr>
          <a:xfrm>
            <a:off x="609600" y="243840"/>
            <a:ext cx="3657600" cy="438912"/>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KNOWLEDGE AREA 6  ·  Chapter 9</a:t>
            </a:r>
            <a:endParaRPr lang="en-US" sz="1333" dirty="0"/>
          </a:p>
        </p:txBody>
      </p:sp>
      <p:sp>
        <p:nvSpPr>
          <p:cNvPr id="4" name="Text 2"/>
          <p:cNvSpPr/>
          <p:nvPr/>
        </p:nvSpPr>
        <p:spPr>
          <a:xfrm>
            <a:off x="4450080" y="219456"/>
            <a:ext cx="7559040" cy="512064"/>
          </a:xfrm>
          <a:prstGeom prst="rect">
            <a:avLst/>
          </a:prstGeom>
          <a:noFill/>
          <a:ln/>
        </p:spPr>
        <p:txBody>
          <a:bodyPr wrap="square" lIns="0" tIns="0" rIns="0" bIns="0" rtlCol="0" anchor="ctr"/>
          <a:lstStyle/>
          <a:p>
            <a:r>
              <a:rPr lang="en-US" sz="3467" b="1" dirty="0">
                <a:solidFill>
                  <a:srgbClr val="0D1B4B"/>
                </a:solidFill>
                <a:latin typeface="Cambria" pitchFamily="34" charset="0"/>
                <a:ea typeface="Cambria" pitchFamily="34" charset="-122"/>
                <a:cs typeface="Cambria" pitchFamily="34" charset="-120"/>
              </a:rPr>
              <a:t>Document &amp; Content Management</a:t>
            </a:r>
            <a:endParaRPr lang="en-US" sz="3467" dirty="0"/>
          </a:p>
        </p:txBody>
      </p:sp>
      <p:sp>
        <p:nvSpPr>
          <p:cNvPr id="5" name="Text 3"/>
          <p:cNvSpPr/>
          <p:nvPr/>
        </p:nvSpPr>
        <p:spPr>
          <a:xfrm>
            <a:off x="633984" y="792480"/>
            <a:ext cx="10972800" cy="316992"/>
          </a:xfrm>
          <a:prstGeom prst="rect">
            <a:avLst/>
          </a:prstGeom>
          <a:noFill/>
          <a:ln/>
        </p:spPr>
        <p:txBody>
          <a:bodyPr wrap="square" lIns="0" tIns="0" rIns="0" bIns="0" rtlCol="0" anchor="ctr"/>
          <a:lstStyle/>
          <a:p>
            <a:r>
              <a:rPr lang="en-US" sz="1600" i="1" dirty="0">
                <a:solidFill>
                  <a:srgbClr val="6B7A9F"/>
                </a:solidFill>
                <a:latin typeface="Calibri" pitchFamily="34" charset="0"/>
                <a:ea typeface="Calibri" pitchFamily="34" charset="-122"/>
                <a:cs typeface="Calibri" pitchFamily="34" charset="-120"/>
              </a:rPr>
              <a:t>Managing unstructured data — documents, records, and electronic content — across its lifecycle.</a:t>
            </a:r>
            <a:endParaRPr lang="en-US" sz="1600" dirty="0"/>
          </a:p>
        </p:txBody>
      </p:sp>
      <p:sp>
        <p:nvSpPr>
          <p:cNvPr id="6" name="Shape 4"/>
          <p:cNvSpPr/>
          <p:nvPr/>
        </p:nvSpPr>
        <p:spPr>
          <a:xfrm>
            <a:off x="609600" y="1194816"/>
            <a:ext cx="10972800" cy="999744"/>
          </a:xfrm>
          <a:prstGeom prst="roundRect">
            <a:avLst>
              <a:gd name="adj" fmla="val 12195"/>
            </a:avLst>
          </a:prstGeom>
          <a:solidFill>
            <a:srgbClr val="7B2D8B"/>
          </a:solidFill>
          <a:ln/>
        </p:spPr>
      </p:sp>
      <p:sp>
        <p:nvSpPr>
          <p:cNvPr id="7" name="Text 5"/>
          <p:cNvSpPr/>
          <p:nvPr/>
        </p:nvSpPr>
        <p:spPr>
          <a:xfrm>
            <a:off x="829056" y="1243584"/>
            <a:ext cx="10533888" cy="877824"/>
          </a:xfrm>
          <a:prstGeom prst="rect">
            <a:avLst/>
          </a:prstGeom>
          <a:noFill/>
          <a:ln/>
        </p:spPr>
        <p:txBody>
          <a:bodyPr wrap="square" rtlCol="0" anchor="ctr"/>
          <a:lstStyle/>
          <a:p>
            <a:r>
              <a:rPr lang="en-US" sz="1667" dirty="0">
                <a:solidFill>
                  <a:srgbClr val="FFFFFF"/>
                </a:solidFill>
                <a:latin typeface="Calibri" pitchFamily="34" charset="0"/>
                <a:ea typeface="Calibri" pitchFamily="34" charset="-122"/>
                <a:cs typeface="Calibri" pitchFamily="34" charset="-120"/>
              </a:rPr>
              <a:t>Document &amp; Content Management covers storing, protecting, indexing, and enabling access to data found in unstructured sources — electronic files, physical records, emails, and multimedia — and making this data available for integration and interoperability with structured data.</a:t>
            </a:r>
            <a:endParaRPr lang="en-US" sz="1667" dirty="0"/>
          </a:p>
        </p:txBody>
      </p:sp>
      <p:sp>
        <p:nvSpPr>
          <p:cNvPr id="8" name="Shape 6"/>
          <p:cNvSpPr/>
          <p:nvPr/>
        </p:nvSpPr>
        <p:spPr>
          <a:xfrm>
            <a:off x="609600" y="2340863"/>
            <a:ext cx="3560064" cy="4245287"/>
          </a:xfrm>
          <a:prstGeom prst="roundRect">
            <a:avLst>
              <a:gd name="adj" fmla="val 3425"/>
            </a:avLst>
          </a:prstGeom>
          <a:solidFill>
            <a:srgbClr val="F3E5F5"/>
          </a:solidFill>
          <a:ln/>
          <a:effectLst>
            <a:outerShdw blurRad="50800" dist="25400" dir="2700000" algn="bl" rotWithShape="0">
              <a:srgbClr val="000000">
                <a:alpha val="6000"/>
              </a:srgbClr>
            </a:outerShdw>
          </a:effectLst>
        </p:spPr>
      </p:sp>
      <p:sp>
        <p:nvSpPr>
          <p:cNvPr id="9" name="Shape 7"/>
          <p:cNvSpPr/>
          <p:nvPr/>
        </p:nvSpPr>
        <p:spPr>
          <a:xfrm>
            <a:off x="731520" y="2462784"/>
            <a:ext cx="3316224" cy="414528"/>
          </a:xfrm>
          <a:prstGeom prst="roundRect">
            <a:avLst>
              <a:gd name="adj" fmla="val 20588"/>
            </a:avLst>
          </a:prstGeom>
          <a:solidFill>
            <a:srgbClr val="7B2D8B"/>
          </a:solidFill>
          <a:ln/>
        </p:spPr>
      </p:sp>
      <p:sp>
        <p:nvSpPr>
          <p:cNvPr id="10" name="Text 8"/>
          <p:cNvSpPr/>
          <p:nvPr/>
        </p:nvSpPr>
        <p:spPr>
          <a:xfrm>
            <a:off x="731520"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Activities</a:t>
            </a:r>
            <a:endParaRPr lang="en-US" sz="1467" dirty="0"/>
          </a:p>
        </p:txBody>
      </p:sp>
      <p:sp>
        <p:nvSpPr>
          <p:cNvPr id="11" name="Text 9"/>
          <p:cNvSpPr/>
          <p:nvPr/>
        </p:nvSpPr>
        <p:spPr>
          <a:xfrm>
            <a:off x="829056"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Establish records management policies</a:t>
            </a:r>
            <a:endParaRPr lang="en-US" sz="1400" dirty="0"/>
          </a:p>
        </p:txBody>
      </p:sp>
      <p:sp>
        <p:nvSpPr>
          <p:cNvPr id="12" name="Text 10"/>
          <p:cNvSpPr/>
          <p:nvPr/>
        </p:nvSpPr>
        <p:spPr>
          <a:xfrm>
            <a:off x="829056"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Implement document management systems</a:t>
            </a:r>
            <a:endParaRPr lang="en-US" sz="1400" dirty="0"/>
          </a:p>
        </p:txBody>
      </p:sp>
      <p:sp>
        <p:nvSpPr>
          <p:cNvPr id="13" name="Text 11"/>
          <p:cNvSpPr/>
          <p:nvPr/>
        </p:nvSpPr>
        <p:spPr>
          <a:xfrm>
            <a:off x="829056"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Define content classification schemes</a:t>
            </a:r>
            <a:endParaRPr lang="en-US" sz="1400" dirty="0"/>
          </a:p>
        </p:txBody>
      </p:sp>
      <p:sp>
        <p:nvSpPr>
          <p:cNvPr id="14" name="Text 12"/>
          <p:cNvSpPr/>
          <p:nvPr/>
        </p:nvSpPr>
        <p:spPr>
          <a:xfrm>
            <a:off x="829056"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Manage document versioning and audit trails</a:t>
            </a:r>
            <a:endParaRPr lang="en-US" sz="1400" dirty="0"/>
          </a:p>
        </p:txBody>
      </p:sp>
      <p:sp>
        <p:nvSpPr>
          <p:cNvPr id="15" name="Text 13"/>
          <p:cNvSpPr/>
          <p:nvPr/>
        </p:nvSpPr>
        <p:spPr>
          <a:xfrm>
            <a:off x="829056"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Ensure compliance with records retention laws</a:t>
            </a:r>
            <a:endParaRPr lang="en-US" sz="1400" dirty="0"/>
          </a:p>
        </p:txBody>
      </p:sp>
      <p:sp>
        <p:nvSpPr>
          <p:cNvPr id="16" name="Shape 14"/>
          <p:cNvSpPr/>
          <p:nvPr/>
        </p:nvSpPr>
        <p:spPr>
          <a:xfrm>
            <a:off x="4340352" y="2340863"/>
            <a:ext cx="3560064" cy="4245287"/>
          </a:xfrm>
          <a:prstGeom prst="roundRect">
            <a:avLst>
              <a:gd name="adj" fmla="val 3425"/>
            </a:avLst>
          </a:prstGeom>
          <a:solidFill>
            <a:srgbClr val="F3E5F5"/>
          </a:solidFill>
          <a:ln/>
          <a:effectLst>
            <a:outerShdw blurRad="50800" dist="25400" dir="2700000" algn="bl" rotWithShape="0">
              <a:srgbClr val="000000">
                <a:alpha val="6000"/>
              </a:srgbClr>
            </a:outerShdw>
          </a:effectLst>
        </p:spPr>
      </p:sp>
      <p:sp>
        <p:nvSpPr>
          <p:cNvPr id="17" name="Shape 15"/>
          <p:cNvSpPr/>
          <p:nvPr/>
        </p:nvSpPr>
        <p:spPr>
          <a:xfrm>
            <a:off x="4462272" y="2462784"/>
            <a:ext cx="3316224" cy="414528"/>
          </a:xfrm>
          <a:prstGeom prst="roundRect">
            <a:avLst>
              <a:gd name="adj" fmla="val 20588"/>
            </a:avLst>
          </a:prstGeom>
          <a:solidFill>
            <a:srgbClr val="7B2D8B"/>
          </a:solidFill>
          <a:ln/>
        </p:spPr>
      </p:sp>
      <p:sp>
        <p:nvSpPr>
          <p:cNvPr id="18" name="Text 16"/>
          <p:cNvSpPr/>
          <p:nvPr/>
        </p:nvSpPr>
        <p:spPr>
          <a:xfrm>
            <a:off x="4462272"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Deliverables</a:t>
            </a:r>
            <a:endParaRPr lang="en-US" sz="1467" dirty="0"/>
          </a:p>
        </p:txBody>
      </p:sp>
      <p:sp>
        <p:nvSpPr>
          <p:cNvPr id="19" name="Text 17"/>
          <p:cNvSpPr/>
          <p:nvPr/>
        </p:nvSpPr>
        <p:spPr>
          <a:xfrm>
            <a:off x="4559808"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Records management policy</a:t>
            </a:r>
            <a:endParaRPr lang="en-US" sz="1400" dirty="0"/>
          </a:p>
        </p:txBody>
      </p:sp>
      <p:sp>
        <p:nvSpPr>
          <p:cNvPr id="20" name="Text 18"/>
          <p:cNvSpPr/>
          <p:nvPr/>
        </p:nvSpPr>
        <p:spPr>
          <a:xfrm>
            <a:off x="4559808"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Content classification taxonomy</a:t>
            </a:r>
            <a:endParaRPr lang="en-US" sz="1400" dirty="0"/>
          </a:p>
        </p:txBody>
      </p:sp>
      <p:sp>
        <p:nvSpPr>
          <p:cNvPr id="21" name="Text 19"/>
          <p:cNvSpPr/>
          <p:nvPr/>
        </p:nvSpPr>
        <p:spPr>
          <a:xfrm>
            <a:off x="4559808"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Document retention schedule</a:t>
            </a:r>
            <a:endParaRPr lang="en-US" sz="1400" dirty="0"/>
          </a:p>
        </p:txBody>
      </p:sp>
      <p:sp>
        <p:nvSpPr>
          <p:cNvPr id="22" name="Text 20"/>
          <p:cNvSpPr/>
          <p:nvPr/>
        </p:nvSpPr>
        <p:spPr>
          <a:xfrm>
            <a:off x="4559808"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Content management system design</a:t>
            </a:r>
            <a:endParaRPr lang="en-US" sz="1400" dirty="0"/>
          </a:p>
        </p:txBody>
      </p:sp>
      <p:sp>
        <p:nvSpPr>
          <p:cNvPr id="23" name="Text 21"/>
          <p:cNvSpPr/>
          <p:nvPr/>
        </p:nvSpPr>
        <p:spPr>
          <a:xfrm>
            <a:off x="4559808"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Records disposition procedures</a:t>
            </a:r>
            <a:endParaRPr lang="en-US" sz="1400" dirty="0"/>
          </a:p>
        </p:txBody>
      </p:sp>
      <p:sp>
        <p:nvSpPr>
          <p:cNvPr id="24" name="Shape 22"/>
          <p:cNvSpPr/>
          <p:nvPr/>
        </p:nvSpPr>
        <p:spPr>
          <a:xfrm>
            <a:off x="8071104" y="2340864"/>
            <a:ext cx="3511296" cy="2255520"/>
          </a:xfrm>
          <a:prstGeom prst="roundRect">
            <a:avLst>
              <a:gd name="adj" fmla="val 5405"/>
            </a:avLst>
          </a:prstGeom>
          <a:solidFill>
            <a:srgbClr val="F4F6FC"/>
          </a:solidFill>
          <a:ln/>
          <a:effectLst>
            <a:outerShdw blurRad="50800" dist="25400" dir="2700000" algn="bl" rotWithShape="0">
              <a:srgbClr val="000000">
                <a:alpha val="6000"/>
              </a:srgbClr>
            </a:outerShdw>
          </a:effectLst>
        </p:spPr>
      </p:sp>
      <p:sp>
        <p:nvSpPr>
          <p:cNvPr id="25" name="Shape 23"/>
          <p:cNvSpPr/>
          <p:nvPr/>
        </p:nvSpPr>
        <p:spPr>
          <a:xfrm>
            <a:off x="8193024" y="2462784"/>
            <a:ext cx="3267456" cy="414528"/>
          </a:xfrm>
          <a:prstGeom prst="roundRect">
            <a:avLst>
              <a:gd name="adj" fmla="val 20588"/>
            </a:avLst>
          </a:prstGeom>
          <a:solidFill>
            <a:srgbClr val="0D1B4B"/>
          </a:solidFill>
          <a:ln/>
        </p:spPr>
      </p:sp>
      <p:sp>
        <p:nvSpPr>
          <p:cNvPr id="26" name="Text 24"/>
          <p:cNvSpPr/>
          <p:nvPr/>
        </p:nvSpPr>
        <p:spPr>
          <a:xfrm>
            <a:off x="8193024" y="2462784"/>
            <a:ext cx="3267456"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Why It Matters</a:t>
            </a:r>
            <a:endParaRPr lang="en-US" sz="1467" dirty="0"/>
          </a:p>
        </p:txBody>
      </p:sp>
      <p:sp>
        <p:nvSpPr>
          <p:cNvPr id="27" name="Text 25"/>
          <p:cNvSpPr/>
          <p:nvPr/>
        </p:nvSpPr>
        <p:spPr>
          <a:xfrm>
            <a:off x="8193024" y="2974848"/>
            <a:ext cx="3267456" cy="1536192"/>
          </a:xfrm>
          <a:prstGeom prst="rect">
            <a:avLst/>
          </a:prstGeom>
          <a:noFill/>
          <a:ln/>
        </p:spPr>
        <p:txBody>
          <a:bodyPr wrap="square" rtlCol="0" anchor="ctr"/>
          <a:lstStyle/>
          <a:p>
            <a:r>
              <a:rPr lang="en-US" sz="1400" dirty="0">
                <a:solidFill>
                  <a:srgbClr val="333333"/>
                </a:solidFill>
                <a:latin typeface="Calibri" pitchFamily="34" charset="0"/>
                <a:ea typeface="Calibri" pitchFamily="34" charset="-122"/>
                <a:cs typeface="Calibri" pitchFamily="34" charset="-120"/>
              </a:rPr>
              <a:t>Up to 80% of enterprise data is unstructured. Contracts, emails, reports, and records contain critical business information. Without management, this data is unsearchable, legally non-compliant, and impossible to govern.</a:t>
            </a:r>
            <a:endParaRPr lang="en-US" sz="1400" dirty="0"/>
          </a:p>
        </p:txBody>
      </p:sp>
      <p:sp>
        <p:nvSpPr>
          <p:cNvPr id="28" name="Shape 26"/>
          <p:cNvSpPr/>
          <p:nvPr/>
        </p:nvSpPr>
        <p:spPr>
          <a:xfrm>
            <a:off x="8071104" y="4730495"/>
            <a:ext cx="3511296" cy="1908049"/>
          </a:xfrm>
          <a:prstGeom prst="roundRect">
            <a:avLst>
              <a:gd name="adj" fmla="val 8929"/>
            </a:avLst>
          </a:prstGeom>
          <a:solidFill>
            <a:srgbClr val="E0F4F6"/>
          </a:solidFill>
          <a:ln/>
          <a:effectLst>
            <a:outerShdw blurRad="50800" dist="25400" dir="2700000" algn="bl" rotWithShape="0">
              <a:srgbClr val="000000">
                <a:alpha val="6000"/>
              </a:srgbClr>
            </a:outerShdw>
          </a:effectLst>
        </p:spPr>
      </p:sp>
      <p:sp>
        <p:nvSpPr>
          <p:cNvPr id="29" name="Shape 27"/>
          <p:cNvSpPr/>
          <p:nvPr/>
        </p:nvSpPr>
        <p:spPr>
          <a:xfrm>
            <a:off x="8193024" y="4852416"/>
            <a:ext cx="3267456" cy="365760"/>
          </a:xfrm>
          <a:prstGeom prst="roundRect">
            <a:avLst>
              <a:gd name="adj" fmla="val 20000"/>
            </a:avLst>
          </a:prstGeom>
          <a:solidFill>
            <a:srgbClr val="005F73"/>
          </a:solidFill>
          <a:ln/>
        </p:spPr>
      </p:sp>
      <p:sp>
        <p:nvSpPr>
          <p:cNvPr id="30" name="Text 28"/>
          <p:cNvSpPr/>
          <p:nvPr/>
        </p:nvSpPr>
        <p:spPr>
          <a:xfrm>
            <a:off x="8193024" y="4852416"/>
            <a:ext cx="3267456" cy="36576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Governance Link</a:t>
            </a:r>
            <a:endParaRPr lang="en-US" sz="1333" dirty="0"/>
          </a:p>
        </p:txBody>
      </p:sp>
      <p:sp>
        <p:nvSpPr>
          <p:cNvPr id="31" name="Text 29"/>
          <p:cNvSpPr/>
          <p:nvPr/>
        </p:nvSpPr>
        <p:spPr>
          <a:xfrm>
            <a:off x="8193024" y="5291327"/>
            <a:ext cx="3267456" cy="1251575"/>
          </a:xfrm>
          <a:prstGeom prst="rect">
            <a:avLst/>
          </a:prstGeom>
          <a:noFill/>
          <a:ln/>
        </p:spPr>
        <p:txBody>
          <a:bodyPr wrap="square" rtlCol="0" anchor="ctr"/>
          <a:lstStyle/>
          <a:p>
            <a:r>
              <a:rPr lang="en-US" sz="1333" dirty="0">
                <a:solidFill>
                  <a:srgbClr val="005F73"/>
                </a:solidFill>
                <a:latin typeface="Calibri" pitchFamily="34" charset="0"/>
                <a:ea typeface="Calibri" pitchFamily="34" charset="-122"/>
                <a:cs typeface="Calibri" pitchFamily="34" charset="-120"/>
              </a:rPr>
              <a:t>Governance establishes records retention and legal hold policies. Document management implements those policies for unstructured content. Regulatory compliance (audit, legal discovery) depends on this connection being operational.</a:t>
            </a:r>
            <a:endParaRPr lang="en-US" sz="1333"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243840"/>
            <a:ext cx="3657600" cy="438912"/>
          </a:xfrm>
          <a:prstGeom prst="roundRect">
            <a:avLst>
              <a:gd name="adj" fmla="val 22222"/>
            </a:avLst>
          </a:prstGeom>
          <a:solidFill>
            <a:srgbClr val="1565C0"/>
          </a:solidFill>
          <a:ln/>
        </p:spPr>
      </p:sp>
      <p:sp>
        <p:nvSpPr>
          <p:cNvPr id="3" name="Text 1"/>
          <p:cNvSpPr/>
          <p:nvPr/>
        </p:nvSpPr>
        <p:spPr>
          <a:xfrm>
            <a:off x="609600" y="243840"/>
            <a:ext cx="3657600" cy="438912"/>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KNOWLEDGE AREA 7  ·  Chapter 10</a:t>
            </a:r>
            <a:endParaRPr lang="en-US" sz="1333" dirty="0"/>
          </a:p>
        </p:txBody>
      </p:sp>
      <p:sp>
        <p:nvSpPr>
          <p:cNvPr id="4" name="Text 2"/>
          <p:cNvSpPr/>
          <p:nvPr/>
        </p:nvSpPr>
        <p:spPr>
          <a:xfrm>
            <a:off x="4450080" y="219456"/>
            <a:ext cx="7559040" cy="512064"/>
          </a:xfrm>
          <a:prstGeom prst="rect">
            <a:avLst/>
          </a:prstGeom>
          <a:noFill/>
          <a:ln/>
        </p:spPr>
        <p:txBody>
          <a:bodyPr wrap="square" lIns="0" tIns="0" rIns="0" bIns="0" rtlCol="0" anchor="ctr"/>
          <a:lstStyle/>
          <a:p>
            <a:r>
              <a:rPr lang="en-US" sz="3467" b="1" dirty="0">
                <a:solidFill>
                  <a:srgbClr val="0D1B4B"/>
                </a:solidFill>
                <a:latin typeface="Cambria" pitchFamily="34" charset="0"/>
                <a:ea typeface="Cambria" pitchFamily="34" charset="-122"/>
                <a:cs typeface="Cambria" pitchFamily="34" charset="-120"/>
              </a:rPr>
              <a:t>Reference &amp; Master Data</a:t>
            </a:r>
            <a:endParaRPr lang="en-US" sz="3467" dirty="0"/>
          </a:p>
        </p:txBody>
      </p:sp>
      <p:sp>
        <p:nvSpPr>
          <p:cNvPr id="5" name="Text 3"/>
          <p:cNvSpPr/>
          <p:nvPr/>
        </p:nvSpPr>
        <p:spPr>
          <a:xfrm>
            <a:off x="633984" y="792480"/>
            <a:ext cx="10972800" cy="316992"/>
          </a:xfrm>
          <a:prstGeom prst="rect">
            <a:avLst/>
          </a:prstGeom>
          <a:noFill/>
          <a:ln/>
        </p:spPr>
        <p:txBody>
          <a:bodyPr wrap="square" lIns="0" tIns="0" rIns="0" bIns="0" rtlCol="0" anchor="ctr"/>
          <a:lstStyle/>
          <a:p>
            <a:r>
              <a:rPr lang="en-US" sz="1600" i="1" dirty="0">
                <a:solidFill>
                  <a:srgbClr val="6B7A9F"/>
                </a:solidFill>
                <a:latin typeface="Calibri" pitchFamily="34" charset="0"/>
                <a:ea typeface="Calibri" pitchFamily="34" charset="-122"/>
                <a:cs typeface="Calibri" pitchFamily="34" charset="-120"/>
              </a:rPr>
              <a:t>Managing shared data to reduce redundancy and ensure consistent definitions across the organization.</a:t>
            </a:r>
            <a:endParaRPr lang="en-US" sz="1600" dirty="0"/>
          </a:p>
        </p:txBody>
      </p:sp>
      <p:sp>
        <p:nvSpPr>
          <p:cNvPr id="6" name="Shape 4"/>
          <p:cNvSpPr/>
          <p:nvPr/>
        </p:nvSpPr>
        <p:spPr>
          <a:xfrm>
            <a:off x="609600" y="1194816"/>
            <a:ext cx="10972800" cy="999744"/>
          </a:xfrm>
          <a:prstGeom prst="roundRect">
            <a:avLst>
              <a:gd name="adj" fmla="val 12195"/>
            </a:avLst>
          </a:prstGeom>
          <a:solidFill>
            <a:srgbClr val="1565C0"/>
          </a:solidFill>
          <a:ln/>
        </p:spPr>
      </p:sp>
      <p:sp>
        <p:nvSpPr>
          <p:cNvPr id="7" name="Text 5"/>
          <p:cNvSpPr/>
          <p:nvPr/>
        </p:nvSpPr>
        <p:spPr>
          <a:xfrm>
            <a:off x="829056" y="1243584"/>
            <a:ext cx="10533888" cy="877824"/>
          </a:xfrm>
          <a:prstGeom prst="rect">
            <a:avLst/>
          </a:prstGeom>
          <a:noFill/>
          <a:ln/>
        </p:spPr>
        <p:txBody>
          <a:bodyPr wrap="square" rtlCol="0" anchor="ctr"/>
          <a:lstStyle/>
          <a:p>
            <a:r>
              <a:rPr lang="en-US" sz="1667" dirty="0">
                <a:solidFill>
                  <a:srgbClr val="FFFFFF"/>
                </a:solidFill>
                <a:latin typeface="Calibri" pitchFamily="34" charset="0"/>
                <a:ea typeface="Calibri" pitchFamily="34" charset="-122"/>
                <a:cs typeface="Calibri" pitchFamily="34" charset="-120"/>
              </a:rPr>
              <a:t>Reference &amp; Master Data Management covers managing shared data to reduce redundancy and ensure better data quality through standardized definition and use of data values. Reference data defines the permissible values for data fields; Master data represents the core business entities (customers, products, employees, locations) shared across systems.</a:t>
            </a:r>
            <a:endParaRPr lang="en-US" sz="1667" dirty="0"/>
          </a:p>
        </p:txBody>
      </p:sp>
      <p:sp>
        <p:nvSpPr>
          <p:cNvPr id="8" name="Shape 6"/>
          <p:cNvSpPr/>
          <p:nvPr/>
        </p:nvSpPr>
        <p:spPr>
          <a:xfrm>
            <a:off x="609600" y="2340864"/>
            <a:ext cx="3560064" cy="3755136"/>
          </a:xfrm>
          <a:prstGeom prst="roundRect">
            <a:avLst>
              <a:gd name="adj" fmla="val 3425"/>
            </a:avLst>
          </a:prstGeom>
          <a:solidFill>
            <a:srgbClr val="E3F2FD"/>
          </a:solidFill>
          <a:ln/>
          <a:effectLst>
            <a:outerShdw blurRad="50800" dist="25400" dir="2700000" algn="bl" rotWithShape="0">
              <a:srgbClr val="000000">
                <a:alpha val="6000"/>
              </a:srgbClr>
            </a:outerShdw>
          </a:effectLst>
        </p:spPr>
      </p:sp>
      <p:sp>
        <p:nvSpPr>
          <p:cNvPr id="9" name="Shape 7"/>
          <p:cNvSpPr/>
          <p:nvPr/>
        </p:nvSpPr>
        <p:spPr>
          <a:xfrm>
            <a:off x="731520" y="2462784"/>
            <a:ext cx="3316224" cy="414528"/>
          </a:xfrm>
          <a:prstGeom prst="roundRect">
            <a:avLst>
              <a:gd name="adj" fmla="val 20588"/>
            </a:avLst>
          </a:prstGeom>
          <a:solidFill>
            <a:srgbClr val="1565C0"/>
          </a:solidFill>
          <a:ln/>
        </p:spPr>
      </p:sp>
      <p:sp>
        <p:nvSpPr>
          <p:cNvPr id="10" name="Text 8"/>
          <p:cNvSpPr/>
          <p:nvPr/>
        </p:nvSpPr>
        <p:spPr>
          <a:xfrm>
            <a:off x="731520"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Activities</a:t>
            </a:r>
            <a:endParaRPr lang="en-US" sz="1467" dirty="0"/>
          </a:p>
        </p:txBody>
      </p:sp>
      <p:sp>
        <p:nvSpPr>
          <p:cNvPr id="11" name="Text 9"/>
          <p:cNvSpPr/>
          <p:nvPr/>
        </p:nvSpPr>
        <p:spPr>
          <a:xfrm>
            <a:off x="829056"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Identify and define master data entities</a:t>
            </a:r>
            <a:endParaRPr lang="en-US" sz="1400" dirty="0"/>
          </a:p>
        </p:txBody>
      </p:sp>
      <p:sp>
        <p:nvSpPr>
          <p:cNvPr id="12" name="Text 10"/>
          <p:cNvSpPr/>
          <p:nvPr/>
        </p:nvSpPr>
        <p:spPr>
          <a:xfrm>
            <a:off x="829056"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Establish golden record and MDM processes</a:t>
            </a:r>
            <a:endParaRPr lang="en-US" sz="1400" dirty="0"/>
          </a:p>
        </p:txBody>
      </p:sp>
      <p:sp>
        <p:nvSpPr>
          <p:cNvPr id="13" name="Text 11"/>
          <p:cNvSpPr/>
          <p:nvPr/>
        </p:nvSpPr>
        <p:spPr>
          <a:xfrm>
            <a:off x="829056"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Manage reference data vocabularies</a:t>
            </a:r>
            <a:endParaRPr lang="en-US" sz="1400" dirty="0"/>
          </a:p>
        </p:txBody>
      </p:sp>
      <p:sp>
        <p:nvSpPr>
          <p:cNvPr id="14" name="Text 12"/>
          <p:cNvSpPr/>
          <p:nvPr/>
        </p:nvSpPr>
        <p:spPr>
          <a:xfrm>
            <a:off x="829056"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Synchronize master data across systems</a:t>
            </a:r>
            <a:endParaRPr lang="en-US" sz="1400" dirty="0"/>
          </a:p>
        </p:txBody>
      </p:sp>
      <p:sp>
        <p:nvSpPr>
          <p:cNvPr id="15" name="Text 13"/>
          <p:cNvSpPr/>
          <p:nvPr/>
        </p:nvSpPr>
        <p:spPr>
          <a:xfrm>
            <a:off x="829056"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Govern data matching and deduplication</a:t>
            </a:r>
            <a:endParaRPr lang="en-US" sz="1400" dirty="0"/>
          </a:p>
        </p:txBody>
      </p:sp>
      <p:sp>
        <p:nvSpPr>
          <p:cNvPr id="16" name="Shape 14"/>
          <p:cNvSpPr/>
          <p:nvPr/>
        </p:nvSpPr>
        <p:spPr>
          <a:xfrm>
            <a:off x="4340352" y="2340864"/>
            <a:ext cx="3560064" cy="3755136"/>
          </a:xfrm>
          <a:prstGeom prst="roundRect">
            <a:avLst>
              <a:gd name="adj" fmla="val 3425"/>
            </a:avLst>
          </a:prstGeom>
          <a:solidFill>
            <a:srgbClr val="E3F2FD"/>
          </a:solidFill>
          <a:ln/>
          <a:effectLst>
            <a:outerShdw blurRad="50800" dist="25400" dir="2700000" algn="bl" rotWithShape="0">
              <a:srgbClr val="000000">
                <a:alpha val="6000"/>
              </a:srgbClr>
            </a:outerShdw>
          </a:effectLst>
        </p:spPr>
      </p:sp>
      <p:sp>
        <p:nvSpPr>
          <p:cNvPr id="17" name="Shape 15"/>
          <p:cNvSpPr/>
          <p:nvPr/>
        </p:nvSpPr>
        <p:spPr>
          <a:xfrm>
            <a:off x="4462272" y="2462784"/>
            <a:ext cx="3316224" cy="414528"/>
          </a:xfrm>
          <a:prstGeom prst="roundRect">
            <a:avLst>
              <a:gd name="adj" fmla="val 20588"/>
            </a:avLst>
          </a:prstGeom>
          <a:solidFill>
            <a:srgbClr val="1565C0"/>
          </a:solidFill>
          <a:ln/>
        </p:spPr>
      </p:sp>
      <p:sp>
        <p:nvSpPr>
          <p:cNvPr id="18" name="Text 16"/>
          <p:cNvSpPr/>
          <p:nvPr/>
        </p:nvSpPr>
        <p:spPr>
          <a:xfrm>
            <a:off x="4462272"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Deliverables</a:t>
            </a:r>
            <a:endParaRPr lang="en-US" sz="1467" dirty="0"/>
          </a:p>
        </p:txBody>
      </p:sp>
      <p:sp>
        <p:nvSpPr>
          <p:cNvPr id="19" name="Text 17"/>
          <p:cNvSpPr/>
          <p:nvPr/>
        </p:nvSpPr>
        <p:spPr>
          <a:xfrm>
            <a:off x="4559808"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Master data model and policies</a:t>
            </a:r>
            <a:endParaRPr lang="en-US" sz="1400" dirty="0"/>
          </a:p>
        </p:txBody>
      </p:sp>
      <p:sp>
        <p:nvSpPr>
          <p:cNvPr id="20" name="Text 18"/>
          <p:cNvSpPr/>
          <p:nvPr/>
        </p:nvSpPr>
        <p:spPr>
          <a:xfrm>
            <a:off x="4559808"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Reference data catalog</a:t>
            </a:r>
            <a:endParaRPr lang="en-US" sz="1400" dirty="0"/>
          </a:p>
        </p:txBody>
      </p:sp>
      <p:sp>
        <p:nvSpPr>
          <p:cNvPr id="21" name="Text 19"/>
          <p:cNvSpPr/>
          <p:nvPr/>
        </p:nvSpPr>
        <p:spPr>
          <a:xfrm>
            <a:off x="4559808"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Golden record definitions</a:t>
            </a:r>
            <a:endParaRPr lang="en-US" sz="1400" dirty="0"/>
          </a:p>
        </p:txBody>
      </p:sp>
      <p:sp>
        <p:nvSpPr>
          <p:cNvPr id="22" name="Text 20"/>
          <p:cNvSpPr/>
          <p:nvPr/>
        </p:nvSpPr>
        <p:spPr>
          <a:xfrm>
            <a:off x="4559808"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MDM architecture and data flows</a:t>
            </a:r>
            <a:endParaRPr lang="en-US" sz="1400" dirty="0"/>
          </a:p>
        </p:txBody>
      </p:sp>
      <p:sp>
        <p:nvSpPr>
          <p:cNvPr id="23" name="Text 21"/>
          <p:cNvSpPr/>
          <p:nvPr/>
        </p:nvSpPr>
        <p:spPr>
          <a:xfrm>
            <a:off x="4559808"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Data matching and merge rules</a:t>
            </a:r>
            <a:endParaRPr lang="en-US" sz="1400" dirty="0"/>
          </a:p>
        </p:txBody>
      </p:sp>
      <p:sp>
        <p:nvSpPr>
          <p:cNvPr id="24" name="Shape 22"/>
          <p:cNvSpPr/>
          <p:nvPr/>
        </p:nvSpPr>
        <p:spPr>
          <a:xfrm>
            <a:off x="8071104" y="2340864"/>
            <a:ext cx="3511296" cy="2255520"/>
          </a:xfrm>
          <a:prstGeom prst="roundRect">
            <a:avLst>
              <a:gd name="adj" fmla="val 5405"/>
            </a:avLst>
          </a:prstGeom>
          <a:solidFill>
            <a:srgbClr val="F4F6FC"/>
          </a:solidFill>
          <a:ln/>
          <a:effectLst>
            <a:outerShdw blurRad="50800" dist="25400" dir="2700000" algn="bl" rotWithShape="0">
              <a:srgbClr val="000000">
                <a:alpha val="6000"/>
              </a:srgbClr>
            </a:outerShdw>
          </a:effectLst>
        </p:spPr>
      </p:sp>
      <p:sp>
        <p:nvSpPr>
          <p:cNvPr id="25" name="Shape 23"/>
          <p:cNvSpPr/>
          <p:nvPr/>
        </p:nvSpPr>
        <p:spPr>
          <a:xfrm>
            <a:off x="8193024" y="2462784"/>
            <a:ext cx="3267456" cy="414528"/>
          </a:xfrm>
          <a:prstGeom prst="roundRect">
            <a:avLst>
              <a:gd name="adj" fmla="val 20588"/>
            </a:avLst>
          </a:prstGeom>
          <a:solidFill>
            <a:srgbClr val="0D1B4B"/>
          </a:solidFill>
          <a:ln/>
        </p:spPr>
      </p:sp>
      <p:sp>
        <p:nvSpPr>
          <p:cNvPr id="26" name="Text 24"/>
          <p:cNvSpPr/>
          <p:nvPr/>
        </p:nvSpPr>
        <p:spPr>
          <a:xfrm>
            <a:off x="8193024" y="2462784"/>
            <a:ext cx="3267456"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Why It Matters</a:t>
            </a:r>
            <a:endParaRPr lang="en-US" sz="1467" dirty="0"/>
          </a:p>
        </p:txBody>
      </p:sp>
      <p:sp>
        <p:nvSpPr>
          <p:cNvPr id="27" name="Text 25"/>
          <p:cNvSpPr/>
          <p:nvPr/>
        </p:nvSpPr>
        <p:spPr>
          <a:xfrm>
            <a:off x="8193024" y="2974848"/>
            <a:ext cx="3267456" cy="1536192"/>
          </a:xfrm>
          <a:prstGeom prst="rect">
            <a:avLst/>
          </a:prstGeom>
          <a:noFill/>
          <a:ln/>
        </p:spPr>
        <p:txBody>
          <a:bodyPr wrap="square" rtlCol="0" anchor="ctr"/>
          <a:lstStyle/>
          <a:p>
            <a:r>
              <a:rPr lang="en-US" sz="1400" dirty="0">
                <a:solidFill>
                  <a:srgbClr val="333333"/>
                </a:solidFill>
                <a:latin typeface="Calibri" pitchFamily="34" charset="0"/>
                <a:ea typeface="Calibri" pitchFamily="34" charset="-122"/>
                <a:cs typeface="Calibri" pitchFamily="34" charset="-120"/>
              </a:rPr>
              <a:t>When the same customer exists as 17 different records across systems, or when 'product category' means different things in finance vs logistics, decisions become unreliable. MDM creates a single trusted version of core business entities.</a:t>
            </a:r>
            <a:endParaRPr lang="en-US" sz="1400" dirty="0"/>
          </a:p>
        </p:txBody>
      </p:sp>
      <p:sp>
        <p:nvSpPr>
          <p:cNvPr id="28" name="Shape 26"/>
          <p:cNvSpPr/>
          <p:nvPr/>
        </p:nvSpPr>
        <p:spPr>
          <a:xfrm>
            <a:off x="8071104" y="4730496"/>
            <a:ext cx="3511296" cy="1365504"/>
          </a:xfrm>
          <a:prstGeom prst="roundRect">
            <a:avLst>
              <a:gd name="adj" fmla="val 8929"/>
            </a:avLst>
          </a:prstGeom>
          <a:solidFill>
            <a:srgbClr val="E0F4F6"/>
          </a:solidFill>
          <a:ln/>
          <a:effectLst>
            <a:outerShdw blurRad="50800" dist="25400" dir="2700000" algn="bl" rotWithShape="0">
              <a:srgbClr val="000000">
                <a:alpha val="6000"/>
              </a:srgbClr>
            </a:outerShdw>
          </a:effectLst>
        </p:spPr>
      </p:sp>
      <p:sp>
        <p:nvSpPr>
          <p:cNvPr id="29" name="Shape 27"/>
          <p:cNvSpPr/>
          <p:nvPr/>
        </p:nvSpPr>
        <p:spPr>
          <a:xfrm>
            <a:off x="8193024" y="4852416"/>
            <a:ext cx="3267456" cy="365760"/>
          </a:xfrm>
          <a:prstGeom prst="roundRect">
            <a:avLst>
              <a:gd name="adj" fmla="val 20000"/>
            </a:avLst>
          </a:prstGeom>
          <a:solidFill>
            <a:srgbClr val="005F73"/>
          </a:solidFill>
          <a:ln/>
        </p:spPr>
      </p:sp>
      <p:sp>
        <p:nvSpPr>
          <p:cNvPr id="30" name="Text 28"/>
          <p:cNvSpPr/>
          <p:nvPr/>
        </p:nvSpPr>
        <p:spPr>
          <a:xfrm>
            <a:off x="8193024" y="4852416"/>
            <a:ext cx="3267456" cy="36576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Governance Link</a:t>
            </a:r>
            <a:endParaRPr lang="en-US" sz="1333" dirty="0"/>
          </a:p>
        </p:txBody>
      </p:sp>
      <p:sp>
        <p:nvSpPr>
          <p:cNvPr id="31" name="Text 29"/>
          <p:cNvSpPr/>
          <p:nvPr/>
        </p:nvSpPr>
        <p:spPr>
          <a:xfrm>
            <a:off x="8193024" y="5291328"/>
            <a:ext cx="3267456" cy="707136"/>
          </a:xfrm>
          <a:prstGeom prst="rect">
            <a:avLst/>
          </a:prstGeom>
          <a:noFill/>
          <a:ln/>
        </p:spPr>
        <p:txBody>
          <a:bodyPr wrap="square" rtlCol="0" anchor="ctr"/>
          <a:lstStyle/>
          <a:p>
            <a:r>
              <a:rPr lang="en-US" sz="1333" dirty="0">
                <a:solidFill>
                  <a:srgbClr val="005F73"/>
                </a:solidFill>
                <a:latin typeface="Calibri" pitchFamily="34" charset="0"/>
                <a:ea typeface="Calibri" pitchFamily="34" charset="-122"/>
                <a:cs typeface="Calibri" pitchFamily="34" charset="-120"/>
              </a:rPr>
              <a:t>Governance decides which data domains are master data and who owns them. MDM implements the technical golden record. Without governance ownership, MDM becomes a technical exercise with no business authority — and conflicting masters persist.</a:t>
            </a:r>
            <a:endParaRPr lang="en-US" sz="1333"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243840"/>
            <a:ext cx="3657600" cy="438912"/>
          </a:xfrm>
          <a:prstGeom prst="roundRect">
            <a:avLst>
              <a:gd name="adj" fmla="val 22222"/>
            </a:avLst>
          </a:prstGeom>
          <a:solidFill>
            <a:srgbClr val="0277BD"/>
          </a:solidFill>
          <a:ln/>
        </p:spPr>
      </p:sp>
      <p:sp>
        <p:nvSpPr>
          <p:cNvPr id="3" name="Text 1"/>
          <p:cNvSpPr/>
          <p:nvPr/>
        </p:nvSpPr>
        <p:spPr>
          <a:xfrm>
            <a:off x="609600" y="243840"/>
            <a:ext cx="3657600" cy="438912"/>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KNOWLEDGE AREA 8  ·  Chapter 11</a:t>
            </a:r>
            <a:endParaRPr lang="en-US" sz="1333" dirty="0"/>
          </a:p>
        </p:txBody>
      </p:sp>
      <p:sp>
        <p:nvSpPr>
          <p:cNvPr id="4" name="Text 2"/>
          <p:cNvSpPr/>
          <p:nvPr/>
        </p:nvSpPr>
        <p:spPr>
          <a:xfrm>
            <a:off x="4450080" y="219456"/>
            <a:ext cx="7559040" cy="512064"/>
          </a:xfrm>
          <a:prstGeom prst="rect">
            <a:avLst/>
          </a:prstGeom>
          <a:noFill/>
          <a:ln/>
        </p:spPr>
        <p:txBody>
          <a:bodyPr wrap="square" lIns="0" tIns="0" rIns="0" bIns="0" rtlCol="0" anchor="ctr"/>
          <a:lstStyle/>
          <a:p>
            <a:r>
              <a:rPr lang="en-US" sz="2800" b="1" dirty="0">
                <a:solidFill>
                  <a:srgbClr val="0D1B4B"/>
                </a:solidFill>
                <a:latin typeface="Cambria" pitchFamily="34" charset="0"/>
                <a:ea typeface="Cambria" pitchFamily="34" charset="-122"/>
                <a:cs typeface="Cambria" pitchFamily="34" charset="-120"/>
              </a:rPr>
              <a:t>Data Warehousing &amp; Business Intelligence</a:t>
            </a:r>
            <a:endParaRPr lang="en-US" sz="2800" dirty="0"/>
          </a:p>
        </p:txBody>
      </p:sp>
      <p:sp>
        <p:nvSpPr>
          <p:cNvPr id="5" name="Text 3"/>
          <p:cNvSpPr/>
          <p:nvPr/>
        </p:nvSpPr>
        <p:spPr>
          <a:xfrm>
            <a:off x="633984" y="792480"/>
            <a:ext cx="10972800" cy="316992"/>
          </a:xfrm>
          <a:prstGeom prst="rect">
            <a:avLst/>
          </a:prstGeom>
          <a:noFill/>
          <a:ln/>
        </p:spPr>
        <p:txBody>
          <a:bodyPr wrap="square" lIns="0" tIns="0" rIns="0" bIns="0" rtlCol="0" anchor="ctr"/>
          <a:lstStyle/>
          <a:p>
            <a:r>
              <a:rPr lang="en-US" sz="1600" i="1" dirty="0">
                <a:solidFill>
                  <a:srgbClr val="6B7A9F"/>
                </a:solidFill>
                <a:latin typeface="Calibri" pitchFamily="34" charset="0"/>
                <a:ea typeface="Calibri" pitchFamily="34" charset="-122"/>
                <a:cs typeface="Calibri" pitchFamily="34" charset="-120"/>
              </a:rPr>
              <a:t>Managing analytical data processing and enabling decision support through reporting and analysis.</a:t>
            </a:r>
            <a:endParaRPr lang="en-US" sz="1600" dirty="0"/>
          </a:p>
        </p:txBody>
      </p:sp>
      <p:sp>
        <p:nvSpPr>
          <p:cNvPr id="6" name="Shape 4"/>
          <p:cNvSpPr/>
          <p:nvPr/>
        </p:nvSpPr>
        <p:spPr>
          <a:xfrm>
            <a:off x="609600" y="1194816"/>
            <a:ext cx="10972800" cy="999744"/>
          </a:xfrm>
          <a:prstGeom prst="roundRect">
            <a:avLst>
              <a:gd name="adj" fmla="val 12195"/>
            </a:avLst>
          </a:prstGeom>
          <a:solidFill>
            <a:srgbClr val="0277BD"/>
          </a:solidFill>
          <a:ln/>
        </p:spPr>
      </p:sp>
      <p:sp>
        <p:nvSpPr>
          <p:cNvPr id="7" name="Text 5"/>
          <p:cNvSpPr/>
          <p:nvPr/>
        </p:nvSpPr>
        <p:spPr>
          <a:xfrm>
            <a:off x="829056" y="1243584"/>
            <a:ext cx="10533888" cy="877824"/>
          </a:xfrm>
          <a:prstGeom prst="rect">
            <a:avLst/>
          </a:prstGeom>
          <a:noFill/>
          <a:ln/>
        </p:spPr>
        <p:txBody>
          <a:bodyPr wrap="square" rtlCol="0" anchor="ctr"/>
          <a:lstStyle/>
          <a:p>
            <a:r>
              <a:rPr lang="en-US" sz="1667" dirty="0">
                <a:solidFill>
                  <a:srgbClr val="FFFFFF"/>
                </a:solidFill>
                <a:latin typeface="Calibri" pitchFamily="34" charset="0"/>
                <a:ea typeface="Calibri" pitchFamily="34" charset="-122"/>
                <a:cs typeface="Calibri" pitchFamily="34" charset="-120"/>
              </a:rPr>
              <a:t>Data Warehousing &amp; Business Intelligence covers managing analytical data processing and enabling access to decision support data for reporting and analysis. It encompasses the design and management of data warehouses, data marts, OLAP systems, and BI tools that transform operational data into business insights.</a:t>
            </a:r>
            <a:endParaRPr lang="en-US" sz="1667" dirty="0"/>
          </a:p>
        </p:txBody>
      </p:sp>
      <p:sp>
        <p:nvSpPr>
          <p:cNvPr id="8" name="Shape 6"/>
          <p:cNvSpPr/>
          <p:nvPr/>
        </p:nvSpPr>
        <p:spPr>
          <a:xfrm>
            <a:off x="609600" y="2340864"/>
            <a:ext cx="3560064" cy="4127898"/>
          </a:xfrm>
          <a:prstGeom prst="roundRect">
            <a:avLst>
              <a:gd name="adj" fmla="val 3425"/>
            </a:avLst>
          </a:prstGeom>
          <a:solidFill>
            <a:srgbClr val="E1F5FE"/>
          </a:solidFill>
          <a:ln/>
          <a:effectLst>
            <a:outerShdw blurRad="50800" dist="25400" dir="2700000" algn="bl" rotWithShape="0">
              <a:srgbClr val="000000">
                <a:alpha val="6000"/>
              </a:srgbClr>
            </a:outerShdw>
          </a:effectLst>
        </p:spPr>
      </p:sp>
      <p:sp>
        <p:nvSpPr>
          <p:cNvPr id="9" name="Shape 7"/>
          <p:cNvSpPr/>
          <p:nvPr/>
        </p:nvSpPr>
        <p:spPr>
          <a:xfrm>
            <a:off x="731520" y="2462784"/>
            <a:ext cx="3316224" cy="414528"/>
          </a:xfrm>
          <a:prstGeom prst="roundRect">
            <a:avLst>
              <a:gd name="adj" fmla="val 20588"/>
            </a:avLst>
          </a:prstGeom>
          <a:solidFill>
            <a:srgbClr val="0277BD"/>
          </a:solidFill>
          <a:ln/>
        </p:spPr>
      </p:sp>
      <p:sp>
        <p:nvSpPr>
          <p:cNvPr id="10" name="Text 8"/>
          <p:cNvSpPr/>
          <p:nvPr/>
        </p:nvSpPr>
        <p:spPr>
          <a:xfrm>
            <a:off x="731520"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Activities</a:t>
            </a:r>
            <a:endParaRPr lang="en-US" sz="1467" dirty="0"/>
          </a:p>
        </p:txBody>
      </p:sp>
      <p:sp>
        <p:nvSpPr>
          <p:cNvPr id="11" name="Text 9"/>
          <p:cNvSpPr/>
          <p:nvPr/>
        </p:nvSpPr>
        <p:spPr>
          <a:xfrm>
            <a:off x="829056"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Design and build data warehouse architecture</a:t>
            </a:r>
            <a:endParaRPr lang="en-US" sz="1400" dirty="0"/>
          </a:p>
        </p:txBody>
      </p:sp>
      <p:sp>
        <p:nvSpPr>
          <p:cNvPr id="12" name="Text 10"/>
          <p:cNvSpPr/>
          <p:nvPr/>
        </p:nvSpPr>
        <p:spPr>
          <a:xfrm>
            <a:off x="829056"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Develop ETL processes for analytical loads</a:t>
            </a:r>
            <a:endParaRPr lang="en-US" sz="1400" dirty="0"/>
          </a:p>
        </p:txBody>
      </p:sp>
      <p:sp>
        <p:nvSpPr>
          <p:cNvPr id="13" name="Text 11"/>
          <p:cNvSpPr/>
          <p:nvPr/>
        </p:nvSpPr>
        <p:spPr>
          <a:xfrm>
            <a:off x="829056"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Create and maintain BI reports and dashboards</a:t>
            </a:r>
            <a:endParaRPr lang="en-US" sz="1400" dirty="0"/>
          </a:p>
        </p:txBody>
      </p:sp>
      <p:sp>
        <p:nvSpPr>
          <p:cNvPr id="14" name="Text 12"/>
          <p:cNvSpPr/>
          <p:nvPr/>
        </p:nvSpPr>
        <p:spPr>
          <a:xfrm>
            <a:off x="829056"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Define and manage analytical data models</a:t>
            </a:r>
            <a:endParaRPr lang="en-US" sz="1400" dirty="0"/>
          </a:p>
        </p:txBody>
      </p:sp>
      <p:sp>
        <p:nvSpPr>
          <p:cNvPr id="15" name="Text 13"/>
          <p:cNvSpPr/>
          <p:nvPr/>
        </p:nvSpPr>
        <p:spPr>
          <a:xfrm>
            <a:off x="829056"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Support self-service analytics and data literacy</a:t>
            </a:r>
            <a:endParaRPr lang="en-US" sz="1400" dirty="0"/>
          </a:p>
        </p:txBody>
      </p:sp>
      <p:sp>
        <p:nvSpPr>
          <p:cNvPr id="16" name="Shape 14"/>
          <p:cNvSpPr/>
          <p:nvPr/>
        </p:nvSpPr>
        <p:spPr>
          <a:xfrm>
            <a:off x="4340352" y="2340864"/>
            <a:ext cx="3560064" cy="4127898"/>
          </a:xfrm>
          <a:prstGeom prst="roundRect">
            <a:avLst>
              <a:gd name="adj" fmla="val 3425"/>
            </a:avLst>
          </a:prstGeom>
          <a:solidFill>
            <a:srgbClr val="E1F5FE"/>
          </a:solidFill>
          <a:ln/>
          <a:effectLst>
            <a:outerShdw blurRad="50800" dist="25400" dir="2700000" algn="bl" rotWithShape="0">
              <a:srgbClr val="000000">
                <a:alpha val="6000"/>
              </a:srgbClr>
            </a:outerShdw>
          </a:effectLst>
        </p:spPr>
      </p:sp>
      <p:sp>
        <p:nvSpPr>
          <p:cNvPr id="17" name="Shape 15"/>
          <p:cNvSpPr/>
          <p:nvPr/>
        </p:nvSpPr>
        <p:spPr>
          <a:xfrm>
            <a:off x="4462272" y="2462784"/>
            <a:ext cx="3316224" cy="414528"/>
          </a:xfrm>
          <a:prstGeom prst="roundRect">
            <a:avLst>
              <a:gd name="adj" fmla="val 20588"/>
            </a:avLst>
          </a:prstGeom>
          <a:solidFill>
            <a:srgbClr val="0277BD"/>
          </a:solidFill>
          <a:ln/>
        </p:spPr>
      </p:sp>
      <p:sp>
        <p:nvSpPr>
          <p:cNvPr id="18" name="Text 16"/>
          <p:cNvSpPr/>
          <p:nvPr/>
        </p:nvSpPr>
        <p:spPr>
          <a:xfrm>
            <a:off x="4462272"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Deliverables</a:t>
            </a:r>
            <a:endParaRPr lang="en-US" sz="1467" dirty="0"/>
          </a:p>
        </p:txBody>
      </p:sp>
      <p:sp>
        <p:nvSpPr>
          <p:cNvPr id="19" name="Text 17"/>
          <p:cNvSpPr/>
          <p:nvPr/>
        </p:nvSpPr>
        <p:spPr>
          <a:xfrm>
            <a:off x="4559808"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Data warehouse architecture</a:t>
            </a:r>
            <a:endParaRPr lang="en-US" sz="1400" dirty="0"/>
          </a:p>
        </p:txBody>
      </p:sp>
      <p:sp>
        <p:nvSpPr>
          <p:cNvPr id="20" name="Text 18"/>
          <p:cNvSpPr/>
          <p:nvPr/>
        </p:nvSpPr>
        <p:spPr>
          <a:xfrm>
            <a:off x="4559808"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Dimensional data models</a:t>
            </a:r>
            <a:endParaRPr lang="en-US" sz="1400" dirty="0"/>
          </a:p>
        </p:txBody>
      </p:sp>
      <p:sp>
        <p:nvSpPr>
          <p:cNvPr id="21" name="Text 19"/>
          <p:cNvSpPr/>
          <p:nvPr/>
        </p:nvSpPr>
        <p:spPr>
          <a:xfrm>
            <a:off x="4559808"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ETL/ELT pipeline for analytics</a:t>
            </a:r>
            <a:endParaRPr lang="en-US" sz="1400" dirty="0"/>
          </a:p>
        </p:txBody>
      </p:sp>
      <p:sp>
        <p:nvSpPr>
          <p:cNvPr id="22" name="Text 20"/>
          <p:cNvSpPr/>
          <p:nvPr/>
        </p:nvSpPr>
        <p:spPr>
          <a:xfrm>
            <a:off x="4559808"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BI reports and dashboards</a:t>
            </a:r>
            <a:endParaRPr lang="en-US" sz="1400" dirty="0"/>
          </a:p>
        </p:txBody>
      </p:sp>
      <p:sp>
        <p:nvSpPr>
          <p:cNvPr id="23" name="Text 21"/>
          <p:cNvSpPr/>
          <p:nvPr/>
        </p:nvSpPr>
        <p:spPr>
          <a:xfrm>
            <a:off x="4559808"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Analytical data catalog</a:t>
            </a:r>
            <a:endParaRPr lang="en-US" sz="1400" dirty="0"/>
          </a:p>
        </p:txBody>
      </p:sp>
      <p:sp>
        <p:nvSpPr>
          <p:cNvPr id="24" name="Shape 22"/>
          <p:cNvSpPr/>
          <p:nvPr/>
        </p:nvSpPr>
        <p:spPr>
          <a:xfrm>
            <a:off x="8071104" y="2340864"/>
            <a:ext cx="3511296" cy="2255520"/>
          </a:xfrm>
          <a:prstGeom prst="roundRect">
            <a:avLst>
              <a:gd name="adj" fmla="val 5405"/>
            </a:avLst>
          </a:prstGeom>
          <a:solidFill>
            <a:srgbClr val="F4F6FC"/>
          </a:solidFill>
          <a:ln/>
          <a:effectLst>
            <a:outerShdw blurRad="50800" dist="25400" dir="2700000" algn="bl" rotWithShape="0">
              <a:srgbClr val="000000">
                <a:alpha val="6000"/>
              </a:srgbClr>
            </a:outerShdw>
          </a:effectLst>
        </p:spPr>
      </p:sp>
      <p:sp>
        <p:nvSpPr>
          <p:cNvPr id="25" name="Shape 23"/>
          <p:cNvSpPr/>
          <p:nvPr/>
        </p:nvSpPr>
        <p:spPr>
          <a:xfrm>
            <a:off x="8193024" y="2462784"/>
            <a:ext cx="3267456" cy="414528"/>
          </a:xfrm>
          <a:prstGeom prst="roundRect">
            <a:avLst>
              <a:gd name="adj" fmla="val 20588"/>
            </a:avLst>
          </a:prstGeom>
          <a:solidFill>
            <a:srgbClr val="0D1B4B"/>
          </a:solidFill>
          <a:ln/>
        </p:spPr>
      </p:sp>
      <p:sp>
        <p:nvSpPr>
          <p:cNvPr id="26" name="Text 24"/>
          <p:cNvSpPr/>
          <p:nvPr/>
        </p:nvSpPr>
        <p:spPr>
          <a:xfrm>
            <a:off x="8193024" y="2462784"/>
            <a:ext cx="3267456"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Why It Matters</a:t>
            </a:r>
            <a:endParaRPr lang="en-US" sz="1467" dirty="0"/>
          </a:p>
        </p:txBody>
      </p:sp>
      <p:sp>
        <p:nvSpPr>
          <p:cNvPr id="27" name="Text 25"/>
          <p:cNvSpPr/>
          <p:nvPr/>
        </p:nvSpPr>
        <p:spPr>
          <a:xfrm>
            <a:off x="8193024" y="2974848"/>
            <a:ext cx="3267456" cy="1536192"/>
          </a:xfrm>
          <a:prstGeom prst="rect">
            <a:avLst/>
          </a:prstGeom>
          <a:noFill/>
          <a:ln/>
        </p:spPr>
        <p:txBody>
          <a:bodyPr wrap="square" rtlCol="0" anchor="ctr"/>
          <a:lstStyle/>
          <a:p>
            <a:r>
              <a:rPr lang="en-US" sz="1400" dirty="0">
                <a:solidFill>
                  <a:srgbClr val="333333"/>
                </a:solidFill>
                <a:latin typeface="Calibri" pitchFamily="34" charset="0"/>
                <a:ea typeface="Calibri" pitchFamily="34" charset="-122"/>
                <a:cs typeface="Calibri" pitchFamily="34" charset="-120"/>
              </a:rPr>
              <a:t>Organizations need trusted analytical data to make strategic decisions. Without a governed warehouse, each department builds its own reports using different data — producing conflicting numbers that paralyze decision-making rather than enabling it.</a:t>
            </a:r>
            <a:endParaRPr lang="en-US" sz="1400" dirty="0"/>
          </a:p>
        </p:txBody>
      </p:sp>
      <p:sp>
        <p:nvSpPr>
          <p:cNvPr id="28" name="Shape 26"/>
          <p:cNvSpPr/>
          <p:nvPr/>
        </p:nvSpPr>
        <p:spPr>
          <a:xfrm>
            <a:off x="8071104" y="4730496"/>
            <a:ext cx="3511296" cy="1738266"/>
          </a:xfrm>
          <a:prstGeom prst="roundRect">
            <a:avLst>
              <a:gd name="adj" fmla="val 8929"/>
            </a:avLst>
          </a:prstGeom>
          <a:solidFill>
            <a:srgbClr val="E0F4F6"/>
          </a:solidFill>
          <a:ln/>
          <a:effectLst>
            <a:outerShdw blurRad="50800" dist="25400" dir="2700000" algn="bl" rotWithShape="0">
              <a:srgbClr val="000000">
                <a:alpha val="6000"/>
              </a:srgbClr>
            </a:outerShdw>
          </a:effectLst>
        </p:spPr>
      </p:sp>
      <p:sp>
        <p:nvSpPr>
          <p:cNvPr id="29" name="Shape 27"/>
          <p:cNvSpPr/>
          <p:nvPr/>
        </p:nvSpPr>
        <p:spPr>
          <a:xfrm>
            <a:off x="8193024" y="4852416"/>
            <a:ext cx="3267456" cy="365760"/>
          </a:xfrm>
          <a:prstGeom prst="roundRect">
            <a:avLst>
              <a:gd name="adj" fmla="val 20000"/>
            </a:avLst>
          </a:prstGeom>
          <a:solidFill>
            <a:srgbClr val="005F73"/>
          </a:solidFill>
          <a:ln/>
        </p:spPr>
      </p:sp>
      <p:sp>
        <p:nvSpPr>
          <p:cNvPr id="30" name="Text 28"/>
          <p:cNvSpPr/>
          <p:nvPr/>
        </p:nvSpPr>
        <p:spPr>
          <a:xfrm>
            <a:off x="8193024" y="4852416"/>
            <a:ext cx="3267456" cy="36576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Governance Link</a:t>
            </a:r>
            <a:endParaRPr lang="en-US" sz="1333" dirty="0"/>
          </a:p>
        </p:txBody>
      </p:sp>
      <p:sp>
        <p:nvSpPr>
          <p:cNvPr id="31" name="Text 29"/>
          <p:cNvSpPr/>
          <p:nvPr/>
        </p:nvSpPr>
        <p:spPr>
          <a:xfrm>
            <a:off x="8193024" y="5291328"/>
            <a:ext cx="3267456" cy="707136"/>
          </a:xfrm>
          <a:prstGeom prst="rect">
            <a:avLst/>
          </a:prstGeom>
          <a:noFill/>
          <a:ln/>
        </p:spPr>
        <p:txBody>
          <a:bodyPr wrap="square" rtlCol="0" anchor="ctr"/>
          <a:lstStyle/>
          <a:p>
            <a:r>
              <a:rPr lang="en-US" sz="1333" dirty="0">
                <a:solidFill>
                  <a:srgbClr val="005F73"/>
                </a:solidFill>
                <a:latin typeface="Calibri" pitchFamily="34" charset="0"/>
                <a:ea typeface="Calibri" pitchFamily="34" charset="-122"/>
                <a:cs typeface="Calibri" pitchFamily="34" charset="-120"/>
              </a:rPr>
              <a:t>Governance defines which metrics are authoritative and how they're calculated. DW/BI makes those metrics accessible and consistent. A 'single version of the truth' depends on both governance authority and DW/BI technical implementation.</a:t>
            </a:r>
            <a:endParaRPr lang="en-US" sz="1333"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243840"/>
            <a:ext cx="3657600" cy="438912"/>
          </a:xfrm>
          <a:prstGeom prst="roundRect">
            <a:avLst>
              <a:gd name="adj" fmla="val 22222"/>
            </a:avLst>
          </a:prstGeom>
          <a:solidFill>
            <a:srgbClr val="E65100"/>
          </a:solidFill>
          <a:ln/>
        </p:spPr>
      </p:sp>
      <p:sp>
        <p:nvSpPr>
          <p:cNvPr id="3" name="Text 1"/>
          <p:cNvSpPr/>
          <p:nvPr/>
        </p:nvSpPr>
        <p:spPr>
          <a:xfrm>
            <a:off x="609600" y="243840"/>
            <a:ext cx="3657600" cy="438912"/>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KNOWLEDGE AREA 9  ·  Chapter 12</a:t>
            </a:r>
            <a:endParaRPr lang="en-US" sz="1333" dirty="0"/>
          </a:p>
        </p:txBody>
      </p:sp>
      <p:sp>
        <p:nvSpPr>
          <p:cNvPr id="4" name="Text 2"/>
          <p:cNvSpPr/>
          <p:nvPr/>
        </p:nvSpPr>
        <p:spPr>
          <a:xfrm>
            <a:off x="4450080" y="219456"/>
            <a:ext cx="7559040" cy="512064"/>
          </a:xfrm>
          <a:prstGeom prst="rect">
            <a:avLst/>
          </a:prstGeom>
          <a:noFill/>
          <a:ln/>
        </p:spPr>
        <p:txBody>
          <a:bodyPr wrap="square" lIns="0" tIns="0" rIns="0" bIns="0" rtlCol="0" anchor="ctr"/>
          <a:lstStyle/>
          <a:p>
            <a:r>
              <a:rPr lang="en-US" sz="3467" b="1" dirty="0">
                <a:solidFill>
                  <a:srgbClr val="0D1B4B"/>
                </a:solidFill>
                <a:latin typeface="Cambria" pitchFamily="34" charset="0"/>
                <a:ea typeface="Cambria" pitchFamily="34" charset="-122"/>
                <a:cs typeface="Cambria" pitchFamily="34" charset="-120"/>
              </a:rPr>
              <a:t>Metadata Management</a:t>
            </a:r>
            <a:endParaRPr lang="en-US" sz="3467" dirty="0"/>
          </a:p>
        </p:txBody>
      </p:sp>
      <p:sp>
        <p:nvSpPr>
          <p:cNvPr id="5" name="Text 3"/>
          <p:cNvSpPr/>
          <p:nvPr/>
        </p:nvSpPr>
        <p:spPr>
          <a:xfrm>
            <a:off x="633984" y="792480"/>
            <a:ext cx="10972800" cy="316992"/>
          </a:xfrm>
          <a:prstGeom prst="rect">
            <a:avLst/>
          </a:prstGeom>
          <a:noFill/>
          <a:ln/>
        </p:spPr>
        <p:txBody>
          <a:bodyPr wrap="square" lIns="0" tIns="0" rIns="0" bIns="0" rtlCol="0" anchor="ctr"/>
          <a:lstStyle/>
          <a:p>
            <a:r>
              <a:rPr lang="en-US" sz="1600" i="1" dirty="0">
                <a:solidFill>
                  <a:srgbClr val="6B7A9F"/>
                </a:solidFill>
                <a:latin typeface="Calibri" pitchFamily="34" charset="0"/>
                <a:ea typeface="Calibri" pitchFamily="34" charset="-122"/>
                <a:cs typeface="Calibri" pitchFamily="34" charset="-120"/>
              </a:rPr>
              <a:t>Collecting, maintaining, and delivering 'data about data' to make data discoverable and trustworthy.</a:t>
            </a:r>
            <a:endParaRPr lang="en-US" sz="1600" dirty="0"/>
          </a:p>
        </p:txBody>
      </p:sp>
      <p:sp>
        <p:nvSpPr>
          <p:cNvPr id="6" name="Shape 4"/>
          <p:cNvSpPr/>
          <p:nvPr/>
        </p:nvSpPr>
        <p:spPr>
          <a:xfrm>
            <a:off x="609600" y="1194816"/>
            <a:ext cx="10972800" cy="999744"/>
          </a:xfrm>
          <a:prstGeom prst="roundRect">
            <a:avLst>
              <a:gd name="adj" fmla="val 12195"/>
            </a:avLst>
          </a:prstGeom>
          <a:solidFill>
            <a:srgbClr val="E65100"/>
          </a:solidFill>
          <a:ln/>
        </p:spPr>
      </p:sp>
      <p:sp>
        <p:nvSpPr>
          <p:cNvPr id="7" name="Text 5"/>
          <p:cNvSpPr/>
          <p:nvPr/>
        </p:nvSpPr>
        <p:spPr>
          <a:xfrm>
            <a:off x="829056" y="1243584"/>
            <a:ext cx="10533888" cy="877824"/>
          </a:xfrm>
          <a:prstGeom prst="rect">
            <a:avLst/>
          </a:prstGeom>
          <a:noFill/>
          <a:ln/>
        </p:spPr>
        <p:txBody>
          <a:bodyPr wrap="square" rtlCol="0" anchor="ctr"/>
          <a:lstStyle/>
          <a:p>
            <a:r>
              <a:rPr lang="en-US" sz="1667" dirty="0">
                <a:solidFill>
                  <a:srgbClr val="FFFFFF"/>
                </a:solidFill>
                <a:latin typeface="Calibri" pitchFamily="34" charset="0"/>
                <a:ea typeface="Calibri" pitchFamily="34" charset="-122"/>
                <a:cs typeface="Calibri" pitchFamily="34" charset="-120"/>
              </a:rPr>
              <a:t>Metadata Management covers collecting, categorizing, maintaining, integrating, controlling, managing, and delivering metadata — information that describes and gives context to other data. It encompasses business metadata (definitions, ownership), technical metadata (schemas, lineage), and operational metadata (processing history, usage statistics).</a:t>
            </a:r>
            <a:endParaRPr lang="en-US" sz="1667" dirty="0"/>
          </a:p>
        </p:txBody>
      </p:sp>
      <p:sp>
        <p:nvSpPr>
          <p:cNvPr id="8" name="Shape 6"/>
          <p:cNvSpPr/>
          <p:nvPr/>
        </p:nvSpPr>
        <p:spPr>
          <a:xfrm>
            <a:off x="633984" y="2340864"/>
            <a:ext cx="3560064" cy="4189682"/>
          </a:xfrm>
          <a:prstGeom prst="roundRect">
            <a:avLst>
              <a:gd name="adj" fmla="val 3425"/>
            </a:avLst>
          </a:prstGeom>
          <a:solidFill>
            <a:srgbClr val="FFF3E0"/>
          </a:solidFill>
          <a:ln/>
          <a:effectLst>
            <a:outerShdw blurRad="50800" dist="25400" dir="2700000" algn="bl" rotWithShape="0">
              <a:srgbClr val="000000">
                <a:alpha val="6000"/>
              </a:srgbClr>
            </a:outerShdw>
          </a:effectLst>
        </p:spPr>
      </p:sp>
      <p:sp>
        <p:nvSpPr>
          <p:cNvPr id="9" name="Shape 7"/>
          <p:cNvSpPr/>
          <p:nvPr/>
        </p:nvSpPr>
        <p:spPr>
          <a:xfrm>
            <a:off x="731520" y="2462784"/>
            <a:ext cx="3316224" cy="414528"/>
          </a:xfrm>
          <a:prstGeom prst="roundRect">
            <a:avLst>
              <a:gd name="adj" fmla="val 20588"/>
            </a:avLst>
          </a:prstGeom>
          <a:solidFill>
            <a:srgbClr val="E65100"/>
          </a:solidFill>
          <a:ln/>
        </p:spPr>
      </p:sp>
      <p:sp>
        <p:nvSpPr>
          <p:cNvPr id="10" name="Text 8"/>
          <p:cNvSpPr/>
          <p:nvPr/>
        </p:nvSpPr>
        <p:spPr>
          <a:xfrm>
            <a:off x="731520"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Activities</a:t>
            </a:r>
            <a:endParaRPr lang="en-US" sz="1467" dirty="0"/>
          </a:p>
        </p:txBody>
      </p:sp>
      <p:sp>
        <p:nvSpPr>
          <p:cNvPr id="11" name="Text 9"/>
          <p:cNvSpPr/>
          <p:nvPr/>
        </p:nvSpPr>
        <p:spPr>
          <a:xfrm>
            <a:off x="829056"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Define and maintain business glossary</a:t>
            </a:r>
            <a:endParaRPr lang="en-US" sz="1400" dirty="0"/>
          </a:p>
        </p:txBody>
      </p:sp>
      <p:sp>
        <p:nvSpPr>
          <p:cNvPr id="12" name="Text 10"/>
          <p:cNvSpPr/>
          <p:nvPr/>
        </p:nvSpPr>
        <p:spPr>
          <a:xfrm>
            <a:off x="829056"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Capture technical and operational metadata</a:t>
            </a:r>
            <a:endParaRPr lang="en-US" sz="1400" dirty="0"/>
          </a:p>
        </p:txBody>
      </p:sp>
      <p:sp>
        <p:nvSpPr>
          <p:cNvPr id="13" name="Text 11"/>
          <p:cNvSpPr/>
          <p:nvPr/>
        </p:nvSpPr>
        <p:spPr>
          <a:xfrm>
            <a:off x="829056"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Build and maintain data catalog</a:t>
            </a:r>
            <a:endParaRPr lang="en-US" sz="1400" dirty="0"/>
          </a:p>
        </p:txBody>
      </p:sp>
      <p:sp>
        <p:nvSpPr>
          <p:cNvPr id="14" name="Text 12"/>
          <p:cNvSpPr/>
          <p:nvPr/>
        </p:nvSpPr>
        <p:spPr>
          <a:xfrm>
            <a:off x="829056"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Manage data lineage and provenance</a:t>
            </a:r>
            <a:endParaRPr lang="en-US" sz="1400" dirty="0"/>
          </a:p>
        </p:txBody>
      </p:sp>
      <p:sp>
        <p:nvSpPr>
          <p:cNvPr id="15" name="Text 13"/>
          <p:cNvSpPr/>
          <p:nvPr/>
        </p:nvSpPr>
        <p:spPr>
          <a:xfrm>
            <a:off x="829056"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Publish metadata for discoverability</a:t>
            </a:r>
            <a:endParaRPr lang="en-US" sz="1400" dirty="0"/>
          </a:p>
        </p:txBody>
      </p:sp>
      <p:sp>
        <p:nvSpPr>
          <p:cNvPr id="16" name="Shape 14"/>
          <p:cNvSpPr/>
          <p:nvPr/>
        </p:nvSpPr>
        <p:spPr>
          <a:xfrm>
            <a:off x="4364736" y="2340864"/>
            <a:ext cx="3560064" cy="4189682"/>
          </a:xfrm>
          <a:prstGeom prst="roundRect">
            <a:avLst>
              <a:gd name="adj" fmla="val 3425"/>
            </a:avLst>
          </a:prstGeom>
          <a:solidFill>
            <a:srgbClr val="FFF3E0"/>
          </a:solidFill>
          <a:ln/>
          <a:effectLst>
            <a:outerShdw blurRad="50800" dist="25400" dir="2700000" algn="bl" rotWithShape="0">
              <a:srgbClr val="000000">
                <a:alpha val="6000"/>
              </a:srgbClr>
            </a:outerShdw>
          </a:effectLst>
        </p:spPr>
      </p:sp>
      <p:sp>
        <p:nvSpPr>
          <p:cNvPr id="17" name="Shape 15"/>
          <p:cNvSpPr/>
          <p:nvPr/>
        </p:nvSpPr>
        <p:spPr>
          <a:xfrm>
            <a:off x="4462272" y="2462784"/>
            <a:ext cx="3316224" cy="414528"/>
          </a:xfrm>
          <a:prstGeom prst="roundRect">
            <a:avLst>
              <a:gd name="adj" fmla="val 20588"/>
            </a:avLst>
          </a:prstGeom>
          <a:solidFill>
            <a:srgbClr val="E65100"/>
          </a:solidFill>
          <a:ln/>
        </p:spPr>
      </p:sp>
      <p:sp>
        <p:nvSpPr>
          <p:cNvPr id="18" name="Text 16"/>
          <p:cNvSpPr/>
          <p:nvPr/>
        </p:nvSpPr>
        <p:spPr>
          <a:xfrm>
            <a:off x="4462272"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Deliverables</a:t>
            </a:r>
            <a:endParaRPr lang="en-US" sz="1467" dirty="0"/>
          </a:p>
        </p:txBody>
      </p:sp>
      <p:sp>
        <p:nvSpPr>
          <p:cNvPr id="19" name="Text 17"/>
          <p:cNvSpPr/>
          <p:nvPr/>
        </p:nvSpPr>
        <p:spPr>
          <a:xfrm>
            <a:off x="4559808"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Business glossary / data dictionary</a:t>
            </a:r>
            <a:endParaRPr lang="en-US" sz="1400" dirty="0"/>
          </a:p>
        </p:txBody>
      </p:sp>
      <p:sp>
        <p:nvSpPr>
          <p:cNvPr id="20" name="Text 18"/>
          <p:cNvSpPr/>
          <p:nvPr/>
        </p:nvSpPr>
        <p:spPr>
          <a:xfrm>
            <a:off x="4559808"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Data catalog</a:t>
            </a:r>
            <a:endParaRPr lang="en-US" sz="1400" dirty="0"/>
          </a:p>
        </p:txBody>
      </p:sp>
      <p:sp>
        <p:nvSpPr>
          <p:cNvPr id="21" name="Text 19"/>
          <p:cNvSpPr/>
          <p:nvPr/>
        </p:nvSpPr>
        <p:spPr>
          <a:xfrm>
            <a:off x="4559808"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Data lineage maps</a:t>
            </a:r>
            <a:endParaRPr lang="en-US" sz="1400" dirty="0"/>
          </a:p>
        </p:txBody>
      </p:sp>
      <p:sp>
        <p:nvSpPr>
          <p:cNvPr id="22" name="Text 20"/>
          <p:cNvSpPr/>
          <p:nvPr/>
        </p:nvSpPr>
        <p:spPr>
          <a:xfrm>
            <a:off x="4559808"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Metadata standards and policies</a:t>
            </a:r>
            <a:endParaRPr lang="en-US" sz="1400" dirty="0"/>
          </a:p>
        </p:txBody>
      </p:sp>
      <p:sp>
        <p:nvSpPr>
          <p:cNvPr id="23" name="Text 21"/>
          <p:cNvSpPr/>
          <p:nvPr/>
        </p:nvSpPr>
        <p:spPr>
          <a:xfrm>
            <a:off x="4559808"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Metadata repository</a:t>
            </a:r>
            <a:endParaRPr lang="en-US" sz="1400" dirty="0"/>
          </a:p>
        </p:txBody>
      </p:sp>
      <p:sp>
        <p:nvSpPr>
          <p:cNvPr id="24" name="Shape 22"/>
          <p:cNvSpPr/>
          <p:nvPr/>
        </p:nvSpPr>
        <p:spPr>
          <a:xfrm>
            <a:off x="8071104" y="2340864"/>
            <a:ext cx="3511296" cy="2255520"/>
          </a:xfrm>
          <a:prstGeom prst="roundRect">
            <a:avLst>
              <a:gd name="adj" fmla="val 5405"/>
            </a:avLst>
          </a:prstGeom>
          <a:solidFill>
            <a:srgbClr val="F4F6FC"/>
          </a:solidFill>
          <a:ln/>
          <a:effectLst>
            <a:outerShdw blurRad="50800" dist="25400" dir="2700000" algn="bl" rotWithShape="0">
              <a:srgbClr val="000000">
                <a:alpha val="6000"/>
              </a:srgbClr>
            </a:outerShdw>
          </a:effectLst>
        </p:spPr>
      </p:sp>
      <p:sp>
        <p:nvSpPr>
          <p:cNvPr id="25" name="Shape 23"/>
          <p:cNvSpPr/>
          <p:nvPr/>
        </p:nvSpPr>
        <p:spPr>
          <a:xfrm>
            <a:off x="8193024" y="2462784"/>
            <a:ext cx="3267456" cy="414528"/>
          </a:xfrm>
          <a:prstGeom prst="roundRect">
            <a:avLst>
              <a:gd name="adj" fmla="val 20588"/>
            </a:avLst>
          </a:prstGeom>
          <a:solidFill>
            <a:srgbClr val="0D1B4B"/>
          </a:solidFill>
          <a:ln/>
        </p:spPr>
      </p:sp>
      <p:sp>
        <p:nvSpPr>
          <p:cNvPr id="26" name="Text 24"/>
          <p:cNvSpPr/>
          <p:nvPr/>
        </p:nvSpPr>
        <p:spPr>
          <a:xfrm>
            <a:off x="8193024" y="2462784"/>
            <a:ext cx="3267456"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Why It Matters</a:t>
            </a:r>
            <a:endParaRPr lang="en-US" sz="1467" dirty="0"/>
          </a:p>
        </p:txBody>
      </p:sp>
      <p:sp>
        <p:nvSpPr>
          <p:cNvPr id="27" name="Text 25"/>
          <p:cNvSpPr/>
          <p:nvPr/>
        </p:nvSpPr>
        <p:spPr>
          <a:xfrm>
            <a:off x="8193024" y="2974848"/>
            <a:ext cx="3267456" cy="1536192"/>
          </a:xfrm>
          <a:prstGeom prst="rect">
            <a:avLst/>
          </a:prstGeom>
          <a:noFill/>
          <a:ln/>
        </p:spPr>
        <p:txBody>
          <a:bodyPr wrap="square" rtlCol="0" anchor="ctr"/>
          <a:lstStyle/>
          <a:p>
            <a:r>
              <a:rPr lang="en-US" sz="1400" dirty="0">
                <a:solidFill>
                  <a:srgbClr val="333333"/>
                </a:solidFill>
                <a:latin typeface="Calibri" pitchFamily="34" charset="0"/>
                <a:ea typeface="Calibri" pitchFamily="34" charset="-122"/>
                <a:cs typeface="Calibri" pitchFamily="34" charset="-120"/>
              </a:rPr>
              <a:t>If you don't know what data exists, where it came from, and what it means — you can't govern it, trust it, or use it effectively. Metadata is the foundation of data discoverability, impact analysis, and audit trail transparency.</a:t>
            </a:r>
            <a:endParaRPr lang="en-US" sz="1400" dirty="0"/>
          </a:p>
        </p:txBody>
      </p:sp>
      <p:sp>
        <p:nvSpPr>
          <p:cNvPr id="28" name="Shape 26"/>
          <p:cNvSpPr/>
          <p:nvPr/>
        </p:nvSpPr>
        <p:spPr>
          <a:xfrm>
            <a:off x="8071104" y="4730495"/>
            <a:ext cx="3511296" cy="1855655"/>
          </a:xfrm>
          <a:prstGeom prst="roundRect">
            <a:avLst>
              <a:gd name="adj" fmla="val 8929"/>
            </a:avLst>
          </a:prstGeom>
          <a:solidFill>
            <a:srgbClr val="E0F4F6"/>
          </a:solidFill>
          <a:ln/>
          <a:effectLst>
            <a:outerShdw blurRad="50800" dist="25400" dir="2700000" algn="bl" rotWithShape="0">
              <a:srgbClr val="000000">
                <a:alpha val="6000"/>
              </a:srgbClr>
            </a:outerShdw>
          </a:effectLst>
        </p:spPr>
      </p:sp>
      <p:sp>
        <p:nvSpPr>
          <p:cNvPr id="29" name="Shape 27"/>
          <p:cNvSpPr/>
          <p:nvPr/>
        </p:nvSpPr>
        <p:spPr>
          <a:xfrm>
            <a:off x="8193024" y="4852416"/>
            <a:ext cx="3267456" cy="365760"/>
          </a:xfrm>
          <a:prstGeom prst="roundRect">
            <a:avLst>
              <a:gd name="adj" fmla="val 20000"/>
            </a:avLst>
          </a:prstGeom>
          <a:solidFill>
            <a:srgbClr val="005F73"/>
          </a:solidFill>
          <a:ln/>
        </p:spPr>
      </p:sp>
      <p:sp>
        <p:nvSpPr>
          <p:cNvPr id="30" name="Text 28"/>
          <p:cNvSpPr/>
          <p:nvPr/>
        </p:nvSpPr>
        <p:spPr>
          <a:xfrm>
            <a:off x="8193024" y="4852416"/>
            <a:ext cx="3267456" cy="36576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Governance Link</a:t>
            </a:r>
            <a:endParaRPr lang="en-US" sz="1333" dirty="0"/>
          </a:p>
        </p:txBody>
      </p:sp>
      <p:sp>
        <p:nvSpPr>
          <p:cNvPr id="31" name="Text 29"/>
          <p:cNvSpPr/>
          <p:nvPr/>
        </p:nvSpPr>
        <p:spPr>
          <a:xfrm>
            <a:off x="8193024" y="5291328"/>
            <a:ext cx="3267456" cy="1171256"/>
          </a:xfrm>
          <a:prstGeom prst="rect">
            <a:avLst/>
          </a:prstGeom>
          <a:noFill/>
          <a:ln/>
        </p:spPr>
        <p:txBody>
          <a:bodyPr wrap="square" rtlCol="0" anchor="ctr"/>
          <a:lstStyle/>
          <a:p>
            <a:r>
              <a:rPr lang="en-US" sz="1200" dirty="0">
                <a:solidFill>
                  <a:srgbClr val="005F73"/>
                </a:solidFill>
                <a:latin typeface="Calibri" pitchFamily="34" charset="0"/>
                <a:ea typeface="Calibri" pitchFamily="34" charset="-122"/>
                <a:cs typeface="Calibri" pitchFamily="34" charset="-120"/>
              </a:rPr>
              <a:t>Governance defines what metadata must be captured and maintained (e.g., data owner, classification, retention). Metadata management implements the capture and delivery. Without metadata, governance has no visibility into what data exists and who is responsible for it.</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243840"/>
            <a:ext cx="3657600" cy="438912"/>
          </a:xfrm>
          <a:prstGeom prst="roundRect">
            <a:avLst>
              <a:gd name="adj" fmla="val 22222"/>
            </a:avLst>
          </a:prstGeom>
          <a:solidFill>
            <a:srgbClr val="558B2F"/>
          </a:solidFill>
          <a:ln/>
        </p:spPr>
      </p:sp>
      <p:sp>
        <p:nvSpPr>
          <p:cNvPr id="3" name="Text 1"/>
          <p:cNvSpPr/>
          <p:nvPr/>
        </p:nvSpPr>
        <p:spPr>
          <a:xfrm>
            <a:off x="609600" y="243840"/>
            <a:ext cx="3657600" cy="438912"/>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KNOWLEDGE AREA 10  ·  Chapter 13</a:t>
            </a:r>
            <a:endParaRPr lang="en-US" sz="1333" dirty="0"/>
          </a:p>
        </p:txBody>
      </p:sp>
      <p:sp>
        <p:nvSpPr>
          <p:cNvPr id="4" name="Text 2"/>
          <p:cNvSpPr/>
          <p:nvPr/>
        </p:nvSpPr>
        <p:spPr>
          <a:xfrm>
            <a:off x="4450080" y="219456"/>
            <a:ext cx="7559040" cy="512064"/>
          </a:xfrm>
          <a:prstGeom prst="rect">
            <a:avLst/>
          </a:prstGeom>
          <a:noFill/>
          <a:ln/>
        </p:spPr>
        <p:txBody>
          <a:bodyPr wrap="square" lIns="0" tIns="0" rIns="0" bIns="0" rtlCol="0" anchor="ctr"/>
          <a:lstStyle/>
          <a:p>
            <a:r>
              <a:rPr lang="en-US" sz="3467" b="1" dirty="0">
                <a:solidFill>
                  <a:srgbClr val="0D1B4B"/>
                </a:solidFill>
                <a:latin typeface="Cambria" pitchFamily="34" charset="0"/>
                <a:ea typeface="Cambria" pitchFamily="34" charset="-122"/>
                <a:cs typeface="Cambria" pitchFamily="34" charset="-120"/>
              </a:rPr>
              <a:t>Data Quality Management</a:t>
            </a:r>
            <a:endParaRPr lang="en-US" sz="3467" dirty="0"/>
          </a:p>
        </p:txBody>
      </p:sp>
      <p:sp>
        <p:nvSpPr>
          <p:cNvPr id="5" name="Text 3"/>
          <p:cNvSpPr/>
          <p:nvPr/>
        </p:nvSpPr>
        <p:spPr>
          <a:xfrm>
            <a:off x="633984" y="792480"/>
            <a:ext cx="10972800" cy="316992"/>
          </a:xfrm>
          <a:prstGeom prst="rect">
            <a:avLst/>
          </a:prstGeom>
          <a:noFill/>
          <a:ln/>
        </p:spPr>
        <p:txBody>
          <a:bodyPr wrap="square" lIns="0" tIns="0" rIns="0" bIns="0" rtlCol="0" anchor="ctr"/>
          <a:lstStyle/>
          <a:p>
            <a:r>
              <a:rPr lang="en-US" sz="1600" i="1" dirty="0">
                <a:solidFill>
                  <a:srgbClr val="6B7A9F"/>
                </a:solidFill>
                <a:latin typeface="Calibri" pitchFamily="34" charset="0"/>
                <a:ea typeface="Calibri" pitchFamily="34" charset="-122"/>
                <a:cs typeface="Calibri" pitchFamily="34" charset="-120"/>
              </a:rPr>
              <a:t>Defining, monitoring, and continuously improving the quality of data across its lifecycle.</a:t>
            </a:r>
            <a:endParaRPr lang="en-US" sz="1600" dirty="0"/>
          </a:p>
        </p:txBody>
      </p:sp>
      <p:sp>
        <p:nvSpPr>
          <p:cNvPr id="6" name="Shape 4"/>
          <p:cNvSpPr/>
          <p:nvPr/>
        </p:nvSpPr>
        <p:spPr>
          <a:xfrm>
            <a:off x="609600" y="1194816"/>
            <a:ext cx="10972800" cy="999744"/>
          </a:xfrm>
          <a:prstGeom prst="roundRect">
            <a:avLst>
              <a:gd name="adj" fmla="val 12195"/>
            </a:avLst>
          </a:prstGeom>
          <a:solidFill>
            <a:srgbClr val="558B2F"/>
          </a:solidFill>
          <a:ln/>
        </p:spPr>
      </p:sp>
      <p:sp>
        <p:nvSpPr>
          <p:cNvPr id="7" name="Text 5"/>
          <p:cNvSpPr/>
          <p:nvPr/>
        </p:nvSpPr>
        <p:spPr>
          <a:xfrm>
            <a:off x="829056" y="1243584"/>
            <a:ext cx="10533888" cy="877824"/>
          </a:xfrm>
          <a:prstGeom prst="rect">
            <a:avLst/>
          </a:prstGeom>
          <a:noFill/>
          <a:ln/>
        </p:spPr>
        <p:txBody>
          <a:bodyPr wrap="square" rtlCol="0" anchor="ctr"/>
          <a:lstStyle/>
          <a:p>
            <a:r>
              <a:rPr lang="en-US" sz="1667" dirty="0">
                <a:solidFill>
                  <a:srgbClr val="FFFFFF"/>
                </a:solidFill>
                <a:latin typeface="Calibri" pitchFamily="34" charset="0"/>
                <a:ea typeface="Calibri" pitchFamily="34" charset="-122"/>
                <a:cs typeface="Calibri" pitchFamily="34" charset="-120"/>
              </a:rPr>
              <a:t>Data Quality Management covers defining, monitoring, maintaining data integrity, and improving data quality. DMBOK identifies six core quality dimensions: Accuracy, Validity, Completeness, Integrity/Consistency, Uniqueness, and Timeliness. The 2nd edition revised adds Currency as the ninth dimension.</a:t>
            </a:r>
            <a:endParaRPr lang="en-US" sz="1667" dirty="0"/>
          </a:p>
        </p:txBody>
      </p:sp>
      <p:sp>
        <p:nvSpPr>
          <p:cNvPr id="8" name="Shape 6"/>
          <p:cNvSpPr/>
          <p:nvPr/>
        </p:nvSpPr>
        <p:spPr>
          <a:xfrm>
            <a:off x="609600" y="2340864"/>
            <a:ext cx="3560064" cy="4152612"/>
          </a:xfrm>
          <a:prstGeom prst="roundRect">
            <a:avLst>
              <a:gd name="adj" fmla="val 3425"/>
            </a:avLst>
          </a:prstGeom>
          <a:solidFill>
            <a:srgbClr val="F1F8E9"/>
          </a:solidFill>
          <a:ln/>
          <a:effectLst>
            <a:outerShdw blurRad="50800" dist="25400" dir="2700000" algn="bl" rotWithShape="0">
              <a:srgbClr val="000000">
                <a:alpha val="6000"/>
              </a:srgbClr>
            </a:outerShdw>
          </a:effectLst>
        </p:spPr>
      </p:sp>
      <p:sp>
        <p:nvSpPr>
          <p:cNvPr id="9" name="Shape 7"/>
          <p:cNvSpPr/>
          <p:nvPr/>
        </p:nvSpPr>
        <p:spPr>
          <a:xfrm>
            <a:off x="731520" y="2462784"/>
            <a:ext cx="3316224" cy="414528"/>
          </a:xfrm>
          <a:prstGeom prst="roundRect">
            <a:avLst>
              <a:gd name="adj" fmla="val 20588"/>
            </a:avLst>
          </a:prstGeom>
          <a:solidFill>
            <a:srgbClr val="558B2F"/>
          </a:solidFill>
          <a:ln/>
        </p:spPr>
      </p:sp>
      <p:sp>
        <p:nvSpPr>
          <p:cNvPr id="10" name="Text 8"/>
          <p:cNvSpPr/>
          <p:nvPr/>
        </p:nvSpPr>
        <p:spPr>
          <a:xfrm>
            <a:off x="731520"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Activities</a:t>
            </a:r>
            <a:endParaRPr lang="en-US" sz="1467" dirty="0"/>
          </a:p>
        </p:txBody>
      </p:sp>
      <p:sp>
        <p:nvSpPr>
          <p:cNvPr id="11" name="Text 9"/>
          <p:cNvSpPr/>
          <p:nvPr/>
        </p:nvSpPr>
        <p:spPr>
          <a:xfrm>
            <a:off x="829056"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Define data quality rules and thresholds</a:t>
            </a:r>
            <a:endParaRPr lang="en-US" sz="1400" dirty="0"/>
          </a:p>
        </p:txBody>
      </p:sp>
      <p:sp>
        <p:nvSpPr>
          <p:cNvPr id="12" name="Text 10"/>
          <p:cNvSpPr/>
          <p:nvPr/>
        </p:nvSpPr>
        <p:spPr>
          <a:xfrm>
            <a:off x="829056"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Profile data to assess current quality</a:t>
            </a:r>
            <a:endParaRPr lang="en-US" sz="1400" dirty="0"/>
          </a:p>
        </p:txBody>
      </p:sp>
      <p:sp>
        <p:nvSpPr>
          <p:cNvPr id="13" name="Text 11"/>
          <p:cNvSpPr/>
          <p:nvPr/>
        </p:nvSpPr>
        <p:spPr>
          <a:xfrm>
            <a:off x="829056"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Monitor quality metrics and KPIs</a:t>
            </a:r>
            <a:endParaRPr lang="en-US" sz="1400" dirty="0"/>
          </a:p>
        </p:txBody>
      </p:sp>
      <p:sp>
        <p:nvSpPr>
          <p:cNvPr id="14" name="Text 12"/>
          <p:cNvSpPr/>
          <p:nvPr/>
        </p:nvSpPr>
        <p:spPr>
          <a:xfrm>
            <a:off x="829056"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Remediate quality issues at root cause</a:t>
            </a:r>
            <a:endParaRPr lang="en-US" sz="1400" dirty="0"/>
          </a:p>
        </p:txBody>
      </p:sp>
      <p:sp>
        <p:nvSpPr>
          <p:cNvPr id="15" name="Text 13"/>
          <p:cNvSpPr/>
          <p:nvPr/>
        </p:nvSpPr>
        <p:spPr>
          <a:xfrm>
            <a:off x="829056"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Establish data quality improvement lifecycle</a:t>
            </a:r>
            <a:endParaRPr lang="en-US" sz="1400" dirty="0"/>
          </a:p>
        </p:txBody>
      </p:sp>
      <p:sp>
        <p:nvSpPr>
          <p:cNvPr id="16" name="Shape 14"/>
          <p:cNvSpPr/>
          <p:nvPr/>
        </p:nvSpPr>
        <p:spPr>
          <a:xfrm>
            <a:off x="4340352" y="2340864"/>
            <a:ext cx="3560064" cy="4152612"/>
          </a:xfrm>
          <a:prstGeom prst="roundRect">
            <a:avLst>
              <a:gd name="adj" fmla="val 3425"/>
            </a:avLst>
          </a:prstGeom>
          <a:solidFill>
            <a:srgbClr val="F1F8E9"/>
          </a:solidFill>
          <a:ln/>
          <a:effectLst>
            <a:outerShdw blurRad="50800" dist="25400" dir="2700000" algn="bl" rotWithShape="0">
              <a:srgbClr val="000000">
                <a:alpha val="6000"/>
              </a:srgbClr>
            </a:outerShdw>
          </a:effectLst>
        </p:spPr>
      </p:sp>
      <p:sp>
        <p:nvSpPr>
          <p:cNvPr id="17" name="Shape 15"/>
          <p:cNvSpPr/>
          <p:nvPr/>
        </p:nvSpPr>
        <p:spPr>
          <a:xfrm>
            <a:off x="4462272" y="2462784"/>
            <a:ext cx="3316224" cy="414528"/>
          </a:xfrm>
          <a:prstGeom prst="roundRect">
            <a:avLst>
              <a:gd name="adj" fmla="val 20588"/>
            </a:avLst>
          </a:prstGeom>
          <a:solidFill>
            <a:srgbClr val="558B2F"/>
          </a:solidFill>
          <a:ln/>
        </p:spPr>
      </p:sp>
      <p:sp>
        <p:nvSpPr>
          <p:cNvPr id="18" name="Text 16"/>
          <p:cNvSpPr/>
          <p:nvPr/>
        </p:nvSpPr>
        <p:spPr>
          <a:xfrm>
            <a:off x="4462272" y="2462784"/>
            <a:ext cx="3316224"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Key Deliverables</a:t>
            </a:r>
            <a:endParaRPr lang="en-US" sz="1467" dirty="0"/>
          </a:p>
        </p:txBody>
      </p:sp>
      <p:sp>
        <p:nvSpPr>
          <p:cNvPr id="19" name="Text 17"/>
          <p:cNvSpPr/>
          <p:nvPr/>
        </p:nvSpPr>
        <p:spPr>
          <a:xfrm>
            <a:off x="4559808" y="2974848"/>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Data quality rules and metrics</a:t>
            </a:r>
            <a:endParaRPr lang="en-US" sz="1400" dirty="0"/>
          </a:p>
        </p:txBody>
      </p:sp>
      <p:sp>
        <p:nvSpPr>
          <p:cNvPr id="20" name="Text 18"/>
          <p:cNvSpPr/>
          <p:nvPr/>
        </p:nvSpPr>
        <p:spPr>
          <a:xfrm>
            <a:off x="4559808" y="3486912"/>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Data quality scorecards</a:t>
            </a:r>
            <a:endParaRPr lang="en-US" sz="1400" dirty="0"/>
          </a:p>
        </p:txBody>
      </p:sp>
      <p:sp>
        <p:nvSpPr>
          <p:cNvPr id="21" name="Text 19"/>
          <p:cNvSpPr/>
          <p:nvPr/>
        </p:nvSpPr>
        <p:spPr>
          <a:xfrm>
            <a:off x="4559808" y="3998976"/>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Data profiling reports</a:t>
            </a:r>
            <a:endParaRPr lang="en-US" sz="1400" dirty="0"/>
          </a:p>
        </p:txBody>
      </p:sp>
      <p:sp>
        <p:nvSpPr>
          <p:cNvPr id="22" name="Text 20"/>
          <p:cNvSpPr/>
          <p:nvPr/>
        </p:nvSpPr>
        <p:spPr>
          <a:xfrm>
            <a:off x="4559808" y="4511040"/>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Quality improvement plans</a:t>
            </a:r>
            <a:endParaRPr lang="en-US" sz="1400" dirty="0"/>
          </a:p>
        </p:txBody>
      </p:sp>
      <p:sp>
        <p:nvSpPr>
          <p:cNvPr id="23" name="Text 21"/>
          <p:cNvSpPr/>
          <p:nvPr/>
        </p:nvSpPr>
        <p:spPr>
          <a:xfrm>
            <a:off x="4559808" y="5023104"/>
            <a:ext cx="3218688" cy="438912"/>
          </a:xfrm>
          <a:prstGeom prst="rect">
            <a:avLst/>
          </a:prstGeom>
          <a:noFill/>
          <a:ln/>
        </p:spPr>
        <p:txBody>
          <a:bodyPr wrap="square" lIns="0" tIns="0" rIns="0" bIns="0" rtlCol="0" anchor="ctr"/>
          <a:lstStyle/>
          <a:p>
            <a:r>
              <a:rPr lang="en-US" sz="1400" dirty="0">
                <a:solidFill>
                  <a:srgbClr val="1A1A1A"/>
                </a:solidFill>
                <a:latin typeface="Calibri" pitchFamily="34" charset="0"/>
                <a:ea typeface="Calibri" pitchFamily="34" charset="-122"/>
                <a:cs typeface="Calibri" pitchFamily="34" charset="-120"/>
              </a:rPr>
              <a:t>◆  Root cause analysis reports</a:t>
            </a:r>
            <a:endParaRPr lang="en-US" sz="1400" dirty="0"/>
          </a:p>
        </p:txBody>
      </p:sp>
      <p:sp>
        <p:nvSpPr>
          <p:cNvPr id="24" name="Shape 22"/>
          <p:cNvSpPr/>
          <p:nvPr/>
        </p:nvSpPr>
        <p:spPr>
          <a:xfrm>
            <a:off x="8071104" y="2340864"/>
            <a:ext cx="3511296" cy="2255520"/>
          </a:xfrm>
          <a:prstGeom prst="roundRect">
            <a:avLst>
              <a:gd name="adj" fmla="val 5405"/>
            </a:avLst>
          </a:prstGeom>
          <a:solidFill>
            <a:srgbClr val="F4F6FC"/>
          </a:solidFill>
          <a:ln/>
          <a:effectLst>
            <a:outerShdw blurRad="50800" dist="25400" dir="2700000" algn="bl" rotWithShape="0">
              <a:srgbClr val="000000">
                <a:alpha val="6000"/>
              </a:srgbClr>
            </a:outerShdw>
          </a:effectLst>
        </p:spPr>
      </p:sp>
      <p:sp>
        <p:nvSpPr>
          <p:cNvPr id="25" name="Shape 23"/>
          <p:cNvSpPr/>
          <p:nvPr/>
        </p:nvSpPr>
        <p:spPr>
          <a:xfrm>
            <a:off x="8193024" y="2462784"/>
            <a:ext cx="3267456" cy="414528"/>
          </a:xfrm>
          <a:prstGeom prst="roundRect">
            <a:avLst>
              <a:gd name="adj" fmla="val 20588"/>
            </a:avLst>
          </a:prstGeom>
          <a:solidFill>
            <a:srgbClr val="0D1B4B"/>
          </a:solidFill>
          <a:ln/>
        </p:spPr>
      </p:sp>
      <p:sp>
        <p:nvSpPr>
          <p:cNvPr id="26" name="Text 24"/>
          <p:cNvSpPr/>
          <p:nvPr/>
        </p:nvSpPr>
        <p:spPr>
          <a:xfrm>
            <a:off x="8193024" y="2462784"/>
            <a:ext cx="3267456" cy="414528"/>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Why It Matters</a:t>
            </a:r>
            <a:endParaRPr lang="en-US" sz="1467" dirty="0"/>
          </a:p>
        </p:txBody>
      </p:sp>
      <p:sp>
        <p:nvSpPr>
          <p:cNvPr id="27" name="Text 25"/>
          <p:cNvSpPr/>
          <p:nvPr/>
        </p:nvSpPr>
        <p:spPr>
          <a:xfrm>
            <a:off x="8193024" y="2974848"/>
            <a:ext cx="3267456" cy="1536192"/>
          </a:xfrm>
          <a:prstGeom prst="rect">
            <a:avLst/>
          </a:prstGeom>
          <a:noFill/>
          <a:ln/>
        </p:spPr>
        <p:txBody>
          <a:bodyPr wrap="square" rtlCol="0" anchor="ctr"/>
          <a:lstStyle/>
          <a:p>
            <a:r>
              <a:rPr lang="en-US" sz="1400" dirty="0">
                <a:solidFill>
                  <a:srgbClr val="333333"/>
                </a:solidFill>
                <a:latin typeface="Calibri" pitchFamily="34" charset="0"/>
                <a:ea typeface="Calibri" pitchFamily="34" charset="-122"/>
                <a:cs typeface="Calibri" pitchFamily="34" charset="-120"/>
              </a:rPr>
              <a:t>Poor data quality costs organizations an estimated 15–25% of revenue through bad decisions, rework, and compliance failures. Quality is not a one-time fix — it's an ongoing discipline that requires measurement, accountability, and continuous improvement.</a:t>
            </a:r>
            <a:endParaRPr lang="en-US" sz="1400" dirty="0"/>
          </a:p>
        </p:txBody>
      </p:sp>
      <p:sp>
        <p:nvSpPr>
          <p:cNvPr id="28" name="Shape 26"/>
          <p:cNvSpPr/>
          <p:nvPr/>
        </p:nvSpPr>
        <p:spPr>
          <a:xfrm>
            <a:off x="8071104" y="4730495"/>
            <a:ext cx="3511296" cy="1818585"/>
          </a:xfrm>
          <a:prstGeom prst="roundRect">
            <a:avLst>
              <a:gd name="adj" fmla="val 8929"/>
            </a:avLst>
          </a:prstGeom>
          <a:solidFill>
            <a:srgbClr val="E0F4F6"/>
          </a:solidFill>
          <a:ln/>
          <a:effectLst>
            <a:outerShdw blurRad="50800" dist="25400" dir="2700000" algn="bl" rotWithShape="0">
              <a:srgbClr val="000000">
                <a:alpha val="6000"/>
              </a:srgbClr>
            </a:outerShdw>
          </a:effectLst>
        </p:spPr>
      </p:sp>
      <p:sp>
        <p:nvSpPr>
          <p:cNvPr id="29" name="Shape 27"/>
          <p:cNvSpPr/>
          <p:nvPr/>
        </p:nvSpPr>
        <p:spPr>
          <a:xfrm>
            <a:off x="8193024" y="4852416"/>
            <a:ext cx="3267456" cy="365760"/>
          </a:xfrm>
          <a:prstGeom prst="roundRect">
            <a:avLst>
              <a:gd name="adj" fmla="val 20000"/>
            </a:avLst>
          </a:prstGeom>
          <a:solidFill>
            <a:srgbClr val="005F73"/>
          </a:solidFill>
          <a:ln/>
        </p:spPr>
      </p:sp>
      <p:sp>
        <p:nvSpPr>
          <p:cNvPr id="30" name="Text 28"/>
          <p:cNvSpPr/>
          <p:nvPr/>
        </p:nvSpPr>
        <p:spPr>
          <a:xfrm>
            <a:off x="8193024" y="4852416"/>
            <a:ext cx="3267456" cy="36576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Governance Link</a:t>
            </a:r>
            <a:endParaRPr lang="en-US" sz="1333" dirty="0"/>
          </a:p>
        </p:txBody>
      </p:sp>
      <p:sp>
        <p:nvSpPr>
          <p:cNvPr id="31" name="Text 29"/>
          <p:cNvSpPr/>
          <p:nvPr/>
        </p:nvSpPr>
        <p:spPr>
          <a:xfrm>
            <a:off x="8193024" y="5291328"/>
            <a:ext cx="3267456" cy="1202148"/>
          </a:xfrm>
          <a:prstGeom prst="rect">
            <a:avLst/>
          </a:prstGeom>
          <a:noFill/>
          <a:ln/>
        </p:spPr>
        <p:txBody>
          <a:bodyPr wrap="square" rtlCol="0" anchor="ctr"/>
          <a:lstStyle/>
          <a:p>
            <a:r>
              <a:rPr lang="en-US" sz="1200" dirty="0">
                <a:solidFill>
                  <a:srgbClr val="005F73"/>
                </a:solidFill>
                <a:latin typeface="Calibri" pitchFamily="34" charset="0"/>
                <a:ea typeface="Calibri" pitchFamily="34" charset="-122"/>
                <a:cs typeface="Calibri" pitchFamily="34" charset="-120"/>
              </a:rPr>
              <a:t>Governance defines acceptable quality thresholds and assigns accountability for quality. Data quality management measures and improves the actual data. Without governance accountability, quality problems persist — there is no one responsible for fixing them.</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09600" y="243840"/>
            <a:ext cx="2682240" cy="438912"/>
          </a:xfrm>
          <a:prstGeom prst="roundRect">
            <a:avLst>
              <a:gd name="adj" fmla="val 22222"/>
            </a:avLst>
          </a:prstGeom>
          <a:solidFill>
            <a:srgbClr val="1A3070"/>
          </a:solidFill>
          <a:ln/>
        </p:spPr>
      </p:sp>
      <p:sp>
        <p:nvSpPr>
          <p:cNvPr id="3" name="Text 1"/>
          <p:cNvSpPr/>
          <p:nvPr/>
        </p:nvSpPr>
        <p:spPr>
          <a:xfrm>
            <a:off x="609600" y="243840"/>
            <a:ext cx="2682240" cy="438912"/>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INTERCONNECTIONS</a:t>
            </a:r>
            <a:endParaRPr lang="en-US" sz="1333" dirty="0"/>
          </a:p>
        </p:txBody>
      </p:sp>
      <p:sp>
        <p:nvSpPr>
          <p:cNvPr id="4" name="Text 2"/>
          <p:cNvSpPr/>
          <p:nvPr/>
        </p:nvSpPr>
        <p:spPr>
          <a:xfrm>
            <a:off x="3535680" y="219456"/>
            <a:ext cx="8534400" cy="512064"/>
          </a:xfrm>
          <a:prstGeom prst="rect">
            <a:avLst/>
          </a:prstGeom>
          <a:noFill/>
          <a:ln/>
        </p:spPr>
        <p:txBody>
          <a:bodyPr wrap="square" lIns="0" tIns="0" rIns="0" bIns="0" rtlCol="0" anchor="ctr"/>
          <a:lstStyle/>
          <a:p>
            <a:r>
              <a:rPr lang="en-US" sz="3467" b="1" dirty="0">
                <a:solidFill>
                  <a:srgbClr val="0D1B4B"/>
                </a:solidFill>
                <a:latin typeface="Cambria" pitchFamily="34" charset="0"/>
                <a:ea typeface="Cambria" pitchFamily="34" charset="-122"/>
                <a:cs typeface="Cambria" pitchFamily="34" charset="-120"/>
              </a:rPr>
              <a:t>How the Knowledge Areas Connect</a:t>
            </a:r>
            <a:endParaRPr lang="en-US" sz="3467" dirty="0"/>
          </a:p>
        </p:txBody>
      </p:sp>
      <p:sp>
        <p:nvSpPr>
          <p:cNvPr id="5" name="Text 3"/>
          <p:cNvSpPr/>
          <p:nvPr/>
        </p:nvSpPr>
        <p:spPr>
          <a:xfrm>
            <a:off x="633984" y="792480"/>
            <a:ext cx="10972800" cy="316992"/>
          </a:xfrm>
          <a:prstGeom prst="rect">
            <a:avLst/>
          </a:prstGeom>
          <a:noFill/>
          <a:ln/>
        </p:spPr>
        <p:txBody>
          <a:bodyPr wrap="square" lIns="0" tIns="0" rIns="0" bIns="0" rtlCol="0" anchor="ctr"/>
          <a:lstStyle/>
          <a:p>
            <a:r>
              <a:rPr lang="en-US" sz="1400" i="1" dirty="0">
                <a:solidFill>
                  <a:srgbClr val="6B7A9F"/>
                </a:solidFill>
                <a:latin typeface="Calibri" pitchFamily="34" charset="0"/>
                <a:ea typeface="Calibri" pitchFamily="34" charset="-122"/>
                <a:cs typeface="Calibri" pitchFamily="34" charset="-120"/>
              </a:rPr>
              <a:t>Each area depends on and supports others. The Wheel only works because the spokes are connected — not just to the hub, but to each other.</a:t>
            </a:r>
            <a:endParaRPr lang="en-US" sz="1400" dirty="0"/>
          </a:p>
        </p:txBody>
      </p:sp>
      <p:sp>
        <p:nvSpPr>
          <p:cNvPr id="6" name="Shape 4"/>
          <p:cNvSpPr/>
          <p:nvPr/>
        </p:nvSpPr>
        <p:spPr>
          <a:xfrm>
            <a:off x="609600" y="1194816"/>
            <a:ext cx="2682240" cy="426720"/>
          </a:xfrm>
          <a:prstGeom prst="rect">
            <a:avLst/>
          </a:prstGeom>
          <a:solidFill>
            <a:srgbClr val="0D1B4B"/>
          </a:solidFill>
          <a:ln/>
        </p:spPr>
      </p:sp>
      <p:sp>
        <p:nvSpPr>
          <p:cNvPr id="7" name="Text 5"/>
          <p:cNvSpPr/>
          <p:nvPr/>
        </p:nvSpPr>
        <p:spPr>
          <a:xfrm>
            <a:off x="609600" y="1194816"/>
            <a:ext cx="2682240" cy="42672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From</a:t>
            </a:r>
            <a:endParaRPr lang="en-US" sz="1467" dirty="0"/>
          </a:p>
        </p:txBody>
      </p:sp>
      <p:sp>
        <p:nvSpPr>
          <p:cNvPr id="8" name="Shape 6"/>
          <p:cNvSpPr/>
          <p:nvPr/>
        </p:nvSpPr>
        <p:spPr>
          <a:xfrm>
            <a:off x="3340608" y="1194816"/>
            <a:ext cx="1402080" cy="426720"/>
          </a:xfrm>
          <a:prstGeom prst="rect">
            <a:avLst/>
          </a:prstGeom>
          <a:solidFill>
            <a:srgbClr val="0D1B4B"/>
          </a:solidFill>
          <a:ln/>
        </p:spPr>
      </p:sp>
      <p:sp>
        <p:nvSpPr>
          <p:cNvPr id="9" name="Text 7"/>
          <p:cNvSpPr/>
          <p:nvPr/>
        </p:nvSpPr>
        <p:spPr>
          <a:xfrm>
            <a:off x="3340608" y="1194816"/>
            <a:ext cx="1402080" cy="42672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Relationship</a:t>
            </a:r>
            <a:endParaRPr lang="en-US" sz="1467" dirty="0"/>
          </a:p>
        </p:txBody>
      </p:sp>
      <p:sp>
        <p:nvSpPr>
          <p:cNvPr id="10" name="Shape 8"/>
          <p:cNvSpPr/>
          <p:nvPr/>
        </p:nvSpPr>
        <p:spPr>
          <a:xfrm>
            <a:off x="4791456" y="1194816"/>
            <a:ext cx="2682240" cy="426720"/>
          </a:xfrm>
          <a:prstGeom prst="rect">
            <a:avLst/>
          </a:prstGeom>
          <a:solidFill>
            <a:srgbClr val="0D1B4B"/>
          </a:solidFill>
          <a:ln/>
        </p:spPr>
      </p:sp>
      <p:sp>
        <p:nvSpPr>
          <p:cNvPr id="11" name="Text 9"/>
          <p:cNvSpPr/>
          <p:nvPr/>
        </p:nvSpPr>
        <p:spPr>
          <a:xfrm>
            <a:off x="4791456" y="1194816"/>
            <a:ext cx="2682240" cy="42672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To</a:t>
            </a:r>
            <a:endParaRPr lang="en-US" sz="1467" dirty="0"/>
          </a:p>
        </p:txBody>
      </p:sp>
      <p:sp>
        <p:nvSpPr>
          <p:cNvPr id="12" name="Shape 10"/>
          <p:cNvSpPr/>
          <p:nvPr/>
        </p:nvSpPr>
        <p:spPr>
          <a:xfrm>
            <a:off x="7522464" y="1194816"/>
            <a:ext cx="4059936" cy="426720"/>
          </a:xfrm>
          <a:prstGeom prst="rect">
            <a:avLst/>
          </a:prstGeom>
          <a:solidFill>
            <a:srgbClr val="0D1B4B"/>
          </a:solidFill>
          <a:ln/>
        </p:spPr>
      </p:sp>
      <p:sp>
        <p:nvSpPr>
          <p:cNvPr id="13" name="Text 11"/>
          <p:cNvSpPr/>
          <p:nvPr/>
        </p:nvSpPr>
        <p:spPr>
          <a:xfrm>
            <a:off x="7522464" y="1194816"/>
            <a:ext cx="4059936" cy="426720"/>
          </a:xfrm>
          <a:prstGeom prst="rect">
            <a:avLst/>
          </a:prstGeom>
          <a:noFill/>
          <a:ln/>
        </p:spPr>
        <p:txBody>
          <a:bodyPr wrap="square" lIns="0" tIns="0" rIns="0" bIns="0" rtlCol="0" anchor="ctr"/>
          <a:lstStyle/>
          <a:p>
            <a:pPr algn="ctr"/>
            <a:r>
              <a:rPr lang="en-US" sz="1467" b="1" dirty="0">
                <a:solidFill>
                  <a:srgbClr val="FFFFFF"/>
                </a:solidFill>
                <a:latin typeface="Calibri" pitchFamily="34" charset="0"/>
                <a:ea typeface="Calibri" pitchFamily="34" charset="-122"/>
                <a:cs typeface="Calibri" pitchFamily="34" charset="-120"/>
              </a:rPr>
              <a:t>Why</a:t>
            </a:r>
            <a:endParaRPr lang="en-US" sz="1467" dirty="0"/>
          </a:p>
        </p:txBody>
      </p:sp>
      <p:sp>
        <p:nvSpPr>
          <p:cNvPr id="14" name="Shape 12"/>
          <p:cNvSpPr/>
          <p:nvPr/>
        </p:nvSpPr>
        <p:spPr>
          <a:xfrm>
            <a:off x="609600" y="1621536"/>
            <a:ext cx="2682240" cy="560832"/>
          </a:xfrm>
          <a:prstGeom prst="rect">
            <a:avLst/>
          </a:prstGeom>
          <a:solidFill>
            <a:srgbClr val="F4F6FC"/>
          </a:solidFill>
          <a:ln w="6350">
            <a:solidFill>
              <a:srgbClr val="E0E0E0"/>
            </a:solidFill>
            <a:prstDash val="solid"/>
          </a:ln>
        </p:spPr>
      </p:sp>
      <p:sp>
        <p:nvSpPr>
          <p:cNvPr id="15" name="Text 13"/>
          <p:cNvSpPr/>
          <p:nvPr/>
        </p:nvSpPr>
        <p:spPr>
          <a:xfrm>
            <a:off x="707136" y="1694688"/>
            <a:ext cx="2487168" cy="414528"/>
          </a:xfrm>
          <a:prstGeom prst="rect">
            <a:avLst/>
          </a:prstGeom>
          <a:noFill/>
          <a:ln/>
        </p:spPr>
        <p:txBody>
          <a:bodyPr wrap="square" lIns="0" tIns="0" rIns="0" bIns="0" rtlCol="0" anchor="ctr"/>
          <a:lstStyle/>
          <a:p>
            <a:r>
              <a:rPr lang="en-US" sz="1400" b="1" dirty="0">
                <a:solidFill>
                  <a:srgbClr val="0D1B4B"/>
                </a:solidFill>
                <a:latin typeface="Calibri" pitchFamily="34" charset="0"/>
                <a:ea typeface="Calibri" pitchFamily="34" charset="-122"/>
                <a:cs typeface="Calibri" pitchFamily="34" charset="-120"/>
              </a:rPr>
              <a:t>Data Quality</a:t>
            </a:r>
            <a:endParaRPr lang="en-US" sz="1400" dirty="0"/>
          </a:p>
        </p:txBody>
      </p:sp>
      <p:sp>
        <p:nvSpPr>
          <p:cNvPr id="16" name="Shape 14"/>
          <p:cNvSpPr/>
          <p:nvPr/>
        </p:nvSpPr>
        <p:spPr>
          <a:xfrm>
            <a:off x="3340608" y="1621536"/>
            <a:ext cx="1402080" cy="560832"/>
          </a:xfrm>
          <a:prstGeom prst="rect">
            <a:avLst/>
          </a:prstGeom>
          <a:solidFill>
            <a:srgbClr val="F4F6FC"/>
          </a:solidFill>
          <a:ln w="6350">
            <a:solidFill>
              <a:srgbClr val="E0E0E0"/>
            </a:solidFill>
            <a:prstDash val="solid"/>
          </a:ln>
        </p:spPr>
      </p:sp>
      <p:sp>
        <p:nvSpPr>
          <p:cNvPr id="17" name="Text 15"/>
          <p:cNvSpPr/>
          <p:nvPr/>
        </p:nvSpPr>
        <p:spPr>
          <a:xfrm>
            <a:off x="3340608" y="1694688"/>
            <a:ext cx="1402080" cy="414528"/>
          </a:xfrm>
          <a:prstGeom prst="rect">
            <a:avLst/>
          </a:prstGeom>
          <a:noFill/>
          <a:ln/>
        </p:spPr>
        <p:txBody>
          <a:bodyPr wrap="square" lIns="0" tIns="0" rIns="0" bIns="0" rtlCol="0" anchor="ctr"/>
          <a:lstStyle/>
          <a:p>
            <a:pPr algn="ctr"/>
            <a:r>
              <a:rPr lang="en-US" sz="1267" i="1" dirty="0">
                <a:solidFill>
                  <a:srgbClr val="0A9396"/>
                </a:solidFill>
                <a:latin typeface="Calibri" pitchFamily="34" charset="0"/>
                <a:ea typeface="Calibri" pitchFamily="34" charset="-122"/>
                <a:cs typeface="Calibri" pitchFamily="34" charset="-120"/>
              </a:rPr>
              <a:t>depends on</a:t>
            </a:r>
            <a:endParaRPr lang="en-US" sz="1267" dirty="0"/>
          </a:p>
        </p:txBody>
      </p:sp>
      <p:sp>
        <p:nvSpPr>
          <p:cNvPr id="18" name="Shape 16"/>
          <p:cNvSpPr/>
          <p:nvPr/>
        </p:nvSpPr>
        <p:spPr>
          <a:xfrm>
            <a:off x="4791456" y="1621536"/>
            <a:ext cx="2682240" cy="560832"/>
          </a:xfrm>
          <a:prstGeom prst="rect">
            <a:avLst/>
          </a:prstGeom>
          <a:solidFill>
            <a:srgbClr val="F4F6FC"/>
          </a:solidFill>
          <a:ln w="6350">
            <a:solidFill>
              <a:srgbClr val="E0E0E0"/>
            </a:solidFill>
            <a:prstDash val="solid"/>
          </a:ln>
        </p:spPr>
      </p:sp>
      <p:sp>
        <p:nvSpPr>
          <p:cNvPr id="19" name="Text 17"/>
          <p:cNvSpPr/>
          <p:nvPr/>
        </p:nvSpPr>
        <p:spPr>
          <a:xfrm>
            <a:off x="4888992" y="1694688"/>
            <a:ext cx="2487168" cy="414528"/>
          </a:xfrm>
          <a:prstGeom prst="rect">
            <a:avLst/>
          </a:prstGeom>
          <a:noFill/>
          <a:ln/>
        </p:spPr>
        <p:txBody>
          <a:bodyPr wrap="square" lIns="0" tIns="0" rIns="0" bIns="0" rtlCol="0" anchor="ctr"/>
          <a:lstStyle/>
          <a:p>
            <a:r>
              <a:rPr lang="en-US" sz="1400" b="1" dirty="0">
                <a:solidFill>
                  <a:srgbClr val="005F73"/>
                </a:solidFill>
                <a:latin typeface="Calibri" pitchFamily="34" charset="0"/>
                <a:ea typeface="Calibri" pitchFamily="34" charset="-122"/>
                <a:cs typeface="Calibri" pitchFamily="34" charset="-120"/>
              </a:rPr>
              <a:t>Metadata Management</a:t>
            </a:r>
            <a:endParaRPr lang="en-US" sz="1400" dirty="0"/>
          </a:p>
        </p:txBody>
      </p:sp>
      <p:sp>
        <p:nvSpPr>
          <p:cNvPr id="20" name="Shape 18"/>
          <p:cNvSpPr/>
          <p:nvPr/>
        </p:nvSpPr>
        <p:spPr>
          <a:xfrm>
            <a:off x="7522464" y="1621536"/>
            <a:ext cx="4059936" cy="560832"/>
          </a:xfrm>
          <a:prstGeom prst="rect">
            <a:avLst/>
          </a:prstGeom>
          <a:solidFill>
            <a:srgbClr val="F4F6FC"/>
          </a:solidFill>
          <a:ln w="6350">
            <a:solidFill>
              <a:srgbClr val="E0E0E0"/>
            </a:solidFill>
            <a:prstDash val="solid"/>
          </a:ln>
        </p:spPr>
      </p:sp>
      <p:sp>
        <p:nvSpPr>
          <p:cNvPr id="21" name="Text 19"/>
          <p:cNvSpPr/>
          <p:nvPr/>
        </p:nvSpPr>
        <p:spPr>
          <a:xfrm>
            <a:off x="7620000" y="1670304"/>
            <a:ext cx="3864864" cy="463296"/>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Can't measure quality without knowing what the data is supposed to mean and what rules apply to it.</a:t>
            </a:r>
            <a:endParaRPr lang="en-US" sz="1267" dirty="0"/>
          </a:p>
        </p:txBody>
      </p:sp>
      <p:sp>
        <p:nvSpPr>
          <p:cNvPr id="22" name="Shape 20"/>
          <p:cNvSpPr/>
          <p:nvPr/>
        </p:nvSpPr>
        <p:spPr>
          <a:xfrm>
            <a:off x="609600" y="2231136"/>
            <a:ext cx="2682240" cy="560832"/>
          </a:xfrm>
          <a:prstGeom prst="rect">
            <a:avLst/>
          </a:prstGeom>
          <a:solidFill>
            <a:srgbClr val="FFFFFF"/>
          </a:solidFill>
          <a:ln w="6350">
            <a:solidFill>
              <a:srgbClr val="E0E0E0"/>
            </a:solidFill>
            <a:prstDash val="solid"/>
          </a:ln>
        </p:spPr>
      </p:sp>
      <p:sp>
        <p:nvSpPr>
          <p:cNvPr id="23" name="Text 21"/>
          <p:cNvSpPr/>
          <p:nvPr/>
        </p:nvSpPr>
        <p:spPr>
          <a:xfrm>
            <a:off x="707136" y="2304288"/>
            <a:ext cx="2487168" cy="414528"/>
          </a:xfrm>
          <a:prstGeom prst="rect">
            <a:avLst/>
          </a:prstGeom>
          <a:noFill/>
          <a:ln/>
        </p:spPr>
        <p:txBody>
          <a:bodyPr wrap="square" lIns="0" tIns="0" rIns="0" bIns="0" rtlCol="0" anchor="ctr"/>
          <a:lstStyle/>
          <a:p>
            <a:r>
              <a:rPr lang="en-US" sz="1400" b="1" dirty="0">
                <a:solidFill>
                  <a:srgbClr val="0D1B4B"/>
                </a:solidFill>
                <a:latin typeface="Calibri" pitchFamily="34" charset="0"/>
                <a:ea typeface="Calibri" pitchFamily="34" charset="-122"/>
                <a:cs typeface="Calibri" pitchFamily="34" charset="-120"/>
              </a:rPr>
              <a:t>Data Quality</a:t>
            </a:r>
            <a:endParaRPr lang="en-US" sz="1400" dirty="0"/>
          </a:p>
        </p:txBody>
      </p:sp>
      <p:sp>
        <p:nvSpPr>
          <p:cNvPr id="24" name="Shape 22"/>
          <p:cNvSpPr/>
          <p:nvPr/>
        </p:nvSpPr>
        <p:spPr>
          <a:xfrm>
            <a:off x="3340608" y="2231136"/>
            <a:ext cx="1402080" cy="560832"/>
          </a:xfrm>
          <a:prstGeom prst="rect">
            <a:avLst/>
          </a:prstGeom>
          <a:solidFill>
            <a:srgbClr val="FFFFFF"/>
          </a:solidFill>
          <a:ln w="6350">
            <a:solidFill>
              <a:srgbClr val="E0E0E0"/>
            </a:solidFill>
            <a:prstDash val="solid"/>
          </a:ln>
        </p:spPr>
      </p:sp>
      <p:sp>
        <p:nvSpPr>
          <p:cNvPr id="25" name="Text 23"/>
          <p:cNvSpPr/>
          <p:nvPr/>
        </p:nvSpPr>
        <p:spPr>
          <a:xfrm>
            <a:off x="3340608" y="2304288"/>
            <a:ext cx="1402080" cy="414528"/>
          </a:xfrm>
          <a:prstGeom prst="rect">
            <a:avLst/>
          </a:prstGeom>
          <a:noFill/>
          <a:ln/>
        </p:spPr>
        <p:txBody>
          <a:bodyPr wrap="square" lIns="0" tIns="0" rIns="0" bIns="0" rtlCol="0" anchor="ctr"/>
          <a:lstStyle/>
          <a:p>
            <a:pPr algn="ctr"/>
            <a:r>
              <a:rPr lang="en-US" sz="1267" i="1" dirty="0">
                <a:solidFill>
                  <a:srgbClr val="0A9396"/>
                </a:solidFill>
                <a:latin typeface="Calibri" pitchFamily="34" charset="0"/>
                <a:ea typeface="Calibri" pitchFamily="34" charset="-122"/>
                <a:cs typeface="Calibri" pitchFamily="34" charset="-120"/>
              </a:rPr>
              <a:t>depends on</a:t>
            </a:r>
            <a:endParaRPr lang="en-US" sz="1267" dirty="0"/>
          </a:p>
        </p:txBody>
      </p:sp>
      <p:sp>
        <p:nvSpPr>
          <p:cNvPr id="26" name="Shape 24"/>
          <p:cNvSpPr/>
          <p:nvPr/>
        </p:nvSpPr>
        <p:spPr>
          <a:xfrm>
            <a:off x="4791456" y="2231136"/>
            <a:ext cx="2682240" cy="560832"/>
          </a:xfrm>
          <a:prstGeom prst="rect">
            <a:avLst/>
          </a:prstGeom>
          <a:solidFill>
            <a:srgbClr val="FFFFFF"/>
          </a:solidFill>
          <a:ln w="6350">
            <a:solidFill>
              <a:srgbClr val="E0E0E0"/>
            </a:solidFill>
            <a:prstDash val="solid"/>
          </a:ln>
        </p:spPr>
      </p:sp>
      <p:sp>
        <p:nvSpPr>
          <p:cNvPr id="27" name="Text 25"/>
          <p:cNvSpPr/>
          <p:nvPr/>
        </p:nvSpPr>
        <p:spPr>
          <a:xfrm>
            <a:off x="4888992" y="2304288"/>
            <a:ext cx="2487168" cy="414528"/>
          </a:xfrm>
          <a:prstGeom prst="rect">
            <a:avLst/>
          </a:prstGeom>
          <a:noFill/>
          <a:ln/>
        </p:spPr>
        <p:txBody>
          <a:bodyPr wrap="square" lIns="0" tIns="0" rIns="0" bIns="0" rtlCol="0" anchor="ctr"/>
          <a:lstStyle/>
          <a:p>
            <a:r>
              <a:rPr lang="en-US" sz="1400" b="1" dirty="0">
                <a:solidFill>
                  <a:srgbClr val="005F73"/>
                </a:solidFill>
                <a:latin typeface="Calibri" pitchFamily="34" charset="0"/>
                <a:ea typeface="Calibri" pitchFamily="34" charset="-122"/>
                <a:cs typeface="Calibri" pitchFamily="34" charset="-120"/>
              </a:rPr>
              <a:t>Data Governance</a:t>
            </a:r>
            <a:endParaRPr lang="en-US" sz="1400" dirty="0"/>
          </a:p>
        </p:txBody>
      </p:sp>
      <p:sp>
        <p:nvSpPr>
          <p:cNvPr id="28" name="Shape 26"/>
          <p:cNvSpPr/>
          <p:nvPr/>
        </p:nvSpPr>
        <p:spPr>
          <a:xfrm>
            <a:off x="7522464" y="2231136"/>
            <a:ext cx="4059936" cy="560832"/>
          </a:xfrm>
          <a:prstGeom prst="rect">
            <a:avLst/>
          </a:prstGeom>
          <a:solidFill>
            <a:srgbClr val="FFFFFF"/>
          </a:solidFill>
          <a:ln w="6350">
            <a:solidFill>
              <a:srgbClr val="E0E0E0"/>
            </a:solidFill>
            <a:prstDash val="solid"/>
          </a:ln>
        </p:spPr>
      </p:sp>
      <p:sp>
        <p:nvSpPr>
          <p:cNvPr id="29" name="Text 27"/>
          <p:cNvSpPr/>
          <p:nvPr/>
        </p:nvSpPr>
        <p:spPr>
          <a:xfrm>
            <a:off x="7620000" y="2279904"/>
            <a:ext cx="3864864" cy="463296"/>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Quality needs an owner and accountability — governance assigns responsibility and authority to fix issues.</a:t>
            </a:r>
            <a:endParaRPr lang="en-US" sz="1267" dirty="0"/>
          </a:p>
        </p:txBody>
      </p:sp>
      <p:sp>
        <p:nvSpPr>
          <p:cNvPr id="30" name="Shape 28"/>
          <p:cNvSpPr/>
          <p:nvPr/>
        </p:nvSpPr>
        <p:spPr>
          <a:xfrm>
            <a:off x="609600" y="2840736"/>
            <a:ext cx="2682240" cy="560832"/>
          </a:xfrm>
          <a:prstGeom prst="rect">
            <a:avLst/>
          </a:prstGeom>
          <a:solidFill>
            <a:srgbClr val="F4F6FC"/>
          </a:solidFill>
          <a:ln w="6350">
            <a:solidFill>
              <a:srgbClr val="E0E0E0"/>
            </a:solidFill>
            <a:prstDash val="solid"/>
          </a:ln>
        </p:spPr>
      </p:sp>
      <p:sp>
        <p:nvSpPr>
          <p:cNvPr id="31" name="Text 29"/>
          <p:cNvSpPr/>
          <p:nvPr/>
        </p:nvSpPr>
        <p:spPr>
          <a:xfrm>
            <a:off x="707136" y="2913888"/>
            <a:ext cx="2487168" cy="414528"/>
          </a:xfrm>
          <a:prstGeom prst="rect">
            <a:avLst/>
          </a:prstGeom>
          <a:noFill/>
          <a:ln/>
        </p:spPr>
        <p:txBody>
          <a:bodyPr wrap="square" lIns="0" tIns="0" rIns="0" bIns="0" rtlCol="0" anchor="ctr"/>
          <a:lstStyle/>
          <a:p>
            <a:r>
              <a:rPr lang="en-US" sz="1400" b="1" dirty="0">
                <a:solidFill>
                  <a:srgbClr val="0D1B4B"/>
                </a:solidFill>
                <a:latin typeface="Calibri" pitchFamily="34" charset="0"/>
                <a:ea typeface="Calibri" pitchFamily="34" charset="-122"/>
                <a:cs typeface="Calibri" pitchFamily="34" charset="-120"/>
              </a:rPr>
              <a:t>Metadata Mgmt</a:t>
            </a:r>
            <a:endParaRPr lang="en-US" sz="1400" dirty="0"/>
          </a:p>
        </p:txBody>
      </p:sp>
      <p:sp>
        <p:nvSpPr>
          <p:cNvPr id="32" name="Shape 30"/>
          <p:cNvSpPr/>
          <p:nvPr/>
        </p:nvSpPr>
        <p:spPr>
          <a:xfrm>
            <a:off x="3340608" y="2840736"/>
            <a:ext cx="1402080" cy="560832"/>
          </a:xfrm>
          <a:prstGeom prst="rect">
            <a:avLst/>
          </a:prstGeom>
          <a:solidFill>
            <a:srgbClr val="F4F6FC"/>
          </a:solidFill>
          <a:ln w="6350">
            <a:solidFill>
              <a:srgbClr val="E0E0E0"/>
            </a:solidFill>
            <a:prstDash val="solid"/>
          </a:ln>
        </p:spPr>
      </p:sp>
      <p:sp>
        <p:nvSpPr>
          <p:cNvPr id="33" name="Text 31"/>
          <p:cNvSpPr/>
          <p:nvPr/>
        </p:nvSpPr>
        <p:spPr>
          <a:xfrm>
            <a:off x="3340608" y="2913888"/>
            <a:ext cx="1402080" cy="414528"/>
          </a:xfrm>
          <a:prstGeom prst="rect">
            <a:avLst/>
          </a:prstGeom>
          <a:noFill/>
          <a:ln/>
        </p:spPr>
        <p:txBody>
          <a:bodyPr wrap="square" lIns="0" tIns="0" rIns="0" bIns="0" rtlCol="0" anchor="ctr"/>
          <a:lstStyle/>
          <a:p>
            <a:pPr algn="ctr"/>
            <a:r>
              <a:rPr lang="en-US" sz="1267" i="1" dirty="0">
                <a:solidFill>
                  <a:srgbClr val="0A9396"/>
                </a:solidFill>
                <a:latin typeface="Calibri" pitchFamily="34" charset="0"/>
                <a:ea typeface="Calibri" pitchFamily="34" charset="-122"/>
                <a:cs typeface="Calibri" pitchFamily="34" charset="-120"/>
              </a:rPr>
              <a:t>feeds</a:t>
            </a:r>
            <a:endParaRPr lang="en-US" sz="1267" dirty="0"/>
          </a:p>
        </p:txBody>
      </p:sp>
      <p:sp>
        <p:nvSpPr>
          <p:cNvPr id="34" name="Shape 32"/>
          <p:cNvSpPr/>
          <p:nvPr/>
        </p:nvSpPr>
        <p:spPr>
          <a:xfrm>
            <a:off x="4791456" y="2840736"/>
            <a:ext cx="2682240" cy="560832"/>
          </a:xfrm>
          <a:prstGeom prst="rect">
            <a:avLst/>
          </a:prstGeom>
          <a:solidFill>
            <a:srgbClr val="F4F6FC"/>
          </a:solidFill>
          <a:ln w="6350">
            <a:solidFill>
              <a:srgbClr val="E0E0E0"/>
            </a:solidFill>
            <a:prstDash val="solid"/>
          </a:ln>
        </p:spPr>
      </p:sp>
      <p:sp>
        <p:nvSpPr>
          <p:cNvPr id="35" name="Text 33"/>
          <p:cNvSpPr/>
          <p:nvPr/>
        </p:nvSpPr>
        <p:spPr>
          <a:xfrm>
            <a:off x="4888992" y="2913888"/>
            <a:ext cx="2487168" cy="414528"/>
          </a:xfrm>
          <a:prstGeom prst="rect">
            <a:avLst/>
          </a:prstGeom>
          <a:noFill/>
          <a:ln/>
        </p:spPr>
        <p:txBody>
          <a:bodyPr wrap="square" lIns="0" tIns="0" rIns="0" bIns="0" rtlCol="0" anchor="ctr"/>
          <a:lstStyle/>
          <a:p>
            <a:r>
              <a:rPr lang="en-US" sz="1400" b="1" dirty="0">
                <a:solidFill>
                  <a:srgbClr val="005F73"/>
                </a:solidFill>
                <a:latin typeface="Calibri" pitchFamily="34" charset="0"/>
                <a:ea typeface="Calibri" pitchFamily="34" charset="-122"/>
                <a:cs typeface="Calibri" pitchFamily="34" charset="-120"/>
              </a:rPr>
              <a:t>Data Security</a:t>
            </a:r>
            <a:endParaRPr lang="en-US" sz="1400" dirty="0"/>
          </a:p>
        </p:txBody>
      </p:sp>
      <p:sp>
        <p:nvSpPr>
          <p:cNvPr id="36" name="Shape 34"/>
          <p:cNvSpPr/>
          <p:nvPr/>
        </p:nvSpPr>
        <p:spPr>
          <a:xfrm>
            <a:off x="7522464" y="2840736"/>
            <a:ext cx="4059936" cy="560832"/>
          </a:xfrm>
          <a:prstGeom prst="rect">
            <a:avLst/>
          </a:prstGeom>
          <a:solidFill>
            <a:srgbClr val="F4F6FC"/>
          </a:solidFill>
          <a:ln w="6350">
            <a:solidFill>
              <a:srgbClr val="E0E0E0"/>
            </a:solidFill>
            <a:prstDash val="solid"/>
          </a:ln>
        </p:spPr>
      </p:sp>
      <p:sp>
        <p:nvSpPr>
          <p:cNvPr id="37" name="Text 35"/>
          <p:cNvSpPr/>
          <p:nvPr/>
        </p:nvSpPr>
        <p:spPr>
          <a:xfrm>
            <a:off x="7620000" y="2889504"/>
            <a:ext cx="3864864" cy="463296"/>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Security classification depends on metadata describing data sensitivity, ownership, and regulatory category.</a:t>
            </a:r>
            <a:endParaRPr lang="en-US" sz="1267" dirty="0"/>
          </a:p>
        </p:txBody>
      </p:sp>
      <p:sp>
        <p:nvSpPr>
          <p:cNvPr id="38" name="Shape 36"/>
          <p:cNvSpPr/>
          <p:nvPr/>
        </p:nvSpPr>
        <p:spPr>
          <a:xfrm>
            <a:off x="609600" y="3450336"/>
            <a:ext cx="2682240" cy="560832"/>
          </a:xfrm>
          <a:prstGeom prst="rect">
            <a:avLst/>
          </a:prstGeom>
          <a:solidFill>
            <a:srgbClr val="FFFFFF"/>
          </a:solidFill>
          <a:ln w="6350">
            <a:solidFill>
              <a:srgbClr val="E0E0E0"/>
            </a:solidFill>
            <a:prstDash val="solid"/>
          </a:ln>
        </p:spPr>
      </p:sp>
      <p:sp>
        <p:nvSpPr>
          <p:cNvPr id="39" name="Text 37"/>
          <p:cNvSpPr/>
          <p:nvPr/>
        </p:nvSpPr>
        <p:spPr>
          <a:xfrm>
            <a:off x="707136" y="3523488"/>
            <a:ext cx="2487168" cy="414528"/>
          </a:xfrm>
          <a:prstGeom prst="rect">
            <a:avLst/>
          </a:prstGeom>
          <a:noFill/>
          <a:ln/>
        </p:spPr>
        <p:txBody>
          <a:bodyPr wrap="square" lIns="0" tIns="0" rIns="0" bIns="0" rtlCol="0" anchor="ctr"/>
          <a:lstStyle/>
          <a:p>
            <a:r>
              <a:rPr lang="en-US" sz="1400" b="1" dirty="0">
                <a:solidFill>
                  <a:srgbClr val="0D1B4B"/>
                </a:solidFill>
                <a:latin typeface="Calibri" pitchFamily="34" charset="0"/>
                <a:ea typeface="Calibri" pitchFamily="34" charset="-122"/>
                <a:cs typeface="Calibri" pitchFamily="34" charset="-120"/>
              </a:rPr>
              <a:t>DW &amp; BI</a:t>
            </a:r>
            <a:endParaRPr lang="en-US" sz="1400" dirty="0"/>
          </a:p>
        </p:txBody>
      </p:sp>
      <p:sp>
        <p:nvSpPr>
          <p:cNvPr id="40" name="Shape 38"/>
          <p:cNvSpPr/>
          <p:nvPr/>
        </p:nvSpPr>
        <p:spPr>
          <a:xfrm>
            <a:off x="3340608" y="3450336"/>
            <a:ext cx="1402080" cy="560832"/>
          </a:xfrm>
          <a:prstGeom prst="rect">
            <a:avLst/>
          </a:prstGeom>
          <a:solidFill>
            <a:srgbClr val="FFFFFF"/>
          </a:solidFill>
          <a:ln w="6350">
            <a:solidFill>
              <a:srgbClr val="E0E0E0"/>
            </a:solidFill>
            <a:prstDash val="solid"/>
          </a:ln>
        </p:spPr>
      </p:sp>
      <p:sp>
        <p:nvSpPr>
          <p:cNvPr id="41" name="Text 39"/>
          <p:cNvSpPr/>
          <p:nvPr/>
        </p:nvSpPr>
        <p:spPr>
          <a:xfrm>
            <a:off x="3340608" y="3523488"/>
            <a:ext cx="1402080" cy="414528"/>
          </a:xfrm>
          <a:prstGeom prst="rect">
            <a:avLst/>
          </a:prstGeom>
          <a:noFill/>
          <a:ln/>
        </p:spPr>
        <p:txBody>
          <a:bodyPr wrap="square" lIns="0" tIns="0" rIns="0" bIns="0" rtlCol="0" anchor="ctr"/>
          <a:lstStyle/>
          <a:p>
            <a:pPr algn="ctr"/>
            <a:r>
              <a:rPr lang="en-US" sz="1267" i="1" dirty="0">
                <a:solidFill>
                  <a:srgbClr val="0A9396"/>
                </a:solidFill>
                <a:latin typeface="Calibri" pitchFamily="34" charset="0"/>
                <a:ea typeface="Calibri" pitchFamily="34" charset="-122"/>
                <a:cs typeface="Calibri" pitchFamily="34" charset="-120"/>
              </a:rPr>
              <a:t>depends on</a:t>
            </a:r>
            <a:endParaRPr lang="en-US" sz="1267" dirty="0"/>
          </a:p>
        </p:txBody>
      </p:sp>
      <p:sp>
        <p:nvSpPr>
          <p:cNvPr id="42" name="Shape 40"/>
          <p:cNvSpPr/>
          <p:nvPr/>
        </p:nvSpPr>
        <p:spPr>
          <a:xfrm>
            <a:off x="4791456" y="3450336"/>
            <a:ext cx="2682240" cy="560832"/>
          </a:xfrm>
          <a:prstGeom prst="rect">
            <a:avLst/>
          </a:prstGeom>
          <a:solidFill>
            <a:srgbClr val="FFFFFF"/>
          </a:solidFill>
          <a:ln w="6350">
            <a:solidFill>
              <a:srgbClr val="E0E0E0"/>
            </a:solidFill>
            <a:prstDash val="solid"/>
          </a:ln>
        </p:spPr>
      </p:sp>
      <p:sp>
        <p:nvSpPr>
          <p:cNvPr id="43" name="Text 41"/>
          <p:cNvSpPr/>
          <p:nvPr/>
        </p:nvSpPr>
        <p:spPr>
          <a:xfrm>
            <a:off x="4888992" y="3523488"/>
            <a:ext cx="2487168" cy="414528"/>
          </a:xfrm>
          <a:prstGeom prst="rect">
            <a:avLst/>
          </a:prstGeom>
          <a:noFill/>
          <a:ln/>
        </p:spPr>
        <p:txBody>
          <a:bodyPr wrap="square" lIns="0" tIns="0" rIns="0" bIns="0" rtlCol="0" anchor="ctr"/>
          <a:lstStyle/>
          <a:p>
            <a:r>
              <a:rPr lang="en-US" sz="1400" b="1" dirty="0">
                <a:solidFill>
                  <a:srgbClr val="005F73"/>
                </a:solidFill>
                <a:latin typeface="Calibri" pitchFamily="34" charset="0"/>
                <a:ea typeface="Calibri" pitchFamily="34" charset="-122"/>
                <a:cs typeface="Calibri" pitchFamily="34" charset="-120"/>
              </a:rPr>
              <a:t>Data Architecture</a:t>
            </a:r>
            <a:endParaRPr lang="en-US" sz="1400" dirty="0"/>
          </a:p>
        </p:txBody>
      </p:sp>
      <p:sp>
        <p:nvSpPr>
          <p:cNvPr id="44" name="Shape 42"/>
          <p:cNvSpPr/>
          <p:nvPr/>
        </p:nvSpPr>
        <p:spPr>
          <a:xfrm>
            <a:off x="7522464" y="3450336"/>
            <a:ext cx="4059936" cy="560832"/>
          </a:xfrm>
          <a:prstGeom prst="rect">
            <a:avLst/>
          </a:prstGeom>
          <a:solidFill>
            <a:srgbClr val="FFFFFF"/>
          </a:solidFill>
          <a:ln w="6350">
            <a:solidFill>
              <a:srgbClr val="E0E0E0"/>
            </a:solidFill>
            <a:prstDash val="solid"/>
          </a:ln>
        </p:spPr>
      </p:sp>
      <p:sp>
        <p:nvSpPr>
          <p:cNvPr id="45" name="Text 43"/>
          <p:cNvSpPr/>
          <p:nvPr/>
        </p:nvSpPr>
        <p:spPr>
          <a:xfrm>
            <a:off x="7620000" y="3499104"/>
            <a:ext cx="3864864" cy="463296"/>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Analytical systems must be built on a coherent architectural blueprint to produce consistent results.</a:t>
            </a:r>
            <a:endParaRPr lang="en-US" sz="1267" dirty="0"/>
          </a:p>
        </p:txBody>
      </p:sp>
      <p:sp>
        <p:nvSpPr>
          <p:cNvPr id="46" name="Shape 44"/>
          <p:cNvSpPr/>
          <p:nvPr/>
        </p:nvSpPr>
        <p:spPr>
          <a:xfrm>
            <a:off x="609600" y="4059936"/>
            <a:ext cx="2682240" cy="560832"/>
          </a:xfrm>
          <a:prstGeom prst="rect">
            <a:avLst/>
          </a:prstGeom>
          <a:solidFill>
            <a:srgbClr val="F4F6FC"/>
          </a:solidFill>
          <a:ln w="6350">
            <a:solidFill>
              <a:srgbClr val="E0E0E0"/>
            </a:solidFill>
            <a:prstDash val="solid"/>
          </a:ln>
        </p:spPr>
      </p:sp>
      <p:sp>
        <p:nvSpPr>
          <p:cNvPr id="47" name="Text 45"/>
          <p:cNvSpPr/>
          <p:nvPr/>
        </p:nvSpPr>
        <p:spPr>
          <a:xfrm>
            <a:off x="707136" y="4133088"/>
            <a:ext cx="2487168" cy="414528"/>
          </a:xfrm>
          <a:prstGeom prst="rect">
            <a:avLst/>
          </a:prstGeom>
          <a:noFill/>
          <a:ln/>
        </p:spPr>
        <p:txBody>
          <a:bodyPr wrap="square" lIns="0" tIns="0" rIns="0" bIns="0" rtlCol="0" anchor="ctr"/>
          <a:lstStyle/>
          <a:p>
            <a:r>
              <a:rPr lang="en-US" sz="1400" b="1" dirty="0">
                <a:solidFill>
                  <a:srgbClr val="0D1B4B"/>
                </a:solidFill>
                <a:latin typeface="Calibri" pitchFamily="34" charset="0"/>
                <a:ea typeface="Calibri" pitchFamily="34" charset="-122"/>
                <a:cs typeface="Calibri" pitchFamily="34" charset="-120"/>
              </a:rPr>
              <a:t>Data Integration</a:t>
            </a:r>
            <a:endParaRPr lang="en-US" sz="1400" dirty="0"/>
          </a:p>
        </p:txBody>
      </p:sp>
      <p:sp>
        <p:nvSpPr>
          <p:cNvPr id="48" name="Shape 46"/>
          <p:cNvSpPr/>
          <p:nvPr/>
        </p:nvSpPr>
        <p:spPr>
          <a:xfrm>
            <a:off x="3340608" y="4059936"/>
            <a:ext cx="1402080" cy="560832"/>
          </a:xfrm>
          <a:prstGeom prst="rect">
            <a:avLst/>
          </a:prstGeom>
          <a:solidFill>
            <a:srgbClr val="F4F6FC"/>
          </a:solidFill>
          <a:ln w="6350">
            <a:solidFill>
              <a:srgbClr val="E0E0E0"/>
            </a:solidFill>
            <a:prstDash val="solid"/>
          </a:ln>
        </p:spPr>
      </p:sp>
      <p:sp>
        <p:nvSpPr>
          <p:cNvPr id="49" name="Text 47"/>
          <p:cNvSpPr/>
          <p:nvPr/>
        </p:nvSpPr>
        <p:spPr>
          <a:xfrm>
            <a:off x="3340608" y="4133088"/>
            <a:ext cx="1402080" cy="414528"/>
          </a:xfrm>
          <a:prstGeom prst="rect">
            <a:avLst/>
          </a:prstGeom>
          <a:noFill/>
          <a:ln/>
        </p:spPr>
        <p:txBody>
          <a:bodyPr wrap="square" lIns="0" tIns="0" rIns="0" bIns="0" rtlCol="0" anchor="ctr"/>
          <a:lstStyle/>
          <a:p>
            <a:pPr algn="ctr"/>
            <a:r>
              <a:rPr lang="en-US" sz="1267" i="1" dirty="0">
                <a:solidFill>
                  <a:srgbClr val="0A9396"/>
                </a:solidFill>
                <a:latin typeface="Calibri" pitchFamily="34" charset="0"/>
                <a:ea typeface="Calibri" pitchFamily="34" charset="-122"/>
                <a:cs typeface="Calibri" pitchFamily="34" charset="-120"/>
              </a:rPr>
              <a:t>produces</a:t>
            </a:r>
            <a:endParaRPr lang="en-US" sz="1267" dirty="0"/>
          </a:p>
        </p:txBody>
      </p:sp>
      <p:sp>
        <p:nvSpPr>
          <p:cNvPr id="50" name="Shape 48"/>
          <p:cNvSpPr/>
          <p:nvPr/>
        </p:nvSpPr>
        <p:spPr>
          <a:xfrm>
            <a:off x="4791456" y="4059936"/>
            <a:ext cx="2682240" cy="560832"/>
          </a:xfrm>
          <a:prstGeom prst="rect">
            <a:avLst/>
          </a:prstGeom>
          <a:solidFill>
            <a:srgbClr val="F4F6FC"/>
          </a:solidFill>
          <a:ln w="6350">
            <a:solidFill>
              <a:srgbClr val="E0E0E0"/>
            </a:solidFill>
            <a:prstDash val="solid"/>
          </a:ln>
        </p:spPr>
      </p:sp>
      <p:sp>
        <p:nvSpPr>
          <p:cNvPr id="51" name="Text 49"/>
          <p:cNvSpPr/>
          <p:nvPr/>
        </p:nvSpPr>
        <p:spPr>
          <a:xfrm>
            <a:off x="4888992" y="4133088"/>
            <a:ext cx="2487168" cy="414528"/>
          </a:xfrm>
          <a:prstGeom prst="rect">
            <a:avLst/>
          </a:prstGeom>
          <a:noFill/>
          <a:ln/>
        </p:spPr>
        <p:txBody>
          <a:bodyPr wrap="square" lIns="0" tIns="0" rIns="0" bIns="0" rtlCol="0" anchor="ctr"/>
          <a:lstStyle/>
          <a:p>
            <a:r>
              <a:rPr lang="en-US" sz="1400" b="1" dirty="0">
                <a:solidFill>
                  <a:srgbClr val="005F73"/>
                </a:solidFill>
                <a:latin typeface="Calibri" pitchFamily="34" charset="0"/>
                <a:ea typeface="Calibri" pitchFamily="34" charset="-122"/>
                <a:cs typeface="Calibri" pitchFamily="34" charset="-120"/>
              </a:rPr>
              <a:t>Metadata (Lineage)</a:t>
            </a:r>
            <a:endParaRPr lang="en-US" sz="1400" dirty="0"/>
          </a:p>
        </p:txBody>
      </p:sp>
      <p:sp>
        <p:nvSpPr>
          <p:cNvPr id="52" name="Shape 50"/>
          <p:cNvSpPr/>
          <p:nvPr/>
        </p:nvSpPr>
        <p:spPr>
          <a:xfrm>
            <a:off x="7522464" y="4059936"/>
            <a:ext cx="4059936" cy="560832"/>
          </a:xfrm>
          <a:prstGeom prst="rect">
            <a:avLst/>
          </a:prstGeom>
          <a:solidFill>
            <a:srgbClr val="F4F6FC"/>
          </a:solidFill>
          <a:ln w="6350">
            <a:solidFill>
              <a:srgbClr val="E0E0E0"/>
            </a:solidFill>
            <a:prstDash val="solid"/>
          </a:ln>
        </p:spPr>
      </p:sp>
      <p:sp>
        <p:nvSpPr>
          <p:cNvPr id="53" name="Text 51"/>
          <p:cNvSpPr/>
          <p:nvPr/>
        </p:nvSpPr>
        <p:spPr>
          <a:xfrm>
            <a:off x="7620000" y="4108704"/>
            <a:ext cx="3864864" cy="463296"/>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Every integration pipeline generates provenance metadata — where data came from and how it was transformed.</a:t>
            </a:r>
            <a:endParaRPr lang="en-US" sz="1267" dirty="0"/>
          </a:p>
        </p:txBody>
      </p:sp>
      <p:sp>
        <p:nvSpPr>
          <p:cNvPr id="54" name="Shape 52"/>
          <p:cNvSpPr/>
          <p:nvPr/>
        </p:nvSpPr>
        <p:spPr>
          <a:xfrm>
            <a:off x="609600" y="4669536"/>
            <a:ext cx="2682240" cy="560832"/>
          </a:xfrm>
          <a:prstGeom prst="rect">
            <a:avLst/>
          </a:prstGeom>
          <a:solidFill>
            <a:srgbClr val="FFFFFF"/>
          </a:solidFill>
          <a:ln w="6350">
            <a:solidFill>
              <a:srgbClr val="E0E0E0"/>
            </a:solidFill>
            <a:prstDash val="solid"/>
          </a:ln>
        </p:spPr>
      </p:sp>
      <p:sp>
        <p:nvSpPr>
          <p:cNvPr id="55" name="Text 53"/>
          <p:cNvSpPr/>
          <p:nvPr/>
        </p:nvSpPr>
        <p:spPr>
          <a:xfrm>
            <a:off x="707136" y="4742688"/>
            <a:ext cx="2487168" cy="414528"/>
          </a:xfrm>
          <a:prstGeom prst="rect">
            <a:avLst/>
          </a:prstGeom>
          <a:noFill/>
          <a:ln/>
        </p:spPr>
        <p:txBody>
          <a:bodyPr wrap="square" lIns="0" tIns="0" rIns="0" bIns="0" rtlCol="0" anchor="ctr"/>
          <a:lstStyle/>
          <a:p>
            <a:r>
              <a:rPr lang="en-US" sz="1400" b="1" dirty="0">
                <a:solidFill>
                  <a:srgbClr val="0D1B4B"/>
                </a:solidFill>
                <a:latin typeface="Calibri" pitchFamily="34" charset="0"/>
                <a:ea typeface="Calibri" pitchFamily="34" charset="-122"/>
                <a:cs typeface="Calibri" pitchFamily="34" charset="-120"/>
              </a:rPr>
              <a:t>Reference Data</a:t>
            </a:r>
            <a:endParaRPr lang="en-US" sz="1400" dirty="0"/>
          </a:p>
        </p:txBody>
      </p:sp>
      <p:sp>
        <p:nvSpPr>
          <p:cNvPr id="56" name="Shape 54"/>
          <p:cNvSpPr/>
          <p:nvPr/>
        </p:nvSpPr>
        <p:spPr>
          <a:xfrm>
            <a:off x="3340608" y="4669536"/>
            <a:ext cx="1402080" cy="560832"/>
          </a:xfrm>
          <a:prstGeom prst="rect">
            <a:avLst/>
          </a:prstGeom>
          <a:solidFill>
            <a:srgbClr val="FFFFFF"/>
          </a:solidFill>
          <a:ln w="6350">
            <a:solidFill>
              <a:srgbClr val="E0E0E0"/>
            </a:solidFill>
            <a:prstDash val="solid"/>
          </a:ln>
        </p:spPr>
      </p:sp>
      <p:sp>
        <p:nvSpPr>
          <p:cNvPr id="57" name="Text 55"/>
          <p:cNvSpPr/>
          <p:nvPr/>
        </p:nvSpPr>
        <p:spPr>
          <a:xfrm>
            <a:off x="3340608" y="4742688"/>
            <a:ext cx="1402080" cy="414528"/>
          </a:xfrm>
          <a:prstGeom prst="rect">
            <a:avLst/>
          </a:prstGeom>
          <a:noFill/>
          <a:ln/>
        </p:spPr>
        <p:txBody>
          <a:bodyPr wrap="square" lIns="0" tIns="0" rIns="0" bIns="0" rtlCol="0" anchor="ctr"/>
          <a:lstStyle/>
          <a:p>
            <a:pPr algn="ctr"/>
            <a:r>
              <a:rPr lang="en-US" sz="1267" i="1" dirty="0">
                <a:solidFill>
                  <a:srgbClr val="0A9396"/>
                </a:solidFill>
                <a:latin typeface="Calibri" pitchFamily="34" charset="0"/>
                <a:ea typeface="Calibri" pitchFamily="34" charset="-122"/>
                <a:cs typeface="Calibri" pitchFamily="34" charset="-120"/>
              </a:rPr>
              <a:t>supports</a:t>
            </a:r>
            <a:endParaRPr lang="en-US" sz="1267" dirty="0"/>
          </a:p>
        </p:txBody>
      </p:sp>
      <p:sp>
        <p:nvSpPr>
          <p:cNvPr id="58" name="Shape 56"/>
          <p:cNvSpPr/>
          <p:nvPr/>
        </p:nvSpPr>
        <p:spPr>
          <a:xfrm>
            <a:off x="4791456" y="4669536"/>
            <a:ext cx="2682240" cy="560832"/>
          </a:xfrm>
          <a:prstGeom prst="rect">
            <a:avLst/>
          </a:prstGeom>
          <a:solidFill>
            <a:srgbClr val="FFFFFF"/>
          </a:solidFill>
          <a:ln w="6350">
            <a:solidFill>
              <a:srgbClr val="E0E0E0"/>
            </a:solidFill>
            <a:prstDash val="solid"/>
          </a:ln>
        </p:spPr>
      </p:sp>
      <p:sp>
        <p:nvSpPr>
          <p:cNvPr id="59" name="Text 57"/>
          <p:cNvSpPr/>
          <p:nvPr/>
        </p:nvSpPr>
        <p:spPr>
          <a:xfrm>
            <a:off x="4888992" y="4742688"/>
            <a:ext cx="2487168" cy="414528"/>
          </a:xfrm>
          <a:prstGeom prst="rect">
            <a:avLst/>
          </a:prstGeom>
          <a:noFill/>
          <a:ln/>
        </p:spPr>
        <p:txBody>
          <a:bodyPr wrap="square" lIns="0" tIns="0" rIns="0" bIns="0" rtlCol="0" anchor="ctr"/>
          <a:lstStyle/>
          <a:p>
            <a:r>
              <a:rPr lang="en-US" sz="1400" b="1" dirty="0">
                <a:solidFill>
                  <a:srgbClr val="005F73"/>
                </a:solidFill>
                <a:latin typeface="Calibri" pitchFamily="34" charset="0"/>
                <a:ea typeface="Calibri" pitchFamily="34" charset="-122"/>
                <a:cs typeface="Calibri" pitchFamily="34" charset="-120"/>
              </a:rPr>
              <a:t>Data Quality</a:t>
            </a:r>
            <a:endParaRPr lang="en-US" sz="1400" dirty="0"/>
          </a:p>
        </p:txBody>
      </p:sp>
      <p:sp>
        <p:nvSpPr>
          <p:cNvPr id="60" name="Shape 58"/>
          <p:cNvSpPr/>
          <p:nvPr/>
        </p:nvSpPr>
        <p:spPr>
          <a:xfrm>
            <a:off x="7522464" y="4669536"/>
            <a:ext cx="4059936" cy="560832"/>
          </a:xfrm>
          <a:prstGeom prst="rect">
            <a:avLst/>
          </a:prstGeom>
          <a:solidFill>
            <a:srgbClr val="FFFFFF"/>
          </a:solidFill>
          <a:ln w="6350">
            <a:solidFill>
              <a:srgbClr val="E0E0E0"/>
            </a:solidFill>
            <a:prstDash val="solid"/>
          </a:ln>
        </p:spPr>
      </p:sp>
      <p:sp>
        <p:nvSpPr>
          <p:cNvPr id="61" name="Text 59"/>
          <p:cNvSpPr/>
          <p:nvPr/>
        </p:nvSpPr>
        <p:spPr>
          <a:xfrm>
            <a:off x="7620000" y="4718304"/>
            <a:ext cx="3864864" cy="463296"/>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Master data definitions provide the reference values that quality rules use to validate data completeness and validity.</a:t>
            </a:r>
            <a:endParaRPr lang="en-US" sz="1267" dirty="0"/>
          </a:p>
        </p:txBody>
      </p:sp>
      <p:sp>
        <p:nvSpPr>
          <p:cNvPr id="62" name="Shape 60"/>
          <p:cNvSpPr/>
          <p:nvPr/>
        </p:nvSpPr>
        <p:spPr>
          <a:xfrm>
            <a:off x="609600" y="5279136"/>
            <a:ext cx="2682240" cy="560832"/>
          </a:xfrm>
          <a:prstGeom prst="rect">
            <a:avLst/>
          </a:prstGeom>
          <a:solidFill>
            <a:srgbClr val="F4F6FC"/>
          </a:solidFill>
          <a:ln w="6350">
            <a:solidFill>
              <a:srgbClr val="E0E0E0"/>
            </a:solidFill>
            <a:prstDash val="solid"/>
          </a:ln>
        </p:spPr>
      </p:sp>
      <p:sp>
        <p:nvSpPr>
          <p:cNvPr id="63" name="Text 61"/>
          <p:cNvSpPr/>
          <p:nvPr/>
        </p:nvSpPr>
        <p:spPr>
          <a:xfrm>
            <a:off x="707136" y="5352288"/>
            <a:ext cx="2487168" cy="414528"/>
          </a:xfrm>
          <a:prstGeom prst="rect">
            <a:avLst/>
          </a:prstGeom>
          <a:noFill/>
          <a:ln/>
        </p:spPr>
        <p:txBody>
          <a:bodyPr wrap="square" lIns="0" tIns="0" rIns="0" bIns="0" rtlCol="0" anchor="ctr"/>
          <a:lstStyle/>
          <a:p>
            <a:r>
              <a:rPr lang="en-US" sz="1400" b="1" dirty="0">
                <a:solidFill>
                  <a:srgbClr val="0D1B4B"/>
                </a:solidFill>
                <a:latin typeface="Calibri" pitchFamily="34" charset="0"/>
                <a:ea typeface="Calibri" pitchFamily="34" charset="-122"/>
                <a:cs typeface="Calibri" pitchFamily="34" charset="-120"/>
              </a:rPr>
              <a:t>Data Architecture</a:t>
            </a:r>
            <a:endParaRPr lang="en-US" sz="1400" dirty="0"/>
          </a:p>
        </p:txBody>
      </p:sp>
      <p:sp>
        <p:nvSpPr>
          <p:cNvPr id="64" name="Shape 62"/>
          <p:cNvSpPr/>
          <p:nvPr/>
        </p:nvSpPr>
        <p:spPr>
          <a:xfrm>
            <a:off x="3340608" y="5279136"/>
            <a:ext cx="1402080" cy="560832"/>
          </a:xfrm>
          <a:prstGeom prst="rect">
            <a:avLst/>
          </a:prstGeom>
          <a:solidFill>
            <a:srgbClr val="F4F6FC"/>
          </a:solidFill>
          <a:ln w="6350">
            <a:solidFill>
              <a:srgbClr val="E0E0E0"/>
            </a:solidFill>
            <a:prstDash val="solid"/>
          </a:ln>
        </p:spPr>
      </p:sp>
      <p:sp>
        <p:nvSpPr>
          <p:cNvPr id="65" name="Text 63"/>
          <p:cNvSpPr/>
          <p:nvPr/>
        </p:nvSpPr>
        <p:spPr>
          <a:xfrm>
            <a:off x="3340608" y="5352288"/>
            <a:ext cx="1402080" cy="414528"/>
          </a:xfrm>
          <a:prstGeom prst="rect">
            <a:avLst/>
          </a:prstGeom>
          <a:noFill/>
          <a:ln/>
        </p:spPr>
        <p:txBody>
          <a:bodyPr wrap="square" lIns="0" tIns="0" rIns="0" bIns="0" rtlCol="0" anchor="ctr"/>
          <a:lstStyle/>
          <a:p>
            <a:pPr algn="ctr"/>
            <a:r>
              <a:rPr lang="en-US" sz="1267" i="1" dirty="0">
                <a:solidFill>
                  <a:srgbClr val="0A9396"/>
                </a:solidFill>
                <a:latin typeface="Calibri" pitchFamily="34" charset="0"/>
                <a:ea typeface="Calibri" pitchFamily="34" charset="-122"/>
                <a:cs typeface="Calibri" pitchFamily="34" charset="-120"/>
              </a:rPr>
              <a:t>guides</a:t>
            </a:r>
            <a:endParaRPr lang="en-US" sz="1267" dirty="0"/>
          </a:p>
        </p:txBody>
      </p:sp>
      <p:sp>
        <p:nvSpPr>
          <p:cNvPr id="66" name="Shape 64"/>
          <p:cNvSpPr/>
          <p:nvPr/>
        </p:nvSpPr>
        <p:spPr>
          <a:xfrm>
            <a:off x="4791456" y="5279136"/>
            <a:ext cx="2682240" cy="560832"/>
          </a:xfrm>
          <a:prstGeom prst="rect">
            <a:avLst/>
          </a:prstGeom>
          <a:solidFill>
            <a:srgbClr val="F4F6FC"/>
          </a:solidFill>
          <a:ln w="6350">
            <a:solidFill>
              <a:srgbClr val="E0E0E0"/>
            </a:solidFill>
            <a:prstDash val="solid"/>
          </a:ln>
        </p:spPr>
      </p:sp>
      <p:sp>
        <p:nvSpPr>
          <p:cNvPr id="67" name="Text 65"/>
          <p:cNvSpPr/>
          <p:nvPr/>
        </p:nvSpPr>
        <p:spPr>
          <a:xfrm>
            <a:off x="4888992" y="5352288"/>
            <a:ext cx="2487168" cy="414528"/>
          </a:xfrm>
          <a:prstGeom prst="rect">
            <a:avLst/>
          </a:prstGeom>
          <a:noFill/>
          <a:ln/>
        </p:spPr>
        <p:txBody>
          <a:bodyPr wrap="square" lIns="0" tIns="0" rIns="0" bIns="0" rtlCol="0" anchor="ctr"/>
          <a:lstStyle/>
          <a:p>
            <a:r>
              <a:rPr lang="en-US" sz="1400" b="1" dirty="0">
                <a:solidFill>
                  <a:srgbClr val="005F73"/>
                </a:solidFill>
                <a:latin typeface="Calibri" pitchFamily="34" charset="0"/>
                <a:ea typeface="Calibri" pitchFamily="34" charset="-122"/>
                <a:cs typeface="Calibri" pitchFamily="34" charset="-120"/>
              </a:rPr>
              <a:t>Data Modeling</a:t>
            </a:r>
            <a:endParaRPr lang="en-US" sz="1400" dirty="0"/>
          </a:p>
        </p:txBody>
      </p:sp>
      <p:sp>
        <p:nvSpPr>
          <p:cNvPr id="68" name="Shape 66"/>
          <p:cNvSpPr/>
          <p:nvPr/>
        </p:nvSpPr>
        <p:spPr>
          <a:xfrm>
            <a:off x="7522464" y="5279136"/>
            <a:ext cx="4059936" cy="560832"/>
          </a:xfrm>
          <a:prstGeom prst="rect">
            <a:avLst/>
          </a:prstGeom>
          <a:solidFill>
            <a:srgbClr val="F4F6FC"/>
          </a:solidFill>
          <a:ln w="6350">
            <a:solidFill>
              <a:srgbClr val="E0E0E0"/>
            </a:solidFill>
            <a:prstDash val="solid"/>
          </a:ln>
        </p:spPr>
      </p:sp>
      <p:sp>
        <p:nvSpPr>
          <p:cNvPr id="69" name="Text 67"/>
          <p:cNvSpPr/>
          <p:nvPr/>
        </p:nvSpPr>
        <p:spPr>
          <a:xfrm>
            <a:off x="7620000" y="5327904"/>
            <a:ext cx="3864864" cy="463296"/>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Architecture sets the structural framework; modeling implements specific data structures within that framework.</a:t>
            </a:r>
            <a:endParaRPr lang="en-US" sz="1267" dirty="0"/>
          </a:p>
        </p:txBody>
      </p:sp>
      <p:sp>
        <p:nvSpPr>
          <p:cNvPr id="70" name="Shape 68"/>
          <p:cNvSpPr/>
          <p:nvPr/>
        </p:nvSpPr>
        <p:spPr>
          <a:xfrm>
            <a:off x="609600" y="5888736"/>
            <a:ext cx="2682240" cy="560832"/>
          </a:xfrm>
          <a:prstGeom prst="rect">
            <a:avLst/>
          </a:prstGeom>
          <a:solidFill>
            <a:srgbClr val="FFFFFF"/>
          </a:solidFill>
          <a:ln w="6350">
            <a:solidFill>
              <a:srgbClr val="E0E0E0"/>
            </a:solidFill>
            <a:prstDash val="solid"/>
          </a:ln>
        </p:spPr>
      </p:sp>
      <p:sp>
        <p:nvSpPr>
          <p:cNvPr id="71" name="Text 69"/>
          <p:cNvSpPr/>
          <p:nvPr/>
        </p:nvSpPr>
        <p:spPr>
          <a:xfrm>
            <a:off x="707136" y="5961888"/>
            <a:ext cx="2487168" cy="414528"/>
          </a:xfrm>
          <a:prstGeom prst="rect">
            <a:avLst/>
          </a:prstGeom>
          <a:noFill/>
          <a:ln/>
        </p:spPr>
        <p:txBody>
          <a:bodyPr wrap="square" lIns="0" tIns="0" rIns="0" bIns="0" rtlCol="0" anchor="ctr"/>
          <a:lstStyle/>
          <a:p>
            <a:r>
              <a:rPr lang="en-US" sz="1400" b="1" dirty="0">
                <a:solidFill>
                  <a:srgbClr val="0D1B4B"/>
                </a:solidFill>
                <a:latin typeface="Calibri" pitchFamily="34" charset="0"/>
                <a:ea typeface="Calibri" pitchFamily="34" charset="-122"/>
                <a:cs typeface="Calibri" pitchFamily="34" charset="-120"/>
              </a:rPr>
              <a:t>Data Governance</a:t>
            </a:r>
            <a:endParaRPr lang="en-US" sz="1400" dirty="0"/>
          </a:p>
        </p:txBody>
      </p:sp>
      <p:sp>
        <p:nvSpPr>
          <p:cNvPr id="72" name="Shape 70"/>
          <p:cNvSpPr/>
          <p:nvPr/>
        </p:nvSpPr>
        <p:spPr>
          <a:xfrm>
            <a:off x="3340608" y="5888736"/>
            <a:ext cx="1402080" cy="560832"/>
          </a:xfrm>
          <a:prstGeom prst="rect">
            <a:avLst/>
          </a:prstGeom>
          <a:solidFill>
            <a:srgbClr val="FFFFFF"/>
          </a:solidFill>
          <a:ln w="6350">
            <a:solidFill>
              <a:srgbClr val="E0E0E0"/>
            </a:solidFill>
            <a:prstDash val="solid"/>
          </a:ln>
        </p:spPr>
      </p:sp>
      <p:sp>
        <p:nvSpPr>
          <p:cNvPr id="73" name="Text 71"/>
          <p:cNvSpPr/>
          <p:nvPr/>
        </p:nvSpPr>
        <p:spPr>
          <a:xfrm>
            <a:off x="3340608" y="5961888"/>
            <a:ext cx="1402080" cy="414528"/>
          </a:xfrm>
          <a:prstGeom prst="rect">
            <a:avLst/>
          </a:prstGeom>
          <a:noFill/>
          <a:ln/>
        </p:spPr>
        <p:txBody>
          <a:bodyPr wrap="square" lIns="0" tIns="0" rIns="0" bIns="0" rtlCol="0" anchor="ctr"/>
          <a:lstStyle/>
          <a:p>
            <a:pPr algn="ctr"/>
            <a:r>
              <a:rPr lang="en-US" sz="1267" i="1" dirty="0">
                <a:solidFill>
                  <a:srgbClr val="0A9396"/>
                </a:solidFill>
                <a:latin typeface="Calibri" pitchFamily="34" charset="0"/>
                <a:ea typeface="Calibri" pitchFamily="34" charset="-122"/>
                <a:cs typeface="Calibri" pitchFamily="34" charset="-120"/>
              </a:rPr>
              <a:t>coordinates</a:t>
            </a:r>
            <a:endParaRPr lang="en-US" sz="1267" dirty="0"/>
          </a:p>
        </p:txBody>
      </p:sp>
      <p:sp>
        <p:nvSpPr>
          <p:cNvPr id="74" name="Shape 72"/>
          <p:cNvSpPr/>
          <p:nvPr/>
        </p:nvSpPr>
        <p:spPr>
          <a:xfrm>
            <a:off x="4791456" y="5888736"/>
            <a:ext cx="2682240" cy="560832"/>
          </a:xfrm>
          <a:prstGeom prst="rect">
            <a:avLst/>
          </a:prstGeom>
          <a:solidFill>
            <a:srgbClr val="FFFFFF"/>
          </a:solidFill>
          <a:ln w="6350">
            <a:solidFill>
              <a:srgbClr val="E0E0E0"/>
            </a:solidFill>
            <a:prstDash val="solid"/>
          </a:ln>
        </p:spPr>
      </p:sp>
      <p:sp>
        <p:nvSpPr>
          <p:cNvPr id="75" name="Text 73"/>
          <p:cNvSpPr/>
          <p:nvPr/>
        </p:nvSpPr>
        <p:spPr>
          <a:xfrm>
            <a:off x="4888992" y="5961888"/>
            <a:ext cx="2487168" cy="414528"/>
          </a:xfrm>
          <a:prstGeom prst="rect">
            <a:avLst/>
          </a:prstGeom>
          <a:noFill/>
          <a:ln/>
        </p:spPr>
        <p:txBody>
          <a:bodyPr wrap="square" lIns="0" tIns="0" rIns="0" bIns="0" rtlCol="0" anchor="ctr"/>
          <a:lstStyle/>
          <a:p>
            <a:r>
              <a:rPr lang="en-US" sz="1400" b="1" dirty="0">
                <a:solidFill>
                  <a:srgbClr val="005F73"/>
                </a:solidFill>
                <a:latin typeface="Calibri" pitchFamily="34" charset="0"/>
                <a:ea typeface="Calibri" pitchFamily="34" charset="-122"/>
                <a:cs typeface="Calibri" pitchFamily="34" charset="-120"/>
              </a:rPr>
              <a:t>All 10 areas</a:t>
            </a:r>
            <a:endParaRPr lang="en-US" sz="1400" dirty="0"/>
          </a:p>
        </p:txBody>
      </p:sp>
      <p:sp>
        <p:nvSpPr>
          <p:cNvPr id="76" name="Shape 74"/>
          <p:cNvSpPr/>
          <p:nvPr/>
        </p:nvSpPr>
        <p:spPr>
          <a:xfrm>
            <a:off x="7522464" y="5888736"/>
            <a:ext cx="4059936" cy="560832"/>
          </a:xfrm>
          <a:prstGeom prst="rect">
            <a:avLst/>
          </a:prstGeom>
          <a:solidFill>
            <a:srgbClr val="FFFFFF"/>
          </a:solidFill>
          <a:ln w="6350">
            <a:solidFill>
              <a:srgbClr val="E0E0E0"/>
            </a:solidFill>
            <a:prstDash val="solid"/>
          </a:ln>
        </p:spPr>
      </p:sp>
      <p:sp>
        <p:nvSpPr>
          <p:cNvPr id="77" name="Text 75"/>
          <p:cNvSpPr/>
          <p:nvPr/>
        </p:nvSpPr>
        <p:spPr>
          <a:xfrm>
            <a:off x="7620000" y="5937504"/>
            <a:ext cx="3864864" cy="463296"/>
          </a:xfrm>
          <a:prstGeom prst="rect">
            <a:avLst/>
          </a:prstGeom>
          <a:noFill/>
          <a:ln/>
        </p:spPr>
        <p:txBody>
          <a:bodyPr wrap="square" lIns="0" tIns="0" rIns="0" bIns="0" rtlCol="0" anchor="ctr"/>
          <a:lstStyle/>
          <a:p>
            <a:r>
              <a:rPr lang="en-US" sz="1267" dirty="0">
                <a:solidFill>
                  <a:srgbClr val="333333"/>
                </a:solidFill>
                <a:latin typeface="Calibri" pitchFamily="34" charset="0"/>
                <a:ea typeface="Calibri" pitchFamily="34" charset="-122"/>
                <a:cs typeface="Calibri" pitchFamily="34" charset="-120"/>
              </a:rPr>
              <a:t>Governance provides the decision rights, policies, and accountability that make all other areas coherent and consistent.</a:t>
            </a:r>
            <a:endParaRPr lang="en-US" sz="1267"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DF414-37CC-4D79-8C81-7E3139EE363D}"/>
              </a:ext>
            </a:extLst>
          </p:cNvPr>
          <p:cNvSpPr>
            <a:spLocks noGrp="1"/>
          </p:cNvSpPr>
          <p:nvPr>
            <p:ph type="title"/>
          </p:nvPr>
        </p:nvSpPr>
        <p:spPr/>
        <p:txBody>
          <a:bodyPr/>
          <a:lstStyle/>
          <a:p>
            <a:r>
              <a:rPr lang="en-ID" dirty="0"/>
              <a:t>In Groups</a:t>
            </a:r>
          </a:p>
        </p:txBody>
      </p:sp>
      <p:sp>
        <p:nvSpPr>
          <p:cNvPr id="3" name="Slide Number Placeholder 2">
            <a:extLst>
              <a:ext uri="{FF2B5EF4-FFF2-40B4-BE49-F238E27FC236}">
                <a16:creationId xmlns:a16="http://schemas.microsoft.com/office/drawing/2014/main" id="{256C7BF9-28C4-40E4-A4F5-12F0EE5C6464}"/>
              </a:ext>
            </a:extLst>
          </p:cNvPr>
          <p:cNvSpPr>
            <a:spLocks noGrp="1"/>
          </p:cNvSpPr>
          <p:nvPr>
            <p:ph type="sldNum" sz="quarter" idx="12"/>
          </p:nvPr>
        </p:nvSpPr>
        <p:spPr/>
        <p:txBody>
          <a:bodyPr/>
          <a:lstStyle/>
          <a:p>
            <a:fld id="{8A7409E4-D43D-4036-AE02-5131D818BD5D}" type="slidenum">
              <a:rPr lang="en-US" smtClean="0"/>
              <a:pPr/>
              <a:t>49</a:t>
            </a:fld>
            <a:endParaRPr lang="en-US"/>
          </a:p>
        </p:txBody>
      </p:sp>
      <p:sp>
        <p:nvSpPr>
          <p:cNvPr id="4" name="Content Placeholder 3">
            <a:extLst>
              <a:ext uri="{FF2B5EF4-FFF2-40B4-BE49-F238E27FC236}">
                <a16:creationId xmlns:a16="http://schemas.microsoft.com/office/drawing/2014/main" id="{CFA13D9A-0025-43AF-AF2B-44B590795236}"/>
              </a:ext>
            </a:extLst>
          </p:cNvPr>
          <p:cNvSpPr>
            <a:spLocks noGrp="1"/>
          </p:cNvSpPr>
          <p:nvPr>
            <p:ph idx="1"/>
          </p:nvPr>
        </p:nvSpPr>
        <p:spPr/>
        <p:txBody>
          <a:bodyPr/>
          <a:lstStyle/>
          <a:p>
            <a:r>
              <a:rPr lang="en-ID" dirty="0"/>
              <a:t>Use AI or any assistant tools, evaluate </a:t>
            </a:r>
            <a:r>
              <a:rPr lang="en-ID" dirty="0" err="1"/>
              <a:t>Kemenkeu’s</a:t>
            </a:r>
            <a:r>
              <a:rPr lang="en-ID" dirty="0"/>
              <a:t> Data Governance with DAMA DMBOK</a:t>
            </a:r>
          </a:p>
          <a:p>
            <a:r>
              <a:rPr lang="en-ID" dirty="0"/>
              <a:t>Document your findings in slides</a:t>
            </a:r>
          </a:p>
        </p:txBody>
      </p:sp>
    </p:spTree>
    <p:extLst>
      <p:ext uri="{BB962C8B-B14F-4D97-AF65-F5344CB8AC3E}">
        <p14:creationId xmlns:p14="http://schemas.microsoft.com/office/powerpoint/2010/main" val="21226042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2">
      <a:majorFont>
        <a:latin typeface="Source Serif Pro Black"/>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1708</TotalTime>
  <Words>8652</Words>
  <Application>Microsoft Office PowerPoint</Application>
  <PresentationFormat>Widescreen</PresentationFormat>
  <Paragraphs>966</Paragraphs>
  <Slides>49</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49</vt:i4>
      </vt:variant>
    </vt:vector>
  </HeadingPairs>
  <TitlesOfParts>
    <vt:vector size="57" baseType="lpstr">
      <vt:lpstr>Arial</vt:lpstr>
      <vt:lpstr>Britannic Bold</vt:lpstr>
      <vt:lpstr>Calibri</vt:lpstr>
      <vt:lpstr>Cambria</vt:lpstr>
      <vt:lpstr>Monotype Corsiva</vt:lpstr>
      <vt:lpstr>Segoe UI</vt:lpstr>
      <vt:lpstr>Source Serif Pro Black</vt:lpstr>
      <vt:lpstr>Office Theme</vt:lpstr>
      <vt:lpstr>Navigating International Standards (GTAG)</vt:lpstr>
      <vt:lpstr>Class Recap</vt:lpstr>
      <vt:lpstr>Class Roadmap</vt:lpstr>
      <vt:lpstr>Covered So Far</vt:lpstr>
      <vt:lpstr>PowerPoint Presentation</vt:lpstr>
      <vt:lpstr>Intro</vt:lpstr>
      <vt:lpstr>Question</vt:lpstr>
      <vt:lpstr>GTAG by IIA</vt:lpstr>
      <vt:lpstr>PowerPoint Presentation</vt:lpstr>
      <vt:lpstr>PowerPoint Presentation</vt:lpstr>
      <vt:lpstr>GTAG in A Nutshell</vt:lpstr>
      <vt:lpstr>PowerPoint Presentation</vt:lpstr>
      <vt:lpstr>PowerPoint Presentation</vt:lpstr>
      <vt:lpstr>PowerPoint Presentation</vt:lpstr>
      <vt:lpstr>PowerPoint Presentation</vt:lpstr>
      <vt:lpstr>PowerPoint Presentation</vt:lpstr>
      <vt:lpstr>PowerPoint Presentation</vt:lpstr>
      <vt:lpstr>Auditing IT Governance and IT Management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Study: Audit Tata Kelola Data</vt:lpstr>
      <vt:lpstr>What Is DAMA DMBOK?</vt:lpstr>
      <vt:lpstr>The 11 Knowledge Areas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 Groups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Konsep dan Peran SI &amp; TI</dc:title>
  <dc:creator>Teuku Raja Irfan Radarma</dc:creator>
  <cp:lastModifiedBy>Teuku Raja Irfan Radarma</cp:lastModifiedBy>
  <cp:revision>26</cp:revision>
  <dcterms:created xsi:type="dcterms:W3CDTF">2023-09-18T04:21:25Z</dcterms:created>
  <dcterms:modified xsi:type="dcterms:W3CDTF">2026-07-05T16:46:49Z</dcterms:modified>
</cp:coreProperties>
</file>