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sldIdLst>
    <p:sldId id="262" r:id="rId2"/>
    <p:sldId id="260" r:id="rId3"/>
    <p:sldId id="463" r:id="rId4"/>
    <p:sldId id="304" r:id="rId5"/>
    <p:sldId id="263" r:id="rId6"/>
    <p:sldId id="264" r:id="rId7"/>
    <p:sldId id="306" r:id="rId8"/>
    <p:sldId id="310" r:id="rId9"/>
    <p:sldId id="416" r:id="rId10"/>
    <p:sldId id="417" r:id="rId11"/>
    <p:sldId id="418" r:id="rId12"/>
    <p:sldId id="359" r:id="rId13"/>
    <p:sldId id="363" r:id="rId14"/>
    <p:sldId id="419" r:id="rId15"/>
    <p:sldId id="420" r:id="rId16"/>
    <p:sldId id="423" r:id="rId17"/>
    <p:sldId id="424" r:id="rId18"/>
    <p:sldId id="425" r:id="rId19"/>
    <p:sldId id="464" r:id="rId20"/>
    <p:sldId id="465" r:id="rId21"/>
    <p:sldId id="467" r:id="rId22"/>
    <p:sldId id="468" r:id="rId23"/>
    <p:sldId id="469" r:id="rId24"/>
    <p:sldId id="470" r:id="rId25"/>
    <p:sldId id="471" r:id="rId26"/>
    <p:sldId id="472" r:id="rId27"/>
    <p:sldId id="474" r:id="rId28"/>
    <p:sldId id="473" r:id="rId29"/>
    <p:sldId id="475" r:id="rId30"/>
    <p:sldId id="476" r:id="rId31"/>
    <p:sldId id="477" r:id="rId32"/>
    <p:sldId id="478" r:id="rId33"/>
    <p:sldId id="479" r:id="rId34"/>
    <p:sldId id="481" r:id="rId35"/>
    <p:sldId id="480" r:id="rId36"/>
    <p:sldId id="482" r:id="rId37"/>
    <p:sldId id="483" r:id="rId38"/>
    <p:sldId id="484" r:id="rId39"/>
    <p:sldId id="485" r:id="rId40"/>
    <p:sldId id="487" r:id="rId41"/>
    <p:sldId id="488" r:id="rId42"/>
    <p:sldId id="489" r:id="rId43"/>
    <p:sldId id="490" r:id="rId44"/>
    <p:sldId id="491" r:id="rId45"/>
    <p:sldId id="492" r:id="rId46"/>
    <p:sldId id="493" r:id="rId47"/>
    <p:sldId id="494" r:id="rId48"/>
    <p:sldId id="495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0294"/>
    <a:srgbClr val="C5E5F0"/>
    <a:srgbClr val="CAE9E1"/>
    <a:srgbClr val="E4D304"/>
    <a:srgbClr val="FFC000"/>
    <a:srgbClr val="172C51"/>
    <a:srgbClr val="4472C4"/>
    <a:srgbClr val="3F396D"/>
    <a:srgbClr val="2038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24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uku Raja Irfan Radarma" userId="cf428174-95ba-4576-8554-3a3b8ffa52b7" providerId="ADAL" clId="{064DE89A-8C20-404B-9FF1-EE940DB54367}"/>
    <pc:docChg chg="undo redo custSel addSld delSld modSld sldOrd">
      <pc:chgData name="Teuku Raja Irfan Radarma" userId="cf428174-95ba-4576-8554-3a3b8ffa52b7" providerId="ADAL" clId="{064DE89A-8C20-404B-9FF1-EE940DB54367}" dt="2026-08-09T17:27:41.774" v="2642" actId="478"/>
      <pc:docMkLst>
        <pc:docMk/>
      </pc:docMkLst>
      <pc:sldChg chg="del">
        <pc:chgData name="Teuku Raja Irfan Radarma" userId="cf428174-95ba-4576-8554-3a3b8ffa52b7" providerId="ADAL" clId="{064DE89A-8C20-404B-9FF1-EE940DB54367}" dt="2026-08-09T17:24:19.945" v="2634" actId="47"/>
        <pc:sldMkLst>
          <pc:docMk/>
          <pc:sldMk cId="3404562138" sldId="305"/>
        </pc:sldMkLst>
      </pc:sldChg>
      <pc:sldChg chg="modSp mod">
        <pc:chgData name="Teuku Raja Irfan Radarma" userId="cf428174-95ba-4576-8554-3a3b8ffa52b7" providerId="ADAL" clId="{064DE89A-8C20-404B-9FF1-EE940DB54367}" dt="2026-08-09T09:52:19.210" v="1" actId="20577"/>
        <pc:sldMkLst>
          <pc:docMk/>
          <pc:sldMk cId="4133513380" sldId="310"/>
        </pc:sldMkLst>
        <pc:spChg chg="mod">
          <ac:chgData name="Teuku Raja Irfan Radarma" userId="cf428174-95ba-4576-8554-3a3b8ffa52b7" providerId="ADAL" clId="{064DE89A-8C20-404B-9FF1-EE940DB54367}" dt="2026-08-09T09:52:19.210" v="1" actId="20577"/>
          <ac:spMkLst>
            <pc:docMk/>
            <pc:sldMk cId="4133513380" sldId="310"/>
            <ac:spMk id="3" creationId="{BD9E2BB4-0C99-4A5A-63A6-F98A68A6FA16}"/>
          </ac:spMkLst>
        </pc:spChg>
      </pc:sldChg>
      <pc:sldChg chg="modSp mod">
        <pc:chgData name="Teuku Raja Irfan Radarma" userId="cf428174-95ba-4576-8554-3a3b8ffa52b7" providerId="ADAL" clId="{064DE89A-8C20-404B-9FF1-EE940DB54367}" dt="2026-08-09T09:54:33.168" v="16" actId="20577"/>
        <pc:sldMkLst>
          <pc:docMk/>
          <pc:sldMk cId="62413706" sldId="359"/>
        </pc:sldMkLst>
        <pc:spChg chg="mod">
          <ac:chgData name="Teuku Raja Irfan Radarma" userId="cf428174-95ba-4576-8554-3a3b8ffa52b7" providerId="ADAL" clId="{064DE89A-8C20-404B-9FF1-EE940DB54367}" dt="2026-08-09T09:54:33.168" v="16" actId="20577"/>
          <ac:spMkLst>
            <pc:docMk/>
            <pc:sldMk cId="62413706" sldId="359"/>
            <ac:spMk id="2" creationId="{86D1BB63-4350-72A4-F5A6-7BC05C8ACCEA}"/>
          </ac:spMkLst>
        </pc:spChg>
      </pc:sldChg>
      <pc:sldChg chg="modSp mod">
        <pc:chgData name="Teuku Raja Irfan Radarma" userId="cf428174-95ba-4576-8554-3a3b8ffa52b7" providerId="ADAL" clId="{064DE89A-8C20-404B-9FF1-EE940DB54367}" dt="2026-08-09T17:26:31.586" v="2639" actId="20577"/>
        <pc:sldMkLst>
          <pc:docMk/>
          <pc:sldMk cId="1044276249" sldId="363"/>
        </pc:sldMkLst>
        <pc:spChg chg="mod">
          <ac:chgData name="Teuku Raja Irfan Radarma" userId="cf428174-95ba-4576-8554-3a3b8ffa52b7" providerId="ADAL" clId="{064DE89A-8C20-404B-9FF1-EE940DB54367}" dt="2026-08-09T09:54:40.138" v="17" actId="6549"/>
          <ac:spMkLst>
            <pc:docMk/>
            <pc:sldMk cId="1044276249" sldId="363"/>
            <ac:spMk id="2" creationId="{A125681A-45A2-7128-DE7A-C52014C27119}"/>
          </ac:spMkLst>
        </pc:spChg>
        <pc:spChg chg="mod">
          <ac:chgData name="Teuku Raja Irfan Radarma" userId="cf428174-95ba-4576-8554-3a3b8ffa52b7" providerId="ADAL" clId="{064DE89A-8C20-404B-9FF1-EE940DB54367}" dt="2026-08-09T17:26:31.586" v="2639" actId="20577"/>
          <ac:spMkLst>
            <pc:docMk/>
            <pc:sldMk cId="1044276249" sldId="363"/>
            <ac:spMk id="6" creationId="{00CA8178-C5D9-B7AC-2EB9-8CAE37EAAF27}"/>
          </ac:spMkLst>
        </pc:spChg>
      </pc:sldChg>
      <pc:sldChg chg="del">
        <pc:chgData name="Teuku Raja Irfan Radarma" userId="cf428174-95ba-4576-8554-3a3b8ffa52b7" providerId="ADAL" clId="{064DE89A-8C20-404B-9FF1-EE940DB54367}" dt="2026-08-09T09:54:07.292" v="2" actId="47"/>
        <pc:sldMkLst>
          <pc:docMk/>
          <pc:sldMk cId="3887449466" sldId="374"/>
        </pc:sldMkLst>
      </pc:sldChg>
      <pc:sldChg chg="del">
        <pc:chgData name="Teuku Raja Irfan Radarma" userId="cf428174-95ba-4576-8554-3a3b8ffa52b7" providerId="ADAL" clId="{064DE89A-8C20-404B-9FF1-EE940DB54367}" dt="2026-08-09T09:54:07.292" v="2" actId="47"/>
        <pc:sldMkLst>
          <pc:docMk/>
          <pc:sldMk cId="22647776" sldId="421"/>
        </pc:sldMkLst>
      </pc:sldChg>
      <pc:sldChg chg="del">
        <pc:chgData name="Teuku Raja Irfan Radarma" userId="cf428174-95ba-4576-8554-3a3b8ffa52b7" providerId="ADAL" clId="{064DE89A-8C20-404B-9FF1-EE940DB54367}" dt="2026-08-09T09:54:07.292" v="2" actId="47"/>
        <pc:sldMkLst>
          <pc:docMk/>
          <pc:sldMk cId="2667379901" sldId="422"/>
        </pc:sldMkLst>
      </pc:sldChg>
      <pc:sldChg chg="del">
        <pc:chgData name="Teuku Raja Irfan Radarma" userId="cf428174-95ba-4576-8554-3a3b8ffa52b7" providerId="ADAL" clId="{064DE89A-8C20-404B-9FF1-EE940DB54367}" dt="2026-08-09T17:27:24.098" v="2640" actId="47"/>
        <pc:sldMkLst>
          <pc:docMk/>
          <pc:sldMk cId="3737175484" sldId="426"/>
        </pc:sldMkLst>
      </pc:sldChg>
      <pc:sldChg chg="del">
        <pc:chgData name="Teuku Raja Irfan Radarma" userId="cf428174-95ba-4576-8554-3a3b8ffa52b7" providerId="ADAL" clId="{064DE89A-8C20-404B-9FF1-EE940DB54367}" dt="2026-08-09T09:54:07.292" v="2" actId="47"/>
        <pc:sldMkLst>
          <pc:docMk/>
          <pc:sldMk cId="1540797187" sldId="428"/>
        </pc:sldMkLst>
      </pc:sldChg>
      <pc:sldChg chg="del">
        <pc:chgData name="Teuku Raja Irfan Radarma" userId="cf428174-95ba-4576-8554-3a3b8ffa52b7" providerId="ADAL" clId="{064DE89A-8C20-404B-9FF1-EE940DB54367}" dt="2026-08-09T09:54:07.292" v="2" actId="47"/>
        <pc:sldMkLst>
          <pc:docMk/>
          <pc:sldMk cId="3800454067" sldId="429"/>
        </pc:sldMkLst>
      </pc:sldChg>
      <pc:sldChg chg="del">
        <pc:chgData name="Teuku Raja Irfan Radarma" userId="cf428174-95ba-4576-8554-3a3b8ffa52b7" providerId="ADAL" clId="{064DE89A-8C20-404B-9FF1-EE940DB54367}" dt="2026-08-09T09:54:07.292" v="2" actId="47"/>
        <pc:sldMkLst>
          <pc:docMk/>
          <pc:sldMk cId="1779064407" sldId="430"/>
        </pc:sldMkLst>
      </pc:sldChg>
      <pc:sldChg chg="del">
        <pc:chgData name="Teuku Raja Irfan Radarma" userId="cf428174-95ba-4576-8554-3a3b8ffa52b7" providerId="ADAL" clId="{064DE89A-8C20-404B-9FF1-EE940DB54367}" dt="2026-08-09T09:54:07.292" v="2" actId="47"/>
        <pc:sldMkLst>
          <pc:docMk/>
          <pc:sldMk cId="1523778491" sldId="431"/>
        </pc:sldMkLst>
      </pc:sldChg>
      <pc:sldChg chg="del">
        <pc:chgData name="Teuku Raja Irfan Radarma" userId="cf428174-95ba-4576-8554-3a3b8ffa52b7" providerId="ADAL" clId="{064DE89A-8C20-404B-9FF1-EE940DB54367}" dt="2026-08-09T09:54:07.292" v="2" actId="47"/>
        <pc:sldMkLst>
          <pc:docMk/>
          <pc:sldMk cId="2120853139" sldId="432"/>
        </pc:sldMkLst>
      </pc:sldChg>
      <pc:sldChg chg="del">
        <pc:chgData name="Teuku Raja Irfan Radarma" userId="cf428174-95ba-4576-8554-3a3b8ffa52b7" providerId="ADAL" clId="{064DE89A-8C20-404B-9FF1-EE940DB54367}" dt="2026-08-09T09:54:07.292" v="2" actId="47"/>
        <pc:sldMkLst>
          <pc:docMk/>
          <pc:sldMk cId="3288851674" sldId="433"/>
        </pc:sldMkLst>
      </pc:sldChg>
      <pc:sldChg chg="del">
        <pc:chgData name="Teuku Raja Irfan Radarma" userId="cf428174-95ba-4576-8554-3a3b8ffa52b7" providerId="ADAL" clId="{064DE89A-8C20-404B-9FF1-EE940DB54367}" dt="2026-08-09T09:54:07.292" v="2" actId="47"/>
        <pc:sldMkLst>
          <pc:docMk/>
          <pc:sldMk cId="255152706" sldId="434"/>
        </pc:sldMkLst>
      </pc:sldChg>
      <pc:sldChg chg="del">
        <pc:chgData name="Teuku Raja Irfan Radarma" userId="cf428174-95ba-4576-8554-3a3b8ffa52b7" providerId="ADAL" clId="{064DE89A-8C20-404B-9FF1-EE940DB54367}" dt="2026-08-09T09:54:07.292" v="2" actId="47"/>
        <pc:sldMkLst>
          <pc:docMk/>
          <pc:sldMk cId="1679536135" sldId="435"/>
        </pc:sldMkLst>
      </pc:sldChg>
      <pc:sldChg chg="del">
        <pc:chgData name="Teuku Raja Irfan Radarma" userId="cf428174-95ba-4576-8554-3a3b8ffa52b7" providerId="ADAL" clId="{064DE89A-8C20-404B-9FF1-EE940DB54367}" dt="2026-08-09T09:54:07.292" v="2" actId="47"/>
        <pc:sldMkLst>
          <pc:docMk/>
          <pc:sldMk cId="1167096350" sldId="436"/>
        </pc:sldMkLst>
      </pc:sldChg>
      <pc:sldChg chg="del">
        <pc:chgData name="Teuku Raja Irfan Radarma" userId="cf428174-95ba-4576-8554-3a3b8ffa52b7" providerId="ADAL" clId="{064DE89A-8C20-404B-9FF1-EE940DB54367}" dt="2026-08-09T09:54:07.292" v="2" actId="47"/>
        <pc:sldMkLst>
          <pc:docMk/>
          <pc:sldMk cId="1617202866" sldId="437"/>
        </pc:sldMkLst>
      </pc:sldChg>
      <pc:sldChg chg="del">
        <pc:chgData name="Teuku Raja Irfan Radarma" userId="cf428174-95ba-4576-8554-3a3b8ffa52b7" providerId="ADAL" clId="{064DE89A-8C20-404B-9FF1-EE940DB54367}" dt="2026-08-09T09:54:07.292" v="2" actId="47"/>
        <pc:sldMkLst>
          <pc:docMk/>
          <pc:sldMk cId="1455706965" sldId="438"/>
        </pc:sldMkLst>
      </pc:sldChg>
      <pc:sldChg chg="del">
        <pc:chgData name="Teuku Raja Irfan Radarma" userId="cf428174-95ba-4576-8554-3a3b8ffa52b7" providerId="ADAL" clId="{064DE89A-8C20-404B-9FF1-EE940DB54367}" dt="2026-08-09T09:54:07.292" v="2" actId="47"/>
        <pc:sldMkLst>
          <pc:docMk/>
          <pc:sldMk cId="2555631206" sldId="439"/>
        </pc:sldMkLst>
      </pc:sldChg>
      <pc:sldChg chg="del">
        <pc:chgData name="Teuku Raja Irfan Radarma" userId="cf428174-95ba-4576-8554-3a3b8ffa52b7" providerId="ADAL" clId="{064DE89A-8C20-404B-9FF1-EE940DB54367}" dt="2026-08-09T09:54:07.292" v="2" actId="47"/>
        <pc:sldMkLst>
          <pc:docMk/>
          <pc:sldMk cId="1237315907" sldId="440"/>
        </pc:sldMkLst>
      </pc:sldChg>
      <pc:sldChg chg="del">
        <pc:chgData name="Teuku Raja Irfan Radarma" userId="cf428174-95ba-4576-8554-3a3b8ffa52b7" providerId="ADAL" clId="{064DE89A-8C20-404B-9FF1-EE940DB54367}" dt="2026-08-09T09:54:07.292" v="2" actId="47"/>
        <pc:sldMkLst>
          <pc:docMk/>
          <pc:sldMk cId="1625465924" sldId="441"/>
        </pc:sldMkLst>
      </pc:sldChg>
      <pc:sldChg chg="del">
        <pc:chgData name="Teuku Raja Irfan Radarma" userId="cf428174-95ba-4576-8554-3a3b8ffa52b7" providerId="ADAL" clId="{064DE89A-8C20-404B-9FF1-EE940DB54367}" dt="2026-08-09T09:54:07.292" v="2" actId="47"/>
        <pc:sldMkLst>
          <pc:docMk/>
          <pc:sldMk cId="3132782106" sldId="442"/>
        </pc:sldMkLst>
      </pc:sldChg>
      <pc:sldChg chg="del">
        <pc:chgData name="Teuku Raja Irfan Radarma" userId="cf428174-95ba-4576-8554-3a3b8ffa52b7" providerId="ADAL" clId="{064DE89A-8C20-404B-9FF1-EE940DB54367}" dt="2026-08-09T09:54:07.292" v="2" actId="47"/>
        <pc:sldMkLst>
          <pc:docMk/>
          <pc:sldMk cId="3189816952" sldId="447"/>
        </pc:sldMkLst>
      </pc:sldChg>
      <pc:sldChg chg="del">
        <pc:chgData name="Teuku Raja Irfan Radarma" userId="cf428174-95ba-4576-8554-3a3b8ffa52b7" providerId="ADAL" clId="{064DE89A-8C20-404B-9FF1-EE940DB54367}" dt="2026-08-09T09:54:07.292" v="2" actId="47"/>
        <pc:sldMkLst>
          <pc:docMk/>
          <pc:sldMk cId="2326228366" sldId="448"/>
        </pc:sldMkLst>
      </pc:sldChg>
      <pc:sldChg chg="del">
        <pc:chgData name="Teuku Raja Irfan Radarma" userId="cf428174-95ba-4576-8554-3a3b8ffa52b7" providerId="ADAL" clId="{064DE89A-8C20-404B-9FF1-EE940DB54367}" dt="2026-08-09T09:54:07.292" v="2" actId="47"/>
        <pc:sldMkLst>
          <pc:docMk/>
          <pc:sldMk cId="3070700227" sldId="449"/>
        </pc:sldMkLst>
      </pc:sldChg>
      <pc:sldChg chg="del">
        <pc:chgData name="Teuku Raja Irfan Radarma" userId="cf428174-95ba-4576-8554-3a3b8ffa52b7" providerId="ADAL" clId="{064DE89A-8C20-404B-9FF1-EE940DB54367}" dt="2026-08-09T09:54:07.292" v="2" actId="47"/>
        <pc:sldMkLst>
          <pc:docMk/>
          <pc:sldMk cId="1434165728" sldId="451"/>
        </pc:sldMkLst>
      </pc:sldChg>
      <pc:sldChg chg="del">
        <pc:chgData name="Teuku Raja Irfan Radarma" userId="cf428174-95ba-4576-8554-3a3b8ffa52b7" providerId="ADAL" clId="{064DE89A-8C20-404B-9FF1-EE940DB54367}" dt="2026-08-09T09:54:07.292" v="2" actId="47"/>
        <pc:sldMkLst>
          <pc:docMk/>
          <pc:sldMk cId="4250959893" sldId="453"/>
        </pc:sldMkLst>
      </pc:sldChg>
      <pc:sldChg chg="del">
        <pc:chgData name="Teuku Raja Irfan Radarma" userId="cf428174-95ba-4576-8554-3a3b8ffa52b7" providerId="ADAL" clId="{064DE89A-8C20-404B-9FF1-EE940DB54367}" dt="2026-08-09T09:52:04.159" v="0" actId="47"/>
        <pc:sldMkLst>
          <pc:docMk/>
          <pc:sldMk cId="187382014" sldId="464"/>
        </pc:sldMkLst>
      </pc:sldChg>
      <pc:sldChg chg="modSp new mod">
        <pc:chgData name="Teuku Raja Irfan Radarma" userId="cf428174-95ba-4576-8554-3a3b8ffa52b7" providerId="ADAL" clId="{064DE89A-8C20-404B-9FF1-EE940DB54367}" dt="2026-08-09T09:55:20.543" v="62" actId="27636"/>
        <pc:sldMkLst>
          <pc:docMk/>
          <pc:sldMk cId="2881287487" sldId="464"/>
        </pc:sldMkLst>
        <pc:spChg chg="mod">
          <ac:chgData name="Teuku Raja Irfan Radarma" userId="cf428174-95ba-4576-8554-3a3b8ffa52b7" providerId="ADAL" clId="{064DE89A-8C20-404B-9FF1-EE940DB54367}" dt="2026-08-09T09:55:01.127" v="54" actId="20577"/>
          <ac:spMkLst>
            <pc:docMk/>
            <pc:sldMk cId="2881287487" sldId="464"/>
            <ac:spMk id="2" creationId="{6242ED16-934E-43EB-82B5-A06873135EEC}"/>
          </ac:spMkLst>
        </pc:spChg>
        <pc:spChg chg="mod">
          <ac:chgData name="Teuku Raja Irfan Radarma" userId="cf428174-95ba-4576-8554-3a3b8ffa52b7" providerId="ADAL" clId="{064DE89A-8C20-404B-9FF1-EE940DB54367}" dt="2026-08-09T09:55:20.543" v="62" actId="27636"/>
          <ac:spMkLst>
            <pc:docMk/>
            <pc:sldMk cId="2881287487" sldId="464"/>
            <ac:spMk id="3" creationId="{CA82724E-D607-493E-9C4D-EEB922466DD6}"/>
          </ac:spMkLst>
        </pc:spChg>
      </pc:sldChg>
      <pc:sldChg chg="addSp delSp modSp new mod">
        <pc:chgData name="Teuku Raja Irfan Radarma" userId="cf428174-95ba-4576-8554-3a3b8ffa52b7" providerId="ADAL" clId="{064DE89A-8C20-404B-9FF1-EE940DB54367}" dt="2026-08-09T17:27:41.774" v="2642" actId="478"/>
        <pc:sldMkLst>
          <pc:docMk/>
          <pc:sldMk cId="1210798286" sldId="465"/>
        </pc:sldMkLst>
        <pc:spChg chg="mod">
          <ac:chgData name="Teuku Raja Irfan Radarma" userId="cf428174-95ba-4576-8554-3a3b8ffa52b7" providerId="ADAL" clId="{064DE89A-8C20-404B-9FF1-EE940DB54367}" dt="2026-08-09T11:03:16.503" v="1728" actId="20577"/>
          <ac:spMkLst>
            <pc:docMk/>
            <pc:sldMk cId="1210798286" sldId="465"/>
            <ac:spMk id="2" creationId="{23219623-D51B-4DDB-A3FB-D5AA8A4AF8C3}"/>
          </ac:spMkLst>
        </pc:spChg>
        <pc:spChg chg="add del mod">
          <ac:chgData name="Teuku Raja Irfan Radarma" userId="cf428174-95ba-4576-8554-3a3b8ffa52b7" providerId="ADAL" clId="{064DE89A-8C20-404B-9FF1-EE940DB54367}" dt="2026-08-09T17:27:39.580" v="2641" actId="478"/>
          <ac:spMkLst>
            <pc:docMk/>
            <pc:sldMk cId="1210798286" sldId="465"/>
            <ac:spMk id="3" creationId="{4E4BC2B8-CCAC-420D-93D5-E55A11AB8FB4}"/>
          </ac:spMkLst>
        </pc:spChg>
        <pc:spChg chg="add del mod">
          <ac:chgData name="Teuku Raja Irfan Radarma" userId="cf428174-95ba-4576-8554-3a3b8ffa52b7" providerId="ADAL" clId="{064DE89A-8C20-404B-9FF1-EE940DB54367}" dt="2026-08-09T11:03:16.093" v="1727" actId="478"/>
          <ac:spMkLst>
            <pc:docMk/>
            <pc:sldMk cId="1210798286" sldId="465"/>
            <ac:spMk id="5" creationId="{9CF04B77-DCF0-4DA5-9329-39A2F847384A}"/>
          </ac:spMkLst>
        </pc:spChg>
        <pc:spChg chg="add del mod">
          <ac:chgData name="Teuku Raja Irfan Radarma" userId="cf428174-95ba-4576-8554-3a3b8ffa52b7" providerId="ADAL" clId="{064DE89A-8C20-404B-9FF1-EE940DB54367}" dt="2026-08-09T17:27:41.774" v="2642" actId="478"/>
          <ac:spMkLst>
            <pc:docMk/>
            <pc:sldMk cId="1210798286" sldId="465"/>
            <ac:spMk id="5" creationId="{A2A11474-D56A-4C7F-8973-42AE610CC726}"/>
          </ac:spMkLst>
        </pc:spChg>
      </pc:sldChg>
      <pc:sldChg chg="addSp delSp modSp new del mod">
        <pc:chgData name="Teuku Raja Irfan Radarma" userId="cf428174-95ba-4576-8554-3a3b8ffa52b7" providerId="ADAL" clId="{064DE89A-8C20-404B-9FF1-EE940DB54367}" dt="2026-08-09T10:18:38.450" v="968" actId="47"/>
        <pc:sldMkLst>
          <pc:docMk/>
          <pc:sldMk cId="3887971612" sldId="466"/>
        </pc:sldMkLst>
        <pc:spChg chg="mod">
          <ac:chgData name="Teuku Raja Irfan Radarma" userId="cf428174-95ba-4576-8554-3a3b8ffa52b7" providerId="ADAL" clId="{064DE89A-8C20-404B-9FF1-EE940DB54367}" dt="2026-08-09T09:59:58.599" v="194" actId="14100"/>
          <ac:spMkLst>
            <pc:docMk/>
            <pc:sldMk cId="3887971612" sldId="466"/>
            <ac:spMk id="2" creationId="{8519257E-920D-47F9-BED2-1D294697DAAD}"/>
          </ac:spMkLst>
        </pc:spChg>
        <pc:spChg chg="del">
          <ac:chgData name="Teuku Raja Irfan Radarma" userId="cf428174-95ba-4576-8554-3a3b8ffa52b7" providerId="ADAL" clId="{064DE89A-8C20-404B-9FF1-EE940DB54367}" dt="2026-08-09T09:58:43.311" v="176" actId="478"/>
          <ac:spMkLst>
            <pc:docMk/>
            <pc:sldMk cId="3887971612" sldId="466"/>
            <ac:spMk id="3" creationId="{B8FDA169-F726-477F-BFFB-93CCB330945E}"/>
          </ac:spMkLst>
        </pc:spChg>
        <pc:spChg chg="mod">
          <ac:chgData name="Teuku Raja Irfan Radarma" userId="cf428174-95ba-4576-8554-3a3b8ffa52b7" providerId="ADAL" clId="{064DE89A-8C20-404B-9FF1-EE940DB54367}" dt="2026-08-09T10:04:47.532" v="863" actId="1076"/>
          <ac:spMkLst>
            <pc:docMk/>
            <pc:sldMk cId="3887971612" sldId="466"/>
            <ac:spMk id="4" creationId="{B39FDC0F-8782-4DD9-9237-6F898711F65C}"/>
          </ac:spMkLst>
        </pc:spChg>
        <pc:spChg chg="add mod">
          <ac:chgData name="Teuku Raja Irfan Radarma" userId="cf428174-95ba-4576-8554-3a3b8ffa52b7" providerId="ADAL" clId="{064DE89A-8C20-404B-9FF1-EE940DB54367}" dt="2026-08-09T10:05:04.584" v="865" actId="207"/>
          <ac:spMkLst>
            <pc:docMk/>
            <pc:sldMk cId="3887971612" sldId="466"/>
            <ac:spMk id="5" creationId="{19268556-90E0-4AAC-9760-F3BF740183F5}"/>
          </ac:spMkLst>
        </pc:spChg>
        <pc:spChg chg="add mod ord">
          <ac:chgData name="Teuku Raja Irfan Radarma" userId="cf428174-95ba-4576-8554-3a3b8ffa52b7" providerId="ADAL" clId="{064DE89A-8C20-404B-9FF1-EE940DB54367}" dt="2026-08-09T10:05:04.584" v="865" actId="207"/>
          <ac:spMkLst>
            <pc:docMk/>
            <pc:sldMk cId="3887971612" sldId="466"/>
            <ac:spMk id="6" creationId="{9C6A0F18-F866-4CC3-B6EA-4898C422DF36}"/>
          </ac:spMkLst>
        </pc:spChg>
        <pc:spChg chg="add mod">
          <ac:chgData name="Teuku Raja Irfan Radarma" userId="cf428174-95ba-4576-8554-3a3b8ffa52b7" providerId="ADAL" clId="{064DE89A-8C20-404B-9FF1-EE940DB54367}" dt="2026-08-09T10:05:04.584" v="865" actId="207"/>
          <ac:spMkLst>
            <pc:docMk/>
            <pc:sldMk cId="3887971612" sldId="466"/>
            <ac:spMk id="7" creationId="{F1B21803-B2ED-49F8-AE2A-6E4A234597EC}"/>
          </ac:spMkLst>
        </pc:spChg>
        <pc:spChg chg="add mod">
          <ac:chgData name="Teuku Raja Irfan Radarma" userId="cf428174-95ba-4576-8554-3a3b8ffa52b7" providerId="ADAL" clId="{064DE89A-8C20-404B-9FF1-EE940DB54367}" dt="2026-08-09T10:05:04.584" v="865" actId="207"/>
          <ac:spMkLst>
            <pc:docMk/>
            <pc:sldMk cId="3887971612" sldId="466"/>
            <ac:spMk id="8" creationId="{76FE9D55-CF9E-4EEA-9064-E904BC7DEB13}"/>
          </ac:spMkLst>
        </pc:spChg>
        <pc:spChg chg="add mod">
          <ac:chgData name="Teuku Raja Irfan Radarma" userId="cf428174-95ba-4576-8554-3a3b8ffa52b7" providerId="ADAL" clId="{064DE89A-8C20-404B-9FF1-EE940DB54367}" dt="2026-08-09T10:05:04.584" v="865" actId="207"/>
          <ac:spMkLst>
            <pc:docMk/>
            <pc:sldMk cId="3887971612" sldId="466"/>
            <ac:spMk id="9" creationId="{88163CCA-26F3-42D7-BD93-11A2955C0842}"/>
          </ac:spMkLst>
        </pc:spChg>
        <pc:spChg chg="add mod">
          <ac:chgData name="Teuku Raja Irfan Radarma" userId="cf428174-95ba-4576-8554-3a3b8ffa52b7" providerId="ADAL" clId="{064DE89A-8C20-404B-9FF1-EE940DB54367}" dt="2026-08-09T10:05:04.584" v="865" actId="207"/>
          <ac:spMkLst>
            <pc:docMk/>
            <pc:sldMk cId="3887971612" sldId="466"/>
            <ac:spMk id="10" creationId="{1E464EEC-F594-49AC-B454-8464FB58CF33}"/>
          </ac:spMkLst>
        </pc:spChg>
        <pc:spChg chg="add mod">
          <ac:chgData name="Teuku Raja Irfan Radarma" userId="cf428174-95ba-4576-8554-3a3b8ffa52b7" providerId="ADAL" clId="{064DE89A-8C20-404B-9FF1-EE940DB54367}" dt="2026-08-09T10:05:04.584" v="865" actId="207"/>
          <ac:spMkLst>
            <pc:docMk/>
            <pc:sldMk cId="3887971612" sldId="466"/>
            <ac:spMk id="11" creationId="{A2D4633C-CC1F-4285-B7BA-A65B1E8859D6}"/>
          </ac:spMkLst>
        </pc:spChg>
        <pc:spChg chg="add mod">
          <ac:chgData name="Teuku Raja Irfan Radarma" userId="cf428174-95ba-4576-8554-3a3b8ffa52b7" providerId="ADAL" clId="{064DE89A-8C20-404B-9FF1-EE940DB54367}" dt="2026-08-09T10:05:04.584" v="865" actId="207"/>
          <ac:spMkLst>
            <pc:docMk/>
            <pc:sldMk cId="3887971612" sldId="466"/>
            <ac:spMk id="12" creationId="{99129473-C669-47FD-9CE8-3EDF215236A1}"/>
          </ac:spMkLst>
        </pc:spChg>
        <pc:spChg chg="add mod">
          <ac:chgData name="Teuku Raja Irfan Radarma" userId="cf428174-95ba-4576-8554-3a3b8ffa52b7" providerId="ADAL" clId="{064DE89A-8C20-404B-9FF1-EE940DB54367}" dt="2026-08-09T10:05:04.584" v="865" actId="207"/>
          <ac:spMkLst>
            <pc:docMk/>
            <pc:sldMk cId="3887971612" sldId="466"/>
            <ac:spMk id="13" creationId="{4C39FE49-C6FC-4980-9348-DF37636F3189}"/>
          </ac:spMkLst>
        </pc:spChg>
        <pc:spChg chg="add mod">
          <ac:chgData name="Teuku Raja Irfan Radarma" userId="cf428174-95ba-4576-8554-3a3b8ffa52b7" providerId="ADAL" clId="{064DE89A-8C20-404B-9FF1-EE940DB54367}" dt="2026-08-09T10:05:04.584" v="865" actId="207"/>
          <ac:spMkLst>
            <pc:docMk/>
            <pc:sldMk cId="3887971612" sldId="466"/>
            <ac:spMk id="14" creationId="{466A976B-D669-4D2B-8FB9-A7023469D7F5}"/>
          </ac:spMkLst>
        </pc:spChg>
        <pc:spChg chg="add mod">
          <ac:chgData name="Teuku Raja Irfan Radarma" userId="cf428174-95ba-4576-8554-3a3b8ffa52b7" providerId="ADAL" clId="{064DE89A-8C20-404B-9FF1-EE940DB54367}" dt="2026-08-09T10:05:04.584" v="865" actId="207"/>
          <ac:spMkLst>
            <pc:docMk/>
            <pc:sldMk cId="3887971612" sldId="466"/>
            <ac:spMk id="15" creationId="{184FA652-9C3A-478F-8694-5E93329C4527}"/>
          </ac:spMkLst>
        </pc:spChg>
        <pc:spChg chg="add mod">
          <ac:chgData name="Teuku Raja Irfan Radarma" userId="cf428174-95ba-4576-8554-3a3b8ffa52b7" providerId="ADAL" clId="{064DE89A-8C20-404B-9FF1-EE940DB54367}" dt="2026-08-09T10:05:04.584" v="865" actId="207"/>
          <ac:spMkLst>
            <pc:docMk/>
            <pc:sldMk cId="3887971612" sldId="466"/>
            <ac:spMk id="16" creationId="{22E531A4-A2D7-4666-A4D9-AC2EE7B905D9}"/>
          </ac:spMkLst>
        </pc:spChg>
        <pc:spChg chg="add mod">
          <ac:chgData name="Teuku Raja Irfan Radarma" userId="cf428174-95ba-4576-8554-3a3b8ffa52b7" providerId="ADAL" clId="{064DE89A-8C20-404B-9FF1-EE940DB54367}" dt="2026-08-09T10:05:04.584" v="865" actId="207"/>
          <ac:spMkLst>
            <pc:docMk/>
            <pc:sldMk cId="3887971612" sldId="466"/>
            <ac:spMk id="17" creationId="{F1B14FBF-2D11-44C9-A29E-D94E18D590A9}"/>
          </ac:spMkLst>
        </pc:spChg>
        <pc:spChg chg="add mod">
          <ac:chgData name="Teuku Raja Irfan Radarma" userId="cf428174-95ba-4576-8554-3a3b8ffa52b7" providerId="ADAL" clId="{064DE89A-8C20-404B-9FF1-EE940DB54367}" dt="2026-08-09T10:05:04.584" v="865" actId="207"/>
          <ac:spMkLst>
            <pc:docMk/>
            <pc:sldMk cId="3887971612" sldId="466"/>
            <ac:spMk id="18" creationId="{AA333DF9-7976-4F57-BA50-E29DD2496025}"/>
          </ac:spMkLst>
        </pc:spChg>
        <pc:spChg chg="add mod">
          <ac:chgData name="Teuku Raja Irfan Radarma" userId="cf428174-95ba-4576-8554-3a3b8ffa52b7" providerId="ADAL" clId="{064DE89A-8C20-404B-9FF1-EE940DB54367}" dt="2026-08-09T10:04:53.648" v="864" actId="1076"/>
          <ac:spMkLst>
            <pc:docMk/>
            <pc:sldMk cId="3887971612" sldId="466"/>
            <ac:spMk id="19" creationId="{40964199-7B79-46B5-B1C7-E3A4D9453AEC}"/>
          </ac:spMkLst>
        </pc:spChg>
        <pc:spChg chg="add mod">
          <ac:chgData name="Teuku Raja Irfan Radarma" userId="cf428174-95ba-4576-8554-3a3b8ffa52b7" providerId="ADAL" clId="{064DE89A-8C20-404B-9FF1-EE940DB54367}" dt="2026-08-09T10:04:53.648" v="864" actId="1076"/>
          <ac:spMkLst>
            <pc:docMk/>
            <pc:sldMk cId="3887971612" sldId="466"/>
            <ac:spMk id="20" creationId="{B7FC0227-84A8-4CFA-A2F6-3FC4B20EEAF9}"/>
          </ac:spMkLst>
        </pc:spChg>
        <pc:spChg chg="add mod">
          <ac:chgData name="Teuku Raja Irfan Radarma" userId="cf428174-95ba-4576-8554-3a3b8ffa52b7" providerId="ADAL" clId="{064DE89A-8C20-404B-9FF1-EE940DB54367}" dt="2026-08-09T10:04:53.648" v="864" actId="1076"/>
          <ac:spMkLst>
            <pc:docMk/>
            <pc:sldMk cId="3887971612" sldId="466"/>
            <ac:spMk id="21" creationId="{405F52D5-7945-4128-9F35-3A6900BC388A}"/>
          </ac:spMkLst>
        </pc:spChg>
        <pc:spChg chg="add mod">
          <ac:chgData name="Teuku Raja Irfan Radarma" userId="cf428174-95ba-4576-8554-3a3b8ffa52b7" providerId="ADAL" clId="{064DE89A-8C20-404B-9FF1-EE940DB54367}" dt="2026-08-09T10:04:53.648" v="864" actId="1076"/>
          <ac:spMkLst>
            <pc:docMk/>
            <pc:sldMk cId="3887971612" sldId="466"/>
            <ac:spMk id="22" creationId="{A8CD8B37-E9E0-4A06-8EDC-EBAC228D74C5}"/>
          </ac:spMkLst>
        </pc:spChg>
        <pc:spChg chg="add mod">
          <ac:chgData name="Teuku Raja Irfan Radarma" userId="cf428174-95ba-4576-8554-3a3b8ffa52b7" providerId="ADAL" clId="{064DE89A-8C20-404B-9FF1-EE940DB54367}" dt="2026-08-09T10:04:53.648" v="864" actId="1076"/>
          <ac:spMkLst>
            <pc:docMk/>
            <pc:sldMk cId="3887971612" sldId="466"/>
            <ac:spMk id="23" creationId="{F6ACB9BA-8978-4669-9468-8B34CE04EF23}"/>
          </ac:spMkLst>
        </pc:spChg>
        <pc:spChg chg="add mod">
          <ac:chgData name="Teuku Raja Irfan Radarma" userId="cf428174-95ba-4576-8554-3a3b8ffa52b7" providerId="ADAL" clId="{064DE89A-8C20-404B-9FF1-EE940DB54367}" dt="2026-08-09T10:04:53.648" v="864" actId="1076"/>
          <ac:spMkLst>
            <pc:docMk/>
            <pc:sldMk cId="3887971612" sldId="466"/>
            <ac:spMk id="24" creationId="{33ED6699-A6A7-4103-B5BD-74F5BF01AF75}"/>
          </ac:spMkLst>
        </pc:spChg>
        <pc:spChg chg="add mod">
          <ac:chgData name="Teuku Raja Irfan Radarma" userId="cf428174-95ba-4576-8554-3a3b8ffa52b7" providerId="ADAL" clId="{064DE89A-8C20-404B-9FF1-EE940DB54367}" dt="2026-08-09T10:04:53.648" v="864" actId="1076"/>
          <ac:spMkLst>
            <pc:docMk/>
            <pc:sldMk cId="3887971612" sldId="466"/>
            <ac:spMk id="25" creationId="{2D1C9510-A361-493D-88F5-FE07FA4EBED8}"/>
          </ac:spMkLst>
        </pc:spChg>
        <pc:spChg chg="add mod">
          <ac:chgData name="Teuku Raja Irfan Radarma" userId="cf428174-95ba-4576-8554-3a3b8ffa52b7" providerId="ADAL" clId="{064DE89A-8C20-404B-9FF1-EE940DB54367}" dt="2026-08-09T10:12:46.782" v="912" actId="14100"/>
          <ac:spMkLst>
            <pc:docMk/>
            <pc:sldMk cId="3887971612" sldId="466"/>
            <ac:spMk id="26" creationId="{266F9C66-CEE1-44C1-B0EE-F3C990E1F7D6}"/>
          </ac:spMkLst>
        </pc:spChg>
        <pc:spChg chg="add mod">
          <ac:chgData name="Teuku Raja Irfan Radarma" userId="cf428174-95ba-4576-8554-3a3b8ffa52b7" providerId="ADAL" clId="{064DE89A-8C20-404B-9FF1-EE940DB54367}" dt="2026-08-09T10:10:35.756" v="886" actId="1076"/>
          <ac:spMkLst>
            <pc:docMk/>
            <pc:sldMk cId="3887971612" sldId="466"/>
            <ac:spMk id="28" creationId="{BA7731A7-5E76-4762-9195-9DF05076F9C5}"/>
          </ac:spMkLst>
        </pc:spChg>
        <pc:spChg chg="add mod">
          <ac:chgData name="Teuku Raja Irfan Radarma" userId="cf428174-95ba-4576-8554-3a3b8ffa52b7" providerId="ADAL" clId="{064DE89A-8C20-404B-9FF1-EE940DB54367}" dt="2026-08-09T10:11:52.257" v="907" actId="20577"/>
          <ac:spMkLst>
            <pc:docMk/>
            <pc:sldMk cId="3887971612" sldId="466"/>
            <ac:spMk id="29" creationId="{6BF8ABE0-E2AC-4497-9503-E45EE07DD07B}"/>
          </ac:spMkLst>
        </pc:spChg>
        <pc:spChg chg="add mod">
          <ac:chgData name="Teuku Raja Irfan Radarma" userId="cf428174-95ba-4576-8554-3a3b8ffa52b7" providerId="ADAL" clId="{064DE89A-8C20-404B-9FF1-EE940DB54367}" dt="2026-08-09T10:10:57.171" v="890" actId="113"/>
          <ac:spMkLst>
            <pc:docMk/>
            <pc:sldMk cId="3887971612" sldId="466"/>
            <ac:spMk id="30" creationId="{6D3E12FB-C904-4B93-8223-9A2F36ECC747}"/>
          </ac:spMkLst>
        </pc:spChg>
      </pc:sldChg>
      <pc:sldChg chg="addSp delSp modSp new mod">
        <pc:chgData name="Teuku Raja Irfan Radarma" userId="cf428174-95ba-4576-8554-3a3b8ffa52b7" providerId="ADAL" clId="{064DE89A-8C20-404B-9FF1-EE940DB54367}" dt="2026-08-09T10:18:34.021" v="967" actId="1076"/>
        <pc:sldMkLst>
          <pc:docMk/>
          <pc:sldMk cId="192917151" sldId="467"/>
        </pc:sldMkLst>
        <pc:spChg chg="mod">
          <ac:chgData name="Teuku Raja Irfan Radarma" userId="cf428174-95ba-4576-8554-3a3b8ffa52b7" providerId="ADAL" clId="{064DE89A-8C20-404B-9FF1-EE940DB54367}" dt="2026-08-09T10:15:51.096" v="930" actId="1076"/>
          <ac:spMkLst>
            <pc:docMk/>
            <pc:sldMk cId="192917151" sldId="467"/>
            <ac:spMk id="2" creationId="{44B40E28-7D92-44FC-B2F8-3026DC31225C}"/>
          </ac:spMkLst>
        </pc:spChg>
        <pc:spChg chg="del">
          <ac:chgData name="Teuku Raja Irfan Radarma" userId="cf428174-95ba-4576-8554-3a3b8ffa52b7" providerId="ADAL" clId="{064DE89A-8C20-404B-9FF1-EE940DB54367}" dt="2026-08-09T10:14:38.082" v="914"/>
          <ac:spMkLst>
            <pc:docMk/>
            <pc:sldMk cId="192917151" sldId="467"/>
            <ac:spMk id="3" creationId="{E6814B6D-81E5-48BE-A1E4-3B81BF636FB1}"/>
          </ac:spMkLst>
        </pc:spChg>
        <pc:spChg chg="add mod">
          <ac:chgData name="Teuku Raja Irfan Radarma" userId="cf428174-95ba-4576-8554-3a3b8ffa52b7" providerId="ADAL" clId="{064DE89A-8C20-404B-9FF1-EE940DB54367}" dt="2026-08-09T10:17:49.648" v="950" actId="1076"/>
          <ac:spMkLst>
            <pc:docMk/>
            <pc:sldMk cId="192917151" sldId="467"/>
            <ac:spMk id="6" creationId="{86DD3B79-A114-4DE6-8913-183842906BA0}"/>
          </ac:spMkLst>
        </pc:spChg>
        <pc:spChg chg="add mod">
          <ac:chgData name="Teuku Raja Irfan Radarma" userId="cf428174-95ba-4576-8554-3a3b8ffa52b7" providerId="ADAL" clId="{064DE89A-8C20-404B-9FF1-EE940DB54367}" dt="2026-08-09T10:17:49.648" v="950" actId="1076"/>
          <ac:spMkLst>
            <pc:docMk/>
            <pc:sldMk cId="192917151" sldId="467"/>
            <ac:spMk id="7" creationId="{E74C62EF-1F15-4861-9DEB-7C60759D6E44}"/>
          </ac:spMkLst>
        </pc:spChg>
        <pc:spChg chg="add mod">
          <ac:chgData name="Teuku Raja Irfan Radarma" userId="cf428174-95ba-4576-8554-3a3b8ffa52b7" providerId="ADAL" clId="{064DE89A-8C20-404B-9FF1-EE940DB54367}" dt="2026-08-09T10:17:49.648" v="950" actId="1076"/>
          <ac:spMkLst>
            <pc:docMk/>
            <pc:sldMk cId="192917151" sldId="467"/>
            <ac:spMk id="8" creationId="{C59AE66D-C76D-4BC0-A715-D90489614582}"/>
          </ac:spMkLst>
        </pc:spChg>
        <pc:spChg chg="add mod">
          <ac:chgData name="Teuku Raja Irfan Radarma" userId="cf428174-95ba-4576-8554-3a3b8ffa52b7" providerId="ADAL" clId="{064DE89A-8C20-404B-9FF1-EE940DB54367}" dt="2026-08-09T10:17:49.648" v="950" actId="1076"/>
          <ac:spMkLst>
            <pc:docMk/>
            <pc:sldMk cId="192917151" sldId="467"/>
            <ac:spMk id="9" creationId="{6EFF991B-6F0D-4282-A704-F8A4A0285F55}"/>
          </ac:spMkLst>
        </pc:spChg>
        <pc:spChg chg="add mod">
          <ac:chgData name="Teuku Raja Irfan Radarma" userId="cf428174-95ba-4576-8554-3a3b8ffa52b7" providerId="ADAL" clId="{064DE89A-8C20-404B-9FF1-EE940DB54367}" dt="2026-08-09T10:17:49.648" v="950" actId="1076"/>
          <ac:spMkLst>
            <pc:docMk/>
            <pc:sldMk cId="192917151" sldId="467"/>
            <ac:spMk id="10" creationId="{B6232937-90A8-448F-AAD4-770B25409F00}"/>
          </ac:spMkLst>
        </pc:spChg>
        <pc:spChg chg="add mod">
          <ac:chgData name="Teuku Raja Irfan Radarma" userId="cf428174-95ba-4576-8554-3a3b8ffa52b7" providerId="ADAL" clId="{064DE89A-8C20-404B-9FF1-EE940DB54367}" dt="2026-08-09T10:17:49.648" v="950" actId="1076"/>
          <ac:spMkLst>
            <pc:docMk/>
            <pc:sldMk cId="192917151" sldId="467"/>
            <ac:spMk id="11" creationId="{D008B28A-1979-49D9-B943-50F77EA5CDF9}"/>
          </ac:spMkLst>
        </pc:spChg>
        <pc:spChg chg="add mod">
          <ac:chgData name="Teuku Raja Irfan Radarma" userId="cf428174-95ba-4576-8554-3a3b8ffa52b7" providerId="ADAL" clId="{064DE89A-8C20-404B-9FF1-EE940DB54367}" dt="2026-08-09T10:17:49.648" v="950" actId="1076"/>
          <ac:spMkLst>
            <pc:docMk/>
            <pc:sldMk cId="192917151" sldId="467"/>
            <ac:spMk id="12" creationId="{4F0A73B8-1DAE-438B-B993-1AAC0395AFBF}"/>
          </ac:spMkLst>
        </pc:spChg>
        <pc:spChg chg="add mod">
          <ac:chgData name="Teuku Raja Irfan Radarma" userId="cf428174-95ba-4576-8554-3a3b8ffa52b7" providerId="ADAL" clId="{064DE89A-8C20-404B-9FF1-EE940DB54367}" dt="2026-08-09T10:17:49.648" v="950" actId="1076"/>
          <ac:spMkLst>
            <pc:docMk/>
            <pc:sldMk cId="192917151" sldId="467"/>
            <ac:spMk id="13" creationId="{1FAFA435-04F5-4798-83D5-9DAD12947A4A}"/>
          </ac:spMkLst>
        </pc:spChg>
        <pc:spChg chg="add mod">
          <ac:chgData name="Teuku Raja Irfan Radarma" userId="cf428174-95ba-4576-8554-3a3b8ffa52b7" providerId="ADAL" clId="{064DE89A-8C20-404B-9FF1-EE940DB54367}" dt="2026-08-09T10:17:49.648" v="950" actId="1076"/>
          <ac:spMkLst>
            <pc:docMk/>
            <pc:sldMk cId="192917151" sldId="467"/>
            <ac:spMk id="14" creationId="{44D7162F-F950-4EB7-94C7-2ED43E3C9183}"/>
          </ac:spMkLst>
        </pc:spChg>
        <pc:spChg chg="add mod">
          <ac:chgData name="Teuku Raja Irfan Radarma" userId="cf428174-95ba-4576-8554-3a3b8ffa52b7" providerId="ADAL" clId="{064DE89A-8C20-404B-9FF1-EE940DB54367}" dt="2026-08-09T10:17:49.648" v="950" actId="1076"/>
          <ac:spMkLst>
            <pc:docMk/>
            <pc:sldMk cId="192917151" sldId="467"/>
            <ac:spMk id="15" creationId="{73326E95-FC47-45C5-BC1C-D5ED22BB33F6}"/>
          </ac:spMkLst>
        </pc:spChg>
        <pc:spChg chg="add mod">
          <ac:chgData name="Teuku Raja Irfan Radarma" userId="cf428174-95ba-4576-8554-3a3b8ffa52b7" providerId="ADAL" clId="{064DE89A-8C20-404B-9FF1-EE940DB54367}" dt="2026-08-09T10:17:49.648" v="950" actId="1076"/>
          <ac:spMkLst>
            <pc:docMk/>
            <pc:sldMk cId="192917151" sldId="467"/>
            <ac:spMk id="16" creationId="{9D5F8E6F-E235-491B-87E9-73BD5013BFFC}"/>
          </ac:spMkLst>
        </pc:spChg>
        <pc:spChg chg="add mod">
          <ac:chgData name="Teuku Raja Irfan Radarma" userId="cf428174-95ba-4576-8554-3a3b8ffa52b7" providerId="ADAL" clId="{064DE89A-8C20-404B-9FF1-EE940DB54367}" dt="2026-08-09T10:17:49.648" v="950" actId="1076"/>
          <ac:spMkLst>
            <pc:docMk/>
            <pc:sldMk cId="192917151" sldId="467"/>
            <ac:spMk id="17" creationId="{068D3E8A-FCA9-4D33-9566-9314B2643CB1}"/>
          </ac:spMkLst>
        </pc:spChg>
        <pc:spChg chg="add mod">
          <ac:chgData name="Teuku Raja Irfan Radarma" userId="cf428174-95ba-4576-8554-3a3b8ffa52b7" providerId="ADAL" clId="{064DE89A-8C20-404B-9FF1-EE940DB54367}" dt="2026-08-09T10:17:49.648" v="950" actId="1076"/>
          <ac:spMkLst>
            <pc:docMk/>
            <pc:sldMk cId="192917151" sldId="467"/>
            <ac:spMk id="18" creationId="{5DCDB6B5-3A00-4541-9C22-FCD14F4FE682}"/>
          </ac:spMkLst>
        </pc:spChg>
        <pc:spChg chg="add mod">
          <ac:chgData name="Teuku Raja Irfan Radarma" userId="cf428174-95ba-4576-8554-3a3b8ffa52b7" providerId="ADAL" clId="{064DE89A-8C20-404B-9FF1-EE940DB54367}" dt="2026-08-09T10:17:49.648" v="950" actId="1076"/>
          <ac:spMkLst>
            <pc:docMk/>
            <pc:sldMk cId="192917151" sldId="467"/>
            <ac:spMk id="19" creationId="{A7B31B14-09EA-4E4B-A1C2-05E8E7DFA6E8}"/>
          </ac:spMkLst>
        </pc:spChg>
        <pc:spChg chg="add mod">
          <ac:chgData name="Teuku Raja Irfan Radarma" userId="cf428174-95ba-4576-8554-3a3b8ffa52b7" providerId="ADAL" clId="{064DE89A-8C20-404B-9FF1-EE940DB54367}" dt="2026-08-09T10:18:34.021" v="967" actId="1076"/>
          <ac:spMkLst>
            <pc:docMk/>
            <pc:sldMk cId="192917151" sldId="467"/>
            <ac:spMk id="20" creationId="{53148420-6073-480B-8E0D-A8A9457AB3F1}"/>
          </ac:spMkLst>
        </pc:spChg>
        <pc:spChg chg="add mod">
          <ac:chgData name="Teuku Raja Irfan Radarma" userId="cf428174-95ba-4576-8554-3a3b8ffa52b7" providerId="ADAL" clId="{064DE89A-8C20-404B-9FF1-EE940DB54367}" dt="2026-08-09T10:18:34.021" v="967" actId="1076"/>
          <ac:spMkLst>
            <pc:docMk/>
            <pc:sldMk cId="192917151" sldId="467"/>
            <ac:spMk id="21" creationId="{2A07E494-446E-45F6-B5A9-8F5B72ED7BB8}"/>
          </ac:spMkLst>
        </pc:spChg>
        <pc:spChg chg="add mod">
          <ac:chgData name="Teuku Raja Irfan Radarma" userId="cf428174-95ba-4576-8554-3a3b8ffa52b7" providerId="ADAL" clId="{064DE89A-8C20-404B-9FF1-EE940DB54367}" dt="2026-08-09T10:18:34.021" v="967" actId="1076"/>
          <ac:spMkLst>
            <pc:docMk/>
            <pc:sldMk cId="192917151" sldId="467"/>
            <ac:spMk id="22" creationId="{7A0C540C-BDE1-4C3F-91F2-E83EC2FEA944}"/>
          </ac:spMkLst>
        </pc:spChg>
        <pc:spChg chg="add mod">
          <ac:chgData name="Teuku Raja Irfan Radarma" userId="cf428174-95ba-4576-8554-3a3b8ffa52b7" providerId="ADAL" clId="{064DE89A-8C20-404B-9FF1-EE940DB54367}" dt="2026-08-09T10:18:34.021" v="967" actId="1076"/>
          <ac:spMkLst>
            <pc:docMk/>
            <pc:sldMk cId="192917151" sldId="467"/>
            <ac:spMk id="23" creationId="{E2555973-6BD9-4892-9366-D9AF64D66C9D}"/>
          </ac:spMkLst>
        </pc:spChg>
        <pc:picChg chg="add mod">
          <ac:chgData name="Teuku Raja Irfan Radarma" userId="cf428174-95ba-4576-8554-3a3b8ffa52b7" providerId="ADAL" clId="{064DE89A-8C20-404B-9FF1-EE940DB54367}" dt="2026-08-09T10:17:49.648" v="950" actId="1076"/>
          <ac:picMkLst>
            <pc:docMk/>
            <pc:sldMk cId="192917151" sldId="467"/>
            <ac:picMk id="1026" creationId="{858DAF9A-888A-4673-A9EF-9D57E743997B}"/>
          </ac:picMkLst>
        </pc:picChg>
      </pc:sldChg>
      <pc:sldChg chg="modSp new mod">
        <pc:chgData name="Teuku Raja Irfan Radarma" userId="cf428174-95ba-4576-8554-3a3b8ffa52b7" providerId="ADAL" clId="{064DE89A-8C20-404B-9FF1-EE940DB54367}" dt="2026-08-09T10:30:42.322" v="1166" actId="113"/>
        <pc:sldMkLst>
          <pc:docMk/>
          <pc:sldMk cId="1674030130" sldId="468"/>
        </pc:sldMkLst>
        <pc:spChg chg="mod">
          <ac:chgData name="Teuku Raja Irfan Radarma" userId="cf428174-95ba-4576-8554-3a3b8ffa52b7" providerId="ADAL" clId="{064DE89A-8C20-404B-9FF1-EE940DB54367}" dt="2026-08-09T10:27:12.085" v="1084" actId="14100"/>
          <ac:spMkLst>
            <pc:docMk/>
            <pc:sldMk cId="1674030130" sldId="468"/>
            <ac:spMk id="2" creationId="{9DA75957-7FA9-432A-AFAC-A4713D9BE7AC}"/>
          </ac:spMkLst>
        </pc:spChg>
        <pc:spChg chg="mod">
          <ac:chgData name="Teuku Raja Irfan Radarma" userId="cf428174-95ba-4576-8554-3a3b8ffa52b7" providerId="ADAL" clId="{064DE89A-8C20-404B-9FF1-EE940DB54367}" dt="2026-08-09T10:30:42.322" v="1166" actId="113"/>
          <ac:spMkLst>
            <pc:docMk/>
            <pc:sldMk cId="1674030130" sldId="468"/>
            <ac:spMk id="3" creationId="{9F8EB06F-E102-4F4C-86A2-5413AA8BC503}"/>
          </ac:spMkLst>
        </pc:spChg>
      </pc:sldChg>
      <pc:sldChg chg="modSp new mod">
        <pc:chgData name="Teuku Raja Irfan Radarma" userId="cf428174-95ba-4576-8554-3a3b8ffa52b7" providerId="ADAL" clId="{064DE89A-8C20-404B-9FF1-EE940DB54367}" dt="2026-08-09T10:31:31.135" v="1169" actId="27636"/>
        <pc:sldMkLst>
          <pc:docMk/>
          <pc:sldMk cId="1273425505" sldId="469"/>
        </pc:sldMkLst>
        <pc:spChg chg="mod">
          <ac:chgData name="Teuku Raja Irfan Radarma" userId="cf428174-95ba-4576-8554-3a3b8ffa52b7" providerId="ADAL" clId="{064DE89A-8C20-404B-9FF1-EE940DB54367}" dt="2026-08-09T10:28:44.084" v="1125" actId="14100"/>
          <ac:spMkLst>
            <pc:docMk/>
            <pc:sldMk cId="1273425505" sldId="469"/>
            <ac:spMk id="2" creationId="{C41BCCDD-7E9A-42F7-A72C-E43DA6C6104B}"/>
          </ac:spMkLst>
        </pc:spChg>
        <pc:spChg chg="mod">
          <ac:chgData name="Teuku Raja Irfan Radarma" userId="cf428174-95ba-4576-8554-3a3b8ffa52b7" providerId="ADAL" clId="{064DE89A-8C20-404B-9FF1-EE940DB54367}" dt="2026-08-09T10:31:31.135" v="1169" actId="27636"/>
          <ac:spMkLst>
            <pc:docMk/>
            <pc:sldMk cId="1273425505" sldId="469"/>
            <ac:spMk id="3" creationId="{E0B72812-9BB6-44D6-A5D8-903128C1FB76}"/>
          </ac:spMkLst>
        </pc:spChg>
      </pc:sldChg>
      <pc:sldChg chg="addSp delSp modSp add mod ord">
        <pc:chgData name="Teuku Raja Irfan Radarma" userId="cf428174-95ba-4576-8554-3a3b8ffa52b7" providerId="ADAL" clId="{064DE89A-8C20-404B-9FF1-EE940DB54367}" dt="2026-08-09T10:40:56.498" v="1352" actId="478"/>
        <pc:sldMkLst>
          <pc:docMk/>
          <pc:sldMk cId="2957122220" sldId="470"/>
        </pc:sldMkLst>
        <pc:spChg chg="mod">
          <ac:chgData name="Teuku Raja Irfan Radarma" userId="cf428174-95ba-4576-8554-3a3b8ffa52b7" providerId="ADAL" clId="{064DE89A-8C20-404B-9FF1-EE940DB54367}" dt="2026-08-09T10:32:07.132" v="1193" actId="20577"/>
          <ac:spMkLst>
            <pc:docMk/>
            <pc:sldMk cId="2957122220" sldId="470"/>
            <ac:spMk id="2" creationId="{23219623-D51B-4DDB-A3FB-D5AA8A4AF8C3}"/>
          </ac:spMkLst>
        </pc:spChg>
        <pc:spChg chg="del">
          <ac:chgData name="Teuku Raja Irfan Radarma" userId="cf428174-95ba-4576-8554-3a3b8ffa52b7" providerId="ADAL" clId="{064DE89A-8C20-404B-9FF1-EE940DB54367}" dt="2026-08-09T10:40:54.420" v="1351" actId="478"/>
          <ac:spMkLst>
            <pc:docMk/>
            <pc:sldMk cId="2957122220" sldId="470"/>
            <ac:spMk id="3" creationId="{4E4BC2B8-CCAC-420D-93D5-E55A11AB8FB4}"/>
          </ac:spMkLst>
        </pc:spChg>
        <pc:spChg chg="add del mod">
          <ac:chgData name="Teuku Raja Irfan Radarma" userId="cf428174-95ba-4576-8554-3a3b8ffa52b7" providerId="ADAL" clId="{064DE89A-8C20-404B-9FF1-EE940DB54367}" dt="2026-08-09T10:40:56.498" v="1352" actId="478"/>
          <ac:spMkLst>
            <pc:docMk/>
            <pc:sldMk cId="2957122220" sldId="470"/>
            <ac:spMk id="5" creationId="{9761882A-B493-40F7-A963-34B92AA0C887}"/>
          </ac:spMkLst>
        </pc:spChg>
      </pc:sldChg>
      <pc:sldChg chg="addSp delSp modSp new mod">
        <pc:chgData name="Teuku Raja Irfan Radarma" userId="cf428174-95ba-4576-8554-3a3b8ffa52b7" providerId="ADAL" clId="{064DE89A-8C20-404B-9FF1-EE940DB54367}" dt="2026-08-09T10:45:37.182" v="1464" actId="179"/>
        <pc:sldMkLst>
          <pc:docMk/>
          <pc:sldMk cId="2316716426" sldId="471"/>
        </pc:sldMkLst>
        <pc:spChg chg="mod">
          <ac:chgData name="Teuku Raja Irfan Radarma" userId="cf428174-95ba-4576-8554-3a3b8ffa52b7" providerId="ADAL" clId="{064DE89A-8C20-404B-9FF1-EE940DB54367}" dt="2026-08-09T10:38:51.658" v="1333" actId="1076"/>
          <ac:spMkLst>
            <pc:docMk/>
            <pc:sldMk cId="2316716426" sldId="471"/>
            <ac:spMk id="2" creationId="{CBB11AB6-213C-408D-8E7D-374D0361E8D2}"/>
          </ac:spMkLst>
        </pc:spChg>
        <pc:spChg chg="del">
          <ac:chgData name="Teuku Raja Irfan Radarma" userId="cf428174-95ba-4576-8554-3a3b8ffa52b7" providerId="ADAL" clId="{064DE89A-8C20-404B-9FF1-EE940DB54367}" dt="2026-08-09T10:33:01.090" v="1225" actId="478"/>
          <ac:spMkLst>
            <pc:docMk/>
            <pc:sldMk cId="2316716426" sldId="471"/>
            <ac:spMk id="3" creationId="{76154D5A-170F-45C3-A1BF-72FB58446D4C}"/>
          </ac:spMkLst>
        </pc:spChg>
        <pc:spChg chg="add mod">
          <ac:chgData name="Teuku Raja Irfan Radarma" userId="cf428174-95ba-4576-8554-3a3b8ffa52b7" providerId="ADAL" clId="{064DE89A-8C20-404B-9FF1-EE940DB54367}" dt="2026-08-09T10:45:37.182" v="1464" actId="179"/>
          <ac:spMkLst>
            <pc:docMk/>
            <pc:sldMk cId="2316716426" sldId="471"/>
            <ac:spMk id="5" creationId="{E4F83687-4DE0-4DBF-9DD8-42389A9D6159}"/>
          </ac:spMkLst>
        </pc:spChg>
        <pc:spChg chg="add mod">
          <ac:chgData name="Teuku Raja Irfan Radarma" userId="cf428174-95ba-4576-8554-3a3b8ffa52b7" providerId="ADAL" clId="{064DE89A-8C20-404B-9FF1-EE940DB54367}" dt="2026-08-09T10:38:42.941" v="1330" actId="1076"/>
          <ac:spMkLst>
            <pc:docMk/>
            <pc:sldMk cId="2316716426" sldId="471"/>
            <ac:spMk id="7" creationId="{C5B2BDE5-A339-4998-B112-AA89A1A37F5D}"/>
          </ac:spMkLst>
        </pc:spChg>
        <pc:spChg chg="add mod">
          <ac:chgData name="Teuku Raja Irfan Radarma" userId="cf428174-95ba-4576-8554-3a3b8ffa52b7" providerId="ADAL" clId="{064DE89A-8C20-404B-9FF1-EE940DB54367}" dt="2026-08-09T10:39:15.935" v="1340" actId="1076"/>
          <ac:spMkLst>
            <pc:docMk/>
            <pc:sldMk cId="2316716426" sldId="471"/>
            <ac:spMk id="9" creationId="{1DC7BC8A-63C9-412D-8241-F53F41010749}"/>
          </ac:spMkLst>
        </pc:spChg>
        <pc:spChg chg="add mod">
          <ac:chgData name="Teuku Raja Irfan Radarma" userId="cf428174-95ba-4576-8554-3a3b8ffa52b7" providerId="ADAL" clId="{064DE89A-8C20-404B-9FF1-EE940DB54367}" dt="2026-08-09T10:40:30.081" v="1350" actId="113"/>
          <ac:spMkLst>
            <pc:docMk/>
            <pc:sldMk cId="2316716426" sldId="471"/>
            <ac:spMk id="12" creationId="{4884A757-689A-443F-8A9D-455A6EB022A5}"/>
          </ac:spMkLst>
        </pc:spChg>
        <pc:picChg chg="add mod">
          <ac:chgData name="Teuku Raja Irfan Radarma" userId="cf428174-95ba-4576-8554-3a3b8ffa52b7" providerId="ADAL" clId="{064DE89A-8C20-404B-9FF1-EE940DB54367}" dt="2026-08-09T10:39:01.034" v="1335" actId="1076"/>
          <ac:picMkLst>
            <pc:docMk/>
            <pc:sldMk cId="2316716426" sldId="471"/>
            <ac:picMk id="2050" creationId="{AEEEB2AE-DD78-434E-A0BB-620BECC0D880}"/>
          </ac:picMkLst>
        </pc:picChg>
      </pc:sldChg>
      <pc:sldChg chg="modSp add mod ord">
        <pc:chgData name="Teuku Raja Irfan Radarma" userId="cf428174-95ba-4576-8554-3a3b8ffa52b7" providerId="ADAL" clId="{064DE89A-8C20-404B-9FF1-EE940DB54367}" dt="2026-08-09T10:42:01.485" v="1387" actId="20577"/>
        <pc:sldMkLst>
          <pc:docMk/>
          <pc:sldMk cId="1457543395" sldId="472"/>
        </pc:sldMkLst>
        <pc:spChg chg="mod">
          <ac:chgData name="Teuku Raja Irfan Radarma" userId="cf428174-95ba-4576-8554-3a3b8ffa52b7" providerId="ADAL" clId="{064DE89A-8C20-404B-9FF1-EE940DB54367}" dt="2026-08-09T10:42:01.485" v="1387" actId="20577"/>
          <ac:spMkLst>
            <pc:docMk/>
            <pc:sldMk cId="1457543395" sldId="472"/>
            <ac:spMk id="2" creationId="{23219623-D51B-4DDB-A3FB-D5AA8A4AF8C3}"/>
          </ac:spMkLst>
        </pc:spChg>
      </pc:sldChg>
      <pc:sldChg chg="modSp add mod">
        <pc:chgData name="Teuku Raja Irfan Radarma" userId="cf428174-95ba-4576-8554-3a3b8ffa52b7" providerId="ADAL" clId="{064DE89A-8C20-404B-9FF1-EE940DB54367}" dt="2026-08-09T10:48:07.513" v="1465"/>
        <pc:sldMkLst>
          <pc:docMk/>
          <pc:sldMk cId="3755007632" sldId="473"/>
        </pc:sldMkLst>
        <pc:spChg chg="mod">
          <ac:chgData name="Teuku Raja Irfan Radarma" userId="cf428174-95ba-4576-8554-3a3b8ffa52b7" providerId="ADAL" clId="{064DE89A-8C20-404B-9FF1-EE940DB54367}" dt="2026-08-09T10:48:07.513" v="1465"/>
          <ac:spMkLst>
            <pc:docMk/>
            <pc:sldMk cId="3755007632" sldId="473"/>
            <ac:spMk id="2" creationId="{23219623-D51B-4DDB-A3FB-D5AA8A4AF8C3}"/>
          </ac:spMkLst>
        </pc:spChg>
      </pc:sldChg>
      <pc:sldChg chg="addSp delSp modSp add mod ord">
        <pc:chgData name="Teuku Raja Irfan Radarma" userId="cf428174-95ba-4576-8554-3a3b8ffa52b7" providerId="ADAL" clId="{064DE89A-8C20-404B-9FF1-EE940DB54367}" dt="2026-08-09T10:45:33.792" v="1463" actId="179"/>
        <pc:sldMkLst>
          <pc:docMk/>
          <pc:sldMk cId="988586795" sldId="474"/>
        </pc:sldMkLst>
        <pc:spChg chg="mod">
          <ac:chgData name="Teuku Raja Irfan Radarma" userId="cf428174-95ba-4576-8554-3a3b8ffa52b7" providerId="ADAL" clId="{064DE89A-8C20-404B-9FF1-EE940DB54367}" dt="2026-08-09T10:42:24.916" v="1420" actId="20577"/>
          <ac:spMkLst>
            <pc:docMk/>
            <pc:sldMk cId="988586795" sldId="474"/>
            <ac:spMk id="2" creationId="{CBB11AB6-213C-408D-8E7D-374D0361E8D2}"/>
          </ac:spMkLst>
        </pc:spChg>
        <pc:spChg chg="mod">
          <ac:chgData name="Teuku Raja Irfan Radarma" userId="cf428174-95ba-4576-8554-3a3b8ffa52b7" providerId="ADAL" clId="{064DE89A-8C20-404B-9FF1-EE940DB54367}" dt="2026-08-09T10:45:33.792" v="1463" actId="179"/>
          <ac:spMkLst>
            <pc:docMk/>
            <pc:sldMk cId="988586795" sldId="474"/>
            <ac:spMk id="5" creationId="{E4F83687-4DE0-4DBF-9DD8-42389A9D6159}"/>
          </ac:spMkLst>
        </pc:spChg>
        <pc:spChg chg="mod">
          <ac:chgData name="Teuku Raja Irfan Radarma" userId="cf428174-95ba-4576-8554-3a3b8ffa52b7" providerId="ADAL" clId="{064DE89A-8C20-404B-9FF1-EE940DB54367}" dt="2026-08-09T10:44:58.522" v="1461" actId="1076"/>
          <ac:spMkLst>
            <pc:docMk/>
            <pc:sldMk cId="988586795" sldId="474"/>
            <ac:spMk id="7" creationId="{C5B2BDE5-A339-4998-B112-AA89A1A37F5D}"/>
          </ac:spMkLst>
        </pc:spChg>
        <pc:spChg chg="del">
          <ac:chgData name="Teuku Raja Irfan Radarma" userId="cf428174-95ba-4576-8554-3a3b8ffa52b7" providerId="ADAL" clId="{064DE89A-8C20-404B-9FF1-EE940DB54367}" dt="2026-08-09T10:42:29.412" v="1422" actId="478"/>
          <ac:spMkLst>
            <pc:docMk/>
            <pc:sldMk cId="988586795" sldId="474"/>
            <ac:spMk id="9" creationId="{1DC7BC8A-63C9-412D-8241-F53F41010749}"/>
          </ac:spMkLst>
        </pc:spChg>
        <pc:spChg chg="mod">
          <ac:chgData name="Teuku Raja Irfan Radarma" userId="cf428174-95ba-4576-8554-3a3b8ffa52b7" providerId="ADAL" clId="{064DE89A-8C20-404B-9FF1-EE940DB54367}" dt="2026-08-09T10:44:50.375" v="1459" actId="20577"/>
          <ac:spMkLst>
            <pc:docMk/>
            <pc:sldMk cId="988586795" sldId="474"/>
            <ac:spMk id="12" creationId="{4884A757-689A-443F-8A9D-455A6EB022A5}"/>
          </ac:spMkLst>
        </pc:spChg>
        <pc:picChg chg="del">
          <ac:chgData name="Teuku Raja Irfan Radarma" userId="cf428174-95ba-4576-8554-3a3b8ffa52b7" providerId="ADAL" clId="{064DE89A-8C20-404B-9FF1-EE940DB54367}" dt="2026-08-09T10:42:26.745" v="1421" actId="478"/>
          <ac:picMkLst>
            <pc:docMk/>
            <pc:sldMk cId="988586795" sldId="474"/>
            <ac:picMk id="2050" creationId="{AEEEB2AE-DD78-434E-A0BB-620BECC0D880}"/>
          </ac:picMkLst>
        </pc:picChg>
        <pc:picChg chg="add mod">
          <ac:chgData name="Teuku Raja Irfan Radarma" userId="cf428174-95ba-4576-8554-3a3b8ffa52b7" providerId="ADAL" clId="{064DE89A-8C20-404B-9FF1-EE940DB54367}" dt="2026-08-09T10:44:55.671" v="1460" actId="1076"/>
          <ac:picMkLst>
            <pc:docMk/>
            <pc:sldMk cId="988586795" sldId="474"/>
            <ac:picMk id="3074" creationId="{BDA96EA9-0767-4E63-8F65-12DBCD85F916}"/>
          </ac:picMkLst>
        </pc:picChg>
      </pc:sldChg>
      <pc:sldChg chg="addSp delSp modSp add mod ord">
        <pc:chgData name="Teuku Raja Irfan Radarma" userId="cf428174-95ba-4576-8554-3a3b8ffa52b7" providerId="ADAL" clId="{064DE89A-8C20-404B-9FF1-EE940DB54367}" dt="2026-08-09T10:57:40.336" v="1631" actId="20577"/>
        <pc:sldMkLst>
          <pc:docMk/>
          <pc:sldMk cId="1729598747" sldId="475"/>
        </pc:sldMkLst>
        <pc:spChg chg="mod">
          <ac:chgData name="Teuku Raja Irfan Radarma" userId="cf428174-95ba-4576-8554-3a3b8ffa52b7" providerId="ADAL" clId="{064DE89A-8C20-404B-9FF1-EE940DB54367}" dt="2026-08-09T10:57:40.336" v="1631" actId="20577"/>
          <ac:spMkLst>
            <pc:docMk/>
            <pc:sldMk cId="1729598747" sldId="475"/>
            <ac:spMk id="2" creationId="{CBB11AB6-213C-408D-8E7D-374D0361E8D2}"/>
          </ac:spMkLst>
        </pc:spChg>
        <pc:spChg chg="mod">
          <ac:chgData name="Teuku Raja Irfan Radarma" userId="cf428174-95ba-4576-8554-3a3b8ffa52b7" providerId="ADAL" clId="{064DE89A-8C20-404B-9FF1-EE940DB54367}" dt="2026-08-09T10:49:00.817" v="1471" actId="6549"/>
          <ac:spMkLst>
            <pc:docMk/>
            <pc:sldMk cId="1729598747" sldId="475"/>
            <ac:spMk id="5" creationId="{E4F83687-4DE0-4DBF-9DD8-42389A9D6159}"/>
          </ac:spMkLst>
        </pc:spChg>
        <pc:spChg chg="mod">
          <ac:chgData name="Teuku Raja Irfan Radarma" userId="cf428174-95ba-4576-8554-3a3b8ffa52b7" providerId="ADAL" clId="{064DE89A-8C20-404B-9FF1-EE940DB54367}" dt="2026-08-09T10:54:30.424" v="1562" actId="404"/>
          <ac:spMkLst>
            <pc:docMk/>
            <pc:sldMk cId="1729598747" sldId="475"/>
            <ac:spMk id="7" creationId="{C5B2BDE5-A339-4998-B112-AA89A1A37F5D}"/>
          </ac:spMkLst>
        </pc:spChg>
        <pc:spChg chg="del">
          <ac:chgData name="Teuku Raja Irfan Radarma" userId="cf428174-95ba-4576-8554-3a3b8ffa52b7" providerId="ADAL" clId="{064DE89A-8C20-404B-9FF1-EE940DB54367}" dt="2026-08-09T10:54:26.978" v="1559" actId="478"/>
          <ac:spMkLst>
            <pc:docMk/>
            <pc:sldMk cId="1729598747" sldId="475"/>
            <ac:spMk id="12" creationId="{4884A757-689A-443F-8A9D-455A6EB022A5}"/>
          </ac:spMkLst>
        </pc:spChg>
        <pc:picChg chg="del">
          <ac:chgData name="Teuku Raja Irfan Radarma" userId="cf428174-95ba-4576-8554-3a3b8ffa52b7" providerId="ADAL" clId="{064DE89A-8C20-404B-9FF1-EE940DB54367}" dt="2026-08-09T10:52:34.988" v="1497" actId="478"/>
          <ac:picMkLst>
            <pc:docMk/>
            <pc:sldMk cId="1729598747" sldId="475"/>
            <ac:picMk id="3074" creationId="{BDA96EA9-0767-4E63-8F65-12DBCD85F916}"/>
          </ac:picMkLst>
        </pc:picChg>
        <pc:picChg chg="add mod">
          <ac:chgData name="Teuku Raja Irfan Radarma" userId="cf428174-95ba-4576-8554-3a3b8ffa52b7" providerId="ADAL" clId="{064DE89A-8C20-404B-9FF1-EE940DB54367}" dt="2026-08-09T10:55:17.189" v="1566" actId="1076"/>
          <ac:picMkLst>
            <pc:docMk/>
            <pc:sldMk cId="1729598747" sldId="475"/>
            <ac:picMk id="4098" creationId="{0DC40576-DC77-492D-8DD9-EB1FB18902E7}"/>
          </ac:picMkLst>
        </pc:picChg>
        <pc:picChg chg="add mod">
          <ac:chgData name="Teuku Raja Irfan Radarma" userId="cf428174-95ba-4576-8554-3a3b8ffa52b7" providerId="ADAL" clId="{064DE89A-8C20-404B-9FF1-EE940DB54367}" dt="2026-08-09T10:55:34.784" v="1573" actId="1076"/>
          <ac:picMkLst>
            <pc:docMk/>
            <pc:sldMk cId="1729598747" sldId="475"/>
            <ac:picMk id="4100" creationId="{757ED509-6053-4CF3-A91D-FCFC553C3739}"/>
          </ac:picMkLst>
        </pc:picChg>
      </pc:sldChg>
      <pc:sldChg chg="modSp add mod ord">
        <pc:chgData name="Teuku Raja Irfan Radarma" userId="cf428174-95ba-4576-8554-3a3b8ffa52b7" providerId="ADAL" clId="{064DE89A-8C20-404B-9FF1-EE940DB54367}" dt="2026-08-09T10:57:31.888" v="1614"/>
        <pc:sldMkLst>
          <pc:docMk/>
          <pc:sldMk cId="3096833339" sldId="476"/>
        </pc:sldMkLst>
        <pc:spChg chg="mod">
          <ac:chgData name="Teuku Raja Irfan Radarma" userId="cf428174-95ba-4576-8554-3a3b8ffa52b7" providerId="ADAL" clId="{064DE89A-8C20-404B-9FF1-EE940DB54367}" dt="2026-08-09T10:57:21.445" v="1611" actId="20577"/>
          <ac:spMkLst>
            <pc:docMk/>
            <pc:sldMk cId="3096833339" sldId="476"/>
            <ac:spMk id="2" creationId="{23219623-D51B-4DDB-A3FB-D5AA8A4AF8C3}"/>
          </ac:spMkLst>
        </pc:spChg>
      </pc:sldChg>
      <pc:sldChg chg="addSp delSp modSp add mod ord">
        <pc:chgData name="Teuku Raja Irfan Radarma" userId="cf428174-95ba-4576-8554-3a3b8ffa52b7" providerId="ADAL" clId="{064DE89A-8C20-404B-9FF1-EE940DB54367}" dt="2026-08-09T11:03:54.244" v="1731"/>
        <pc:sldMkLst>
          <pc:docMk/>
          <pc:sldMk cId="1955489792" sldId="477"/>
        </pc:sldMkLst>
        <pc:spChg chg="mod">
          <ac:chgData name="Teuku Raja Irfan Radarma" userId="cf428174-95ba-4576-8554-3a3b8ffa52b7" providerId="ADAL" clId="{064DE89A-8C20-404B-9FF1-EE940DB54367}" dt="2026-08-09T10:57:52.240" v="1632"/>
          <ac:spMkLst>
            <pc:docMk/>
            <pc:sldMk cId="1955489792" sldId="477"/>
            <ac:spMk id="2" creationId="{CBB11AB6-213C-408D-8E7D-374D0361E8D2}"/>
          </ac:spMkLst>
        </pc:spChg>
        <pc:spChg chg="add mod">
          <ac:chgData name="Teuku Raja Irfan Radarma" userId="cf428174-95ba-4576-8554-3a3b8ffa52b7" providerId="ADAL" clId="{064DE89A-8C20-404B-9FF1-EE940DB54367}" dt="2026-08-09T10:59:16.979" v="1673" actId="1076"/>
          <ac:spMkLst>
            <pc:docMk/>
            <pc:sldMk cId="1955489792" sldId="477"/>
            <ac:spMk id="3" creationId="{9DDA5F83-69D4-4195-96A9-AEBDF3E0E833}"/>
          </ac:spMkLst>
        </pc:spChg>
        <pc:spChg chg="mod">
          <ac:chgData name="Teuku Raja Irfan Radarma" userId="cf428174-95ba-4576-8554-3a3b8ffa52b7" providerId="ADAL" clId="{064DE89A-8C20-404B-9FF1-EE940DB54367}" dt="2026-08-09T10:59:08.389" v="1671" actId="14100"/>
          <ac:spMkLst>
            <pc:docMk/>
            <pc:sldMk cId="1955489792" sldId="477"/>
            <ac:spMk id="5" creationId="{E4F83687-4DE0-4DBF-9DD8-42389A9D6159}"/>
          </ac:spMkLst>
        </pc:spChg>
        <pc:spChg chg="mod">
          <ac:chgData name="Teuku Raja Irfan Radarma" userId="cf428174-95ba-4576-8554-3a3b8ffa52b7" providerId="ADAL" clId="{064DE89A-8C20-404B-9FF1-EE940DB54367}" dt="2026-08-09T11:00:39.403" v="1705" actId="113"/>
          <ac:spMkLst>
            <pc:docMk/>
            <pc:sldMk cId="1955489792" sldId="477"/>
            <ac:spMk id="7" creationId="{C5B2BDE5-A339-4998-B112-AA89A1A37F5D}"/>
          </ac:spMkLst>
        </pc:spChg>
        <pc:spChg chg="add del mod">
          <ac:chgData name="Teuku Raja Irfan Radarma" userId="cf428174-95ba-4576-8554-3a3b8ffa52b7" providerId="ADAL" clId="{064DE89A-8C20-404B-9FF1-EE940DB54367}" dt="2026-08-09T10:59:12.374" v="1672" actId="478"/>
          <ac:spMkLst>
            <pc:docMk/>
            <pc:sldMk cId="1955489792" sldId="477"/>
            <ac:spMk id="8" creationId="{7EFB24F2-062F-4D98-9302-30AF084D9CBA}"/>
          </ac:spMkLst>
        </pc:spChg>
        <pc:spChg chg="add mod">
          <ac:chgData name="Teuku Raja Irfan Radarma" userId="cf428174-95ba-4576-8554-3a3b8ffa52b7" providerId="ADAL" clId="{064DE89A-8C20-404B-9FF1-EE940DB54367}" dt="2026-08-09T10:59:49.233" v="1690" actId="14100"/>
          <ac:spMkLst>
            <pc:docMk/>
            <pc:sldMk cId="1955489792" sldId="477"/>
            <ac:spMk id="10" creationId="{AD310767-F65F-4755-95FC-5DCB9CA3A1AE}"/>
          </ac:spMkLst>
        </pc:spChg>
        <pc:spChg chg="add mod">
          <ac:chgData name="Teuku Raja Irfan Radarma" userId="cf428174-95ba-4576-8554-3a3b8ffa52b7" providerId="ADAL" clId="{064DE89A-8C20-404B-9FF1-EE940DB54367}" dt="2026-08-09T10:59:27.719" v="1685" actId="20577"/>
          <ac:spMkLst>
            <pc:docMk/>
            <pc:sldMk cId="1955489792" sldId="477"/>
            <ac:spMk id="11" creationId="{4B930B83-FCDB-4BFC-9230-B870781459F8}"/>
          </ac:spMkLst>
        </pc:spChg>
        <pc:spChg chg="add mod">
          <ac:chgData name="Teuku Raja Irfan Radarma" userId="cf428174-95ba-4576-8554-3a3b8ffa52b7" providerId="ADAL" clId="{064DE89A-8C20-404B-9FF1-EE940DB54367}" dt="2026-08-09T11:01:13.970" v="1712" actId="20577"/>
          <ac:spMkLst>
            <pc:docMk/>
            <pc:sldMk cId="1955489792" sldId="477"/>
            <ac:spMk id="12" creationId="{DD67FBCE-A4FD-4329-A5C2-4C516642D642}"/>
          </ac:spMkLst>
        </pc:spChg>
        <pc:picChg chg="del">
          <ac:chgData name="Teuku Raja Irfan Radarma" userId="cf428174-95ba-4576-8554-3a3b8ffa52b7" providerId="ADAL" clId="{064DE89A-8C20-404B-9FF1-EE940DB54367}" dt="2026-08-09T11:02:11.973" v="1713" actId="478"/>
          <ac:picMkLst>
            <pc:docMk/>
            <pc:sldMk cId="1955489792" sldId="477"/>
            <ac:picMk id="4098" creationId="{0DC40576-DC77-492D-8DD9-EB1FB18902E7}"/>
          </ac:picMkLst>
        </pc:picChg>
        <pc:picChg chg="del">
          <ac:chgData name="Teuku Raja Irfan Radarma" userId="cf428174-95ba-4576-8554-3a3b8ffa52b7" providerId="ADAL" clId="{064DE89A-8C20-404B-9FF1-EE940DB54367}" dt="2026-08-09T11:00:55.071" v="1706" actId="478"/>
          <ac:picMkLst>
            <pc:docMk/>
            <pc:sldMk cId="1955489792" sldId="477"/>
            <ac:picMk id="4100" creationId="{757ED509-6053-4CF3-A91D-FCFC553C3739}"/>
          </ac:picMkLst>
        </pc:picChg>
        <pc:picChg chg="add mod">
          <ac:chgData name="Teuku Raja Irfan Radarma" userId="cf428174-95ba-4576-8554-3a3b8ffa52b7" providerId="ADAL" clId="{064DE89A-8C20-404B-9FF1-EE940DB54367}" dt="2026-08-09T11:02:19.354" v="1716" actId="1076"/>
          <ac:picMkLst>
            <pc:docMk/>
            <pc:sldMk cId="1955489792" sldId="477"/>
            <ac:picMk id="5122" creationId="{8AE2D1ED-F6A3-487A-BB8F-1EFD73C23EBE}"/>
          </ac:picMkLst>
        </pc:picChg>
      </pc:sldChg>
      <pc:sldChg chg="modSp add mod ord">
        <pc:chgData name="Teuku Raja Irfan Radarma" userId="cf428174-95ba-4576-8554-3a3b8ffa52b7" providerId="ADAL" clId="{064DE89A-8C20-404B-9FF1-EE940DB54367}" dt="2026-08-09T11:04:03.202" v="1751" actId="20577"/>
        <pc:sldMkLst>
          <pc:docMk/>
          <pc:sldMk cId="1802941774" sldId="478"/>
        </pc:sldMkLst>
        <pc:spChg chg="mod">
          <ac:chgData name="Teuku Raja Irfan Radarma" userId="cf428174-95ba-4576-8554-3a3b8ffa52b7" providerId="ADAL" clId="{064DE89A-8C20-404B-9FF1-EE940DB54367}" dt="2026-08-09T11:04:03.202" v="1751" actId="20577"/>
          <ac:spMkLst>
            <pc:docMk/>
            <pc:sldMk cId="1802941774" sldId="478"/>
            <ac:spMk id="2" creationId="{23219623-D51B-4DDB-A3FB-D5AA8A4AF8C3}"/>
          </ac:spMkLst>
        </pc:spChg>
      </pc:sldChg>
      <pc:sldChg chg="add del">
        <pc:chgData name="Teuku Raja Irfan Radarma" userId="cf428174-95ba-4576-8554-3a3b8ffa52b7" providerId="ADAL" clId="{064DE89A-8C20-404B-9FF1-EE940DB54367}" dt="2026-08-09T11:04:09.018" v="1752" actId="47"/>
        <pc:sldMkLst>
          <pc:docMk/>
          <pc:sldMk cId="2579240993" sldId="479"/>
        </pc:sldMkLst>
      </pc:sldChg>
      <pc:sldChg chg="addSp delSp modSp add mod ord">
        <pc:chgData name="Teuku Raja Irfan Radarma" userId="cf428174-95ba-4576-8554-3a3b8ffa52b7" providerId="ADAL" clId="{064DE89A-8C20-404B-9FF1-EE940DB54367}" dt="2026-08-09T11:07:43.118" v="1839" actId="1076"/>
        <pc:sldMkLst>
          <pc:docMk/>
          <pc:sldMk cId="4086820331" sldId="479"/>
        </pc:sldMkLst>
        <pc:spChg chg="mod">
          <ac:chgData name="Teuku Raja Irfan Radarma" userId="cf428174-95ba-4576-8554-3a3b8ffa52b7" providerId="ADAL" clId="{064DE89A-8C20-404B-9FF1-EE940DB54367}" dt="2026-08-09T11:07:30.371" v="1837" actId="20577"/>
          <ac:spMkLst>
            <pc:docMk/>
            <pc:sldMk cId="4086820331" sldId="479"/>
            <ac:spMk id="2" creationId="{CBB11AB6-213C-408D-8E7D-374D0361E8D2}"/>
          </ac:spMkLst>
        </pc:spChg>
        <pc:spChg chg="mod">
          <ac:chgData name="Teuku Raja Irfan Radarma" userId="cf428174-95ba-4576-8554-3a3b8ffa52b7" providerId="ADAL" clId="{064DE89A-8C20-404B-9FF1-EE940DB54367}" dt="2026-08-09T11:04:23.866" v="1759" actId="6549"/>
          <ac:spMkLst>
            <pc:docMk/>
            <pc:sldMk cId="4086820331" sldId="479"/>
            <ac:spMk id="5" creationId="{E4F83687-4DE0-4DBF-9DD8-42389A9D6159}"/>
          </ac:spMkLst>
        </pc:spChg>
        <pc:spChg chg="mod">
          <ac:chgData name="Teuku Raja Irfan Radarma" userId="cf428174-95ba-4576-8554-3a3b8ffa52b7" providerId="ADAL" clId="{064DE89A-8C20-404B-9FF1-EE940DB54367}" dt="2026-08-09T11:07:43.118" v="1839" actId="1076"/>
          <ac:spMkLst>
            <pc:docMk/>
            <pc:sldMk cId="4086820331" sldId="479"/>
            <ac:spMk id="7" creationId="{C5B2BDE5-A339-4998-B112-AA89A1A37F5D}"/>
          </ac:spMkLst>
        </pc:spChg>
        <pc:spChg chg="add mod">
          <ac:chgData name="Teuku Raja Irfan Radarma" userId="cf428174-95ba-4576-8554-3a3b8ffa52b7" providerId="ADAL" clId="{064DE89A-8C20-404B-9FF1-EE940DB54367}" dt="2026-08-09T11:06:11.689" v="1814"/>
          <ac:spMkLst>
            <pc:docMk/>
            <pc:sldMk cId="4086820331" sldId="479"/>
            <ac:spMk id="8" creationId="{24612CC5-217C-48D2-B1A5-CDB493A209B6}"/>
          </ac:spMkLst>
        </pc:spChg>
        <pc:picChg chg="del">
          <ac:chgData name="Teuku Raja Irfan Radarma" userId="cf428174-95ba-4576-8554-3a3b8ffa52b7" providerId="ADAL" clId="{064DE89A-8C20-404B-9FF1-EE940DB54367}" dt="2026-08-09T11:07:03.347" v="1816" actId="478"/>
          <ac:picMkLst>
            <pc:docMk/>
            <pc:sldMk cId="4086820331" sldId="479"/>
            <ac:picMk id="4098" creationId="{0DC40576-DC77-492D-8DD9-EB1FB18902E7}"/>
          </ac:picMkLst>
        </pc:picChg>
        <pc:picChg chg="del">
          <ac:chgData name="Teuku Raja Irfan Radarma" userId="cf428174-95ba-4576-8554-3a3b8ffa52b7" providerId="ADAL" clId="{064DE89A-8C20-404B-9FF1-EE940DB54367}" dt="2026-08-09T11:05:58.217" v="1813" actId="478"/>
          <ac:picMkLst>
            <pc:docMk/>
            <pc:sldMk cId="4086820331" sldId="479"/>
            <ac:picMk id="4100" creationId="{757ED509-6053-4CF3-A91D-FCFC553C3739}"/>
          </ac:picMkLst>
        </pc:picChg>
        <pc:picChg chg="add mod">
          <ac:chgData name="Teuku Raja Irfan Radarma" userId="cf428174-95ba-4576-8554-3a3b8ffa52b7" providerId="ADAL" clId="{064DE89A-8C20-404B-9FF1-EE940DB54367}" dt="2026-08-09T11:07:20.472" v="1822" actId="1076"/>
          <ac:picMkLst>
            <pc:docMk/>
            <pc:sldMk cId="4086820331" sldId="479"/>
            <ac:picMk id="6146" creationId="{2E9AB482-1973-44C2-816D-675BEA14940E}"/>
          </ac:picMkLst>
        </pc:picChg>
      </pc:sldChg>
      <pc:sldChg chg="addSp delSp modSp add mod">
        <pc:chgData name="Teuku Raja Irfan Radarma" userId="cf428174-95ba-4576-8554-3a3b8ffa52b7" providerId="ADAL" clId="{064DE89A-8C20-404B-9FF1-EE940DB54367}" dt="2026-08-09T11:43:00.388" v="1989" actId="1076"/>
        <pc:sldMkLst>
          <pc:docMk/>
          <pc:sldMk cId="889493777" sldId="480"/>
        </pc:sldMkLst>
        <pc:spChg chg="mod">
          <ac:chgData name="Teuku Raja Irfan Radarma" userId="cf428174-95ba-4576-8554-3a3b8ffa52b7" providerId="ADAL" clId="{064DE89A-8C20-404B-9FF1-EE940DB54367}" dt="2026-08-09T11:39:03.126" v="1845"/>
          <ac:spMkLst>
            <pc:docMk/>
            <pc:sldMk cId="889493777" sldId="480"/>
            <ac:spMk id="2" creationId="{CBB11AB6-213C-408D-8E7D-374D0361E8D2}"/>
          </ac:spMkLst>
        </pc:spChg>
        <pc:spChg chg="add del">
          <ac:chgData name="Teuku Raja Irfan Radarma" userId="cf428174-95ba-4576-8554-3a3b8ffa52b7" providerId="ADAL" clId="{064DE89A-8C20-404B-9FF1-EE940DB54367}" dt="2026-08-09T11:40:23.435" v="1885" actId="478"/>
          <ac:spMkLst>
            <pc:docMk/>
            <pc:sldMk cId="889493777" sldId="480"/>
            <ac:spMk id="3" creationId="{883E2F37-554F-44EC-9284-535B0B911EF2}"/>
          </ac:spMkLst>
        </pc:spChg>
        <pc:spChg chg="mod">
          <ac:chgData name="Teuku Raja Irfan Radarma" userId="cf428174-95ba-4576-8554-3a3b8ffa52b7" providerId="ADAL" clId="{064DE89A-8C20-404B-9FF1-EE940DB54367}" dt="2026-08-09T11:39:25.364" v="1854" actId="14100"/>
          <ac:spMkLst>
            <pc:docMk/>
            <pc:sldMk cId="889493777" sldId="480"/>
            <ac:spMk id="5" creationId="{E4F83687-4DE0-4DBF-9DD8-42389A9D6159}"/>
          </ac:spMkLst>
        </pc:spChg>
        <pc:spChg chg="add mod">
          <ac:chgData name="Teuku Raja Irfan Radarma" userId="cf428174-95ba-4576-8554-3a3b8ffa52b7" providerId="ADAL" clId="{064DE89A-8C20-404B-9FF1-EE940DB54367}" dt="2026-08-09T11:42:57.725" v="1988" actId="1076"/>
          <ac:spMkLst>
            <pc:docMk/>
            <pc:sldMk cId="889493777" sldId="480"/>
            <ac:spMk id="6" creationId="{8C0AAC18-E22D-463E-BBB1-C7059BF79385}"/>
          </ac:spMkLst>
        </pc:spChg>
        <pc:spChg chg="mod">
          <ac:chgData name="Teuku Raja Irfan Radarma" userId="cf428174-95ba-4576-8554-3a3b8ffa52b7" providerId="ADAL" clId="{064DE89A-8C20-404B-9FF1-EE940DB54367}" dt="2026-08-09T11:43:00.388" v="1989" actId="1076"/>
          <ac:spMkLst>
            <pc:docMk/>
            <pc:sldMk cId="889493777" sldId="480"/>
            <ac:spMk id="7" creationId="{C5B2BDE5-A339-4998-B112-AA89A1A37F5D}"/>
          </ac:spMkLst>
        </pc:spChg>
        <pc:spChg chg="del">
          <ac:chgData name="Teuku Raja Irfan Radarma" userId="cf428174-95ba-4576-8554-3a3b8ffa52b7" providerId="ADAL" clId="{064DE89A-8C20-404B-9FF1-EE940DB54367}" dt="2026-08-09T11:39:29.082" v="1855" actId="478"/>
          <ac:spMkLst>
            <pc:docMk/>
            <pc:sldMk cId="889493777" sldId="480"/>
            <ac:spMk id="8" creationId="{24612CC5-217C-48D2-B1A5-CDB493A209B6}"/>
          </ac:spMkLst>
        </pc:spChg>
        <pc:spChg chg="add mod">
          <ac:chgData name="Teuku Raja Irfan Radarma" userId="cf428174-95ba-4576-8554-3a3b8ffa52b7" providerId="ADAL" clId="{064DE89A-8C20-404B-9FF1-EE940DB54367}" dt="2026-08-09T11:42:57.725" v="1988" actId="1076"/>
          <ac:spMkLst>
            <pc:docMk/>
            <pc:sldMk cId="889493777" sldId="480"/>
            <ac:spMk id="10" creationId="{B56757C5-DF3A-4FB5-AD5D-ED317014E2B5}"/>
          </ac:spMkLst>
        </pc:spChg>
        <pc:spChg chg="add mod">
          <ac:chgData name="Teuku Raja Irfan Radarma" userId="cf428174-95ba-4576-8554-3a3b8ffa52b7" providerId="ADAL" clId="{064DE89A-8C20-404B-9FF1-EE940DB54367}" dt="2026-08-09T11:42:57.725" v="1988" actId="1076"/>
          <ac:spMkLst>
            <pc:docMk/>
            <pc:sldMk cId="889493777" sldId="480"/>
            <ac:spMk id="11" creationId="{7938B9C0-58A4-475E-8BC8-104F1A47AAEB}"/>
          </ac:spMkLst>
        </pc:spChg>
        <pc:spChg chg="add mod">
          <ac:chgData name="Teuku Raja Irfan Radarma" userId="cf428174-95ba-4576-8554-3a3b8ffa52b7" providerId="ADAL" clId="{064DE89A-8C20-404B-9FF1-EE940DB54367}" dt="2026-08-09T11:42:57.725" v="1988" actId="1076"/>
          <ac:spMkLst>
            <pc:docMk/>
            <pc:sldMk cId="889493777" sldId="480"/>
            <ac:spMk id="13" creationId="{E3FEF5B6-2F8E-4E84-9FF5-EC1F9FC47383}"/>
          </ac:spMkLst>
        </pc:spChg>
        <pc:spChg chg="add mod">
          <ac:chgData name="Teuku Raja Irfan Radarma" userId="cf428174-95ba-4576-8554-3a3b8ffa52b7" providerId="ADAL" clId="{064DE89A-8C20-404B-9FF1-EE940DB54367}" dt="2026-08-09T11:42:57.725" v="1988" actId="1076"/>
          <ac:spMkLst>
            <pc:docMk/>
            <pc:sldMk cId="889493777" sldId="480"/>
            <ac:spMk id="14" creationId="{A76619DD-08AE-4A22-A9D0-EEF84EDB3FF1}"/>
          </ac:spMkLst>
        </pc:spChg>
        <pc:spChg chg="add mod">
          <ac:chgData name="Teuku Raja Irfan Radarma" userId="cf428174-95ba-4576-8554-3a3b8ffa52b7" providerId="ADAL" clId="{064DE89A-8C20-404B-9FF1-EE940DB54367}" dt="2026-08-09T11:42:57.725" v="1988" actId="1076"/>
          <ac:spMkLst>
            <pc:docMk/>
            <pc:sldMk cId="889493777" sldId="480"/>
            <ac:spMk id="16" creationId="{22FFBC6E-0FCA-45AA-8FD9-0D5DDBADF56E}"/>
          </ac:spMkLst>
        </pc:spChg>
        <pc:picChg chg="del">
          <ac:chgData name="Teuku Raja Irfan Radarma" userId="cf428174-95ba-4576-8554-3a3b8ffa52b7" providerId="ADAL" clId="{064DE89A-8C20-404B-9FF1-EE940DB54367}" dt="2026-08-09T11:39:04.998" v="1846" actId="478"/>
          <ac:picMkLst>
            <pc:docMk/>
            <pc:sldMk cId="889493777" sldId="480"/>
            <ac:picMk id="6146" creationId="{2E9AB482-1973-44C2-816D-675BEA14940E}"/>
          </ac:picMkLst>
        </pc:picChg>
      </pc:sldChg>
      <pc:sldChg chg="modSp add mod ord">
        <pc:chgData name="Teuku Raja Irfan Radarma" userId="cf428174-95ba-4576-8554-3a3b8ffa52b7" providerId="ADAL" clId="{064DE89A-8C20-404B-9FF1-EE940DB54367}" dt="2026-08-09T11:37:50.275" v="1844"/>
        <pc:sldMkLst>
          <pc:docMk/>
          <pc:sldMk cId="623755133" sldId="481"/>
        </pc:sldMkLst>
        <pc:spChg chg="mod">
          <ac:chgData name="Teuku Raja Irfan Radarma" userId="cf428174-95ba-4576-8554-3a3b8ffa52b7" providerId="ADAL" clId="{064DE89A-8C20-404B-9FF1-EE940DB54367}" dt="2026-08-09T11:37:50.275" v="1844"/>
          <ac:spMkLst>
            <pc:docMk/>
            <pc:sldMk cId="623755133" sldId="481"/>
            <ac:spMk id="2" creationId="{23219623-D51B-4DDB-A3FB-D5AA8A4AF8C3}"/>
          </ac:spMkLst>
        </pc:spChg>
      </pc:sldChg>
      <pc:sldChg chg="addSp delSp modSp add mod">
        <pc:chgData name="Teuku Raja Irfan Radarma" userId="cf428174-95ba-4576-8554-3a3b8ffa52b7" providerId="ADAL" clId="{064DE89A-8C20-404B-9FF1-EE940DB54367}" dt="2026-08-09T11:45:57.313" v="2035" actId="1076"/>
        <pc:sldMkLst>
          <pc:docMk/>
          <pc:sldMk cId="890377762" sldId="482"/>
        </pc:sldMkLst>
        <pc:spChg chg="mod">
          <ac:chgData name="Teuku Raja Irfan Radarma" userId="cf428174-95ba-4576-8554-3a3b8ffa52b7" providerId="ADAL" clId="{064DE89A-8C20-404B-9FF1-EE940DB54367}" dt="2026-08-09T11:43:20.615" v="1992" actId="20577"/>
          <ac:spMkLst>
            <pc:docMk/>
            <pc:sldMk cId="890377762" sldId="482"/>
            <ac:spMk id="2" creationId="{CBB11AB6-213C-408D-8E7D-374D0361E8D2}"/>
          </ac:spMkLst>
        </pc:spChg>
        <pc:spChg chg="mod">
          <ac:chgData name="Teuku Raja Irfan Radarma" userId="cf428174-95ba-4576-8554-3a3b8ffa52b7" providerId="ADAL" clId="{064DE89A-8C20-404B-9FF1-EE940DB54367}" dt="2026-08-09T11:43:28.541" v="1996" actId="20577"/>
          <ac:spMkLst>
            <pc:docMk/>
            <pc:sldMk cId="890377762" sldId="482"/>
            <ac:spMk id="5" creationId="{E4F83687-4DE0-4DBF-9DD8-42389A9D6159}"/>
          </ac:spMkLst>
        </pc:spChg>
        <pc:spChg chg="del">
          <ac:chgData name="Teuku Raja Irfan Radarma" userId="cf428174-95ba-4576-8554-3a3b8ffa52b7" providerId="ADAL" clId="{064DE89A-8C20-404B-9FF1-EE940DB54367}" dt="2026-08-09T11:43:34.123" v="1997" actId="478"/>
          <ac:spMkLst>
            <pc:docMk/>
            <pc:sldMk cId="890377762" sldId="482"/>
            <ac:spMk id="6" creationId="{8C0AAC18-E22D-463E-BBB1-C7059BF79385}"/>
          </ac:spMkLst>
        </pc:spChg>
        <pc:spChg chg="mod">
          <ac:chgData name="Teuku Raja Irfan Radarma" userId="cf428174-95ba-4576-8554-3a3b8ffa52b7" providerId="ADAL" clId="{064DE89A-8C20-404B-9FF1-EE940DB54367}" dt="2026-08-09T11:43:44.836" v="2006"/>
          <ac:spMkLst>
            <pc:docMk/>
            <pc:sldMk cId="890377762" sldId="482"/>
            <ac:spMk id="7" creationId="{C5B2BDE5-A339-4998-B112-AA89A1A37F5D}"/>
          </ac:spMkLst>
        </pc:spChg>
        <pc:spChg chg="del">
          <ac:chgData name="Teuku Raja Irfan Radarma" userId="cf428174-95ba-4576-8554-3a3b8ffa52b7" providerId="ADAL" clId="{064DE89A-8C20-404B-9FF1-EE940DB54367}" dt="2026-08-09T11:43:34.123" v="1997" actId="478"/>
          <ac:spMkLst>
            <pc:docMk/>
            <pc:sldMk cId="890377762" sldId="482"/>
            <ac:spMk id="10" creationId="{B56757C5-DF3A-4FB5-AD5D-ED317014E2B5}"/>
          </ac:spMkLst>
        </pc:spChg>
        <pc:spChg chg="del">
          <ac:chgData name="Teuku Raja Irfan Radarma" userId="cf428174-95ba-4576-8554-3a3b8ffa52b7" providerId="ADAL" clId="{064DE89A-8C20-404B-9FF1-EE940DB54367}" dt="2026-08-09T11:43:34.123" v="1997" actId="478"/>
          <ac:spMkLst>
            <pc:docMk/>
            <pc:sldMk cId="890377762" sldId="482"/>
            <ac:spMk id="11" creationId="{7938B9C0-58A4-475E-8BC8-104F1A47AAEB}"/>
          </ac:spMkLst>
        </pc:spChg>
        <pc:spChg chg="del">
          <ac:chgData name="Teuku Raja Irfan Radarma" userId="cf428174-95ba-4576-8554-3a3b8ffa52b7" providerId="ADAL" clId="{064DE89A-8C20-404B-9FF1-EE940DB54367}" dt="2026-08-09T11:43:34.123" v="1997" actId="478"/>
          <ac:spMkLst>
            <pc:docMk/>
            <pc:sldMk cId="890377762" sldId="482"/>
            <ac:spMk id="13" creationId="{E3FEF5B6-2F8E-4E84-9FF5-EC1F9FC47383}"/>
          </ac:spMkLst>
        </pc:spChg>
        <pc:spChg chg="del">
          <ac:chgData name="Teuku Raja Irfan Radarma" userId="cf428174-95ba-4576-8554-3a3b8ffa52b7" providerId="ADAL" clId="{064DE89A-8C20-404B-9FF1-EE940DB54367}" dt="2026-08-09T11:43:34.123" v="1997" actId="478"/>
          <ac:spMkLst>
            <pc:docMk/>
            <pc:sldMk cId="890377762" sldId="482"/>
            <ac:spMk id="14" creationId="{A76619DD-08AE-4A22-A9D0-EEF84EDB3FF1}"/>
          </ac:spMkLst>
        </pc:spChg>
        <pc:spChg chg="add mod">
          <ac:chgData name="Teuku Raja Irfan Radarma" userId="cf428174-95ba-4576-8554-3a3b8ffa52b7" providerId="ADAL" clId="{064DE89A-8C20-404B-9FF1-EE940DB54367}" dt="2026-08-09T11:45:15.135" v="2022" actId="14100"/>
          <ac:spMkLst>
            <pc:docMk/>
            <pc:sldMk cId="890377762" sldId="482"/>
            <ac:spMk id="15" creationId="{BBE9DD1A-258E-49D5-BDE9-7EC356F10617}"/>
          </ac:spMkLst>
        </pc:spChg>
        <pc:spChg chg="del">
          <ac:chgData name="Teuku Raja Irfan Radarma" userId="cf428174-95ba-4576-8554-3a3b8ffa52b7" providerId="ADAL" clId="{064DE89A-8C20-404B-9FF1-EE940DB54367}" dt="2026-08-09T11:43:34.123" v="1997" actId="478"/>
          <ac:spMkLst>
            <pc:docMk/>
            <pc:sldMk cId="890377762" sldId="482"/>
            <ac:spMk id="16" creationId="{22FFBC6E-0FCA-45AA-8FD9-0D5DDBADF56E}"/>
          </ac:spMkLst>
        </pc:spChg>
        <pc:spChg chg="add mod">
          <ac:chgData name="Teuku Raja Irfan Radarma" userId="cf428174-95ba-4576-8554-3a3b8ffa52b7" providerId="ADAL" clId="{064DE89A-8C20-404B-9FF1-EE940DB54367}" dt="2026-08-09T11:45:57.313" v="2035" actId="1076"/>
          <ac:spMkLst>
            <pc:docMk/>
            <pc:sldMk cId="890377762" sldId="482"/>
            <ac:spMk id="17" creationId="{C7FF0040-4C9F-4379-BF99-052ABC26337A}"/>
          </ac:spMkLst>
        </pc:spChg>
      </pc:sldChg>
      <pc:sldChg chg="addSp modSp add mod">
        <pc:chgData name="Teuku Raja Irfan Radarma" userId="cf428174-95ba-4576-8554-3a3b8ffa52b7" providerId="ADAL" clId="{064DE89A-8C20-404B-9FF1-EE940DB54367}" dt="2026-08-09T11:49:49.044" v="2101" actId="1076"/>
        <pc:sldMkLst>
          <pc:docMk/>
          <pc:sldMk cId="3072341158" sldId="483"/>
        </pc:sldMkLst>
        <pc:spChg chg="mod">
          <ac:chgData name="Teuku Raja Irfan Radarma" userId="cf428174-95ba-4576-8554-3a3b8ffa52b7" providerId="ADAL" clId="{064DE89A-8C20-404B-9FF1-EE940DB54367}" dt="2026-08-09T11:46:09.094" v="2042" actId="27636"/>
          <ac:spMkLst>
            <pc:docMk/>
            <pc:sldMk cId="3072341158" sldId="483"/>
            <ac:spMk id="2" creationId="{CBB11AB6-213C-408D-8E7D-374D0361E8D2}"/>
          </ac:spMkLst>
        </pc:spChg>
        <pc:spChg chg="mod">
          <ac:chgData name="Teuku Raja Irfan Radarma" userId="cf428174-95ba-4576-8554-3a3b8ffa52b7" providerId="ADAL" clId="{064DE89A-8C20-404B-9FF1-EE940DB54367}" dt="2026-08-09T11:47:06.623" v="2070" actId="179"/>
          <ac:spMkLst>
            <pc:docMk/>
            <pc:sldMk cId="3072341158" sldId="483"/>
            <ac:spMk id="5" creationId="{E4F83687-4DE0-4DBF-9DD8-42389A9D6159}"/>
          </ac:spMkLst>
        </pc:spChg>
        <pc:spChg chg="mod">
          <ac:chgData name="Teuku Raja Irfan Radarma" userId="cf428174-95ba-4576-8554-3a3b8ffa52b7" providerId="ADAL" clId="{064DE89A-8C20-404B-9FF1-EE940DB54367}" dt="2026-08-09T11:47:02.855" v="2068" actId="1076"/>
          <ac:spMkLst>
            <pc:docMk/>
            <pc:sldMk cId="3072341158" sldId="483"/>
            <ac:spMk id="7" creationId="{C5B2BDE5-A339-4998-B112-AA89A1A37F5D}"/>
          </ac:spMkLst>
        </pc:spChg>
        <pc:spChg chg="add mod">
          <ac:chgData name="Teuku Raja Irfan Radarma" userId="cf428174-95ba-4576-8554-3a3b8ffa52b7" providerId="ADAL" clId="{064DE89A-8C20-404B-9FF1-EE940DB54367}" dt="2026-08-09T11:47:50.677" v="2082"/>
          <ac:spMkLst>
            <pc:docMk/>
            <pc:sldMk cId="3072341158" sldId="483"/>
            <ac:spMk id="8" creationId="{06281418-0B6A-4C05-80F6-028D4E639C32}"/>
          </ac:spMkLst>
        </pc:spChg>
        <pc:spChg chg="add mod">
          <ac:chgData name="Teuku Raja Irfan Radarma" userId="cf428174-95ba-4576-8554-3a3b8ffa52b7" providerId="ADAL" clId="{064DE89A-8C20-404B-9FF1-EE940DB54367}" dt="2026-08-09T11:47:42.742" v="2081"/>
          <ac:spMkLst>
            <pc:docMk/>
            <pc:sldMk cId="3072341158" sldId="483"/>
            <ac:spMk id="9" creationId="{F1A1FEE8-BA4E-4F7F-9E58-8B613F12AF79}"/>
          </ac:spMkLst>
        </pc:spChg>
        <pc:spChg chg="add mod">
          <ac:chgData name="Teuku Raja Irfan Radarma" userId="cf428174-95ba-4576-8554-3a3b8ffa52b7" providerId="ADAL" clId="{064DE89A-8C20-404B-9FF1-EE940DB54367}" dt="2026-08-09T11:49:49.044" v="2101" actId="1076"/>
          <ac:spMkLst>
            <pc:docMk/>
            <pc:sldMk cId="3072341158" sldId="483"/>
            <ac:spMk id="10" creationId="{51960E6E-5E7E-4A73-A583-5C201DF09CB0}"/>
          </ac:spMkLst>
        </pc:spChg>
        <pc:spChg chg="mod">
          <ac:chgData name="Teuku Raja Irfan Radarma" userId="cf428174-95ba-4576-8554-3a3b8ffa52b7" providerId="ADAL" clId="{064DE89A-8C20-404B-9FF1-EE940DB54367}" dt="2026-08-09T11:49:49.044" v="2101" actId="1076"/>
          <ac:spMkLst>
            <pc:docMk/>
            <pc:sldMk cId="3072341158" sldId="483"/>
            <ac:spMk id="15" creationId="{BBE9DD1A-258E-49D5-BDE9-7EC356F10617}"/>
          </ac:spMkLst>
        </pc:spChg>
        <pc:spChg chg="mod">
          <ac:chgData name="Teuku Raja Irfan Radarma" userId="cf428174-95ba-4576-8554-3a3b8ffa52b7" providerId="ADAL" clId="{064DE89A-8C20-404B-9FF1-EE940DB54367}" dt="2026-08-09T11:47:25.739" v="2077" actId="404"/>
          <ac:spMkLst>
            <pc:docMk/>
            <pc:sldMk cId="3072341158" sldId="483"/>
            <ac:spMk id="17" creationId="{C7FF0040-4C9F-4379-BF99-052ABC26337A}"/>
          </ac:spMkLst>
        </pc:spChg>
      </pc:sldChg>
      <pc:sldChg chg="addSp delSp modSp add mod ord">
        <pc:chgData name="Teuku Raja Irfan Radarma" userId="cf428174-95ba-4576-8554-3a3b8ffa52b7" providerId="ADAL" clId="{064DE89A-8C20-404B-9FF1-EE940DB54367}" dt="2026-08-09T11:57:28.731" v="2190" actId="1076"/>
        <pc:sldMkLst>
          <pc:docMk/>
          <pc:sldMk cId="1663968080" sldId="484"/>
        </pc:sldMkLst>
        <pc:spChg chg="mod">
          <ac:chgData name="Teuku Raja Irfan Radarma" userId="cf428174-95ba-4576-8554-3a3b8ffa52b7" providerId="ADAL" clId="{064DE89A-8C20-404B-9FF1-EE940DB54367}" dt="2026-08-09T11:53:21.370" v="2151" actId="20577"/>
          <ac:spMkLst>
            <pc:docMk/>
            <pc:sldMk cId="1663968080" sldId="484"/>
            <ac:spMk id="2" creationId="{CBB11AB6-213C-408D-8E7D-374D0361E8D2}"/>
          </ac:spMkLst>
        </pc:spChg>
        <pc:spChg chg="mod">
          <ac:chgData name="Teuku Raja Irfan Radarma" userId="cf428174-95ba-4576-8554-3a3b8ffa52b7" providerId="ADAL" clId="{064DE89A-8C20-404B-9FF1-EE940DB54367}" dt="2026-08-09T11:57:17.568" v="2187" actId="404"/>
          <ac:spMkLst>
            <pc:docMk/>
            <pc:sldMk cId="1663968080" sldId="484"/>
            <ac:spMk id="5" creationId="{E4F83687-4DE0-4DBF-9DD8-42389A9D6159}"/>
          </ac:spMkLst>
        </pc:spChg>
        <pc:spChg chg="mod">
          <ac:chgData name="Teuku Raja Irfan Radarma" userId="cf428174-95ba-4576-8554-3a3b8ffa52b7" providerId="ADAL" clId="{064DE89A-8C20-404B-9FF1-EE940DB54367}" dt="2026-08-09T11:57:24.105" v="2189" actId="1076"/>
          <ac:spMkLst>
            <pc:docMk/>
            <pc:sldMk cId="1663968080" sldId="484"/>
            <ac:spMk id="7" creationId="{C5B2BDE5-A339-4998-B112-AA89A1A37F5D}"/>
          </ac:spMkLst>
        </pc:spChg>
        <pc:spChg chg="add del mod">
          <ac:chgData name="Teuku Raja Irfan Radarma" userId="cf428174-95ba-4576-8554-3a3b8ffa52b7" providerId="ADAL" clId="{064DE89A-8C20-404B-9FF1-EE940DB54367}" dt="2026-08-09T11:54:23.092" v="2168" actId="22"/>
          <ac:spMkLst>
            <pc:docMk/>
            <pc:sldMk cId="1663968080" sldId="484"/>
            <ac:spMk id="9" creationId="{7AEE8C7F-6B98-4B05-B939-55B317833BB5}"/>
          </ac:spMkLst>
        </pc:spChg>
        <pc:spChg chg="mod">
          <ac:chgData name="Teuku Raja Irfan Radarma" userId="cf428174-95ba-4576-8554-3a3b8ffa52b7" providerId="ADAL" clId="{064DE89A-8C20-404B-9FF1-EE940DB54367}" dt="2026-08-09T11:57:28.731" v="2190" actId="1076"/>
          <ac:spMkLst>
            <pc:docMk/>
            <pc:sldMk cId="1663968080" sldId="484"/>
            <ac:spMk id="12" creationId="{4884A757-689A-443F-8A9D-455A6EB022A5}"/>
          </ac:spMkLst>
        </pc:spChg>
        <pc:picChg chg="del">
          <ac:chgData name="Teuku Raja Irfan Radarma" userId="cf428174-95ba-4576-8554-3a3b8ffa52b7" providerId="ADAL" clId="{064DE89A-8C20-404B-9FF1-EE940DB54367}" dt="2026-08-09T11:53:26.001" v="2153" actId="478"/>
          <ac:picMkLst>
            <pc:docMk/>
            <pc:sldMk cId="1663968080" sldId="484"/>
            <ac:picMk id="3074" creationId="{BDA96EA9-0767-4E63-8F65-12DBCD85F916}"/>
          </ac:picMkLst>
        </pc:picChg>
        <pc:picChg chg="add mod">
          <ac:chgData name="Teuku Raja Irfan Radarma" userId="cf428174-95ba-4576-8554-3a3b8ffa52b7" providerId="ADAL" clId="{064DE89A-8C20-404B-9FF1-EE940DB54367}" dt="2026-08-09T11:57:20.549" v="2188" actId="1076"/>
          <ac:picMkLst>
            <pc:docMk/>
            <pc:sldMk cId="1663968080" sldId="484"/>
            <ac:picMk id="7170" creationId="{33443A98-B7A6-41A0-A3D6-6C8EB3A173B5}"/>
          </ac:picMkLst>
        </pc:picChg>
      </pc:sldChg>
      <pc:sldChg chg="delSp modSp add del mod">
        <pc:chgData name="Teuku Raja Irfan Radarma" userId="cf428174-95ba-4576-8554-3a3b8ffa52b7" providerId="ADAL" clId="{064DE89A-8C20-404B-9FF1-EE940DB54367}" dt="2026-08-09T11:53:06.822" v="2125" actId="47"/>
        <pc:sldMkLst>
          <pc:docMk/>
          <pc:sldMk cId="4065532794" sldId="484"/>
        </pc:sldMkLst>
        <pc:spChg chg="mod">
          <ac:chgData name="Teuku Raja Irfan Radarma" userId="cf428174-95ba-4576-8554-3a3b8ffa52b7" providerId="ADAL" clId="{064DE89A-8C20-404B-9FF1-EE940DB54367}" dt="2026-08-09T11:52:49.271" v="2121" actId="20577"/>
          <ac:spMkLst>
            <pc:docMk/>
            <pc:sldMk cId="4065532794" sldId="484"/>
            <ac:spMk id="2" creationId="{CBB11AB6-213C-408D-8E7D-374D0361E8D2}"/>
          </ac:spMkLst>
        </pc:spChg>
        <pc:spChg chg="mod">
          <ac:chgData name="Teuku Raja Irfan Radarma" userId="cf428174-95ba-4576-8554-3a3b8ffa52b7" providerId="ADAL" clId="{064DE89A-8C20-404B-9FF1-EE940DB54367}" dt="2026-08-09T11:52:59.486" v="2124"/>
          <ac:spMkLst>
            <pc:docMk/>
            <pc:sldMk cId="4065532794" sldId="484"/>
            <ac:spMk id="5" creationId="{E4F83687-4DE0-4DBF-9DD8-42389A9D6159}"/>
          </ac:spMkLst>
        </pc:spChg>
        <pc:spChg chg="del">
          <ac:chgData name="Teuku Raja Irfan Radarma" userId="cf428174-95ba-4576-8554-3a3b8ffa52b7" providerId="ADAL" clId="{064DE89A-8C20-404B-9FF1-EE940DB54367}" dt="2026-08-09T11:52:55.960" v="2122" actId="478"/>
          <ac:spMkLst>
            <pc:docMk/>
            <pc:sldMk cId="4065532794" sldId="484"/>
            <ac:spMk id="7" creationId="{C5B2BDE5-A339-4998-B112-AA89A1A37F5D}"/>
          </ac:spMkLst>
        </pc:spChg>
      </pc:sldChg>
      <pc:sldChg chg="modSp add mod ord">
        <pc:chgData name="Teuku Raja Irfan Radarma" userId="cf428174-95ba-4576-8554-3a3b8ffa52b7" providerId="ADAL" clId="{064DE89A-8C20-404B-9FF1-EE940DB54367}" dt="2026-08-09T11:57:47.134" v="2194"/>
        <pc:sldMkLst>
          <pc:docMk/>
          <pc:sldMk cId="2554571376" sldId="485"/>
        </pc:sldMkLst>
        <pc:spChg chg="mod">
          <ac:chgData name="Teuku Raja Irfan Radarma" userId="cf428174-95ba-4576-8554-3a3b8ffa52b7" providerId="ADAL" clId="{064DE89A-8C20-404B-9FF1-EE940DB54367}" dt="2026-08-09T11:57:47.134" v="2194"/>
          <ac:spMkLst>
            <pc:docMk/>
            <pc:sldMk cId="2554571376" sldId="485"/>
            <ac:spMk id="2" creationId="{23219623-D51B-4DDB-A3FB-D5AA8A4AF8C3}"/>
          </ac:spMkLst>
        </pc:spChg>
      </pc:sldChg>
      <pc:sldChg chg="modSp new del mod">
        <pc:chgData name="Teuku Raja Irfan Radarma" userId="cf428174-95ba-4576-8554-3a3b8ffa52b7" providerId="ADAL" clId="{064DE89A-8C20-404B-9FF1-EE940DB54367}" dt="2026-08-09T11:59:13.824" v="2199" actId="47"/>
        <pc:sldMkLst>
          <pc:docMk/>
          <pc:sldMk cId="3215553188" sldId="486"/>
        </pc:sldMkLst>
        <pc:spChg chg="mod">
          <ac:chgData name="Teuku Raja Irfan Radarma" userId="cf428174-95ba-4576-8554-3a3b8ffa52b7" providerId="ADAL" clId="{064DE89A-8C20-404B-9FF1-EE940DB54367}" dt="2026-08-09T11:59:11.053" v="2197"/>
          <ac:spMkLst>
            <pc:docMk/>
            <pc:sldMk cId="3215553188" sldId="486"/>
            <ac:spMk id="2" creationId="{33F4B7F7-57D2-4DAF-AEBB-D4D9ECBB5069}"/>
          </ac:spMkLst>
        </pc:spChg>
      </pc:sldChg>
      <pc:sldChg chg="addSp delSp modSp add mod ord">
        <pc:chgData name="Teuku Raja Irfan Radarma" userId="cf428174-95ba-4576-8554-3a3b8ffa52b7" providerId="ADAL" clId="{064DE89A-8C20-404B-9FF1-EE940DB54367}" dt="2026-08-09T12:07:37.621" v="2315" actId="1076"/>
        <pc:sldMkLst>
          <pc:docMk/>
          <pc:sldMk cId="1919494264" sldId="487"/>
        </pc:sldMkLst>
        <pc:spChg chg="mod">
          <ac:chgData name="Teuku Raja Irfan Radarma" userId="cf428174-95ba-4576-8554-3a3b8ffa52b7" providerId="ADAL" clId="{064DE89A-8C20-404B-9FF1-EE940DB54367}" dt="2026-08-09T11:59:17.185" v="2202"/>
          <ac:spMkLst>
            <pc:docMk/>
            <pc:sldMk cId="1919494264" sldId="487"/>
            <ac:spMk id="2" creationId="{CBB11AB6-213C-408D-8E7D-374D0361E8D2}"/>
          </ac:spMkLst>
        </pc:spChg>
        <pc:spChg chg="del">
          <ac:chgData name="Teuku Raja Irfan Radarma" userId="cf428174-95ba-4576-8554-3a3b8ffa52b7" providerId="ADAL" clId="{064DE89A-8C20-404B-9FF1-EE940DB54367}" dt="2026-08-09T11:59:24.348" v="2203" actId="478"/>
          <ac:spMkLst>
            <pc:docMk/>
            <pc:sldMk cId="1919494264" sldId="487"/>
            <ac:spMk id="5" creationId="{E4F83687-4DE0-4DBF-9DD8-42389A9D6159}"/>
          </ac:spMkLst>
        </pc:spChg>
        <pc:spChg chg="del">
          <ac:chgData name="Teuku Raja Irfan Radarma" userId="cf428174-95ba-4576-8554-3a3b8ffa52b7" providerId="ADAL" clId="{064DE89A-8C20-404B-9FF1-EE940DB54367}" dt="2026-08-09T12:00:37.400" v="2220" actId="478"/>
          <ac:spMkLst>
            <pc:docMk/>
            <pc:sldMk cId="1919494264" sldId="487"/>
            <ac:spMk id="7" creationId="{C5B2BDE5-A339-4998-B112-AA89A1A37F5D}"/>
          </ac:spMkLst>
        </pc:spChg>
        <pc:spChg chg="add mod">
          <ac:chgData name="Teuku Raja Irfan Radarma" userId="cf428174-95ba-4576-8554-3a3b8ffa52b7" providerId="ADAL" clId="{064DE89A-8C20-404B-9FF1-EE940DB54367}" dt="2026-08-09T11:59:51.022" v="2217" actId="1076"/>
          <ac:spMkLst>
            <pc:docMk/>
            <pc:sldMk cId="1919494264" sldId="487"/>
            <ac:spMk id="9" creationId="{A4265071-2B09-4E7F-99DA-63EE2F7D32E5}"/>
          </ac:spMkLst>
        </pc:spChg>
        <pc:spChg chg="add mod">
          <ac:chgData name="Teuku Raja Irfan Radarma" userId="cf428174-95ba-4576-8554-3a3b8ffa52b7" providerId="ADAL" clId="{064DE89A-8C20-404B-9FF1-EE940DB54367}" dt="2026-08-09T12:07:13.402" v="2302" actId="14100"/>
          <ac:spMkLst>
            <pc:docMk/>
            <pc:sldMk cId="1919494264" sldId="487"/>
            <ac:spMk id="11" creationId="{FEEB054C-7497-4D56-B858-CACC39624670}"/>
          </ac:spMkLst>
        </pc:spChg>
        <pc:spChg chg="del">
          <ac:chgData name="Teuku Raja Irfan Radarma" userId="cf428174-95ba-4576-8554-3a3b8ffa52b7" providerId="ADAL" clId="{064DE89A-8C20-404B-9FF1-EE940DB54367}" dt="2026-08-09T12:02:16.070" v="2269" actId="478"/>
          <ac:spMkLst>
            <pc:docMk/>
            <pc:sldMk cId="1919494264" sldId="487"/>
            <ac:spMk id="12" creationId="{4884A757-689A-443F-8A9D-455A6EB022A5}"/>
          </ac:spMkLst>
        </pc:spChg>
        <pc:spChg chg="add mod">
          <ac:chgData name="Teuku Raja Irfan Radarma" userId="cf428174-95ba-4576-8554-3a3b8ffa52b7" providerId="ADAL" clId="{064DE89A-8C20-404B-9FF1-EE940DB54367}" dt="2026-08-09T12:07:22.749" v="2311" actId="1076"/>
          <ac:spMkLst>
            <pc:docMk/>
            <pc:sldMk cId="1919494264" sldId="487"/>
            <ac:spMk id="13" creationId="{BF6DF613-F3D6-40B8-B9BC-A634DAE72029}"/>
          </ac:spMkLst>
        </pc:spChg>
        <pc:spChg chg="add mod">
          <ac:chgData name="Teuku Raja Irfan Radarma" userId="cf428174-95ba-4576-8554-3a3b8ffa52b7" providerId="ADAL" clId="{064DE89A-8C20-404B-9FF1-EE940DB54367}" dt="2026-08-09T12:07:22.749" v="2311" actId="1076"/>
          <ac:spMkLst>
            <pc:docMk/>
            <pc:sldMk cId="1919494264" sldId="487"/>
            <ac:spMk id="14" creationId="{C61C112D-225D-4AFE-9E5C-F03C1554F2F5}"/>
          </ac:spMkLst>
        </pc:spChg>
        <pc:spChg chg="add mod">
          <ac:chgData name="Teuku Raja Irfan Radarma" userId="cf428174-95ba-4576-8554-3a3b8ffa52b7" providerId="ADAL" clId="{064DE89A-8C20-404B-9FF1-EE940DB54367}" dt="2026-08-09T12:01:36.754" v="2248" actId="1076"/>
          <ac:spMkLst>
            <pc:docMk/>
            <pc:sldMk cId="1919494264" sldId="487"/>
            <ac:spMk id="15" creationId="{DA2AF50F-A8BB-4B86-A9D5-A5A7650CFA5C}"/>
          </ac:spMkLst>
        </pc:spChg>
        <pc:spChg chg="add mod">
          <ac:chgData name="Teuku Raja Irfan Radarma" userId="cf428174-95ba-4576-8554-3a3b8ffa52b7" providerId="ADAL" clId="{064DE89A-8C20-404B-9FF1-EE940DB54367}" dt="2026-08-09T12:07:22.749" v="2311" actId="1076"/>
          <ac:spMkLst>
            <pc:docMk/>
            <pc:sldMk cId="1919494264" sldId="487"/>
            <ac:spMk id="16" creationId="{8C25E99A-173E-41D3-9275-C1EAC2F755BA}"/>
          </ac:spMkLst>
        </pc:spChg>
        <pc:spChg chg="add mod">
          <ac:chgData name="Teuku Raja Irfan Radarma" userId="cf428174-95ba-4576-8554-3a3b8ffa52b7" providerId="ADAL" clId="{064DE89A-8C20-404B-9FF1-EE940DB54367}" dt="2026-08-09T12:07:24.633" v="2312" actId="1076"/>
          <ac:spMkLst>
            <pc:docMk/>
            <pc:sldMk cId="1919494264" sldId="487"/>
            <ac:spMk id="17" creationId="{F4166341-D323-4DFC-9797-007317B78240}"/>
          </ac:spMkLst>
        </pc:spChg>
        <pc:spChg chg="add mod">
          <ac:chgData name="Teuku Raja Irfan Radarma" userId="cf428174-95ba-4576-8554-3a3b8ffa52b7" providerId="ADAL" clId="{064DE89A-8C20-404B-9FF1-EE940DB54367}" dt="2026-08-09T12:07:34.419" v="2314"/>
          <ac:spMkLst>
            <pc:docMk/>
            <pc:sldMk cId="1919494264" sldId="487"/>
            <ac:spMk id="19" creationId="{06126233-E345-46D8-9A64-90B3214A1947}"/>
          </ac:spMkLst>
        </pc:spChg>
        <pc:picChg chg="del">
          <ac:chgData name="Teuku Raja Irfan Radarma" userId="cf428174-95ba-4576-8554-3a3b8ffa52b7" providerId="ADAL" clId="{064DE89A-8C20-404B-9FF1-EE940DB54367}" dt="2026-08-09T11:59:24.776" v="2204" actId="478"/>
          <ac:picMkLst>
            <pc:docMk/>
            <pc:sldMk cId="1919494264" sldId="487"/>
            <ac:picMk id="7170" creationId="{33443A98-B7A6-41A0-A3D6-6C8EB3A173B5}"/>
          </ac:picMkLst>
        </pc:picChg>
        <pc:picChg chg="add del mod">
          <ac:chgData name="Teuku Raja Irfan Radarma" userId="cf428174-95ba-4576-8554-3a3b8ffa52b7" providerId="ADAL" clId="{064DE89A-8C20-404B-9FF1-EE940DB54367}" dt="2026-08-09T12:07:37.621" v="2315" actId="1076"/>
          <ac:picMkLst>
            <pc:docMk/>
            <pc:sldMk cId="1919494264" sldId="487"/>
            <ac:picMk id="9218" creationId="{FFDFF31B-093F-491E-84E6-140616A688B0}"/>
          </ac:picMkLst>
        </pc:picChg>
      </pc:sldChg>
      <pc:sldChg chg="modSp add mod ord">
        <pc:chgData name="Teuku Raja Irfan Radarma" userId="cf428174-95ba-4576-8554-3a3b8ffa52b7" providerId="ADAL" clId="{064DE89A-8C20-404B-9FF1-EE940DB54367}" dt="2026-08-09T12:07:12.733" v="2299" actId="1076"/>
        <pc:sldMkLst>
          <pc:docMk/>
          <pc:sldMk cId="3124948013" sldId="488"/>
        </pc:sldMkLst>
        <pc:spChg chg="mod">
          <ac:chgData name="Teuku Raja Irfan Radarma" userId="cf428174-95ba-4576-8554-3a3b8ffa52b7" providerId="ADAL" clId="{064DE89A-8C20-404B-9FF1-EE940DB54367}" dt="2026-08-09T12:07:12.733" v="2299" actId="1076"/>
          <ac:spMkLst>
            <pc:docMk/>
            <pc:sldMk cId="3124948013" sldId="488"/>
            <ac:spMk id="2" creationId="{23219623-D51B-4DDB-A3FB-D5AA8A4AF8C3}"/>
          </ac:spMkLst>
        </pc:spChg>
      </pc:sldChg>
      <pc:sldChg chg="addSp delSp modSp add mod">
        <pc:chgData name="Teuku Raja Irfan Radarma" userId="cf428174-95ba-4576-8554-3a3b8ffa52b7" providerId="ADAL" clId="{064DE89A-8C20-404B-9FF1-EE940DB54367}" dt="2026-08-09T12:10:41.287" v="2341" actId="207"/>
        <pc:sldMkLst>
          <pc:docMk/>
          <pc:sldMk cId="1066419426" sldId="489"/>
        </pc:sldMkLst>
        <pc:spChg chg="mod">
          <ac:chgData name="Teuku Raja Irfan Radarma" userId="cf428174-95ba-4576-8554-3a3b8ffa52b7" providerId="ADAL" clId="{064DE89A-8C20-404B-9FF1-EE940DB54367}" dt="2026-08-09T12:09:11.315" v="2317"/>
          <ac:spMkLst>
            <pc:docMk/>
            <pc:sldMk cId="1066419426" sldId="489"/>
            <ac:spMk id="2" creationId="{CBB11AB6-213C-408D-8E7D-374D0361E8D2}"/>
          </ac:spMkLst>
        </pc:spChg>
        <pc:spChg chg="del">
          <ac:chgData name="Teuku Raja Irfan Radarma" userId="cf428174-95ba-4576-8554-3a3b8ffa52b7" providerId="ADAL" clId="{064DE89A-8C20-404B-9FF1-EE940DB54367}" dt="2026-08-09T12:09:14.052" v="2318" actId="478"/>
          <ac:spMkLst>
            <pc:docMk/>
            <pc:sldMk cId="1066419426" sldId="489"/>
            <ac:spMk id="5" creationId="{E4F83687-4DE0-4DBF-9DD8-42389A9D6159}"/>
          </ac:spMkLst>
        </pc:spChg>
        <pc:spChg chg="mod">
          <ac:chgData name="Teuku Raja Irfan Radarma" userId="cf428174-95ba-4576-8554-3a3b8ffa52b7" providerId="ADAL" clId="{064DE89A-8C20-404B-9FF1-EE940DB54367}" dt="2026-08-09T12:10:41.287" v="2341" actId="207"/>
          <ac:spMkLst>
            <pc:docMk/>
            <pc:sldMk cId="1066419426" sldId="489"/>
            <ac:spMk id="6" creationId="{8C0AAC18-E22D-463E-BBB1-C7059BF79385}"/>
          </ac:spMkLst>
        </pc:spChg>
        <pc:spChg chg="del">
          <ac:chgData name="Teuku Raja Irfan Radarma" userId="cf428174-95ba-4576-8554-3a3b8ffa52b7" providerId="ADAL" clId="{064DE89A-8C20-404B-9FF1-EE940DB54367}" dt="2026-08-09T12:09:16.894" v="2319" actId="478"/>
          <ac:spMkLst>
            <pc:docMk/>
            <pc:sldMk cId="1066419426" sldId="489"/>
            <ac:spMk id="7" creationId="{C5B2BDE5-A339-4998-B112-AA89A1A37F5D}"/>
          </ac:spMkLst>
        </pc:spChg>
        <pc:spChg chg="mod">
          <ac:chgData name="Teuku Raja Irfan Radarma" userId="cf428174-95ba-4576-8554-3a3b8ffa52b7" providerId="ADAL" clId="{064DE89A-8C20-404B-9FF1-EE940DB54367}" dt="2026-08-09T12:10:41.287" v="2341" actId="207"/>
          <ac:spMkLst>
            <pc:docMk/>
            <pc:sldMk cId="1066419426" sldId="489"/>
            <ac:spMk id="10" creationId="{B56757C5-DF3A-4FB5-AD5D-ED317014E2B5}"/>
          </ac:spMkLst>
        </pc:spChg>
        <pc:spChg chg="mod">
          <ac:chgData name="Teuku Raja Irfan Radarma" userId="cf428174-95ba-4576-8554-3a3b8ffa52b7" providerId="ADAL" clId="{064DE89A-8C20-404B-9FF1-EE940DB54367}" dt="2026-08-09T12:10:41.287" v="2341" actId="207"/>
          <ac:spMkLst>
            <pc:docMk/>
            <pc:sldMk cId="1066419426" sldId="489"/>
            <ac:spMk id="11" creationId="{7938B9C0-58A4-475E-8BC8-104F1A47AAEB}"/>
          </ac:spMkLst>
        </pc:spChg>
        <pc:spChg chg="add mod">
          <ac:chgData name="Teuku Raja Irfan Radarma" userId="cf428174-95ba-4576-8554-3a3b8ffa52b7" providerId="ADAL" clId="{064DE89A-8C20-404B-9FF1-EE940DB54367}" dt="2026-08-09T12:10:41.287" v="2341" actId="207"/>
          <ac:spMkLst>
            <pc:docMk/>
            <pc:sldMk cId="1066419426" sldId="489"/>
            <ac:spMk id="12" creationId="{216985C4-DCFB-436E-88E7-EA16045D4A79}"/>
          </ac:spMkLst>
        </pc:spChg>
        <pc:spChg chg="mod">
          <ac:chgData name="Teuku Raja Irfan Radarma" userId="cf428174-95ba-4576-8554-3a3b8ffa52b7" providerId="ADAL" clId="{064DE89A-8C20-404B-9FF1-EE940DB54367}" dt="2026-08-09T12:10:34.763" v="2340" actId="14100"/>
          <ac:spMkLst>
            <pc:docMk/>
            <pc:sldMk cId="1066419426" sldId="489"/>
            <ac:spMk id="13" creationId="{E3FEF5B6-2F8E-4E84-9FF5-EC1F9FC47383}"/>
          </ac:spMkLst>
        </pc:spChg>
        <pc:spChg chg="mod">
          <ac:chgData name="Teuku Raja Irfan Radarma" userId="cf428174-95ba-4576-8554-3a3b8ffa52b7" providerId="ADAL" clId="{064DE89A-8C20-404B-9FF1-EE940DB54367}" dt="2026-08-09T12:10:34.763" v="2340" actId="14100"/>
          <ac:spMkLst>
            <pc:docMk/>
            <pc:sldMk cId="1066419426" sldId="489"/>
            <ac:spMk id="14" creationId="{A76619DD-08AE-4A22-A9D0-EEF84EDB3FF1}"/>
          </ac:spMkLst>
        </pc:spChg>
        <pc:spChg chg="add mod">
          <ac:chgData name="Teuku Raja Irfan Radarma" userId="cf428174-95ba-4576-8554-3a3b8ffa52b7" providerId="ADAL" clId="{064DE89A-8C20-404B-9FF1-EE940DB54367}" dt="2026-08-09T12:10:34.763" v="2340" actId="14100"/>
          <ac:spMkLst>
            <pc:docMk/>
            <pc:sldMk cId="1066419426" sldId="489"/>
            <ac:spMk id="15" creationId="{480340D2-3CBC-43C0-A509-4307440625BD}"/>
          </ac:spMkLst>
        </pc:spChg>
        <pc:spChg chg="mod">
          <ac:chgData name="Teuku Raja Irfan Radarma" userId="cf428174-95ba-4576-8554-3a3b8ffa52b7" providerId="ADAL" clId="{064DE89A-8C20-404B-9FF1-EE940DB54367}" dt="2026-08-09T12:10:34.763" v="2340" actId="14100"/>
          <ac:spMkLst>
            <pc:docMk/>
            <pc:sldMk cId="1066419426" sldId="489"/>
            <ac:spMk id="16" creationId="{22FFBC6E-0FCA-45AA-8FD9-0D5DDBADF56E}"/>
          </ac:spMkLst>
        </pc:spChg>
      </pc:sldChg>
      <pc:sldChg chg="addSp delSp modSp add mod">
        <pc:chgData name="Teuku Raja Irfan Radarma" userId="cf428174-95ba-4576-8554-3a3b8ffa52b7" providerId="ADAL" clId="{064DE89A-8C20-404B-9FF1-EE940DB54367}" dt="2026-08-09T12:13:19.732" v="2385" actId="1076"/>
        <pc:sldMkLst>
          <pc:docMk/>
          <pc:sldMk cId="2649302505" sldId="490"/>
        </pc:sldMkLst>
        <pc:spChg chg="mod">
          <ac:chgData name="Teuku Raja Irfan Radarma" userId="cf428174-95ba-4576-8554-3a3b8ffa52b7" providerId="ADAL" clId="{064DE89A-8C20-404B-9FF1-EE940DB54367}" dt="2026-08-09T12:10:55.575" v="2344" actId="20577"/>
          <ac:spMkLst>
            <pc:docMk/>
            <pc:sldMk cId="2649302505" sldId="490"/>
            <ac:spMk id="2" creationId="{CBB11AB6-213C-408D-8E7D-374D0361E8D2}"/>
          </ac:spMkLst>
        </pc:spChg>
        <pc:spChg chg="del">
          <ac:chgData name="Teuku Raja Irfan Radarma" userId="cf428174-95ba-4576-8554-3a3b8ffa52b7" providerId="ADAL" clId="{064DE89A-8C20-404B-9FF1-EE940DB54367}" dt="2026-08-09T12:11:18.426" v="2355" actId="478"/>
          <ac:spMkLst>
            <pc:docMk/>
            <pc:sldMk cId="2649302505" sldId="490"/>
            <ac:spMk id="6" creationId="{8C0AAC18-E22D-463E-BBB1-C7059BF79385}"/>
          </ac:spMkLst>
        </pc:spChg>
        <pc:spChg chg="del">
          <ac:chgData name="Teuku Raja Irfan Radarma" userId="cf428174-95ba-4576-8554-3a3b8ffa52b7" providerId="ADAL" clId="{064DE89A-8C20-404B-9FF1-EE940DB54367}" dt="2026-08-09T12:11:51.541" v="2366" actId="478"/>
          <ac:spMkLst>
            <pc:docMk/>
            <pc:sldMk cId="2649302505" sldId="490"/>
            <ac:spMk id="10" creationId="{B56757C5-DF3A-4FB5-AD5D-ED317014E2B5}"/>
          </ac:spMkLst>
        </pc:spChg>
        <pc:spChg chg="del">
          <ac:chgData name="Teuku Raja Irfan Radarma" userId="cf428174-95ba-4576-8554-3a3b8ffa52b7" providerId="ADAL" clId="{064DE89A-8C20-404B-9FF1-EE940DB54367}" dt="2026-08-09T12:11:51.541" v="2366" actId="478"/>
          <ac:spMkLst>
            <pc:docMk/>
            <pc:sldMk cId="2649302505" sldId="490"/>
            <ac:spMk id="11" creationId="{7938B9C0-58A4-475E-8BC8-104F1A47AAEB}"/>
          </ac:spMkLst>
        </pc:spChg>
        <pc:spChg chg="mod">
          <ac:chgData name="Teuku Raja Irfan Radarma" userId="cf428174-95ba-4576-8554-3a3b8ffa52b7" providerId="ADAL" clId="{064DE89A-8C20-404B-9FF1-EE940DB54367}" dt="2026-08-09T12:11:02.585" v="2347"/>
          <ac:spMkLst>
            <pc:docMk/>
            <pc:sldMk cId="2649302505" sldId="490"/>
            <ac:spMk id="12" creationId="{216985C4-DCFB-436E-88E7-EA16045D4A79}"/>
          </ac:spMkLst>
        </pc:spChg>
        <pc:spChg chg="del">
          <ac:chgData name="Teuku Raja Irfan Radarma" userId="cf428174-95ba-4576-8554-3a3b8ffa52b7" providerId="ADAL" clId="{064DE89A-8C20-404B-9FF1-EE940DB54367}" dt="2026-08-09T12:11:18.426" v="2355" actId="478"/>
          <ac:spMkLst>
            <pc:docMk/>
            <pc:sldMk cId="2649302505" sldId="490"/>
            <ac:spMk id="13" creationId="{E3FEF5B6-2F8E-4E84-9FF5-EC1F9FC47383}"/>
          </ac:spMkLst>
        </pc:spChg>
        <pc:spChg chg="del">
          <ac:chgData name="Teuku Raja Irfan Radarma" userId="cf428174-95ba-4576-8554-3a3b8ffa52b7" providerId="ADAL" clId="{064DE89A-8C20-404B-9FF1-EE940DB54367}" dt="2026-08-09T12:11:51.541" v="2366" actId="478"/>
          <ac:spMkLst>
            <pc:docMk/>
            <pc:sldMk cId="2649302505" sldId="490"/>
            <ac:spMk id="14" creationId="{A76619DD-08AE-4A22-A9D0-EEF84EDB3FF1}"/>
          </ac:spMkLst>
        </pc:spChg>
        <pc:spChg chg="mod">
          <ac:chgData name="Teuku Raja Irfan Radarma" userId="cf428174-95ba-4576-8554-3a3b8ffa52b7" providerId="ADAL" clId="{064DE89A-8C20-404B-9FF1-EE940DB54367}" dt="2026-08-09T12:11:15.239" v="2354" actId="20577"/>
          <ac:spMkLst>
            <pc:docMk/>
            <pc:sldMk cId="2649302505" sldId="490"/>
            <ac:spMk id="15" creationId="{480340D2-3CBC-43C0-A509-4307440625BD}"/>
          </ac:spMkLst>
        </pc:spChg>
        <pc:spChg chg="del">
          <ac:chgData name="Teuku Raja Irfan Radarma" userId="cf428174-95ba-4576-8554-3a3b8ffa52b7" providerId="ADAL" clId="{064DE89A-8C20-404B-9FF1-EE940DB54367}" dt="2026-08-09T12:11:51.541" v="2366" actId="478"/>
          <ac:spMkLst>
            <pc:docMk/>
            <pc:sldMk cId="2649302505" sldId="490"/>
            <ac:spMk id="16" creationId="{22FFBC6E-0FCA-45AA-8FD9-0D5DDBADF56E}"/>
          </ac:spMkLst>
        </pc:spChg>
        <pc:spChg chg="add mod">
          <ac:chgData name="Teuku Raja Irfan Radarma" userId="cf428174-95ba-4576-8554-3a3b8ffa52b7" providerId="ADAL" clId="{064DE89A-8C20-404B-9FF1-EE940DB54367}" dt="2026-08-09T12:11:40.786" v="2362"/>
          <ac:spMkLst>
            <pc:docMk/>
            <pc:sldMk cId="2649302505" sldId="490"/>
            <ac:spMk id="17" creationId="{C962B530-BBDE-48F2-9DEF-EFFD61A1532F}"/>
          </ac:spMkLst>
        </pc:spChg>
        <pc:spChg chg="add mod">
          <ac:chgData name="Teuku Raja Irfan Radarma" userId="cf428174-95ba-4576-8554-3a3b8ffa52b7" providerId="ADAL" clId="{064DE89A-8C20-404B-9FF1-EE940DB54367}" dt="2026-08-09T12:11:44.621" v="2365" actId="113"/>
          <ac:spMkLst>
            <pc:docMk/>
            <pc:sldMk cId="2649302505" sldId="490"/>
            <ac:spMk id="18" creationId="{F9591175-1BBD-4440-9A97-223E61DCE27D}"/>
          </ac:spMkLst>
        </pc:spChg>
        <pc:spChg chg="add mod">
          <ac:chgData name="Teuku Raja Irfan Radarma" userId="cf428174-95ba-4576-8554-3a3b8ffa52b7" providerId="ADAL" clId="{064DE89A-8C20-404B-9FF1-EE940DB54367}" dt="2026-08-09T12:12:46.326" v="2373" actId="14100"/>
          <ac:spMkLst>
            <pc:docMk/>
            <pc:sldMk cId="2649302505" sldId="490"/>
            <ac:spMk id="19" creationId="{E15F9451-FAC7-489C-A919-F2F54B482123}"/>
          </ac:spMkLst>
        </pc:spChg>
        <pc:spChg chg="add mod">
          <ac:chgData name="Teuku Raja Irfan Radarma" userId="cf428174-95ba-4576-8554-3a3b8ffa52b7" providerId="ADAL" clId="{064DE89A-8C20-404B-9FF1-EE940DB54367}" dt="2026-08-09T12:12:59.385" v="2378" actId="1076"/>
          <ac:spMkLst>
            <pc:docMk/>
            <pc:sldMk cId="2649302505" sldId="490"/>
            <ac:spMk id="20" creationId="{C63C6F5F-FFEB-49C6-9E63-25D8B03A5EDD}"/>
          </ac:spMkLst>
        </pc:spChg>
        <pc:spChg chg="add mod">
          <ac:chgData name="Teuku Raja Irfan Radarma" userId="cf428174-95ba-4576-8554-3a3b8ffa52b7" providerId="ADAL" clId="{064DE89A-8C20-404B-9FF1-EE940DB54367}" dt="2026-08-09T12:13:19.732" v="2385" actId="1076"/>
          <ac:spMkLst>
            <pc:docMk/>
            <pc:sldMk cId="2649302505" sldId="490"/>
            <ac:spMk id="21" creationId="{3A927400-5FD7-4225-A215-E8985F2F2D62}"/>
          </ac:spMkLst>
        </pc:spChg>
      </pc:sldChg>
      <pc:sldChg chg="modSp add mod ord">
        <pc:chgData name="Teuku Raja Irfan Radarma" userId="cf428174-95ba-4576-8554-3a3b8ffa52b7" providerId="ADAL" clId="{064DE89A-8C20-404B-9FF1-EE940DB54367}" dt="2026-08-09T12:13:51.671" v="2428"/>
        <pc:sldMkLst>
          <pc:docMk/>
          <pc:sldMk cId="3602359723" sldId="491"/>
        </pc:sldMkLst>
        <pc:spChg chg="mod">
          <ac:chgData name="Teuku Raja Irfan Radarma" userId="cf428174-95ba-4576-8554-3a3b8ffa52b7" providerId="ADAL" clId="{064DE89A-8C20-404B-9FF1-EE940DB54367}" dt="2026-08-09T12:13:51.671" v="2428"/>
          <ac:spMkLst>
            <pc:docMk/>
            <pc:sldMk cId="3602359723" sldId="491"/>
            <ac:spMk id="2" creationId="{23219623-D51B-4DDB-A3FB-D5AA8A4AF8C3}"/>
          </ac:spMkLst>
        </pc:spChg>
      </pc:sldChg>
      <pc:sldChg chg="addSp delSp modSp add mod">
        <pc:chgData name="Teuku Raja Irfan Radarma" userId="cf428174-95ba-4576-8554-3a3b8ffa52b7" providerId="ADAL" clId="{064DE89A-8C20-404B-9FF1-EE940DB54367}" dt="2026-08-09T12:17:04.792" v="2490" actId="1076"/>
        <pc:sldMkLst>
          <pc:docMk/>
          <pc:sldMk cId="2043828613" sldId="492"/>
        </pc:sldMkLst>
        <pc:spChg chg="mod">
          <ac:chgData name="Teuku Raja Irfan Radarma" userId="cf428174-95ba-4576-8554-3a3b8ffa52b7" providerId="ADAL" clId="{064DE89A-8C20-404B-9FF1-EE940DB54367}" dt="2026-08-09T12:16:04.783" v="2480"/>
          <ac:spMkLst>
            <pc:docMk/>
            <pc:sldMk cId="2043828613" sldId="492"/>
            <ac:spMk id="2" creationId="{CBB11AB6-213C-408D-8E7D-374D0361E8D2}"/>
          </ac:spMkLst>
        </pc:spChg>
        <pc:spChg chg="mod">
          <ac:chgData name="Teuku Raja Irfan Radarma" userId="cf428174-95ba-4576-8554-3a3b8ffa52b7" providerId="ADAL" clId="{064DE89A-8C20-404B-9FF1-EE940DB54367}" dt="2026-08-09T12:17:04.792" v="2490" actId="1076"/>
          <ac:spMkLst>
            <pc:docMk/>
            <pc:sldMk cId="2043828613" sldId="492"/>
            <ac:spMk id="3" creationId="{9DDA5F83-69D4-4195-96A9-AEBDF3E0E833}"/>
          </ac:spMkLst>
        </pc:spChg>
        <pc:spChg chg="mod">
          <ac:chgData name="Teuku Raja Irfan Radarma" userId="cf428174-95ba-4576-8554-3a3b8ffa52b7" providerId="ADAL" clId="{064DE89A-8C20-404B-9FF1-EE940DB54367}" dt="2026-08-09T12:17:04.792" v="2490" actId="1076"/>
          <ac:spMkLst>
            <pc:docMk/>
            <pc:sldMk cId="2043828613" sldId="492"/>
            <ac:spMk id="5" creationId="{E4F83687-4DE0-4DBF-9DD8-42389A9D6159}"/>
          </ac:spMkLst>
        </pc:spChg>
        <pc:spChg chg="mod">
          <ac:chgData name="Teuku Raja Irfan Radarma" userId="cf428174-95ba-4576-8554-3a3b8ffa52b7" providerId="ADAL" clId="{064DE89A-8C20-404B-9FF1-EE940DB54367}" dt="2026-08-09T12:17:04.792" v="2490" actId="1076"/>
          <ac:spMkLst>
            <pc:docMk/>
            <pc:sldMk cId="2043828613" sldId="492"/>
            <ac:spMk id="7" creationId="{C5B2BDE5-A339-4998-B112-AA89A1A37F5D}"/>
          </ac:spMkLst>
        </pc:spChg>
        <pc:spChg chg="mod">
          <ac:chgData name="Teuku Raja Irfan Radarma" userId="cf428174-95ba-4576-8554-3a3b8ffa52b7" providerId="ADAL" clId="{064DE89A-8C20-404B-9FF1-EE940DB54367}" dt="2026-08-09T12:17:04.792" v="2490" actId="1076"/>
          <ac:spMkLst>
            <pc:docMk/>
            <pc:sldMk cId="2043828613" sldId="492"/>
            <ac:spMk id="10" creationId="{AD310767-F65F-4755-95FC-5DCB9CA3A1AE}"/>
          </ac:spMkLst>
        </pc:spChg>
        <pc:spChg chg="mod">
          <ac:chgData name="Teuku Raja Irfan Radarma" userId="cf428174-95ba-4576-8554-3a3b8ffa52b7" providerId="ADAL" clId="{064DE89A-8C20-404B-9FF1-EE940DB54367}" dt="2026-08-09T12:17:04.792" v="2490" actId="1076"/>
          <ac:spMkLst>
            <pc:docMk/>
            <pc:sldMk cId="2043828613" sldId="492"/>
            <ac:spMk id="11" creationId="{4B930B83-FCDB-4BFC-9230-B870781459F8}"/>
          </ac:spMkLst>
        </pc:spChg>
        <pc:spChg chg="mod">
          <ac:chgData name="Teuku Raja Irfan Radarma" userId="cf428174-95ba-4576-8554-3a3b8ffa52b7" providerId="ADAL" clId="{064DE89A-8C20-404B-9FF1-EE940DB54367}" dt="2026-08-09T12:16:58.747" v="2489" actId="1076"/>
          <ac:spMkLst>
            <pc:docMk/>
            <pc:sldMk cId="2043828613" sldId="492"/>
            <ac:spMk id="12" creationId="{DD67FBCE-A4FD-4329-A5C2-4C516642D642}"/>
          </ac:spMkLst>
        </pc:spChg>
        <pc:spChg chg="add mod">
          <ac:chgData name="Teuku Raja Irfan Radarma" userId="cf428174-95ba-4576-8554-3a3b8ffa52b7" providerId="ADAL" clId="{064DE89A-8C20-404B-9FF1-EE940DB54367}" dt="2026-08-09T12:17:04.792" v="2490" actId="1076"/>
          <ac:spMkLst>
            <pc:docMk/>
            <pc:sldMk cId="2043828613" sldId="492"/>
            <ac:spMk id="13" creationId="{784763D5-C74A-4B9D-A0F5-10FA47525879}"/>
          </ac:spMkLst>
        </pc:spChg>
        <pc:picChg chg="del">
          <ac:chgData name="Teuku Raja Irfan Radarma" userId="cf428174-95ba-4576-8554-3a3b8ffa52b7" providerId="ADAL" clId="{064DE89A-8C20-404B-9FF1-EE940DB54367}" dt="2026-08-09T12:16:30.636" v="2481" actId="478"/>
          <ac:picMkLst>
            <pc:docMk/>
            <pc:sldMk cId="2043828613" sldId="492"/>
            <ac:picMk id="5122" creationId="{8AE2D1ED-F6A3-487A-BB8F-1EFD73C23EBE}"/>
          </ac:picMkLst>
        </pc:picChg>
        <pc:picChg chg="add mod">
          <ac:chgData name="Teuku Raja Irfan Radarma" userId="cf428174-95ba-4576-8554-3a3b8ffa52b7" providerId="ADAL" clId="{064DE89A-8C20-404B-9FF1-EE940DB54367}" dt="2026-08-09T12:16:33.709" v="2483" actId="1076"/>
          <ac:picMkLst>
            <pc:docMk/>
            <pc:sldMk cId="2043828613" sldId="492"/>
            <ac:picMk id="10242" creationId="{1E184E38-3642-406F-A31F-A6572017BF77}"/>
          </ac:picMkLst>
        </pc:picChg>
      </pc:sldChg>
      <pc:sldChg chg="new del">
        <pc:chgData name="Teuku Raja Irfan Radarma" userId="cf428174-95ba-4576-8554-3a3b8ffa52b7" providerId="ADAL" clId="{064DE89A-8C20-404B-9FF1-EE940DB54367}" dt="2026-08-09T12:14:19.916" v="2431" actId="47"/>
        <pc:sldMkLst>
          <pc:docMk/>
          <pc:sldMk cId="2272683655" sldId="492"/>
        </pc:sldMkLst>
      </pc:sldChg>
      <pc:sldChg chg="delSp modSp new mod">
        <pc:chgData name="Teuku Raja Irfan Radarma" userId="cf428174-95ba-4576-8554-3a3b8ffa52b7" providerId="ADAL" clId="{064DE89A-8C20-404B-9FF1-EE940DB54367}" dt="2026-08-09T12:17:54.565" v="2494" actId="1076"/>
        <pc:sldMkLst>
          <pc:docMk/>
          <pc:sldMk cId="224154222" sldId="493"/>
        </pc:sldMkLst>
        <pc:spChg chg="mod">
          <ac:chgData name="Teuku Raja Irfan Radarma" userId="cf428174-95ba-4576-8554-3a3b8ffa52b7" providerId="ADAL" clId="{064DE89A-8C20-404B-9FF1-EE940DB54367}" dt="2026-08-09T12:17:54.565" v="2494" actId="1076"/>
          <ac:spMkLst>
            <pc:docMk/>
            <pc:sldMk cId="224154222" sldId="493"/>
            <ac:spMk id="2" creationId="{9F833693-0C54-472F-A44B-7CF820308A75}"/>
          </ac:spMkLst>
        </pc:spChg>
        <pc:spChg chg="del">
          <ac:chgData name="Teuku Raja Irfan Radarma" userId="cf428174-95ba-4576-8554-3a3b8ffa52b7" providerId="ADAL" clId="{064DE89A-8C20-404B-9FF1-EE940DB54367}" dt="2026-08-09T12:17:51.939" v="2493" actId="478"/>
          <ac:spMkLst>
            <pc:docMk/>
            <pc:sldMk cId="224154222" sldId="493"/>
            <ac:spMk id="3" creationId="{6F56FE3C-7F47-4BD2-8092-282747A7AA19}"/>
          </ac:spMkLst>
        </pc:spChg>
      </pc:sldChg>
      <pc:sldChg chg="add del">
        <pc:chgData name="Teuku Raja Irfan Radarma" userId="cf428174-95ba-4576-8554-3a3b8ffa52b7" providerId="ADAL" clId="{064DE89A-8C20-404B-9FF1-EE940DB54367}" dt="2026-08-09T12:14:19.916" v="2431" actId="47"/>
        <pc:sldMkLst>
          <pc:docMk/>
          <pc:sldMk cId="1795030707" sldId="493"/>
        </pc:sldMkLst>
      </pc:sldChg>
      <pc:sldChg chg="new del">
        <pc:chgData name="Teuku Raja Irfan Radarma" userId="cf428174-95ba-4576-8554-3a3b8ffa52b7" providerId="ADAL" clId="{064DE89A-8C20-404B-9FF1-EE940DB54367}" dt="2026-08-09T12:18:00.493" v="2496" actId="680"/>
        <pc:sldMkLst>
          <pc:docMk/>
          <pc:sldMk cId="262458827" sldId="494"/>
        </pc:sldMkLst>
      </pc:sldChg>
      <pc:sldChg chg="addSp delSp modSp new mod">
        <pc:chgData name="Teuku Raja Irfan Radarma" userId="cf428174-95ba-4576-8554-3a3b8ffa52b7" providerId="ADAL" clId="{064DE89A-8C20-404B-9FF1-EE940DB54367}" dt="2026-08-09T12:21:34.973" v="2528" actId="1076"/>
        <pc:sldMkLst>
          <pc:docMk/>
          <pc:sldMk cId="4111123561" sldId="494"/>
        </pc:sldMkLst>
        <pc:spChg chg="mod">
          <ac:chgData name="Teuku Raja Irfan Radarma" userId="cf428174-95ba-4576-8554-3a3b8ffa52b7" providerId="ADAL" clId="{064DE89A-8C20-404B-9FF1-EE940DB54367}" dt="2026-08-09T12:19:15.350" v="2499" actId="14100"/>
          <ac:spMkLst>
            <pc:docMk/>
            <pc:sldMk cId="4111123561" sldId="494"/>
            <ac:spMk id="2" creationId="{C9C06BF7-81F9-484E-B713-6F595889C588}"/>
          </ac:spMkLst>
        </pc:spChg>
        <pc:spChg chg="del">
          <ac:chgData name="Teuku Raja Irfan Radarma" userId="cf428174-95ba-4576-8554-3a3b8ffa52b7" providerId="ADAL" clId="{064DE89A-8C20-404B-9FF1-EE940DB54367}" dt="2026-08-09T12:19:41.941" v="2501" actId="478"/>
          <ac:spMkLst>
            <pc:docMk/>
            <pc:sldMk cId="4111123561" sldId="494"/>
            <ac:spMk id="3" creationId="{E4325B1C-9AB3-4B1D-B863-F3C299BE4C80}"/>
          </ac:spMkLst>
        </pc:spChg>
        <pc:spChg chg="add mod">
          <ac:chgData name="Teuku Raja Irfan Radarma" userId="cf428174-95ba-4576-8554-3a3b8ffa52b7" providerId="ADAL" clId="{064DE89A-8C20-404B-9FF1-EE940DB54367}" dt="2026-08-09T12:20:32.468" v="2514" actId="1076"/>
          <ac:spMkLst>
            <pc:docMk/>
            <pc:sldMk cId="4111123561" sldId="494"/>
            <ac:spMk id="5" creationId="{AD0FEF2C-8A1C-478D-B5B0-1EF17D2D30E2}"/>
          </ac:spMkLst>
        </pc:spChg>
        <pc:spChg chg="add mod">
          <ac:chgData name="Teuku Raja Irfan Radarma" userId="cf428174-95ba-4576-8554-3a3b8ffa52b7" providerId="ADAL" clId="{064DE89A-8C20-404B-9FF1-EE940DB54367}" dt="2026-08-09T12:20:34.955" v="2515" actId="1076"/>
          <ac:spMkLst>
            <pc:docMk/>
            <pc:sldMk cId="4111123561" sldId="494"/>
            <ac:spMk id="6" creationId="{88DCDBB8-1D3F-4854-BD11-A18906825441}"/>
          </ac:spMkLst>
        </pc:spChg>
        <pc:spChg chg="add del mod">
          <ac:chgData name="Teuku Raja Irfan Radarma" userId="cf428174-95ba-4576-8554-3a3b8ffa52b7" providerId="ADAL" clId="{064DE89A-8C20-404B-9FF1-EE940DB54367}" dt="2026-08-09T12:20:22.606" v="2510" actId="478"/>
          <ac:spMkLst>
            <pc:docMk/>
            <pc:sldMk cId="4111123561" sldId="494"/>
            <ac:spMk id="7" creationId="{A7E39470-B0CA-491D-B6A8-1233927D1209}"/>
          </ac:spMkLst>
        </pc:spChg>
        <pc:spChg chg="add mod">
          <ac:chgData name="Teuku Raja Irfan Radarma" userId="cf428174-95ba-4576-8554-3a3b8ffa52b7" providerId="ADAL" clId="{064DE89A-8C20-404B-9FF1-EE940DB54367}" dt="2026-08-09T12:21:34.973" v="2528" actId="1076"/>
          <ac:spMkLst>
            <pc:docMk/>
            <pc:sldMk cId="4111123561" sldId="494"/>
            <ac:spMk id="8" creationId="{EAD1F49E-0A99-4282-A362-2416B9A917BF}"/>
          </ac:spMkLst>
        </pc:spChg>
        <pc:spChg chg="add mod">
          <ac:chgData name="Teuku Raja Irfan Radarma" userId="cf428174-95ba-4576-8554-3a3b8ffa52b7" providerId="ADAL" clId="{064DE89A-8C20-404B-9FF1-EE940DB54367}" dt="2026-08-09T12:21:34.973" v="2528" actId="1076"/>
          <ac:spMkLst>
            <pc:docMk/>
            <pc:sldMk cId="4111123561" sldId="494"/>
            <ac:spMk id="10" creationId="{7B19C1C9-2E87-44D7-B049-B1AC37997F86}"/>
          </ac:spMkLst>
        </pc:spChg>
      </pc:sldChg>
      <pc:sldChg chg="addSp delSp modSp add mod">
        <pc:chgData name="Teuku Raja Irfan Radarma" userId="cf428174-95ba-4576-8554-3a3b8ffa52b7" providerId="ADAL" clId="{064DE89A-8C20-404B-9FF1-EE940DB54367}" dt="2026-08-09T12:25:53.612" v="2633" actId="1076"/>
        <pc:sldMkLst>
          <pc:docMk/>
          <pc:sldMk cId="3726143626" sldId="495"/>
        </pc:sldMkLst>
        <pc:spChg chg="mod">
          <ac:chgData name="Teuku Raja Irfan Radarma" userId="cf428174-95ba-4576-8554-3a3b8ffa52b7" providerId="ADAL" clId="{064DE89A-8C20-404B-9FF1-EE940DB54367}" dt="2026-08-09T12:25:48.871" v="2632" actId="1076"/>
          <ac:spMkLst>
            <pc:docMk/>
            <pc:sldMk cId="3726143626" sldId="495"/>
            <ac:spMk id="2" creationId="{C9C06BF7-81F9-484E-B713-6F595889C588}"/>
          </ac:spMkLst>
        </pc:spChg>
        <pc:spChg chg="del">
          <ac:chgData name="Teuku Raja Irfan Radarma" userId="cf428174-95ba-4576-8554-3a3b8ffa52b7" providerId="ADAL" clId="{064DE89A-8C20-404B-9FF1-EE940DB54367}" dt="2026-08-09T12:21:55.273" v="2551" actId="478"/>
          <ac:spMkLst>
            <pc:docMk/>
            <pc:sldMk cId="3726143626" sldId="495"/>
            <ac:spMk id="5" creationId="{AD0FEF2C-8A1C-478D-B5B0-1EF17D2D30E2}"/>
          </ac:spMkLst>
        </pc:spChg>
        <pc:spChg chg="mod">
          <ac:chgData name="Teuku Raja Irfan Radarma" userId="cf428174-95ba-4576-8554-3a3b8ffa52b7" providerId="ADAL" clId="{064DE89A-8C20-404B-9FF1-EE940DB54367}" dt="2026-08-09T12:25:53.612" v="2633" actId="1076"/>
          <ac:spMkLst>
            <pc:docMk/>
            <pc:sldMk cId="3726143626" sldId="495"/>
            <ac:spMk id="6" creationId="{88DCDBB8-1D3F-4854-BD11-A18906825441}"/>
          </ac:spMkLst>
        </pc:spChg>
        <pc:spChg chg="mod">
          <ac:chgData name="Teuku Raja Irfan Radarma" userId="cf428174-95ba-4576-8554-3a3b8ffa52b7" providerId="ADAL" clId="{064DE89A-8C20-404B-9FF1-EE940DB54367}" dt="2026-08-09T12:25:53.612" v="2633" actId="1076"/>
          <ac:spMkLst>
            <pc:docMk/>
            <pc:sldMk cId="3726143626" sldId="495"/>
            <ac:spMk id="8" creationId="{EAD1F49E-0A99-4282-A362-2416B9A917BF}"/>
          </ac:spMkLst>
        </pc:spChg>
        <pc:spChg chg="add mod">
          <ac:chgData name="Teuku Raja Irfan Radarma" userId="cf428174-95ba-4576-8554-3a3b8ffa52b7" providerId="ADAL" clId="{064DE89A-8C20-404B-9FF1-EE940DB54367}" dt="2026-08-09T12:25:53.612" v="2633" actId="1076"/>
          <ac:spMkLst>
            <pc:docMk/>
            <pc:sldMk cId="3726143626" sldId="495"/>
            <ac:spMk id="9" creationId="{4A673064-C565-406F-B4D6-9A78C54DDB7F}"/>
          </ac:spMkLst>
        </pc:spChg>
        <pc:spChg chg="mod">
          <ac:chgData name="Teuku Raja Irfan Radarma" userId="cf428174-95ba-4576-8554-3a3b8ffa52b7" providerId="ADAL" clId="{064DE89A-8C20-404B-9FF1-EE940DB54367}" dt="2026-08-09T12:25:53.612" v="2633" actId="1076"/>
          <ac:spMkLst>
            <pc:docMk/>
            <pc:sldMk cId="3726143626" sldId="495"/>
            <ac:spMk id="10" creationId="{7B19C1C9-2E87-44D7-B049-B1AC37997F86}"/>
          </ac:spMkLst>
        </pc:spChg>
        <pc:spChg chg="add mod">
          <ac:chgData name="Teuku Raja Irfan Radarma" userId="cf428174-95ba-4576-8554-3a3b8ffa52b7" providerId="ADAL" clId="{064DE89A-8C20-404B-9FF1-EE940DB54367}" dt="2026-08-09T12:25:53.612" v="2633" actId="1076"/>
          <ac:spMkLst>
            <pc:docMk/>
            <pc:sldMk cId="3726143626" sldId="495"/>
            <ac:spMk id="11" creationId="{6EDB2720-5BB3-4AA8-B10B-17973A35663C}"/>
          </ac:spMkLst>
        </pc:spChg>
        <pc:spChg chg="add mod ord">
          <ac:chgData name="Teuku Raja Irfan Radarma" userId="cf428174-95ba-4576-8554-3a3b8ffa52b7" providerId="ADAL" clId="{064DE89A-8C20-404B-9FF1-EE940DB54367}" dt="2026-08-09T12:25:53.612" v="2633" actId="1076"/>
          <ac:spMkLst>
            <pc:docMk/>
            <pc:sldMk cId="3726143626" sldId="495"/>
            <ac:spMk id="12" creationId="{6124D0A7-02C9-4A8B-A686-8DB787CFBB71}"/>
          </ac:spMkLst>
        </pc:spChg>
        <pc:spChg chg="add mod">
          <ac:chgData name="Teuku Raja Irfan Radarma" userId="cf428174-95ba-4576-8554-3a3b8ffa52b7" providerId="ADAL" clId="{064DE89A-8C20-404B-9FF1-EE940DB54367}" dt="2026-08-09T12:25:53.612" v="2633" actId="1076"/>
          <ac:spMkLst>
            <pc:docMk/>
            <pc:sldMk cId="3726143626" sldId="495"/>
            <ac:spMk id="13" creationId="{C6BE124D-585B-42B7-862F-74C433F7A2CC}"/>
          </ac:spMkLst>
        </pc:spChg>
        <pc:spChg chg="add mod">
          <ac:chgData name="Teuku Raja Irfan Radarma" userId="cf428174-95ba-4576-8554-3a3b8ffa52b7" providerId="ADAL" clId="{064DE89A-8C20-404B-9FF1-EE940DB54367}" dt="2026-08-09T12:25:53.612" v="2633" actId="1076"/>
          <ac:spMkLst>
            <pc:docMk/>
            <pc:sldMk cId="3726143626" sldId="495"/>
            <ac:spMk id="14" creationId="{50A1D757-3970-47C3-B1BA-E17EFCDF1D5C}"/>
          </ac:spMkLst>
        </pc:spChg>
        <pc:spChg chg="add mod">
          <ac:chgData name="Teuku Raja Irfan Radarma" userId="cf428174-95ba-4576-8554-3a3b8ffa52b7" providerId="ADAL" clId="{064DE89A-8C20-404B-9FF1-EE940DB54367}" dt="2026-08-09T12:25:53.612" v="2633" actId="1076"/>
          <ac:spMkLst>
            <pc:docMk/>
            <pc:sldMk cId="3726143626" sldId="495"/>
            <ac:spMk id="15" creationId="{2A1180CA-C458-4314-A309-0C80A2F41D82}"/>
          </ac:spMkLst>
        </pc:spChg>
        <pc:spChg chg="add mod">
          <ac:chgData name="Teuku Raja Irfan Radarma" userId="cf428174-95ba-4576-8554-3a3b8ffa52b7" providerId="ADAL" clId="{064DE89A-8C20-404B-9FF1-EE940DB54367}" dt="2026-08-09T12:25:53.612" v="2633" actId="1076"/>
          <ac:spMkLst>
            <pc:docMk/>
            <pc:sldMk cId="3726143626" sldId="495"/>
            <ac:spMk id="16" creationId="{C06ABF87-4146-46AC-BDC2-D6A17B9B45F1}"/>
          </ac:spMkLst>
        </pc:spChg>
      </pc:sldChg>
    </pc:docChg>
  </pc:docChgLst>
  <pc:docChgLst>
    <pc:chgData name="Teuku Raja Irfan Radarma" userId="cf428174-95ba-4576-8554-3a3b8ffa52b7" providerId="ADAL" clId="{6C5D399A-8E2C-4907-9624-A2DD17609376}"/>
    <pc:docChg chg="undo custSel addSld delSld modSld sldOrd">
      <pc:chgData name="Teuku Raja Irfan Radarma" userId="cf428174-95ba-4576-8554-3a3b8ffa52b7" providerId="ADAL" clId="{6C5D399A-8E2C-4907-9624-A2DD17609376}" dt="2025-12-01T03:23:29.842" v="2278" actId="478"/>
      <pc:docMkLst>
        <pc:docMk/>
      </pc:docMkLst>
      <pc:sldChg chg="modSp mod">
        <pc:chgData name="Teuku Raja Irfan Radarma" userId="cf428174-95ba-4576-8554-3a3b8ffa52b7" providerId="ADAL" clId="{6C5D399A-8E2C-4907-9624-A2DD17609376}" dt="2025-11-29T03:35:42.378" v="1800" actId="400"/>
        <pc:sldMkLst>
          <pc:docMk/>
          <pc:sldMk cId="4030995347" sldId="257"/>
        </pc:sldMkLst>
        <pc:spChg chg="mod">
          <ac:chgData name="Teuku Raja Irfan Radarma" userId="cf428174-95ba-4576-8554-3a3b8ffa52b7" providerId="ADAL" clId="{6C5D399A-8E2C-4907-9624-A2DD17609376}" dt="2025-11-29T03:35:42.378" v="1800" actId="400"/>
          <ac:spMkLst>
            <pc:docMk/>
            <pc:sldMk cId="4030995347" sldId="257"/>
            <ac:spMk id="3" creationId="{940F5DB3-7A6F-EDD4-9F33-B3FF6161C717}"/>
          </ac:spMkLst>
        </pc:spChg>
      </pc:sldChg>
      <pc:sldChg chg="modSp mod">
        <pc:chgData name="Teuku Raja Irfan Radarma" userId="cf428174-95ba-4576-8554-3a3b8ffa52b7" providerId="ADAL" clId="{6C5D399A-8E2C-4907-9624-A2DD17609376}" dt="2025-11-29T03:35:23.475" v="1796" actId="20577"/>
        <pc:sldMkLst>
          <pc:docMk/>
          <pc:sldMk cId="911610319" sldId="262"/>
        </pc:sldMkLst>
        <pc:spChg chg="mod">
          <ac:chgData name="Teuku Raja Irfan Radarma" userId="cf428174-95ba-4576-8554-3a3b8ffa52b7" providerId="ADAL" clId="{6C5D399A-8E2C-4907-9624-A2DD17609376}" dt="2025-11-29T03:35:20.303" v="1793" actId="20577"/>
          <ac:spMkLst>
            <pc:docMk/>
            <pc:sldMk cId="911610319" sldId="262"/>
            <ac:spMk id="3" creationId="{B17BBDE0-3A4E-3EA2-60B0-F9756E347209}"/>
          </ac:spMkLst>
        </pc:spChg>
        <pc:spChg chg="mod">
          <ac:chgData name="Teuku Raja Irfan Radarma" userId="cf428174-95ba-4576-8554-3a3b8ffa52b7" providerId="ADAL" clId="{6C5D399A-8E2C-4907-9624-A2DD17609376}" dt="2025-11-29T03:35:23.475" v="1796" actId="20577"/>
          <ac:spMkLst>
            <pc:docMk/>
            <pc:sldMk cId="911610319" sldId="262"/>
            <ac:spMk id="4" creationId="{FFCC89D4-8169-77D5-D53F-1E998B469C40}"/>
          </ac:spMkLst>
        </pc:spChg>
      </pc:sldChg>
      <pc:sldChg chg="modSp mod ord">
        <pc:chgData name="Teuku Raja Irfan Radarma" userId="cf428174-95ba-4576-8554-3a3b8ffa52b7" providerId="ADAL" clId="{6C5D399A-8E2C-4907-9624-A2DD17609376}" dt="2025-11-29T03:49:31.668" v="2095"/>
        <pc:sldMkLst>
          <pc:docMk/>
          <pc:sldMk cId="3835074240" sldId="263"/>
        </pc:sldMkLst>
        <pc:spChg chg="mod">
          <ac:chgData name="Teuku Raja Irfan Radarma" userId="cf428174-95ba-4576-8554-3a3b8ffa52b7" providerId="ADAL" clId="{6C5D399A-8E2C-4907-9624-A2DD17609376}" dt="2025-11-29T03:49:31.668" v="2095"/>
          <ac:spMkLst>
            <pc:docMk/>
            <pc:sldMk cId="3835074240" sldId="263"/>
            <ac:spMk id="2" creationId="{2079CBE2-7ADF-23F1-83BE-26DF183A5B12}"/>
          </ac:spMkLst>
        </pc:spChg>
      </pc:sldChg>
      <pc:sldChg chg="modSp mod">
        <pc:chgData name="Teuku Raja Irfan Radarma" userId="cf428174-95ba-4576-8554-3a3b8ffa52b7" providerId="ADAL" clId="{6C5D399A-8E2C-4907-9624-A2DD17609376}" dt="2025-11-22T04:37:01.464" v="1262" actId="20577"/>
        <pc:sldMkLst>
          <pc:docMk/>
          <pc:sldMk cId="1457204914" sldId="264"/>
        </pc:sldMkLst>
        <pc:spChg chg="mod">
          <ac:chgData name="Teuku Raja Irfan Radarma" userId="cf428174-95ba-4576-8554-3a3b8ffa52b7" providerId="ADAL" clId="{6C5D399A-8E2C-4907-9624-A2DD17609376}" dt="2025-11-22T04:36:46.769" v="1237" actId="20577"/>
          <ac:spMkLst>
            <pc:docMk/>
            <pc:sldMk cId="1457204914" sldId="264"/>
            <ac:spMk id="2" creationId="{7E958052-05B2-9F29-B874-84F80A24B16B}"/>
          </ac:spMkLst>
        </pc:spChg>
        <pc:spChg chg="mod">
          <ac:chgData name="Teuku Raja Irfan Radarma" userId="cf428174-95ba-4576-8554-3a3b8ffa52b7" providerId="ADAL" clId="{6C5D399A-8E2C-4907-9624-A2DD17609376}" dt="2025-11-22T04:37:01.464" v="1262" actId="20577"/>
          <ac:spMkLst>
            <pc:docMk/>
            <pc:sldMk cId="1457204914" sldId="264"/>
            <ac:spMk id="3" creationId="{ED136815-6D1A-2136-FEB7-5B68FA9A3B40}"/>
          </ac:spMkLst>
        </pc:spChg>
      </pc:sldChg>
      <pc:sldChg chg="delSp modSp mod">
        <pc:chgData name="Teuku Raja Irfan Radarma" userId="cf428174-95ba-4576-8554-3a3b8ffa52b7" providerId="ADAL" clId="{6C5D399A-8E2C-4907-9624-A2DD17609376}" dt="2025-12-01T03:23:29.842" v="2278" actId="478"/>
        <pc:sldMkLst>
          <pc:docMk/>
          <pc:sldMk cId="2891726164" sldId="304"/>
        </pc:sldMkLst>
        <pc:spChg chg="mod">
          <ac:chgData name="Teuku Raja Irfan Radarma" userId="cf428174-95ba-4576-8554-3a3b8ffa52b7" providerId="ADAL" clId="{6C5D399A-8E2C-4907-9624-A2DD17609376}" dt="2025-11-22T04:25:58.366" v="109" actId="20577"/>
          <ac:spMkLst>
            <pc:docMk/>
            <pc:sldMk cId="2891726164" sldId="304"/>
            <ac:spMk id="2" creationId="{FE2F06DC-C82D-49A7-49E8-24B02235CE1B}"/>
          </ac:spMkLst>
        </pc:spChg>
        <pc:spChg chg="mod">
          <ac:chgData name="Teuku Raja Irfan Radarma" userId="cf428174-95ba-4576-8554-3a3b8ffa52b7" providerId="ADAL" clId="{6C5D399A-8E2C-4907-9624-A2DD17609376}" dt="2025-11-29T03:36:35.604" v="1863" actId="1076"/>
          <ac:spMkLst>
            <pc:docMk/>
            <pc:sldMk cId="2891726164" sldId="304"/>
            <ac:spMk id="3" creationId="{0EEF17E5-AD4D-CEBE-F9C3-691B024490D7}"/>
          </ac:spMkLst>
        </pc:spChg>
        <pc:spChg chg="mod">
          <ac:chgData name="Teuku Raja Irfan Radarma" userId="cf428174-95ba-4576-8554-3a3b8ffa52b7" providerId="ADAL" clId="{6C5D399A-8E2C-4907-9624-A2DD17609376}" dt="2025-11-29T03:36:33.605" v="1862" actId="1076"/>
          <ac:spMkLst>
            <pc:docMk/>
            <pc:sldMk cId="2891726164" sldId="304"/>
            <ac:spMk id="5" creationId="{7D1C4826-0D9F-82A9-71DC-D0E6749679B2}"/>
          </ac:spMkLst>
        </pc:spChg>
      </pc:sldChg>
      <pc:sldChg chg="addSp modSp mod">
        <pc:chgData name="Teuku Raja Irfan Radarma" userId="cf428174-95ba-4576-8554-3a3b8ffa52b7" providerId="ADAL" clId="{6C5D399A-8E2C-4907-9624-A2DD17609376}" dt="2025-11-29T03:48:35.965" v="2067" actId="114"/>
        <pc:sldMkLst>
          <pc:docMk/>
          <pc:sldMk cId="3404562138" sldId="305"/>
        </pc:sldMkLst>
        <pc:spChg chg="mod">
          <ac:chgData name="Teuku Raja Irfan Radarma" userId="cf428174-95ba-4576-8554-3a3b8ffa52b7" providerId="ADAL" clId="{6C5D399A-8E2C-4907-9624-A2DD17609376}" dt="2025-11-29T03:43:51.059" v="1930" actId="14100"/>
          <ac:spMkLst>
            <pc:docMk/>
            <pc:sldMk cId="3404562138" sldId="305"/>
            <ac:spMk id="2" creationId="{59E61678-8156-B5D7-6985-8F8C864E2A3D}"/>
          </ac:spMkLst>
        </pc:spChg>
        <pc:spChg chg="mod">
          <ac:chgData name="Teuku Raja Irfan Radarma" userId="cf428174-95ba-4576-8554-3a3b8ffa52b7" providerId="ADAL" clId="{6C5D399A-8E2C-4907-9624-A2DD17609376}" dt="2025-11-29T03:45:32.522" v="1978"/>
          <ac:spMkLst>
            <pc:docMk/>
            <pc:sldMk cId="3404562138" sldId="305"/>
            <ac:spMk id="3" creationId="{8BA43A71-550D-6448-8070-817ACA416DEE}"/>
          </ac:spMkLst>
        </pc:spChg>
      </pc:sldChg>
      <pc:sldChg chg="addSp delSp modSp mod">
        <pc:chgData name="Teuku Raja Irfan Radarma" userId="cf428174-95ba-4576-8554-3a3b8ffa52b7" providerId="ADAL" clId="{6C5D399A-8E2C-4907-9624-A2DD17609376}" dt="2025-11-22T04:45:15.534" v="1733" actId="20577"/>
        <pc:sldMkLst>
          <pc:docMk/>
          <pc:sldMk cId="3051451500" sldId="306"/>
        </pc:sldMkLst>
        <pc:spChg chg="mod">
          <ac:chgData name="Teuku Raja Irfan Radarma" userId="cf428174-95ba-4576-8554-3a3b8ffa52b7" providerId="ADAL" clId="{6C5D399A-8E2C-4907-9624-A2DD17609376}" dt="2025-11-22T04:37:38.774" v="1355" actId="20577"/>
          <ac:spMkLst>
            <pc:docMk/>
            <pc:sldMk cId="3051451500" sldId="306"/>
            <ac:spMk id="2" creationId="{31B9DD37-A529-C0FC-5CA8-591ADC5F0314}"/>
          </ac:spMkLst>
        </pc:spChg>
        <pc:spChg chg="mod">
          <ac:chgData name="Teuku Raja Irfan Radarma" userId="cf428174-95ba-4576-8554-3a3b8ffa52b7" providerId="ADAL" clId="{6C5D399A-8E2C-4907-9624-A2DD17609376}" dt="2025-11-22T04:42:59.576" v="1707" actId="404"/>
          <ac:spMkLst>
            <pc:docMk/>
            <pc:sldMk cId="3051451500" sldId="306"/>
            <ac:spMk id="6" creationId="{C6007249-6724-8E38-EC48-6E0C4748BD12}"/>
          </ac:spMkLst>
        </pc:spChg>
      </pc:sldChg>
      <pc:sldChg chg="addSp modSp mod">
        <pc:chgData name="Teuku Raja Irfan Radarma" userId="cf428174-95ba-4576-8554-3a3b8ffa52b7" providerId="ADAL" clId="{6C5D399A-8E2C-4907-9624-A2DD17609376}" dt="2025-11-22T04:46:38.099" v="1752" actId="14100"/>
        <pc:sldMkLst>
          <pc:docMk/>
          <pc:sldMk cId="4133513380" sldId="310"/>
        </pc:sldMkLst>
        <pc:spChg chg="mod">
          <ac:chgData name="Teuku Raja Irfan Radarma" userId="cf428174-95ba-4576-8554-3a3b8ffa52b7" providerId="ADAL" clId="{6C5D399A-8E2C-4907-9624-A2DD17609376}" dt="2025-11-22T04:40:58.918" v="1694" actId="20577"/>
          <ac:spMkLst>
            <pc:docMk/>
            <pc:sldMk cId="4133513380" sldId="310"/>
            <ac:spMk id="2" creationId="{F4204DA2-4008-E351-CEE8-31BD3B9DC7B0}"/>
          </ac:spMkLst>
        </pc:spChg>
        <pc:spChg chg="mod">
          <ac:chgData name="Teuku Raja Irfan Radarma" userId="cf428174-95ba-4576-8554-3a3b8ffa52b7" providerId="ADAL" clId="{6C5D399A-8E2C-4907-9624-A2DD17609376}" dt="2025-11-22T04:46:01.275" v="1741" actId="14100"/>
          <ac:spMkLst>
            <pc:docMk/>
            <pc:sldMk cId="4133513380" sldId="310"/>
            <ac:spMk id="3" creationId="{BD9E2BB4-0C99-4A5A-63A6-F98A68A6FA16}"/>
          </ac:spMkLst>
        </pc:spChg>
      </pc:sldChg>
      <pc:sldChg chg="modSp mod">
        <pc:chgData name="Teuku Raja Irfan Radarma" userId="cf428174-95ba-4576-8554-3a3b8ffa52b7" providerId="ADAL" clId="{6C5D399A-8E2C-4907-9624-A2DD17609376}" dt="2025-11-29T03:50:09.419" v="2110" actId="20577"/>
        <pc:sldMkLst>
          <pc:docMk/>
          <pc:sldMk cId="62413706" sldId="359"/>
        </pc:sldMkLst>
        <pc:spChg chg="mod">
          <ac:chgData name="Teuku Raja Irfan Radarma" userId="cf428174-95ba-4576-8554-3a3b8ffa52b7" providerId="ADAL" clId="{6C5D399A-8E2C-4907-9624-A2DD17609376}" dt="2025-11-29T03:50:00.963" v="2096"/>
          <ac:spMkLst>
            <pc:docMk/>
            <pc:sldMk cId="62413706" sldId="359"/>
            <ac:spMk id="2" creationId="{86D1BB63-4350-72A4-F5A6-7BC05C8ACCEA}"/>
          </ac:spMkLst>
        </pc:spChg>
        <pc:spChg chg="mod">
          <ac:chgData name="Teuku Raja Irfan Radarma" userId="cf428174-95ba-4576-8554-3a3b8ffa52b7" providerId="ADAL" clId="{6C5D399A-8E2C-4907-9624-A2DD17609376}" dt="2025-11-29T03:50:09.419" v="2110" actId="20577"/>
          <ac:spMkLst>
            <pc:docMk/>
            <pc:sldMk cId="62413706" sldId="359"/>
            <ac:spMk id="3" creationId="{10DAE108-9E44-567B-9E8A-3F62785A8106}"/>
          </ac:spMkLst>
        </pc:spChg>
      </pc:sldChg>
      <pc:sldChg chg="addSp delSp modSp mod">
        <pc:chgData name="Teuku Raja Irfan Radarma" userId="cf428174-95ba-4576-8554-3a3b8ffa52b7" providerId="ADAL" clId="{6C5D399A-8E2C-4907-9624-A2DD17609376}" dt="2025-11-29T03:50:51.165" v="2143" actId="20577"/>
        <pc:sldMkLst>
          <pc:docMk/>
          <pc:sldMk cId="1044276249" sldId="363"/>
        </pc:sldMkLst>
        <pc:spChg chg="mod">
          <ac:chgData name="Teuku Raja Irfan Radarma" userId="cf428174-95ba-4576-8554-3a3b8ffa52b7" providerId="ADAL" clId="{6C5D399A-8E2C-4907-9624-A2DD17609376}" dt="2025-11-29T03:50:27.675" v="2131" actId="20577"/>
          <ac:spMkLst>
            <pc:docMk/>
            <pc:sldMk cId="1044276249" sldId="363"/>
            <ac:spMk id="2" creationId="{A125681A-45A2-7128-DE7A-C52014C27119}"/>
          </ac:spMkLst>
        </pc:spChg>
        <pc:spChg chg="mod">
          <ac:chgData name="Teuku Raja Irfan Radarma" userId="cf428174-95ba-4576-8554-3a3b8ffa52b7" providerId="ADAL" clId="{6C5D399A-8E2C-4907-9624-A2DD17609376}" dt="2025-11-29T03:50:51.165" v="2143" actId="20577"/>
          <ac:spMkLst>
            <pc:docMk/>
            <pc:sldMk cId="1044276249" sldId="363"/>
            <ac:spMk id="6" creationId="{00CA8178-C5D9-B7AC-2EB9-8CAE37EAAF27}"/>
          </ac:spMkLst>
        </pc:spChg>
      </pc:sldChg>
    </pc:docChg>
  </pc:docChgLst>
  <pc:docChgLst>
    <pc:chgData name="Teuku Raja Irfan Radarma" userId="cf428174-95ba-4576-8554-3a3b8ffa52b7" providerId="ADAL" clId="{CF1DECEB-07AA-4733-83F0-1A69C15387C4}"/>
    <pc:docChg chg="undo custSel addSld delSld modSld sldOrd">
      <pc:chgData name="Teuku Raja Irfan Radarma" userId="cf428174-95ba-4576-8554-3a3b8ffa52b7" providerId="ADAL" clId="{CF1DECEB-07AA-4733-83F0-1A69C15387C4}" dt="2025-12-06T04:02:53.504" v="1191" actId="14100"/>
      <pc:docMkLst>
        <pc:docMk/>
      </pc:docMkLst>
      <pc:sldChg chg="modSp mod">
        <pc:chgData name="Teuku Raja Irfan Radarma" userId="cf428174-95ba-4576-8554-3a3b8ffa52b7" providerId="ADAL" clId="{CF1DECEB-07AA-4733-83F0-1A69C15387C4}" dt="2025-12-06T01:56:16.021" v="35" actId="113"/>
        <pc:sldMkLst>
          <pc:docMk/>
          <pc:sldMk cId="4030995347" sldId="257"/>
        </pc:sldMkLst>
        <pc:spChg chg="mod">
          <ac:chgData name="Teuku Raja Irfan Radarma" userId="cf428174-95ba-4576-8554-3a3b8ffa52b7" providerId="ADAL" clId="{CF1DECEB-07AA-4733-83F0-1A69C15387C4}" dt="2025-12-06T01:56:16.021" v="35" actId="113"/>
          <ac:spMkLst>
            <pc:docMk/>
            <pc:sldMk cId="4030995347" sldId="257"/>
            <ac:spMk id="3" creationId="{940F5DB3-7A6F-EDD4-9F33-B3FF6161C717}"/>
          </ac:spMkLst>
        </pc:spChg>
      </pc:sldChg>
      <pc:sldChg chg="modSp mod">
        <pc:chgData name="Teuku Raja Irfan Radarma" userId="cf428174-95ba-4576-8554-3a3b8ffa52b7" providerId="ADAL" clId="{CF1DECEB-07AA-4733-83F0-1A69C15387C4}" dt="2025-12-06T01:56:07.800" v="32" actId="20577"/>
        <pc:sldMkLst>
          <pc:docMk/>
          <pc:sldMk cId="911610319" sldId="262"/>
        </pc:sldMkLst>
        <pc:spChg chg="mod">
          <ac:chgData name="Teuku Raja Irfan Radarma" userId="cf428174-95ba-4576-8554-3a3b8ffa52b7" providerId="ADAL" clId="{CF1DECEB-07AA-4733-83F0-1A69C15387C4}" dt="2025-12-06T01:56:04.459" v="31" actId="20577"/>
          <ac:spMkLst>
            <pc:docMk/>
            <pc:sldMk cId="911610319" sldId="262"/>
            <ac:spMk id="3" creationId="{B17BBDE0-3A4E-3EA2-60B0-F9756E347209}"/>
          </ac:spMkLst>
        </pc:spChg>
        <pc:spChg chg="mod">
          <ac:chgData name="Teuku Raja Irfan Radarma" userId="cf428174-95ba-4576-8554-3a3b8ffa52b7" providerId="ADAL" clId="{CF1DECEB-07AA-4733-83F0-1A69C15387C4}" dt="2025-12-06T01:56:07.800" v="32" actId="20577"/>
          <ac:spMkLst>
            <pc:docMk/>
            <pc:sldMk cId="911610319" sldId="262"/>
            <ac:spMk id="4" creationId="{FFCC89D4-8169-77D5-D53F-1E998B469C40}"/>
          </ac:spMkLst>
        </pc:spChg>
      </pc:sldChg>
      <pc:sldChg chg="addSp delSp modSp mod">
        <pc:chgData name="Teuku Raja Irfan Radarma" userId="cf428174-95ba-4576-8554-3a3b8ffa52b7" providerId="ADAL" clId="{CF1DECEB-07AA-4733-83F0-1A69C15387C4}" dt="2025-12-06T03:59:24.965" v="1080" actId="6549"/>
        <pc:sldMkLst>
          <pc:docMk/>
          <pc:sldMk cId="3835074240" sldId="263"/>
        </pc:sldMkLst>
        <pc:spChg chg="mod">
          <ac:chgData name="Teuku Raja Irfan Radarma" userId="cf428174-95ba-4576-8554-3a3b8ffa52b7" providerId="ADAL" clId="{CF1DECEB-07AA-4733-83F0-1A69C15387C4}" dt="2025-12-06T03:59:24.965" v="1080" actId="6549"/>
          <ac:spMkLst>
            <pc:docMk/>
            <pc:sldMk cId="3835074240" sldId="263"/>
            <ac:spMk id="2" creationId="{2079CBE2-7ADF-23F1-83BE-26DF183A5B12}"/>
          </ac:spMkLst>
        </pc:spChg>
        <pc:spChg chg="add del">
          <ac:chgData name="Teuku Raja Irfan Radarma" userId="cf428174-95ba-4576-8554-3a3b8ffa52b7" providerId="ADAL" clId="{CF1DECEB-07AA-4733-83F0-1A69C15387C4}" dt="2025-12-06T02:11:46.769" v="201"/>
          <ac:spMkLst>
            <pc:docMk/>
            <pc:sldMk cId="3835074240" sldId="263"/>
            <ac:spMk id="3" creationId="{BD51C2EB-5073-4648-BD91-C9620EE57B2F}"/>
          </ac:spMkLst>
        </pc:spChg>
      </pc:sldChg>
      <pc:sldChg chg="modSp mod">
        <pc:chgData name="Teuku Raja Irfan Radarma" userId="cf428174-95ba-4576-8554-3a3b8ffa52b7" providerId="ADAL" clId="{CF1DECEB-07AA-4733-83F0-1A69C15387C4}" dt="2025-12-06T02:13:02.721" v="224" actId="404"/>
        <pc:sldMkLst>
          <pc:docMk/>
          <pc:sldMk cId="1457204914" sldId="264"/>
        </pc:sldMkLst>
        <pc:spChg chg="mod">
          <ac:chgData name="Teuku Raja Irfan Radarma" userId="cf428174-95ba-4576-8554-3a3b8ffa52b7" providerId="ADAL" clId="{CF1DECEB-07AA-4733-83F0-1A69C15387C4}" dt="2025-12-06T02:13:02.721" v="224" actId="404"/>
          <ac:spMkLst>
            <pc:docMk/>
            <pc:sldMk cId="1457204914" sldId="264"/>
            <ac:spMk id="3" creationId="{ED136815-6D1A-2136-FEB7-5B68FA9A3B40}"/>
          </ac:spMkLst>
        </pc:spChg>
      </pc:sldChg>
      <pc:sldChg chg="modSp mod">
        <pc:chgData name="Teuku Raja Irfan Radarma" userId="cf428174-95ba-4576-8554-3a3b8ffa52b7" providerId="ADAL" clId="{CF1DECEB-07AA-4733-83F0-1A69C15387C4}" dt="2025-12-06T01:56:38.685" v="70" actId="404"/>
        <pc:sldMkLst>
          <pc:docMk/>
          <pc:sldMk cId="2891726164" sldId="304"/>
        </pc:sldMkLst>
        <pc:spChg chg="mod">
          <ac:chgData name="Teuku Raja Irfan Radarma" userId="cf428174-95ba-4576-8554-3a3b8ffa52b7" providerId="ADAL" clId="{CF1DECEB-07AA-4733-83F0-1A69C15387C4}" dt="2025-12-06T01:56:38.685" v="70" actId="404"/>
          <ac:spMkLst>
            <pc:docMk/>
            <pc:sldMk cId="2891726164" sldId="304"/>
            <ac:spMk id="3" creationId="{0EEF17E5-AD4D-CEBE-F9C3-691B024490D7}"/>
          </ac:spMkLst>
        </pc:spChg>
      </pc:sldChg>
      <pc:sldChg chg="delSp modSp mod">
        <pc:chgData name="Teuku Raja Irfan Radarma" userId="cf428174-95ba-4576-8554-3a3b8ffa52b7" providerId="ADAL" clId="{CF1DECEB-07AA-4733-83F0-1A69C15387C4}" dt="2025-12-06T03:13:05.168" v="711" actId="20577"/>
        <pc:sldMkLst>
          <pc:docMk/>
          <pc:sldMk cId="3404562138" sldId="305"/>
        </pc:sldMkLst>
        <pc:spChg chg="mod">
          <ac:chgData name="Teuku Raja Irfan Radarma" userId="cf428174-95ba-4576-8554-3a3b8ffa52b7" providerId="ADAL" clId="{CF1DECEB-07AA-4733-83F0-1A69C15387C4}" dt="2025-12-06T03:13:05.168" v="711" actId="20577"/>
          <ac:spMkLst>
            <pc:docMk/>
            <pc:sldMk cId="3404562138" sldId="305"/>
            <ac:spMk id="2" creationId="{59E61678-8156-B5D7-6985-8F8C864E2A3D}"/>
          </ac:spMkLst>
        </pc:spChg>
        <pc:spChg chg="mod">
          <ac:chgData name="Teuku Raja Irfan Radarma" userId="cf428174-95ba-4576-8554-3a3b8ffa52b7" providerId="ADAL" clId="{CF1DECEB-07AA-4733-83F0-1A69C15387C4}" dt="2025-12-06T02:07:53.608" v="76" actId="20577"/>
          <ac:spMkLst>
            <pc:docMk/>
            <pc:sldMk cId="3404562138" sldId="305"/>
            <ac:spMk id="3" creationId="{8BA43A71-550D-6448-8070-817ACA416DEE}"/>
          </ac:spMkLst>
        </pc:spChg>
        <pc:spChg chg="del">
          <ac:chgData name="Teuku Raja Irfan Radarma" userId="cf428174-95ba-4576-8554-3a3b8ffa52b7" providerId="ADAL" clId="{CF1DECEB-07AA-4733-83F0-1A69C15387C4}" dt="2025-12-06T02:07:50.470" v="71" actId="478"/>
          <ac:spMkLst>
            <pc:docMk/>
            <pc:sldMk cId="3404562138" sldId="305"/>
            <ac:spMk id="5" creationId="{F73080AC-D3B5-D417-D864-98ECC2EE282A}"/>
          </ac:spMkLst>
        </pc:spChg>
      </pc:sldChg>
      <pc:sldChg chg="modSp mod">
        <pc:chgData name="Teuku Raja Irfan Radarma" userId="cf428174-95ba-4576-8554-3a3b8ffa52b7" providerId="ADAL" clId="{CF1DECEB-07AA-4733-83F0-1A69C15387C4}" dt="2025-12-06T02:14:24.033" v="235" actId="20577"/>
        <pc:sldMkLst>
          <pc:docMk/>
          <pc:sldMk cId="3051451500" sldId="306"/>
        </pc:sldMkLst>
        <pc:spChg chg="mod">
          <ac:chgData name="Teuku Raja Irfan Radarma" userId="cf428174-95ba-4576-8554-3a3b8ffa52b7" providerId="ADAL" clId="{CF1DECEB-07AA-4733-83F0-1A69C15387C4}" dt="2025-12-06T02:14:24.033" v="235" actId="20577"/>
          <ac:spMkLst>
            <pc:docMk/>
            <pc:sldMk cId="3051451500" sldId="306"/>
            <ac:spMk id="6" creationId="{C6007249-6724-8E38-EC48-6E0C4748BD12}"/>
          </ac:spMkLst>
        </pc:spChg>
      </pc:sldChg>
      <pc:sldChg chg="addSp delSp modSp mod">
        <pc:chgData name="Teuku Raja Irfan Radarma" userId="cf428174-95ba-4576-8554-3a3b8ffa52b7" providerId="ADAL" clId="{CF1DECEB-07AA-4733-83F0-1A69C15387C4}" dt="2025-12-06T02:27:22.564" v="266" actId="20577"/>
        <pc:sldMkLst>
          <pc:docMk/>
          <pc:sldMk cId="4133513380" sldId="310"/>
        </pc:sldMkLst>
        <pc:spChg chg="mod">
          <ac:chgData name="Teuku Raja Irfan Radarma" userId="cf428174-95ba-4576-8554-3a3b8ffa52b7" providerId="ADAL" clId="{CF1DECEB-07AA-4733-83F0-1A69C15387C4}" dt="2025-12-06T02:27:22.564" v="266" actId="20577"/>
          <ac:spMkLst>
            <pc:docMk/>
            <pc:sldMk cId="4133513380" sldId="310"/>
            <ac:spMk id="2" creationId="{F4204DA2-4008-E351-CEE8-31BD3B9DC7B0}"/>
          </ac:spMkLst>
        </pc:spChg>
        <pc:spChg chg="mod">
          <ac:chgData name="Teuku Raja Irfan Radarma" userId="cf428174-95ba-4576-8554-3a3b8ffa52b7" providerId="ADAL" clId="{CF1DECEB-07AA-4733-83F0-1A69C15387C4}" dt="2025-12-06T02:26:34.111" v="265" actId="20577"/>
          <ac:spMkLst>
            <pc:docMk/>
            <pc:sldMk cId="4133513380" sldId="310"/>
            <ac:spMk id="3" creationId="{BD9E2BB4-0C99-4A5A-63A6-F98A68A6FA16}"/>
          </ac:spMkLst>
        </pc:spChg>
        <pc:spChg chg="add del">
          <ac:chgData name="Teuku Raja Irfan Radarma" userId="cf428174-95ba-4576-8554-3a3b8ffa52b7" providerId="ADAL" clId="{CF1DECEB-07AA-4733-83F0-1A69C15387C4}" dt="2025-12-06T02:25:44.127" v="239"/>
          <ac:spMkLst>
            <pc:docMk/>
            <pc:sldMk cId="4133513380" sldId="310"/>
            <ac:spMk id="5" creationId="{4231B494-6FDA-4A88-8903-08805E095A10}"/>
          </ac:spMkLst>
        </pc:spChg>
        <pc:spChg chg="add del">
          <ac:chgData name="Teuku Raja Irfan Radarma" userId="cf428174-95ba-4576-8554-3a3b8ffa52b7" providerId="ADAL" clId="{CF1DECEB-07AA-4733-83F0-1A69C15387C4}" dt="2025-12-06T02:25:47.661" v="241"/>
          <ac:spMkLst>
            <pc:docMk/>
            <pc:sldMk cId="4133513380" sldId="310"/>
            <ac:spMk id="6" creationId="{71E8984D-4C25-4B54-AE66-60DA7E972E0E}"/>
          </ac:spMkLst>
        </pc:spChg>
        <pc:spChg chg="add del">
          <ac:chgData name="Teuku Raja Irfan Radarma" userId="cf428174-95ba-4576-8554-3a3b8ffa52b7" providerId="ADAL" clId="{CF1DECEB-07AA-4733-83F0-1A69C15387C4}" dt="2025-12-06T02:25:51.466" v="243"/>
          <ac:spMkLst>
            <pc:docMk/>
            <pc:sldMk cId="4133513380" sldId="310"/>
            <ac:spMk id="7" creationId="{91AE2923-C202-414C-BC33-D0001E6A6B70}"/>
          </ac:spMkLst>
        </pc:spChg>
        <pc:spChg chg="add del">
          <ac:chgData name="Teuku Raja Irfan Radarma" userId="cf428174-95ba-4576-8554-3a3b8ffa52b7" providerId="ADAL" clId="{CF1DECEB-07AA-4733-83F0-1A69C15387C4}" dt="2025-12-06T02:25:56.908" v="245"/>
          <ac:spMkLst>
            <pc:docMk/>
            <pc:sldMk cId="4133513380" sldId="310"/>
            <ac:spMk id="8" creationId="{61C267B3-064E-4A96-BD0B-52468954EDE0}"/>
          </ac:spMkLst>
        </pc:spChg>
        <pc:spChg chg="add del">
          <ac:chgData name="Teuku Raja Irfan Radarma" userId="cf428174-95ba-4576-8554-3a3b8ffa52b7" providerId="ADAL" clId="{CF1DECEB-07AA-4733-83F0-1A69C15387C4}" dt="2025-12-06T02:26:01.660" v="247"/>
          <ac:spMkLst>
            <pc:docMk/>
            <pc:sldMk cId="4133513380" sldId="310"/>
            <ac:spMk id="9" creationId="{A56AB8B6-D86D-4CF4-B308-C39A30B053E3}"/>
          </ac:spMkLst>
        </pc:spChg>
      </pc:sldChg>
      <pc:sldChg chg="modSp mod">
        <pc:chgData name="Teuku Raja Irfan Radarma" userId="cf428174-95ba-4576-8554-3a3b8ffa52b7" providerId="ADAL" clId="{CF1DECEB-07AA-4733-83F0-1A69C15387C4}" dt="2025-12-06T02:31:57.861" v="342" actId="20577"/>
        <pc:sldMkLst>
          <pc:docMk/>
          <pc:sldMk cId="62413706" sldId="359"/>
        </pc:sldMkLst>
        <pc:spChg chg="mod">
          <ac:chgData name="Teuku Raja Irfan Radarma" userId="cf428174-95ba-4576-8554-3a3b8ffa52b7" providerId="ADAL" clId="{CF1DECEB-07AA-4733-83F0-1A69C15387C4}" dt="2025-12-06T02:31:28.597" v="321" actId="20577"/>
          <ac:spMkLst>
            <pc:docMk/>
            <pc:sldMk cId="62413706" sldId="359"/>
            <ac:spMk id="2" creationId="{86D1BB63-4350-72A4-F5A6-7BC05C8ACCEA}"/>
          </ac:spMkLst>
        </pc:spChg>
        <pc:spChg chg="mod">
          <ac:chgData name="Teuku Raja Irfan Radarma" userId="cf428174-95ba-4576-8554-3a3b8ffa52b7" providerId="ADAL" clId="{CF1DECEB-07AA-4733-83F0-1A69C15387C4}" dt="2025-12-06T02:31:57.861" v="342" actId="20577"/>
          <ac:spMkLst>
            <pc:docMk/>
            <pc:sldMk cId="62413706" sldId="359"/>
            <ac:spMk id="3" creationId="{10DAE108-9E44-567B-9E8A-3F62785A8106}"/>
          </ac:spMkLst>
        </pc:spChg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2404744056" sldId="360"/>
        </pc:sldMkLst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2842273901" sldId="361"/>
        </pc:sldMkLst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2948661724" sldId="362"/>
        </pc:sldMkLst>
      </pc:sldChg>
      <pc:sldChg chg="modSp mod">
        <pc:chgData name="Teuku Raja Irfan Radarma" userId="cf428174-95ba-4576-8554-3a3b8ffa52b7" providerId="ADAL" clId="{CF1DECEB-07AA-4733-83F0-1A69C15387C4}" dt="2025-12-06T02:40:35.623" v="375" actId="20577"/>
        <pc:sldMkLst>
          <pc:docMk/>
          <pc:sldMk cId="1044276249" sldId="363"/>
        </pc:sldMkLst>
        <pc:spChg chg="mod">
          <ac:chgData name="Teuku Raja Irfan Radarma" userId="cf428174-95ba-4576-8554-3a3b8ffa52b7" providerId="ADAL" clId="{CF1DECEB-07AA-4733-83F0-1A69C15387C4}" dt="2025-12-06T02:40:18.877" v="350" actId="20577"/>
          <ac:spMkLst>
            <pc:docMk/>
            <pc:sldMk cId="1044276249" sldId="363"/>
            <ac:spMk id="2" creationId="{A125681A-45A2-7128-DE7A-C52014C27119}"/>
          </ac:spMkLst>
        </pc:spChg>
        <pc:spChg chg="mod">
          <ac:chgData name="Teuku Raja Irfan Radarma" userId="cf428174-95ba-4576-8554-3a3b8ffa52b7" providerId="ADAL" clId="{CF1DECEB-07AA-4733-83F0-1A69C15387C4}" dt="2025-12-06T02:40:35.623" v="375" actId="20577"/>
          <ac:spMkLst>
            <pc:docMk/>
            <pc:sldMk cId="1044276249" sldId="363"/>
            <ac:spMk id="6" creationId="{00CA8178-C5D9-B7AC-2EB9-8CAE37EAAF27}"/>
          </ac:spMkLst>
        </pc:spChg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3369179900" sldId="364"/>
        </pc:sldMkLst>
      </pc:sldChg>
      <pc:sldChg chg="delSp modSp mod">
        <pc:chgData name="Teuku Raja Irfan Radarma" userId="cf428174-95ba-4576-8554-3a3b8ffa52b7" providerId="ADAL" clId="{CF1DECEB-07AA-4733-83F0-1A69C15387C4}" dt="2025-12-06T02:53:23.596" v="630" actId="20577"/>
        <pc:sldMkLst>
          <pc:docMk/>
          <pc:sldMk cId="3887449466" sldId="374"/>
        </pc:sldMkLst>
        <pc:spChg chg="mod">
          <ac:chgData name="Teuku Raja Irfan Radarma" userId="cf428174-95ba-4576-8554-3a3b8ffa52b7" providerId="ADAL" clId="{CF1DECEB-07AA-4733-83F0-1A69C15387C4}" dt="2025-12-06T02:51:43.767" v="456" actId="20577"/>
          <ac:spMkLst>
            <pc:docMk/>
            <pc:sldMk cId="3887449466" sldId="374"/>
            <ac:spMk id="2" creationId="{2EFF2390-A351-2BC1-BB12-FE12FE55FE51}"/>
          </ac:spMkLst>
        </pc:spChg>
        <pc:spChg chg="mod">
          <ac:chgData name="Teuku Raja Irfan Radarma" userId="cf428174-95ba-4576-8554-3a3b8ffa52b7" providerId="ADAL" clId="{CF1DECEB-07AA-4733-83F0-1A69C15387C4}" dt="2025-12-06T02:53:23.596" v="630" actId="20577"/>
          <ac:spMkLst>
            <pc:docMk/>
            <pc:sldMk cId="3887449466" sldId="374"/>
            <ac:spMk id="4" creationId="{5DFB2A37-0B4B-405A-2CAA-C05F9F347F73}"/>
          </ac:spMkLst>
        </pc:spChg>
        <pc:picChg chg="del">
          <ac:chgData name="Teuku Raja Irfan Radarma" userId="cf428174-95ba-4576-8554-3a3b8ffa52b7" providerId="ADAL" clId="{CF1DECEB-07AA-4733-83F0-1A69C15387C4}" dt="2025-12-06T02:52:21.513" v="570" actId="478"/>
          <ac:picMkLst>
            <pc:docMk/>
            <pc:sldMk cId="3887449466" sldId="374"/>
            <ac:picMk id="6" creationId="{B8F47FCE-39A0-F05E-665A-90026BC87EDD}"/>
          </ac:picMkLst>
        </pc:picChg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3681168979" sldId="375"/>
        </pc:sldMkLst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24033230" sldId="393"/>
        </pc:sldMkLst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6759311" sldId="394"/>
        </pc:sldMkLst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4233368658" sldId="395"/>
        </pc:sldMkLst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2926703991" sldId="396"/>
        </pc:sldMkLst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3567308655" sldId="397"/>
        </pc:sldMkLst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672625704" sldId="398"/>
        </pc:sldMkLst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2416570866" sldId="399"/>
        </pc:sldMkLst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53942385" sldId="400"/>
        </pc:sldMkLst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4130794792" sldId="401"/>
        </pc:sldMkLst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1406115806" sldId="402"/>
        </pc:sldMkLst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992091417" sldId="405"/>
        </pc:sldMkLst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2484617555" sldId="406"/>
        </pc:sldMkLst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2846676278" sldId="407"/>
        </pc:sldMkLst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2340584467" sldId="408"/>
        </pc:sldMkLst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2057318610" sldId="409"/>
        </pc:sldMkLst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4907323" sldId="410"/>
        </pc:sldMkLst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1929889162" sldId="411"/>
        </pc:sldMkLst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1460602123" sldId="412"/>
        </pc:sldMkLst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1112028576" sldId="413"/>
        </pc:sldMkLst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1718121370" sldId="414"/>
        </pc:sldMkLst>
      </pc:sldChg>
      <pc:sldChg chg="del">
        <pc:chgData name="Teuku Raja Irfan Radarma" userId="cf428174-95ba-4576-8554-3a3b8ffa52b7" providerId="ADAL" clId="{CF1DECEB-07AA-4733-83F0-1A69C15387C4}" dt="2025-12-06T02:51:29.783" v="435" actId="47"/>
        <pc:sldMkLst>
          <pc:docMk/>
          <pc:sldMk cId="4252467002" sldId="415"/>
        </pc:sldMkLst>
      </pc:sldChg>
      <pc:sldChg chg="modSp add mod">
        <pc:chgData name="Teuku Raja Irfan Radarma" userId="cf428174-95ba-4576-8554-3a3b8ffa52b7" providerId="ADAL" clId="{CF1DECEB-07AA-4733-83F0-1A69C15387C4}" dt="2025-12-06T02:29:19.861" v="284" actId="113"/>
        <pc:sldMkLst>
          <pc:docMk/>
          <pc:sldMk cId="3666297478" sldId="416"/>
        </pc:sldMkLst>
        <pc:spChg chg="mod">
          <ac:chgData name="Teuku Raja Irfan Radarma" userId="cf428174-95ba-4576-8554-3a3b8ffa52b7" providerId="ADAL" clId="{CF1DECEB-07AA-4733-83F0-1A69C15387C4}" dt="2025-12-06T02:27:36.415" v="268"/>
          <ac:spMkLst>
            <pc:docMk/>
            <pc:sldMk cId="3666297478" sldId="416"/>
            <ac:spMk id="2" creationId="{F4204DA2-4008-E351-CEE8-31BD3B9DC7B0}"/>
          </ac:spMkLst>
        </pc:spChg>
        <pc:spChg chg="mod">
          <ac:chgData name="Teuku Raja Irfan Radarma" userId="cf428174-95ba-4576-8554-3a3b8ffa52b7" providerId="ADAL" clId="{CF1DECEB-07AA-4733-83F0-1A69C15387C4}" dt="2025-12-06T02:29:19.861" v="284" actId="113"/>
          <ac:spMkLst>
            <pc:docMk/>
            <pc:sldMk cId="3666297478" sldId="416"/>
            <ac:spMk id="3" creationId="{BD9E2BB4-0C99-4A5A-63A6-F98A68A6FA16}"/>
          </ac:spMkLst>
        </pc:spChg>
      </pc:sldChg>
      <pc:sldChg chg="modSp add mod">
        <pc:chgData name="Teuku Raja Irfan Radarma" userId="cf428174-95ba-4576-8554-3a3b8ffa52b7" providerId="ADAL" clId="{CF1DECEB-07AA-4733-83F0-1A69C15387C4}" dt="2025-12-06T02:29:32.267" v="291" actId="113"/>
        <pc:sldMkLst>
          <pc:docMk/>
          <pc:sldMk cId="2498478276" sldId="417"/>
        </pc:sldMkLst>
        <pc:spChg chg="mod">
          <ac:chgData name="Teuku Raja Irfan Radarma" userId="cf428174-95ba-4576-8554-3a3b8ffa52b7" providerId="ADAL" clId="{CF1DECEB-07AA-4733-83F0-1A69C15387C4}" dt="2025-12-06T02:28:08.987" v="278"/>
          <ac:spMkLst>
            <pc:docMk/>
            <pc:sldMk cId="2498478276" sldId="417"/>
            <ac:spMk id="2" creationId="{F4204DA2-4008-E351-CEE8-31BD3B9DC7B0}"/>
          </ac:spMkLst>
        </pc:spChg>
        <pc:spChg chg="mod">
          <ac:chgData name="Teuku Raja Irfan Radarma" userId="cf428174-95ba-4576-8554-3a3b8ffa52b7" providerId="ADAL" clId="{CF1DECEB-07AA-4733-83F0-1A69C15387C4}" dt="2025-12-06T02:29:32.267" v="291" actId="113"/>
          <ac:spMkLst>
            <pc:docMk/>
            <pc:sldMk cId="2498478276" sldId="417"/>
            <ac:spMk id="3" creationId="{BD9E2BB4-0C99-4A5A-63A6-F98A68A6FA16}"/>
          </ac:spMkLst>
        </pc:spChg>
      </pc:sldChg>
      <pc:sldChg chg="modSp add mod">
        <pc:chgData name="Teuku Raja Irfan Radarma" userId="cf428174-95ba-4576-8554-3a3b8ffa52b7" providerId="ADAL" clId="{CF1DECEB-07AA-4733-83F0-1A69C15387C4}" dt="2025-12-06T02:30:39.619" v="308" actId="12"/>
        <pc:sldMkLst>
          <pc:docMk/>
          <pc:sldMk cId="3155149982" sldId="418"/>
        </pc:sldMkLst>
        <pc:spChg chg="mod">
          <ac:chgData name="Teuku Raja Irfan Radarma" userId="cf428174-95ba-4576-8554-3a3b8ffa52b7" providerId="ADAL" clId="{CF1DECEB-07AA-4733-83F0-1A69C15387C4}" dt="2025-12-06T02:29:42.097" v="293"/>
          <ac:spMkLst>
            <pc:docMk/>
            <pc:sldMk cId="3155149982" sldId="418"/>
            <ac:spMk id="2" creationId="{F4204DA2-4008-E351-CEE8-31BD3B9DC7B0}"/>
          </ac:spMkLst>
        </pc:spChg>
        <pc:spChg chg="mod">
          <ac:chgData name="Teuku Raja Irfan Radarma" userId="cf428174-95ba-4576-8554-3a3b8ffa52b7" providerId="ADAL" clId="{CF1DECEB-07AA-4733-83F0-1A69C15387C4}" dt="2025-12-06T02:30:39.619" v="308" actId="12"/>
          <ac:spMkLst>
            <pc:docMk/>
            <pc:sldMk cId="3155149982" sldId="418"/>
            <ac:spMk id="3" creationId="{BD9E2BB4-0C99-4A5A-63A6-F98A68A6FA16}"/>
          </ac:spMkLst>
        </pc:spChg>
      </pc:sldChg>
      <pc:sldChg chg="modSp add mod">
        <pc:chgData name="Teuku Raja Irfan Radarma" userId="cf428174-95ba-4576-8554-3a3b8ffa52b7" providerId="ADAL" clId="{CF1DECEB-07AA-4733-83F0-1A69C15387C4}" dt="2025-12-06T03:31:46.668" v="788" actId="6549"/>
        <pc:sldMkLst>
          <pc:docMk/>
          <pc:sldMk cId="1181482048" sldId="419"/>
        </pc:sldMkLst>
        <pc:spChg chg="mod">
          <ac:chgData name="Teuku Raja Irfan Radarma" userId="cf428174-95ba-4576-8554-3a3b8ffa52b7" providerId="ADAL" clId="{CF1DECEB-07AA-4733-83F0-1A69C15387C4}" dt="2025-12-06T02:40:59.954" v="377"/>
          <ac:spMkLst>
            <pc:docMk/>
            <pc:sldMk cId="1181482048" sldId="419"/>
            <ac:spMk id="2" creationId="{A125681A-45A2-7128-DE7A-C52014C27119}"/>
          </ac:spMkLst>
        </pc:spChg>
        <pc:spChg chg="mod">
          <ac:chgData name="Teuku Raja Irfan Radarma" userId="cf428174-95ba-4576-8554-3a3b8ffa52b7" providerId="ADAL" clId="{CF1DECEB-07AA-4733-83F0-1A69C15387C4}" dt="2025-12-06T03:31:46.668" v="788" actId="6549"/>
          <ac:spMkLst>
            <pc:docMk/>
            <pc:sldMk cId="1181482048" sldId="419"/>
            <ac:spMk id="6" creationId="{00CA8178-C5D9-B7AC-2EB9-8CAE37EAAF27}"/>
          </ac:spMkLst>
        </pc:spChg>
      </pc:sldChg>
      <pc:sldChg chg="modSp add mod">
        <pc:chgData name="Teuku Raja Irfan Radarma" userId="cf428174-95ba-4576-8554-3a3b8ffa52b7" providerId="ADAL" clId="{CF1DECEB-07AA-4733-83F0-1A69C15387C4}" dt="2025-12-06T03:31:50.886" v="789" actId="6549"/>
        <pc:sldMkLst>
          <pc:docMk/>
          <pc:sldMk cId="936069305" sldId="420"/>
        </pc:sldMkLst>
        <pc:spChg chg="mod">
          <ac:chgData name="Teuku Raja Irfan Radarma" userId="cf428174-95ba-4576-8554-3a3b8ffa52b7" providerId="ADAL" clId="{CF1DECEB-07AA-4733-83F0-1A69C15387C4}" dt="2025-12-06T03:14:35.022" v="738" actId="14100"/>
          <ac:spMkLst>
            <pc:docMk/>
            <pc:sldMk cId="936069305" sldId="420"/>
            <ac:spMk id="2" creationId="{A125681A-45A2-7128-DE7A-C52014C27119}"/>
          </ac:spMkLst>
        </pc:spChg>
        <pc:spChg chg="mod">
          <ac:chgData name="Teuku Raja Irfan Radarma" userId="cf428174-95ba-4576-8554-3a3b8ffa52b7" providerId="ADAL" clId="{CF1DECEB-07AA-4733-83F0-1A69C15387C4}" dt="2025-12-06T03:31:50.886" v="789" actId="6549"/>
          <ac:spMkLst>
            <pc:docMk/>
            <pc:sldMk cId="936069305" sldId="420"/>
            <ac:spMk id="6" creationId="{00CA8178-C5D9-B7AC-2EB9-8CAE37EAAF27}"/>
          </ac:spMkLst>
        </pc:spChg>
      </pc:sldChg>
      <pc:sldChg chg="modSp add mod ord">
        <pc:chgData name="Teuku Raja Irfan Radarma" userId="cf428174-95ba-4576-8554-3a3b8ffa52b7" providerId="ADAL" clId="{CF1DECEB-07AA-4733-83F0-1A69C15387C4}" dt="2025-12-06T03:53:45.587" v="1026" actId="20577"/>
        <pc:sldMkLst>
          <pc:docMk/>
          <pc:sldMk cId="22647776" sldId="421"/>
        </pc:sldMkLst>
        <pc:spChg chg="mod">
          <ac:chgData name="Teuku Raja Irfan Radarma" userId="cf428174-95ba-4576-8554-3a3b8ffa52b7" providerId="ADAL" clId="{CF1DECEB-07AA-4733-83F0-1A69C15387C4}" dt="2025-12-06T02:55:54.429" v="652" actId="20577"/>
          <ac:spMkLst>
            <pc:docMk/>
            <pc:sldMk cId="22647776" sldId="421"/>
            <ac:spMk id="2" creationId="{86D1BB63-4350-72A4-F5A6-7BC05C8ACCEA}"/>
          </ac:spMkLst>
        </pc:spChg>
        <pc:spChg chg="mod">
          <ac:chgData name="Teuku Raja Irfan Radarma" userId="cf428174-95ba-4576-8554-3a3b8ffa52b7" providerId="ADAL" clId="{CF1DECEB-07AA-4733-83F0-1A69C15387C4}" dt="2025-12-06T03:53:45.587" v="1026" actId="20577"/>
          <ac:spMkLst>
            <pc:docMk/>
            <pc:sldMk cId="22647776" sldId="421"/>
            <ac:spMk id="3" creationId="{10DAE108-9E44-567B-9E8A-3F62785A8106}"/>
          </ac:spMkLst>
        </pc:spChg>
      </pc:sldChg>
      <pc:sldChg chg="modSp add mod">
        <pc:chgData name="Teuku Raja Irfan Radarma" userId="cf428174-95ba-4576-8554-3a3b8ffa52b7" providerId="ADAL" clId="{CF1DECEB-07AA-4733-83F0-1A69C15387C4}" dt="2025-12-06T02:56:03.236" v="677" actId="20577"/>
        <pc:sldMkLst>
          <pc:docMk/>
          <pc:sldMk cId="2667379901" sldId="422"/>
        </pc:sldMkLst>
        <pc:spChg chg="mod">
          <ac:chgData name="Teuku Raja Irfan Radarma" userId="cf428174-95ba-4576-8554-3a3b8ffa52b7" providerId="ADAL" clId="{CF1DECEB-07AA-4733-83F0-1A69C15387C4}" dt="2025-12-06T02:56:03.236" v="677" actId="20577"/>
          <ac:spMkLst>
            <pc:docMk/>
            <pc:sldMk cId="2667379901" sldId="422"/>
            <ac:spMk id="2" creationId="{86D1BB63-4350-72A4-F5A6-7BC05C8ACCEA}"/>
          </ac:spMkLst>
        </pc:spChg>
      </pc:sldChg>
      <pc:sldChg chg="addSp modSp add mod">
        <pc:chgData name="Teuku Raja Irfan Radarma" userId="cf428174-95ba-4576-8554-3a3b8ffa52b7" providerId="ADAL" clId="{CF1DECEB-07AA-4733-83F0-1A69C15387C4}" dt="2025-12-06T03:31:54.528" v="790" actId="6549"/>
        <pc:sldMkLst>
          <pc:docMk/>
          <pc:sldMk cId="161204890" sldId="423"/>
        </pc:sldMkLst>
        <pc:spChg chg="mod">
          <ac:chgData name="Teuku Raja Irfan Radarma" userId="cf428174-95ba-4576-8554-3a3b8ffa52b7" providerId="ADAL" clId="{CF1DECEB-07AA-4733-83F0-1A69C15387C4}" dt="2025-12-06T03:14:55.470" v="740"/>
          <ac:spMkLst>
            <pc:docMk/>
            <pc:sldMk cId="161204890" sldId="423"/>
            <ac:spMk id="2" creationId="{A125681A-45A2-7128-DE7A-C52014C27119}"/>
          </ac:spMkLst>
        </pc:spChg>
        <pc:spChg chg="add mod">
          <ac:chgData name="Teuku Raja Irfan Radarma" userId="cf428174-95ba-4576-8554-3a3b8ffa52b7" providerId="ADAL" clId="{CF1DECEB-07AA-4733-83F0-1A69C15387C4}" dt="2025-12-06T03:16:40.341" v="773" actId="2085"/>
          <ac:spMkLst>
            <pc:docMk/>
            <pc:sldMk cId="161204890" sldId="423"/>
            <ac:spMk id="3" creationId="{50559C9A-BE42-4C35-95AA-DC906034AE3C}"/>
          </ac:spMkLst>
        </pc:spChg>
        <pc:spChg chg="mod">
          <ac:chgData name="Teuku Raja Irfan Radarma" userId="cf428174-95ba-4576-8554-3a3b8ffa52b7" providerId="ADAL" clId="{CF1DECEB-07AA-4733-83F0-1A69C15387C4}" dt="2025-12-06T03:31:54.528" v="790" actId="6549"/>
          <ac:spMkLst>
            <pc:docMk/>
            <pc:sldMk cId="161204890" sldId="423"/>
            <ac:spMk id="6" creationId="{00CA8178-C5D9-B7AC-2EB9-8CAE37EAAF27}"/>
          </ac:spMkLst>
        </pc:spChg>
      </pc:sldChg>
      <pc:sldChg chg="addSp delSp modSp add mod">
        <pc:chgData name="Teuku Raja Irfan Radarma" userId="cf428174-95ba-4576-8554-3a3b8ffa52b7" providerId="ADAL" clId="{CF1DECEB-07AA-4733-83F0-1A69C15387C4}" dt="2025-12-06T03:32:48.843" v="815" actId="14100"/>
        <pc:sldMkLst>
          <pc:docMk/>
          <pc:sldMk cId="2412359814" sldId="424"/>
        </pc:sldMkLst>
        <pc:spChg chg="mod">
          <ac:chgData name="Teuku Raja Irfan Radarma" userId="cf428174-95ba-4576-8554-3a3b8ffa52b7" providerId="ADAL" clId="{CF1DECEB-07AA-4733-83F0-1A69C15387C4}" dt="2025-12-06T03:30:16.287" v="775"/>
          <ac:spMkLst>
            <pc:docMk/>
            <pc:sldMk cId="2412359814" sldId="424"/>
            <ac:spMk id="2" creationId="{A125681A-45A2-7128-DE7A-C52014C27119}"/>
          </ac:spMkLst>
        </pc:spChg>
        <pc:spChg chg="del mod">
          <ac:chgData name="Teuku Raja Irfan Radarma" userId="cf428174-95ba-4576-8554-3a3b8ffa52b7" providerId="ADAL" clId="{CF1DECEB-07AA-4733-83F0-1A69C15387C4}" dt="2025-12-06T03:30:49.892" v="778" actId="478"/>
          <ac:spMkLst>
            <pc:docMk/>
            <pc:sldMk cId="2412359814" sldId="424"/>
            <ac:spMk id="3" creationId="{50559C9A-BE42-4C35-95AA-DC906034AE3C}"/>
          </ac:spMkLst>
        </pc:spChg>
        <pc:spChg chg="mod">
          <ac:chgData name="Teuku Raja Irfan Radarma" userId="cf428174-95ba-4576-8554-3a3b8ffa52b7" providerId="ADAL" clId="{CF1DECEB-07AA-4733-83F0-1A69C15387C4}" dt="2025-12-06T03:32:21.452" v="796" actId="21"/>
          <ac:spMkLst>
            <pc:docMk/>
            <pc:sldMk cId="2412359814" sldId="424"/>
            <ac:spMk id="6" creationId="{00CA8178-C5D9-B7AC-2EB9-8CAE37EAAF27}"/>
          </ac:spMkLst>
        </pc:spChg>
        <pc:spChg chg="add mod">
          <ac:chgData name="Teuku Raja Irfan Radarma" userId="cf428174-95ba-4576-8554-3a3b8ffa52b7" providerId="ADAL" clId="{CF1DECEB-07AA-4733-83F0-1A69C15387C4}" dt="2025-12-06T03:32:48.843" v="815" actId="14100"/>
          <ac:spMkLst>
            <pc:docMk/>
            <pc:sldMk cId="2412359814" sldId="424"/>
            <ac:spMk id="7" creationId="{5BA243F9-E1DF-4C05-90B3-570E1929D85F}"/>
          </ac:spMkLst>
        </pc:spChg>
      </pc:sldChg>
      <pc:sldChg chg="modSp add mod">
        <pc:chgData name="Teuku Raja Irfan Radarma" userId="cf428174-95ba-4576-8554-3a3b8ffa52b7" providerId="ADAL" clId="{CF1DECEB-07AA-4733-83F0-1A69C15387C4}" dt="2025-12-06T03:34:17.190" v="842" actId="14100"/>
        <pc:sldMkLst>
          <pc:docMk/>
          <pc:sldMk cId="4010584771" sldId="425"/>
        </pc:sldMkLst>
        <pc:spChg chg="mod">
          <ac:chgData name="Teuku Raja Irfan Radarma" userId="cf428174-95ba-4576-8554-3a3b8ffa52b7" providerId="ADAL" clId="{CF1DECEB-07AA-4733-83F0-1A69C15387C4}" dt="2025-12-06T03:33:07.749" v="817"/>
          <ac:spMkLst>
            <pc:docMk/>
            <pc:sldMk cId="4010584771" sldId="425"/>
            <ac:spMk id="2" creationId="{A125681A-45A2-7128-DE7A-C52014C27119}"/>
          </ac:spMkLst>
        </pc:spChg>
        <pc:spChg chg="mod">
          <ac:chgData name="Teuku Raja Irfan Radarma" userId="cf428174-95ba-4576-8554-3a3b8ffa52b7" providerId="ADAL" clId="{CF1DECEB-07AA-4733-83F0-1A69C15387C4}" dt="2025-12-06T03:34:02.398" v="838" actId="113"/>
          <ac:spMkLst>
            <pc:docMk/>
            <pc:sldMk cId="4010584771" sldId="425"/>
            <ac:spMk id="6" creationId="{00CA8178-C5D9-B7AC-2EB9-8CAE37EAAF27}"/>
          </ac:spMkLst>
        </pc:spChg>
        <pc:spChg chg="mod">
          <ac:chgData name="Teuku Raja Irfan Radarma" userId="cf428174-95ba-4576-8554-3a3b8ffa52b7" providerId="ADAL" clId="{CF1DECEB-07AA-4733-83F0-1A69C15387C4}" dt="2025-12-06T03:34:17.190" v="842" actId="14100"/>
          <ac:spMkLst>
            <pc:docMk/>
            <pc:sldMk cId="4010584771" sldId="425"/>
            <ac:spMk id="7" creationId="{5BA243F9-E1DF-4C05-90B3-570E1929D85F}"/>
          </ac:spMkLst>
        </pc:spChg>
      </pc:sldChg>
      <pc:sldChg chg="addSp delSp modSp add mod">
        <pc:chgData name="Teuku Raja Irfan Radarma" userId="cf428174-95ba-4576-8554-3a3b8ffa52b7" providerId="ADAL" clId="{CF1DECEB-07AA-4733-83F0-1A69C15387C4}" dt="2025-12-06T03:39:05.885" v="862" actId="207"/>
        <pc:sldMkLst>
          <pc:docMk/>
          <pc:sldMk cId="3737175484" sldId="426"/>
        </pc:sldMkLst>
        <pc:spChg chg="mod">
          <ac:chgData name="Teuku Raja Irfan Radarma" userId="cf428174-95ba-4576-8554-3a3b8ffa52b7" providerId="ADAL" clId="{CF1DECEB-07AA-4733-83F0-1A69C15387C4}" dt="2025-12-06T03:34:25.180" v="844"/>
          <ac:spMkLst>
            <pc:docMk/>
            <pc:sldMk cId="3737175484" sldId="426"/>
            <ac:spMk id="2" creationId="{A125681A-45A2-7128-DE7A-C52014C27119}"/>
          </ac:spMkLst>
        </pc:spChg>
        <pc:spChg chg="add del">
          <ac:chgData name="Teuku Raja Irfan Radarma" userId="cf428174-95ba-4576-8554-3a3b8ffa52b7" providerId="ADAL" clId="{CF1DECEB-07AA-4733-83F0-1A69C15387C4}" dt="2025-12-06T03:38:26.623" v="850"/>
          <ac:spMkLst>
            <pc:docMk/>
            <pc:sldMk cId="3737175484" sldId="426"/>
            <ac:spMk id="3" creationId="{FFEC7E26-34C5-471D-9658-6C7CD61858D5}"/>
          </ac:spMkLst>
        </pc:spChg>
        <pc:spChg chg="mod">
          <ac:chgData name="Teuku Raja Irfan Radarma" userId="cf428174-95ba-4576-8554-3a3b8ffa52b7" providerId="ADAL" clId="{CF1DECEB-07AA-4733-83F0-1A69C15387C4}" dt="2025-12-06T03:38:51.639" v="858" actId="20577"/>
          <ac:spMkLst>
            <pc:docMk/>
            <pc:sldMk cId="3737175484" sldId="426"/>
            <ac:spMk id="6" creationId="{00CA8178-C5D9-B7AC-2EB9-8CAE37EAAF27}"/>
          </ac:spMkLst>
        </pc:spChg>
        <pc:spChg chg="mod">
          <ac:chgData name="Teuku Raja Irfan Radarma" userId="cf428174-95ba-4576-8554-3a3b8ffa52b7" providerId="ADAL" clId="{CF1DECEB-07AA-4733-83F0-1A69C15387C4}" dt="2025-12-06T03:39:05.885" v="862" actId="207"/>
          <ac:spMkLst>
            <pc:docMk/>
            <pc:sldMk cId="3737175484" sldId="426"/>
            <ac:spMk id="7" creationId="{5BA243F9-E1DF-4C05-90B3-570E1929D85F}"/>
          </ac:spMkLst>
        </pc:spChg>
      </pc:sldChg>
      <pc:sldChg chg="add">
        <pc:chgData name="Teuku Raja Irfan Radarma" userId="cf428174-95ba-4576-8554-3a3b8ffa52b7" providerId="ADAL" clId="{CF1DECEB-07AA-4733-83F0-1A69C15387C4}" dt="2025-12-06T03:56:23.258" v="1054"/>
        <pc:sldMkLst>
          <pc:docMk/>
          <pc:sldMk cId="1366592790" sldId="427"/>
        </pc:sldMkLst>
      </pc:sldChg>
      <pc:sldChg chg="addSp delSp modSp add del mod">
        <pc:chgData name="Teuku Raja Irfan Radarma" userId="cf428174-95ba-4576-8554-3a3b8ffa52b7" providerId="ADAL" clId="{CF1DECEB-07AA-4733-83F0-1A69C15387C4}" dt="2025-12-06T03:56:20.542" v="1053" actId="2696"/>
        <pc:sldMkLst>
          <pc:docMk/>
          <pc:sldMk cId="2861157334" sldId="427"/>
        </pc:sldMkLst>
        <pc:spChg chg="mod">
          <ac:chgData name="Teuku Raja Irfan Radarma" userId="cf428174-95ba-4576-8554-3a3b8ffa52b7" providerId="ADAL" clId="{CF1DECEB-07AA-4733-83F0-1A69C15387C4}" dt="2025-12-06T03:41:17.767" v="881"/>
          <ac:spMkLst>
            <pc:docMk/>
            <pc:sldMk cId="2861157334" sldId="427"/>
            <ac:spMk id="2" creationId="{A125681A-45A2-7128-DE7A-C52014C27119}"/>
          </ac:spMkLst>
        </pc:spChg>
        <pc:spChg chg="del">
          <ac:chgData name="Teuku Raja Irfan Radarma" userId="cf428174-95ba-4576-8554-3a3b8ffa52b7" providerId="ADAL" clId="{CF1DECEB-07AA-4733-83F0-1A69C15387C4}" dt="2025-12-06T03:39:56.193" v="877" actId="478"/>
          <ac:spMkLst>
            <pc:docMk/>
            <pc:sldMk cId="2861157334" sldId="427"/>
            <ac:spMk id="6" creationId="{00CA8178-C5D9-B7AC-2EB9-8CAE37EAAF27}"/>
          </ac:spMkLst>
        </pc:spChg>
        <pc:spChg chg="del">
          <ac:chgData name="Teuku Raja Irfan Radarma" userId="cf428174-95ba-4576-8554-3a3b8ffa52b7" providerId="ADAL" clId="{CF1DECEB-07AA-4733-83F0-1A69C15387C4}" dt="2025-12-06T03:39:54.159" v="876" actId="478"/>
          <ac:spMkLst>
            <pc:docMk/>
            <pc:sldMk cId="2861157334" sldId="427"/>
            <ac:spMk id="7" creationId="{5BA243F9-E1DF-4C05-90B3-570E1929D85F}"/>
          </ac:spMkLst>
        </pc:spChg>
        <pc:spChg chg="add mod">
          <ac:chgData name="Teuku Raja Irfan Radarma" userId="cf428174-95ba-4576-8554-3a3b8ffa52b7" providerId="ADAL" clId="{CF1DECEB-07AA-4733-83F0-1A69C15387C4}" dt="2025-12-06T03:41:35.782" v="884" actId="1076"/>
          <ac:spMkLst>
            <pc:docMk/>
            <pc:sldMk cId="2861157334" sldId="427"/>
            <ac:spMk id="8" creationId="{F1EB3D3E-9538-4B5F-8679-B775AE5F9EF7}"/>
          </ac:spMkLst>
        </pc:spChg>
        <pc:picChg chg="add del mod">
          <ac:chgData name="Teuku Raja Irfan Radarma" userId="cf428174-95ba-4576-8554-3a3b8ffa52b7" providerId="ADAL" clId="{CF1DECEB-07AA-4733-83F0-1A69C15387C4}" dt="2025-12-06T03:41:33.151" v="882" actId="478"/>
          <ac:picMkLst>
            <pc:docMk/>
            <pc:sldMk cId="2861157334" sldId="427"/>
            <ac:picMk id="4098" creationId="{318710F2-4168-4978-9E0F-5531C9036FD2}"/>
          </ac:picMkLst>
        </pc:picChg>
      </pc:sldChg>
      <pc:sldChg chg="add">
        <pc:chgData name="Teuku Raja Irfan Radarma" userId="cf428174-95ba-4576-8554-3a3b8ffa52b7" providerId="ADAL" clId="{CF1DECEB-07AA-4733-83F0-1A69C15387C4}" dt="2025-12-06T03:56:23.258" v="1054"/>
        <pc:sldMkLst>
          <pc:docMk/>
          <pc:sldMk cId="1540797187" sldId="428"/>
        </pc:sldMkLst>
      </pc:sldChg>
      <pc:sldChg chg="modSp new del mod">
        <pc:chgData name="Teuku Raja Irfan Radarma" userId="cf428174-95ba-4576-8554-3a3b8ffa52b7" providerId="ADAL" clId="{CF1DECEB-07AA-4733-83F0-1A69C15387C4}" dt="2025-12-06T03:56:20.542" v="1053" actId="2696"/>
        <pc:sldMkLst>
          <pc:docMk/>
          <pc:sldMk cId="2614434741" sldId="428"/>
        </pc:sldMkLst>
        <pc:spChg chg="mod">
          <ac:chgData name="Teuku Raja Irfan Radarma" userId="cf428174-95ba-4576-8554-3a3b8ffa52b7" providerId="ADAL" clId="{CF1DECEB-07AA-4733-83F0-1A69C15387C4}" dt="2025-12-06T03:41:42.139" v="886"/>
          <ac:spMkLst>
            <pc:docMk/>
            <pc:sldMk cId="2614434741" sldId="428"/>
            <ac:spMk id="2" creationId="{311470FC-FD9F-43F8-A198-C1DADB57043E}"/>
          </ac:spMkLst>
        </pc:spChg>
        <pc:spChg chg="mod">
          <ac:chgData name="Teuku Raja Irfan Radarma" userId="cf428174-95ba-4576-8554-3a3b8ffa52b7" providerId="ADAL" clId="{CF1DECEB-07AA-4733-83F0-1A69C15387C4}" dt="2025-12-06T03:42:31.609" v="898" actId="14100"/>
          <ac:spMkLst>
            <pc:docMk/>
            <pc:sldMk cId="2614434741" sldId="428"/>
            <ac:spMk id="3" creationId="{58D67195-B756-4233-A31B-CCAA3B489B91}"/>
          </ac:spMkLst>
        </pc:spChg>
      </pc:sldChg>
      <pc:sldChg chg="addSp delSp modSp add del mod">
        <pc:chgData name="Teuku Raja Irfan Radarma" userId="cf428174-95ba-4576-8554-3a3b8ffa52b7" providerId="ADAL" clId="{CF1DECEB-07AA-4733-83F0-1A69C15387C4}" dt="2025-12-06T03:56:20.542" v="1053" actId="2696"/>
        <pc:sldMkLst>
          <pc:docMk/>
          <pc:sldMk cId="461607079" sldId="429"/>
        </pc:sldMkLst>
        <pc:spChg chg="mod">
          <ac:chgData name="Teuku Raja Irfan Radarma" userId="cf428174-95ba-4576-8554-3a3b8ffa52b7" providerId="ADAL" clId="{CF1DECEB-07AA-4733-83F0-1A69C15387C4}" dt="2025-12-06T03:44:30.258" v="951" actId="1076"/>
          <ac:spMkLst>
            <pc:docMk/>
            <pc:sldMk cId="461607079" sldId="429"/>
            <ac:spMk id="2" creationId="{311470FC-FD9F-43F8-A198-C1DADB57043E}"/>
          </ac:spMkLst>
        </pc:spChg>
        <pc:spChg chg="del mod">
          <ac:chgData name="Teuku Raja Irfan Radarma" userId="cf428174-95ba-4576-8554-3a3b8ffa52b7" providerId="ADAL" clId="{CF1DECEB-07AA-4733-83F0-1A69C15387C4}" dt="2025-12-06T03:42:55.147" v="901" actId="3680"/>
          <ac:spMkLst>
            <pc:docMk/>
            <pc:sldMk cId="461607079" sldId="429"/>
            <ac:spMk id="3" creationId="{58D67195-B756-4233-A31B-CCAA3B489B91}"/>
          </ac:spMkLst>
        </pc:spChg>
        <pc:spChg chg="add del">
          <ac:chgData name="Teuku Raja Irfan Radarma" userId="cf428174-95ba-4576-8554-3a3b8ffa52b7" providerId="ADAL" clId="{CF1DECEB-07AA-4733-83F0-1A69C15387C4}" dt="2025-12-06T03:44:20.532" v="947" actId="22"/>
          <ac:spMkLst>
            <pc:docMk/>
            <pc:sldMk cId="461607079" sldId="429"/>
            <ac:spMk id="7" creationId="{2A9D29D3-BF40-4177-8DCF-D49F5C100868}"/>
          </ac:spMkLst>
        </pc:spChg>
        <pc:graphicFrameChg chg="add mod ord modGraphic">
          <ac:chgData name="Teuku Raja Irfan Radarma" userId="cf428174-95ba-4576-8554-3a3b8ffa52b7" providerId="ADAL" clId="{CF1DECEB-07AA-4733-83F0-1A69C15387C4}" dt="2025-12-06T03:44:49.298" v="959" actId="1076"/>
          <ac:graphicFrameMkLst>
            <pc:docMk/>
            <pc:sldMk cId="461607079" sldId="429"/>
            <ac:graphicFrameMk id="5" creationId="{9A9A885E-1D54-4ED5-A6EB-A2A326BEA104}"/>
          </ac:graphicFrameMkLst>
        </pc:graphicFrameChg>
      </pc:sldChg>
      <pc:sldChg chg="add">
        <pc:chgData name="Teuku Raja Irfan Radarma" userId="cf428174-95ba-4576-8554-3a3b8ffa52b7" providerId="ADAL" clId="{CF1DECEB-07AA-4733-83F0-1A69C15387C4}" dt="2025-12-06T03:56:23.258" v="1054"/>
        <pc:sldMkLst>
          <pc:docMk/>
          <pc:sldMk cId="3800454067" sldId="429"/>
        </pc:sldMkLst>
      </pc:sldChg>
      <pc:sldChg chg="addSp delSp modSp add del mod">
        <pc:chgData name="Teuku Raja Irfan Radarma" userId="cf428174-95ba-4576-8554-3a3b8ffa52b7" providerId="ADAL" clId="{CF1DECEB-07AA-4733-83F0-1A69C15387C4}" dt="2025-12-06T03:56:20.542" v="1053" actId="2696"/>
        <pc:sldMkLst>
          <pc:docMk/>
          <pc:sldMk cId="1246025496" sldId="430"/>
        </pc:sldMkLst>
        <pc:spChg chg="mod">
          <ac:chgData name="Teuku Raja Irfan Radarma" userId="cf428174-95ba-4576-8554-3a3b8ffa52b7" providerId="ADAL" clId="{CF1DECEB-07AA-4733-83F0-1A69C15387C4}" dt="2025-12-06T03:45:29.048" v="974" actId="20577"/>
          <ac:spMkLst>
            <pc:docMk/>
            <pc:sldMk cId="1246025496" sldId="430"/>
            <ac:spMk id="2" creationId="{311470FC-FD9F-43F8-A198-C1DADB57043E}"/>
          </ac:spMkLst>
        </pc:spChg>
        <pc:spChg chg="add mod">
          <ac:chgData name="Teuku Raja Irfan Radarma" userId="cf428174-95ba-4576-8554-3a3b8ffa52b7" providerId="ADAL" clId="{CF1DECEB-07AA-4733-83F0-1A69C15387C4}" dt="2025-12-06T03:49:52.449" v="988" actId="1076"/>
          <ac:spMkLst>
            <pc:docMk/>
            <pc:sldMk cId="1246025496" sldId="430"/>
            <ac:spMk id="6" creationId="{0919F6C8-03D3-4E11-AC75-642F4B156AE7}"/>
          </ac:spMkLst>
        </pc:spChg>
        <pc:spChg chg="add del mod">
          <ac:chgData name="Teuku Raja Irfan Radarma" userId="cf428174-95ba-4576-8554-3a3b8ffa52b7" providerId="ADAL" clId="{CF1DECEB-07AA-4733-83F0-1A69C15387C4}" dt="2025-12-06T03:49:49.687" v="987" actId="478"/>
          <ac:spMkLst>
            <pc:docMk/>
            <pc:sldMk cId="1246025496" sldId="430"/>
            <ac:spMk id="8" creationId="{77C701B0-0B32-41C7-B327-6F0AFDC3B87E}"/>
          </ac:spMkLst>
        </pc:spChg>
        <pc:graphicFrameChg chg="mod">
          <ac:chgData name="Teuku Raja Irfan Radarma" userId="cf428174-95ba-4576-8554-3a3b8ffa52b7" providerId="ADAL" clId="{CF1DECEB-07AA-4733-83F0-1A69C15387C4}" dt="2025-12-06T03:50:13.413" v="994" actId="1076"/>
          <ac:graphicFrameMkLst>
            <pc:docMk/>
            <pc:sldMk cId="1246025496" sldId="430"/>
            <ac:graphicFrameMk id="5" creationId="{9A9A885E-1D54-4ED5-A6EB-A2A326BEA104}"/>
          </ac:graphicFrameMkLst>
        </pc:graphicFrameChg>
        <pc:picChg chg="add mod">
          <ac:chgData name="Teuku Raja Irfan Radarma" userId="cf428174-95ba-4576-8554-3a3b8ffa52b7" providerId="ADAL" clId="{CF1DECEB-07AA-4733-83F0-1A69C15387C4}" dt="2025-12-06T03:50:05.952" v="993" actId="1076"/>
          <ac:picMkLst>
            <pc:docMk/>
            <pc:sldMk cId="1246025496" sldId="430"/>
            <ac:picMk id="5122" creationId="{08278919-809E-44B1-BFB6-C539D9A1180B}"/>
          </ac:picMkLst>
        </pc:picChg>
      </pc:sldChg>
      <pc:sldChg chg="add">
        <pc:chgData name="Teuku Raja Irfan Radarma" userId="cf428174-95ba-4576-8554-3a3b8ffa52b7" providerId="ADAL" clId="{CF1DECEB-07AA-4733-83F0-1A69C15387C4}" dt="2025-12-06T03:56:23.258" v="1054"/>
        <pc:sldMkLst>
          <pc:docMk/>
          <pc:sldMk cId="1779064407" sldId="430"/>
        </pc:sldMkLst>
      </pc:sldChg>
      <pc:sldChg chg="addSp delSp modSp new mod">
        <pc:chgData name="Teuku Raja Irfan Radarma" userId="cf428174-95ba-4576-8554-3a3b8ffa52b7" providerId="ADAL" clId="{CF1DECEB-07AA-4733-83F0-1A69C15387C4}" dt="2025-12-06T03:54:45.221" v="1040" actId="2710"/>
        <pc:sldMkLst>
          <pc:docMk/>
          <pc:sldMk cId="1523778491" sldId="431"/>
        </pc:sldMkLst>
        <pc:spChg chg="mod">
          <ac:chgData name="Teuku Raja Irfan Radarma" userId="cf428174-95ba-4576-8554-3a3b8ffa52b7" providerId="ADAL" clId="{CF1DECEB-07AA-4733-83F0-1A69C15387C4}" dt="2025-12-06T03:54:09.378" v="1028"/>
          <ac:spMkLst>
            <pc:docMk/>
            <pc:sldMk cId="1523778491" sldId="431"/>
            <ac:spMk id="2" creationId="{10457AE5-4A1C-42E0-AC63-04F1CDA68F40}"/>
          </ac:spMkLst>
        </pc:spChg>
        <pc:spChg chg="add del mod">
          <ac:chgData name="Teuku Raja Irfan Radarma" userId="cf428174-95ba-4576-8554-3a3b8ffa52b7" providerId="ADAL" clId="{CF1DECEB-07AA-4733-83F0-1A69C15387C4}" dt="2025-12-06T03:54:45.221" v="1040" actId="2710"/>
          <ac:spMkLst>
            <pc:docMk/>
            <pc:sldMk cId="1523778491" sldId="431"/>
            <ac:spMk id="3" creationId="{BE2C1E5D-0F8C-4F47-840D-0F134E645746}"/>
          </ac:spMkLst>
        </pc:spChg>
        <pc:spChg chg="add del mod">
          <ac:chgData name="Teuku Raja Irfan Radarma" userId="cf428174-95ba-4576-8554-3a3b8ffa52b7" providerId="ADAL" clId="{CF1DECEB-07AA-4733-83F0-1A69C15387C4}" dt="2025-12-06T03:54:16.669" v="1030"/>
          <ac:spMkLst>
            <pc:docMk/>
            <pc:sldMk cId="1523778491" sldId="431"/>
            <ac:spMk id="5" creationId="{8CC572A6-1D0F-491A-8EEC-579D1562A76E}"/>
          </ac:spMkLst>
        </pc:spChg>
      </pc:sldChg>
      <pc:sldChg chg="modSp add mod">
        <pc:chgData name="Teuku Raja Irfan Radarma" userId="cf428174-95ba-4576-8554-3a3b8ffa52b7" providerId="ADAL" clId="{CF1DECEB-07AA-4733-83F0-1A69C15387C4}" dt="2025-12-06T03:55:02.933" v="1043"/>
        <pc:sldMkLst>
          <pc:docMk/>
          <pc:sldMk cId="2120853139" sldId="432"/>
        </pc:sldMkLst>
        <pc:spChg chg="mod">
          <ac:chgData name="Teuku Raja Irfan Radarma" userId="cf428174-95ba-4576-8554-3a3b8ffa52b7" providerId="ADAL" clId="{CF1DECEB-07AA-4733-83F0-1A69C15387C4}" dt="2025-12-06T03:54:56.155" v="1042"/>
          <ac:spMkLst>
            <pc:docMk/>
            <pc:sldMk cId="2120853139" sldId="432"/>
            <ac:spMk id="2" creationId="{10457AE5-4A1C-42E0-AC63-04F1CDA68F40}"/>
          </ac:spMkLst>
        </pc:spChg>
        <pc:spChg chg="mod">
          <ac:chgData name="Teuku Raja Irfan Radarma" userId="cf428174-95ba-4576-8554-3a3b8ffa52b7" providerId="ADAL" clId="{CF1DECEB-07AA-4733-83F0-1A69C15387C4}" dt="2025-12-06T03:55:02.933" v="1043"/>
          <ac:spMkLst>
            <pc:docMk/>
            <pc:sldMk cId="2120853139" sldId="432"/>
            <ac:spMk id="3" creationId="{BE2C1E5D-0F8C-4F47-840D-0F134E645746}"/>
          </ac:spMkLst>
        </pc:spChg>
      </pc:sldChg>
      <pc:sldChg chg="modSp add mod">
        <pc:chgData name="Teuku Raja Irfan Radarma" userId="cf428174-95ba-4576-8554-3a3b8ffa52b7" providerId="ADAL" clId="{CF1DECEB-07AA-4733-83F0-1A69C15387C4}" dt="2025-12-06T03:55:15.956" v="1046"/>
        <pc:sldMkLst>
          <pc:docMk/>
          <pc:sldMk cId="3288851674" sldId="433"/>
        </pc:sldMkLst>
        <pc:spChg chg="mod">
          <ac:chgData name="Teuku Raja Irfan Radarma" userId="cf428174-95ba-4576-8554-3a3b8ffa52b7" providerId="ADAL" clId="{CF1DECEB-07AA-4733-83F0-1A69C15387C4}" dt="2025-12-06T03:55:15.956" v="1046"/>
          <ac:spMkLst>
            <pc:docMk/>
            <pc:sldMk cId="3288851674" sldId="433"/>
            <ac:spMk id="2" creationId="{10457AE5-4A1C-42E0-AC63-04F1CDA68F40}"/>
          </ac:spMkLst>
        </pc:spChg>
        <pc:spChg chg="mod">
          <ac:chgData name="Teuku Raja Irfan Radarma" userId="cf428174-95ba-4576-8554-3a3b8ffa52b7" providerId="ADAL" clId="{CF1DECEB-07AA-4733-83F0-1A69C15387C4}" dt="2025-12-06T03:55:09.990" v="1045"/>
          <ac:spMkLst>
            <pc:docMk/>
            <pc:sldMk cId="3288851674" sldId="433"/>
            <ac:spMk id="3" creationId="{BE2C1E5D-0F8C-4F47-840D-0F134E645746}"/>
          </ac:spMkLst>
        </pc:spChg>
      </pc:sldChg>
      <pc:sldChg chg="modSp add mod">
        <pc:chgData name="Teuku Raja Irfan Radarma" userId="cf428174-95ba-4576-8554-3a3b8ffa52b7" providerId="ADAL" clId="{CF1DECEB-07AA-4733-83F0-1A69C15387C4}" dt="2025-12-06T03:55:28.457" v="1049"/>
        <pc:sldMkLst>
          <pc:docMk/>
          <pc:sldMk cId="255152706" sldId="434"/>
        </pc:sldMkLst>
        <pc:spChg chg="mod">
          <ac:chgData name="Teuku Raja Irfan Radarma" userId="cf428174-95ba-4576-8554-3a3b8ffa52b7" providerId="ADAL" clId="{CF1DECEB-07AA-4733-83F0-1A69C15387C4}" dt="2025-12-06T03:55:22.361" v="1048"/>
          <ac:spMkLst>
            <pc:docMk/>
            <pc:sldMk cId="255152706" sldId="434"/>
            <ac:spMk id="2" creationId="{10457AE5-4A1C-42E0-AC63-04F1CDA68F40}"/>
          </ac:spMkLst>
        </pc:spChg>
        <pc:spChg chg="mod">
          <ac:chgData name="Teuku Raja Irfan Radarma" userId="cf428174-95ba-4576-8554-3a3b8ffa52b7" providerId="ADAL" clId="{CF1DECEB-07AA-4733-83F0-1A69C15387C4}" dt="2025-12-06T03:55:28.457" v="1049"/>
          <ac:spMkLst>
            <pc:docMk/>
            <pc:sldMk cId="255152706" sldId="434"/>
            <ac:spMk id="3" creationId="{BE2C1E5D-0F8C-4F47-840D-0F134E645746}"/>
          </ac:spMkLst>
        </pc:spChg>
      </pc:sldChg>
      <pc:sldChg chg="modSp add mod">
        <pc:chgData name="Teuku Raja Irfan Radarma" userId="cf428174-95ba-4576-8554-3a3b8ffa52b7" providerId="ADAL" clId="{CF1DECEB-07AA-4733-83F0-1A69C15387C4}" dt="2025-12-06T03:56:02.439" v="1052"/>
        <pc:sldMkLst>
          <pc:docMk/>
          <pc:sldMk cId="1679536135" sldId="435"/>
        </pc:sldMkLst>
        <pc:spChg chg="mod">
          <ac:chgData name="Teuku Raja Irfan Radarma" userId="cf428174-95ba-4576-8554-3a3b8ffa52b7" providerId="ADAL" clId="{CF1DECEB-07AA-4733-83F0-1A69C15387C4}" dt="2025-12-06T03:55:35.548" v="1051"/>
          <ac:spMkLst>
            <pc:docMk/>
            <pc:sldMk cId="1679536135" sldId="435"/>
            <ac:spMk id="2" creationId="{10457AE5-4A1C-42E0-AC63-04F1CDA68F40}"/>
          </ac:spMkLst>
        </pc:spChg>
        <pc:spChg chg="mod">
          <ac:chgData name="Teuku Raja Irfan Radarma" userId="cf428174-95ba-4576-8554-3a3b8ffa52b7" providerId="ADAL" clId="{CF1DECEB-07AA-4733-83F0-1A69C15387C4}" dt="2025-12-06T03:56:02.439" v="1052"/>
          <ac:spMkLst>
            <pc:docMk/>
            <pc:sldMk cId="1679536135" sldId="435"/>
            <ac:spMk id="3" creationId="{BE2C1E5D-0F8C-4F47-840D-0F134E645746}"/>
          </ac:spMkLst>
        </pc:spChg>
      </pc:sldChg>
      <pc:sldChg chg="add del">
        <pc:chgData name="Teuku Raja Irfan Radarma" userId="cf428174-95ba-4576-8554-3a3b8ffa52b7" providerId="ADAL" clId="{CF1DECEB-07AA-4733-83F0-1A69C15387C4}" dt="2025-12-06T03:56:47.767" v="1056" actId="2890"/>
        <pc:sldMkLst>
          <pc:docMk/>
          <pc:sldMk cId="370177599" sldId="436"/>
        </pc:sldMkLst>
      </pc:sldChg>
      <pc:sldChg chg="modSp new mod">
        <pc:chgData name="Teuku Raja Irfan Radarma" userId="cf428174-95ba-4576-8554-3a3b8ffa52b7" providerId="ADAL" clId="{CF1DECEB-07AA-4733-83F0-1A69C15387C4}" dt="2025-12-06T03:56:58.055" v="1060" actId="5793"/>
        <pc:sldMkLst>
          <pc:docMk/>
          <pc:sldMk cId="1167096350" sldId="436"/>
        </pc:sldMkLst>
        <pc:spChg chg="mod">
          <ac:chgData name="Teuku Raja Irfan Radarma" userId="cf428174-95ba-4576-8554-3a3b8ffa52b7" providerId="ADAL" clId="{CF1DECEB-07AA-4733-83F0-1A69C15387C4}" dt="2025-12-06T03:56:50.968" v="1058"/>
          <ac:spMkLst>
            <pc:docMk/>
            <pc:sldMk cId="1167096350" sldId="436"/>
            <ac:spMk id="2" creationId="{A207A596-ECB3-4E4A-A4CA-A700AB45B064}"/>
          </ac:spMkLst>
        </pc:spChg>
        <pc:spChg chg="mod">
          <ac:chgData name="Teuku Raja Irfan Radarma" userId="cf428174-95ba-4576-8554-3a3b8ffa52b7" providerId="ADAL" clId="{CF1DECEB-07AA-4733-83F0-1A69C15387C4}" dt="2025-12-06T03:56:58.055" v="1060" actId="5793"/>
          <ac:spMkLst>
            <pc:docMk/>
            <pc:sldMk cId="1167096350" sldId="436"/>
            <ac:spMk id="3" creationId="{4CE9F484-2983-40A2-9133-CDC649B2B84D}"/>
          </ac:spMkLst>
        </pc:spChg>
      </pc:sldChg>
      <pc:sldChg chg="modSp add mod">
        <pc:chgData name="Teuku Raja Irfan Radarma" userId="cf428174-95ba-4576-8554-3a3b8ffa52b7" providerId="ADAL" clId="{CF1DECEB-07AA-4733-83F0-1A69C15387C4}" dt="2025-12-06T03:57:11.535" v="1064" actId="5793"/>
        <pc:sldMkLst>
          <pc:docMk/>
          <pc:sldMk cId="1617202866" sldId="437"/>
        </pc:sldMkLst>
        <pc:spChg chg="mod">
          <ac:chgData name="Teuku Raja Irfan Radarma" userId="cf428174-95ba-4576-8554-3a3b8ffa52b7" providerId="ADAL" clId="{CF1DECEB-07AA-4733-83F0-1A69C15387C4}" dt="2025-12-06T03:57:05.737" v="1062"/>
          <ac:spMkLst>
            <pc:docMk/>
            <pc:sldMk cId="1617202866" sldId="437"/>
            <ac:spMk id="2" creationId="{A207A596-ECB3-4E4A-A4CA-A700AB45B064}"/>
          </ac:spMkLst>
        </pc:spChg>
        <pc:spChg chg="mod">
          <ac:chgData name="Teuku Raja Irfan Radarma" userId="cf428174-95ba-4576-8554-3a3b8ffa52b7" providerId="ADAL" clId="{CF1DECEB-07AA-4733-83F0-1A69C15387C4}" dt="2025-12-06T03:57:11.535" v="1064" actId="5793"/>
          <ac:spMkLst>
            <pc:docMk/>
            <pc:sldMk cId="1617202866" sldId="437"/>
            <ac:spMk id="3" creationId="{4CE9F484-2983-40A2-9133-CDC649B2B84D}"/>
          </ac:spMkLst>
        </pc:spChg>
      </pc:sldChg>
      <pc:sldChg chg="modSp add mod">
        <pc:chgData name="Teuku Raja Irfan Radarma" userId="cf428174-95ba-4576-8554-3a3b8ffa52b7" providerId="ADAL" clId="{CF1DECEB-07AA-4733-83F0-1A69C15387C4}" dt="2025-12-06T03:57:26.664" v="1068" actId="5793"/>
        <pc:sldMkLst>
          <pc:docMk/>
          <pc:sldMk cId="1455706965" sldId="438"/>
        </pc:sldMkLst>
        <pc:spChg chg="mod">
          <ac:chgData name="Teuku Raja Irfan Radarma" userId="cf428174-95ba-4576-8554-3a3b8ffa52b7" providerId="ADAL" clId="{CF1DECEB-07AA-4733-83F0-1A69C15387C4}" dt="2025-12-06T03:57:19.757" v="1066"/>
          <ac:spMkLst>
            <pc:docMk/>
            <pc:sldMk cId="1455706965" sldId="438"/>
            <ac:spMk id="2" creationId="{A207A596-ECB3-4E4A-A4CA-A700AB45B064}"/>
          </ac:spMkLst>
        </pc:spChg>
        <pc:spChg chg="mod">
          <ac:chgData name="Teuku Raja Irfan Radarma" userId="cf428174-95ba-4576-8554-3a3b8ffa52b7" providerId="ADAL" clId="{CF1DECEB-07AA-4733-83F0-1A69C15387C4}" dt="2025-12-06T03:57:26.664" v="1068" actId="5793"/>
          <ac:spMkLst>
            <pc:docMk/>
            <pc:sldMk cId="1455706965" sldId="438"/>
            <ac:spMk id="3" creationId="{4CE9F484-2983-40A2-9133-CDC649B2B84D}"/>
          </ac:spMkLst>
        </pc:spChg>
      </pc:sldChg>
      <pc:sldChg chg="modSp add mod">
        <pc:chgData name="Teuku Raja Irfan Radarma" userId="cf428174-95ba-4576-8554-3a3b8ffa52b7" providerId="ADAL" clId="{CF1DECEB-07AA-4733-83F0-1A69C15387C4}" dt="2025-12-06T03:58:03.570" v="1072" actId="5793"/>
        <pc:sldMkLst>
          <pc:docMk/>
          <pc:sldMk cId="2555631206" sldId="439"/>
        </pc:sldMkLst>
        <pc:spChg chg="mod">
          <ac:chgData name="Teuku Raja Irfan Radarma" userId="cf428174-95ba-4576-8554-3a3b8ffa52b7" providerId="ADAL" clId="{CF1DECEB-07AA-4733-83F0-1A69C15387C4}" dt="2025-12-06T03:57:53.715" v="1070"/>
          <ac:spMkLst>
            <pc:docMk/>
            <pc:sldMk cId="2555631206" sldId="439"/>
            <ac:spMk id="2" creationId="{A207A596-ECB3-4E4A-A4CA-A700AB45B064}"/>
          </ac:spMkLst>
        </pc:spChg>
        <pc:spChg chg="mod">
          <ac:chgData name="Teuku Raja Irfan Radarma" userId="cf428174-95ba-4576-8554-3a3b8ffa52b7" providerId="ADAL" clId="{CF1DECEB-07AA-4733-83F0-1A69C15387C4}" dt="2025-12-06T03:58:03.570" v="1072" actId="5793"/>
          <ac:spMkLst>
            <pc:docMk/>
            <pc:sldMk cId="2555631206" sldId="439"/>
            <ac:spMk id="3" creationId="{4CE9F484-2983-40A2-9133-CDC649B2B84D}"/>
          </ac:spMkLst>
        </pc:spChg>
      </pc:sldChg>
      <pc:sldChg chg="addSp delSp modSp add mod">
        <pc:chgData name="Teuku Raja Irfan Radarma" userId="cf428174-95ba-4576-8554-3a3b8ffa52b7" providerId="ADAL" clId="{CF1DECEB-07AA-4733-83F0-1A69C15387C4}" dt="2025-12-06T03:58:53.393" v="1078" actId="6549"/>
        <pc:sldMkLst>
          <pc:docMk/>
          <pc:sldMk cId="1237315907" sldId="440"/>
        </pc:sldMkLst>
        <pc:spChg chg="mod">
          <ac:chgData name="Teuku Raja Irfan Radarma" userId="cf428174-95ba-4576-8554-3a3b8ffa52b7" providerId="ADAL" clId="{CF1DECEB-07AA-4733-83F0-1A69C15387C4}" dt="2025-12-06T03:58:44.486" v="1074"/>
          <ac:spMkLst>
            <pc:docMk/>
            <pc:sldMk cId="1237315907" sldId="440"/>
            <ac:spMk id="2" creationId="{A207A596-ECB3-4E4A-A4CA-A700AB45B064}"/>
          </ac:spMkLst>
        </pc:spChg>
        <pc:spChg chg="mod">
          <ac:chgData name="Teuku Raja Irfan Radarma" userId="cf428174-95ba-4576-8554-3a3b8ffa52b7" providerId="ADAL" clId="{CF1DECEB-07AA-4733-83F0-1A69C15387C4}" dt="2025-12-06T03:58:53.393" v="1078" actId="6549"/>
          <ac:spMkLst>
            <pc:docMk/>
            <pc:sldMk cId="1237315907" sldId="440"/>
            <ac:spMk id="3" creationId="{4CE9F484-2983-40A2-9133-CDC649B2B84D}"/>
          </ac:spMkLst>
        </pc:spChg>
        <pc:spChg chg="add del">
          <ac:chgData name="Teuku Raja Irfan Radarma" userId="cf428174-95ba-4576-8554-3a3b8ffa52b7" providerId="ADAL" clId="{CF1DECEB-07AA-4733-83F0-1A69C15387C4}" dt="2025-12-06T03:58:49.016" v="1076"/>
          <ac:spMkLst>
            <pc:docMk/>
            <pc:sldMk cId="1237315907" sldId="440"/>
            <ac:spMk id="5" creationId="{C601C536-161D-4D1A-853C-1CCDCCD7C610}"/>
          </ac:spMkLst>
        </pc:spChg>
      </pc:sldChg>
      <pc:sldChg chg="modSp new mod">
        <pc:chgData name="Teuku Raja Irfan Radarma" userId="cf428174-95ba-4576-8554-3a3b8ffa52b7" providerId="ADAL" clId="{CF1DECEB-07AA-4733-83F0-1A69C15387C4}" dt="2025-12-06T04:02:53.504" v="1191" actId="14100"/>
        <pc:sldMkLst>
          <pc:docMk/>
          <pc:sldMk cId="1625465924" sldId="441"/>
        </pc:sldMkLst>
        <pc:spChg chg="mod">
          <ac:chgData name="Teuku Raja Irfan Radarma" userId="cf428174-95ba-4576-8554-3a3b8ffa52b7" providerId="ADAL" clId="{CF1DECEB-07AA-4733-83F0-1A69C15387C4}" dt="2025-12-06T04:02:53.504" v="1191" actId="14100"/>
          <ac:spMkLst>
            <pc:docMk/>
            <pc:sldMk cId="1625465924" sldId="441"/>
            <ac:spMk id="2" creationId="{A94495C0-E949-4BA1-89E9-E4047DA45942}"/>
          </ac:spMkLst>
        </pc:spChg>
        <pc:spChg chg="mod">
          <ac:chgData name="Teuku Raja Irfan Radarma" userId="cf428174-95ba-4576-8554-3a3b8ffa52b7" providerId="ADAL" clId="{CF1DECEB-07AA-4733-83F0-1A69C15387C4}" dt="2025-12-06T04:02:51.271" v="1190" actId="1076"/>
          <ac:spMkLst>
            <pc:docMk/>
            <pc:sldMk cId="1625465924" sldId="441"/>
            <ac:spMk id="3" creationId="{015F0F51-58A4-453F-901D-193B984CB2D6}"/>
          </ac:spMkLst>
        </pc:spChg>
      </pc:sldChg>
      <pc:sldChg chg="addSp modSp add mod">
        <pc:chgData name="Teuku Raja Irfan Radarma" userId="cf428174-95ba-4576-8554-3a3b8ffa52b7" providerId="ADAL" clId="{CF1DECEB-07AA-4733-83F0-1A69C15387C4}" dt="2025-12-06T04:02:38.810" v="1189" actId="1076"/>
        <pc:sldMkLst>
          <pc:docMk/>
          <pc:sldMk cId="3132782106" sldId="442"/>
        </pc:sldMkLst>
        <pc:spChg chg="mod">
          <ac:chgData name="Teuku Raja Irfan Radarma" userId="cf428174-95ba-4576-8554-3a3b8ffa52b7" providerId="ADAL" clId="{CF1DECEB-07AA-4733-83F0-1A69C15387C4}" dt="2025-12-06T04:02:36.646" v="1188" actId="14100"/>
          <ac:spMkLst>
            <pc:docMk/>
            <pc:sldMk cId="3132782106" sldId="442"/>
            <ac:spMk id="2" creationId="{A94495C0-E949-4BA1-89E9-E4047DA45942}"/>
          </ac:spMkLst>
        </pc:spChg>
        <pc:spChg chg="mod">
          <ac:chgData name="Teuku Raja Irfan Radarma" userId="cf428174-95ba-4576-8554-3a3b8ffa52b7" providerId="ADAL" clId="{CF1DECEB-07AA-4733-83F0-1A69C15387C4}" dt="2025-12-06T04:02:38.810" v="1189" actId="1076"/>
          <ac:spMkLst>
            <pc:docMk/>
            <pc:sldMk cId="3132782106" sldId="442"/>
            <ac:spMk id="3" creationId="{015F0F51-58A4-453F-901D-193B984CB2D6}"/>
          </ac:spMkLst>
        </pc:spChg>
        <pc:spChg chg="add mod">
          <ac:chgData name="Teuku Raja Irfan Radarma" userId="cf428174-95ba-4576-8554-3a3b8ffa52b7" providerId="ADAL" clId="{CF1DECEB-07AA-4733-83F0-1A69C15387C4}" dt="2025-12-06T04:02:38.810" v="1189" actId="1076"/>
          <ac:spMkLst>
            <pc:docMk/>
            <pc:sldMk cId="3132782106" sldId="442"/>
            <ac:spMk id="5" creationId="{A99338AC-2868-46BA-BD3C-91F4BF319F60}"/>
          </ac:spMkLst>
        </pc:spChg>
      </pc:sldChg>
    </pc:docChg>
  </pc:docChgLst>
  <pc:docChgLst>
    <pc:chgData name="Teuku Raja Irfan Radarma" userId="cf428174-95ba-4576-8554-3a3b8ffa52b7" providerId="ADAL" clId="{A80269FD-1647-41EA-9465-E4829927D3E9}"/>
    <pc:docChg chg="undo redo custSel addSld delSld modSld sldOrd modMainMaster">
      <pc:chgData name="Teuku Raja Irfan Radarma" userId="cf428174-95ba-4576-8554-3a3b8ffa52b7" providerId="ADAL" clId="{A80269FD-1647-41EA-9465-E4829927D3E9}" dt="2025-12-07T22:48:09.678" v="17148" actId="1076"/>
      <pc:docMkLst>
        <pc:docMk/>
      </pc:docMkLst>
      <pc:sldChg chg="addSp delSp modSp mod ord">
        <pc:chgData name="Teuku Raja Irfan Radarma" userId="cf428174-95ba-4576-8554-3a3b8ffa52b7" providerId="ADAL" clId="{A80269FD-1647-41EA-9465-E4829927D3E9}" dt="2025-11-22T13:20:34.214" v="9975" actId="20577"/>
        <pc:sldMkLst>
          <pc:docMk/>
          <pc:sldMk cId="4030995347" sldId="257"/>
        </pc:sldMkLst>
        <pc:spChg chg="mod">
          <ac:chgData name="Teuku Raja Irfan Radarma" userId="cf428174-95ba-4576-8554-3a3b8ffa52b7" providerId="ADAL" clId="{A80269FD-1647-41EA-9465-E4829927D3E9}" dt="2025-11-09T09:18:31.053" v="735" actId="403"/>
          <ac:spMkLst>
            <pc:docMk/>
            <pc:sldMk cId="4030995347" sldId="257"/>
            <ac:spMk id="2" creationId="{5067157F-D729-D43A-6721-923C7B23828A}"/>
          </ac:spMkLst>
        </pc:spChg>
        <pc:spChg chg="mod">
          <ac:chgData name="Teuku Raja Irfan Radarma" userId="cf428174-95ba-4576-8554-3a3b8ffa52b7" providerId="ADAL" clId="{A80269FD-1647-41EA-9465-E4829927D3E9}" dt="2025-11-22T13:20:34.214" v="9975" actId="20577"/>
          <ac:spMkLst>
            <pc:docMk/>
            <pc:sldMk cId="4030995347" sldId="257"/>
            <ac:spMk id="3" creationId="{940F5DB3-7A6F-EDD4-9F33-B3FF6161C717}"/>
          </ac:spMkLst>
        </pc:spChg>
        <pc:spChg chg="add mod">
          <ac:chgData name="Teuku Raja Irfan Radarma" userId="cf428174-95ba-4576-8554-3a3b8ffa52b7" providerId="ADAL" clId="{A80269FD-1647-41EA-9465-E4829927D3E9}" dt="2025-11-09T09:20:21.260" v="962" actId="1076"/>
          <ac:spMkLst>
            <pc:docMk/>
            <pc:sldMk cId="4030995347" sldId="257"/>
            <ac:spMk id="4" creationId="{6C09DF7A-9B78-AB11-FA80-26BA72C3D29B}"/>
          </ac:spMkLst>
        </pc:spChg>
      </pc:sldChg>
      <pc:sldChg chg="modSp mod">
        <pc:chgData name="Teuku Raja Irfan Radarma" userId="cf428174-95ba-4576-8554-3a3b8ffa52b7" providerId="ADAL" clId="{A80269FD-1647-41EA-9465-E4829927D3E9}" dt="2025-11-16T04:20:40.085" v="3802" actId="20577"/>
        <pc:sldMkLst>
          <pc:docMk/>
          <pc:sldMk cId="2021974124" sldId="260"/>
        </pc:sldMkLst>
        <pc:spChg chg="mod">
          <ac:chgData name="Teuku Raja Irfan Radarma" userId="cf428174-95ba-4576-8554-3a3b8ffa52b7" providerId="ADAL" clId="{A80269FD-1647-41EA-9465-E4829927D3E9}" dt="2025-11-16T04:20:40.085" v="3802" actId="20577"/>
          <ac:spMkLst>
            <pc:docMk/>
            <pc:sldMk cId="2021974124" sldId="260"/>
            <ac:spMk id="3" creationId="{2952C04A-BCBB-9364-2819-8725E6696366}"/>
          </ac:spMkLst>
        </pc:spChg>
      </pc:sldChg>
      <pc:sldChg chg="modSp mod">
        <pc:chgData name="Teuku Raja Irfan Radarma" userId="cf428174-95ba-4576-8554-3a3b8ffa52b7" providerId="ADAL" clId="{A80269FD-1647-41EA-9465-E4829927D3E9}" dt="2025-11-16T04:19:10.368" v="3693" actId="20577"/>
        <pc:sldMkLst>
          <pc:docMk/>
          <pc:sldMk cId="911610319" sldId="262"/>
        </pc:sldMkLst>
        <pc:spChg chg="mod">
          <ac:chgData name="Teuku Raja Irfan Radarma" userId="cf428174-95ba-4576-8554-3a3b8ffa52b7" providerId="ADAL" clId="{A80269FD-1647-41EA-9465-E4829927D3E9}" dt="2025-11-16T04:19:08.622" v="3692" actId="20577"/>
          <ac:spMkLst>
            <pc:docMk/>
            <pc:sldMk cId="911610319" sldId="262"/>
            <ac:spMk id="3" creationId="{B17BBDE0-3A4E-3EA2-60B0-F9756E347209}"/>
          </ac:spMkLst>
        </pc:spChg>
        <pc:spChg chg="mod">
          <ac:chgData name="Teuku Raja Irfan Radarma" userId="cf428174-95ba-4576-8554-3a3b8ffa52b7" providerId="ADAL" clId="{A80269FD-1647-41EA-9465-E4829927D3E9}" dt="2025-11-16T04:19:10.368" v="3693" actId="20577"/>
          <ac:spMkLst>
            <pc:docMk/>
            <pc:sldMk cId="911610319" sldId="262"/>
            <ac:spMk id="4" creationId="{FFCC89D4-8169-77D5-D53F-1E998B469C40}"/>
          </ac:spMkLst>
        </pc:spChg>
      </pc:sldChg>
      <pc:sldChg chg="modSp mod">
        <pc:chgData name="Teuku Raja Irfan Radarma" userId="cf428174-95ba-4576-8554-3a3b8ffa52b7" providerId="ADAL" clId="{A80269FD-1647-41EA-9465-E4829927D3E9}" dt="2025-11-22T13:30:56.461" v="10252" actId="2710"/>
        <pc:sldMkLst>
          <pc:docMk/>
          <pc:sldMk cId="3835074240" sldId="263"/>
        </pc:sldMkLst>
        <pc:spChg chg="mod">
          <ac:chgData name="Teuku Raja Irfan Radarma" userId="cf428174-95ba-4576-8554-3a3b8ffa52b7" providerId="ADAL" clId="{A80269FD-1647-41EA-9465-E4829927D3E9}" dt="2025-11-22T13:30:56.461" v="10252" actId="2710"/>
          <ac:spMkLst>
            <pc:docMk/>
            <pc:sldMk cId="3835074240" sldId="263"/>
            <ac:spMk id="2" creationId="{2079CBE2-7ADF-23F1-83BE-26DF183A5B12}"/>
          </ac:spMkLst>
        </pc:spChg>
      </pc:sldChg>
      <pc:sldChg chg="modSp mod">
        <pc:chgData name="Teuku Raja Irfan Radarma" userId="cf428174-95ba-4576-8554-3a3b8ffa52b7" providerId="ADAL" clId="{A80269FD-1647-41EA-9465-E4829927D3E9}" dt="2025-11-29T10:28:02.281" v="14663" actId="20577"/>
        <pc:sldMkLst>
          <pc:docMk/>
          <pc:sldMk cId="1457204914" sldId="264"/>
        </pc:sldMkLst>
        <pc:spChg chg="mod">
          <ac:chgData name="Teuku Raja Irfan Radarma" userId="cf428174-95ba-4576-8554-3a3b8ffa52b7" providerId="ADAL" clId="{A80269FD-1647-41EA-9465-E4829927D3E9}" dt="2025-11-16T04:23:14.220" v="4080" actId="20577"/>
          <ac:spMkLst>
            <pc:docMk/>
            <pc:sldMk cId="1457204914" sldId="264"/>
            <ac:spMk id="2" creationId="{7E958052-05B2-9F29-B874-84F80A24B16B}"/>
          </ac:spMkLst>
        </pc:spChg>
        <pc:spChg chg="mod">
          <ac:chgData name="Teuku Raja Irfan Radarma" userId="cf428174-95ba-4576-8554-3a3b8ffa52b7" providerId="ADAL" clId="{A80269FD-1647-41EA-9465-E4829927D3E9}" dt="2025-11-29T10:28:02.281" v="14663" actId="20577"/>
          <ac:spMkLst>
            <pc:docMk/>
            <pc:sldMk cId="1457204914" sldId="264"/>
            <ac:spMk id="3" creationId="{ED136815-6D1A-2136-FEB7-5B68FA9A3B40}"/>
          </ac:spMkLst>
        </pc:spChg>
      </pc:sldChg>
      <pc:sldChg chg="addSp modSp new mod">
        <pc:chgData name="Teuku Raja Irfan Radarma" userId="cf428174-95ba-4576-8554-3a3b8ffa52b7" providerId="ADAL" clId="{A80269FD-1647-41EA-9465-E4829927D3E9}" dt="2025-11-23T13:03:03.131" v="13907" actId="207"/>
        <pc:sldMkLst>
          <pc:docMk/>
          <pc:sldMk cId="2891726164" sldId="304"/>
        </pc:sldMkLst>
        <pc:spChg chg="mod">
          <ac:chgData name="Teuku Raja Irfan Radarma" userId="cf428174-95ba-4576-8554-3a3b8ffa52b7" providerId="ADAL" clId="{A80269FD-1647-41EA-9465-E4829927D3E9}" dt="2025-11-16T04:21:35.033" v="3840" actId="20577"/>
          <ac:spMkLst>
            <pc:docMk/>
            <pc:sldMk cId="2891726164" sldId="304"/>
            <ac:spMk id="2" creationId="{FE2F06DC-C82D-49A7-49E8-24B02235CE1B}"/>
          </ac:spMkLst>
        </pc:spChg>
        <pc:spChg chg="mod">
          <ac:chgData name="Teuku Raja Irfan Radarma" userId="cf428174-95ba-4576-8554-3a3b8ffa52b7" providerId="ADAL" clId="{A80269FD-1647-41EA-9465-E4829927D3E9}" dt="2025-11-16T04:22:40.974" v="4023" actId="404"/>
          <ac:spMkLst>
            <pc:docMk/>
            <pc:sldMk cId="2891726164" sldId="304"/>
            <ac:spMk id="3" creationId="{0EEF17E5-AD4D-CEBE-F9C3-691B024490D7}"/>
          </ac:spMkLst>
        </pc:spChg>
        <pc:spChg chg="add mod">
          <ac:chgData name="Teuku Raja Irfan Radarma" userId="cf428174-95ba-4576-8554-3a3b8ffa52b7" providerId="ADAL" clId="{A80269FD-1647-41EA-9465-E4829927D3E9}" dt="2025-11-23T13:02:24.833" v="13901" actId="20577"/>
          <ac:spMkLst>
            <pc:docMk/>
            <pc:sldMk cId="2891726164" sldId="304"/>
            <ac:spMk id="5" creationId="{7D1C4826-0D9F-82A9-71DC-D0E6749679B2}"/>
          </ac:spMkLst>
        </pc:spChg>
      </pc:sldChg>
      <pc:sldChg chg="addSp delSp modSp new mod">
        <pc:chgData name="Teuku Raja Irfan Radarma" userId="cf428174-95ba-4576-8554-3a3b8ffa52b7" providerId="ADAL" clId="{A80269FD-1647-41EA-9465-E4829927D3E9}" dt="2025-12-07T22:48:09.678" v="17148" actId="1076"/>
        <pc:sldMkLst>
          <pc:docMk/>
          <pc:sldMk cId="3404562138" sldId="305"/>
        </pc:sldMkLst>
        <pc:spChg chg="mod">
          <ac:chgData name="Teuku Raja Irfan Radarma" userId="cf428174-95ba-4576-8554-3a3b8ffa52b7" providerId="ADAL" clId="{A80269FD-1647-41EA-9465-E4829927D3E9}" dt="2025-12-07T22:25:18.358" v="17146" actId="1076"/>
          <ac:spMkLst>
            <pc:docMk/>
            <pc:sldMk cId="3404562138" sldId="305"/>
            <ac:spMk id="2" creationId="{59E61678-8156-B5D7-6985-8F8C864E2A3D}"/>
          </ac:spMkLst>
        </pc:spChg>
        <pc:spChg chg="mod">
          <ac:chgData name="Teuku Raja Irfan Radarma" userId="cf428174-95ba-4576-8554-3a3b8ffa52b7" providerId="ADAL" clId="{A80269FD-1647-41EA-9465-E4829927D3E9}" dt="2025-12-07T22:25:16.167" v="17145" actId="1076"/>
          <ac:spMkLst>
            <pc:docMk/>
            <pc:sldMk cId="3404562138" sldId="305"/>
            <ac:spMk id="3" creationId="{8BA43A71-550D-6448-8070-817ACA416DEE}"/>
          </ac:spMkLst>
        </pc:spChg>
        <pc:spChg chg="add mod">
          <ac:chgData name="Teuku Raja Irfan Radarma" userId="cf428174-95ba-4576-8554-3a3b8ffa52b7" providerId="ADAL" clId="{A80269FD-1647-41EA-9465-E4829927D3E9}" dt="2025-12-07T22:25:16.167" v="17145" actId="1076"/>
          <ac:spMkLst>
            <pc:docMk/>
            <pc:sldMk cId="3404562138" sldId="305"/>
            <ac:spMk id="5" creationId="{DE20E4F0-4D3A-6CA7-7577-3DA235ADE5AA}"/>
          </ac:spMkLst>
        </pc:spChg>
        <pc:picChg chg="add del mod">
          <ac:chgData name="Teuku Raja Irfan Radarma" userId="cf428174-95ba-4576-8554-3a3b8ffa52b7" providerId="ADAL" clId="{A80269FD-1647-41EA-9465-E4829927D3E9}" dt="2025-12-07T22:22:25.136" v="17106" actId="478"/>
          <ac:picMkLst>
            <pc:docMk/>
            <pc:sldMk cId="3404562138" sldId="305"/>
            <ac:picMk id="6" creationId="{A5940F76-2217-0E7F-49E0-E53007ACA7AF}"/>
          </ac:picMkLst>
        </pc:picChg>
        <pc:picChg chg="add mod">
          <ac:chgData name="Teuku Raja Irfan Radarma" userId="cf428174-95ba-4576-8554-3a3b8ffa52b7" providerId="ADAL" clId="{A80269FD-1647-41EA-9465-E4829927D3E9}" dt="2025-12-07T22:48:06.475" v="17147" actId="1076"/>
          <ac:picMkLst>
            <pc:docMk/>
            <pc:sldMk cId="3404562138" sldId="305"/>
            <ac:picMk id="1026" creationId="{55DB5A7C-A521-9696-7F65-AAAAA4BAF7D8}"/>
          </ac:picMkLst>
        </pc:picChg>
        <pc:picChg chg="add mod">
          <ac:chgData name="Teuku Raja Irfan Radarma" userId="cf428174-95ba-4576-8554-3a3b8ffa52b7" providerId="ADAL" clId="{A80269FD-1647-41EA-9465-E4829927D3E9}" dt="2025-12-07T22:48:09.678" v="17148" actId="1076"/>
          <ac:picMkLst>
            <pc:docMk/>
            <pc:sldMk cId="3404562138" sldId="305"/>
            <ac:picMk id="1028" creationId="{2ACC2D15-EAB3-DA53-4106-A05CC4053384}"/>
          </ac:picMkLst>
        </pc:picChg>
      </pc:sldChg>
      <pc:sldChg chg="addSp delSp modSp new mod">
        <pc:chgData name="Teuku Raja Irfan Radarma" userId="cf428174-95ba-4576-8554-3a3b8ffa52b7" providerId="ADAL" clId="{A80269FD-1647-41EA-9465-E4829927D3E9}" dt="2025-11-29T10:29:13.086" v="14679" actId="20577"/>
        <pc:sldMkLst>
          <pc:docMk/>
          <pc:sldMk cId="3051451500" sldId="306"/>
        </pc:sldMkLst>
        <pc:spChg chg="mod">
          <ac:chgData name="Teuku Raja Irfan Radarma" userId="cf428174-95ba-4576-8554-3a3b8ffa52b7" providerId="ADAL" clId="{A80269FD-1647-41EA-9465-E4829927D3E9}" dt="2025-11-23T13:50:01.983" v="14397" actId="20577"/>
          <ac:spMkLst>
            <pc:docMk/>
            <pc:sldMk cId="3051451500" sldId="306"/>
            <ac:spMk id="2" creationId="{31B9DD37-A529-C0FC-5CA8-591ADC5F0314}"/>
          </ac:spMkLst>
        </pc:spChg>
        <pc:spChg chg="mod">
          <ac:chgData name="Teuku Raja Irfan Radarma" userId="cf428174-95ba-4576-8554-3a3b8ffa52b7" providerId="ADAL" clId="{A80269FD-1647-41EA-9465-E4829927D3E9}" dt="2025-11-16T04:31:46.568" v="4218" actId="403"/>
          <ac:spMkLst>
            <pc:docMk/>
            <pc:sldMk cId="3051451500" sldId="306"/>
            <ac:spMk id="4" creationId="{1EBF9B3F-1891-0D88-A0F9-6164A522FA62}"/>
          </ac:spMkLst>
        </pc:spChg>
        <pc:spChg chg="add mod">
          <ac:chgData name="Teuku Raja Irfan Radarma" userId="cf428174-95ba-4576-8554-3a3b8ffa52b7" providerId="ADAL" clId="{A80269FD-1647-41EA-9465-E4829927D3E9}" dt="2025-11-29T10:29:13.086" v="14679" actId="20577"/>
          <ac:spMkLst>
            <pc:docMk/>
            <pc:sldMk cId="3051451500" sldId="306"/>
            <ac:spMk id="6" creationId="{C6007249-6724-8E38-EC48-6E0C4748BD12}"/>
          </ac:spMkLst>
        </pc:spChg>
      </pc:sldChg>
      <pc:sldChg chg="delSp modSp add mod ord">
        <pc:chgData name="Teuku Raja Irfan Radarma" userId="cf428174-95ba-4576-8554-3a3b8ffa52b7" providerId="ADAL" clId="{A80269FD-1647-41EA-9465-E4829927D3E9}" dt="2025-11-29T10:59:28.149" v="15178" actId="20577"/>
        <pc:sldMkLst>
          <pc:docMk/>
          <pc:sldMk cId="4133513380" sldId="310"/>
        </pc:sldMkLst>
        <pc:spChg chg="mod">
          <ac:chgData name="Teuku Raja Irfan Radarma" userId="cf428174-95ba-4576-8554-3a3b8ffa52b7" providerId="ADAL" clId="{A80269FD-1647-41EA-9465-E4829927D3E9}" dt="2025-11-29T10:59:28.149" v="15178" actId="20577"/>
          <ac:spMkLst>
            <pc:docMk/>
            <pc:sldMk cId="4133513380" sldId="310"/>
            <ac:spMk id="2" creationId="{F4204DA2-4008-E351-CEE8-31BD3B9DC7B0}"/>
          </ac:spMkLst>
        </pc:spChg>
        <pc:spChg chg="mod">
          <ac:chgData name="Teuku Raja Irfan Radarma" userId="cf428174-95ba-4576-8554-3a3b8ffa52b7" providerId="ADAL" clId="{A80269FD-1647-41EA-9465-E4829927D3E9}" dt="2025-11-29T10:31:13.348" v="14711" actId="20577"/>
          <ac:spMkLst>
            <pc:docMk/>
            <pc:sldMk cId="4133513380" sldId="310"/>
            <ac:spMk id="3" creationId="{BD9E2BB4-0C99-4A5A-63A6-F98A68A6FA16}"/>
          </ac:spMkLst>
        </pc:spChg>
      </pc:sldChg>
      <pc:sldChg chg="modSp add mod ord">
        <pc:chgData name="Teuku Raja Irfan Radarma" userId="cf428174-95ba-4576-8554-3a3b8ffa52b7" providerId="ADAL" clId="{A80269FD-1647-41EA-9465-E4829927D3E9}" dt="2025-11-29T10:16:04.655" v="14400" actId="20577"/>
        <pc:sldMkLst>
          <pc:docMk/>
          <pc:sldMk cId="62413706" sldId="359"/>
        </pc:sldMkLst>
        <pc:spChg chg="mod">
          <ac:chgData name="Teuku Raja Irfan Radarma" userId="cf428174-95ba-4576-8554-3a3b8ffa52b7" providerId="ADAL" clId="{A80269FD-1647-41EA-9465-E4829927D3E9}" dt="2025-11-22T13:31:38.482" v="10256" actId="27636"/>
          <ac:spMkLst>
            <pc:docMk/>
            <pc:sldMk cId="62413706" sldId="359"/>
            <ac:spMk id="2" creationId="{86D1BB63-4350-72A4-F5A6-7BC05C8ACCEA}"/>
          </ac:spMkLst>
        </pc:spChg>
        <pc:spChg chg="mod">
          <ac:chgData name="Teuku Raja Irfan Radarma" userId="cf428174-95ba-4576-8554-3a3b8ffa52b7" providerId="ADAL" clId="{A80269FD-1647-41EA-9465-E4829927D3E9}" dt="2025-11-29T10:16:04.655" v="14400" actId="20577"/>
          <ac:spMkLst>
            <pc:docMk/>
            <pc:sldMk cId="62413706" sldId="359"/>
            <ac:spMk id="3" creationId="{10DAE108-9E44-567B-9E8A-3F62785A8106}"/>
          </ac:spMkLst>
        </pc:spChg>
      </pc:sldChg>
      <pc:sldChg chg="addSp modSp new mod">
        <pc:chgData name="Teuku Raja Irfan Radarma" userId="cf428174-95ba-4576-8554-3a3b8ffa52b7" providerId="ADAL" clId="{A80269FD-1647-41EA-9465-E4829927D3E9}" dt="2025-11-22T13:39:05.849" v="10400" actId="1076"/>
        <pc:sldMkLst>
          <pc:docMk/>
          <pc:sldMk cId="1044276249" sldId="363"/>
        </pc:sldMkLst>
        <pc:spChg chg="mod">
          <ac:chgData name="Teuku Raja Irfan Radarma" userId="cf428174-95ba-4576-8554-3a3b8ffa52b7" providerId="ADAL" clId="{A80269FD-1647-41EA-9465-E4829927D3E9}" dt="2025-11-22T13:36:32.370" v="10359"/>
          <ac:spMkLst>
            <pc:docMk/>
            <pc:sldMk cId="1044276249" sldId="363"/>
            <ac:spMk id="2" creationId="{A125681A-45A2-7128-DE7A-C52014C27119}"/>
          </ac:spMkLst>
        </pc:spChg>
        <pc:spChg chg="add mod">
          <ac:chgData name="Teuku Raja Irfan Radarma" userId="cf428174-95ba-4576-8554-3a3b8ffa52b7" providerId="ADAL" clId="{A80269FD-1647-41EA-9465-E4829927D3E9}" dt="2025-11-22T13:39:05.849" v="10400" actId="1076"/>
          <ac:spMkLst>
            <pc:docMk/>
            <pc:sldMk cId="1044276249" sldId="363"/>
            <ac:spMk id="6" creationId="{00CA8178-C5D9-B7AC-2EB9-8CAE37EAAF27}"/>
          </ac:spMkLst>
        </pc:spChg>
      </pc:sldChg>
      <pc:sldChg chg="addSp modSp add del mod">
        <pc:chgData name="Teuku Raja Irfan Radarma" userId="cf428174-95ba-4576-8554-3a3b8ffa52b7" providerId="ADAL" clId="{A80269FD-1647-41EA-9465-E4829927D3E9}" dt="2025-12-06T16:16:05.034" v="15890" actId="20577"/>
        <pc:sldMkLst>
          <pc:docMk/>
          <pc:sldMk cId="3887449466" sldId="374"/>
        </pc:sldMkLst>
        <pc:spChg chg="mod">
          <ac:chgData name="Teuku Raja Irfan Radarma" userId="cf428174-95ba-4576-8554-3a3b8ffa52b7" providerId="ADAL" clId="{A80269FD-1647-41EA-9465-E4829927D3E9}" dt="2025-11-29T10:18:36.236" v="14463" actId="20577"/>
          <ac:spMkLst>
            <pc:docMk/>
            <pc:sldMk cId="3887449466" sldId="374"/>
            <ac:spMk id="2" creationId="{2EFF2390-A351-2BC1-BB12-FE12FE55FE51}"/>
          </ac:spMkLst>
        </pc:spChg>
        <pc:spChg chg="mod">
          <ac:chgData name="Teuku Raja Irfan Radarma" userId="cf428174-95ba-4576-8554-3a3b8ffa52b7" providerId="ADAL" clId="{A80269FD-1647-41EA-9465-E4829927D3E9}" dt="2025-12-06T16:16:05.034" v="15890" actId="20577"/>
          <ac:spMkLst>
            <pc:docMk/>
            <pc:sldMk cId="3887449466" sldId="374"/>
            <ac:spMk id="4" creationId="{5DFB2A37-0B4B-405A-2CAA-C05F9F347F73}"/>
          </ac:spMkLst>
        </pc:spChg>
      </pc:sldChg>
      <pc:sldChg chg="modSp mod">
        <pc:chgData name="Teuku Raja Irfan Radarma" userId="cf428174-95ba-4576-8554-3a3b8ffa52b7" providerId="ADAL" clId="{A80269FD-1647-41EA-9465-E4829927D3E9}" dt="2025-12-07T00:17:00.070" v="17092" actId="6549"/>
        <pc:sldMkLst>
          <pc:docMk/>
          <pc:sldMk cId="3155149982" sldId="418"/>
        </pc:sldMkLst>
        <pc:spChg chg="mod">
          <ac:chgData name="Teuku Raja Irfan Radarma" userId="cf428174-95ba-4576-8554-3a3b8ffa52b7" providerId="ADAL" clId="{A80269FD-1647-41EA-9465-E4829927D3E9}" dt="2025-12-07T00:16:56.364" v="17089" actId="20577"/>
          <ac:spMkLst>
            <pc:docMk/>
            <pc:sldMk cId="3155149982" sldId="418"/>
            <ac:spMk id="2" creationId="{F4204DA2-4008-E351-CEE8-31BD3B9DC7B0}"/>
          </ac:spMkLst>
        </pc:spChg>
        <pc:spChg chg="mod">
          <ac:chgData name="Teuku Raja Irfan Radarma" userId="cf428174-95ba-4576-8554-3a3b8ffa52b7" providerId="ADAL" clId="{A80269FD-1647-41EA-9465-E4829927D3E9}" dt="2025-12-07T00:17:00.070" v="17092" actId="6549"/>
          <ac:spMkLst>
            <pc:docMk/>
            <pc:sldMk cId="3155149982" sldId="418"/>
            <ac:spMk id="3" creationId="{BD9E2BB4-0C99-4A5A-63A6-F98A68A6FA16}"/>
          </ac:spMkLst>
        </pc:spChg>
      </pc:sldChg>
      <pc:sldChg chg="del">
        <pc:chgData name="Teuku Raja Irfan Radarma" userId="cf428174-95ba-4576-8554-3a3b8ffa52b7" providerId="ADAL" clId="{A80269FD-1647-41EA-9465-E4829927D3E9}" dt="2025-12-06T13:29:01.198" v="15308" actId="47"/>
        <pc:sldMkLst>
          <pc:docMk/>
          <pc:sldMk cId="1366592790" sldId="427"/>
        </pc:sldMkLst>
      </pc:sldChg>
      <pc:sldChg chg="modSp mod">
        <pc:chgData name="Teuku Raja Irfan Radarma" userId="cf428174-95ba-4576-8554-3a3b8ffa52b7" providerId="ADAL" clId="{A80269FD-1647-41EA-9465-E4829927D3E9}" dt="2025-12-06T13:27:14.711" v="15246" actId="27636"/>
        <pc:sldMkLst>
          <pc:docMk/>
          <pc:sldMk cId="2120853139" sldId="432"/>
        </pc:sldMkLst>
        <pc:spChg chg="mod">
          <ac:chgData name="Teuku Raja Irfan Radarma" userId="cf428174-95ba-4576-8554-3a3b8ffa52b7" providerId="ADAL" clId="{A80269FD-1647-41EA-9465-E4829927D3E9}" dt="2025-12-06T13:27:12.661" v="15244" actId="14100"/>
          <ac:spMkLst>
            <pc:docMk/>
            <pc:sldMk cId="2120853139" sldId="432"/>
            <ac:spMk id="2" creationId="{10457AE5-4A1C-42E0-AC63-04F1CDA68F40}"/>
          </ac:spMkLst>
        </pc:spChg>
        <pc:spChg chg="mod">
          <ac:chgData name="Teuku Raja Irfan Radarma" userId="cf428174-95ba-4576-8554-3a3b8ffa52b7" providerId="ADAL" clId="{A80269FD-1647-41EA-9465-E4829927D3E9}" dt="2025-12-06T13:27:14.711" v="15246" actId="27636"/>
          <ac:spMkLst>
            <pc:docMk/>
            <pc:sldMk cId="2120853139" sldId="432"/>
            <ac:spMk id="3" creationId="{BE2C1E5D-0F8C-4F47-840D-0F134E645746}"/>
          </ac:spMkLst>
        </pc:spChg>
      </pc:sldChg>
      <pc:sldChg chg="modSp mod">
        <pc:chgData name="Teuku Raja Irfan Radarma" userId="cf428174-95ba-4576-8554-3a3b8ffa52b7" providerId="ADAL" clId="{A80269FD-1647-41EA-9465-E4829927D3E9}" dt="2025-12-06T13:27:47.040" v="15266" actId="27636"/>
        <pc:sldMkLst>
          <pc:docMk/>
          <pc:sldMk cId="3288851674" sldId="433"/>
        </pc:sldMkLst>
        <pc:spChg chg="mod">
          <ac:chgData name="Teuku Raja Irfan Radarma" userId="cf428174-95ba-4576-8554-3a3b8ffa52b7" providerId="ADAL" clId="{A80269FD-1647-41EA-9465-E4829927D3E9}" dt="2025-12-06T13:27:42.173" v="15262" actId="14100"/>
          <ac:spMkLst>
            <pc:docMk/>
            <pc:sldMk cId="3288851674" sldId="433"/>
            <ac:spMk id="2" creationId="{10457AE5-4A1C-42E0-AC63-04F1CDA68F40}"/>
          </ac:spMkLst>
        </pc:spChg>
        <pc:spChg chg="mod">
          <ac:chgData name="Teuku Raja Irfan Radarma" userId="cf428174-95ba-4576-8554-3a3b8ffa52b7" providerId="ADAL" clId="{A80269FD-1647-41EA-9465-E4829927D3E9}" dt="2025-12-06T13:27:47.040" v="15266" actId="27636"/>
          <ac:spMkLst>
            <pc:docMk/>
            <pc:sldMk cId="3288851674" sldId="433"/>
            <ac:spMk id="3" creationId="{BE2C1E5D-0F8C-4F47-840D-0F134E645746}"/>
          </ac:spMkLst>
        </pc:spChg>
      </pc:sldChg>
      <pc:sldChg chg="modSp mod">
        <pc:chgData name="Teuku Raja Irfan Radarma" userId="cf428174-95ba-4576-8554-3a3b8ffa52b7" providerId="ADAL" clId="{A80269FD-1647-41EA-9465-E4829927D3E9}" dt="2025-12-06T13:28:15.877" v="15286" actId="14100"/>
        <pc:sldMkLst>
          <pc:docMk/>
          <pc:sldMk cId="255152706" sldId="434"/>
        </pc:sldMkLst>
        <pc:spChg chg="mod">
          <ac:chgData name="Teuku Raja Irfan Radarma" userId="cf428174-95ba-4576-8554-3a3b8ffa52b7" providerId="ADAL" clId="{A80269FD-1647-41EA-9465-E4829927D3E9}" dt="2025-12-06T13:28:10.782" v="15284" actId="14100"/>
          <ac:spMkLst>
            <pc:docMk/>
            <pc:sldMk cId="255152706" sldId="434"/>
            <ac:spMk id="2" creationId="{10457AE5-4A1C-42E0-AC63-04F1CDA68F40}"/>
          </ac:spMkLst>
        </pc:spChg>
        <pc:spChg chg="mod">
          <ac:chgData name="Teuku Raja Irfan Radarma" userId="cf428174-95ba-4576-8554-3a3b8ffa52b7" providerId="ADAL" clId="{A80269FD-1647-41EA-9465-E4829927D3E9}" dt="2025-12-06T13:28:15.877" v="15286" actId="14100"/>
          <ac:spMkLst>
            <pc:docMk/>
            <pc:sldMk cId="255152706" sldId="434"/>
            <ac:spMk id="3" creationId="{BE2C1E5D-0F8C-4F47-840D-0F134E645746}"/>
          </ac:spMkLst>
        </pc:spChg>
      </pc:sldChg>
      <pc:sldChg chg="modSp mod">
        <pc:chgData name="Teuku Raja Irfan Radarma" userId="cf428174-95ba-4576-8554-3a3b8ffa52b7" providerId="ADAL" clId="{A80269FD-1647-41EA-9465-E4829927D3E9}" dt="2025-12-06T13:28:46.555" v="15307" actId="12"/>
        <pc:sldMkLst>
          <pc:docMk/>
          <pc:sldMk cId="1679536135" sldId="435"/>
        </pc:sldMkLst>
        <pc:spChg chg="mod">
          <ac:chgData name="Teuku Raja Irfan Radarma" userId="cf428174-95ba-4576-8554-3a3b8ffa52b7" providerId="ADAL" clId="{A80269FD-1647-41EA-9465-E4829927D3E9}" dt="2025-12-06T13:28:20.915" v="15287" actId="14100"/>
          <ac:spMkLst>
            <pc:docMk/>
            <pc:sldMk cId="1679536135" sldId="435"/>
            <ac:spMk id="2" creationId="{10457AE5-4A1C-42E0-AC63-04F1CDA68F40}"/>
          </ac:spMkLst>
        </pc:spChg>
        <pc:spChg chg="mod">
          <ac:chgData name="Teuku Raja Irfan Radarma" userId="cf428174-95ba-4576-8554-3a3b8ffa52b7" providerId="ADAL" clId="{A80269FD-1647-41EA-9465-E4829927D3E9}" dt="2025-12-06T13:28:46.555" v="15307" actId="12"/>
          <ac:spMkLst>
            <pc:docMk/>
            <pc:sldMk cId="1679536135" sldId="435"/>
            <ac:spMk id="3" creationId="{BE2C1E5D-0F8C-4F47-840D-0F134E645746}"/>
          </ac:spMkLst>
        </pc:spChg>
      </pc:sldChg>
      <pc:sldChg chg="addSp delSp modSp mod">
        <pc:chgData name="Teuku Raja Irfan Radarma" userId="cf428174-95ba-4576-8554-3a3b8ffa52b7" providerId="ADAL" clId="{A80269FD-1647-41EA-9465-E4829927D3E9}" dt="2025-12-06T15:16:56.476" v="15531" actId="14100"/>
        <pc:sldMkLst>
          <pc:docMk/>
          <pc:sldMk cId="1167096350" sldId="436"/>
        </pc:sldMkLst>
        <pc:spChg chg="mod">
          <ac:chgData name="Teuku Raja Irfan Radarma" userId="cf428174-95ba-4576-8554-3a3b8ffa52b7" providerId="ADAL" clId="{A80269FD-1647-41EA-9465-E4829927D3E9}" dt="2025-12-06T15:16:54.337" v="15530" actId="14100"/>
          <ac:spMkLst>
            <pc:docMk/>
            <pc:sldMk cId="1167096350" sldId="436"/>
            <ac:spMk id="2" creationId="{A207A596-ECB3-4E4A-A4CA-A700AB45B064}"/>
          </ac:spMkLst>
        </pc:spChg>
        <pc:spChg chg="del">
          <ac:chgData name="Teuku Raja Irfan Radarma" userId="cf428174-95ba-4576-8554-3a3b8ffa52b7" providerId="ADAL" clId="{A80269FD-1647-41EA-9465-E4829927D3E9}" dt="2025-12-06T13:42:15.085" v="15405" actId="478"/>
          <ac:spMkLst>
            <pc:docMk/>
            <pc:sldMk cId="1167096350" sldId="436"/>
            <ac:spMk id="3" creationId="{4CE9F484-2983-40A2-9133-CDC649B2B84D}"/>
          </ac:spMkLst>
        </pc:spChg>
        <pc:spChg chg="add del mod">
          <ac:chgData name="Teuku Raja Irfan Radarma" userId="cf428174-95ba-4576-8554-3a3b8ffa52b7" providerId="ADAL" clId="{A80269FD-1647-41EA-9465-E4829927D3E9}" dt="2025-12-06T13:42:16.535" v="15406" actId="478"/>
          <ac:spMkLst>
            <pc:docMk/>
            <pc:sldMk cId="1167096350" sldId="436"/>
            <ac:spMk id="6" creationId="{792A3551-3C53-23B7-C77A-0DEAA2B87D0E}"/>
          </ac:spMkLst>
        </pc:spChg>
        <pc:graphicFrameChg chg="add mod modGraphic">
          <ac:chgData name="Teuku Raja Irfan Radarma" userId="cf428174-95ba-4576-8554-3a3b8ffa52b7" providerId="ADAL" clId="{A80269FD-1647-41EA-9465-E4829927D3E9}" dt="2025-12-06T15:16:56.476" v="15531" actId="14100"/>
          <ac:graphicFrameMkLst>
            <pc:docMk/>
            <pc:sldMk cId="1167096350" sldId="436"/>
            <ac:graphicFrameMk id="7" creationId="{D8C97E8C-2943-2A73-540D-CC40C68442C2}"/>
          </ac:graphicFrameMkLst>
        </pc:graphicFrameChg>
      </pc:sldChg>
      <pc:sldChg chg="addSp delSp modSp mod">
        <pc:chgData name="Teuku Raja Irfan Radarma" userId="cf428174-95ba-4576-8554-3a3b8ffa52b7" providerId="ADAL" clId="{A80269FD-1647-41EA-9465-E4829927D3E9}" dt="2025-12-06T15:39:11.057" v="15740" actId="14100"/>
        <pc:sldMkLst>
          <pc:docMk/>
          <pc:sldMk cId="1617202866" sldId="437"/>
        </pc:sldMkLst>
        <pc:spChg chg="mod">
          <ac:chgData name="Teuku Raja Irfan Radarma" userId="cf428174-95ba-4576-8554-3a3b8ffa52b7" providerId="ADAL" clId="{A80269FD-1647-41EA-9465-E4829927D3E9}" dt="2025-12-06T15:39:09.387" v="15739" actId="14100"/>
          <ac:spMkLst>
            <pc:docMk/>
            <pc:sldMk cId="1617202866" sldId="437"/>
            <ac:spMk id="2" creationId="{A207A596-ECB3-4E4A-A4CA-A700AB45B064}"/>
          </ac:spMkLst>
        </pc:spChg>
        <pc:spChg chg="del">
          <ac:chgData name="Teuku Raja Irfan Radarma" userId="cf428174-95ba-4576-8554-3a3b8ffa52b7" providerId="ADAL" clId="{A80269FD-1647-41EA-9465-E4829927D3E9}" dt="2025-12-06T13:43:23.120" v="15417" actId="478"/>
          <ac:spMkLst>
            <pc:docMk/>
            <pc:sldMk cId="1617202866" sldId="437"/>
            <ac:spMk id="3" creationId="{4CE9F484-2983-40A2-9133-CDC649B2B84D}"/>
          </ac:spMkLst>
        </pc:spChg>
        <pc:spChg chg="add del mod">
          <ac:chgData name="Teuku Raja Irfan Radarma" userId="cf428174-95ba-4576-8554-3a3b8ffa52b7" providerId="ADAL" clId="{A80269FD-1647-41EA-9465-E4829927D3E9}" dt="2025-12-06T13:43:24.597" v="15418" actId="478"/>
          <ac:spMkLst>
            <pc:docMk/>
            <pc:sldMk cId="1617202866" sldId="437"/>
            <ac:spMk id="6" creationId="{449A4CD0-6899-D050-6E67-2FC2A8E0C2B7}"/>
          </ac:spMkLst>
        </pc:spChg>
        <pc:graphicFrameChg chg="add mod modGraphic">
          <ac:chgData name="Teuku Raja Irfan Radarma" userId="cf428174-95ba-4576-8554-3a3b8ffa52b7" providerId="ADAL" clId="{A80269FD-1647-41EA-9465-E4829927D3E9}" dt="2025-12-06T15:39:11.057" v="15740" actId="14100"/>
          <ac:graphicFrameMkLst>
            <pc:docMk/>
            <pc:sldMk cId="1617202866" sldId="437"/>
            <ac:graphicFrameMk id="7" creationId="{42D026EF-6C2D-2A5D-B02C-4D3DFB907F40}"/>
          </ac:graphicFrameMkLst>
        </pc:graphicFrameChg>
      </pc:sldChg>
      <pc:sldChg chg="addSp delSp modSp mod">
        <pc:chgData name="Teuku Raja Irfan Radarma" userId="cf428174-95ba-4576-8554-3a3b8ffa52b7" providerId="ADAL" clId="{A80269FD-1647-41EA-9465-E4829927D3E9}" dt="2025-12-06T13:34:46.731" v="15355" actId="13238"/>
        <pc:sldMkLst>
          <pc:docMk/>
          <pc:sldMk cId="2555631206" sldId="439"/>
        </pc:sldMkLst>
        <pc:spChg chg="mod">
          <ac:chgData name="Teuku Raja Irfan Radarma" userId="cf428174-95ba-4576-8554-3a3b8ffa52b7" providerId="ADAL" clId="{A80269FD-1647-41EA-9465-E4829927D3E9}" dt="2025-12-06T13:22:17.130" v="15188" actId="14100"/>
          <ac:spMkLst>
            <pc:docMk/>
            <pc:sldMk cId="2555631206" sldId="439"/>
            <ac:spMk id="2" creationId="{A207A596-ECB3-4E4A-A4CA-A700AB45B064}"/>
          </ac:spMkLst>
        </pc:spChg>
        <pc:spChg chg="del mod">
          <ac:chgData name="Teuku Raja Irfan Radarma" userId="cf428174-95ba-4576-8554-3a3b8ffa52b7" providerId="ADAL" clId="{A80269FD-1647-41EA-9465-E4829927D3E9}" dt="2025-12-06T13:34:01.645" v="15338" actId="478"/>
          <ac:spMkLst>
            <pc:docMk/>
            <pc:sldMk cId="2555631206" sldId="439"/>
            <ac:spMk id="3" creationId="{4CE9F484-2983-40A2-9133-CDC649B2B84D}"/>
          </ac:spMkLst>
        </pc:spChg>
        <pc:spChg chg="add del mod">
          <ac:chgData name="Teuku Raja Irfan Radarma" userId="cf428174-95ba-4576-8554-3a3b8ffa52b7" providerId="ADAL" clId="{A80269FD-1647-41EA-9465-E4829927D3E9}" dt="2025-12-06T13:34:03.446" v="15339" actId="478"/>
          <ac:spMkLst>
            <pc:docMk/>
            <pc:sldMk cId="2555631206" sldId="439"/>
            <ac:spMk id="7" creationId="{82D14A43-E730-5C1C-E348-E58CF64B8E71}"/>
          </ac:spMkLst>
        </pc:spChg>
        <pc:graphicFrameChg chg="add mod">
          <ac:chgData name="Teuku Raja Irfan Radarma" userId="cf428174-95ba-4576-8554-3a3b8ffa52b7" providerId="ADAL" clId="{A80269FD-1647-41EA-9465-E4829927D3E9}" dt="2025-12-06T13:33:59.186" v="15337"/>
          <ac:graphicFrameMkLst>
            <pc:docMk/>
            <pc:sldMk cId="2555631206" sldId="439"/>
            <ac:graphicFrameMk id="5" creationId="{494AD8D1-7223-E1CD-A1E9-28EC2711D2EB}"/>
          </ac:graphicFrameMkLst>
        </pc:graphicFrameChg>
        <pc:graphicFrameChg chg="add mod modGraphic">
          <ac:chgData name="Teuku Raja Irfan Radarma" userId="cf428174-95ba-4576-8554-3a3b8ffa52b7" providerId="ADAL" clId="{A80269FD-1647-41EA-9465-E4829927D3E9}" dt="2025-12-06T13:34:46.731" v="15355" actId="13238"/>
          <ac:graphicFrameMkLst>
            <pc:docMk/>
            <pc:sldMk cId="2555631206" sldId="439"/>
            <ac:graphicFrameMk id="8" creationId="{B3B22190-3100-DFDC-8D83-269210CCB90C}"/>
          </ac:graphicFrameMkLst>
        </pc:graphicFrameChg>
      </pc:sldChg>
      <pc:sldChg chg="modSp new del mod ord">
        <pc:chgData name="Teuku Raja Irfan Radarma" userId="cf428174-95ba-4576-8554-3a3b8ffa52b7" providerId="ADAL" clId="{A80269FD-1647-41EA-9465-E4829927D3E9}" dt="2025-12-07T00:20:44.496" v="17093" actId="47"/>
        <pc:sldMkLst>
          <pc:docMk/>
          <pc:sldMk cId="1910573543" sldId="443"/>
        </pc:sldMkLst>
        <pc:spChg chg="mod">
          <ac:chgData name="Teuku Raja Irfan Radarma" userId="cf428174-95ba-4576-8554-3a3b8ffa52b7" providerId="ADAL" clId="{A80269FD-1647-41EA-9465-E4829927D3E9}" dt="2025-12-06T13:26:14.936" v="15230" actId="14100"/>
          <ac:spMkLst>
            <pc:docMk/>
            <pc:sldMk cId="1910573543" sldId="443"/>
            <ac:spMk id="2" creationId="{06477B2F-595A-4D69-E1A5-76DAD5245BD5}"/>
          </ac:spMkLst>
        </pc:spChg>
        <pc:spChg chg="mod">
          <ac:chgData name="Teuku Raja Irfan Radarma" userId="cf428174-95ba-4576-8554-3a3b8ffa52b7" providerId="ADAL" clId="{A80269FD-1647-41EA-9465-E4829927D3E9}" dt="2025-12-06T13:26:18.273" v="15232" actId="14100"/>
          <ac:spMkLst>
            <pc:docMk/>
            <pc:sldMk cId="1910573543" sldId="443"/>
            <ac:spMk id="4" creationId="{EF55F2CD-625C-24E9-B522-72BF66A88EF2}"/>
          </ac:spMkLst>
        </pc:spChg>
      </pc:sldChg>
      <pc:sldChg chg="add del ord">
        <pc:chgData name="Teuku Raja Irfan Radarma" userId="cf428174-95ba-4576-8554-3a3b8ffa52b7" providerId="ADAL" clId="{A80269FD-1647-41EA-9465-E4829927D3E9}" dt="2025-12-07T00:20:44.496" v="17093" actId="47"/>
        <pc:sldMkLst>
          <pc:docMk/>
          <pc:sldMk cId="539177646" sldId="444"/>
        </pc:sldMkLst>
      </pc:sldChg>
      <pc:sldChg chg="modSp add del mod">
        <pc:chgData name="Teuku Raja Irfan Radarma" userId="cf428174-95ba-4576-8554-3a3b8ffa52b7" providerId="ADAL" clId="{A80269FD-1647-41EA-9465-E4829927D3E9}" dt="2025-12-06T15:32:52.057" v="15690" actId="2696"/>
        <pc:sldMkLst>
          <pc:docMk/>
          <pc:sldMk cId="2983909026" sldId="444"/>
        </pc:sldMkLst>
        <pc:spChg chg="mod">
          <ac:chgData name="Teuku Raja Irfan Radarma" userId="cf428174-95ba-4576-8554-3a3b8ffa52b7" providerId="ADAL" clId="{A80269FD-1647-41EA-9465-E4829927D3E9}" dt="2025-12-06T13:30:55.227" v="15315" actId="27636"/>
          <ac:spMkLst>
            <pc:docMk/>
            <pc:sldMk cId="2983909026" sldId="444"/>
            <ac:spMk id="2" creationId="{477713C6-8D4E-61A3-23F8-7F1F8BF4A8B7}"/>
          </ac:spMkLst>
        </pc:spChg>
        <pc:spChg chg="mod">
          <ac:chgData name="Teuku Raja Irfan Radarma" userId="cf428174-95ba-4576-8554-3a3b8ffa52b7" providerId="ADAL" clId="{A80269FD-1647-41EA-9465-E4829927D3E9}" dt="2025-12-06T13:31:13.486" v="15336" actId="20577"/>
          <ac:spMkLst>
            <pc:docMk/>
            <pc:sldMk cId="2983909026" sldId="444"/>
            <ac:spMk id="4" creationId="{2C53B555-5444-2ECF-8057-DC45F94321EE}"/>
          </ac:spMkLst>
        </pc:spChg>
      </pc:sldChg>
      <pc:sldChg chg="add del">
        <pc:chgData name="Teuku Raja Irfan Radarma" userId="cf428174-95ba-4576-8554-3a3b8ffa52b7" providerId="ADAL" clId="{A80269FD-1647-41EA-9465-E4829927D3E9}" dt="2025-12-07T00:20:44.496" v="17093" actId="47"/>
        <pc:sldMkLst>
          <pc:docMk/>
          <pc:sldMk cId="871575361" sldId="445"/>
        </pc:sldMkLst>
      </pc:sldChg>
      <pc:sldChg chg="modSp add del mod">
        <pc:chgData name="Teuku Raja Irfan Radarma" userId="cf428174-95ba-4576-8554-3a3b8ffa52b7" providerId="ADAL" clId="{A80269FD-1647-41EA-9465-E4829927D3E9}" dt="2025-12-06T15:34:29.047" v="15721" actId="2696"/>
        <pc:sldMkLst>
          <pc:docMk/>
          <pc:sldMk cId="1722838475" sldId="445"/>
        </pc:sldMkLst>
        <pc:spChg chg="mod">
          <ac:chgData name="Teuku Raja Irfan Radarma" userId="cf428174-95ba-4576-8554-3a3b8ffa52b7" providerId="ADAL" clId="{A80269FD-1647-41EA-9465-E4829927D3E9}" dt="2025-12-06T13:37:40.515" v="15382" actId="14100"/>
          <ac:spMkLst>
            <pc:docMk/>
            <pc:sldMk cId="1722838475" sldId="445"/>
            <ac:spMk id="2" creationId="{A3FD9751-9A7B-E73B-53D9-D206B07D9CE1}"/>
          </ac:spMkLst>
        </pc:spChg>
        <pc:spChg chg="mod">
          <ac:chgData name="Teuku Raja Irfan Radarma" userId="cf428174-95ba-4576-8554-3a3b8ffa52b7" providerId="ADAL" clId="{A80269FD-1647-41EA-9465-E4829927D3E9}" dt="2025-12-06T13:37:42.642" v="15383" actId="14100"/>
          <ac:spMkLst>
            <pc:docMk/>
            <pc:sldMk cId="1722838475" sldId="445"/>
            <ac:spMk id="4" creationId="{70EA4B30-236A-64FD-C525-1E542ABE55ED}"/>
          </ac:spMkLst>
        </pc:spChg>
      </pc:sldChg>
      <pc:sldChg chg="add del">
        <pc:chgData name="Teuku Raja Irfan Radarma" userId="cf428174-95ba-4576-8554-3a3b8ffa52b7" providerId="ADAL" clId="{A80269FD-1647-41EA-9465-E4829927D3E9}" dt="2025-12-07T00:20:48.427" v="17094" actId="47"/>
        <pc:sldMkLst>
          <pc:docMk/>
          <pc:sldMk cId="1400479666" sldId="446"/>
        </pc:sldMkLst>
      </pc:sldChg>
      <pc:sldChg chg="modSp add del mod">
        <pc:chgData name="Teuku Raja Irfan Radarma" userId="cf428174-95ba-4576-8554-3a3b8ffa52b7" providerId="ADAL" clId="{A80269FD-1647-41EA-9465-E4829927D3E9}" dt="2025-12-06T15:35:00.841" v="15723" actId="2696"/>
        <pc:sldMkLst>
          <pc:docMk/>
          <pc:sldMk cId="2442442371" sldId="446"/>
        </pc:sldMkLst>
        <pc:spChg chg="mod">
          <ac:chgData name="Teuku Raja Irfan Radarma" userId="cf428174-95ba-4576-8554-3a3b8ffa52b7" providerId="ADAL" clId="{A80269FD-1647-41EA-9465-E4829927D3E9}" dt="2025-12-06T13:38:13.023" v="15385"/>
          <ac:spMkLst>
            <pc:docMk/>
            <pc:sldMk cId="2442442371" sldId="446"/>
            <ac:spMk id="2" creationId="{0FE3C1B8-0A0B-ECCF-E2F8-8C3850A54720}"/>
          </ac:spMkLst>
        </pc:spChg>
        <pc:spChg chg="mod">
          <ac:chgData name="Teuku Raja Irfan Radarma" userId="cf428174-95ba-4576-8554-3a3b8ffa52b7" providerId="ADAL" clId="{A80269FD-1647-41EA-9465-E4829927D3E9}" dt="2025-12-06T13:38:24.147" v="15404" actId="20577"/>
          <ac:spMkLst>
            <pc:docMk/>
            <pc:sldMk cId="2442442371" sldId="446"/>
            <ac:spMk id="4" creationId="{46ABE080-F02A-53CE-62D7-902C309F4364}"/>
          </ac:spMkLst>
        </pc:spChg>
      </pc:sldChg>
      <pc:sldChg chg="add del">
        <pc:chgData name="Teuku Raja Irfan Radarma" userId="cf428174-95ba-4576-8554-3a3b8ffa52b7" providerId="ADAL" clId="{A80269FD-1647-41EA-9465-E4829927D3E9}" dt="2025-12-06T15:35:18.067" v="15725" actId="2696"/>
        <pc:sldMkLst>
          <pc:docMk/>
          <pc:sldMk cId="3504271553" sldId="446"/>
        </pc:sldMkLst>
      </pc:sldChg>
      <pc:sldChg chg="addSp delSp modSp add mod">
        <pc:chgData name="Teuku Raja Irfan Radarma" userId="cf428174-95ba-4576-8554-3a3b8ffa52b7" providerId="ADAL" clId="{A80269FD-1647-41EA-9465-E4829927D3E9}" dt="2025-12-06T15:11:47.892" v="15452" actId="12385"/>
        <pc:sldMkLst>
          <pc:docMk/>
          <pc:sldMk cId="3189816952" sldId="447"/>
        </pc:sldMkLst>
        <pc:spChg chg="mod">
          <ac:chgData name="Teuku Raja Irfan Radarma" userId="cf428174-95ba-4576-8554-3a3b8ffa52b7" providerId="ADAL" clId="{A80269FD-1647-41EA-9465-E4829927D3E9}" dt="2025-12-06T15:11:24.653" v="15444" actId="20577"/>
          <ac:spMkLst>
            <pc:docMk/>
            <pc:sldMk cId="3189816952" sldId="447"/>
            <ac:spMk id="2" creationId="{8B1FA9D0-381F-DF43-CB2B-5659BE695AB7}"/>
          </ac:spMkLst>
        </pc:spChg>
        <pc:spChg chg="del">
          <ac:chgData name="Teuku Raja Irfan Radarma" userId="cf428174-95ba-4576-8554-3a3b8ffa52b7" providerId="ADAL" clId="{A80269FD-1647-41EA-9465-E4829927D3E9}" dt="2025-12-06T15:11:28.156" v="15445" actId="478"/>
          <ac:spMkLst>
            <pc:docMk/>
            <pc:sldMk cId="3189816952" sldId="447"/>
            <ac:spMk id="3" creationId="{6A92DC51-0582-6D65-A2B0-CEA6327AB30E}"/>
          </ac:spMkLst>
        </pc:spChg>
        <pc:spChg chg="add del mod">
          <ac:chgData name="Teuku Raja Irfan Radarma" userId="cf428174-95ba-4576-8554-3a3b8ffa52b7" providerId="ADAL" clId="{A80269FD-1647-41EA-9465-E4829927D3E9}" dt="2025-12-06T15:11:31.570" v="15446" actId="478"/>
          <ac:spMkLst>
            <pc:docMk/>
            <pc:sldMk cId="3189816952" sldId="447"/>
            <ac:spMk id="6" creationId="{F283D176-1A0F-1E28-C7E2-D2166595141B}"/>
          </ac:spMkLst>
        </pc:spChg>
        <pc:graphicFrameChg chg="add mod modGraphic">
          <ac:chgData name="Teuku Raja Irfan Radarma" userId="cf428174-95ba-4576-8554-3a3b8ffa52b7" providerId="ADAL" clId="{A80269FD-1647-41EA-9465-E4829927D3E9}" dt="2025-12-06T15:11:47.892" v="15452" actId="12385"/>
          <ac:graphicFrameMkLst>
            <pc:docMk/>
            <pc:sldMk cId="3189816952" sldId="447"/>
            <ac:graphicFrameMk id="7" creationId="{8DD7F61C-ABF9-7552-4699-3A061C48EC8D}"/>
          </ac:graphicFrameMkLst>
        </pc:graphicFrameChg>
      </pc:sldChg>
      <pc:sldChg chg="addSp delSp modSp add mod">
        <pc:chgData name="Teuku Raja Irfan Radarma" userId="cf428174-95ba-4576-8554-3a3b8ffa52b7" providerId="ADAL" clId="{A80269FD-1647-41EA-9465-E4829927D3E9}" dt="2025-12-06T15:13:08.687" v="15494" actId="14100"/>
        <pc:sldMkLst>
          <pc:docMk/>
          <pc:sldMk cId="2326228366" sldId="448"/>
        </pc:sldMkLst>
        <pc:spChg chg="mod">
          <ac:chgData name="Teuku Raja Irfan Radarma" userId="cf428174-95ba-4576-8554-3a3b8ffa52b7" providerId="ADAL" clId="{A80269FD-1647-41EA-9465-E4829927D3E9}" dt="2025-12-06T15:13:08.687" v="15494" actId="14100"/>
          <ac:spMkLst>
            <pc:docMk/>
            <pc:sldMk cId="2326228366" sldId="448"/>
            <ac:spMk id="2" creationId="{B7BBA617-361C-077E-4B46-74B78835D560}"/>
          </ac:spMkLst>
        </pc:spChg>
        <pc:graphicFrameChg chg="add mod modGraphic">
          <ac:chgData name="Teuku Raja Irfan Radarma" userId="cf428174-95ba-4576-8554-3a3b8ffa52b7" providerId="ADAL" clId="{A80269FD-1647-41EA-9465-E4829927D3E9}" dt="2025-12-06T15:13:06.805" v="15493" actId="1076"/>
          <ac:graphicFrameMkLst>
            <pc:docMk/>
            <pc:sldMk cId="2326228366" sldId="448"/>
            <ac:graphicFrameMk id="3" creationId="{26034CC6-CA21-E1BC-CCE6-74B6D0F0B84D}"/>
          </ac:graphicFrameMkLst>
        </pc:graphicFrameChg>
        <pc:graphicFrameChg chg="del">
          <ac:chgData name="Teuku Raja Irfan Radarma" userId="cf428174-95ba-4576-8554-3a3b8ffa52b7" providerId="ADAL" clId="{A80269FD-1647-41EA-9465-E4829927D3E9}" dt="2025-12-06T15:12:05.237" v="15479" actId="478"/>
          <ac:graphicFrameMkLst>
            <pc:docMk/>
            <pc:sldMk cId="2326228366" sldId="448"/>
            <ac:graphicFrameMk id="7" creationId="{1B3B60EA-3332-1F2C-30B8-C07AA549A9FA}"/>
          </ac:graphicFrameMkLst>
        </pc:graphicFrameChg>
      </pc:sldChg>
      <pc:sldChg chg="addSp delSp modSp add mod">
        <pc:chgData name="Teuku Raja Irfan Radarma" userId="cf428174-95ba-4576-8554-3a3b8ffa52b7" providerId="ADAL" clId="{A80269FD-1647-41EA-9465-E4829927D3E9}" dt="2025-12-06T15:14:19.458" v="15529" actId="1076"/>
        <pc:sldMkLst>
          <pc:docMk/>
          <pc:sldMk cId="3070700227" sldId="449"/>
        </pc:sldMkLst>
        <pc:spChg chg="mod">
          <ac:chgData name="Teuku Raja Irfan Radarma" userId="cf428174-95ba-4576-8554-3a3b8ffa52b7" providerId="ADAL" clId="{A80269FD-1647-41EA-9465-E4829927D3E9}" dt="2025-12-06T15:13:20.386" v="15510" actId="20577"/>
          <ac:spMkLst>
            <pc:docMk/>
            <pc:sldMk cId="3070700227" sldId="449"/>
            <ac:spMk id="2" creationId="{5DEA83A5-2E77-B65F-9B68-4959AB39494E}"/>
          </ac:spMkLst>
        </pc:spChg>
        <pc:graphicFrameChg chg="del">
          <ac:chgData name="Teuku Raja Irfan Radarma" userId="cf428174-95ba-4576-8554-3a3b8ffa52b7" providerId="ADAL" clId="{A80269FD-1647-41EA-9465-E4829927D3E9}" dt="2025-12-06T15:13:22.303" v="15511" actId="478"/>
          <ac:graphicFrameMkLst>
            <pc:docMk/>
            <pc:sldMk cId="3070700227" sldId="449"/>
            <ac:graphicFrameMk id="3" creationId="{48339B4C-41FF-4C5B-C619-6DB0F048B917}"/>
          </ac:graphicFrameMkLst>
        </pc:graphicFrameChg>
        <pc:graphicFrameChg chg="add mod modGraphic">
          <ac:chgData name="Teuku Raja Irfan Radarma" userId="cf428174-95ba-4576-8554-3a3b8ffa52b7" providerId="ADAL" clId="{A80269FD-1647-41EA-9465-E4829927D3E9}" dt="2025-12-06T15:14:19.458" v="15529" actId="1076"/>
          <ac:graphicFrameMkLst>
            <pc:docMk/>
            <pc:sldMk cId="3070700227" sldId="449"/>
            <ac:graphicFrameMk id="5" creationId="{7B0B3945-B82E-B1AB-3FA1-53662FA69CC7}"/>
          </ac:graphicFrameMkLst>
        </pc:graphicFrameChg>
      </pc:sldChg>
      <pc:sldChg chg="add del">
        <pc:chgData name="Teuku Raja Irfan Radarma" userId="cf428174-95ba-4576-8554-3a3b8ffa52b7" providerId="ADAL" clId="{A80269FD-1647-41EA-9465-E4829927D3E9}" dt="2025-12-07T00:20:44.496" v="17093" actId="47"/>
        <pc:sldMkLst>
          <pc:docMk/>
          <pc:sldMk cId="769292671" sldId="450"/>
        </pc:sldMkLst>
      </pc:sldChg>
      <pc:sldChg chg="modSp add del mod">
        <pc:chgData name="Teuku Raja Irfan Radarma" userId="cf428174-95ba-4576-8554-3a3b8ffa52b7" providerId="ADAL" clId="{A80269FD-1647-41EA-9465-E4829927D3E9}" dt="2025-12-06T15:35:28.798" v="15727" actId="2696"/>
        <pc:sldMkLst>
          <pc:docMk/>
          <pc:sldMk cId="1132546141" sldId="450"/>
        </pc:sldMkLst>
        <pc:spChg chg="mod">
          <ac:chgData name="Teuku Raja Irfan Radarma" userId="cf428174-95ba-4576-8554-3a3b8ffa52b7" providerId="ADAL" clId="{A80269FD-1647-41EA-9465-E4829927D3E9}" dt="2025-12-06T15:18:52.151" v="15555" actId="403"/>
          <ac:spMkLst>
            <pc:docMk/>
            <pc:sldMk cId="1132546141" sldId="450"/>
            <ac:spMk id="2" creationId="{1EEBFE7F-CB7E-E75E-3427-24B4D0554D4A}"/>
          </ac:spMkLst>
        </pc:spChg>
        <pc:spChg chg="mod">
          <ac:chgData name="Teuku Raja Irfan Radarma" userId="cf428174-95ba-4576-8554-3a3b8ffa52b7" providerId="ADAL" clId="{A80269FD-1647-41EA-9465-E4829927D3E9}" dt="2025-12-06T15:18:57.207" v="15556" actId="14100"/>
          <ac:spMkLst>
            <pc:docMk/>
            <pc:sldMk cId="1132546141" sldId="450"/>
            <ac:spMk id="4" creationId="{7C91904E-936F-D557-90CE-100870315FDC}"/>
          </ac:spMkLst>
        </pc:spChg>
      </pc:sldChg>
      <pc:sldChg chg="addSp delSp modSp add mod">
        <pc:chgData name="Teuku Raja Irfan Radarma" userId="cf428174-95ba-4576-8554-3a3b8ffa52b7" providerId="ADAL" clId="{A80269FD-1647-41EA-9465-E4829927D3E9}" dt="2025-12-06T15:23:03.963" v="15580" actId="1076"/>
        <pc:sldMkLst>
          <pc:docMk/>
          <pc:sldMk cId="1434165728" sldId="451"/>
        </pc:sldMkLst>
        <pc:spChg chg="del">
          <ac:chgData name="Teuku Raja Irfan Radarma" userId="cf428174-95ba-4576-8554-3a3b8ffa52b7" providerId="ADAL" clId="{A80269FD-1647-41EA-9465-E4829927D3E9}" dt="2025-12-06T15:22:02.297" v="15561" actId="478"/>
          <ac:spMkLst>
            <pc:docMk/>
            <pc:sldMk cId="1434165728" sldId="451"/>
            <ac:spMk id="2" creationId="{9ED9CE65-10CE-7B38-9672-04020E13E6FD}"/>
          </ac:spMkLst>
        </pc:spChg>
        <pc:spChg chg="add del mod">
          <ac:chgData name="Teuku Raja Irfan Radarma" userId="cf428174-95ba-4576-8554-3a3b8ffa52b7" providerId="ADAL" clId="{A80269FD-1647-41EA-9465-E4829927D3E9}" dt="2025-12-06T15:22:26.276" v="15562" actId="478"/>
          <ac:spMkLst>
            <pc:docMk/>
            <pc:sldMk cId="1434165728" sldId="451"/>
            <ac:spMk id="5" creationId="{11F34404-BE1A-F327-272D-FBBDA7005396}"/>
          </ac:spMkLst>
        </pc:spChg>
        <pc:spChg chg="add mod">
          <ac:chgData name="Teuku Raja Irfan Radarma" userId="cf428174-95ba-4576-8554-3a3b8ffa52b7" providerId="ADAL" clId="{A80269FD-1647-41EA-9465-E4829927D3E9}" dt="2025-12-06T15:23:03.963" v="15580" actId="1076"/>
          <ac:spMkLst>
            <pc:docMk/>
            <pc:sldMk cId="1434165728" sldId="451"/>
            <ac:spMk id="8" creationId="{8AC6473C-85C9-04D8-9CC4-38537C9CB130}"/>
          </ac:spMkLst>
        </pc:spChg>
        <pc:graphicFrameChg chg="del">
          <ac:chgData name="Teuku Raja Irfan Radarma" userId="cf428174-95ba-4576-8554-3a3b8ffa52b7" providerId="ADAL" clId="{A80269FD-1647-41EA-9465-E4829927D3E9}" dt="2025-12-06T15:21:56.208" v="15558" actId="478"/>
          <ac:graphicFrameMkLst>
            <pc:docMk/>
            <pc:sldMk cId="1434165728" sldId="451"/>
            <ac:graphicFrameMk id="7" creationId="{949997FA-AC3D-116A-2E66-8F1E1A7ACF67}"/>
          </ac:graphicFrameMkLst>
        </pc:graphicFrameChg>
        <pc:picChg chg="add mod">
          <ac:chgData name="Teuku Raja Irfan Radarma" userId="cf428174-95ba-4576-8554-3a3b8ffa52b7" providerId="ADAL" clId="{A80269FD-1647-41EA-9465-E4829927D3E9}" dt="2025-12-06T15:23:02.436" v="15579" actId="1076"/>
          <ac:picMkLst>
            <pc:docMk/>
            <pc:sldMk cId="1434165728" sldId="451"/>
            <ac:picMk id="7170" creationId="{92B54721-8F66-BE9B-889A-7D0F2C3B6898}"/>
          </ac:picMkLst>
        </pc:picChg>
      </pc:sldChg>
      <pc:sldChg chg="add del">
        <pc:chgData name="Teuku Raja Irfan Radarma" userId="cf428174-95ba-4576-8554-3a3b8ffa52b7" providerId="ADAL" clId="{A80269FD-1647-41EA-9465-E4829927D3E9}" dt="2025-12-06T15:25:11.238" v="15584" actId="47"/>
        <pc:sldMkLst>
          <pc:docMk/>
          <pc:sldMk cId="3766703879" sldId="452"/>
        </pc:sldMkLst>
      </pc:sldChg>
      <pc:sldChg chg="addSp delSp modSp add mod">
        <pc:chgData name="Teuku Raja Irfan Radarma" userId="cf428174-95ba-4576-8554-3a3b8ffa52b7" providerId="ADAL" clId="{A80269FD-1647-41EA-9465-E4829927D3E9}" dt="2025-12-06T15:25:41.678" v="15603" actId="1076"/>
        <pc:sldMkLst>
          <pc:docMk/>
          <pc:sldMk cId="4250959893" sldId="453"/>
        </pc:sldMkLst>
        <pc:spChg chg="add del">
          <ac:chgData name="Teuku Raja Irfan Radarma" userId="cf428174-95ba-4576-8554-3a3b8ffa52b7" providerId="ADAL" clId="{A80269FD-1647-41EA-9465-E4829927D3E9}" dt="2025-12-06T15:25:17.666" v="15586" actId="22"/>
          <ac:spMkLst>
            <pc:docMk/>
            <pc:sldMk cId="4250959893" sldId="453"/>
            <ac:spMk id="6" creationId="{B6678B3A-7E58-6CCE-453F-75D6EA1E2BAE}"/>
          </ac:spMkLst>
        </pc:spChg>
        <pc:spChg chg="add mod">
          <ac:chgData name="Teuku Raja Irfan Radarma" userId="cf428174-95ba-4576-8554-3a3b8ffa52b7" providerId="ADAL" clId="{A80269FD-1647-41EA-9465-E4829927D3E9}" dt="2025-12-06T15:25:41.678" v="15603" actId="1076"/>
          <ac:spMkLst>
            <pc:docMk/>
            <pc:sldMk cId="4250959893" sldId="453"/>
            <ac:spMk id="8" creationId="{18CD5D9F-DCAA-B9F7-A9A4-F136A7A025F1}"/>
          </ac:spMkLst>
        </pc:spChg>
        <pc:graphicFrameChg chg="del">
          <ac:chgData name="Teuku Raja Irfan Radarma" userId="cf428174-95ba-4576-8554-3a3b8ffa52b7" providerId="ADAL" clId="{A80269FD-1647-41EA-9465-E4829927D3E9}" dt="2025-12-06T15:25:08.784" v="15583" actId="478"/>
          <ac:graphicFrameMkLst>
            <pc:docMk/>
            <pc:sldMk cId="4250959893" sldId="453"/>
            <ac:graphicFrameMk id="3" creationId="{9040CDB3-40E2-E25E-9BCB-138730CC442F}"/>
          </ac:graphicFrameMkLst>
        </pc:graphicFrameChg>
        <pc:picChg chg="add mod">
          <ac:chgData name="Teuku Raja Irfan Radarma" userId="cf428174-95ba-4576-8554-3a3b8ffa52b7" providerId="ADAL" clId="{A80269FD-1647-41EA-9465-E4829927D3E9}" dt="2025-12-06T15:25:29.170" v="15590" actId="1076"/>
          <ac:picMkLst>
            <pc:docMk/>
            <pc:sldMk cId="4250959893" sldId="453"/>
            <ac:picMk id="8194" creationId="{5EB1834C-9D9D-AA97-AF93-7BA12B17E9B2}"/>
          </ac:picMkLst>
        </pc:picChg>
      </pc:sldChg>
      <pc:sldChg chg="add del ord">
        <pc:chgData name="Teuku Raja Irfan Radarma" userId="cf428174-95ba-4576-8554-3a3b8ffa52b7" providerId="ADAL" clId="{A80269FD-1647-41EA-9465-E4829927D3E9}" dt="2025-12-07T00:20:44.496" v="17093" actId="47"/>
        <pc:sldMkLst>
          <pc:docMk/>
          <pc:sldMk cId="1265089364" sldId="454"/>
        </pc:sldMkLst>
      </pc:sldChg>
      <pc:sldChg chg="modSp add del mod">
        <pc:chgData name="Teuku Raja Irfan Radarma" userId="cf428174-95ba-4576-8554-3a3b8ffa52b7" providerId="ADAL" clId="{A80269FD-1647-41EA-9465-E4829927D3E9}" dt="2025-12-06T15:37:23.528" v="15735" actId="2696"/>
        <pc:sldMkLst>
          <pc:docMk/>
          <pc:sldMk cId="2956204418" sldId="454"/>
        </pc:sldMkLst>
        <pc:spChg chg="mod">
          <ac:chgData name="Teuku Raja Irfan Radarma" userId="cf428174-95ba-4576-8554-3a3b8ffa52b7" providerId="ADAL" clId="{A80269FD-1647-41EA-9465-E4829927D3E9}" dt="2025-12-06T15:26:39.946" v="15605"/>
          <ac:spMkLst>
            <pc:docMk/>
            <pc:sldMk cId="2956204418" sldId="454"/>
            <ac:spMk id="2" creationId="{8975C8D1-F4EB-078A-4C92-F4190B539A0D}"/>
          </ac:spMkLst>
        </pc:spChg>
        <pc:spChg chg="mod">
          <ac:chgData name="Teuku Raja Irfan Radarma" userId="cf428174-95ba-4576-8554-3a3b8ffa52b7" providerId="ADAL" clId="{A80269FD-1647-41EA-9465-E4829927D3E9}" dt="2025-12-06T15:26:53.141" v="15624" actId="20577"/>
          <ac:spMkLst>
            <pc:docMk/>
            <pc:sldMk cId="2956204418" sldId="454"/>
            <ac:spMk id="4" creationId="{B9702C91-08E3-6048-69B6-CD97196F25E2}"/>
          </ac:spMkLst>
        </pc:spChg>
      </pc:sldChg>
      <pc:sldChg chg="add del">
        <pc:chgData name="Teuku Raja Irfan Radarma" userId="cf428174-95ba-4576-8554-3a3b8ffa52b7" providerId="ADAL" clId="{A80269FD-1647-41EA-9465-E4829927D3E9}" dt="2025-12-07T00:20:44.496" v="17093" actId="47"/>
        <pc:sldMkLst>
          <pc:docMk/>
          <pc:sldMk cId="725973903" sldId="455"/>
        </pc:sldMkLst>
      </pc:sldChg>
      <pc:sldChg chg="modSp add del mod">
        <pc:chgData name="Teuku Raja Irfan Radarma" userId="cf428174-95ba-4576-8554-3a3b8ffa52b7" providerId="ADAL" clId="{A80269FD-1647-41EA-9465-E4829927D3E9}" dt="2025-12-06T15:36:59.774" v="15733" actId="2696"/>
        <pc:sldMkLst>
          <pc:docMk/>
          <pc:sldMk cId="3062226813" sldId="455"/>
        </pc:sldMkLst>
        <pc:spChg chg="mod">
          <ac:chgData name="Teuku Raja Irfan Radarma" userId="cf428174-95ba-4576-8554-3a3b8ffa52b7" providerId="ADAL" clId="{A80269FD-1647-41EA-9465-E4829927D3E9}" dt="2025-12-06T15:27:45.323" v="15626"/>
          <ac:spMkLst>
            <pc:docMk/>
            <pc:sldMk cId="3062226813" sldId="455"/>
            <ac:spMk id="2" creationId="{1CA12EE3-A938-1DA8-4CBA-BFAA57BF29DE}"/>
          </ac:spMkLst>
        </pc:spChg>
        <pc:spChg chg="mod">
          <ac:chgData name="Teuku Raja Irfan Radarma" userId="cf428174-95ba-4576-8554-3a3b8ffa52b7" providerId="ADAL" clId="{A80269FD-1647-41EA-9465-E4829927D3E9}" dt="2025-12-06T15:27:56.791" v="15645" actId="20577"/>
          <ac:spMkLst>
            <pc:docMk/>
            <pc:sldMk cId="3062226813" sldId="455"/>
            <ac:spMk id="4" creationId="{1B55092E-DE3F-04B9-5260-70BA75EAEF88}"/>
          </ac:spMkLst>
        </pc:spChg>
      </pc:sldChg>
      <pc:sldChg chg="add del ord">
        <pc:chgData name="Teuku Raja Irfan Radarma" userId="cf428174-95ba-4576-8554-3a3b8ffa52b7" providerId="ADAL" clId="{A80269FD-1647-41EA-9465-E4829927D3E9}" dt="2025-12-07T00:20:44.496" v="17093" actId="47"/>
        <pc:sldMkLst>
          <pc:docMk/>
          <pc:sldMk cId="1945807554" sldId="456"/>
        </pc:sldMkLst>
      </pc:sldChg>
      <pc:sldChg chg="modSp add del mod">
        <pc:chgData name="Teuku Raja Irfan Radarma" userId="cf428174-95ba-4576-8554-3a3b8ffa52b7" providerId="ADAL" clId="{A80269FD-1647-41EA-9465-E4829927D3E9}" dt="2025-12-06T15:37:23.528" v="15735" actId="2696"/>
        <pc:sldMkLst>
          <pc:docMk/>
          <pc:sldMk cId="2579256130" sldId="456"/>
        </pc:sldMkLst>
        <pc:spChg chg="mod">
          <ac:chgData name="Teuku Raja Irfan Radarma" userId="cf428174-95ba-4576-8554-3a3b8ffa52b7" providerId="ADAL" clId="{A80269FD-1647-41EA-9465-E4829927D3E9}" dt="2025-12-06T15:30:34.081" v="15647"/>
          <ac:spMkLst>
            <pc:docMk/>
            <pc:sldMk cId="2579256130" sldId="456"/>
            <ac:spMk id="2" creationId="{2E79C757-EB66-864C-E082-668341077046}"/>
          </ac:spMkLst>
        </pc:spChg>
        <pc:spChg chg="mod">
          <ac:chgData name="Teuku Raja Irfan Radarma" userId="cf428174-95ba-4576-8554-3a3b8ffa52b7" providerId="ADAL" clId="{A80269FD-1647-41EA-9465-E4829927D3E9}" dt="2025-12-06T15:30:46.829" v="15666" actId="20577"/>
          <ac:spMkLst>
            <pc:docMk/>
            <pc:sldMk cId="2579256130" sldId="456"/>
            <ac:spMk id="4" creationId="{0AE2388E-693D-BBE0-E99E-AAC82F088C78}"/>
          </ac:spMkLst>
        </pc:spChg>
      </pc:sldChg>
      <pc:sldChg chg="modSp add del mod">
        <pc:chgData name="Teuku Raja Irfan Radarma" userId="cf428174-95ba-4576-8554-3a3b8ffa52b7" providerId="ADAL" clId="{A80269FD-1647-41EA-9465-E4829927D3E9}" dt="2025-12-06T15:35:44.815" v="15729" actId="2696"/>
        <pc:sldMkLst>
          <pc:docMk/>
          <pc:sldMk cId="1788537348" sldId="457"/>
        </pc:sldMkLst>
        <pc:spChg chg="mod">
          <ac:chgData name="Teuku Raja Irfan Radarma" userId="cf428174-95ba-4576-8554-3a3b8ffa52b7" providerId="ADAL" clId="{A80269FD-1647-41EA-9465-E4829927D3E9}" dt="2025-12-06T15:31:08.442" v="15668"/>
          <ac:spMkLst>
            <pc:docMk/>
            <pc:sldMk cId="1788537348" sldId="457"/>
            <ac:spMk id="2" creationId="{0D8A25F2-22EA-CC61-A205-F8C4B7193634}"/>
          </ac:spMkLst>
        </pc:spChg>
        <pc:spChg chg="mod">
          <ac:chgData name="Teuku Raja Irfan Radarma" userId="cf428174-95ba-4576-8554-3a3b8ffa52b7" providerId="ADAL" clId="{A80269FD-1647-41EA-9465-E4829927D3E9}" dt="2025-12-06T15:31:29.274" v="15687" actId="20577"/>
          <ac:spMkLst>
            <pc:docMk/>
            <pc:sldMk cId="1788537348" sldId="457"/>
            <ac:spMk id="4" creationId="{F76847CC-B3AA-34C8-0354-D43575C67614}"/>
          </ac:spMkLst>
        </pc:spChg>
      </pc:sldChg>
      <pc:sldChg chg="add del ord">
        <pc:chgData name="Teuku Raja Irfan Radarma" userId="cf428174-95ba-4576-8554-3a3b8ffa52b7" providerId="ADAL" clId="{A80269FD-1647-41EA-9465-E4829927D3E9}" dt="2025-12-07T00:20:44.496" v="17093" actId="47"/>
        <pc:sldMkLst>
          <pc:docMk/>
          <pc:sldMk cId="3455575000" sldId="457"/>
        </pc:sldMkLst>
      </pc:sldChg>
      <pc:sldChg chg="modSp add del mod ord">
        <pc:chgData name="Teuku Raja Irfan Radarma" userId="cf428174-95ba-4576-8554-3a3b8ffa52b7" providerId="ADAL" clId="{A80269FD-1647-41EA-9465-E4829927D3E9}" dt="2025-12-07T00:20:44.496" v="17093" actId="47"/>
        <pc:sldMkLst>
          <pc:docMk/>
          <pc:sldMk cId="2164503509" sldId="458"/>
        </pc:sldMkLst>
        <pc:spChg chg="mod">
          <ac:chgData name="Teuku Raja Irfan Radarma" userId="cf428174-95ba-4576-8554-3a3b8ffa52b7" providerId="ADAL" clId="{A80269FD-1647-41EA-9465-E4829927D3E9}" dt="2025-12-06T15:34:00.389" v="15695"/>
          <ac:spMkLst>
            <pc:docMk/>
            <pc:sldMk cId="2164503509" sldId="458"/>
            <ac:spMk id="2" creationId="{D8DD05B5-CDB9-4FA1-CA9E-9E0B40686584}"/>
          </ac:spMkLst>
        </pc:spChg>
        <pc:spChg chg="mod">
          <ac:chgData name="Teuku Raja Irfan Radarma" userId="cf428174-95ba-4576-8554-3a3b8ffa52b7" providerId="ADAL" clId="{A80269FD-1647-41EA-9465-E4829927D3E9}" dt="2025-12-06T16:10:19.475" v="15768"/>
          <ac:spMkLst>
            <pc:docMk/>
            <pc:sldMk cId="2164503509" sldId="458"/>
            <ac:spMk id="4" creationId="{5DD5E9D3-41D1-6B97-FC6D-42D0F43FE5F0}"/>
          </ac:spMkLst>
        </pc:spChg>
      </pc:sldChg>
      <pc:sldChg chg="addSp modSp add mod ord">
        <pc:chgData name="Teuku Raja Irfan Radarma" userId="cf428174-95ba-4576-8554-3a3b8ffa52b7" providerId="ADAL" clId="{A80269FD-1647-41EA-9465-E4829927D3E9}" dt="2025-12-07T00:14:50.572" v="17069" actId="33524"/>
        <pc:sldMkLst>
          <pc:docMk/>
          <pc:sldMk cId="922588264" sldId="459"/>
        </pc:sldMkLst>
        <pc:spChg chg="mod">
          <ac:chgData name="Teuku Raja Irfan Radarma" userId="cf428174-95ba-4576-8554-3a3b8ffa52b7" providerId="ADAL" clId="{A80269FD-1647-41EA-9465-E4829927D3E9}" dt="2025-12-06T16:27:09.250" v="16532" actId="1076"/>
          <ac:spMkLst>
            <pc:docMk/>
            <pc:sldMk cId="922588264" sldId="459"/>
            <ac:spMk id="2" creationId="{3B900D52-5DBE-D06D-4464-EF338D01B2B9}"/>
          </ac:spMkLst>
        </pc:spChg>
        <pc:spChg chg="mod">
          <ac:chgData name="Teuku Raja Irfan Radarma" userId="cf428174-95ba-4576-8554-3a3b8ffa52b7" providerId="ADAL" clId="{A80269FD-1647-41EA-9465-E4829927D3E9}" dt="2025-12-06T16:27:25.793" v="16552" actId="14100"/>
          <ac:spMkLst>
            <pc:docMk/>
            <pc:sldMk cId="922588264" sldId="459"/>
            <ac:spMk id="4" creationId="{F7FA086B-17AF-A43E-D991-13DE676C1191}"/>
          </ac:spMkLst>
        </pc:spChg>
        <pc:spChg chg="add mod">
          <ac:chgData name="Teuku Raja Irfan Radarma" userId="cf428174-95ba-4576-8554-3a3b8ffa52b7" providerId="ADAL" clId="{A80269FD-1647-41EA-9465-E4829927D3E9}" dt="2025-12-06T16:27:20.664" v="16551" actId="14100"/>
          <ac:spMkLst>
            <pc:docMk/>
            <pc:sldMk cId="922588264" sldId="459"/>
            <ac:spMk id="5" creationId="{BA218A0D-4BDF-87B7-0107-2250550E2914}"/>
          </ac:spMkLst>
        </pc:spChg>
        <pc:spChg chg="add mod">
          <ac:chgData name="Teuku Raja Irfan Radarma" userId="cf428174-95ba-4576-8554-3a3b8ffa52b7" providerId="ADAL" clId="{A80269FD-1647-41EA-9465-E4829927D3E9}" dt="2025-12-07T00:14:50.572" v="17069" actId="33524"/>
          <ac:spMkLst>
            <pc:docMk/>
            <pc:sldMk cId="922588264" sldId="459"/>
            <ac:spMk id="6" creationId="{DF8439C3-2DE4-BD5A-73BE-FEC69A0D81CB}"/>
          </ac:spMkLst>
        </pc:spChg>
      </pc:sldChg>
      <pc:sldChg chg="modSp new del mod ord">
        <pc:chgData name="Teuku Raja Irfan Radarma" userId="cf428174-95ba-4576-8554-3a3b8ffa52b7" providerId="ADAL" clId="{A80269FD-1647-41EA-9465-E4829927D3E9}" dt="2025-12-06T16:26:56.690" v="16529" actId="47"/>
        <pc:sldMkLst>
          <pc:docMk/>
          <pc:sldMk cId="1491167924" sldId="460"/>
        </pc:sldMkLst>
        <pc:spChg chg="mod">
          <ac:chgData name="Teuku Raja Irfan Radarma" userId="cf428174-95ba-4576-8554-3a3b8ffa52b7" providerId="ADAL" clId="{A80269FD-1647-41EA-9465-E4829927D3E9}" dt="2025-12-06T16:18:31.901" v="15931" actId="20577"/>
          <ac:spMkLst>
            <pc:docMk/>
            <pc:sldMk cId="1491167924" sldId="460"/>
            <ac:spMk id="2" creationId="{E9369D00-BE97-A4A6-CDB6-A9FC4E756BC5}"/>
          </ac:spMkLst>
        </pc:spChg>
        <pc:spChg chg="mod">
          <ac:chgData name="Teuku Raja Irfan Radarma" userId="cf428174-95ba-4576-8554-3a3b8ffa52b7" providerId="ADAL" clId="{A80269FD-1647-41EA-9465-E4829927D3E9}" dt="2025-12-06T16:25:05.121" v="16503" actId="20578"/>
          <ac:spMkLst>
            <pc:docMk/>
            <pc:sldMk cId="1491167924" sldId="460"/>
            <ac:spMk id="4" creationId="{E9209A54-29AB-DD15-7884-3A4B6828AB37}"/>
          </ac:spMkLst>
        </pc:spChg>
      </pc:sldChg>
      <pc:sldChg chg="addSp modSp add mod">
        <pc:chgData name="Teuku Raja Irfan Radarma" userId="cf428174-95ba-4576-8554-3a3b8ffa52b7" providerId="ADAL" clId="{A80269FD-1647-41EA-9465-E4829927D3E9}" dt="2025-12-06T16:26:08.475" v="16528" actId="113"/>
        <pc:sldMkLst>
          <pc:docMk/>
          <pc:sldMk cId="2132516327" sldId="461"/>
        </pc:sldMkLst>
        <pc:spChg chg="mod">
          <ac:chgData name="Teuku Raja Irfan Radarma" userId="cf428174-95ba-4576-8554-3a3b8ffa52b7" providerId="ADAL" clId="{A80269FD-1647-41EA-9465-E4829927D3E9}" dt="2025-12-06T16:25:49.748" v="16520" actId="14100"/>
          <ac:spMkLst>
            <pc:docMk/>
            <pc:sldMk cId="2132516327" sldId="461"/>
            <ac:spMk id="2" creationId="{1176D067-0DEF-89F5-6E46-BE6B22269172}"/>
          </ac:spMkLst>
        </pc:spChg>
        <pc:spChg chg="mod">
          <ac:chgData name="Teuku Raja Irfan Radarma" userId="cf428174-95ba-4576-8554-3a3b8ffa52b7" providerId="ADAL" clId="{A80269FD-1647-41EA-9465-E4829927D3E9}" dt="2025-12-06T16:25:55.671" v="16522" actId="1076"/>
          <ac:spMkLst>
            <pc:docMk/>
            <pc:sldMk cId="2132516327" sldId="461"/>
            <ac:spMk id="4" creationId="{A129DE3E-496B-9922-A3F0-81A8F47CC53A}"/>
          </ac:spMkLst>
        </pc:spChg>
        <pc:graphicFrameChg chg="add mod modGraphic">
          <ac:chgData name="Teuku Raja Irfan Radarma" userId="cf428174-95ba-4576-8554-3a3b8ffa52b7" providerId="ADAL" clId="{A80269FD-1647-41EA-9465-E4829927D3E9}" dt="2025-12-06T16:26:08.475" v="16528" actId="113"/>
          <ac:graphicFrameMkLst>
            <pc:docMk/>
            <pc:sldMk cId="2132516327" sldId="461"/>
            <ac:graphicFrameMk id="5" creationId="{B5A1CD0B-CE5B-C5EF-DAC0-82BC9CB95A5A}"/>
          </ac:graphicFrameMkLst>
        </pc:graphicFrameChg>
      </pc:sldChg>
      <pc:sldChg chg="delSp modSp add mod">
        <pc:chgData name="Teuku Raja Irfan Radarma" userId="cf428174-95ba-4576-8554-3a3b8ffa52b7" providerId="ADAL" clId="{A80269FD-1647-41EA-9465-E4829927D3E9}" dt="2025-12-06T16:30:30.517" v="16990" actId="20577"/>
        <pc:sldMkLst>
          <pc:docMk/>
          <pc:sldMk cId="2095266917" sldId="462"/>
        </pc:sldMkLst>
        <pc:spChg chg="mod">
          <ac:chgData name="Teuku Raja Irfan Radarma" userId="cf428174-95ba-4576-8554-3a3b8ffa52b7" providerId="ADAL" clId="{A80269FD-1647-41EA-9465-E4829927D3E9}" dt="2025-12-06T16:28:08.384" v="16652" actId="20577"/>
          <ac:spMkLst>
            <pc:docMk/>
            <pc:sldMk cId="2095266917" sldId="462"/>
            <ac:spMk id="2" creationId="{340A9029-72F1-B231-A6B0-88EE51340934}"/>
          </ac:spMkLst>
        </pc:spChg>
        <pc:spChg chg="mod">
          <ac:chgData name="Teuku Raja Irfan Radarma" userId="cf428174-95ba-4576-8554-3a3b8ffa52b7" providerId="ADAL" clId="{A80269FD-1647-41EA-9465-E4829927D3E9}" dt="2025-12-06T16:30:30.517" v="16990" actId="20577"/>
          <ac:spMkLst>
            <pc:docMk/>
            <pc:sldMk cId="2095266917" sldId="462"/>
            <ac:spMk id="4" creationId="{4BA2D968-234E-ABE1-0163-FEB535626841}"/>
          </ac:spMkLst>
        </pc:spChg>
        <pc:graphicFrameChg chg="del">
          <ac:chgData name="Teuku Raja Irfan Radarma" userId="cf428174-95ba-4576-8554-3a3b8ffa52b7" providerId="ADAL" clId="{A80269FD-1647-41EA-9465-E4829927D3E9}" dt="2025-12-06T16:28:12.430" v="16653" actId="478"/>
          <ac:graphicFrameMkLst>
            <pc:docMk/>
            <pc:sldMk cId="2095266917" sldId="462"/>
            <ac:graphicFrameMk id="5" creationId="{5210AC1A-7A32-75E6-BD10-E19D0586F06A}"/>
          </ac:graphicFrameMkLst>
        </pc:graphicFrameChg>
      </pc:sldChg>
      <pc:sldMasterChg chg="modSldLayout">
        <pc:chgData name="Teuku Raja Irfan Radarma" userId="cf428174-95ba-4576-8554-3a3b8ffa52b7" providerId="ADAL" clId="{A80269FD-1647-41EA-9465-E4829927D3E9}" dt="2025-11-09T10:40:41.058" v="1846" actId="20577"/>
        <pc:sldMasterMkLst>
          <pc:docMk/>
          <pc:sldMasterMk cId="856379123" sldId="2147483648"/>
        </pc:sldMasterMkLst>
        <pc:sldLayoutChg chg="modSp mod">
          <pc:chgData name="Teuku Raja Irfan Radarma" userId="cf428174-95ba-4576-8554-3a3b8ffa52b7" providerId="ADAL" clId="{A80269FD-1647-41EA-9465-E4829927D3E9}" dt="2025-11-09T10:40:41.058" v="1846" actId="20577"/>
          <pc:sldLayoutMkLst>
            <pc:docMk/>
            <pc:sldMasterMk cId="856379123" sldId="2147483648"/>
            <pc:sldLayoutMk cId="4051033477" sldId="2147483650"/>
          </pc:sldLayoutMkLst>
          <pc:spChg chg="mod">
            <ac:chgData name="Teuku Raja Irfan Radarma" userId="cf428174-95ba-4576-8554-3a3b8ffa52b7" providerId="ADAL" clId="{A80269FD-1647-41EA-9465-E4829927D3E9}" dt="2025-11-09T10:40:41.058" v="1846" actId="20577"/>
            <ac:spMkLst>
              <pc:docMk/>
              <pc:sldMasterMk cId="856379123" sldId="2147483648"/>
              <pc:sldLayoutMk cId="4051033477" sldId="2147483650"/>
              <ac:spMk id="9" creationId="{15F53667-E945-14D4-A90C-05D1E426649F}"/>
            </ac:spMkLst>
          </pc:spChg>
        </pc:sldLayoutChg>
        <pc:sldLayoutChg chg="delSp modSp mod">
          <pc:chgData name="Teuku Raja Irfan Radarma" userId="cf428174-95ba-4576-8554-3a3b8ffa52b7" providerId="ADAL" clId="{A80269FD-1647-41EA-9465-E4829927D3E9}" dt="2025-11-09T09:13:34.720" v="486" actId="20577"/>
          <pc:sldLayoutMkLst>
            <pc:docMk/>
            <pc:sldMasterMk cId="856379123" sldId="2147483648"/>
            <pc:sldLayoutMk cId="2508048250" sldId="2147483662"/>
          </pc:sldLayoutMkLst>
          <pc:spChg chg="mod">
            <ac:chgData name="Teuku Raja Irfan Radarma" userId="cf428174-95ba-4576-8554-3a3b8ffa52b7" providerId="ADAL" clId="{A80269FD-1647-41EA-9465-E4829927D3E9}" dt="2025-11-09T09:13:34.720" v="486" actId="20577"/>
            <ac:spMkLst>
              <pc:docMk/>
              <pc:sldMasterMk cId="856379123" sldId="2147483648"/>
              <pc:sldLayoutMk cId="2508048250" sldId="2147483662"/>
              <ac:spMk id="2" creationId="{34BC7E75-7FE4-6D39-F18B-B1386AA76CC2}"/>
            </ac:spMkLst>
          </pc:spChg>
          <pc:spChg chg="mod">
            <ac:chgData name="Teuku Raja Irfan Radarma" userId="cf428174-95ba-4576-8554-3a3b8ffa52b7" providerId="ADAL" clId="{A80269FD-1647-41EA-9465-E4829927D3E9}" dt="2025-11-09T09:13:20.292" v="472" actId="20577"/>
            <ac:spMkLst>
              <pc:docMk/>
              <pc:sldMasterMk cId="856379123" sldId="2147483648"/>
              <pc:sldLayoutMk cId="2508048250" sldId="2147483662"/>
              <ac:spMk id="3" creationId="{16CA9344-337A-6909-2D92-1C9349DCCECD}"/>
            </ac:spMkLst>
          </pc:spChg>
          <pc:picChg chg="mod">
            <ac:chgData name="Teuku Raja Irfan Radarma" userId="cf428174-95ba-4576-8554-3a3b8ffa52b7" providerId="ADAL" clId="{A80269FD-1647-41EA-9465-E4829927D3E9}" dt="2025-11-09T09:13:12.990" v="470" actId="1076"/>
            <ac:picMkLst>
              <pc:docMk/>
              <pc:sldMasterMk cId="856379123" sldId="2147483648"/>
              <pc:sldLayoutMk cId="2508048250" sldId="2147483662"/>
              <ac:picMk id="76" creationId="{7E189709-2B81-101F-AB9F-CDAD6BD8B7AA}"/>
            </ac:picMkLst>
          </pc:picChg>
        </pc:sldLayoutChg>
      </pc:sldMasterChg>
    </pc:docChg>
  </pc:docChgLst>
  <pc:docChgLst>
    <pc:chgData name="Teuku Raja Irfan Radarma" userId="cf428174-95ba-4576-8554-3a3b8ffa52b7" providerId="ADAL" clId="{950F4F52-19AE-4A44-B588-A69924587EA4}"/>
    <pc:docChg chg="custSel addSld delSld modSld">
      <pc:chgData name="Teuku Raja Irfan Radarma" userId="cf428174-95ba-4576-8554-3a3b8ffa52b7" providerId="ADAL" clId="{950F4F52-19AE-4A44-B588-A69924587EA4}" dt="2026-08-09T09:48:03.620" v="620" actId="20577"/>
      <pc:docMkLst>
        <pc:docMk/>
      </pc:docMkLst>
      <pc:sldChg chg="del">
        <pc:chgData name="Teuku Raja Irfan Radarma" userId="cf428174-95ba-4576-8554-3a3b8ffa52b7" providerId="ADAL" clId="{950F4F52-19AE-4A44-B588-A69924587EA4}" dt="2026-08-09T06:27:14.277" v="1" actId="47"/>
        <pc:sldMkLst>
          <pc:docMk/>
          <pc:sldMk cId="4030995347" sldId="257"/>
        </pc:sldMkLst>
      </pc:sldChg>
      <pc:sldChg chg="modSp mod">
        <pc:chgData name="Teuku Raja Irfan Radarma" userId="cf428174-95ba-4576-8554-3a3b8ffa52b7" providerId="ADAL" clId="{950F4F52-19AE-4A44-B588-A69924587EA4}" dt="2026-08-09T09:48:03.620" v="620" actId="20577"/>
        <pc:sldMkLst>
          <pc:docMk/>
          <pc:sldMk cId="911610319" sldId="262"/>
        </pc:sldMkLst>
        <pc:spChg chg="mod">
          <ac:chgData name="Teuku Raja Irfan Radarma" userId="cf428174-95ba-4576-8554-3a3b8ffa52b7" providerId="ADAL" clId="{950F4F52-19AE-4A44-B588-A69924587EA4}" dt="2026-08-09T09:48:03.620" v="620" actId="20577"/>
          <ac:spMkLst>
            <pc:docMk/>
            <pc:sldMk cId="911610319" sldId="262"/>
            <ac:spMk id="4" creationId="{FFCC89D4-8169-77D5-D53F-1E998B469C40}"/>
          </ac:spMkLst>
        </pc:spChg>
      </pc:sldChg>
      <pc:sldChg chg="modSp mod">
        <pc:chgData name="Teuku Raja Irfan Radarma" userId="cf428174-95ba-4576-8554-3a3b8ffa52b7" providerId="ADAL" clId="{950F4F52-19AE-4A44-B588-A69924587EA4}" dt="2026-08-09T06:36:42.710" v="613" actId="1076"/>
        <pc:sldMkLst>
          <pc:docMk/>
          <pc:sldMk cId="3835074240" sldId="263"/>
        </pc:sldMkLst>
        <pc:spChg chg="mod">
          <ac:chgData name="Teuku Raja Irfan Radarma" userId="cf428174-95ba-4576-8554-3a3b8ffa52b7" providerId="ADAL" clId="{950F4F52-19AE-4A44-B588-A69924587EA4}" dt="2026-08-09T06:36:42.710" v="613" actId="1076"/>
          <ac:spMkLst>
            <pc:docMk/>
            <pc:sldMk cId="3835074240" sldId="263"/>
            <ac:spMk id="2" creationId="{2079CBE2-7ADF-23F1-83BE-26DF183A5B12}"/>
          </ac:spMkLst>
        </pc:spChg>
      </pc:sldChg>
      <pc:sldChg chg="addSp delSp modSp mod">
        <pc:chgData name="Teuku Raja Irfan Radarma" userId="cf428174-95ba-4576-8554-3a3b8ffa52b7" providerId="ADAL" clId="{950F4F52-19AE-4A44-B588-A69924587EA4}" dt="2026-08-09T06:37:24.570" v="615" actId="478"/>
        <pc:sldMkLst>
          <pc:docMk/>
          <pc:sldMk cId="1457204914" sldId="264"/>
        </pc:sldMkLst>
        <pc:spChg chg="del">
          <ac:chgData name="Teuku Raja Irfan Radarma" userId="cf428174-95ba-4576-8554-3a3b8ffa52b7" providerId="ADAL" clId="{950F4F52-19AE-4A44-B588-A69924587EA4}" dt="2026-08-09T06:37:23.768" v="614" actId="478"/>
          <ac:spMkLst>
            <pc:docMk/>
            <pc:sldMk cId="1457204914" sldId="264"/>
            <ac:spMk id="3" creationId="{ED136815-6D1A-2136-FEB7-5B68FA9A3B40}"/>
          </ac:spMkLst>
        </pc:spChg>
        <pc:spChg chg="add del mod">
          <ac:chgData name="Teuku Raja Irfan Radarma" userId="cf428174-95ba-4576-8554-3a3b8ffa52b7" providerId="ADAL" clId="{950F4F52-19AE-4A44-B588-A69924587EA4}" dt="2026-08-09T06:37:24.570" v="615" actId="478"/>
          <ac:spMkLst>
            <pc:docMk/>
            <pc:sldMk cId="1457204914" sldId="264"/>
            <ac:spMk id="5" creationId="{1C1882E2-7DB9-4D80-A113-EB3DC799C1CF}"/>
          </ac:spMkLst>
        </pc:spChg>
      </pc:sldChg>
      <pc:sldChg chg="modSp mod">
        <pc:chgData name="Teuku Raja Irfan Radarma" userId="cf428174-95ba-4576-8554-3a3b8ffa52b7" providerId="ADAL" clId="{950F4F52-19AE-4A44-B588-A69924587EA4}" dt="2026-08-09T06:29:35.689" v="204" actId="1076"/>
        <pc:sldMkLst>
          <pc:docMk/>
          <pc:sldMk cId="2891726164" sldId="304"/>
        </pc:sldMkLst>
        <pc:spChg chg="mod">
          <ac:chgData name="Teuku Raja Irfan Radarma" userId="cf428174-95ba-4576-8554-3a3b8ffa52b7" providerId="ADAL" clId="{950F4F52-19AE-4A44-B588-A69924587EA4}" dt="2026-08-09T06:27:46.146" v="23" actId="20577"/>
          <ac:spMkLst>
            <pc:docMk/>
            <pc:sldMk cId="2891726164" sldId="304"/>
            <ac:spMk id="2" creationId="{FE2F06DC-C82D-49A7-49E8-24B02235CE1B}"/>
          </ac:spMkLst>
        </pc:spChg>
        <pc:spChg chg="mod">
          <ac:chgData name="Teuku Raja Irfan Radarma" userId="cf428174-95ba-4576-8554-3a3b8ffa52b7" providerId="ADAL" clId="{950F4F52-19AE-4A44-B588-A69924587EA4}" dt="2026-08-09T06:28:47.533" v="79" actId="403"/>
          <ac:spMkLst>
            <pc:docMk/>
            <pc:sldMk cId="2891726164" sldId="304"/>
            <ac:spMk id="3" creationId="{0EEF17E5-AD4D-CEBE-F9C3-691B024490D7}"/>
          </ac:spMkLst>
        </pc:spChg>
        <pc:spChg chg="mod">
          <ac:chgData name="Teuku Raja Irfan Radarma" userId="cf428174-95ba-4576-8554-3a3b8ffa52b7" providerId="ADAL" clId="{950F4F52-19AE-4A44-B588-A69924587EA4}" dt="2026-08-09T06:29:35.689" v="204" actId="1076"/>
          <ac:spMkLst>
            <pc:docMk/>
            <pc:sldMk cId="2891726164" sldId="304"/>
            <ac:spMk id="5" creationId="{7D1C4826-0D9F-82A9-71DC-D0E6749679B2}"/>
          </ac:spMkLst>
        </pc:spChg>
      </pc:sldChg>
      <pc:sldChg chg="addSp delSp modSp mod">
        <pc:chgData name="Teuku Raja Irfan Radarma" userId="cf428174-95ba-4576-8554-3a3b8ffa52b7" providerId="ADAL" clId="{950F4F52-19AE-4A44-B588-A69924587EA4}" dt="2026-08-09T06:33:55.925" v="223" actId="20577"/>
        <pc:sldMkLst>
          <pc:docMk/>
          <pc:sldMk cId="3404562138" sldId="305"/>
        </pc:sldMkLst>
        <pc:spChg chg="mod">
          <ac:chgData name="Teuku Raja Irfan Radarma" userId="cf428174-95ba-4576-8554-3a3b8ffa52b7" providerId="ADAL" clId="{950F4F52-19AE-4A44-B588-A69924587EA4}" dt="2026-08-09T06:33:53.657" v="218" actId="20577"/>
          <ac:spMkLst>
            <pc:docMk/>
            <pc:sldMk cId="3404562138" sldId="305"/>
            <ac:spMk id="2" creationId="{59E61678-8156-B5D7-6985-8F8C864E2A3D}"/>
          </ac:spMkLst>
        </pc:spChg>
        <pc:spChg chg="del">
          <ac:chgData name="Teuku Raja Irfan Radarma" userId="cf428174-95ba-4576-8554-3a3b8ffa52b7" providerId="ADAL" clId="{950F4F52-19AE-4A44-B588-A69924587EA4}" dt="2026-08-09T06:33:49.111" v="206" actId="478"/>
          <ac:spMkLst>
            <pc:docMk/>
            <pc:sldMk cId="3404562138" sldId="305"/>
            <ac:spMk id="3" creationId="{8BA43A71-550D-6448-8070-817ACA416DEE}"/>
          </ac:spMkLst>
        </pc:spChg>
        <pc:spChg chg="del">
          <ac:chgData name="Teuku Raja Irfan Radarma" userId="cf428174-95ba-4576-8554-3a3b8ffa52b7" providerId="ADAL" clId="{950F4F52-19AE-4A44-B588-A69924587EA4}" dt="2026-08-09T06:33:49.111" v="206" actId="478"/>
          <ac:spMkLst>
            <pc:docMk/>
            <pc:sldMk cId="3404562138" sldId="305"/>
            <ac:spMk id="5" creationId="{DE20E4F0-4D3A-6CA7-7577-3DA235ADE5AA}"/>
          </ac:spMkLst>
        </pc:spChg>
        <pc:spChg chg="add mod">
          <ac:chgData name="Teuku Raja Irfan Radarma" userId="cf428174-95ba-4576-8554-3a3b8ffa52b7" providerId="ADAL" clId="{950F4F52-19AE-4A44-B588-A69924587EA4}" dt="2026-08-09T06:33:55.925" v="223" actId="20577"/>
          <ac:spMkLst>
            <pc:docMk/>
            <pc:sldMk cId="3404562138" sldId="305"/>
            <ac:spMk id="7" creationId="{5CF745A0-79D6-45D8-ADA6-A2637B3B991B}"/>
          </ac:spMkLst>
        </pc:spChg>
        <pc:picChg chg="del">
          <ac:chgData name="Teuku Raja Irfan Radarma" userId="cf428174-95ba-4576-8554-3a3b8ffa52b7" providerId="ADAL" clId="{950F4F52-19AE-4A44-B588-A69924587EA4}" dt="2026-08-09T06:33:44.343" v="205" actId="478"/>
          <ac:picMkLst>
            <pc:docMk/>
            <pc:sldMk cId="3404562138" sldId="305"/>
            <ac:picMk id="1026" creationId="{55DB5A7C-A521-9696-7F65-AAAAA4BAF7D8}"/>
          </ac:picMkLst>
        </pc:picChg>
        <pc:picChg chg="del">
          <ac:chgData name="Teuku Raja Irfan Radarma" userId="cf428174-95ba-4576-8554-3a3b8ffa52b7" providerId="ADAL" clId="{950F4F52-19AE-4A44-B588-A69924587EA4}" dt="2026-08-09T06:33:44.343" v="205" actId="478"/>
          <ac:picMkLst>
            <pc:docMk/>
            <pc:sldMk cId="3404562138" sldId="305"/>
            <ac:picMk id="1028" creationId="{2ACC2D15-EAB3-DA53-4106-A05CC4053384}"/>
          </ac:picMkLst>
        </pc:picChg>
      </pc:sldChg>
      <pc:sldChg chg="del">
        <pc:chgData name="Teuku Raja Irfan Radarma" userId="cf428174-95ba-4576-8554-3a3b8ffa52b7" providerId="ADAL" clId="{950F4F52-19AE-4A44-B588-A69924587EA4}" dt="2026-08-09T06:37:28.073" v="616" actId="47"/>
        <pc:sldMkLst>
          <pc:docMk/>
          <pc:sldMk cId="922588264" sldId="459"/>
        </pc:sldMkLst>
      </pc:sldChg>
      <pc:sldChg chg="del">
        <pc:chgData name="Teuku Raja Irfan Radarma" userId="cf428174-95ba-4576-8554-3a3b8ffa52b7" providerId="ADAL" clId="{950F4F52-19AE-4A44-B588-A69924587EA4}" dt="2026-08-09T06:37:28.073" v="616" actId="47"/>
        <pc:sldMkLst>
          <pc:docMk/>
          <pc:sldMk cId="2132516327" sldId="461"/>
        </pc:sldMkLst>
      </pc:sldChg>
      <pc:sldChg chg="del">
        <pc:chgData name="Teuku Raja Irfan Radarma" userId="cf428174-95ba-4576-8554-3a3b8ffa52b7" providerId="ADAL" clId="{950F4F52-19AE-4A44-B588-A69924587EA4}" dt="2026-08-09T06:37:28.073" v="616" actId="47"/>
        <pc:sldMkLst>
          <pc:docMk/>
          <pc:sldMk cId="2095266917" sldId="462"/>
        </pc:sldMkLst>
      </pc:sldChg>
      <pc:sldChg chg="modSp add mod">
        <pc:chgData name="Teuku Raja Irfan Radarma" userId="cf428174-95ba-4576-8554-3a3b8ffa52b7" providerId="ADAL" clId="{950F4F52-19AE-4A44-B588-A69924587EA4}" dt="2026-08-09T06:27:31.493" v="4" actId="113"/>
        <pc:sldMkLst>
          <pc:docMk/>
          <pc:sldMk cId="83956211" sldId="463"/>
        </pc:sldMkLst>
        <pc:spChg chg="mod">
          <ac:chgData name="Teuku Raja Irfan Radarma" userId="cf428174-95ba-4576-8554-3a3b8ffa52b7" providerId="ADAL" clId="{950F4F52-19AE-4A44-B588-A69924587EA4}" dt="2026-08-09T06:27:29.678" v="3" actId="400"/>
          <ac:spMkLst>
            <pc:docMk/>
            <pc:sldMk cId="83956211" sldId="463"/>
            <ac:spMk id="3" creationId="{940F5DB3-7A6F-EDD4-9F33-B3FF6161C717}"/>
          </ac:spMkLst>
        </pc:spChg>
        <pc:spChg chg="mod">
          <ac:chgData name="Teuku Raja Irfan Radarma" userId="cf428174-95ba-4576-8554-3a3b8ffa52b7" providerId="ADAL" clId="{950F4F52-19AE-4A44-B588-A69924587EA4}" dt="2026-08-09T06:27:31.493" v="4" actId="113"/>
          <ac:spMkLst>
            <pc:docMk/>
            <pc:sldMk cId="83956211" sldId="463"/>
            <ac:spMk id="4" creationId="{6C09DF7A-9B78-AB11-FA80-26BA72C3D29B}"/>
          </ac:spMkLst>
        </pc:spChg>
      </pc:sldChg>
      <pc:sldChg chg="modSp new mod">
        <pc:chgData name="Teuku Raja Irfan Radarma" userId="cf428174-95ba-4576-8554-3a3b8ffa52b7" providerId="ADAL" clId="{950F4F52-19AE-4A44-B588-A69924587EA4}" dt="2026-08-09T06:37:39.099" v="618"/>
        <pc:sldMkLst>
          <pc:docMk/>
          <pc:sldMk cId="187382014" sldId="464"/>
        </pc:sldMkLst>
        <pc:spChg chg="mod">
          <ac:chgData name="Teuku Raja Irfan Radarma" userId="cf428174-95ba-4576-8554-3a3b8ffa52b7" providerId="ADAL" clId="{950F4F52-19AE-4A44-B588-A69924587EA4}" dt="2026-08-09T06:37:39.099" v="618"/>
          <ac:spMkLst>
            <pc:docMk/>
            <pc:sldMk cId="187382014" sldId="464"/>
            <ac:spMk id="2" creationId="{BFA12F3D-9E6B-48CC-9BC7-4E1CB88D745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8B011F-D7B6-4AA5-96DB-211285231097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C40E93-FF8B-448D-BBEA-F69485674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219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BB156A4-E5DC-BD9E-0277-60026C66B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3181350"/>
          </a:xfrm>
        </p:spPr>
        <p:txBody>
          <a:bodyPr/>
          <a:lstStyle>
            <a:lvl1pPr>
              <a:defRPr/>
            </a:lvl1pPr>
          </a:lstStyle>
          <a:p>
            <a:r>
              <a:rPr lang="en-US" err="1"/>
              <a:t>gambar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CE7D8F-8D59-78B8-97D8-AA1D3D293B00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0202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Black and white 3D wave design">
            <a:extLst>
              <a:ext uri="{FF2B5EF4-FFF2-40B4-BE49-F238E27FC236}">
                <a16:creationId xmlns:a16="http://schemas.microsoft.com/office/drawing/2014/main" id="{A355B9C9-62AF-74CB-DD64-6E68C347AA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362" b="18638"/>
          <a:stretch/>
        </p:blipFill>
        <p:spPr>
          <a:xfrm>
            <a:off x="0" y="3429000"/>
            <a:ext cx="12192000" cy="3429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8DAEF-925F-5505-B516-1E35B4B578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375" y="3429000"/>
            <a:ext cx="9144000" cy="971551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168B28-1F01-2FE5-5F22-7A39033B9E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4375" y="4400551"/>
            <a:ext cx="9144000" cy="1586467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E4D30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60B2D-CEA2-41AE-A645-252274BF3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C5E43-CB27-49BC-9DB7-94D08E117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58E01D-DC36-7F62-6787-C7D44BBAE6BF}"/>
              </a:ext>
            </a:extLst>
          </p:cNvPr>
          <p:cNvSpPr/>
          <p:nvPr userDrawn="1"/>
        </p:nvSpPr>
        <p:spPr>
          <a:xfrm>
            <a:off x="0" y="3181351"/>
            <a:ext cx="12192000" cy="247649"/>
          </a:xfrm>
          <a:prstGeom prst="rect">
            <a:avLst/>
          </a:prstGeom>
          <a:solidFill>
            <a:srgbClr val="E4D3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5CB65A2-F0D1-50E5-D300-FA692A0819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9900" y="558958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6BD6353-9C57-985F-CA0D-9FE168345B41}"/>
              </a:ext>
            </a:extLst>
          </p:cNvPr>
          <p:cNvSpPr txBox="1"/>
          <p:nvPr userDrawn="1"/>
        </p:nvSpPr>
        <p:spPr>
          <a:xfrm>
            <a:off x="821285" y="5987018"/>
            <a:ext cx="2398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>
                <a:solidFill>
                  <a:schemeClr val="bg1"/>
                </a:solidFill>
                <a:latin typeface="Monotype Corsiva" panose="03010101010201010101" pitchFamily="66" charset="0"/>
              </a:rPr>
              <a:t>Teuku Raja Irfan Radarma</a:t>
            </a:r>
          </a:p>
        </p:txBody>
      </p:sp>
    </p:spTree>
    <p:extLst>
      <p:ext uri="{BB962C8B-B14F-4D97-AF65-F5344CB8AC3E}">
        <p14:creationId xmlns:p14="http://schemas.microsoft.com/office/powerpoint/2010/main" val="506968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lose up of a person's eye">
            <a:extLst>
              <a:ext uri="{FF2B5EF4-FFF2-40B4-BE49-F238E27FC236}">
                <a16:creationId xmlns:a16="http://schemas.microsoft.com/office/drawing/2014/main" id="{7097E4FB-807E-8E70-4956-74A7B808D6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CB613F-A1B4-D3C7-25DC-8D05E3B77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5D33C7-84C4-AE72-483B-24AB2536C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3AD0E7-98AD-8F4A-8F09-61E3DF391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B0453B-D8CA-A3F8-13B2-F7A61DF82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fld id="{8A7409E4-D43D-4036-AE02-5131D818BD5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3A7DC0A-71C4-5E52-9E70-C5B7695D5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7985760" cy="38645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6101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E4D3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lack and white 3D wave design">
            <a:extLst>
              <a:ext uri="{FF2B5EF4-FFF2-40B4-BE49-F238E27FC236}">
                <a16:creationId xmlns:a16="http://schemas.microsoft.com/office/drawing/2014/main" id="{3BEFDFC4-5A88-4EA9-1BBB-C17CD8718F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4" b="142"/>
          <a:stretch/>
        </p:blipFill>
        <p:spPr>
          <a:xfrm>
            <a:off x="0" y="-52"/>
            <a:ext cx="12192000" cy="685805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3074" y="1084469"/>
            <a:ext cx="5800725" cy="46772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C0B2564-55DA-FA4D-DBFE-A8A986B928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9900" y="558958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173B85BB-CF98-A57C-3915-986D51559C89}"/>
              </a:ext>
            </a:extLst>
          </p:cNvPr>
          <p:cNvSpPr/>
          <p:nvPr userDrawn="1"/>
        </p:nvSpPr>
        <p:spPr>
          <a:xfrm>
            <a:off x="791497" y="1084469"/>
            <a:ext cx="4259363" cy="4259363"/>
          </a:xfrm>
          <a:prstGeom prst="ellipse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>
                <a:latin typeface="Britannic Bold" panose="020B0903060703020204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7249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solidFill>
          <a:srgbClr val="E4D3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75" descr="Black and white 3D wave design">
            <a:extLst>
              <a:ext uri="{FF2B5EF4-FFF2-40B4-BE49-F238E27FC236}">
                <a16:creationId xmlns:a16="http://schemas.microsoft.com/office/drawing/2014/main" id="{7E189709-2B81-101F-AB9F-CDAD6BD8B7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4" b="142"/>
          <a:stretch/>
        </p:blipFill>
        <p:spPr>
          <a:xfrm>
            <a:off x="0" y="-52"/>
            <a:ext cx="12192000" cy="68580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BC7E75-7FE4-6D39-F18B-B1386AA76C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2880" y="528480"/>
            <a:ext cx="4820920" cy="13255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Class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2880" y="1854043"/>
            <a:ext cx="4820920" cy="4183063"/>
          </a:xfrm>
        </p:spPr>
        <p:txBody>
          <a:bodyPr>
            <a:noAutofit/>
          </a:bodyPr>
          <a:lstStyle>
            <a:lvl1pPr marL="233363" indent="-233363">
              <a:spcBef>
                <a:spcPts val="400"/>
              </a:spcBef>
              <a:buFont typeface="+mj-lt"/>
              <a:buAutoNum type="alphaUcPeriod"/>
              <a:defRPr sz="1200" b="0"/>
            </a:lvl1pPr>
          </a:lstStyle>
          <a:p>
            <a:pPr lvl="0"/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C0B2564-55DA-FA4D-DBFE-A8A986B928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168274"/>
            <a:ext cx="492759" cy="492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8048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alphaModFix amt="43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03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E75-7FE4-6D39-F18B-B1386AA76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1A638-2012-C8F7-B6C4-19C8D7A24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8A7409E4-D43D-4036-AE02-5131D818BD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C1D878A-61B4-78B6-AAC0-3F588E250FB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6343496"/>
            <a:ext cx="390832" cy="390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61C4515-3840-A960-FE52-B3F6DE635CB7}"/>
              </a:ext>
            </a:extLst>
          </p:cNvPr>
          <p:cNvSpPr/>
          <p:nvPr userDrawn="1"/>
        </p:nvSpPr>
        <p:spPr>
          <a:xfrm>
            <a:off x="838200" y="6181930"/>
            <a:ext cx="10515600" cy="90795"/>
          </a:xfrm>
          <a:prstGeom prst="rect">
            <a:avLst/>
          </a:prstGeom>
          <a:solidFill>
            <a:srgbClr val="E4D3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F53667-E945-14D4-A90C-05D1E426649F}"/>
              </a:ext>
            </a:extLst>
          </p:cNvPr>
          <p:cNvSpPr txBox="1"/>
          <p:nvPr userDrawn="1"/>
        </p:nvSpPr>
        <p:spPr>
          <a:xfrm>
            <a:off x="1229032" y="6369635"/>
            <a:ext cx="11769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IS Auditing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C8BFCB-A454-9040-8DBF-4E9479BE3D05}"/>
              </a:ext>
            </a:extLst>
          </p:cNvPr>
          <p:cNvSpPr txBox="1"/>
          <p:nvPr userDrawn="1"/>
        </p:nvSpPr>
        <p:spPr>
          <a:xfrm>
            <a:off x="4038600" y="6382921"/>
            <a:ext cx="411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solidFill>
                  <a:schemeClr val="bg1">
                    <a:lumMod val="65000"/>
                  </a:schemeClr>
                </a:solidFill>
                <a:latin typeface="Monotype Corsiva" panose="03010101010201010101" pitchFamily="66" charset="0"/>
              </a:rPr>
              <a:t>Teuku Raja Irfan Radarma</a:t>
            </a:r>
          </a:p>
        </p:txBody>
      </p:sp>
    </p:spTree>
    <p:extLst>
      <p:ext uri="{BB962C8B-B14F-4D97-AF65-F5344CB8AC3E}">
        <p14:creationId xmlns:p14="http://schemas.microsoft.com/office/powerpoint/2010/main" val="4051033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n abstract circuit line pattern">
            <a:extLst>
              <a:ext uri="{FF2B5EF4-FFF2-40B4-BE49-F238E27FC236}">
                <a16:creationId xmlns:a16="http://schemas.microsoft.com/office/drawing/2014/main" id="{2E3B5FA6-2D9D-F25E-D8E6-3606BD33D9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90" r="13390"/>
          <a:stretch/>
        </p:blipFill>
        <p:spPr>
          <a:xfrm>
            <a:off x="4673600" y="12383"/>
            <a:ext cx="7530044" cy="6858000"/>
          </a:xfrm>
          <a:prstGeom prst="rect">
            <a:avLst/>
          </a:prstGeom>
        </p:spPr>
      </p:pic>
      <p:sp>
        <p:nvSpPr>
          <p:cNvPr id="9" name="Rectangle: Top Corners One Rounded and One Snipped 8">
            <a:extLst>
              <a:ext uri="{FF2B5EF4-FFF2-40B4-BE49-F238E27FC236}">
                <a16:creationId xmlns:a16="http://schemas.microsoft.com/office/drawing/2014/main" id="{FC9CD173-9628-4C1C-B2C0-F3C9483E2467}"/>
              </a:ext>
            </a:extLst>
          </p:cNvPr>
          <p:cNvSpPr/>
          <p:nvPr userDrawn="1"/>
        </p:nvSpPr>
        <p:spPr>
          <a:xfrm rot="5400000">
            <a:off x="647700" y="-647700"/>
            <a:ext cx="6858000" cy="815340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A4424C-1456-7F97-A7D5-3DFD9B8CD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3881"/>
            <a:ext cx="620268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8E1FD0-24D3-2D6F-5433-75B6F1C96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429000"/>
            <a:ext cx="620268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E4D30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E53B8-72CD-0A6A-3B80-9F5393F6B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71FB3-C06E-7810-07B1-3767D5B97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8B63C4CD-A611-EAA3-45C7-78686547DDB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28240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527D52-8D29-D3D2-5F30-3F229C472DEE}"/>
              </a:ext>
            </a:extLst>
          </p:cNvPr>
          <p:cNvCxnSpPr>
            <a:endCxn id="9" idx="3"/>
          </p:cNvCxnSpPr>
          <p:nvPr userDrawn="1"/>
        </p:nvCxnSpPr>
        <p:spPr>
          <a:xfrm>
            <a:off x="8153400" y="0"/>
            <a:ext cx="0" cy="3429000"/>
          </a:xfrm>
          <a:prstGeom prst="line">
            <a:avLst/>
          </a:prstGeom>
          <a:ln w="57150">
            <a:solidFill>
              <a:srgbClr val="E4D3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0B7E5C7-ECC4-BCC4-E23E-CB22CCFC232D}"/>
              </a:ext>
            </a:extLst>
          </p:cNvPr>
          <p:cNvCxnSpPr>
            <a:cxnSpLocks/>
            <a:stCxn id="9" idx="3"/>
          </p:cNvCxnSpPr>
          <p:nvPr userDrawn="1"/>
        </p:nvCxnSpPr>
        <p:spPr>
          <a:xfrm flipH="1">
            <a:off x="4736592" y="3429000"/>
            <a:ext cx="3416808" cy="3429000"/>
          </a:xfrm>
          <a:prstGeom prst="line">
            <a:avLst/>
          </a:prstGeom>
          <a:ln w="57150">
            <a:solidFill>
              <a:srgbClr val="E4D3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6023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339DA-2C22-495A-2050-6632D4241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96BE6-213D-EF68-7FCB-613DB5BCFF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C32821-2212-FFB9-8249-88BDBE3D9C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D76F88-C5C8-264D-104C-A8C264A8D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CD97FB-8025-8A85-C4AA-B9128331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09E2AB-897E-B2A9-EB39-1CFF362F7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120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C6799-6B4B-00CC-0737-327765019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FFA02-90BB-B2B5-F035-1C834F4769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B53401-9F40-AD3E-0626-D55823BF1A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0E4F6A-F81F-0E7F-8D54-856873A1D9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BA935B-D069-9460-4459-BF4D1D4932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6A9E23-9F18-ED1A-5DF1-9B0659DCB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11A36E-FBBF-9DCF-9938-2599539D8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5949C8-15FA-726E-9C27-0DC40D7CC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850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6EF09-B442-1926-2CD5-24B30BDBF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32F290-9AE9-8C71-BA7A-CE5ABDFDC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6E5225-F528-20C2-D92B-5FEE98536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C12FF7-F415-B014-9D3D-942DAC5CA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311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F4E34C-3DBB-E858-47C3-68A12A3B4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6EAC0A-8994-E667-28A8-BC08BB604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9ED37-C602-70E8-A682-FF5465E27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140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477C2-2768-98B0-D674-F152E5CF8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5BF90-F561-63B7-96CC-31B426784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A228BE-E891-B74B-F5EF-3894938C5B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E967D9-385F-34B4-C1A5-643B078A7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B2162B-4D97-B1C3-1432-88BFDEF81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B6EB3-DD1D-8098-2466-15E2FBB64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5413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A1925-552C-C9C0-0DE6-8B703D980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CC4691-06F7-2B6D-3ACF-957758B43E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9DB517-F705-71BB-6D17-355C2DE105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B9A284-8754-89F8-CE20-4D91029CC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510707-1F15-0831-432A-9385D550E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3C669E-DDDA-5194-C3B2-3EF6414B4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8173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80884-9102-FB05-B313-0DB1F3D81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DF3D2F-3ED5-D4AE-F6F9-0960478455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484E0E-2FA3-4E5B-3DDD-2C48307DA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BDE46-39C9-F262-C10D-C350FA96A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D60A4-66C4-73A3-7158-2EA17C62A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4365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045FAA-2D37-9057-31D6-C08017EE92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9450B0-FC44-1EA2-4C6E-8D9B1D53D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3412B-7ECC-ACC1-4E68-267CC18E1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86721-00AB-0CC7-EF5F-03EE3AE5D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6E0BF-8927-53D7-5A80-AF7FAEC34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452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2080A8-208E-A677-1C33-0E1B94723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9B18EC-BA8C-2AAB-5F85-DCCDD612B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ED497-36B7-7E15-015E-68D649EB9C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D94E0-D630-F30C-38E4-A05C88E3F1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CE704-8EE5-E145-606D-E803784D13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79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0" r:id="rId3"/>
    <p:sldLayoutId id="2147483662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4E5C2036-BD6E-3793-4543-1B984AA16F6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01" b="30401"/>
          <a:stretch/>
        </p:blipFill>
        <p:spPr>
          <a:xfrm>
            <a:off x="0" y="0"/>
            <a:ext cx="12192000" cy="318135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17BBDE0-3A4E-3EA2-60B0-F9756E3472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375" y="3429000"/>
            <a:ext cx="10763250" cy="971551"/>
          </a:xfrm>
        </p:spPr>
        <p:txBody>
          <a:bodyPr/>
          <a:lstStyle/>
          <a:p>
            <a:r>
              <a:rPr lang="en-US" dirty="0"/>
              <a:t>IS Operations &amp; Business Resilience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FCC89D4-8169-77D5-D53F-1E998B469C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Information Systems Auditing</a:t>
            </a:r>
          </a:p>
          <a:p>
            <a:r>
              <a:rPr lang="en-US" dirty="0"/>
              <a:t>Class IX</a:t>
            </a:r>
          </a:p>
        </p:txBody>
      </p:sp>
    </p:spTree>
    <p:extLst>
      <p:ext uri="{BB962C8B-B14F-4D97-AF65-F5344CB8AC3E}">
        <p14:creationId xmlns:p14="http://schemas.microsoft.com/office/powerpoint/2010/main" val="911610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52C04A-BCBB-9364-2819-8725E6696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Class Recap</a:t>
            </a:r>
          </a:p>
        </p:txBody>
      </p:sp>
    </p:spTree>
    <p:extLst>
      <p:ext uri="{BB962C8B-B14F-4D97-AF65-F5344CB8AC3E}">
        <p14:creationId xmlns:p14="http://schemas.microsoft.com/office/powerpoint/2010/main" val="2021974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7157F-D729-D43A-6721-923C7B238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5540" y="236651"/>
            <a:ext cx="482092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/>
              <a:t>Class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F5DB3-7A6F-EDD4-9F33-B3FF6161C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571" y="1682885"/>
            <a:ext cx="5473429" cy="4354221"/>
          </a:xfrm>
        </p:spPr>
        <p:txBody>
          <a:bodyPr/>
          <a:lstStyle/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IT Governance: Concept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IT Governance: Audit Program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IS Acquisition and Development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IS Implementation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Practicum on Domain 3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Navigating International Standards (GTAG)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Mid-Term Exam Prep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Mid-Term Exam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C09DF7A-9B78-AB11-FA80-26BA72C3D29B}"/>
              </a:ext>
            </a:extLst>
          </p:cNvPr>
          <p:cNvSpPr txBox="1">
            <a:spLocks/>
          </p:cNvSpPr>
          <p:nvPr/>
        </p:nvSpPr>
        <p:spPr>
          <a:xfrm>
            <a:off x="6459167" y="1682885"/>
            <a:ext cx="5340483" cy="43542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33363" indent="-233363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+mj-lt"/>
              <a:buAutoNum type="alphaUcPeriod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b="1" dirty="0"/>
              <a:t>IS Operation &amp; Business Resilience I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IS Operation &amp; Business Resilience II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Protection of Information Assets I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Protection of Information Assets II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Intro to SQL for Auditing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Case Study: Auditing with SQL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Final Exam Prep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Final Exam</a:t>
            </a:r>
          </a:p>
        </p:txBody>
      </p:sp>
    </p:spTree>
    <p:extLst>
      <p:ext uri="{BB962C8B-B14F-4D97-AF65-F5344CB8AC3E}">
        <p14:creationId xmlns:p14="http://schemas.microsoft.com/office/powerpoint/2010/main" val="83956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F06DC-C82D-49A7-49E8-24B02235C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Mid-Term Score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F17E5-AD4D-CEBE-F9C3-691B02449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584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The Average score is:</a:t>
            </a:r>
          </a:p>
          <a:p>
            <a:pPr marL="0" indent="0">
              <a:buNone/>
            </a:pPr>
            <a:r>
              <a:rPr lang="en-US" sz="3600" b="1" dirty="0"/>
              <a:t>86.68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DACEAD-C5C5-7B9B-5D94-3516EDDB6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1C4826-0D9F-82A9-71DC-D0E6749679B2}"/>
              </a:ext>
            </a:extLst>
          </p:cNvPr>
          <p:cNvSpPr txBox="1"/>
          <p:nvPr/>
        </p:nvSpPr>
        <p:spPr>
          <a:xfrm>
            <a:off x="838200" y="3289937"/>
            <a:ext cx="9027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 could make a mistake, so please ask away if my assessment does not feel right for you</a:t>
            </a:r>
          </a:p>
        </p:txBody>
      </p:sp>
    </p:spTree>
    <p:extLst>
      <p:ext uri="{BB962C8B-B14F-4D97-AF65-F5344CB8AC3E}">
        <p14:creationId xmlns:p14="http://schemas.microsoft.com/office/powerpoint/2010/main" val="2891726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079CBE2-7ADF-23F1-83BE-26DF183A5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2195" y="724232"/>
            <a:ext cx="6394621" cy="5409535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dirty="0"/>
              <a:t>Overview Domain 4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dirty="0"/>
              <a:t>IS Operations:</a:t>
            </a:r>
          </a:p>
          <a:p>
            <a:pPr marL="971550" lvl="1" indent="-514350">
              <a:lnSpc>
                <a:spcPct val="120000"/>
              </a:lnSpc>
              <a:buFont typeface="+mj-lt"/>
              <a:buAutoNum type="alphaLcPeriod"/>
            </a:pPr>
            <a:r>
              <a:rPr lang="en-US" dirty="0"/>
              <a:t>Common Technology Components</a:t>
            </a:r>
          </a:p>
          <a:p>
            <a:pPr marL="971550" lvl="1" indent="-514350">
              <a:lnSpc>
                <a:spcPct val="120000"/>
              </a:lnSpc>
              <a:buFont typeface="+mj-lt"/>
              <a:buAutoNum type="alphaLcPeriod"/>
            </a:pPr>
            <a:r>
              <a:rPr lang="en-US" dirty="0"/>
              <a:t>IT Asset Management</a:t>
            </a:r>
          </a:p>
          <a:p>
            <a:pPr marL="971550" lvl="1" indent="-514350">
              <a:lnSpc>
                <a:spcPct val="120000"/>
              </a:lnSpc>
              <a:buFont typeface="+mj-lt"/>
              <a:buAutoNum type="alphaLcPeriod"/>
            </a:pPr>
            <a:r>
              <a:rPr lang="en-US" dirty="0"/>
              <a:t>Job Scheduling and Production Process Automation</a:t>
            </a:r>
          </a:p>
          <a:p>
            <a:pPr marL="971550" lvl="1" indent="-514350">
              <a:lnSpc>
                <a:spcPct val="120000"/>
              </a:lnSpc>
              <a:buFont typeface="+mj-lt"/>
              <a:buAutoNum type="alphaLcPeriod"/>
            </a:pPr>
            <a:r>
              <a:rPr lang="en-US" dirty="0"/>
              <a:t>System Interfaces</a:t>
            </a:r>
          </a:p>
          <a:p>
            <a:pPr marL="971550" lvl="1" indent="-514350">
              <a:lnSpc>
                <a:spcPct val="120000"/>
              </a:lnSpc>
              <a:buFont typeface="+mj-lt"/>
              <a:buAutoNum type="alphaLcPeriod"/>
            </a:pPr>
            <a:r>
              <a:rPr lang="en-US" dirty="0"/>
              <a:t>End-User Computing</a:t>
            </a:r>
          </a:p>
          <a:p>
            <a:pPr marL="971550" lvl="1" indent="-514350">
              <a:lnSpc>
                <a:spcPct val="120000"/>
              </a:lnSpc>
              <a:buFont typeface="+mj-lt"/>
              <a:buAutoNum type="alphaLcPeriod"/>
            </a:pPr>
            <a:r>
              <a:rPr lang="en-US" dirty="0"/>
              <a:t>Data Governance</a:t>
            </a:r>
          </a:p>
          <a:p>
            <a:pPr marL="971550" lvl="1" indent="-514350">
              <a:lnSpc>
                <a:spcPct val="120000"/>
              </a:lnSpc>
              <a:buFont typeface="+mj-lt"/>
              <a:buAutoNum type="alphaLcPeriod"/>
            </a:pPr>
            <a:r>
              <a:rPr lang="en-US" dirty="0"/>
              <a:t>System Performance Management</a:t>
            </a:r>
          </a:p>
          <a:p>
            <a:pPr marL="971550" lvl="1" indent="-514350">
              <a:lnSpc>
                <a:spcPct val="120000"/>
              </a:lnSpc>
              <a:buFont typeface="+mj-lt"/>
              <a:buAutoNum type="alphaLcPeriod"/>
            </a:pPr>
            <a:r>
              <a:rPr lang="en-US" dirty="0"/>
              <a:t>Problem and Incident Management</a:t>
            </a:r>
          </a:p>
          <a:p>
            <a:pPr marL="971550" lvl="1" indent="-514350">
              <a:lnSpc>
                <a:spcPct val="120000"/>
              </a:lnSpc>
              <a:buFont typeface="+mj-lt"/>
              <a:buAutoNum type="alphaLcPeriod"/>
            </a:pPr>
            <a:r>
              <a:rPr lang="en-US" dirty="0"/>
              <a:t>Change, Configuration, Release, and Patch Management</a:t>
            </a:r>
          </a:p>
          <a:p>
            <a:pPr marL="971550" lvl="1" indent="-514350">
              <a:lnSpc>
                <a:spcPct val="120000"/>
              </a:lnSpc>
              <a:buFont typeface="+mj-lt"/>
              <a:buAutoNum type="alphaLcPeriod"/>
            </a:pPr>
            <a:r>
              <a:rPr lang="en-US" dirty="0"/>
              <a:t>IT Service Level Management</a:t>
            </a:r>
          </a:p>
          <a:p>
            <a:pPr marL="971550" lvl="1" indent="-514350">
              <a:lnSpc>
                <a:spcPct val="120000"/>
              </a:lnSpc>
              <a:buFont typeface="+mj-lt"/>
              <a:buAutoNum type="alphaLcPeriod"/>
            </a:pPr>
            <a:r>
              <a:rPr lang="en-US" dirty="0"/>
              <a:t>Database Management</a:t>
            </a:r>
          </a:p>
        </p:txBody>
      </p:sp>
    </p:spTree>
    <p:extLst>
      <p:ext uri="{BB962C8B-B14F-4D97-AF65-F5344CB8AC3E}">
        <p14:creationId xmlns:p14="http://schemas.microsoft.com/office/powerpoint/2010/main" val="3835074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58052-05B2-9F29-B874-84F80A24B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Intro</a:t>
            </a:r>
          </a:p>
        </p:txBody>
      </p:sp>
    </p:spTree>
    <p:extLst>
      <p:ext uri="{BB962C8B-B14F-4D97-AF65-F5344CB8AC3E}">
        <p14:creationId xmlns:p14="http://schemas.microsoft.com/office/powerpoint/2010/main" val="1457204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9DD37-A529-C0FC-5CA8-591ADC5F0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28654"/>
          </a:xfrm>
        </p:spPr>
        <p:txBody>
          <a:bodyPr>
            <a:normAutofit/>
          </a:bodyPr>
          <a:lstStyle/>
          <a:p>
            <a:r>
              <a:rPr lang="en-US" dirty="0"/>
              <a:t>What is it about?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BF9B3F-1891-0D88-A0F9-6164A522F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007249-6724-8E38-EC48-6E0C4748BD12}"/>
              </a:ext>
            </a:extLst>
          </p:cNvPr>
          <p:cNvSpPr txBox="1"/>
          <p:nvPr/>
        </p:nvSpPr>
        <p:spPr>
          <a:xfrm>
            <a:off x="838200" y="1293780"/>
            <a:ext cx="1051559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This chapter explains how an organization keeps its IT running every day</a:t>
            </a:r>
            <a:br>
              <a:rPr lang="en-US" sz="2400" dirty="0"/>
            </a:br>
            <a:r>
              <a:rPr lang="en-US" sz="2400" dirty="0"/>
              <a:t>and how it continues running when things go wrong.</a:t>
            </a:r>
          </a:p>
          <a:p>
            <a:endParaRPr lang="en-US" sz="2400" dirty="0"/>
          </a:p>
          <a:p>
            <a:r>
              <a:rPr lang="en-US" sz="2400" dirty="0"/>
              <a:t>In simple terms: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IS Operations = keeping the lights 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Business Resilience = making sure the lights come back on if they ever go out</a:t>
            </a:r>
          </a:p>
          <a:p>
            <a:endParaRPr lang="en-US" sz="2400" dirty="0"/>
          </a:p>
          <a:p>
            <a:r>
              <a:rPr lang="en-US" sz="2400" dirty="0"/>
              <a:t>CISA wants us to understand two big ideas: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Operations must be controlled so systems run correctly and reliably.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The business must stay alive even when disrupted—disaster, outage, or failure.</a:t>
            </a:r>
          </a:p>
        </p:txBody>
      </p:sp>
    </p:spTree>
    <p:extLst>
      <p:ext uri="{BB962C8B-B14F-4D97-AF65-F5344CB8AC3E}">
        <p14:creationId xmlns:p14="http://schemas.microsoft.com/office/powerpoint/2010/main" val="3051451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B064F-3523-260F-D5EC-2DBED5058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04DA2-4008-E351-CEE8-31BD3B9DC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4090"/>
          </a:xfrm>
        </p:spPr>
        <p:txBody>
          <a:bodyPr/>
          <a:lstStyle/>
          <a:p>
            <a:r>
              <a:rPr lang="en-US" dirty="0"/>
              <a:t>Why It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E2BB4-0C99-4A5A-63A6-F98A68A6F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9215"/>
            <a:ext cx="10515600" cy="4877747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/>
              <a:t>This chapter connects with last topic on </a:t>
            </a:r>
            <a:r>
              <a:rPr lang="en-US" b="1" dirty="0"/>
              <a:t>risk &amp; control</a:t>
            </a:r>
            <a:r>
              <a:rPr lang="en-US" dirty="0"/>
              <a:t>:</a:t>
            </a:r>
          </a:p>
          <a:p>
            <a:pPr>
              <a:lnSpc>
                <a:spcPct val="120000"/>
              </a:lnSpc>
            </a:pPr>
            <a:r>
              <a:rPr lang="en-US" dirty="0"/>
              <a:t>If operational controls are weak, operational risks increase.</a:t>
            </a:r>
          </a:p>
          <a:p>
            <a:pPr>
              <a:lnSpc>
                <a:spcPct val="120000"/>
              </a:lnSpc>
            </a:pPr>
            <a:r>
              <a:rPr lang="en-US" dirty="0"/>
              <a:t>If resilience planning is weak, downtime becomes catastrophic.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5CFAE7-6BF9-8599-8041-D6E708AC0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513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B064F-3523-260F-D5EC-2DBED5058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04DA2-4008-E351-CEE8-31BD3B9DC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4090"/>
          </a:xfrm>
        </p:spPr>
        <p:txBody>
          <a:bodyPr/>
          <a:lstStyle/>
          <a:p>
            <a:r>
              <a:rPr lang="en-US" dirty="0"/>
              <a:t>Normal Conditions → “Daily Life”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E2BB4-0C99-4A5A-63A6-F98A68A6F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9215"/>
            <a:ext cx="10515600" cy="487774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How IT works day-to-day: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Processing jobs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Managing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Handling incidents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Making changes safely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Keeping systems available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Analogy:</a:t>
            </a:r>
          </a:p>
          <a:p>
            <a:pPr marL="0" indent="0">
              <a:buNone/>
            </a:pPr>
            <a:r>
              <a:rPr lang="en-US" dirty="0"/>
              <a:t>the “daily kitchen routine”—everything must be organized, controlled, and consistent to produce the same quality every day.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5CFAE7-6BF9-8599-8041-D6E708AC0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297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B064F-3523-260F-D5EC-2DBED5058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04DA2-4008-E351-CEE8-31BD3B9DC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4090"/>
          </a:xfrm>
        </p:spPr>
        <p:txBody>
          <a:bodyPr/>
          <a:lstStyle/>
          <a:p>
            <a:r>
              <a:rPr lang="en-US" dirty="0"/>
              <a:t>Abnormal Conditions → “Emergency Mode”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E2BB4-0C99-4A5A-63A6-F98A68A6F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9215"/>
            <a:ext cx="10515600" cy="48777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the organization survives disruptions: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Disaster recovery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Backup &amp; restore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Continuity planning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Crisis management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Analogy:</a:t>
            </a:r>
          </a:p>
          <a:p>
            <a:pPr marL="0" indent="0">
              <a:buNone/>
            </a:pPr>
            <a:r>
              <a:rPr lang="en-US" dirty="0"/>
              <a:t>the “emergency plan” when the kitchen catches fire but the restaurant still needs to serve customers.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5CFAE7-6BF9-8599-8041-D6E708AC0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478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B064F-3523-260F-D5EC-2DBED5058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04DA2-4008-E351-CEE8-31BD3B9DC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4090"/>
          </a:xfrm>
        </p:spPr>
        <p:txBody>
          <a:bodyPr/>
          <a:lstStyle/>
          <a:p>
            <a:r>
              <a:rPr lang="en-US" dirty="0"/>
              <a:t>Auditor’s Concern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E2BB4-0C99-4A5A-63A6-F98A68A6F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9215"/>
            <a:ext cx="10515600" cy="48777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IS </a:t>
            </a:r>
            <a:r>
              <a:rPr lang="en-US" dirty="0"/>
              <a:t>auditors must know:</a:t>
            </a:r>
          </a:p>
          <a:p>
            <a:r>
              <a:rPr lang="en-US" dirty="0"/>
              <a:t>which controls should exist in operations</a:t>
            </a:r>
          </a:p>
          <a:p>
            <a:r>
              <a:rPr lang="en-US" dirty="0"/>
              <a:t>how incidents and changes should be managed</a:t>
            </a:r>
          </a:p>
          <a:p>
            <a:r>
              <a:rPr lang="en-US" dirty="0"/>
              <a:t>what backup and restore evidence looks like</a:t>
            </a:r>
          </a:p>
          <a:p>
            <a:r>
              <a:rPr lang="en-US" dirty="0"/>
              <a:t>how to assess BCP/DRP completeness</a:t>
            </a:r>
          </a:p>
          <a:p>
            <a:r>
              <a:rPr lang="en-US" dirty="0"/>
              <a:t>whether recovery strategies meet business needs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5CFAE7-6BF9-8599-8041-D6E708AC0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1499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115F9-9E79-8495-BA7F-581A2D610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1BB63-4350-72A4-F5A6-7BC05C8AC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D" dirty="0"/>
              <a:t>IS Operations</a:t>
            </a:r>
            <a:br>
              <a:rPr lang="en-ID" dirty="0"/>
            </a:br>
            <a:r>
              <a:rPr lang="en-ID" dirty="0"/>
              <a:t>In A Nutshell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AE108-9E44-567B-9E8A-3F62785A81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#goingWell</a:t>
            </a:r>
          </a:p>
        </p:txBody>
      </p:sp>
    </p:spTree>
    <p:extLst>
      <p:ext uri="{BB962C8B-B14F-4D97-AF65-F5344CB8AC3E}">
        <p14:creationId xmlns:p14="http://schemas.microsoft.com/office/powerpoint/2010/main" val="624137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5681A-45A2-7128-DE7A-C52014C27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Focus Areas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B95FC5-DEF0-1FD8-7D7D-13351CCE7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0CA8178-C5D9-B7AC-2EB9-8CAE37EAAF27}"/>
              </a:ext>
            </a:extLst>
          </p:cNvPr>
          <p:cNvSpPr txBox="1">
            <a:spLocks/>
          </p:cNvSpPr>
          <p:nvPr/>
        </p:nvSpPr>
        <p:spPr>
          <a:xfrm>
            <a:off x="807721" y="1604328"/>
            <a:ext cx="10043160" cy="42796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sz="3200" dirty="0"/>
              <a:t>Data Input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Processing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Output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Job scheduling &amp; workload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Incident &amp; problem management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Change &amp; configuration management</a:t>
            </a:r>
          </a:p>
        </p:txBody>
      </p:sp>
    </p:spTree>
    <p:extLst>
      <p:ext uri="{BB962C8B-B14F-4D97-AF65-F5344CB8AC3E}">
        <p14:creationId xmlns:p14="http://schemas.microsoft.com/office/powerpoint/2010/main" val="10442762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5681A-45A2-7128-DE7A-C52014C27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Controls (Before Processing)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B95FC5-DEF0-1FD8-7D7D-13351CCE7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0CA8178-C5D9-B7AC-2EB9-8CAE37EAAF27}"/>
              </a:ext>
            </a:extLst>
          </p:cNvPr>
          <p:cNvSpPr txBox="1">
            <a:spLocks/>
          </p:cNvSpPr>
          <p:nvPr/>
        </p:nvSpPr>
        <p:spPr>
          <a:xfrm>
            <a:off x="807721" y="1604328"/>
            <a:ext cx="10043160" cy="427963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Ensure only valid, authorized, complete data enters the system.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2400" dirty="0"/>
              <a:t>Types of controls: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Validation rules (format, range, completeness)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Edit checks (check digits, matching fields)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Authorization for batch uploads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Pre-numbered forms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Online field checks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2400" dirty="0"/>
              <a:t>Why auditors care:</a:t>
            </a:r>
          </a:p>
          <a:p>
            <a:pPr marL="0" indent="0">
              <a:buNone/>
            </a:pPr>
            <a:r>
              <a:rPr lang="en-US" sz="2400" dirty="0"/>
              <a:t>Bad input = bad output, regardless of how perfect the system is.</a:t>
            </a:r>
          </a:p>
        </p:txBody>
      </p:sp>
    </p:spTree>
    <p:extLst>
      <p:ext uri="{BB962C8B-B14F-4D97-AF65-F5344CB8AC3E}">
        <p14:creationId xmlns:p14="http://schemas.microsoft.com/office/powerpoint/2010/main" val="11814820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5681A-45A2-7128-DE7A-C52014C27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0671"/>
            <a:ext cx="10515600" cy="812938"/>
          </a:xfrm>
        </p:spPr>
        <p:txBody>
          <a:bodyPr/>
          <a:lstStyle/>
          <a:p>
            <a:r>
              <a:rPr lang="en-US" dirty="0"/>
              <a:t>Output Controls (After Processing)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B95FC5-DEF0-1FD8-7D7D-13351CCE7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0CA8178-C5D9-B7AC-2EB9-8CAE37EAAF27}"/>
              </a:ext>
            </a:extLst>
          </p:cNvPr>
          <p:cNvSpPr txBox="1">
            <a:spLocks/>
          </p:cNvSpPr>
          <p:nvPr/>
        </p:nvSpPr>
        <p:spPr>
          <a:xfrm>
            <a:off x="807721" y="1152939"/>
            <a:ext cx="10264470" cy="484035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Ensure output is accurate, delivered correctly, and protected.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CISA-related controls: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Distribution lists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Secure report access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Reconciliation to input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Review by authorized users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Logging who received what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Why auditors care:</a:t>
            </a:r>
            <a:br>
              <a:rPr lang="en-US" sz="2400" dirty="0"/>
            </a:br>
            <a:r>
              <a:rPr lang="en-US" sz="2400" dirty="0"/>
              <a:t>A perfect process still fails if output goes to the wrong person or is misunderstood.</a:t>
            </a:r>
          </a:p>
        </p:txBody>
      </p:sp>
    </p:spTree>
    <p:extLst>
      <p:ext uri="{BB962C8B-B14F-4D97-AF65-F5344CB8AC3E}">
        <p14:creationId xmlns:p14="http://schemas.microsoft.com/office/powerpoint/2010/main" val="9360693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5681A-45A2-7128-DE7A-C52014C27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0671"/>
            <a:ext cx="10515600" cy="812938"/>
          </a:xfrm>
        </p:spPr>
        <p:txBody>
          <a:bodyPr/>
          <a:lstStyle/>
          <a:p>
            <a:r>
              <a:rPr lang="en-US" dirty="0"/>
              <a:t>Job Scheduling &amp; Workload Management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B95FC5-DEF0-1FD8-7D7D-13351CCE7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0CA8178-C5D9-B7AC-2EB9-8CAE37EAAF27}"/>
              </a:ext>
            </a:extLst>
          </p:cNvPr>
          <p:cNvSpPr txBox="1">
            <a:spLocks/>
          </p:cNvSpPr>
          <p:nvPr/>
        </p:nvSpPr>
        <p:spPr>
          <a:xfrm>
            <a:off x="807721" y="1152939"/>
            <a:ext cx="10264470" cy="4840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Ensure all IT jobs run in the correct sequence, on time, and without resource conflict.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2000" dirty="0"/>
              <a:t>CISA areas to cover: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Scheduling tools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Prioritizing critical jobs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Managing dependencies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Monitoring failed jobs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Documented restart procedures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Capacity &amp; performance oversight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2000" dirty="0"/>
              <a:t>Analogy:</a:t>
            </a:r>
          </a:p>
          <a:p>
            <a:pPr marL="0" indent="0">
              <a:buNone/>
            </a:pPr>
            <a:r>
              <a:rPr lang="en-US" sz="2000" dirty="0"/>
              <a:t>Like airport runway scheduling—wrong order causes delays everywhere.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559C9A-BE42-4C35-95AA-DC906034AE3C}"/>
              </a:ext>
            </a:extLst>
          </p:cNvPr>
          <p:cNvSpPr/>
          <p:nvPr/>
        </p:nvSpPr>
        <p:spPr>
          <a:xfrm>
            <a:off x="6798364" y="2812773"/>
            <a:ext cx="4094922" cy="152068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Auditor focus: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Evidence of monitoring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Logs of failed/restarted jobs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Proper handling of peak workload</a:t>
            </a:r>
          </a:p>
        </p:txBody>
      </p:sp>
    </p:spTree>
    <p:extLst>
      <p:ext uri="{BB962C8B-B14F-4D97-AF65-F5344CB8AC3E}">
        <p14:creationId xmlns:p14="http://schemas.microsoft.com/office/powerpoint/2010/main" val="1612048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5681A-45A2-7128-DE7A-C52014C27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0671"/>
            <a:ext cx="10515600" cy="812938"/>
          </a:xfrm>
        </p:spPr>
        <p:txBody>
          <a:bodyPr/>
          <a:lstStyle/>
          <a:p>
            <a:r>
              <a:rPr lang="en-US" dirty="0"/>
              <a:t>Incident Management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B95FC5-DEF0-1FD8-7D7D-13351CCE7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0CA8178-C5D9-B7AC-2EB9-8CAE37EAAF27}"/>
              </a:ext>
            </a:extLst>
          </p:cNvPr>
          <p:cNvSpPr txBox="1">
            <a:spLocks/>
          </p:cNvSpPr>
          <p:nvPr/>
        </p:nvSpPr>
        <p:spPr>
          <a:xfrm>
            <a:off x="807721" y="1152939"/>
            <a:ext cx="10264470" cy="4840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Ensure changes are controlled, tested, approved, and traceable.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CISA-required components: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Change request form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Impact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Testing in non-prod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Approval workflow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Scheduling in maintenance window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Backout/rollback plan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Documentation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Segregation of duties (developer ≠ deployer)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A243F9-E1DF-4C05-90B3-570E1929D85F}"/>
              </a:ext>
            </a:extLst>
          </p:cNvPr>
          <p:cNvSpPr/>
          <p:nvPr/>
        </p:nvSpPr>
        <p:spPr>
          <a:xfrm>
            <a:off x="6798364" y="2812773"/>
            <a:ext cx="4094922" cy="189837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Auditor focus: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Check sample changes for: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Approval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test evidence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Logs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tx1"/>
                </a:solidFill>
              </a:rPr>
              <a:t>SoD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123598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5681A-45A2-7128-DE7A-C52014C27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0671"/>
            <a:ext cx="10515600" cy="812938"/>
          </a:xfrm>
        </p:spPr>
        <p:txBody>
          <a:bodyPr/>
          <a:lstStyle/>
          <a:p>
            <a:r>
              <a:rPr lang="en-US" dirty="0"/>
              <a:t>Configuration Management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B95FC5-DEF0-1FD8-7D7D-13351CCE7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0CA8178-C5D9-B7AC-2EB9-8CAE37EAAF27}"/>
              </a:ext>
            </a:extLst>
          </p:cNvPr>
          <p:cNvSpPr txBox="1">
            <a:spLocks/>
          </p:cNvSpPr>
          <p:nvPr/>
        </p:nvSpPr>
        <p:spPr>
          <a:xfrm>
            <a:off x="807721" y="1152939"/>
            <a:ext cx="10264470" cy="4840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Keep track of what exists in the environment (systems, versions, hardware).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CISA elements: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CMDB (Configuration Management Database)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Baseline configurations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Version control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Patch levels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Hardware/software inventories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Mapping dependencies between components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Analogy:</a:t>
            </a:r>
          </a:p>
          <a:p>
            <a:pPr marL="0" indent="0">
              <a:buNone/>
            </a:pPr>
            <a:r>
              <a:rPr lang="en-US" sz="2000" dirty="0"/>
              <a:t>CMDB = the inventory list of an entire IT “warehouse”.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A243F9-E1DF-4C05-90B3-570E1929D85F}"/>
              </a:ext>
            </a:extLst>
          </p:cNvPr>
          <p:cNvSpPr/>
          <p:nvPr/>
        </p:nvSpPr>
        <p:spPr>
          <a:xfrm>
            <a:off x="6977269" y="2711036"/>
            <a:ext cx="4094922" cy="141370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Auditor focus: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Compare CMDB vs actual environment → identify mismatches.</a:t>
            </a:r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05847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2ED16-934E-43EB-82B5-A06873135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Topics Covered in CISA Review Manual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2724E-D607-493E-9C4D-EEB922466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7271"/>
            <a:ext cx="10515600" cy="4337222"/>
          </a:xfrm>
        </p:spPr>
        <p:txBody>
          <a:bodyPr>
            <a:normAutofit fontScale="85000" lnSpcReduction="20000"/>
          </a:bodyPr>
          <a:lstStyle/>
          <a:p>
            <a:pPr marL="971550" lvl="1" indent="-514350">
              <a:lnSpc>
                <a:spcPct val="120000"/>
              </a:lnSpc>
              <a:buFont typeface="+mj-lt"/>
              <a:buAutoNum type="alphaLcPeriod"/>
            </a:pPr>
            <a:r>
              <a:rPr lang="en-US" dirty="0"/>
              <a:t>Common Technology Components</a:t>
            </a:r>
          </a:p>
          <a:p>
            <a:pPr marL="971550" lvl="1" indent="-514350">
              <a:lnSpc>
                <a:spcPct val="120000"/>
              </a:lnSpc>
              <a:buFont typeface="+mj-lt"/>
              <a:buAutoNum type="alphaLcPeriod"/>
            </a:pPr>
            <a:r>
              <a:rPr lang="en-US" dirty="0"/>
              <a:t>IT Asset Management</a:t>
            </a:r>
          </a:p>
          <a:p>
            <a:pPr marL="971550" lvl="1" indent="-514350">
              <a:lnSpc>
                <a:spcPct val="120000"/>
              </a:lnSpc>
              <a:buFont typeface="+mj-lt"/>
              <a:buAutoNum type="alphaLcPeriod"/>
            </a:pPr>
            <a:r>
              <a:rPr lang="en-US" dirty="0"/>
              <a:t>Job Scheduling and Production Process Automation</a:t>
            </a:r>
          </a:p>
          <a:p>
            <a:pPr marL="971550" lvl="1" indent="-514350">
              <a:lnSpc>
                <a:spcPct val="120000"/>
              </a:lnSpc>
              <a:buFont typeface="+mj-lt"/>
              <a:buAutoNum type="alphaLcPeriod"/>
            </a:pPr>
            <a:r>
              <a:rPr lang="en-US" dirty="0"/>
              <a:t>System Interfaces</a:t>
            </a:r>
          </a:p>
          <a:p>
            <a:pPr marL="971550" lvl="1" indent="-514350">
              <a:lnSpc>
                <a:spcPct val="120000"/>
              </a:lnSpc>
              <a:buFont typeface="+mj-lt"/>
              <a:buAutoNum type="alphaLcPeriod"/>
            </a:pPr>
            <a:r>
              <a:rPr lang="en-US" dirty="0"/>
              <a:t>End-User Computing</a:t>
            </a:r>
          </a:p>
          <a:p>
            <a:pPr marL="971550" lvl="1" indent="-514350">
              <a:lnSpc>
                <a:spcPct val="120000"/>
              </a:lnSpc>
              <a:buFont typeface="+mj-lt"/>
              <a:buAutoNum type="alphaLcPeriod"/>
            </a:pPr>
            <a:r>
              <a:rPr lang="en-US" dirty="0"/>
              <a:t>Data Governance</a:t>
            </a:r>
          </a:p>
          <a:p>
            <a:pPr marL="971550" lvl="1" indent="-514350">
              <a:lnSpc>
                <a:spcPct val="120000"/>
              </a:lnSpc>
              <a:buFont typeface="+mj-lt"/>
              <a:buAutoNum type="alphaLcPeriod"/>
            </a:pPr>
            <a:r>
              <a:rPr lang="en-US" dirty="0"/>
              <a:t>System Performance Management</a:t>
            </a:r>
          </a:p>
          <a:p>
            <a:pPr marL="971550" lvl="1" indent="-514350">
              <a:lnSpc>
                <a:spcPct val="120000"/>
              </a:lnSpc>
              <a:buFont typeface="+mj-lt"/>
              <a:buAutoNum type="alphaLcPeriod"/>
            </a:pPr>
            <a:r>
              <a:rPr lang="en-US" dirty="0"/>
              <a:t>Problem and Incident Management</a:t>
            </a:r>
          </a:p>
          <a:p>
            <a:pPr marL="971550" lvl="1" indent="-514350">
              <a:lnSpc>
                <a:spcPct val="120000"/>
              </a:lnSpc>
              <a:buFont typeface="+mj-lt"/>
              <a:buAutoNum type="alphaLcPeriod"/>
            </a:pPr>
            <a:r>
              <a:rPr lang="en-US" dirty="0"/>
              <a:t>Change, Configuration, Release, and Patch Management</a:t>
            </a:r>
          </a:p>
          <a:p>
            <a:pPr marL="971550" lvl="1" indent="-514350">
              <a:lnSpc>
                <a:spcPct val="120000"/>
              </a:lnSpc>
              <a:buFont typeface="+mj-lt"/>
              <a:buAutoNum type="alphaLcPeriod"/>
            </a:pPr>
            <a:r>
              <a:rPr lang="en-US" dirty="0"/>
              <a:t>IT Service Level Management</a:t>
            </a:r>
          </a:p>
          <a:p>
            <a:pPr marL="971550" lvl="1" indent="-514350">
              <a:lnSpc>
                <a:spcPct val="120000"/>
              </a:lnSpc>
              <a:buFont typeface="+mj-lt"/>
              <a:buAutoNum type="alphaLcPeriod"/>
            </a:pPr>
            <a:r>
              <a:rPr lang="en-US" dirty="0"/>
              <a:t>Database Management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50E0F5-1386-4314-A906-CA2B004A5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2874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19623-D51B-4DDB-A3FB-D5AA8A4AF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Common Technology Components</a:t>
            </a:r>
          </a:p>
        </p:txBody>
      </p:sp>
    </p:spTree>
    <p:extLst>
      <p:ext uri="{BB962C8B-B14F-4D97-AF65-F5344CB8AC3E}">
        <p14:creationId xmlns:p14="http://schemas.microsoft.com/office/powerpoint/2010/main" val="12107982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40E28-7D92-44FC-B2F8-3026DC312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3567"/>
            <a:ext cx="10515600" cy="499166"/>
          </a:xfrm>
        </p:spPr>
        <p:txBody>
          <a:bodyPr>
            <a:normAutofit fontScale="90000"/>
          </a:bodyPr>
          <a:lstStyle/>
          <a:p>
            <a:r>
              <a:rPr lang="en-ID" dirty="0"/>
              <a:t>Open Systems Interconnection (OSI)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1B5976-BC67-43C4-AEF5-933DCBA7E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58DAF9A-888A-4673-A9EF-9D57E743997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45" b="2980"/>
          <a:stretch/>
        </p:blipFill>
        <p:spPr bwMode="auto">
          <a:xfrm>
            <a:off x="776416" y="968374"/>
            <a:ext cx="4109832" cy="4921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6DD3B79-A114-4DE6-8913-183842906BA0}"/>
              </a:ext>
            </a:extLst>
          </p:cNvPr>
          <p:cNvSpPr/>
          <p:nvPr/>
        </p:nvSpPr>
        <p:spPr>
          <a:xfrm>
            <a:off x="4997047" y="1023659"/>
            <a:ext cx="3551769" cy="57600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1200" dirty="0">
                <a:solidFill>
                  <a:schemeClr val="tx1"/>
                </a:solidFill>
              </a:rPr>
              <a:t>Accesses protocols used by applications to communicate data to end users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74C62EF-1F15-4861-9DEB-7C60759D6E44}"/>
              </a:ext>
            </a:extLst>
          </p:cNvPr>
          <p:cNvSpPr/>
          <p:nvPr/>
        </p:nvSpPr>
        <p:spPr>
          <a:xfrm>
            <a:off x="4997047" y="1718997"/>
            <a:ext cx="3551769" cy="57600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1200" dirty="0">
                <a:solidFill>
                  <a:schemeClr val="tx1"/>
                </a:solidFill>
              </a:rPr>
              <a:t>Configures data into an acceptable format via translation, encryption, and compression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59AE66D-C76D-4BC0-A715-D90489614582}"/>
              </a:ext>
            </a:extLst>
          </p:cNvPr>
          <p:cNvSpPr/>
          <p:nvPr/>
        </p:nvSpPr>
        <p:spPr>
          <a:xfrm>
            <a:off x="4997047" y="2404908"/>
            <a:ext cx="3551769" cy="57600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1200" dirty="0">
                <a:solidFill>
                  <a:schemeClr val="tx1"/>
                </a:solidFill>
              </a:rPr>
              <a:t>Manages connections and the opening and closing of sessions between devices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EFF991B-6F0D-4282-A704-F8A4A0285F55}"/>
              </a:ext>
            </a:extLst>
          </p:cNvPr>
          <p:cNvSpPr/>
          <p:nvPr/>
        </p:nvSpPr>
        <p:spPr>
          <a:xfrm>
            <a:off x="4997047" y="3091334"/>
            <a:ext cx="3551769" cy="57600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1200" dirty="0">
                <a:solidFill>
                  <a:schemeClr val="tx1"/>
                </a:solidFill>
              </a:rPr>
              <a:t>Handles data transmission between devices using UDP and TCP protocols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6232937-90A8-448F-AAD4-770B25409F00}"/>
              </a:ext>
            </a:extLst>
          </p:cNvPr>
          <p:cNvSpPr/>
          <p:nvPr/>
        </p:nvSpPr>
        <p:spPr>
          <a:xfrm>
            <a:off x="4997047" y="3786672"/>
            <a:ext cx="3551769" cy="57600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1200" dirty="0">
                <a:solidFill>
                  <a:schemeClr val="tx1"/>
                </a:solidFill>
              </a:rPr>
              <a:t>Conducts routing between different networks, determining the most efficient path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008B28A-1979-49D9-B943-50F77EA5CDF9}"/>
              </a:ext>
            </a:extLst>
          </p:cNvPr>
          <p:cNvSpPr/>
          <p:nvPr/>
        </p:nvSpPr>
        <p:spPr>
          <a:xfrm>
            <a:off x="4997047" y="4473099"/>
            <a:ext cx="3551769" cy="57600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1200" dirty="0">
                <a:solidFill>
                  <a:schemeClr val="tx1"/>
                </a:solidFill>
              </a:rPr>
              <a:t>Handles node-to-node data transfer between devices on the same network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F0A73B8-1DAE-438B-B993-1AAC0395AFBF}"/>
              </a:ext>
            </a:extLst>
          </p:cNvPr>
          <p:cNvSpPr/>
          <p:nvPr/>
        </p:nvSpPr>
        <p:spPr>
          <a:xfrm>
            <a:off x="4997047" y="5168437"/>
            <a:ext cx="3551769" cy="57600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1200" dirty="0">
                <a:solidFill>
                  <a:schemeClr val="tx1"/>
                </a:solidFill>
              </a:rPr>
              <a:t>Converts data into bits to carry it across physical network equipment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FAFA435-04F5-4798-83D5-9DAD12947A4A}"/>
              </a:ext>
            </a:extLst>
          </p:cNvPr>
          <p:cNvSpPr/>
          <p:nvPr/>
        </p:nvSpPr>
        <p:spPr>
          <a:xfrm>
            <a:off x="410816" y="5260278"/>
            <a:ext cx="509602" cy="498148"/>
          </a:xfrm>
          <a:prstGeom prst="ellipse">
            <a:avLst/>
          </a:prstGeom>
          <a:solidFill>
            <a:srgbClr val="C5E5F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4D7162F-F950-4EB7-94C7-2ED43E3C9183}"/>
              </a:ext>
            </a:extLst>
          </p:cNvPr>
          <p:cNvSpPr/>
          <p:nvPr/>
        </p:nvSpPr>
        <p:spPr>
          <a:xfrm>
            <a:off x="410816" y="4567918"/>
            <a:ext cx="509602" cy="498148"/>
          </a:xfrm>
          <a:prstGeom prst="ellipse">
            <a:avLst/>
          </a:prstGeom>
          <a:solidFill>
            <a:srgbClr val="C5E5F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3326E95-FC47-45C5-BC1C-D5ED22BB33F6}"/>
              </a:ext>
            </a:extLst>
          </p:cNvPr>
          <p:cNvSpPr/>
          <p:nvPr/>
        </p:nvSpPr>
        <p:spPr>
          <a:xfrm>
            <a:off x="410816" y="3881118"/>
            <a:ext cx="509602" cy="498148"/>
          </a:xfrm>
          <a:prstGeom prst="ellipse">
            <a:avLst/>
          </a:prstGeom>
          <a:solidFill>
            <a:srgbClr val="C5E5F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D5F8E6F-E235-491B-87E9-73BD5013BFFC}"/>
              </a:ext>
            </a:extLst>
          </p:cNvPr>
          <p:cNvSpPr/>
          <p:nvPr/>
        </p:nvSpPr>
        <p:spPr>
          <a:xfrm>
            <a:off x="410816" y="3183198"/>
            <a:ext cx="509602" cy="498148"/>
          </a:xfrm>
          <a:prstGeom prst="ellipse">
            <a:avLst/>
          </a:prstGeom>
          <a:solidFill>
            <a:srgbClr val="C5E5F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68D3E8A-FCA9-4D33-9566-9314B2643CB1}"/>
              </a:ext>
            </a:extLst>
          </p:cNvPr>
          <p:cNvSpPr/>
          <p:nvPr/>
        </p:nvSpPr>
        <p:spPr>
          <a:xfrm>
            <a:off x="410816" y="2490838"/>
            <a:ext cx="509602" cy="498148"/>
          </a:xfrm>
          <a:prstGeom prst="ellipse">
            <a:avLst/>
          </a:prstGeom>
          <a:solidFill>
            <a:srgbClr val="C5E5F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DCDB6B5-3A00-4541-9C22-FCD14F4FE682}"/>
              </a:ext>
            </a:extLst>
          </p:cNvPr>
          <p:cNvSpPr/>
          <p:nvPr/>
        </p:nvSpPr>
        <p:spPr>
          <a:xfrm>
            <a:off x="410816" y="1804038"/>
            <a:ext cx="509602" cy="498148"/>
          </a:xfrm>
          <a:prstGeom prst="ellipse">
            <a:avLst/>
          </a:prstGeom>
          <a:solidFill>
            <a:srgbClr val="C5E5F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7B31B14-09EA-4E4B-A1C2-05E8E7DFA6E8}"/>
              </a:ext>
            </a:extLst>
          </p:cNvPr>
          <p:cNvSpPr/>
          <p:nvPr/>
        </p:nvSpPr>
        <p:spPr>
          <a:xfrm>
            <a:off x="410816" y="1126523"/>
            <a:ext cx="509602" cy="498148"/>
          </a:xfrm>
          <a:prstGeom prst="ellipse">
            <a:avLst/>
          </a:prstGeom>
          <a:solidFill>
            <a:srgbClr val="C5E5F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148420-6073-480B-8E0D-A8A9457AB3F1}"/>
              </a:ext>
            </a:extLst>
          </p:cNvPr>
          <p:cNvSpPr/>
          <p:nvPr/>
        </p:nvSpPr>
        <p:spPr>
          <a:xfrm>
            <a:off x="8809255" y="1474355"/>
            <a:ext cx="2716144" cy="1521281"/>
          </a:xfrm>
          <a:prstGeom prst="rect">
            <a:avLst/>
          </a:prstGeom>
          <a:solidFill>
            <a:srgbClr val="E4D30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The OSI model divides network communication into seven layers so that a complex process can understood, standardized, and troubleshot one function at a time.</a:t>
            </a:r>
            <a:endParaRPr lang="en-ID" sz="1400" dirty="0">
              <a:solidFill>
                <a:sysClr val="windowText" lastClr="00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07E494-446E-45F6-B5A9-8F5B72ED7BB8}"/>
              </a:ext>
            </a:extLst>
          </p:cNvPr>
          <p:cNvSpPr txBox="1"/>
          <p:nvPr/>
        </p:nvSpPr>
        <p:spPr>
          <a:xfrm>
            <a:off x="9071213" y="1105023"/>
            <a:ext cx="21922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1400" b="1" dirty="0">
                <a:latin typeface="+mj-lt"/>
              </a:rPr>
              <a:t>What and why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A0C540C-BDE1-4C3F-91F2-E83EC2FEA944}"/>
              </a:ext>
            </a:extLst>
          </p:cNvPr>
          <p:cNvSpPr/>
          <p:nvPr/>
        </p:nvSpPr>
        <p:spPr>
          <a:xfrm>
            <a:off x="8809255" y="3852513"/>
            <a:ext cx="2716144" cy="1502883"/>
          </a:xfrm>
          <a:prstGeom prst="rect">
            <a:avLst/>
          </a:prstGeom>
          <a:solidFill>
            <a:srgbClr val="E4D30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It helps auditors determine where to inspect and what evidence to request, for example, physical access controls, firewall rules, IP configurations, encrypted sessions, or application logs.</a:t>
            </a:r>
            <a:endParaRPr lang="en-ID" sz="1400" dirty="0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555973-6BD9-4892-9366-D9AF64D66C9D}"/>
              </a:ext>
            </a:extLst>
          </p:cNvPr>
          <p:cNvSpPr txBox="1"/>
          <p:nvPr/>
        </p:nvSpPr>
        <p:spPr>
          <a:xfrm>
            <a:off x="8659615" y="3483181"/>
            <a:ext cx="30154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Why it matters for IS auditing</a:t>
            </a:r>
            <a:endParaRPr lang="en-ID" sz="14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29171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75957-7FA9-432A-AFAC-A4713D9BE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2589"/>
          </a:xfrm>
        </p:spPr>
        <p:txBody>
          <a:bodyPr/>
          <a:lstStyle/>
          <a:p>
            <a:r>
              <a:rPr lang="en-ID" dirty="0"/>
              <a:t>Hardware Components &amp; Maintenance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EB06F-E102-4F4C-86A2-5413AA8BC5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2746"/>
            <a:ext cx="10515600" cy="4904217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ID" sz="2000" dirty="0"/>
              <a:t>Processing Components</a:t>
            </a:r>
          </a:p>
          <a:p>
            <a:pPr>
              <a:lnSpc>
                <a:spcPct val="110000"/>
              </a:lnSpc>
            </a:pPr>
            <a:r>
              <a:rPr lang="en-ID" sz="1800" b="1" dirty="0"/>
              <a:t>CPU</a:t>
            </a:r>
            <a:r>
              <a:rPr lang="en-ID" sz="1800" dirty="0"/>
              <a:t>: </a:t>
            </a:r>
            <a:r>
              <a:rPr lang="en-US" sz="1800" dirty="0"/>
              <a:t>The "brain," containing the Arithmetic Logic Unit (ALU) and Control Unit.</a:t>
            </a:r>
            <a:endParaRPr lang="en-ID" sz="1800" dirty="0"/>
          </a:p>
          <a:p>
            <a:pPr>
              <a:lnSpc>
                <a:spcPct val="110000"/>
              </a:lnSpc>
            </a:pPr>
            <a:r>
              <a:rPr lang="en-ID" sz="1800" b="1" dirty="0"/>
              <a:t>Memory</a:t>
            </a:r>
            <a:r>
              <a:rPr lang="en-ID" sz="1800" dirty="0"/>
              <a:t>: </a:t>
            </a:r>
            <a:r>
              <a:rPr lang="en-US" sz="1800" dirty="0"/>
              <a:t>RAM (volatile, for active processing) and ROM (non-volatile, for startup).</a:t>
            </a:r>
            <a:endParaRPr lang="en-ID" sz="1800" dirty="0"/>
          </a:p>
          <a:p>
            <a:pPr>
              <a:lnSpc>
                <a:spcPct val="110000"/>
              </a:lnSpc>
            </a:pPr>
            <a:r>
              <a:rPr lang="en-ID" sz="1800" b="1" dirty="0"/>
              <a:t>Storage</a:t>
            </a:r>
            <a:r>
              <a:rPr lang="en-ID" sz="1800" dirty="0"/>
              <a:t>: </a:t>
            </a:r>
            <a:r>
              <a:rPr lang="en-US" sz="1800" dirty="0"/>
              <a:t>HDD (mechanical spinning disks) vs. SSD (flash memory, faster, more durable).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800" dirty="0"/>
          </a:p>
          <a:p>
            <a:pPr marL="0" indent="0">
              <a:lnSpc>
                <a:spcPct val="110000"/>
              </a:lnSpc>
              <a:buNone/>
            </a:pPr>
            <a:r>
              <a:rPr lang="en-ID" sz="2000" dirty="0"/>
              <a:t>Hardware Maintenance Program: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A formal program to document and perform routine maintenance according to vendor specifications.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Also covers environmental hardware (power, cooling, fire suppression).</a:t>
            </a:r>
          </a:p>
          <a:p>
            <a:pPr marL="0" indent="0">
              <a:lnSpc>
                <a:spcPct val="110000"/>
              </a:lnSpc>
              <a:buNone/>
            </a:pPr>
            <a:endParaRPr lang="en-ID" sz="1800" dirty="0"/>
          </a:p>
          <a:p>
            <a:pPr marL="0" indent="0">
              <a:lnSpc>
                <a:spcPct val="110000"/>
              </a:lnSpc>
              <a:buNone/>
            </a:pPr>
            <a:r>
              <a:rPr lang="en-ID" sz="2000" dirty="0"/>
              <a:t>Auditor’s Role:</a:t>
            </a:r>
          </a:p>
          <a:p>
            <a:pPr>
              <a:lnSpc>
                <a:spcPct val="110000"/>
              </a:lnSpc>
            </a:pPr>
            <a:r>
              <a:rPr lang="en-US" sz="1800" b="1" dirty="0"/>
              <a:t>Verify</a:t>
            </a:r>
            <a:r>
              <a:rPr lang="en-US" sz="1800" dirty="0"/>
              <a:t> a formal maintenance plan exists and is being followed.</a:t>
            </a:r>
          </a:p>
          <a:p>
            <a:pPr>
              <a:lnSpc>
                <a:spcPct val="110000"/>
              </a:lnSpc>
            </a:pPr>
            <a:r>
              <a:rPr lang="en-US" sz="1800" b="1" dirty="0"/>
              <a:t>Review</a:t>
            </a:r>
            <a:r>
              <a:rPr lang="en-US" sz="1800" dirty="0"/>
              <a:t> hardware monitoring reports (availability, error, utilization) to detect problems and predict future needs.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8C4E6A-0D0E-4006-8EB7-DA056BD41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0301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BCCDD-7E9A-42F7-A72C-E43DA6C61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0805"/>
          </a:xfrm>
        </p:spPr>
        <p:txBody>
          <a:bodyPr>
            <a:normAutofit/>
          </a:bodyPr>
          <a:lstStyle/>
          <a:p>
            <a:r>
              <a:rPr lang="en-ID" sz="3200" dirty="0"/>
              <a:t>Risk &amp; Control Example: USB Mass Storage Devices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72812-9BB6-44D6-A5D8-903128C1FB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0070"/>
            <a:ext cx="10515600" cy="4996893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ID" sz="4000" dirty="0"/>
              <a:t>Key Risks:</a:t>
            </a:r>
          </a:p>
          <a:p>
            <a:pPr>
              <a:lnSpc>
                <a:spcPct val="120000"/>
              </a:lnSpc>
            </a:pPr>
            <a:r>
              <a:rPr lang="en-US" b="1" dirty="0"/>
              <a:t>Malware</a:t>
            </a:r>
            <a:r>
              <a:rPr lang="en-US" dirty="0"/>
              <a:t>: A common vector for viruses and spyware. </a:t>
            </a:r>
          </a:p>
          <a:p>
            <a:pPr>
              <a:lnSpc>
                <a:spcPct val="120000"/>
              </a:lnSpc>
            </a:pPr>
            <a:r>
              <a:rPr lang="en-US" b="1" dirty="0"/>
              <a:t>Data Theft</a:t>
            </a:r>
            <a:r>
              <a:rPr lang="en-US" dirty="0"/>
              <a:t>: Easy for unauthorized individuals to copy large amounts of data from an unattended PC. </a:t>
            </a:r>
          </a:p>
          <a:p>
            <a:pPr>
              <a:lnSpc>
                <a:spcPct val="120000"/>
              </a:lnSpc>
            </a:pPr>
            <a:r>
              <a:rPr lang="en-US" b="1" dirty="0"/>
              <a:t>Data and Media Loss</a:t>
            </a:r>
            <a:r>
              <a:rPr lang="en-US" dirty="0"/>
              <a:t>: High risk of loss due to small size, leading to confidentiality breaches if not encrypted.</a:t>
            </a:r>
          </a:p>
          <a:p>
            <a:pPr>
              <a:lnSpc>
                <a:spcPct val="120000"/>
              </a:lnSpc>
            </a:pPr>
            <a:endParaRPr lang="en-US" sz="17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4000" dirty="0"/>
              <a:t>Key Controls:</a:t>
            </a:r>
          </a:p>
          <a:p>
            <a:pPr>
              <a:lnSpc>
                <a:spcPct val="120000"/>
              </a:lnSpc>
            </a:pPr>
            <a:r>
              <a:rPr lang="en-US" b="1" dirty="0"/>
              <a:t>Encryption</a:t>
            </a:r>
            <a:r>
              <a:rPr lang="en-US" dirty="0"/>
              <a:t>: Render data useless without the required key or password.</a:t>
            </a:r>
          </a:p>
          <a:p>
            <a:pPr>
              <a:lnSpc>
                <a:spcPct val="120000"/>
              </a:lnSpc>
            </a:pPr>
            <a:r>
              <a:rPr lang="en-US" b="1" dirty="0"/>
              <a:t>Granular Control Software</a:t>
            </a:r>
            <a:r>
              <a:rPr lang="en-US" dirty="0"/>
              <a:t>: Block or manage USB ports centrally (e.g., allow keyboards but block storage devices).</a:t>
            </a:r>
          </a:p>
          <a:p>
            <a:pPr>
              <a:lnSpc>
                <a:spcPct val="120000"/>
              </a:lnSpc>
            </a:pPr>
            <a:r>
              <a:rPr lang="en-US" b="1" dirty="0"/>
              <a:t>Policy &amp; Awareness</a:t>
            </a:r>
            <a:r>
              <a:rPr lang="en-US" dirty="0"/>
              <a:t>: Enforce antivirus scanning of removable media and use of locked desktop policies.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066837-00A7-492B-9B27-61570384D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4255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19623-D51B-4DDB-A3FB-D5AA8A4AF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IT Asset Management</a:t>
            </a:r>
          </a:p>
        </p:txBody>
      </p:sp>
    </p:spTree>
    <p:extLst>
      <p:ext uri="{BB962C8B-B14F-4D97-AF65-F5344CB8AC3E}">
        <p14:creationId xmlns:p14="http://schemas.microsoft.com/office/powerpoint/2010/main" val="29571222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11AB6-213C-408D-8E7D-374D0361E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0208"/>
            <a:ext cx="10515600" cy="821124"/>
          </a:xfrm>
        </p:spPr>
        <p:txBody>
          <a:bodyPr/>
          <a:lstStyle/>
          <a:p>
            <a:r>
              <a:rPr lang="en-ID" dirty="0"/>
              <a:t>IT Asset Management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5B8D61-A93A-4F94-9567-2EBDA3C2A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F83687-4DE0-4DBF-9DD8-42389A9D6159}"/>
              </a:ext>
            </a:extLst>
          </p:cNvPr>
          <p:cNvSpPr/>
          <p:nvPr/>
        </p:nvSpPr>
        <p:spPr>
          <a:xfrm>
            <a:off x="1" y="1093574"/>
            <a:ext cx="6536724" cy="106635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sz="2000" dirty="0">
                <a:solidFill>
                  <a:sysClr val="windowText" lastClr="000000"/>
                </a:solidFill>
              </a:rPr>
              <a:t>The process of ensuring an organization's assets are accounted for, deployed, maintained, and disposed of when no longer needed. </a:t>
            </a:r>
            <a:endParaRPr lang="en-ID" sz="2000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B2BDE5-A339-4998-B112-AA89A1A37F5D}"/>
              </a:ext>
            </a:extLst>
          </p:cNvPr>
          <p:cNvSpPr txBox="1"/>
          <p:nvPr/>
        </p:nvSpPr>
        <p:spPr>
          <a:xfrm>
            <a:off x="838200" y="2159929"/>
            <a:ext cx="5395784" cy="3222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ID" sz="2400" dirty="0"/>
              <a:t>The Process: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Identify all IT assets (hardware, software, data).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Create and maintain an inventory of all assets.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Track the asset throughout its life cycle.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/>
              <a:t>Key Inventory Fields: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Owner &amp; Custodian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Location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Security/Risk Classification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Compliance Requirements</a:t>
            </a:r>
            <a:endParaRPr lang="en-ID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C7BC8A-63C9-412D-8241-F53F41010749}"/>
              </a:ext>
            </a:extLst>
          </p:cNvPr>
          <p:cNvSpPr txBox="1"/>
          <p:nvPr/>
        </p:nvSpPr>
        <p:spPr>
          <a:xfrm>
            <a:off x="6695816" y="4089649"/>
            <a:ext cx="485157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C00000"/>
                </a:solidFill>
                <a:latin typeface="+mj-lt"/>
              </a:rPr>
              <a:t>You can’t protect what you don’t know you have! </a:t>
            </a:r>
            <a:endParaRPr lang="en-ID" sz="2800" dirty="0">
              <a:solidFill>
                <a:srgbClr val="C00000"/>
              </a:solidFill>
              <a:latin typeface="+mj-lt"/>
            </a:endParaRPr>
          </a:p>
        </p:txBody>
      </p:sp>
      <p:pic>
        <p:nvPicPr>
          <p:cNvPr id="2050" name="Picture 2" descr="What is IT Asset Management (ITAM)? | Definition from TechTarget">
            <a:extLst>
              <a:ext uri="{FF2B5EF4-FFF2-40B4-BE49-F238E27FC236}">
                <a16:creationId xmlns:a16="http://schemas.microsoft.com/office/drawing/2014/main" id="{AEEEB2AE-DD78-434E-A0BB-620BECC0D8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18" t="6718" r="6718" b="6718"/>
          <a:stretch/>
        </p:blipFill>
        <p:spPr bwMode="auto">
          <a:xfrm>
            <a:off x="7374924" y="306929"/>
            <a:ext cx="3705999" cy="3705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884A757-689A-443F-8A9D-455A6EB022A5}"/>
              </a:ext>
            </a:extLst>
          </p:cNvPr>
          <p:cNvSpPr txBox="1"/>
          <p:nvPr/>
        </p:nvSpPr>
        <p:spPr>
          <a:xfrm>
            <a:off x="0" y="5579760"/>
            <a:ext cx="12191999" cy="369332"/>
          </a:xfrm>
          <a:prstGeom prst="rect">
            <a:avLst/>
          </a:prstGeom>
          <a:solidFill>
            <a:srgbClr val="020294"/>
          </a:solidFill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Auditor's Role</a:t>
            </a:r>
            <a:r>
              <a:rPr lang="en-US" dirty="0">
                <a:solidFill>
                  <a:schemeClr val="bg1"/>
                </a:solidFill>
              </a:rPr>
              <a:t>: To verify that a complete and accurate inventory of all IT assets exists and is actively maintained.</a:t>
            </a:r>
            <a:endParaRPr lang="en-ID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67164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19623-D51B-4DDB-A3FB-D5AA8A4AF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Job Scheduling  &amp; Automation</a:t>
            </a:r>
          </a:p>
        </p:txBody>
      </p:sp>
    </p:spTree>
    <p:extLst>
      <p:ext uri="{BB962C8B-B14F-4D97-AF65-F5344CB8AC3E}">
        <p14:creationId xmlns:p14="http://schemas.microsoft.com/office/powerpoint/2010/main" val="14575433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11AB6-213C-408D-8E7D-374D0361E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0208"/>
            <a:ext cx="10515600" cy="821124"/>
          </a:xfrm>
        </p:spPr>
        <p:txBody>
          <a:bodyPr/>
          <a:lstStyle/>
          <a:p>
            <a:r>
              <a:rPr lang="en-ID" dirty="0"/>
              <a:t>Job Scheduling and Automation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5B8D61-A93A-4F94-9567-2EBDA3C2A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F83687-4DE0-4DBF-9DD8-42389A9D6159}"/>
              </a:ext>
            </a:extLst>
          </p:cNvPr>
          <p:cNvSpPr/>
          <p:nvPr/>
        </p:nvSpPr>
        <p:spPr>
          <a:xfrm>
            <a:off x="1" y="1093574"/>
            <a:ext cx="6536724" cy="106635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sz="2000" dirty="0">
                <a:solidFill>
                  <a:sysClr val="windowText" lastClr="000000"/>
                </a:solidFill>
              </a:rPr>
              <a:t>A list of batch jobs that must be run, their execution order, and any dependencies</a:t>
            </a:r>
            <a:endParaRPr lang="en-ID" sz="2000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B2BDE5-A339-4998-B112-AA89A1A37F5D}"/>
              </a:ext>
            </a:extLst>
          </p:cNvPr>
          <p:cNvSpPr txBox="1"/>
          <p:nvPr/>
        </p:nvSpPr>
        <p:spPr>
          <a:xfrm>
            <a:off x="700215" y="2436260"/>
            <a:ext cx="5395784" cy="1985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dirty="0"/>
              <a:t>Key Controls: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High-priority jobs are given optimal resource availability.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Maintenance functions (e.g., backups) are performed during non-peak times.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Logs are maintained of all job successes and failures.</a:t>
            </a:r>
            <a:endParaRPr lang="en-ID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84A757-689A-443F-8A9D-455A6EB022A5}"/>
              </a:ext>
            </a:extLst>
          </p:cNvPr>
          <p:cNvSpPr txBox="1"/>
          <p:nvPr/>
        </p:nvSpPr>
        <p:spPr>
          <a:xfrm>
            <a:off x="0" y="5147914"/>
            <a:ext cx="12191999" cy="923330"/>
          </a:xfrm>
          <a:prstGeom prst="rect">
            <a:avLst/>
          </a:prstGeom>
          <a:solidFill>
            <a:srgbClr val="020294"/>
          </a:solidFill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Auditor's Role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Review the job schedule to ensure it aligns with business priorities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and review console logs for evidence of job failures and timely resolution</a:t>
            </a:r>
            <a:endParaRPr lang="en-ID" dirty="0">
              <a:solidFill>
                <a:schemeClr val="bg1"/>
              </a:solidFill>
            </a:endParaRPr>
          </a:p>
        </p:txBody>
      </p:sp>
      <p:pic>
        <p:nvPicPr>
          <p:cNvPr id="3074" name="Picture 2" descr="What Are Project Dependencies? PRINCE2 UK">
            <a:extLst>
              <a:ext uri="{FF2B5EF4-FFF2-40B4-BE49-F238E27FC236}">
                <a16:creationId xmlns:a16="http://schemas.microsoft.com/office/drawing/2014/main" id="{BDA96EA9-0767-4E63-8F65-12DBCD85F9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2649" y="1444445"/>
            <a:ext cx="5282483" cy="3310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85867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19623-D51B-4DDB-A3FB-D5AA8A4AF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System Interfaces</a:t>
            </a:r>
          </a:p>
        </p:txBody>
      </p:sp>
    </p:spTree>
    <p:extLst>
      <p:ext uri="{BB962C8B-B14F-4D97-AF65-F5344CB8AC3E}">
        <p14:creationId xmlns:p14="http://schemas.microsoft.com/office/powerpoint/2010/main" val="37550076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11AB6-213C-408D-8E7D-374D0361E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0208"/>
            <a:ext cx="10515600" cy="821124"/>
          </a:xfrm>
        </p:spPr>
        <p:txBody>
          <a:bodyPr/>
          <a:lstStyle/>
          <a:p>
            <a:r>
              <a:rPr lang="en-ID" dirty="0"/>
              <a:t>System Interfaces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5B8D61-A93A-4F94-9567-2EBDA3C2A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F83687-4DE0-4DBF-9DD8-42389A9D6159}"/>
              </a:ext>
            </a:extLst>
          </p:cNvPr>
          <p:cNvSpPr/>
          <p:nvPr/>
        </p:nvSpPr>
        <p:spPr>
          <a:xfrm>
            <a:off x="1" y="1093574"/>
            <a:ext cx="6536724" cy="106635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sz="2000" dirty="0">
                <a:solidFill>
                  <a:sysClr val="windowText" lastClr="000000"/>
                </a:solidFill>
              </a:rPr>
              <a:t>The connections that allow data to be exchanged between different systems, both internally and with external partners.</a:t>
            </a:r>
            <a:endParaRPr lang="en-ID" sz="2000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B2BDE5-A339-4998-B112-AA89A1A37F5D}"/>
              </a:ext>
            </a:extLst>
          </p:cNvPr>
          <p:cNvSpPr txBox="1"/>
          <p:nvPr/>
        </p:nvSpPr>
        <p:spPr>
          <a:xfrm>
            <a:off x="316127" y="2288452"/>
            <a:ext cx="6536724" cy="3392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/>
              <a:t>The Process: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Data Integrity</a:t>
            </a:r>
            <a:r>
              <a:rPr lang="en-US" sz="1400" dirty="0"/>
              <a:t>: Data is corrupted or lost during transfer.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Data Confidentiality</a:t>
            </a:r>
            <a:r>
              <a:rPr lang="en-US" sz="1400" dirty="0"/>
              <a:t>: Unauthorized access to data in transit.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Data Availability</a:t>
            </a:r>
            <a:r>
              <a:rPr lang="en-US" sz="1400" dirty="0"/>
              <a:t>: System outages cause incomplete data transfers.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lnSpc>
                <a:spcPct val="120000"/>
              </a:lnSpc>
            </a:pPr>
            <a:r>
              <a:rPr lang="en-ID" sz="2000" dirty="0"/>
              <a:t>Key Inventory Fields: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Reconciliation</a:t>
            </a:r>
            <a:r>
              <a:rPr lang="en-US" sz="1400" dirty="0"/>
              <a:t>: Using control totals or cryptographic hash checksums to verify that data sent equals data received.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Encryption</a:t>
            </a:r>
            <a:r>
              <a:rPr lang="en-US" sz="1400" dirty="0"/>
              <a:t>: Protecting data during transfer, especially across untrusted networks.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Audit Trails</a:t>
            </a:r>
            <a:r>
              <a:rPr lang="en-US" sz="1400" dirty="0"/>
              <a:t>: Logging all interface activity (who sent what, when it was sent, when it was received)</a:t>
            </a:r>
            <a:endParaRPr lang="en-ID" sz="1400" dirty="0"/>
          </a:p>
        </p:txBody>
      </p:sp>
      <p:pic>
        <p:nvPicPr>
          <p:cNvPr id="4098" name="Picture 2" descr="NHS England » Interoperability">
            <a:extLst>
              <a:ext uri="{FF2B5EF4-FFF2-40B4-BE49-F238E27FC236}">
                <a16:creationId xmlns:a16="http://schemas.microsoft.com/office/drawing/2014/main" id="{0DC40576-DC77-492D-8DD9-EB1FB18902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2844" y="1093574"/>
            <a:ext cx="4427036" cy="2951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🔐 Triad CIA: Tiga Pilar Keamanan Informasi | oleh Prajwal Ahluwalia |  Tulisan tentang Keamanan Siber">
            <a:extLst>
              <a:ext uri="{FF2B5EF4-FFF2-40B4-BE49-F238E27FC236}">
                <a16:creationId xmlns:a16="http://schemas.microsoft.com/office/drawing/2014/main" id="{757ED509-6053-4CF3-A91D-FCFC553C37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40" t="7503" r="16440" b="7503"/>
          <a:stretch/>
        </p:blipFill>
        <p:spPr bwMode="auto">
          <a:xfrm>
            <a:off x="8039193" y="4187034"/>
            <a:ext cx="2294337" cy="1719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95987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19623-D51B-4DDB-A3FB-D5AA8A4AF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57005"/>
            <a:ext cx="6202680" cy="2852737"/>
          </a:xfrm>
        </p:spPr>
        <p:txBody>
          <a:bodyPr/>
          <a:lstStyle/>
          <a:p>
            <a:r>
              <a:rPr lang="en-ID" dirty="0"/>
              <a:t>End-User Computing (EUC)</a:t>
            </a:r>
          </a:p>
        </p:txBody>
      </p:sp>
    </p:spTree>
    <p:extLst>
      <p:ext uri="{BB962C8B-B14F-4D97-AF65-F5344CB8AC3E}">
        <p14:creationId xmlns:p14="http://schemas.microsoft.com/office/powerpoint/2010/main" val="30968333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11AB6-213C-408D-8E7D-374D0361E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0208"/>
            <a:ext cx="10515600" cy="821124"/>
          </a:xfrm>
        </p:spPr>
        <p:txBody>
          <a:bodyPr/>
          <a:lstStyle/>
          <a:p>
            <a:r>
              <a:rPr lang="en-US" dirty="0"/>
              <a:t>End-User Computing and Shadow IT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5B8D61-A93A-4F94-9567-2EBDA3C2A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F83687-4DE0-4DBF-9DD8-42389A9D6159}"/>
              </a:ext>
            </a:extLst>
          </p:cNvPr>
          <p:cNvSpPr/>
          <p:nvPr/>
        </p:nvSpPr>
        <p:spPr>
          <a:xfrm>
            <a:off x="1" y="1332799"/>
            <a:ext cx="6536724" cy="63810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sz="1600" dirty="0">
                <a:solidFill>
                  <a:sysClr val="windowText" lastClr="000000"/>
                </a:solidFill>
              </a:rPr>
              <a:t>The ability of non-IT professionals to design and implement their own applications (e.g., complex spreadsheets, Access databases)</a:t>
            </a:r>
            <a:endParaRPr lang="en-ID" sz="1600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B2BDE5-A339-4998-B112-AA89A1A37F5D}"/>
              </a:ext>
            </a:extLst>
          </p:cNvPr>
          <p:cNvSpPr txBox="1"/>
          <p:nvPr/>
        </p:nvSpPr>
        <p:spPr>
          <a:xfrm>
            <a:off x="316127" y="3775548"/>
            <a:ext cx="6536724" cy="1213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ID" sz="2000" dirty="0"/>
              <a:t>Key Risks: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Lack of </a:t>
            </a:r>
            <a:r>
              <a:rPr lang="en-US" sz="1400" b="1" dirty="0"/>
              <a:t>security controls </a:t>
            </a:r>
            <a:r>
              <a:rPr lang="en-US" sz="1400" dirty="0"/>
              <a:t>(no authorization, logging, or encryption).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Data loss </a:t>
            </a:r>
            <a:r>
              <a:rPr lang="en-US" sz="1400" dirty="0"/>
              <a:t>(applications are not properly backed up).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Compliance violations </a:t>
            </a:r>
            <a:r>
              <a:rPr lang="en-US" sz="1400" dirty="0"/>
              <a:t>(sensitive data stored in unapproved locations)</a:t>
            </a:r>
            <a:endParaRPr lang="en-ID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DA5F83-69D4-4195-96A9-AEBDF3E0E833}"/>
              </a:ext>
            </a:extLst>
          </p:cNvPr>
          <p:cNvSpPr txBox="1"/>
          <p:nvPr/>
        </p:nvSpPr>
        <p:spPr>
          <a:xfrm>
            <a:off x="185351" y="1007400"/>
            <a:ext cx="24449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dirty="0">
                <a:latin typeface="+mj-lt"/>
              </a:rPr>
              <a:t>End-User Computing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310767-F65F-4755-95FC-5DCB9CA3A1AE}"/>
              </a:ext>
            </a:extLst>
          </p:cNvPr>
          <p:cNvSpPr/>
          <p:nvPr/>
        </p:nvSpPr>
        <p:spPr>
          <a:xfrm>
            <a:off x="1" y="2391474"/>
            <a:ext cx="6536724" cy="833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sz="1600" dirty="0">
                <a:solidFill>
                  <a:sysClr val="windowText" lastClr="000000"/>
                </a:solidFill>
              </a:rPr>
              <a:t>The use of systems, services, or software without explicit approval from the IT department (e.g., using a personal cloud storage account for work files)</a:t>
            </a:r>
            <a:endParaRPr lang="en-ID" sz="1600" dirty="0">
              <a:solidFill>
                <a:sysClr val="windowText" lastClr="00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930B83-FCDB-4BFC-9230-B870781459F8}"/>
              </a:ext>
            </a:extLst>
          </p:cNvPr>
          <p:cNvSpPr txBox="1"/>
          <p:nvPr/>
        </p:nvSpPr>
        <p:spPr>
          <a:xfrm>
            <a:off x="185351" y="2066075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dirty="0">
                <a:latin typeface="+mj-lt"/>
              </a:rPr>
              <a:t>Shadow IT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67FBCE-A4FD-4329-A5C2-4C516642D642}"/>
              </a:ext>
            </a:extLst>
          </p:cNvPr>
          <p:cNvSpPr txBox="1"/>
          <p:nvPr/>
        </p:nvSpPr>
        <p:spPr>
          <a:xfrm>
            <a:off x="0" y="5579760"/>
            <a:ext cx="12191999" cy="369332"/>
          </a:xfrm>
          <a:prstGeom prst="rect">
            <a:avLst/>
          </a:prstGeom>
          <a:solidFill>
            <a:srgbClr val="020294"/>
          </a:solidFill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Auditor's Role</a:t>
            </a:r>
            <a:r>
              <a:rPr lang="en-US" dirty="0">
                <a:solidFill>
                  <a:schemeClr val="bg1"/>
                </a:solidFill>
              </a:rPr>
              <a:t>:  Evaluate the organization's policies and compensating controls for managing these risks.</a:t>
            </a:r>
          </a:p>
        </p:txBody>
      </p:sp>
      <p:pic>
        <p:nvPicPr>
          <p:cNvPr id="5122" name="Picture 2" descr="Internal Audit Spreadsheet &amp; EUC Risks - Apparity">
            <a:extLst>
              <a:ext uri="{FF2B5EF4-FFF2-40B4-BE49-F238E27FC236}">
                <a16:creationId xmlns:a16="http://schemas.microsoft.com/office/drawing/2014/main" id="{8AE2D1ED-F6A3-487A-BB8F-1EFD73C23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8202" y="1523471"/>
            <a:ext cx="4182291" cy="313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54897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19623-D51B-4DDB-A3FB-D5AA8A4AF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57005"/>
            <a:ext cx="6202680" cy="2852737"/>
          </a:xfrm>
        </p:spPr>
        <p:txBody>
          <a:bodyPr/>
          <a:lstStyle/>
          <a:p>
            <a:r>
              <a:rPr lang="en-ID" dirty="0"/>
              <a:t>Data Governance</a:t>
            </a:r>
          </a:p>
        </p:txBody>
      </p:sp>
    </p:spTree>
    <p:extLst>
      <p:ext uri="{BB962C8B-B14F-4D97-AF65-F5344CB8AC3E}">
        <p14:creationId xmlns:p14="http://schemas.microsoft.com/office/powerpoint/2010/main" val="18029417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11AB6-213C-408D-8E7D-374D0361E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0208"/>
            <a:ext cx="10515600" cy="821124"/>
          </a:xfrm>
        </p:spPr>
        <p:txBody>
          <a:bodyPr/>
          <a:lstStyle/>
          <a:p>
            <a:r>
              <a:rPr lang="en-ID" dirty="0"/>
              <a:t>Data Governance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5B8D61-A93A-4F94-9567-2EBDA3C2A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F83687-4DE0-4DBF-9DD8-42389A9D6159}"/>
              </a:ext>
            </a:extLst>
          </p:cNvPr>
          <p:cNvSpPr/>
          <p:nvPr/>
        </p:nvSpPr>
        <p:spPr>
          <a:xfrm>
            <a:off x="1" y="1093574"/>
            <a:ext cx="6536724" cy="106635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sz="2000" dirty="0">
                <a:solidFill>
                  <a:sysClr val="windowText" lastClr="000000"/>
                </a:solidFill>
              </a:rPr>
              <a:t>The overall management of the availability, usability, integrity, and security of data used in an enterprise</a:t>
            </a:r>
            <a:endParaRPr lang="en-ID" sz="2000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B2BDE5-A339-4998-B112-AA89A1A37F5D}"/>
              </a:ext>
            </a:extLst>
          </p:cNvPr>
          <p:cNvSpPr txBox="1"/>
          <p:nvPr/>
        </p:nvSpPr>
        <p:spPr>
          <a:xfrm>
            <a:off x="316127" y="2392634"/>
            <a:ext cx="6368878" cy="2321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ID" sz="2400" dirty="0"/>
              <a:t>Key Principles for IS Operations: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Ownership</a:t>
            </a:r>
            <a:r>
              <a:rPr lang="en-US" sz="1400" dirty="0"/>
              <a:t>: Data owners must be assigned for critical information assets.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Classification</a:t>
            </a:r>
            <a:r>
              <a:rPr lang="en-US" sz="1400" dirty="0"/>
              <a:t>: Assets must be classified based on sensitivity to apply appropriate controls.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Integrity</a:t>
            </a:r>
            <a:r>
              <a:rPr lang="en-US" sz="1400" dirty="0"/>
              <a:t>: Controls must ensure data accuracy and completeness, especially in system interfaces and databases (e.g., referential integrity).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Security</a:t>
            </a:r>
            <a:r>
              <a:rPr lang="en-US" sz="1400" dirty="0"/>
              <a:t>: Access controls, encryption, and logging must be implemented based on data classification.</a:t>
            </a:r>
            <a:endParaRPr lang="en-ID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612CC5-217C-48D2-B1A5-CDB493A209B6}"/>
              </a:ext>
            </a:extLst>
          </p:cNvPr>
          <p:cNvSpPr txBox="1"/>
          <p:nvPr/>
        </p:nvSpPr>
        <p:spPr>
          <a:xfrm>
            <a:off x="0" y="5579760"/>
            <a:ext cx="12191999" cy="646331"/>
          </a:xfrm>
          <a:prstGeom prst="rect">
            <a:avLst/>
          </a:prstGeom>
          <a:solidFill>
            <a:srgbClr val="020294"/>
          </a:solidFill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Auditor's Role</a:t>
            </a:r>
            <a:r>
              <a:rPr lang="en-US" dirty="0">
                <a:solidFill>
                  <a:schemeClr val="bg1"/>
                </a:solidFill>
              </a:rPr>
              <a:t>:  Verify that a data governance framework is in place and that operational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processes (asset management, database administration, etc.) adhere to it</a:t>
            </a:r>
          </a:p>
        </p:txBody>
      </p:sp>
      <p:pic>
        <p:nvPicPr>
          <p:cNvPr id="6146" name="Picture 2" descr="DAMA-DMBOK® - DAMA Internasional®">
            <a:extLst>
              <a:ext uri="{FF2B5EF4-FFF2-40B4-BE49-F238E27FC236}">
                <a16:creationId xmlns:a16="http://schemas.microsoft.com/office/drawing/2014/main" id="{2E9AB482-1973-44C2-816D-675BEA1494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4129" y="36555"/>
            <a:ext cx="5727871" cy="5727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68203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19623-D51B-4DDB-A3FB-D5AA8A4AF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57005"/>
            <a:ext cx="6202680" cy="2852737"/>
          </a:xfrm>
        </p:spPr>
        <p:txBody>
          <a:bodyPr/>
          <a:lstStyle/>
          <a:p>
            <a:r>
              <a:rPr lang="en-ID" dirty="0"/>
              <a:t>Systems Performance Management</a:t>
            </a:r>
          </a:p>
        </p:txBody>
      </p:sp>
    </p:spTree>
    <p:extLst>
      <p:ext uri="{BB962C8B-B14F-4D97-AF65-F5344CB8AC3E}">
        <p14:creationId xmlns:p14="http://schemas.microsoft.com/office/powerpoint/2010/main" val="6237551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11AB6-213C-408D-8E7D-374D0361E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0208"/>
            <a:ext cx="10515600" cy="821124"/>
          </a:xfrm>
        </p:spPr>
        <p:txBody>
          <a:bodyPr/>
          <a:lstStyle/>
          <a:p>
            <a:r>
              <a:rPr lang="en-US" dirty="0"/>
              <a:t>Goal of System Performance Management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5B8D61-A93A-4F94-9567-2EBDA3C2A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F83687-4DE0-4DBF-9DD8-42389A9D6159}"/>
              </a:ext>
            </a:extLst>
          </p:cNvPr>
          <p:cNvSpPr/>
          <p:nvPr/>
        </p:nvSpPr>
        <p:spPr>
          <a:xfrm>
            <a:off x="1" y="1093574"/>
            <a:ext cx="6932140" cy="82112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sz="2000" dirty="0">
                <a:solidFill>
                  <a:sysClr val="windowText" lastClr="000000"/>
                </a:solidFill>
              </a:rPr>
              <a:t>To ensure that IS architecture, software, and resources can efficiently meet current and future business demand.</a:t>
            </a:r>
            <a:endParaRPr lang="en-ID" sz="2000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B2BDE5-A339-4998-B112-AA89A1A37F5D}"/>
              </a:ext>
            </a:extLst>
          </p:cNvPr>
          <p:cNvSpPr txBox="1"/>
          <p:nvPr/>
        </p:nvSpPr>
        <p:spPr>
          <a:xfrm>
            <a:off x="741533" y="2138368"/>
            <a:ext cx="5066653" cy="4944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ID" sz="2400" b="1" dirty="0"/>
              <a:t>Key Areas: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C0AAC18-E22D-463E-BBB1-C7059BF79385}"/>
              </a:ext>
            </a:extLst>
          </p:cNvPr>
          <p:cNvSpPr/>
          <p:nvPr/>
        </p:nvSpPr>
        <p:spPr>
          <a:xfrm>
            <a:off x="838200" y="2796745"/>
            <a:ext cx="4349578" cy="52516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1600" b="1" dirty="0"/>
              <a:t>Operating Systems Management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56757C5-DF3A-4FB5-AD5D-ED317014E2B5}"/>
              </a:ext>
            </a:extLst>
          </p:cNvPr>
          <p:cNvSpPr/>
          <p:nvPr/>
        </p:nvSpPr>
        <p:spPr>
          <a:xfrm>
            <a:off x="838200" y="3889787"/>
            <a:ext cx="4349578" cy="52516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1600" b="1" dirty="0"/>
              <a:t>Software &amp; Source Code Management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938B9C0-58A4-475E-8BC8-104F1A47AAEB}"/>
              </a:ext>
            </a:extLst>
          </p:cNvPr>
          <p:cNvSpPr/>
          <p:nvPr/>
        </p:nvSpPr>
        <p:spPr>
          <a:xfrm>
            <a:off x="838200" y="4903989"/>
            <a:ext cx="4349578" cy="52516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1600" b="1" dirty="0"/>
              <a:t>Capacity Management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FEF5B6-2F8E-4E84-9FF5-EC1F9FC47383}"/>
              </a:ext>
            </a:extLst>
          </p:cNvPr>
          <p:cNvSpPr txBox="1"/>
          <p:nvPr/>
        </p:nvSpPr>
        <p:spPr>
          <a:xfrm>
            <a:off x="5390634" y="2749877"/>
            <a:ext cx="5654246" cy="726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Ensuring the core software that runs the computer is secure and properly configured.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6619DD-08AE-4A22-A9D0-EEF84EDB3FF1}"/>
              </a:ext>
            </a:extLst>
          </p:cNvPr>
          <p:cNvSpPr txBox="1"/>
          <p:nvPr/>
        </p:nvSpPr>
        <p:spPr>
          <a:xfrm>
            <a:off x="5390634" y="3789223"/>
            <a:ext cx="5443151" cy="726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Controlling software licenses and the underlying code of applications.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FFBC6E-0FCA-45AA-8FD9-0D5DDBADF56E}"/>
              </a:ext>
            </a:extLst>
          </p:cNvPr>
          <p:cNvSpPr txBox="1"/>
          <p:nvPr/>
        </p:nvSpPr>
        <p:spPr>
          <a:xfrm>
            <a:off x="5382396" y="4843404"/>
            <a:ext cx="56007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Planning and monitoring computing resources (CPU, storage, network) to ensure they are sufficient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8894937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11AB6-213C-408D-8E7D-374D0361E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0208"/>
            <a:ext cx="10515600" cy="821124"/>
          </a:xfrm>
        </p:spPr>
        <p:txBody>
          <a:bodyPr/>
          <a:lstStyle/>
          <a:p>
            <a:r>
              <a:rPr lang="en-ID" dirty="0"/>
              <a:t>Operating Systems Fundamentals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5B8D61-A93A-4F94-9567-2EBDA3C2A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F83687-4DE0-4DBF-9DD8-42389A9D6159}"/>
              </a:ext>
            </a:extLst>
          </p:cNvPr>
          <p:cNvSpPr/>
          <p:nvPr/>
        </p:nvSpPr>
        <p:spPr>
          <a:xfrm>
            <a:off x="1" y="1093574"/>
            <a:ext cx="6932140" cy="82112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sz="2000" dirty="0">
                <a:solidFill>
                  <a:sysClr val="windowText" lastClr="000000"/>
                </a:solidFill>
              </a:rPr>
              <a:t>Role of the OS: Interfaces between the user, processor, and </a:t>
            </a:r>
          </a:p>
          <a:p>
            <a:pPr marL="179388"/>
            <a:r>
              <a:rPr lang="en-US" sz="2000" dirty="0">
                <a:solidFill>
                  <a:sysClr val="windowText" lastClr="000000"/>
                </a:solidFill>
              </a:rPr>
              <a:t>application software. Manages all computer resources.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B2BDE5-A339-4998-B112-AA89A1A37F5D}"/>
              </a:ext>
            </a:extLst>
          </p:cNvPr>
          <p:cNvSpPr txBox="1"/>
          <p:nvPr/>
        </p:nvSpPr>
        <p:spPr>
          <a:xfrm>
            <a:off x="741533" y="2138368"/>
            <a:ext cx="5066653" cy="4944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ID" sz="2400" b="1" dirty="0"/>
              <a:t>Key Concept: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E9DD1A-258E-49D5-BDE9-7EC356F10617}"/>
              </a:ext>
            </a:extLst>
          </p:cNvPr>
          <p:cNvSpPr txBox="1"/>
          <p:nvPr/>
        </p:nvSpPr>
        <p:spPr>
          <a:xfrm>
            <a:off x="741533" y="2826678"/>
            <a:ext cx="559130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Nucleus (Kernel): </a:t>
            </a:r>
            <a:r>
              <a:rPr lang="en-US" dirty="0"/>
              <a:t>The core of the OS. A highly privileged area where most user access is restricted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System Generation (SYSGEN)</a:t>
            </a:r>
            <a:r>
              <a:rPr lang="en-US" dirty="0"/>
              <a:t>: The process of customizing an OS at installation time by setting key parameters.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Registry (Windows)</a:t>
            </a:r>
            <a:r>
              <a:rPr lang="en-US" dirty="0"/>
              <a:t>: A database of critical system configuration files and options.</a:t>
            </a:r>
            <a:endParaRPr lang="en-ID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FF0040-4C9F-4379-BF99-052ABC26337A}"/>
              </a:ext>
            </a:extLst>
          </p:cNvPr>
          <p:cNvSpPr txBox="1"/>
          <p:nvPr/>
        </p:nvSpPr>
        <p:spPr>
          <a:xfrm>
            <a:off x="6839464" y="2985869"/>
            <a:ext cx="4423719" cy="1754326"/>
          </a:xfrm>
          <a:prstGeom prst="rect">
            <a:avLst/>
          </a:prstGeom>
          <a:solidFill>
            <a:srgbClr val="020294"/>
          </a:solidFill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Auditor's Role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r>
              <a:rPr lang="en-US" dirty="0">
                <a:solidFill>
                  <a:schemeClr val="bg1"/>
                </a:solidFill>
              </a:rPr>
              <a:t>Review system configuration files and parameters to ensure that control options protecting the OS's supervisory state are properly configured and secured from unauthorized changes.</a:t>
            </a:r>
            <a:endParaRPr lang="en-ID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03777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11AB6-213C-408D-8E7D-374D0361E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0208"/>
            <a:ext cx="10515600" cy="821124"/>
          </a:xfrm>
        </p:spPr>
        <p:txBody>
          <a:bodyPr>
            <a:normAutofit/>
          </a:bodyPr>
          <a:lstStyle/>
          <a:p>
            <a:r>
              <a:rPr lang="en-ID" dirty="0"/>
              <a:t>Software Licensing &amp; Source Code Management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5B8D61-A93A-4F94-9567-2EBDA3C2A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F83687-4DE0-4DBF-9DD8-42389A9D6159}"/>
              </a:ext>
            </a:extLst>
          </p:cNvPr>
          <p:cNvSpPr/>
          <p:nvPr/>
        </p:nvSpPr>
        <p:spPr>
          <a:xfrm>
            <a:off x="1" y="1768736"/>
            <a:ext cx="6932140" cy="82112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8775"/>
            <a:r>
              <a:rPr lang="en-US" dirty="0">
                <a:solidFill>
                  <a:sysClr val="windowText" lastClr="000000"/>
                </a:solidFill>
              </a:rPr>
              <a:t>A contract establishing the terms under which software   </a:t>
            </a:r>
          </a:p>
          <a:p>
            <a:pPr marL="358775"/>
            <a:r>
              <a:rPr lang="en-US" dirty="0">
                <a:solidFill>
                  <a:sysClr val="windowText" lastClr="000000"/>
                </a:solidFill>
              </a:rPr>
              <a:t>can be legally used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B2BDE5-A339-4998-B112-AA89A1A37F5D}"/>
              </a:ext>
            </a:extLst>
          </p:cNvPr>
          <p:cNvSpPr txBox="1"/>
          <p:nvPr/>
        </p:nvSpPr>
        <p:spPr>
          <a:xfrm>
            <a:off x="259619" y="1264023"/>
            <a:ext cx="5066653" cy="427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ID" sz="2000" b="1" dirty="0"/>
              <a:t>Software Licensing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E9DD1A-258E-49D5-BDE9-7EC356F10617}"/>
              </a:ext>
            </a:extLst>
          </p:cNvPr>
          <p:cNvSpPr txBox="1"/>
          <p:nvPr/>
        </p:nvSpPr>
        <p:spPr>
          <a:xfrm>
            <a:off x="838200" y="5257880"/>
            <a:ext cx="8458136" cy="584775"/>
          </a:xfrm>
          <a:prstGeom prst="rect">
            <a:avLst/>
          </a:prstGeom>
          <a:solidFill>
            <a:srgbClr val="020294"/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Source Code Escrow: An agreement to store the source code with a trusted third party, to be released if the vendor goes out of business</a:t>
            </a:r>
            <a:endParaRPr lang="en-ID" sz="1600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FF0040-4C9F-4379-BF99-052ABC26337A}"/>
              </a:ext>
            </a:extLst>
          </p:cNvPr>
          <p:cNvSpPr txBox="1"/>
          <p:nvPr/>
        </p:nvSpPr>
        <p:spPr>
          <a:xfrm>
            <a:off x="7247237" y="1768736"/>
            <a:ext cx="3391931" cy="1323439"/>
          </a:xfrm>
          <a:prstGeom prst="rect">
            <a:avLst/>
          </a:prstGeom>
          <a:solidFill>
            <a:srgbClr val="020294"/>
          </a:solidFill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Auditor's Role</a:t>
            </a:r>
            <a:r>
              <a:rPr lang="en-US" sz="1600" dirty="0">
                <a:solidFill>
                  <a:schemeClr val="bg1"/>
                </a:solidFill>
              </a:rPr>
              <a:t>:</a:t>
            </a:r>
          </a:p>
          <a:p>
            <a:r>
              <a:rPr lang="en-US" sz="1600" dirty="0">
                <a:solidFill>
                  <a:schemeClr val="bg1"/>
                </a:solidFill>
              </a:rPr>
              <a:t>Compare software license agreements with software inventory scans to identify and report any violations (unlicensed use).</a:t>
            </a:r>
            <a:endParaRPr lang="en-ID" sz="1600" dirty="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281418-0B6A-4C05-80F6-028D4E639C32}"/>
              </a:ext>
            </a:extLst>
          </p:cNvPr>
          <p:cNvSpPr/>
          <p:nvPr/>
        </p:nvSpPr>
        <p:spPr>
          <a:xfrm>
            <a:off x="1" y="3682877"/>
            <a:ext cx="6932140" cy="82112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8775"/>
            <a:r>
              <a:rPr lang="en-US" dirty="0">
                <a:solidFill>
                  <a:sysClr val="windowText" lastClr="000000"/>
                </a:solidFill>
              </a:rPr>
              <a:t>The process of managing and protecting the human-readable    </a:t>
            </a:r>
          </a:p>
          <a:p>
            <a:pPr marL="358775"/>
            <a:r>
              <a:rPr lang="en-US" dirty="0">
                <a:solidFill>
                  <a:sysClr val="windowText" lastClr="000000"/>
                </a:solidFill>
              </a:rPr>
              <a:t>code that makes up an application.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A1FEE8-BA4E-4F7F-9E58-8B613F12AF79}"/>
              </a:ext>
            </a:extLst>
          </p:cNvPr>
          <p:cNvSpPr txBox="1"/>
          <p:nvPr/>
        </p:nvSpPr>
        <p:spPr>
          <a:xfrm>
            <a:off x="259619" y="3178164"/>
            <a:ext cx="5066653" cy="427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ID" sz="2000" b="1" dirty="0"/>
              <a:t>Source Code Management: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960E6E-5E7E-4A73-A583-5C201DF09CB0}"/>
              </a:ext>
            </a:extLst>
          </p:cNvPr>
          <p:cNvSpPr txBox="1"/>
          <p:nvPr/>
        </p:nvSpPr>
        <p:spPr>
          <a:xfrm>
            <a:off x="838200" y="4615219"/>
            <a:ext cx="8458136" cy="584775"/>
          </a:xfrm>
          <a:prstGeom prst="rect">
            <a:avLst/>
          </a:prstGeom>
          <a:solidFill>
            <a:srgbClr val="020294"/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Version Control System (VCS): Software (like Git) that tracks all changes to source code, controls access, and allows rollback to previous versions.</a:t>
            </a:r>
          </a:p>
        </p:txBody>
      </p:sp>
    </p:spTree>
    <p:extLst>
      <p:ext uri="{BB962C8B-B14F-4D97-AF65-F5344CB8AC3E}">
        <p14:creationId xmlns:p14="http://schemas.microsoft.com/office/powerpoint/2010/main" val="30723411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11AB6-213C-408D-8E7D-374D0361E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0208"/>
            <a:ext cx="10515600" cy="821124"/>
          </a:xfrm>
        </p:spPr>
        <p:txBody>
          <a:bodyPr/>
          <a:lstStyle/>
          <a:p>
            <a:r>
              <a:rPr lang="en-ID" dirty="0"/>
              <a:t>Capacity Management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5B8D61-A93A-4F94-9567-2EBDA3C2A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F83687-4DE0-4DBF-9DD8-42389A9D6159}"/>
              </a:ext>
            </a:extLst>
          </p:cNvPr>
          <p:cNvSpPr/>
          <p:nvPr/>
        </p:nvSpPr>
        <p:spPr>
          <a:xfrm>
            <a:off x="0" y="1093574"/>
            <a:ext cx="6981567" cy="92333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8775"/>
            <a:r>
              <a:rPr lang="en-US" dirty="0">
                <a:solidFill>
                  <a:sysClr val="windowText" lastClr="000000"/>
                </a:solidFill>
              </a:rPr>
              <a:t>The process of planning and monitoring computing </a:t>
            </a:r>
          </a:p>
          <a:p>
            <a:pPr marL="358775"/>
            <a:r>
              <a:rPr lang="en-US" dirty="0">
                <a:solidFill>
                  <a:sysClr val="windowText" lastClr="000000"/>
                </a:solidFill>
              </a:rPr>
              <a:t>resources to ensure they meet business demand efficiently.</a:t>
            </a:r>
            <a:endParaRPr lang="en-ID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B2BDE5-A339-4998-B112-AA89A1A37F5D}"/>
              </a:ext>
            </a:extLst>
          </p:cNvPr>
          <p:cNvSpPr txBox="1"/>
          <p:nvPr/>
        </p:nvSpPr>
        <p:spPr>
          <a:xfrm>
            <a:off x="508685" y="2492328"/>
            <a:ext cx="6633520" cy="1690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dirty="0"/>
              <a:t>The Process: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Monitor</a:t>
            </a:r>
            <a:r>
              <a:rPr lang="en-US" sz="1600" dirty="0"/>
              <a:t> key metrics </a:t>
            </a:r>
            <a:r>
              <a:rPr lang="en-ID" sz="1600" dirty="0"/>
              <a:t>(CPU, storage, bandwidth utilization).</a:t>
            </a:r>
            <a:endParaRPr lang="en-US" sz="1600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Analyze</a:t>
            </a:r>
            <a:r>
              <a:rPr lang="en-US" sz="1600" dirty="0"/>
              <a:t> trends to establish a baseline and forecast future needs.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Tune</a:t>
            </a:r>
            <a:r>
              <a:rPr lang="en-US" sz="1600" dirty="0"/>
              <a:t> systems for optimization. </a:t>
            </a:r>
            <a:r>
              <a:rPr lang="en-ID" sz="1600" dirty="0"/>
              <a:t>(stretch resources further) </a:t>
            </a:r>
            <a:endParaRPr lang="en-US" sz="1600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Implement</a:t>
            </a:r>
            <a:r>
              <a:rPr lang="en-US" sz="1600" dirty="0"/>
              <a:t> new capacity before performance is impacted.</a:t>
            </a:r>
            <a:endParaRPr lang="en-ID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84A757-689A-443F-8A9D-455A6EB022A5}"/>
              </a:ext>
            </a:extLst>
          </p:cNvPr>
          <p:cNvSpPr txBox="1"/>
          <p:nvPr/>
        </p:nvSpPr>
        <p:spPr>
          <a:xfrm>
            <a:off x="0" y="5234800"/>
            <a:ext cx="12191999" cy="923330"/>
          </a:xfrm>
          <a:prstGeom prst="rect">
            <a:avLst/>
          </a:prstGeom>
          <a:solidFill>
            <a:srgbClr val="020294"/>
          </a:solidFill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Auditor's Role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To review the capacity plan and verify that it is based on business input,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considers future growth, and is updated at least annually.</a:t>
            </a:r>
            <a:endParaRPr lang="en-ID" dirty="0">
              <a:solidFill>
                <a:schemeClr val="bg1"/>
              </a:solidFill>
            </a:endParaRPr>
          </a:p>
        </p:txBody>
      </p:sp>
      <p:pic>
        <p:nvPicPr>
          <p:cNvPr id="7170" name="Picture 2" descr="ITIL Capacity Management PowerPoint and Google Slides Template">
            <a:extLst>
              <a:ext uri="{FF2B5EF4-FFF2-40B4-BE49-F238E27FC236}">
                <a16:creationId xmlns:a16="http://schemas.microsoft.com/office/drawing/2014/main" id="{33443A98-B7A6-41A0-A3D6-6C8EB3A173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2205" y="1161535"/>
            <a:ext cx="4598773" cy="3449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39680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19623-D51B-4DDB-A3FB-D5AA8A4AF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57005"/>
            <a:ext cx="6202680" cy="2852737"/>
          </a:xfrm>
        </p:spPr>
        <p:txBody>
          <a:bodyPr/>
          <a:lstStyle/>
          <a:p>
            <a:r>
              <a:rPr lang="en-ID" dirty="0"/>
              <a:t>Problem and Incident Management</a:t>
            </a:r>
          </a:p>
        </p:txBody>
      </p:sp>
    </p:spTree>
    <p:extLst>
      <p:ext uri="{BB962C8B-B14F-4D97-AF65-F5344CB8AC3E}">
        <p14:creationId xmlns:p14="http://schemas.microsoft.com/office/powerpoint/2010/main" val="25545713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11AB6-213C-408D-8E7D-374D0361E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0208"/>
            <a:ext cx="10515600" cy="821124"/>
          </a:xfrm>
        </p:spPr>
        <p:txBody>
          <a:bodyPr/>
          <a:lstStyle/>
          <a:p>
            <a:r>
              <a:rPr lang="en-ID" dirty="0"/>
              <a:t>Incident vs. Problem Management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5B8D61-A93A-4F94-9567-2EBDA3C2A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265071-2B09-4E7F-99DA-63EE2F7D32E5}"/>
              </a:ext>
            </a:extLst>
          </p:cNvPr>
          <p:cNvSpPr txBox="1"/>
          <p:nvPr/>
        </p:nvSpPr>
        <p:spPr>
          <a:xfrm>
            <a:off x="372247" y="1164571"/>
            <a:ext cx="60949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000" b="1" dirty="0"/>
              <a:t>Incident Management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EB054C-7497-4D56-B858-CACC39624670}"/>
              </a:ext>
            </a:extLst>
          </p:cNvPr>
          <p:cNvSpPr txBox="1"/>
          <p:nvPr/>
        </p:nvSpPr>
        <p:spPr>
          <a:xfrm>
            <a:off x="372247" y="1564681"/>
            <a:ext cx="65042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Goal</a:t>
            </a:r>
            <a:r>
              <a:rPr lang="en-US" dirty="0"/>
              <a:t>: Restore normal service operation as quickly as possible.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Focus</a:t>
            </a:r>
            <a:r>
              <a:rPr lang="en-US" dirty="0"/>
              <a:t>: Minimizing the immediate business impact of a disruption. </a:t>
            </a:r>
            <a:endParaRPr lang="en-ID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6DF613-F3D6-40B8-B9BC-A634DAE72029}"/>
              </a:ext>
            </a:extLst>
          </p:cNvPr>
          <p:cNvSpPr txBox="1"/>
          <p:nvPr/>
        </p:nvSpPr>
        <p:spPr>
          <a:xfrm>
            <a:off x="372245" y="3362842"/>
            <a:ext cx="60949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000" b="1" dirty="0"/>
              <a:t>Problem Management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1C112D-225D-4AFE-9E5C-F03C1554F2F5}"/>
              </a:ext>
            </a:extLst>
          </p:cNvPr>
          <p:cNvSpPr txBox="1"/>
          <p:nvPr/>
        </p:nvSpPr>
        <p:spPr>
          <a:xfrm>
            <a:off x="372247" y="3762952"/>
            <a:ext cx="57937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Goal: </a:t>
            </a:r>
            <a:r>
              <a:rPr lang="en-US" dirty="0"/>
              <a:t>Identify the root cause of one or more incidents to prevent them from recurring.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Focus: </a:t>
            </a:r>
            <a:r>
              <a:rPr lang="en-US" dirty="0"/>
              <a:t>Root cause analysis (e.g., 5 Whys, Fishbone diagrams) and creating a Known Error Database (KEDB). </a:t>
            </a:r>
            <a:endParaRPr lang="en-ID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2AF50F-A8BB-4B86-A9D5-A5A7650CFA5C}"/>
              </a:ext>
            </a:extLst>
          </p:cNvPr>
          <p:cNvSpPr txBox="1"/>
          <p:nvPr/>
        </p:nvSpPr>
        <p:spPr>
          <a:xfrm>
            <a:off x="3226659" y="1164571"/>
            <a:ext cx="13329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dirty="0">
                <a:solidFill>
                  <a:srgbClr val="C00000"/>
                </a:solidFill>
              </a:rPr>
              <a:t>(Reactive)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25E99A-173E-41D3-9275-C1EAC2F755BA}"/>
              </a:ext>
            </a:extLst>
          </p:cNvPr>
          <p:cNvSpPr txBox="1"/>
          <p:nvPr/>
        </p:nvSpPr>
        <p:spPr>
          <a:xfrm>
            <a:off x="3226659" y="3378231"/>
            <a:ext cx="13329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dirty="0">
                <a:solidFill>
                  <a:srgbClr val="C00000"/>
                </a:solidFill>
              </a:rPr>
              <a:t>(Proactive)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166341-D323-4DFC-9797-007317B78240}"/>
              </a:ext>
            </a:extLst>
          </p:cNvPr>
          <p:cNvSpPr txBox="1"/>
          <p:nvPr/>
        </p:nvSpPr>
        <p:spPr>
          <a:xfrm>
            <a:off x="372245" y="5312656"/>
            <a:ext cx="6998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C00000"/>
                </a:solidFill>
              </a:rPr>
              <a:t>It is the "fire inspector” identifying cause of the fire</a:t>
            </a:r>
            <a:endParaRPr lang="en-ID" i="1" dirty="0">
              <a:solidFill>
                <a:srgbClr val="C00000"/>
              </a:solidFill>
            </a:endParaRP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FFDFF31B-093F-491E-84E6-140616A688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7215" y="2267546"/>
            <a:ext cx="4896027" cy="2743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6126233-E345-46D8-9A64-90B3214A1947}"/>
              </a:ext>
            </a:extLst>
          </p:cNvPr>
          <p:cNvSpPr txBox="1"/>
          <p:nvPr/>
        </p:nvSpPr>
        <p:spPr>
          <a:xfrm>
            <a:off x="372245" y="2751297"/>
            <a:ext cx="6998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C00000"/>
                </a:solidFill>
              </a:rPr>
              <a:t>It is the "fire department” fighting the fire</a:t>
            </a:r>
            <a:endParaRPr lang="en-ID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94942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19623-D51B-4DDB-A3FB-D5AA8A4AF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8405"/>
            <a:ext cx="6202680" cy="3384103"/>
          </a:xfrm>
        </p:spPr>
        <p:txBody>
          <a:bodyPr>
            <a:normAutofit fontScale="90000"/>
          </a:bodyPr>
          <a:lstStyle/>
          <a:p>
            <a:r>
              <a:rPr lang="en-US" dirty="0"/>
              <a:t>Change, Configuration, Release, and Patch Management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12494801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11AB6-213C-408D-8E7D-374D0361E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0208"/>
            <a:ext cx="10515600" cy="821124"/>
          </a:xfrm>
        </p:spPr>
        <p:txBody>
          <a:bodyPr/>
          <a:lstStyle/>
          <a:p>
            <a:r>
              <a:rPr lang="en-US" dirty="0"/>
              <a:t>Change, Config, Release &amp; Patch Management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5B8D61-A93A-4F94-9567-2EBDA3C2A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C0AAC18-E22D-463E-BBB1-C7059BF79385}"/>
              </a:ext>
            </a:extLst>
          </p:cNvPr>
          <p:cNvSpPr/>
          <p:nvPr/>
        </p:nvSpPr>
        <p:spPr>
          <a:xfrm>
            <a:off x="838200" y="2796745"/>
            <a:ext cx="3072714" cy="525162"/>
          </a:xfrm>
          <a:prstGeom prst="roundRect">
            <a:avLst/>
          </a:prstGeom>
          <a:solidFill>
            <a:srgbClr val="0202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1600" b="1" dirty="0"/>
              <a:t>Configuration Management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56757C5-DF3A-4FB5-AD5D-ED317014E2B5}"/>
              </a:ext>
            </a:extLst>
          </p:cNvPr>
          <p:cNvSpPr/>
          <p:nvPr/>
        </p:nvSpPr>
        <p:spPr>
          <a:xfrm>
            <a:off x="838200" y="3889787"/>
            <a:ext cx="3072714" cy="525162"/>
          </a:xfrm>
          <a:prstGeom prst="roundRect">
            <a:avLst/>
          </a:prstGeom>
          <a:solidFill>
            <a:srgbClr val="0202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1600" b="1" dirty="0"/>
              <a:t>Release Management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938B9C0-58A4-475E-8BC8-104F1A47AAEB}"/>
              </a:ext>
            </a:extLst>
          </p:cNvPr>
          <p:cNvSpPr/>
          <p:nvPr/>
        </p:nvSpPr>
        <p:spPr>
          <a:xfrm>
            <a:off x="838200" y="4903989"/>
            <a:ext cx="3072714" cy="525162"/>
          </a:xfrm>
          <a:prstGeom prst="roundRect">
            <a:avLst/>
          </a:prstGeom>
          <a:solidFill>
            <a:srgbClr val="0202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1600" b="1" dirty="0"/>
              <a:t>Patch Management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FEF5B6-2F8E-4E84-9FF5-EC1F9FC47383}"/>
              </a:ext>
            </a:extLst>
          </p:cNvPr>
          <p:cNvSpPr txBox="1"/>
          <p:nvPr/>
        </p:nvSpPr>
        <p:spPr>
          <a:xfrm>
            <a:off x="4046067" y="2749877"/>
            <a:ext cx="6998813" cy="655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600" dirty="0"/>
              <a:t>The process of identifying, controlling, and tracking all versions of hardware, software, and documentation.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6619DD-08AE-4A22-A9D0-EEF84EDB3FF1}"/>
              </a:ext>
            </a:extLst>
          </p:cNvPr>
          <p:cNvSpPr txBox="1"/>
          <p:nvPr/>
        </p:nvSpPr>
        <p:spPr>
          <a:xfrm>
            <a:off x="4096266" y="3789223"/>
            <a:ext cx="6737520" cy="655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600" dirty="0"/>
              <a:t>The process of planning, scheduling, and controlling a software build through different stages into production.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FFBC6E-0FCA-45AA-8FD9-0D5DDBADF56E}"/>
              </a:ext>
            </a:extLst>
          </p:cNvPr>
          <p:cNvSpPr txBox="1"/>
          <p:nvPr/>
        </p:nvSpPr>
        <p:spPr>
          <a:xfrm>
            <a:off x="4050562" y="4843404"/>
            <a:ext cx="69325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A subset of change management focused on acquiring, testing, and installing code changes (patches) to address security vulnerabilities.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16985C4-DCFB-436E-88E7-EA16045D4A79}"/>
              </a:ext>
            </a:extLst>
          </p:cNvPr>
          <p:cNvSpPr/>
          <p:nvPr/>
        </p:nvSpPr>
        <p:spPr>
          <a:xfrm>
            <a:off x="838200" y="1666080"/>
            <a:ext cx="3072714" cy="525162"/>
          </a:xfrm>
          <a:prstGeom prst="roundRect">
            <a:avLst/>
          </a:prstGeom>
          <a:solidFill>
            <a:srgbClr val="0202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1600" b="1" dirty="0"/>
              <a:t>Change Management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0340D2-3CBC-43C0-A509-4307440625BD}"/>
              </a:ext>
            </a:extLst>
          </p:cNvPr>
          <p:cNvSpPr txBox="1"/>
          <p:nvPr/>
        </p:nvSpPr>
        <p:spPr>
          <a:xfrm>
            <a:off x="4046067" y="1619212"/>
            <a:ext cx="6998813" cy="655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600" dirty="0"/>
              <a:t>The overarching process to ensure that changes are made efficiently and with minimum disruption to services</a:t>
            </a:r>
          </a:p>
        </p:txBody>
      </p:sp>
    </p:spTree>
    <p:extLst>
      <p:ext uri="{BB962C8B-B14F-4D97-AF65-F5344CB8AC3E}">
        <p14:creationId xmlns:p14="http://schemas.microsoft.com/office/powerpoint/2010/main" val="10664194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11AB6-213C-408D-8E7D-374D0361E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0208"/>
            <a:ext cx="10515600" cy="821124"/>
          </a:xfrm>
        </p:spPr>
        <p:txBody>
          <a:bodyPr/>
          <a:lstStyle/>
          <a:p>
            <a:r>
              <a:rPr lang="en-ID" dirty="0"/>
              <a:t>The Change &amp; Release Process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5B8D61-A93A-4F94-9567-2EBDA3C2A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16985C4-DCFB-436E-88E7-EA16045D4A79}"/>
              </a:ext>
            </a:extLst>
          </p:cNvPr>
          <p:cNvSpPr/>
          <p:nvPr/>
        </p:nvSpPr>
        <p:spPr>
          <a:xfrm>
            <a:off x="838200" y="1666080"/>
            <a:ext cx="3072714" cy="525162"/>
          </a:xfrm>
          <a:prstGeom prst="roundRect">
            <a:avLst/>
          </a:prstGeom>
          <a:solidFill>
            <a:srgbClr val="0202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1600" b="1" dirty="0"/>
              <a:t>Types of Releases: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0340D2-3CBC-43C0-A509-4307440625BD}"/>
              </a:ext>
            </a:extLst>
          </p:cNvPr>
          <p:cNvSpPr txBox="1"/>
          <p:nvPr/>
        </p:nvSpPr>
        <p:spPr>
          <a:xfrm>
            <a:off x="4046067" y="1619212"/>
            <a:ext cx="6998813" cy="951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Major: Significant new functionality.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Minor: Small enhancements and fixes.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Emergency: Urgent fixes to prevent significant business impact.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62B530-BBDE-48F2-9DEF-EFFD61A1532F}"/>
              </a:ext>
            </a:extLst>
          </p:cNvPr>
          <p:cNvSpPr txBox="1"/>
          <p:nvPr/>
        </p:nvSpPr>
        <p:spPr>
          <a:xfrm>
            <a:off x="4046067" y="2625895"/>
            <a:ext cx="60949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>
                <a:solidFill>
                  <a:srgbClr val="C00000"/>
                </a:solidFill>
              </a:rPr>
              <a:t>These often bypass some testing, increasing risk.</a:t>
            </a:r>
            <a:endParaRPr lang="en-ID" i="1" dirty="0">
              <a:solidFill>
                <a:srgbClr val="C0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591175-1BBD-4440-9A97-223E61DCE27D}"/>
              </a:ext>
            </a:extLst>
          </p:cNvPr>
          <p:cNvSpPr txBox="1"/>
          <p:nvPr/>
        </p:nvSpPr>
        <p:spPr>
          <a:xfrm>
            <a:off x="767663" y="3206261"/>
            <a:ext cx="60949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b="1" dirty="0"/>
              <a:t>Key Controls: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5F9451-FAC7-489C-A919-F2F54B482123}"/>
              </a:ext>
            </a:extLst>
          </p:cNvPr>
          <p:cNvSpPr txBox="1"/>
          <p:nvPr/>
        </p:nvSpPr>
        <p:spPr>
          <a:xfrm>
            <a:off x="838200" y="3650960"/>
            <a:ext cx="98009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Formal (documented) request, authorization, testing, and implementation procedures.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Segregation of duties between development, testing, and production environments</a:t>
            </a:r>
            <a:endParaRPr lang="en-ID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3C6F5F-FFEB-49C6-9E63-25D8B03A5EDD}"/>
              </a:ext>
            </a:extLst>
          </p:cNvPr>
          <p:cNvSpPr txBox="1"/>
          <p:nvPr/>
        </p:nvSpPr>
        <p:spPr>
          <a:xfrm>
            <a:off x="767663" y="4503825"/>
            <a:ext cx="92722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CRITICAL CONTROL</a:t>
            </a:r>
            <a:r>
              <a:rPr lang="en-US" dirty="0"/>
              <a:t>: A documented and tested rollback plan must exist to restore the system to its previous state if a release fails</a:t>
            </a:r>
            <a:endParaRPr lang="en-ID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927400-5FD7-4225-A215-E8985F2F2D62}"/>
              </a:ext>
            </a:extLst>
          </p:cNvPr>
          <p:cNvSpPr txBox="1"/>
          <p:nvPr/>
        </p:nvSpPr>
        <p:spPr>
          <a:xfrm>
            <a:off x="0" y="5432057"/>
            <a:ext cx="12191999" cy="646331"/>
          </a:xfrm>
          <a:prstGeom prst="rect">
            <a:avLst/>
          </a:prstGeom>
          <a:solidFill>
            <a:srgbClr val="020294"/>
          </a:solidFill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Auditor's Role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Verify that formal change control procedures exist, are documented, and are followed for all types of changes.</a:t>
            </a:r>
            <a:endParaRPr lang="en-ID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93025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19623-D51B-4DDB-A3FB-D5AA8A4AF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8405"/>
            <a:ext cx="6202680" cy="3384103"/>
          </a:xfrm>
        </p:spPr>
        <p:txBody>
          <a:bodyPr>
            <a:normAutofit/>
          </a:bodyPr>
          <a:lstStyle/>
          <a:p>
            <a:r>
              <a:rPr lang="en-US" dirty="0"/>
              <a:t>IT Service Level Management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60235972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11AB6-213C-408D-8E7D-374D0361E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0208"/>
            <a:ext cx="10515600" cy="821124"/>
          </a:xfrm>
        </p:spPr>
        <p:txBody>
          <a:bodyPr/>
          <a:lstStyle/>
          <a:p>
            <a:r>
              <a:rPr lang="en-US" dirty="0"/>
              <a:t>IT Service Level Management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5B8D61-A93A-4F94-9567-2EBDA3C2A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F83687-4DE0-4DBF-9DD8-42389A9D6159}"/>
              </a:ext>
            </a:extLst>
          </p:cNvPr>
          <p:cNvSpPr/>
          <p:nvPr/>
        </p:nvSpPr>
        <p:spPr>
          <a:xfrm>
            <a:off x="1" y="1610826"/>
            <a:ext cx="6536724" cy="63810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sz="1600" dirty="0">
                <a:solidFill>
                  <a:sysClr val="windowText" lastClr="000000"/>
                </a:solidFill>
              </a:rPr>
              <a:t>A process-based approach to managing IT as a service to the business, often guided by frameworks like ITIL.</a:t>
            </a:r>
            <a:endParaRPr lang="en-ID" sz="1600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B2BDE5-A339-4998-B112-AA89A1A37F5D}"/>
              </a:ext>
            </a:extLst>
          </p:cNvPr>
          <p:cNvSpPr txBox="1"/>
          <p:nvPr/>
        </p:nvSpPr>
        <p:spPr>
          <a:xfrm>
            <a:off x="316127" y="3822796"/>
            <a:ext cx="6536724" cy="1213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ID" sz="2000" dirty="0"/>
              <a:t>Key Component of SLA: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Describes services in non-technical, business-focused terms.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Defines specific, measurable service levels.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Includes penalties for non-performance</a:t>
            </a:r>
            <a:endParaRPr lang="en-ID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DA5F83-69D4-4195-96A9-AEBDF3E0E833}"/>
              </a:ext>
            </a:extLst>
          </p:cNvPr>
          <p:cNvSpPr txBox="1"/>
          <p:nvPr/>
        </p:nvSpPr>
        <p:spPr>
          <a:xfrm>
            <a:off x="185351" y="1285427"/>
            <a:ext cx="3541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dirty="0">
                <a:latin typeface="+mj-lt"/>
              </a:rPr>
              <a:t>IT Service Management (ITSM)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310767-F65F-4755-95FC-5DCB9CA3A1AE}"/>
              </a:ext>
            </a:extLst>
          </p:cNvPr>
          <p:cNvSpPr/>
          <p:nvPr/>
        </p:nvSpPr>
        <p:spPr>
          <a:xfrm>
            <a:off x="1" y="2855796"/>
            <a:ext cx="6536724" cy="833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sz="1600" dirty="0">
                <a:solidFill>
                  <a:sysClr val="windowText" lastClr="000000"/>
                </a:solidFill>
              </a:rPr>
              <a:t>A formal agreement between an IT service provider and a customer (the business) detailing the services to be provided.</a:t>
            </a:r>
            <a:endParaRPr lang="en-ID" sz="1600" dirty="0">
              <a:solidFill>
                <a:sysClr val="windowText" lastClr="00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930B83-FCDB-4BFC-9230-B870781459F8}"/>
              </a:ext>
            </a:extLst>
          </p:cNvPr>
          <p:cNvSpPr txBox="1"/>
          <p:nvPr/>
        </p:nvSpPr>
        <p:spPr>
          <a:xfrm>
            <a:off x="185351" y="2530397"/>
            <a:ext cx="3512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dirty="0">
                <a:latin typeface="+mj-lt"/>
              </a:rPr>
              <a:t>Service Level Agreement (SLA)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67FBCE-A4FD-4329-A5C2-4C516642D642}"/>
              </a:ext>
            </a:extLst>
          </p:cNvPr>
          <p:cNvSpPr txBox="1"/>
          <p:nvPr/>
        </p:nvSpPr>
        <p:spPr>
          <a:xfrm>
            <a:off x="0" y="5525201"/>
            <a:ext cx="12191999" cy="646331"/>
          </a:xfrm>
          <a:prstGeom prst="rect">
            <a:avLst/>
          </a:prstGeom>
          <a:solidFill>
            <a:srgbClr val="020294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An organization can outsource the responsibility for service delivery, but it cannot outsource the accountability for protecting its data and providing service to its customers.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4763D5-C74A-4B9D-A0F5-10FA47525879}"/>
              </a:ext>
            </a:extLst>
          </p:cNvPr>
          <p:cNvSpPr txBox="1"/>
          <p:nvPr/>
        </p:nvSpPr>
        <p:spPr>
          <a:xfrm>
            <a:off x="3930992" y="4496612"/>
            <a:ext cx="240802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200" i="1" dirty="0">
                <a:solidFill>
                  <a:srgbClr val="C00000"/>
                </a:solidFill>
              </a:rPr>
              <a:t>(e.g., 99.9% uptime) </a:t>
            </a:r>
          </a:p>
        </p:txBody>
      </p:sp>
      <p:pic>
        <p:nvPicPr>
          <p:cNvPr id="10242" name="Picture 2" descr="SLA Adalah: Definisi, Jenis-jenis, Komponen dan Manfaatnya">
            <a:extLst>
              <a:ext uri="{FF2B5EF4-FFF2-40B4-BE49-F238E27FC236}">
                <a16:creationId xmlns:a16="http://schemas.microsoft.com/office/drawing/2014/main" id="{1E184E38-3642-406F-A31F-A6572017BF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4341" y="1751109"/>
            <a:ext cx="4400550" cy="240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382861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33693-0C54-472F-A44B-7CF820308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73946"/>
            <a:ext cx="6202680" cy="2852737"/>
          </a:xfrm>
        </p:spPr>
        <p:txBody>
          <a:bodyPr/>
          <a:lstStyle/>
          <a:p>
            <a:r>
              <a:rPr lang="en-ID" dirty="0"/>
              <a:t>Database Management</a:t>
            </a:r>
          </a:p>
        </p:txBody>
      </p:sp>
    </p:spTree>
    <p:extLst>
      <p:ext uri="{BB962C8B-B14F-4D97-AF65-F5344CB8AC3E}">
        <p14:creationId xmlns:p14="http://schemas.microsoft.com/office/powerpoint/2010/main" val="2241542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06BF7-81F9-484E-B713-6F595889C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8767"/>
          </a:xfrm>
        </p:spPr>
        <p:txBody>
          <a:bodyPr/>
          <a:lstStyle/>
          <a:p>
            <a:r>
              <a:rPr lang="en-ID" dirty="0"/>
              <a:t>Database Fundamentals &amp; Structures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6C37BE-8B69-4DFF-B1F8-7C614DCC0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0FEF2C-8A1C-478D-B5B0-1EF17D2D30E2}"/>
              </a:ext>
            </a:extLst>
          </p:cNvPr>
          <p:cNvSpPr/>
          <p:nvPr/>
        </p:nvSpPr>
        <p:spPr>
          <a:xfrm>
            <a:off x="0" y="1697324"/>
            <a:ext cx="6536724" cy="63810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/>
            <a:r>
              <a:rPr lang="en-US" sz="1600" dirty="0">
                <a:solidFill>
                  <a:sysClr val="windowText" lastClr="000000"/>
                </a:solidFill>
              </a:rPr>
              <a:t>Software that organizes, controls, and provides access to data</a:t>
            </a:r>
          </a:p>
          <a:p>
            <a:pPr marL="179388"/>
            <a:r>
              <a:rPr lang="en-US" sz="1600" dirty="0">
                <a:solidFill>
                  <a:sysClr val="windowText" lastClr="000000"/>
                </a:solidFill>
              </a:rPr>
              <a:t>(e.g., Oracle, MSFT SQL Server)</a:t>
            </a:r>
            <a:endParaRPr lang="en-ID" sz="1600" dirty="0">
              <a:solidFill>
                <a:sysClr val="windowText" lastClr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DCDBB8-1D3F-4854-BD11-A18906825441}"/>
              </a:ext>
            </a:extLst>
          </p:cNvPr>
          <p:cNvSpPr txBox="1"/>
          <p:nvPr/>
        </p:nvSpPr>
        <p:spPr>
          <a:xfrm>
            <a:off x="185350" y="1309106"/>
            <a:ext cx="47949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2000" dirty="0">
                <a:latin typeface="+mj-lt"/>
              </a:rPr>
              <a:t>Database Management System (DBMS)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D1F49E-0A99-4282-A362-2416B9A917BF}"/>
              </a:ext>
            </a:extLst>
          </p:cNvPr>
          <p:cNvSpPr txBox="1"/>
          <p:nvPr/>
        </p:nvSpPr>
        <p:spPr>
          <a:xfrm>
            <a:off x="469555" y="2812089"/>
            <a:ext cx="39047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000" dirty="0">
                <a:latin typeface="+mj-lt"/>
              </a:rPr>
              <a:t>Database Structures: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19C1C9-2E87-44D7-B049-B1AC37997F86}"/>
              </a:ext>
            </a:extLst>
          </p:cNvPr>
          <p:cNvSpPr txBox="1"/>
          <p:nvPr/>
        </p:nvSpPr>
        <p:spPr>
          <a:xfrm>
            <a:off x="613203" y="3181421"/>
            <a:ext cx="105155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Relational (RDBMS): The most common model. Organizes data in tables with rows and columns.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Hierarchical/Network: Older, tree-like or web-like structures.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Object-Oriented (OODBMS): Stores data as objects; useful for complex data types.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NoSQL: "Not only SQL." Designed for large volumes of unstructured data ("big data")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11112356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124D0A7-02C9-4A8B-A686-8DB787CFBB71}"/>
              </a:ext>
            </a:extLst>
          </p:cNvPr>
          <p:cNvSpPr/>
          <p:nvPr/>
        </p:nvSpPr>
        <p:spPr>
          <a:xfrm>
            <a:off x="0" y="3204650"/>
            <a:ext cx="7185454" cy="59493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C06BF7-81F9-484E-B713-6F595889C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0243"/>
            <a:ext cx="10515600" cy="808767"/>
          </a:xfrm>
        </p:spPr>
        <p:txBody>
          <a:bodyPr/>
          <a:lstStyle/>
          <a:p>
            <a:r>
              <a:rPr lang="en-ID" dirty="0"/>
              <a:t>Key Database Controls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6C37BE-8B69-4DFF-B1F8-7C614DCC0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DCDBB8-1D3F-4854-BD11-A18906825441}"/>
              </a:ext>
            </a:extLst>
          </p:cNvPr>
          <p:cNvSpPr txBox="1"/>
          <p:nvPr/>
        </p:nvSpPr>
        <p:spPr>
          <a:xfrm>
            <a:off x="426306" y="1195117"/>
            <a:ext cx="20890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2000" dirty="0">
                <a:latin typeface="+mj-lt"/>
              </a:rPr>
              <a:t>Access Controls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D1F49E-0A99-4282-A362-2416B9A917BF}"/>
              </a:ext>
            </a:extLst>
          </p:cNvPr>
          <p:cNvSpPr txBox="1"/>
          <p:nvPr/>
        </p:nvSpPr>
        <p:spPr>
          <a:xfrm>
            <a:off x="469555" y="2435208"/>
            <a:ext cx="39047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000" dirty="0">
                <a:latin typeface="+mj-lt"/>
              </a:rPr>
              <a:t>Integrity Controls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19C1C9-2E87-44D7-B049-B1AC37997F86}"/>
              </a:ext>
            </a:extLst>
          </p:cNvPr>
          <p:cNvSpPr txBox="1"/>
          <p:nvPr/>
        </p:nvSpPr>
        <p:spPr>
          <a:xfrm>
            <a:off x="613204" y="2804540"/>
            <a:ext cx="81168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Referential Integrity ensures that relationships between tables are maintained. </a:t>
            </a:r>
            <a:endParaRPr lang="en-ID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673064-C565-406F-B4D6-9A78C54DDB7F}"/>
              </a:ext>
            </a:extLst>
          </p:cNvPr>
          <p:cNvSpPr txBox="1"/>
          <p:nvPr/>
        </p:nvSpPr>
        <p:spPr>
          <a:xfrm>
            <a:off x="613203" y="1581804"/>
            <a:ext cx="78017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Strictly limit access to data based on the principle of least privilege.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Pay special attention to privileged users like the Database Administrator (DBA), who often has god-like powers over the database.</a:t>
            </a:r>
            <a:endParaRPr lang="en-ID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DB2720-5BB3-4AA8-B10B-17973A35663C}"/>
              </a:ext>
            </a:extLst>
          </p:cNvPr>
          <p:cNvSpPr txBox="1"/>
          <p:nvPr/>
        </p:nvSpPr>
        <p:spPr>
          <a:xfrm>
            <a:off x="545242" y="3204650"/>
            <a:ext cx="60949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EXAMPLE</a:t>
            </a:r>
            <a:r>
              <a:rPr lang="en-US" sz="1600" dirty="0"/>
              <a:t>: you can't create an order for a customer that doesn’t in the customer table</a:t>
            </a:r>
            <a:endParaRPr lang="en-ID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BE124D-585B-42B7-862F-74C433F7A2CC}"/>
              </a:ext>
            </a:extLst>
          </p:cNvPr>
          <p:cNvSpPr txBox="1"/>
          <p:nvPr/>
        </p:nvSpPr>
        <p:spPr>
          <a:xfrm>
            <a:off x="426306" y="3901246"/>
            <a:ext cx="28456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2000" dirty="0">
                <a:latin typeface="+mj-lt"/>
              </a:rPr>
              <a:t>Concurrency Controls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A1D757-3970-47C3-B1BA-E17EFCDF1D5C}"/>
              </a:ext>
            </a:extLst>
          </p:cNvPr>
          <p:cNvSpPr txBox="1"/>
          <p:nvPr/>
        </p:nvSpPr>
        <p:spPr>
          <a:xfrm>
            <a:off x="613203" y="4287933"/>
            <a:ext cx="78017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Manages simultaneous updates using techniques like record locking to prevent two users from changing the same piece of data at the same time.</a:t>
            </a:r>
            <a:endParaRPr lang="en-ID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1180CA-C458-4314-A309-0C80A2F41D82}"/>
              </a:ext>
            </a:extLst>
          </p:cNvPr>
          <p:cNvSpPr txBox="1"/>
          <p:nvPr/>
        </p:nvSpPr>
        <p:spPr>
          <a:xfrm>
            <a:off x="426306" y="4913650"/>
            <a:ext cx="23711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2000" dirty="0">
                <a:latin typeface="+mj-lt"/>
              </a:rPr>
              <a:t>Audit and Logging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6ABF87-4146-46AC-BDC2-D6A17B9B45F1}"/>
              </a:ext>
            </a:extLst>
          </p:cNvPr>
          <p:cNvSpPr txBox="1"/>
          <p:nvPr/>
        </p:nvSpPr>
        <p:spPr>
          <a:xfrm>
            <a:off x="613203" y="5300337"/>
            <a:ext cx="78017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Database activity monitoring (DAM) should be enabled, and logs should be </a:t>
            </a:r>
          </a:p>
          <a:p>
            <a:r>
              <a:rPr lang="en-US" sz="1600" dirty="0"/>
              <a:t>reviewed regularly. </a:t>
            </a:r>
            <a:r>
              <a:rPr lang="en-US" sz="1600" i="1" dirty="0">
                <a:solidFill>
                  <a:srgbClr val="C00000"/>
                </a:solidFill>
              </a:rPr>
              <a:t>Logs are made valuable through review</a:t>
            </a:r>
          </a:p>
        </p:txBody>
      </p:sp>
    </p:spTree>
    <p:extLst>
      <p:ext uri="{BB962C8B-B14F-4D97-AF65-F5344CB8AC3E}">
        <p14:creationId xmlns:p14="http://schemas.microsoft.com/office/powerpoint/2010/main" val="3726143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Source Serif Pro Black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936</TotalTime>
  <Words>2849</Words>
  <Application>Microsoft Office PowerPoint</Application>
  <PresentationFormat>Widescreen</PresentationFormat>
  <Paragraphs>413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5" baseType="lpstr">
      <vt:lpstr>Arial</vt:lpstr>
      <vt:lpstr>Britannic Bold</vt:lpstr>
      <vt:lpstr>Calibri</vt:lpstr>
      <vt:lpstr>Monotype Corsiva</vt:lpstr>
      <vt:lpstr>Segoe UI</vt:lpstr>
      <vt:lpstr>Source Serif Pro Black</vt:lpstr>
      <vt:lpstr>Office Theme</vt:lpstr>
      <vt:lpstr>IS Operations &amp; Business Resilience</vt:lpstr>
      <vt:lpstr>Class Recap</vt:lpstr>
      <vt:lpstr>Class Roadmap</vt:lpstr>
      <vt:lpstr>Your Mid-Term Score</vt:lpstr>
      <vt:lpstr>PowerPoint Presentation</vt:lpstr>
      <vt:lpstr>Intro</vt:lpstr>
      <vt:lpstr>What is it about?</vt:lpstr>
      <vt:lpstr>Why It Matters</vt:lpstr>
      <vt:lpstr>Normal Conditions → “Daily Life”</vt:lpstr>
      <vt:lpstr>Abnormal Conditions → “Emergency Mode”</vt:lpstr>
      <vt:lpstr>Auditor’s Concern</vt:lpstr>
      <vt:lpstr>IS Operations In A Nutshell</vt:lpstr>
      <vt:lpstr>Focus Areas</vt:lpstr>
      <vt:lpstr>Input Controls (Before Processing)</vt:lpstr>
      <vt:lpstr>Output Controls (After Processing)</vt:lpstr>
      <vt:lpstr>Job Scheduling &amp; Workload Management</vt:lpstr>
      <vt:lpstr>Incident Management</vt:lpstr>
      <vt:lpstr>Configuration Management</vt:lpstr>
      <vt:lpstr>Topics Covered in CISA Review Manual</vt:lpstr>
      <vt:lpstr>Common Technology Components</vt:lpstr>
      <vt:lpstr>Open Systems Interconnection (OSI) Model</vt:lpstr>
      <vt:lpstr>Hardware Components &amp; Maintenance</vt:lpstr>
      <vt:lpstr>Risk &amp; Control Example: USB Mass Storage Devices</vt:lpstr>
      <vt:lpstr>IT Asset Management</vt:lpstr>
      <vt:lpstr>IT Asset Management</vt:lpstr>
      <vt:lpstr>Job Scheduling  &amp; Automation</vt:lpstr>
      <vt:lpstr>Job Scheduling and Automation</vt:lpstr>
      <vt:lpstr>System Interfaces</vt:lpstr>
      <vt:lpstr>System Interfaces</vt:lpstr>
      <vt:lpstr>End-User Computing (EUC)</vt:lpstr>
      <vt:lpstr>End-User Computing and Shadow IT</vt:lpstr>
      <vt:lpstr>Data Governance</vt:lpstr>
      <vt:lpstr>Data Governance</vt:lpstr>
      <vt:lpstr>Systems Performance Management</vt:lpstr>
      <vt:lpstr>Goal of System Performance Management</vt:lpstr>
      <vt:lpstr>Operating Systems Fundamentals</vt:lpstr>
      <vt:lpstr>Software Licensing &amp; Source Code Management</vt:lpstr>
      <vt:lpstr>Capacity Management</vt:lpstr>
      <vt:lpstr>Problem and Incident Management</vt:lpstr>
      <vt:lpstr>Incident vs. Problem Management</vt:lpstr>
      <vt:lpstr>Change, Configuration, Release, and Patch Management</vt:lpstr>
      <vt:lpstr>Change, Config, Release &amp; Patch Management</vt:lpstr>
      <vt:lpstr>The Change &amp; Release Process</vt:lpstr>
      <vt:lpstr>IT Service Level Management</vt:lpstr>
      <vt:lpstr>IT Service Level Management</vt:lpstr>
      <vt:lpstr>Database Management</vt:lpstr>
      <vt:lpstr>Database Fundamentals &amp; Structures</vt:lpstr>
      <vt:lpstr>Key Database Controls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Konsep dan Peran SI &amp; TI</dc:title>
  <dc:creator>Teuku Raja Irfan Radarma</dc:creator>
  <cp:lastModifiedBy>Teuku Raja Irfan Radarma</cp:lastModifiedBy>
  <cp:revision>23</cp:revision>
  <dcterms:created xsi:type="dcterms:W3CDTF">2023-09-18T04:21:25Z</dcterms:created>
  <dcterms:modified xsi:type="dcterms:W3CDTF">2026-08-09T17:28:22Z</dcterms:modified>
</cp:coreProperties>
</file>