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62" r:id="rId2"/>
    <p:sldId id="260" r:id="rId3"/>
    <p:sldId id="463" r:id="rId4"/>
    <p:sldId id="304" r:id="rId5"/>
    <p:sldId id="263" r:id="rId6"/>
    <p:sldId id="264" r:id="rId7"/>
    <p:sldId id="417" r:id="rId8"/>
    <p:sldId id="418" r:id="rId9"/>
    <p:sldId id="421" r:id="rId10"/>
    <p:sldId id="431" r:id="rId11"/>
    <p:sldId id="432" r:id="rId12"/>
    <p:sldId id="434" r:id="rId13"/>
    <p:sldId id="433" r:id="rId14"/>
    <p:sldId id="468" r:id="rId15"/>
    <p:sldId id="464" r:id="rId16"/>
    <p:sldId id="435" r:id="rId17"/>
    <p:sldId id="465" r:id="rId18"/>
    <p:sldId id="430" r:id="rId19"/>
    <p:sldId id="469" r:id="rId20"/>
    <p:sldId id="470" r:id="rId21"/>
    <p:sldId id="471" r:id="rId22"/>
    <p:sldId id="439" r:id="rId23"/>
    <p:sldId id="440" r:id="rId24"/>
    <p:sldId id="466" r:id="rId25"/>
    <p:sldId id="436" r:id="rId26"/>
    <p:sldId id="437" r:id="rId27"/>
    <p:sldId id="438" r:id="rId28"/>
    <p:sldId id="467" r:id="rId29"/>
    <p:sldId id="447" r:id="rId30"/>
    <p:sldId id="451" r:id="rId31"/>
    <p:sldId id="472" r:id="rId32"/>
    <p:sldId id="473" r:id="rId33"/>
    <p:sldId id="449" r:id="rId34"/>
    <p:sldId id="422" r:id="rId35"/>
    <p:sldId id="441" r:id="rId36"/>
    <p:sldId id="442" r:id="rId37"/>
    <p:sldId id="37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20294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addSld delSld modSld sldOrd">
      <pc:chgData name="Teuku Raja Irfan Radarma" userId="cf428174-95ba-4576-8554-3a3b8ffa52b7" providerId="ADAL" clId="{6C5D399A-8E2C-4907-9624-A2DD17609376}" dt="2025-12-01T03:23:29.842" v="2278" actId="478"/>
      <pc:docMkLst>
        <pc:docMk/>
      </pc:docMkLst>
      <pc:sldChg chg="modSp mod">
        <pc:chgData name="Teuku Raja Irfan Radarma" userId="cf428174-95ba-4576-8554-3a3b8ffa52b7" providerId="ADAL" clId="{6C5D399A-8E2C-4907-9624-A2DD17609376}" dt="2025-11-29T03:35:42.378" v="1800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5-11-29T03:35:42.378" v="1800" actId="400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35:23.475" v="1796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C5D399A-8E2C-4907-9624-A2DD17609376}" dt="2025-11-29T03:35:20.303" v="179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6C5D399A-8E2C-4907-9624-A2DD17609376}" dt="2025-11-29T03:35:23.475" v="1796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 ord">
        <pc:chgData name="Teuku Raja Irfan Radarma" userId="cf428174-95ba-4576-8554-3a3b8ffa52b7" providerId="ADAL" clId="{6C5D399A-8E2C-4907-9624-A2DD17609376}" dt="2025-11-29T03:49:31.668" v="2095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9T03:49:31.668" v="2095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7:01.464" v="1262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6C5D399A-8E2C-4907-9624-A2DD17609376}" dt="2025-11-22T04:36:46.769" v="1237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6C5D399A-8E2C-4907-9624-A2DD17609376}" dt="2025-11-22T04:37:01.464" v="1262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2-01T03:23:29.842" v="2278" actId="478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5-11-22T04:25:58.366" v="109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6C5D399A-8E2C-4907-9624-A2DD17609376}" dt="2025-11-29T03:36:35.604" v="1863" actId="1076"/>
          <ac:spMkLst>
            <pc:docMk/>
            <pc:sldMk cId="2891726164" sldId="304"/>
            <ac:spMk id="3" creationId="{0EEF17E5-AD4D-CEBE-F9C3-691B024490D7}"/>
          </ac:spMkLst>
        </pc:spChg>
        <pc:spChg chg="mod">
          <ac:chgData name="Teuku Raja Irfan Radarma" userId="cf428174-95ba-4576-8554-3a3b8ffa52b7" providerId="ADAL" clId="{6C5D399A-8E2C-4907-9624-A2DD17609376}" dt="2025-11-29T03:36:33.605" v="1862" actId="1076"/>
          <ac:spMkLst>
            <pc:docMk/>
            <pc:sldMk cId="2891726164" sldId="304"/>
            <ac:spMk id="5" creationId="{7D1C4826-0D9F-82A9-71DC-D0E6749679B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9T03:48:35.965" v="2067" actId="114"/>
        <pc:sldMkLst>
          <pc:docMk/>
          <pc:sldMk cId="3404562138" sldId="305"/>
        </pc:sldMkLst>
        <pc:spChg chg="mod">
          <ac:chgData name="Teuku Raja Irfan Radarma" userId="cf428174-95ba-4576-8554-3a3b8ffa52b7" providerId="ADAL" clId="{6C5D399A-8E2C-4907-9624-A2DD17609376}" dt="2025-11-29T03:43:51.059" v="1930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6C5D399A-8E2C-4907-9624-A2DD17609376}" dt="2025-11-29T03:45:32.522" v="1978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2T04:45:15.534" v="1733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6C5D399A-8E2C-4907-9624-A2DD17609376}" dt="2025-11-22T04:37:38.774" v="1355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6C5D399A-8E2C-4907-9624-A2DD17609376}" dt="2025-11-22T04:42:59.576" v="1707" actId="404"/>
          <ac:spMkLst>
            <pc:docMk/>
            <pc:sldMk cId="3051451500" sldId="306"/>
            <ac:spMk id="6" creationId="{C6007249-6724-8E38-EC48-6E0C4748BD1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2T04:46:38.099" v="175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6C5D399A-8E2C-4907-9624-A2DD17609376}" dt="2025-11-22T04:40:58.918" v="1694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6C5D399A-8E2C-4907-9624-A2DD17609376}" dt="2025-11-22T04:46:01.275" v="174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50:09.419" v="211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6C5D399A-8E2C-4907-9624-A2DD17609376}" dt="2025-11-29T03:50:00.963" v="209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6C5D399A-8E2C-4907-9624-A2DD17609376}" dt="2025-11-29T03:50:09.419" v="211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9T03:50:51.165" v="2143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6C5D399A-8E2C-4907-9624-A2DD17609376}" dt="2025-11-29T03:50:27.675" v="2131" actId="20577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6C5D399A-8E2C-4907-9624-A2DD17609376}" dt="2025-11-29T03:50:51.165" v="2143" actId="20577"/>
          <ac:spMkLst>
            <pc:docMk/>
            <pc:sldMk cId="1044276249" sldId="363"/>
            <ac:spMk id="6" creationId="{00CA8178-C5D9-B7AC-2EB9-8CAE37EAAF27}"/>
          </ac:spMkLst>
        </pc:spChg>
      </pc:sldChg>
    </pc:docChg>
  </pc:docChgLst>
  <pc:docChgLst>
    <pc:chgData name="Teuku Raja Irfan Radarma" userId="cf428174-95ba-4576-8554-3a3b8ffa52b7" providerId="ADAL" clId="{CF1DECEB-07AA-4733-83F0-1A69C15387C4}"/>
    <pc:docChg chg="undo custSel addSld delSld modSld sldOrd">
      <pc:chgData name="Teuku Raja Irfan Radarma" userId="cf428174-95ba-4576-8554-3a3b8ffa52b7" providerId="ADAL" clId="{CF1DECEB-07AA-4733-83F0-1A69C15387C4}" dt="2025-12-06T04:02:53.504" v="1191" actId="14100"/>
      <pc:docMkLst>
        <pc:docMk/>
      </pc:docMkLst>
      <pc:sldChg chg="modSp mod">
        <pc:chgData name="Teuku Raja Irfan Radarma" userId="cf428174-95ba-4576-8554-3a3b8ffa52b7" providerId="ADAL" clId="{CF1DECEB-07AA-4733-83F0-1A69C15387C4}" dt="2025-12-06T01:56:16.021" v="35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CF1DECEB-07AA-4733-83F0-1A69C15387C4}" dt="2025-12-06T01:56:16.021" v="35" actId="113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1:56:07.800" v="32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CF1DECEB-07AA-4733-83F0-1A69C15387C4}" dt="2025-12-06T01:56:04.459" v="31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CF1DECEB-07AA-4733-83F0-1A69C15387C4}" dt="2025-12-06T01:56:07.800" v="32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addSp delSp modSp mod">
        <pc:chgData name="Teuku Raja Irfan Radarma" userId="cf428174-95ba-4576-8554-3a3b8ffa52b7" providerId="ADAL" clId="{CF1DECEB-07AA-4733-83F0-1A69C15387C4}" dt="2025-12-06T03:59:24.965" v="1080" actId="6549"/>
        <pc:sldMkLst>
          <pc:docMk/>
          <pc:sldMk cId="3835074240" sldId="263"/>
        </pc:sldMkLst>
        <pc:spChg chg="mod">
          <ac:chgData name="Teuku Raja Irfan Radarma" userId="cf428174-95ba-4576-8554-3a3b8ffa52b7" providerId="ADAL" clId="{CF1DECEB-07AA-4733-83F0-1A69C15387C4}" dt="2025-12-06T03:59:24.965" v="1080" actId="6549"/>
          <ac:spMkLst>
            <pc:docMk/>
            <pc:sldMk cId="3835074240" sldId="263"/>
            <ac:spMk id="2" creationId="{2079CBE2-7ADF-23F1-83BE-26DF183A5B12}"/>
          </ac:spMkLst>
        </pc:spChg>
        <pc:spChg chg="add del">
          <ac:chgData name="Teuku Raja Irfan Radarma" userId="cf428174-95ba-4576-8554-3a3b8ffa52b7" providerId="ADAL" clId="{CF1DECEB-07AA-4733-83F0-1A69C15387C4}" dt="2025-12-06T02:11:46.769" v="201"/>
          <ac:spMkLst>
            <pc:docMk/>
            <pc:sldMk cId="3835074240" sldId="263"/>
            <ac:spMk id="3" creationId="{BD51C2EB-5073-4648-BD91-C9620EE57B2F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13:02.721" v="224" actId="404"/>
        <pc:sldMkLst>
          <pc:docMk/>
          <pc:sldMk cId="1457204914" sldId="264"/>
        </pc:sldMkLst>
        <pc:spChg chg="mod">
          <ac:chgData name="Teuku Raja Irfan Radarma" userId="cf428174-95ba-4576-8554-3a3b8ffa52b7" providerId="ADAL" clId="{CF1DECEB-07AA-4733-83F0-1A69C15387C4}" dt="2025-12-06T02:13:02.721" v="224" actId="404"/>
          <ac:spMkLst>
            <pc:docMk/>
            <pc:sldMk cId="1457204914" sldId="264"/>
            <ac:spMk id="3" creationId="{ED136815-6D1A-2136-FEB7-5B68FA9A3B40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1:56:38.685" v="70" actId="404"/>
        <pc:sldMkLst>
          <pc:docMk/>
          <pc:sldMk cId="2891726164" sldId="304"/>
        </pc:sldMkLst>
        <pc:spChg chg="mod">
          <ac:chgData name="Teuku Raja Irfan Radarma" userId="cf428174-95ba-4576-8554-3a3b8ffa52b7" providerId="ADAL" clId="{CF1DECEB-07AA-4733-83F0-1A69C15387C4}" dt="2025-12-06T01:56:38.685" v="70" actId="404"/>
          <ac:spMkLst>
            <pc:docMk/>
            <pc:sldMk cId="2891726164" sldId="304"/>
            <ac:spMk id="3" creationId="{0EEF17E5-AD4D-CEBE-F9C3-691B024490D7}"/>
          </ac:spMkLst>
        </pc:spChg>
      </pc:sldChg>
      <pc:sldChg chg="delSp modSp mod">
        <pc:chgData name="Teuku Raja Irfan Radarma" userId="cf428174-95ba-4576-8554-3a3b8ffa52b7" providerId="ADAL" clId="{CF1DECEB-07AA-4733-83F0-1A69C15387C4}" dt="2025-12-06T03:13:05.168" v="711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CF1DECEB-07AA-4733-83F0-1A69C15387C4}" dt="2025-12-06T03:13:05.168" v="711" actId="20577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CF1DECEB-07AA-4733-83F0-1A69C15387C4}" dt="2025-12-06T02:07:53.608" v="76" actId="20577"/>
          <ac:spMkLst>
            <pc:docMk/>
            <pc:sldMk cId="3404562138" sldId="305"/>
            <ac:spMk id="3" creationId="{8BA43A71-550D-6448-8070-817ACA416DEE}"/>
          </ac:spMkLst>
        </pc:spChg>
        <pc:spChg chg="del">
          <ac:chgData name="Teuku Raja Irfan Radarma" userId="cf428174-95ba-4576-8554-3a3b8ffa52b7" providerId="ADAL" clId="{CF1DECEB-07AA-4733-83F0-1A69C15387C4}" dt="2025-12-06T02:07:50.470" v="71" actId="478"/>
          <ac:spMkLst>
            <pc:docMk/>
            <pc:sldMk cId="3404562138" sldId="305"/>
            <ac:spMk id="5" creationId="{F73080AC-D3B5-D417-D864-98ECC2EE282A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14:24.033" v="235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CF1DECEB-07AA-4733-83F0-1A69C15387C4}" dt="2025-12-06T02:14:24.033" v="235" actId="20577"/>
          <ac:spMkLst>
            <pc:docMk/>
            <pc:sldMk cId="3051451500" sldId="306"/>
            <ac:spMk id="6" creationId="{C6007249-6724-8E38-EC48-6E0C4748BD12}"/>
          </ac:spMkLst>
        </pc:spChg>
      </pc:sldChg>
      <pc:sldChg chg="addSp delSp modSp mod">
        <pc:chgData name="Teuku Raja Irfan Radarma" userId="cf428174-95ba-4576-8554-3a3b8ffa52b7" providerId="ADAL" clId="{CF1DECEB-07AA-4733-83F0-1A69C15387C4}" dt="2025-12-06T02:27:22.564" v="266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CF1DECEB-07AA-4733-83F0-1A69C15387C4}" dt="2025-12-06T02:27:22.564" v="266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6:34.111" v="265" actId="20577"/>
          <ac:spMkLst>
            <pc:docMk/>
            <pc:sldMk cId="4133513380" sldId="310"/>
            <ac:spMk id="3" creationId="{BD9E2BB4-0C99-4A5A-63A6-F98A68A6FA16}"/>
          </ac:spMkLst>
        </pc:spChg>
        <pc:spChg chg="add del">
          <ac:chgData name="Teuku Raja Irfan Radarma" userId="cf428174-95ba-4576-8554-3a3b8ffa52b7" providerId="ADAL" clId="{CF1DECEB-07AA-4733-83F0-1A69C15387C4}" dt="2025-12-06T02:25:44.127" v="239"/>
          <ac:spMkLst>
            <pc:docMk/>
            <pc:sldMk cId="4133513380" sldId="310"/>
            <ac:spMk id="5" creationId="{4231B494-6FDA-4A88-8903-08805E095A10}"/>
          </ac:spMkLst>
        </pc:spChg>
        <pc:spChg chg="add del">
          <ac:chgData name="Teuku Raja Irfan Radarma" userId="cf428174-95ba-4576-8554-3a3b8ffa52b7" providerId="ADAL" clId="{CF1DECEB-07AA-4733-83F0-1A69C15387C4}" dt="2025-12-06T02:25:47.661" v="241"/>
          <ac:spMkLst>
            <pc:docMk/>
            <pc:sldMk cId="4133513380" sldId="310"/>
            <ac:spMk id="6" creationId="{71E8984D-4C25-4B54-AE66-60DA7E972E0E}"/>
          </ac:spMkLst>
        </pc:spChg>
        <pc:spChg chg="add del">
          <ac:chgData name="Teuku Raja Irfan Radarma" userId="cf428174-95ba-4576-8554-3a3b8ffa52b7" providerId="ADAL" clId="{CF1DECEB-07AA-4733-83F0-1A69C15387C4}" dt="2025-12-06T02:25:51.466" v="243"/>
          <ac:spMkLst>
            <pc:docMk/>
            <pc:sldMk cId="4133513380" sldId="310"/>
            <ac:spMk id="7" creationId="{91AE2923-C202-414C-BC33-D0001E6A6B70}"/>
          </ac:spMkLst>
        </pc:spChg>
        <pc:spChg chg="add del">
          <ac:chgData name="Teuku Raja Irfan Radarma" userId="cf428174-95ba-4576-8554-3a3b8ffa52b7" providerId="ADAL" clId="{CF1DECEB-07AA-4733-83F0-1A69C15387C4}" dt="2025-12-06T02:25:56.908" v="245"/>
          <ac:spMkLst>
            <pc:docMk/>
            <pc:sldMk cId="4133513380" sldId="310"/>
            <ac:spMk id="8" creationId="{61C267B3-064E-4A96-BD0B-52468954EDE0}"/>
          </ac:spMkLst>
        </pc:spChg>
        <pc:spChg chg="add del">
          <ac:chgData name="Teuku Raja Irfan Radarma" userId="cf428174-95ba-4576-8554-3a3b8ffa52b7" providerId="ADAL" clId="{CF1DECEB-07AA-4733-83F0-1A69C15387C4}" dt="2025-12-06T02:26:01.660" v="247"/>
          <ac:spMkLst>
            <pc:docMk/>
            <pc:sldMk cId="4133513380" sldId="310"/>
            <ac:spMk id="9" creationId="{A56AB8B6-D86D-4CF4-B308-C39A30B053E3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31:57.861" v="342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CF1DECEB-07AA-4733-83F0-1A69C15387C4}" dt="2025-12-06T02:31:28.597" v="321" actId="20577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CF1DECEB-07AA-4733-83F0-1A69C15387C4}" dt="2025-12-06T02:31:57.861" v="342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04744056" sldId="36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842273901" sldId="36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948661724" sldId="362"/>
        </pc:sldMkLst>
      </pc:sldChg>
      <pc:sldChg chg="modSp mod">
        <pc:chgData name="Teuku Raja Irfan Radarma" userId="cf428174-95ba-4576-8554-3a3b8ffa52b7" providerId="ADAL" clId="{CF1DECEB-07AA-4733-83F0-1A69C15387C4}" dt="2025-12-06T02:40:35.623" v="375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CF1DECEB-07AA-4733-83F0-1A69C15387C4}" dt="2025-12-06T02:40:18.877" v="350" actId="20577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2:40:35.623" v="375" actId="20577"/>
          <ac:spMkLst>
            <pc:docMk/>
            <pc:sldMk cId="1044276249" sldId="363"/>
            <ac:spMk id="6" creationId="{00CA8178-C5D9-B7AC-2EB9-8CAE37EAAF27}"/>
          </ac:spMkLst>
        </pc:sp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369179900" sldId="364"/>
        </pc:sldMkLst>
      </pc:sldChg>
      <pc:sldChg chg="delSp modSp mod">
        <pc:chgData name="Teuku Raja Irfan Radarma" userId="cf428174-95ba-4576-8554-3a3b8ffa52b7" providerId="ADAL" clId="{CF1DECEB-07AA-4733-83F0-1A69C15387C4}" dt="2025-12-06T02:53:23.596" v="630" actId="20577"/>
        <pc:sldMkLst>
          <pc:docMk/>
          <pc:sldMk cId="3887449466" sldId="374"/>
        </pc:sldMkLst>
        <pc:spChg chg="mod">
          <ac:chgData name="Teuku Raja Irfan Radarma" userId="cf428174-95ba-4576-8554-3a3b8ffa52b7" providerId="ADAL" clId="{CF1DECEB-07AA-4733-83F0-1A69C15387C4}" dt="2025-12-06T02:51:43.767" v="456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CF1DECEB-07AA-4733-83F0-1A69C15387C4}" dt="2025-12-06T02:53:23.596" v="630" actId="20577"/>
          <ac:spMkLst>
            <pc:docMk/>
            <pc:sldMk cId="3887449466" sldId="374"/>
            <ac:spMk id="4" creationId="{5DFB2A37-0B4B-405A-2CAA-C05F9F347F73}"/>
          </ac:spMkLst>
        </pc:spChg>
        <pc:picChg chg="del">
          <ac:chgData name="Teuku Raja Irfan Radarma" userId="cf428174-95ba-4576-8554-3a3b8ffa52b7" providerId="ADAL" clId="{CF1DECEB-07AA-4733-83F0-1A69C15387C4}" dt="2025-12-06T02:52:21.513" v="570" actId="478"/>
          <ac:picMkLst>
            <pc:docMk/>
            <pc:sldMk cId="3887449466" sldId="374"/>
            <ac:picMk id="6" creationId="{B8F47FCE-39A0-F05E-665A-90026BC87EDD}"/>
          </ac:picMkLst>
        </pc:pic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681168979" sldId="37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033230" sldId="393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6759311" sldId="394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233368658" sldId="39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926703991" sldId="396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567308655" sldId="397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672625704" sldId="398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16570866" sldId="399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53942385" sldId="40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130794792" sldId="40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406115806" sldId="402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992091417" sldId="40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84617555" sldId="406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846676278" sldId="407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340584467" sldId="408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057318610" sldId="409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907323" sldId="41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929889162" sldId="41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460602123" sldId="412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112028576" sldId="413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718121370" sldId="414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252467002" sldId="415"/>
        </pc:sldMkLst>
      </pc:sldChg>
      <pc:sldChg chg="modSp add mod">
        <pc:chgData name="Teuku Raja Irfan Radarma" userId="cf428174-95ba-4576-8554-3a3b8ffa52b7" providerId="ADAL" clId="{CF1DECEB-07AA-4733-83F0-1A69C15387C4}" dt="2025-12-06T02:29:19.861" v="284" actId="113"/>
        <pc:sldMkLst>
          <pc:docMk/>
          <pc:sldMk cId="3666297478" sldId="416"/>
        </pc:sldMkLst>
        <pc:spChg chg="mod">
          <ac:chgData name="Teuku Raja Irfan Radarma" userId="cf428174-95ba-4576-8554-3a3b8ffa52b7" providerId="ADAL" clId="{CF1DECEB-07AA-4733-83F0-1A69C15387C4}" dt="2025-12-06T02:27:36.415" v="268"/>
          <ac:spMkLst>
            <pc:docMk/>
            <pc:sldMk cId="3666297478" sldId="416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9:19.861" v="284" actId="113"/>
          <ac:spMkLst>
            <pc:docMk/>
            <pc:sldMk cId="3666297478" sldId="416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29:32.267" v="291" actId="113"/>
        <pc:sldMkLst>
          <pc:docMk/>
          <pc:sldMk cId="2498478276" sldId="417"/>
        </pc:sldMkLst>
        <pc:spChg chg="mod">
          <ac:chgData name="Teuku Raja Irfan Radarma" userId="cf428174-95ba-4576-8554-3a3b8ffa52b7" providerId="ADAL" clId="{CF1DECEB-07AA-4733-83F0-1A69C15387C4}" dt="2025-12-06T02:28:08.987" v="278"/>
          <ac:spMkLst>
            <pc:docMk/>
            <pc:sldMk cId="2498478276" sldId="417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9:32.267" v="291" actId="113"/>
          <ac:spMkLst>
            <pc:docMk/>
            <pc:sldMk cId="2498478276" sldId="417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30:39.619" v="308" actId="12"/>
        <pc:sldMkLst>
          <pc:docMk/>
          <pc:sldMk cId="3155149982" sldId="418"/>
        </pc:sldMkLst>
        <pc:spChg chg="mod">
          <ac:chgData name="Teuku Raja Irfan Radarma" userId="cf428174-95ba-4576-8554-3a3b8ffa52b7" providerId="ADAL" clId="{CF1DECEB-07AA-4733-83F0-1A69C15387C4}" dt="2025-12-06T02:29:42.097" v="293"/>
          <ac:spMkLst>
            <pc:docMk/>
            <pc:sldMk cId="3155149982" sldId="418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30:39.619" v="308" actId="12"/>
          <ac:spMkLst>
            <pc:docMk/>
            <pc:sldMk cId="3155149982" sldId="418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1:46.668" v="788" actId="6549"/>
        <pc:sldMkLst>
          <pc:docMk/>
          <pc:sldMk cId="1181482048" sldId="419"/>
        </pc:sldMkLst>
        <pc:spChg chg="mod">
          <ac:chgData name="Teuku Raja Irfan Radarma" userId="cf428174-95ba-4576-8554-3a3b8ffa52b7" providerId="ADAL" clId="{CF1DECEB-07AA-4733-83F0-1A69C15387C4}" dt="2025-12-06T02:40:59.954" v="377"/>
          <ac:spMkLst>
            <pc:docMk/>
            <pc:sldMk cId="1181482048" sldId="419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1:46.668" v="788" actId="6549"/>
          <ac:spMkLst>
            <pc:docMk/>
            <pc:sldMk cId="1181482048" sldId="419"/>
            <ac:spMk id="6" creationId="{00CA8178-C5D9-B7AC-2EB9-8CAE37EAAF27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1:50.886" v="789" actId="6549"/>
        <pc:sldMkLst>
          <pc:docMk/>
          <pc:sldMk cId="936069305" sldId="420"/>
        </pc:sldMkLst>
        <pc:spChg chg="mod">
          <ac:chgData name="Teuku Raja Irfan Radarma" userId="cf428174-95ba-4576-8554-3a3b8ffa52b7" providerId="ADAL" clId="{CF1DECEB-07AA-4733-83F0-1A69C15387C4}" dt="2025-12-06T03:14:35.022" v="738" actId="14100"/>
          <ac:spMkLst>
            <pc:docMk/>
            <pc:sldMk cId="936069305" sldId="420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1:50.886" v="789" actId="6549"/>
          <ac:spMkLst>
            <pc:docMk/>
            <pc:sldMk cId="936069305" sldId="420"/>
            <ac:spMk id="6" creationId="{00CA8178-C5D9-B7AC-2EB9-8CAE37EAAF27}"/>
          </ac:spMkLst>
        </pc:spChg>
      </pc:sldChg>
      <pc:sldChg chg="modSp add mod ord">
        <pc:chgData name="Teuku Raja Irfan Radarma" userId="cf428174-95ba-4576-8554-3a3b8ffa52b7" providerId="ADAL" clId="{CF1DECEB-07AA-4733-83F0-1A69C15387C4}" dt="2025-12-06T03:53:45.587" v="1026" actId="20577"/>
        <pc:sldMkLst>
          <pc:docMk/>
          <pc:sldMk cId="22647776" sldId="421"/>
        </pc:sldMkLst>
        <pc:spChg chg="mod">
          <ac:chgData name="Teuku Raja Irfan Radarma" userId="cf428174-95ba-4576-8554-3a3b8ffa52b7" providerId="ADAL" clId="{CF1DECEB-07AA-4733-83F0-1A69C15387C4}" dt="2025-12-06T02:55:54.429" v="652" actId="20577"/>
          <ac:spMkLst>
            <pc:docMk/>
            <pc:sldMk cId="22647776" sldId="421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CF1DECEB-07AA-4733-83F0-1A69C15387C4}" dt="2025-12-06T03:53:45.587" v="1026" actId="20577"/>
          <ac:spMkLst>
            <pc:docMk/>
            <pc:sldMk cId="22647776" sldId="421"/>
            <ac:spMk id="3" creationId="{10DAE108-9E44-567B-9E8A-3F62785A810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56:03.236" v="677" actId="20577"/>
        <pc:sldMkLst>
          <pc:docMk/>
          <pc:sldMk cId="2667379901" sldId="422"/>
        </pc:sldMkLst>
        <pc:spChg chg="mod">
          <ac:chgData name="Teuku Raja Irfan Radarma" userId="cf428174-95ba-4576-8554-3a3b8ffa52b7" providerId="ADAL" clId="{CF1DECEB-07AA-4733-83F0-1A69C15387C4}" dt="2025-12-06T02:56:03.236" v="677" actId="20577"/>
          <ac:spMkLst>
            <pc:docMk/>
            <pc:sldMk cId="2667379901" sldId="422"/>
            <ac:spMk id="2" creationId="{86D1BB63-4350-72A4-F5A6-7BC05C8ACCEA}"/>
          </ac:spMkLst>
        </pc:spChg>
      </pc:sldChg>
      <pc:sldChg chg="addSp modSp add mod">
        <pc:chgData name="Teuku Raja Irfan Radarma" userId="cf428174-95ba-4576-8554-3a3b8ffa52b7" providerId="ADAL" clId="{CF1DECEB-07AA-4733-83F0-1A69C15387C4}" dt="2025-12-06T03:31:54.528" v="790" actId="6549"/>
        <pc:sldMkLst>
          <pc:docMk/>
          <pc:sldMk cId="161204890" sldId="423"/>
        </pc:sldMkLst>
        <pc:spChg chg="mod">
          <ac:chgData name="Teuku Raja Irfan Radarma" userId="cf428174-95ba-4576-8554-3a3b8ffa52b7" providerId="ADAL" clId="{CF1DECEB-07AA-4733-83F0-1A69C15387C4}" dt="2025-12-06T03:14:55.470" v="740"/>
          <ac:spMkLst>
            <pc:docMk/>
            <pc:sldMk cId="161204890" sldId="423"/>
            <ac:spMk id="2" creationId="{A125681A-45A2-7128-DE7A-C52014C27119}"/>
          </ac:spMkLst>
        </pc:spChg>
        <pc:spChg chg="add mod">
          <ac:chgData name="Teuku Raja Irfan Radarma" userId="cf428174-95ba-4576-8554-3a3b8ffa52b7" providerId="ADAL" clId="{CF1DECEB-07AA-4733-83F0-1A69C15387C4}" dt="2025-12-06T03:16:40.341" v="773" actId="2085"/>
          <ac:spMkLst>
            <pc:docMk/>
            <pc:sldMk cId="161204890" sldId="423"/>
            <ac:spMk id="3" creationId="{50559C9A-BE42-4C35-95AA-DC906034AE3C}"/>
          </ac:spMkLst>
        </pc:spChg>
        <pc:spChg chg="mod">
          <ac:chgData name="Teuku Raja Irfan Radarma" userId="cf428174-95ba-4576-8554-3a3b8ffa52b7" providerId="ADAL" clId="{CF1DECEB-07AA-4733-83F0-1A69C15387C4}" dt="2025-12-06T03:31:54.528" v="790" actId="6549"/>
          <ac:spMkLst>
            <pc:docMk/>
            <pc:sldMk cId="161204890" sldId="423"/>
            <ac:spMk id="6" creationId="{00CA8178-C5D9-B7AC-2EB9-8CAE37EAAF27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32:48.843" v="815" actId="14100"/>
        <pc:sldMkLst>
          <pc:docMk/>
          <pc:sldMk cId="2412359814" sldId="424"/>
        </pc:sldMkLst>
        <pc:spChg chg="mod">
          <ac:chgData name="Teuku Raja Irfan Radarma" userId="cf428174-95ba-4576-8554-3a3b8ffa52b7" providerId="ADAL" clId="{CF1DECEB-07AA-4733-83F0-1A69C15387C4}" dt="2025-12-06T03:30:16.287" v="775"/>
          <ac:spMkLst>
            <pc:docMk/>
            <pc:sldMk cId="2412359814" sldId="424"/>
            <ac:spMk id="2" creationId="{A125681A-45A2-7128-DE7A-C52014C27119}"/>
          </ac:spMkLst>
        </pc:spChg>
        <pc:spChg chg="del mod">
          <ac:chgData name="Teuku Raja Irfan Radarma" userId="cf428174-95ba-4576-8554-3a3b8ffa52b7" providerId="ADAL" clId="{CF1DECEB-07AA-4733-83F0-1A69C15387C4}" dt="2025-12-06T03:30:49.892" v="778" actId="478"/>
          <ac:spMkLst>
            <pc:docMk/>
            <pc:sldMk cId="2412359814" sldId="424"/>
            <ac:spMk id="3" creationId="{50559C9A-BE42-4C35-95AA-DC906034AE3C}"/>
          </ac:spMkLst>
        </pc:spChg>
        <pc:spChg chg="mod">
          <ac:chgData name="Teuku Raja Irfan Radarma" userId="cf428174-95ba-4576-8554-3a3b8ffa52b7" providerId="ADAL" clId="{CF1DECEB-07AA-4733-83F0-1A69C15387C4}" dt="2025-12-06T03:32:21.452" v="796" actId="21"/>
          <ac:spMkLst>
            <pc:docMk/>
            <pc:sldMk cId="2412359814" sldId="424"/>
            <ac:spMk id="6" creationId="{00CA8178-C5D9-B7AC-2EB9-8CAE37EAAF27}"/>
          </ac:spMkLst>
        </pc:spChg>
        <pc:spChg chg="add mod">
          <ac:chgData name="Teuku Raja Irfan Radarma" userId="cf428174-95ba-4576-8554-3a3b8ffa52b7" providerId="ADAL" clId="{CF1DECEB-07AA-4733-83F0-1A69C15387C4}" dt="2025-12-06T03:32:48.843" v="815" actId="14100"/>
          <ac:spMkLst>
            <pc:docMk/>
            <pc:sldMk cId="2412359814" sldId="424"/>
            <ac:spMk id="7" creationId="{5BA243F9-E1DF-4C05-90B3-570E1929D85F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4:17.190" v="842" actId="14100"/>
        <pc:sldMkLst>
          <pc:docMk/>
          <pc:sldMk cId="4010584771" sldId="425"/>
        </pc:sldMkLst>
        <pc:spChg chg="mod">
          <ac:chgData name="Teuku Raja Irfan Radarma" userId="cf428174-95ba-4576-8554-3a3b8ffa52b7" providerId="ADAL" clId="{CF1DECEB-07AA-4733-83F0-1A69C15387C4}" dt="2025-12-06T03:33:07.749" v="817"/>
          <ac:spMkLst>
            <pc:docMk/>
            <pc:sldMk cId="4010584771" sldId="425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4:02.398" v="838" actId="113"/>
          <ac:spMkLst>
            <pc:docMk/>
            <pc:sldMk cId="4010584771" sldId="425"/>
            <ac:spMk id="6" creationId="{00CA8178-C5D9-B7AC-2EB9-8CAE37EAAF27}"/>
          </ac:spMkLst>
        </pc:spChg>
        <pc:spChg chg="mod">
          <ac:chgData name="Teuku Raja Irfan Radarma" userId="cf428174-95ba-4576-8554-3a3b8ffa52b7" providerId="ADAL" clId="{CF1DECEB-07AA-4733-83F0-1A69C15387C4}" dt="2025-12-06T03:34:17.190" v="842" actId="14100"/>
          <ac:spMkLst>
            <pc:docMk/>
            <pc:sldMk cId="4010584771" sldId="425"/>
            <ac:spMk id="7" creationId="{5BA243F9-E1DF-4C05-90B3-570E1929D85F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39:05.885" v="862" actId="207"/>
        <pc:sldMkLst>
          <pc:docMk/>
          <pc:sldMk cId="3737175484" sldId="426"/>
        </pc:sldMkLst>
        <pc:spChg chg="mod">
          <ac:chgData name="Teuku Raja Irfan Radarma" userId="cf428174-95ba-4576-8554-3a3b8ffa52b7" providerId="ADAL" clId="{CF1DECEB-07AA-4733-83F0-1A69C15387C4}" dt="2025-12-06T03:34:25.180" v="844"/>
          <ac:spMkLst>
            <pc:docMk/>
            <pc:sldMk cId="3737175484" sldId="426"/>
            <ac:spMk id="2" creationId="{A125681A-45A2-7128-DE7A-C52014C27119}"/>
          </ac:spMkLst>
        </pc:spChg>
        <pc:spChg chg="add del">
          <ac:chgData name="Teuku Raja Irfan Radarma" userId="cf428174-95ba-4576-8554-3a3b8ffa52b7" providerId="ADAL" clId="{CF1DECEB-07AA-4733-83F0-1A69C15387C4}" dt="2025-12-06T03:38:26.623" v="850"/>
          <ac:spMkLst>
            <pc:docMk/>
            <pc:sldMk cId="3737175484" sldId="426"/>
            <ac:spMk id="3" creationId="{FFEC7E26-34C5-471D-9658-6C7CD61858D5}"/>
          </ac:spMkLst>
        </pc:spChg>
        <pc:spChg chg="mod">
          <ac:chgData name="Teuku Raja Irfan Radarma" userId="cf428174-95ba-4576-8554-3a3b8ffa52b7" providerId="ADAL" clId="{CF1DECEB-07AA-4733-83F0-1A69C15387C4}" dt="2025-12-06T03:38:51.639" v="858" actId="20577"/>
          <ac:spMkLst>
            <pc:docMk/>
            <pc:sldMk cId="3737175484" sldId="426"/>
            <ac:spMk id="6" creationId="{00CA8178-C5D9-B7AC-2EB9-8CAE37EAAF27}"/>
          </ac:spMkLst>
        </pc:spChg>
        <pc:spChg chg="mod">
          <ac:chgData name="Teuku Raja Irfan Radarma" userId="cf428174-95ba-4576-8554-3a3b8ffa52b7" providerId="ADAL" clId="{CF1DECEB-07AA-4733-83F0-1A69C15387C4}" dt="2025-12-06T03:39:05.885" v="862" actId="207"/>
          <ac:spMkLst>
            <pc:docMk/>
            <pc:sldMk cId="3737175484" sldId="426"/>
            <ac:spMk id="7" creationId="{5BA243F9-E1DF-4C05-90B3-570E1929D85F}"/>
          </ac:spMkLst>
        </pc:sp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366592790" sldId="427"/>
        </pc:sldMkLst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2861157334" sldId="427"/>
        </pc:sldMkLst>
        <pc:spChg chg="mod">
          <ac:chgData name="Teuku Raja Irfan Radarma" userId="cf428174-95ba-4576-8554-3a3b8ffa52b7" providerId="ADAL" clId="{CF1DECEB-07AA-4733-83F0-1A69C15387C4}" dt="2025-12-06T03:41:17.767" v="881"/>
          <ac:spMkLst>
            <pc:docMk/>
            <pc:sldMk cId="2861157334" sldId="427"/>
            <ac:spMk id="2" creationId="{A125681A-45A2-7128-DE7A-C52014C27119}"/>
          </ac:spMkLst>
        </pc:spChg>
        <pc:spChg chg="del">
          <ac:chgData name="Teuku Raja Irfan Radarma" userId="cf428174-95ba-4576-8554-3a3b8ffa52b7" providerId="ADAL" clId="{CF1DECEB-07AA-4733-83F0-1A69C15387C4}" dt="2025-12-06T03:39:56.193" v="877" actId="478"/>
          <ac:spMkLst>
            <pc:docMk/>
            <pc:sldMk cId="2861157334" sldId="427"/>
            <ac:spMk id="6" creationId="{00CA8178-C5D9-B7AC-2EB9-8CAE37EAAF27}"/>
          </ac:spMkLst>
        </pc:spChg>
        <pc:spChg chg="del">
          <ac:chgData name="Teuku Raja Irfan Radarma" userId="cf428174-95ba-4576-8554-3a3b8ffa52b7" providerId="ADAL" clId="{CF1DECEB-07AA-4733-83F0-1A69C15387C4}" dt="2025-12-06T03:39:54.159" v="876" actId="478"/>
          <ac:spMkLst>
            <pc:docMk/>
            <pc:sldMk cId="2861157334" sldId="427"/>
            <ac:spMk id="7" creationId="{5BA243F9-E1DF-4C05-90B3-570E1929D85F}"/>
          </ac:spMkLst>
        </pc:spChg>
        <pc:spChg chg="add mod">
          <ac:chgData name="Teuku Raja Irfan Radarma" userId="cf428174-95ba-4576-8554-3a3b8ffa52b7" providerId="ADAL" clId="{CF1DECEB-07AA-4733-83F0-1A69C15387C4}" dt="2025-12-06T03:41:35.782" v="884" actId="1076"/>
          <ac:spMkLst>
            <pc:docMk/>
            <pc:sldMk cId="2861157334" sldId="427"/>
            <ac:spMk id="8" creationId="{F1EB3D3E-9538-4B5F-8679-B775AE5F9EF7}"/>
          </ac:spMkLst>
        </pc:spChg>
        <pc:picChg chg="add del mod">
          <ac:chgData name="Teuku Raja Irfan Radarma" userId="cf428174-95ba-4576-8554-3a3b8ffa52b7" providerId="ADAL" clId="{CF1DECEB-07AA-4733-83F0-1A69C15387C4}" dt="2025-12-06T03:41:33.151" v="882" actId="478"/>
          <ac:picMkLst>
            <pc:docMk/>
            <pc:sldMk cId="2861157334" sldId="427"/>
            <ac:picMk id="4098" creationId="{318710F2-4168-4978-9E0F-5531C9036FD2}"/>
          </ac:picMkLst>
        </pc:pic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540797187" sldId="428"/>
        </pc:sldMkLst>
      </pc:sldChg>
      <pc:sldChg chg="modSp new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2614434741" sldId="428"/>
        </pc:sldMkLst>
        <pc:spChg chg="mod">
          <ac:chgData name="Teuku Raja Irfan Radarma" userId="cf428174-95ba-4576-8554-3a3b8ffa52b7" providerId="ADAL" clId="{CF1DECEB-07AA-4733-83F0-1A69C15387C4}" dt="2025-12-06T03:41:42.139" v="886"/>
          <ac:spMkLst>
            <pc:docMk/>
            <pc:sldMk cId="2614434741" sldId="428"/>
            <ac:spMk id="2" creationId="{311470FC-FD9F-43F8-A198-C1DADB57043E}"/>
          </ac:spMkLst>
        </pc:spChg>
        <pc:spChg chg="mod">
          <ac:chgData name="Teuku Raja Irfan Radarma" userId="cf428174-95ba-4576-8554-3a3b8ffa52b7" providerId="ADAL" clId="{CF1DECEB-07AA-4733-83F0-1A69C15387C4}" dt="2025-12-06T03:42:31.609" v="898" actId="14100"/>
          <ac:spMkLst>
            <pc:docMk/>
            <pc:sldMk cId="2614434741" sldId="428"/>
            <ac:spMk id="3" creationId="{58D67195-B756-4233-A31B-CCAA3B489B91}"/>
          </ac:spMkLst>
        </pc:spChg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461607079" sldId="429"/>
        </pc:sldMkLst>
        <pc:spChg chg="mod">
          <ac:chgData name="Teuku Raja Irfan Radarma" userId="cf428174-95ba-4576-8554-3a3b8ffa52b7" providerId="ADAL" clId="{CF1DECEB-07AA-4733-83F0-1A69C15387C4}" dt="2025-12-06T03:44:30.258" v="951" actId="1076"/>
          <ac:spMkLst>
            <pc:docMk/>
            <pc:sldMk cId="461607079" sldId="429"/>
            <ac:spMk id="2" creationId="{311470FC-FD9F-43F8-A198-C1DADB57043E}"/>
          </ac:spMkLst>
        </pc:spChg>
        <pc:spChg chg="del mod">
          <ac:chgData name="Teuku Raja Irfan Radarma" userId="cf428174-95ba-4576-8554-3a3b8ffa52b7" providerId="ADAL" clId="{CF1DECEB-07AA-4733-83F0-1A69C15387C4}" dt="2025-12-06T03:42:55.147" v="901" actId="3680"/>
          <ac:spMkLst>
            <pc:docMk/>
            <pc:sldMk cId="461607079" sldId="429"/>
            <ac:spMk id="3" creationId="{58D67195-B756-4233-A31B-CCAA3B489B91}"/>
          </ac:spMkLst>
        </pc:spChg>
        <pc:spChg chg="add del">
          <ac:chgData name="Teuku Raja Irfan Radarma" userId="cf428174-95ba-4576-8554-3a3b8ffa52b7" providerId="ADAL" clId="{CF1DECEB-07AA-4733-83F0-1A69C15387C4}" dt="2025-12-06T03:44:20.532" v="947" actId="22"/>
          <ac:spMkLst>
            <pc:docMk/>
            <pc:sldMk cId="461607079" sldId="429"/>
            <ac:spMk id="7" creationId="{2A9D29D3-BF40-4177-8DCF-D49F5C100868}"/>
          </ac:spMkLst>
        </pc:spChg>
        <pc:graphicFrameChg chg="add mod ord modGraphic">
          <ac:chgData name="Teuku Raja Irfan Radarma" userId="cf428174-95ba-4576-8554-3a3b8ffa52b7" providerId="ADAL" clId="{CF1DECEB-07AA-4733-83F0-1A69C15387C4}" dt="2025-12-06T03:44:49.298" v="959" actId="1076"/>
          <ac:graphicFrameMkLst>
            <pc:docMk/>
            <pc:sldMk cId="461607079" sldId="429"/>
            <ac:graphicFrameMk id="5" creationId="{9A9A885E-1D54-4ED5-A6EB-A2A326BEA104}"/>
          </ac:graphicFrameMkLst>
        </pc:graphicFrame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3800454067" sldId="429"/>
        </pc:sldMkLst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1246025496" sldId="430"/>
        </pc:sldMkLst>
        <pc:spChg chg="mod">
          <ac:chgData name="Teuku Raja Irfan Radarma" userId="cf428174-95ba-4576-8554-3a3b8ffa52b7" providerId="ADAL" clId="{CF1DECEB-07AA-4733-83F0-1A69C15387C4}" dt="2025-12-06T03:45:29.048" v="974" actId="20577"/>
          <ac:spMkLst>
            <pc:docMk/>
            <pc:sldMk cId="1246025496" sldId="430"/>
            <ac:spMk id="2" creationId="{311470FC-FD9F-43F8-A198-C1DADB57043E}"/>
          </ac:spMkLst>
        </pc:spChg>
        <pc:spChg chg="add mod">
          <ac:chgData name="Teuku Raja Irfan Radarma" userId="cf428174-95ba-4576-8554-3a3b8ffa52b7" providerId="ADAL" clId="{CF1DECEB-07AA-4733-83F0-1A69C15387C4}" dt="2025-12-06T03:49:52.449" v="988" actId="1076"/>
          <ac:spMkLst>
            <pc:docMk/>
            <pc:sldMk cId="1246025496" sldId="430"/>
            <ac:spMk id="6" creationId="{0919F6C8-03D3-4E11-AC75-642F4B156AE7}"/>
          </ac:spMkLst>
        </pc:spChg>
        <pc:spChg chg="add del mod">
          <ac:chgData name="Teuku Raja Irfan Radarma" userId="cf428174-95ba-4576-8554-3a3b8ffa52b7" providerId="ADAL" clId="{CF1DECEB-07AA-4733-83F0-1A69C15387C4}" dt="2025-12-06T03:49:49.687" v="987" actId="478"/>
          <ac:spMkLst>
            <pc:docMk/>
            <pc:sldMk cId="1246025496" sldId="430"/>
            <ac:spMk id="8" creationId="{77C701B0-0B32-41C7-B327-6F0AFDC3B87E}"/>
          </ac:spMkLst>
        </pc:spChg>
        <pc:graphicFrameChg chg="mod">
          <ac:chgData name="Teuku Raja Irfan Radarma" userId="cf428174-95ba-4576-8554-3a3b8ffa52b7" providerId="ADAL" clId="{CF1DECEB-07AA-4733-83F0-1A69C15387C4}" dt="2025-12-06T03:50:13.413" v="994" actId="1076"/>
          <ac:graphicFrameMkLst>
            <pc:docMk/>
            <pc:sldMk cId="1246025496" sldId="430"/>
            <ac:graphicFrameMk id="5" creationId="{9A9A885E-1D54-4ED5-A6EB-A2A326BEA104}"/>
          </ac:graphicFrameMkLst>
        </pc:graphicFrameChg>
        <pc:picChg chg="add mod">
          <ac:chgData name="Teuku Raja Irfan Radarma" userId="cf428174-95ba-4576-8554-3a3b8ffa52b7" providerId="ADAL" clId="{CF1DECEB-07AA-4733-83F0-1A69C15387C4}" dt="2025-12-06T03:50:05.952" v="993" actId="1076"/>
          <ac:picMkLst>
            <pc:docMk/>
            <pc:sldMk cId="1246025496" sldId="430"/>
            <ac:picMk id="5122" creationId="{08278919-809E-44B1-BFB6-C539D9A1180B}"/>
          </ac:picMkLst>
        </pc:pic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779064407" sldId="430"/>
        </pc:sldMkLst>
      </pc:sldChg>
      <pc:sldChg chg="addSp delSp modSp new mod">
        <pc:chgData name="Teuku Raja Irfan Radarma" userId="cf428174-95ba-4576-8554-3a3b8ffa52b7" providerId="ADAL" clId="{CF1DECEB-07AA-4733-83F0-1A69C15387C4}" dt="2025-12-06T03:54:45.221" v="1040" actId="2710"/>
        <pc:sldMkLst>
          <pc:docMk/>
          <pc:sldMk cId="1523778491" sldId="431"/>
        </pc:sldMkLst>
        <pc:spChg chg="mod">
          <ac:chgData name="Teuku Raja Irfan Radarma" userId="cf428174-95ba-4576-8554-3a3b8ffa52b7" providerId="ADAL" clId="{CF1DECEB-07AA-4733-83F0-1A69C15387C4}" dt="2025-12-06T03:54:09.378" v="1028"/>
          <ac:spMkLst>
            <pc:docMk/>
            <pc:sldMk cId="1523778491" sldId="431"/>
            <ac:spMk id="2" creationId="{10457AE5-4A1C-42E0-AC63-04F1CDA68F40}"/>
          </ac:spMkLst>
        </pc:spChg>
        <pc:spChg chg="add del mod">
          <ac:chgData name="Teuku Raja Irfan Radarma" userId="cf428174-95ba-4576-8554-3a3b8ffa52b7" providerId="ADAL" clId="{CF1DECEB-07AA-4733-83F0-1A69C15387C4}" dt="2025-12-06T03:54:45.221" v="1040" actId="2710"/>
          <ac:spMkLst>
            <pc:docMk/>
            <pc:sldMk cId="1523778491" sldId="431"/>
            <ac:spMk id="3" creationId="{BE2C1E5D-0F8C-4F47-840D-0F134E645746}"/>
          </ac:spMkLst>
        </pc:spChg>
        <pc:spChg chg="add del mod">
          <ac:chgData name="Teuku Raja Irfan Radarma" userId="cf428174-95ba-4576-8554-3a3b8ffa52b7" providerId="ADAL" clId="{CF1DECEB-07AA-4733-83F0-1A69C15387C4}" dt="2025-12-06T03:54:16.669" v="1030"/>
          <ac:spMkLst>
            <pc:docMk/>
            <pc:sldMk cId="1523778491" sldId="431"/>
            <ac:spMk id="5" creationId="{8CC572A6-1D0F-491A-8EEC-579D1562A76E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02.933" v="1043"/>
        <pc:sldMkLst>
          <pc:docMk/>
          <pc:sldMk cId="2120853139" sldId="432"/>
        </pc:sldMkLst>
        <pc:spChg chg="mod">
          <ac:chgData name="Teuku Raja Irfan Radarma" userId="cf428174-95ba-4576-8554-3a3b8ffa52b7" providerId="ADAL" clId="{CF1DECEB-07AA-4733-83F0-1A69C15387C4}" dt="2025-12-06T03:54:56.155" v="1042"/>
          <ac:spMkLst>
            <pc:docMk/>
            <pc:sldMk cId="2120853139" sldId="432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02.933" v="1043"/>
          <ac:spMkLst>
            <pc:docMk/>
            <pc:sldMk cId="2120853139" sldId="432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15.956" v="1046"/>
        <pc:sldMkLst>
          <pc:docMk/>
          <pc:sldMk cId="3288851674" sldId="433"/>
        </pc:sldMkLst>
        <pc:spChg chg="mod">
          <ac:chgData name="Teuku Raja Irfan Radarma" userId="cf428174-95ba-4576-8554-3a3b8ffa52b7" providerId="ADAL" clId="{CF1DECEB-07AA-4733-83F0-1A69C15387C4}" dt="2025-12-06T03:55:15.956" v="1046"/>
          <ac:spMkLst>
            <pc:docMk/>
            <pc:sldMk cId="3288851674" sldId="433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09.990" v="1045"/>
          <ac:spMkLst>
            <pc:docMk/>
            <pc:sldMk cId="3288851674" sldId="433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28.457" v="1049"/>
        <pc:sldMkLst>
          <pc:docMk/>
          <pc:sldMk cId="255152706" sldId="434"/>
        </pc:sldMkLst>
        <pc:spChg chg="mod">
          <ac:chgData name="Teuku Raja Irfan Radarma" userId="cf428174-95ba-4576-8554-3a3b8ffa52b7" providerId="ADAL" clId="{CF1DECEB-07AA-4733-83F0-1A69C15387C4}" dt="2025-12-06T03:55:22.361" v="1048"/>
          <ac:spMkLst>
            <pc:docMk/>
            <pc:sldMk cId="255152706" sldId="434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28.457" v="1049"/>
          <ac:spMkLst>
            <pc:docMk/>
            <pc:sldMk cId="255152706" sldId="434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6:02.439" v="1052"/>
        <pc:sldMkLst>
          <pc:docMk/>
          <pc:sldMk cId="1679536135" sldId="435"/>
        </pc:sldMkLst>
        <pc:spChg chg="mod">
          <ac:chgData name="Teuku Raja Irfan Radarma" userId="cf428174-95ba-4576-8554-3a3b8ffa52b7" providerId="ADAL" clId="{CF1DECEB-07AA-4733-83F0-1A69C15387C4}" dt="2025-12-06T03:55:35.548" v="1051"/>
          <ac:spMkLst>
            <pc:docMk/>
            <pc:sldMk cId="1679536135" sldId="435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6:02.439" v="1052"/>
          <ac:spMkLst>
            <pc:docMk/>
            <pc:sldMk cId="1679536135" sldId="435"/>
            <ac:spMk id="3" creationId="{BE2C1E5D-0F8C-4F47-840D-0F134E645746}"/>
          </ac:spMkLst>
        </pc:spChg>
      </pc:sldChg>
      <pc:sldChg chg="add del">
        <pc:chgData name="Teuku Raja Irfan Radarma" userId="cf428174-95ba-4576-8554-3a3b8ffa52b7" providerId="ADAL" clId="{CF1DECEB-07AA-4733-83F0-1A69C15387C4}" dt="2025-12-06T03:56:47.767" v="1056" actId="2890"/>
        <pc:sldMkLst>
          <pc:docMk/>
          <pc:sldMk cId="370177599" sldId="436"/>
        </pc:sldMkLst>
      </pc:sldChg>
      <pc:sldChg chg="modSp new mod">
        <pc:chgData name="Teuku Raja Irfan Radarma" userId="cf428174-95ba-4576-8554-3a3b8ffa52b7" providerId="ADAL" clId="{CF1DECEB-07AA-4733-83F0-1A69C15387C4}" dt="2025-12-06T03:56:58.055" v="1060" actId="5793"/>
        <pc:sldMkLst>
          <pc:docMk/>
          <pc:sldMk cId="1167096350" sldId="436"/>
        </pc:sldMkLst>
        <pc:spChg chg="mod">
          <ac:chgData name="Teuku Raja Irfan Radarma" userId="cf428174-95ba-4576-8554-3a3b8ffa52b7" providerId="ADAL" clId="{CF1DECEB-07AA-4733-83F0-1A69C15387C4}" dt="2025-12-06T03:56:50.968" v="1058"/>
          <ac:spMkLst>
            <pc:docMk/>
            <pc:sldMk cId="1167096350" sldId="436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6:58.055" v="1060" actId="5793"/>
          <ac:spMkLst>
            <pc:docMk/>
            <pc:sldMk cId="1167096350" sldId="436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7:11.535" v="1064" actId="5793"/>
        <pc:sldMkLst>
          <pc:docMk/>
          <pc:sldMk cId="1617202866" sldId="437"/>
        </pc:sldMkLst>
        <pc:spChg chg="mod">
          <ac:chgData name="Teuku Raja Irfan Radarma" userId="cf428174-95ba-4576-8554-3a3b8ffa52b7" providerId="ADAL" clId="{CF1DECEB-07AA-4733-83F0-1A69C15387C4}" dt="2025-12-06T03:57:05.737" v="1062"/>
          <ac:spMkLst>
            <pc:docMk/>
            <pc:sldMk cId="1617202866" sldId="437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7:11.535" v="1064" actId="5793"/>
          <ac:spMkLst>
            <pc:docMk/>
            <pc:sldMk cId="1617202866" sldId="437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7:26.664" v="1068" actId="5793"/>
        <pc:sldMkLst>
          <pc:docMk/>
          <pc:sldMk cId="1455706965" sldId="438"/>
        </pc:sldMkLst>
        <pc:spChg chg="mod">
          <ac:chgData name="Teuku Raja Irfan Radarma" userId="cf428174-95ba-4576-8554-3a3b8ffa52b7" providerId="ADAL" clId="{CF1DECEB-07AA-4733-83F0-1A69C15387C4}" dt="2025-12-06T03:57:19.757" v="1066"/>
          <ac:spMkLst>
            <pc:docMk/>
            <pc:sldMk cId="1455706965" sldId="438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7:26.664" v="1068" actId="5793"/>
          <ac:spMkLst>
            <pc:docMk/>
            <pc:sldMk cId="1455706965" sldId="438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8:03.570" v="1072" actId="5793"/>
        <pc:sldMkLst>
          <pc:docMk/>
          <pc:sldMk cId="2555631206" sldId="439"/>
        </pc:sldMkLst>
        <pc:spChg chg="mod">
          <ac:chgData name="Teuku Raja Irfan Radarma" userId="cf428174-95ba-4576-8554-3a3b8ffa52b7" providerId="ADAL" clId="{CF1DECEB-07AA-4733-83F0-1A69C15387C4}" dt="2025-12-06T03:57:53.715" v="1070"/>
          <ac:spMkLst>
            <pc:docMk/>
            <pc:sldMk cId="2555631206" sldId="439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8:03.570" v="1072" actId="5793"/>
          <ac:spMkLst>
            <pc:docMk/>
            <pc:sldMk cId="2555631206" sldId="439"/>
            <ac:spMk id="3" creationId="{4CE9F484-2983-40A2-9133-CDC649B2B84D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58:53.393" v="1078" actId="6549"/>
        <pc:sldMkLst>
          <pc:docMk/>
          <pc:sldMk cId="1237315907" sldId="440"/>
        </pc:sldMkLst>
        <pc:spChg chg="mod">
          <ac:chgData name="Teuku Raja Irfan Radarma" userId="cf428174-95ba-4576-8554-3a3b8ffa52b7" providerId="ADAL" clId="{CF1DECEB-07AA-4733-83F0-1A69C15387C4}" dt="2025-12-06T03:58:44.486" v="1074"/>
          <ac:spMkLst>
            <pc:docMk/>
            <pc:sldMk cId="1237315907" sldId="440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8:53.393" v="1078" actId="6549"/>
          <ac:spMkLst>
            <pc:docMk/>
            <pc:sldMk cId="1237315907" sldId="440"/>
            <ac:spMk id="3" creationId="{4CE9F484-2983-40A2-9133-CDC649B2B84D}"/>
          </ac:spMkLst>
        </pc:spChg>
        <pc:spChg chg="add del">
          <ac:chgData name="Teuku Raja Irfan Radarma" userId="cf428174-95ba-4576-8554-3a3b8ffa52b7" providerId="ADAL" clId="{CF1DECEB-07AA-4733-83F0-1A69C15387C4}" dt="2025-12-06T03:58:49.016" v="1076"/>
          <ac:spMkLst>
            <pc:docMk/>
            <pc:sldMk cId="1237315907" sldId="440"/>
            <ac:spMk id="5" creationId="{C601C536-161D-4D1A-853C-1CCDCCD7C610}"/>
          </ac:spMkLst>
        </pc:spChg>
      </pc:sldChg>
      <pc:sldChg chg="modSp new mod">
        <pc:chgData name="Teuku Raja Irfan Radarma" userId="cf428174-95ba-4576-8554-3a3b8ffa52b7" providerId="ADAL" clId="{CF1DECEB-07AA-4733-83F0-1A69C15387C4}" dt="2025-12-06T04:02:53.504" v="1191" actId="14100"/>
        <pc:sldMkLst>
          <pc:docMk/>
          <pc:sldMk cId="1625465924" sldId="441"/>
        </pc:sldMkLst>
        <pc:spChg chg="mod">
          <ac:chgData name="Teuku Raja Irfan Radarma" userId="cf428174-95ba-4576-8554-3a3b8ffa52b7" providerId="ADAL" clId="{CF1DECEB-07AA-4733-83F0-1A69C15387C4}" dt="2025-12-06T04:02:53.504" v="1191" actId="14100"/>
          <ac:spMkLst>
            <pc:docMk/>
            <pc:sldMk cId="1625465924" sldId="441"/>
            <ac:spMk id="2" creationId="{A94495C0-E949-4BA1-89E9-E4047DA45942}"/>
          </ac:spMkLst>
        </pc:spChg>
        <pc:spChg chg="mod">
          <ac:chgData name="Teuku Raja Irfan Radarma" userId="cf428174-95ba-4576-8554-3a3b8ffa52b7" providerId="ADAL" clId="{CF1DECEB-07AA-4733-83F0-1A69C15387C4}" dt="2025-12-06T04:02:51.271" v="1190" actId="1076"/>
          <ac:spMkLst>
            <pc:docMk/>
            <pc:sldMk cId="1625465924" sldId="441"/>
            <ac:spMk id="3" creationId="{015F0F51-58A4-453F-901D-193B984CB2D6}"/>
          </ac:spMkLst>
        </pc:spChg>
      </pc:sldChg>
      <pc:sldChg chg="addSp modSp add mod">
        <pc:chgData name="Teuku Raja Irfan Radarma" userId="cf428174-95ba-4576-8554-3a3b8ffa52b7" providerId="ADAL" clId="{CF1DECEB-07AA-4733-83F0-1A69C15387C4}" dt="2025-12-06T04:02:38.810" v="1189" actId="1076"/>
        <pc:sldMkLst>
          <pc:docMk/>
          <pc:sldMk cId="3132782106" sldId="442"/>
        </pc:sldMkLst>
        <pc:spChg chg="mod">
          <ac:chgData name="Teuku Raja Irfan Radarma" userId="cf428174-95ba-4576-8554-3a3b8ffa52b7" providerId="ADAL" clId="{CF1DECEB-07AA-4733-83F0-1A69C15387C4}" dt="2025-12-06T04:02:36.646" v="1188" actId="14100"/>
          <ac:spMkLst>
            <pc:docMk/>
            <pc:sldMk cId="3132782106" sldId="442"/>
            <ac:spMk id="2" creationId="{A94495C0-E949-4BA1-89E9-E4047DA45942}"/>
          </ac:spMkLst>
        </pc:spChg>
        <pc:spChg chg="mod">
          <ac:chgData name="Teuku Raja Irfan Radarma" userId="cf428174-95ba-4576-8554-3a3b8ffa52b7" providerId="ADAL" clId="{CF1DECEB-07AA-4733-83F0-1A69C15387C4}" dt="2025-12-06T04:02:38.810" v="1189" actId="1076"/>
          <ac:spMkLst>
            <pc:docMk/>
            <pc:sldMk cId="3132782106" sldId="442"/>
            <ac:spMk id="3" creationId="{015F0F51-58A4-453F-901D-193B984CB2D6}"/>
          </ac:spMkLst>
        </pc:spChg>
        <pc:spChg chg="add mod">
          <ac:chgData name="Teuku Raja Irfan Radarma" userId="cf428174-95ba-4576-8554-3a3b8ffa52b7" providerId="ADAL" clId="{CF1DECEB-07AA-4733-83F0-1A69C15387C4}" dt="2025-12-06T04:02:38.810" v="1189" actId="1076"/>
          <ac:spMkLst>
            <pc:docMk/>
            <pc:sldMk cId="3132782106" sldId="442"/>
            <ac:spMk id="5" creationId="{A99338AC-2868-46BA-BD3C-91F4BF319F60}"/>
          </ac:spMkLst>
        </pc:spChg>
      </pc:sldChg>
    </pc:docChg>
  </pc:docChgLst>
  <pc:docChgLst>
    <pc:chgData name="Teuku Raja Irfan Radarma" userId="cf428174-95ba-4576-8554-3a3b8ffa52b7" providerId="ADAL" clId="{D0C7C3FA-0354-42F3-BA8D-008CE8C7667C}"/>
    <pc:docChg chg="undo custSel addSld delSld modSld sldOrd">
      <pc:chgData name="Teuku Raja Irfan Radarma" userId="cf428174-95ba-4576-8554-3a3b8ffa52b7" providerId="ADAL" clId="{D0C7C3FA-0354-42F3-BA8D-008CE8C7667C}" dt="2026-08-17T14:44:02.827" v="2038"/>
      <pc:docMkLst>
        <pc:docMk/>
      </pc:docMkLst>
      <pc:sldChg chg="del">
        <pc:chgData name="Teuku Raja Irfan Radarma" userId="cf428174-95ba-4576-8554-3a3b8ffa52b7" providerId="ADAL" clId="{D0C7C3FA-0354-42F3-BA8D-008CE8C7667C}" dt="2026-08-16T01:18:48.802" v="5" actId="47"/>
        <pc:sldMkLst>
          <pc:docMk/>
          <pc:sldMk cId="4030995347" sldId="257"/>
        </pc:sldMkLst>
      </pc:sldChg>
      <pc:sldChg chg="modSp mod">
        <pc:chgData name="Teuku Raja Irfan Radarma" userId="cf428174-95ba-4576-8554-3a3b8ffa52b7" providerId="ADAL" clId="{D0C7C3FA-0354-42F3-BA8D-008CE8C7667C}" dt="2026-08-16T01:18:34.869" v="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D0C7C3FA-0354-42F3-BA8D-008CE8C7667C}" dt="2026-08-16T01:18:34.869" v="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D0C7C3FA-0354-42F3-BA8D-008CE8C7667C}" dt="2026-08-16T01:18:29.497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D0C7C3FA-0354-42F3-BA8D-008CE8C7667C}" dt="2026-08-17T14:44:02.827" v="2038"/>
        <pc:sldMkLst>
          <pc:docMk/>
          <pc:sldMk cId="3835074240" sldId="263"/>
        </pc:sldMkLst>
        <pc:spChg chg="mod">
          <ac:chgData name="Teuku Raja Irfan Radarma" userId="cf428174-95ba-4576-8554-3a3b8ffa52b7" providerId="ADAL" clId="{D0C7C3FA-0354-42F3-BA8D-008CE8C7667C}" dt="2026-08-17T14:44:02.827" v="2038"/>
          <ac:spMkLst>
            <pc:docMk/>
            <pc:sldMk cId="3835074240" sldId="263"/>
            <ac:spMk id="2" creationId="{2079CBE2-7ADF-23F1-83BE-26DF183A5B12}"/>
          </ac:spMkLst>
        </pc:spChg>
      </pc:sldChg>
      <pc:sldChg chg="delSp modSp mod">
        <pc:chgData name="Teuku Raja Irfan Radarma" userId="cf428174-95ba-4576-8554-3a3b8ffa52b7" providerId="ADAL" clId="{D0C7C3FA-0354-42F3-BA8D-008CE8C7667C}" dt="2026-08-16T01:20:06.985" v="200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D0C7C3FA-0354-42F3-BA8D-008CE8C7667C}" dt="2026-08-16T01:20:06.985" v="200" actId="20577"/>
          <ac:spMkLst>
            <pc:docMk/>
            <pc:sldMk cId="2891726164" sldId="304"/>
            <ac:spMk id="3" creationId="{0EEF17E5-AD4D-CEBE-F9C3-691B024490D7}"/>
          </ac:spMkLst>
        </pc:spChg>
        <pc:spChg chg="del">
          <ac:chgData name="Teuku Raja Irfan Radarma" userId="cf428174-95ba-4576-8554-3a3b8ffa52b7" providerId="ADAL" clId="{D0C7C3FA-0354-42F3-BA8D-008CE8C7667C}" dt="2026-08-16T01:19:07.958" v="9" actId="478"/>
          <ac:spMkLst>
            <pc:docMk/>
            <pc:sldMk cId="2891726164" sldId="304"/>
            <ac:spMk id="5" creationId="{7D1C4826-0D9F-82A9-71DC-D0E6749679B2}"/>
          </ac:spMkLst>
        </pc:spChg>
      </pc:sldChg>
      <pc:sldChg chg="del">
        <pc:chgData name="Teuku Raja Irfan Radarma" userId="cf428174-95ba-4576-8554-3a3b8ffa52b7" providerId="ADAL" clId="{D0C7C3FA-0354-42F3-BA8D-008CE8C7667C}" dt="2026-08-16T01:33:16.533" v="201" actId="47"/>
        <pc:sldMkLst>
          <pc:docMk/>
          <pc:sldMk cId="3404562138" sldId="305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3051451500" sldId="306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4133513380" sldId="310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62413706" sldId="359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1044276249" sldId="363"/>
        </pc:sldMkLst>
      </pc:sldChg>
      <pc:sldChg chg="modSp mod">
        <pc:chgData name="Teuku Raja Irfan Radarma" userId="cf428174-95ba-4576-8554-3a3b8ffa52b7" providerId="ADAL" clId="{D0C7C3FA-0354-42F3-BA8D-008CE8C7667C}" dt="2026-08-16T08:46:47.037" v="1940" actId="20577"/>
        <pc:sldMkLst>
          <pc:docMk/>
          <pc:sldMk cId="3887449466" sldId="374"/>
        </pc:sldMkLst>
        <pc:spChg chg="mod">
          <ac:chgData name="Teuku Raja Irfan Radarma" userId="cf428174-95ba-4576-8554-3a3b8ffa52b7" providerId="ADAL" clId="{D0C7C3FA-0354-42F3-BA8D-008CE8C7667C}" dt="2026-08-16T08:25:53.043" v="1441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D0C7C3FA-0354-42F3-BA8D-008CE8C7667C}" dt="2026-08-16T08:46:47.037" v="1940" actId="20577"/>
          <ac:spMkLst>
            <pc:docMk/>
            <pc:sldMk cId="3887449466" sldId="374"/>
            <ac:spMk id="4" creationId="{5DFB2A37-0B4B-405A-2CAA-C05F9F347F73}"/>
          </ac:spMkLst>
        </pc:spChg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3666297478" sldId="416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1181482048" sldId="419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936069305" sldId="420"/>
        </pc:sldMkLst>
      </pc:sldChg>
      <pc:sldChg chg="addSp delSp modSp mod">
        <pc:chgData name="Teuku Raja Irfan Radarma" userId="cf428174-95ba-4576-8554-3a3b8ffa52b7" providerId="ADAL" clId="{D0C7C3FA-0354-42F3-BA8D-008CE8C7667C}" dt="2026-08-16T07:05:06.955" v="224" actId="20577"/>
        <pc:sldMkLst>
          <pc:docMk/>
          <pc:sldMk cId="22647776" sldId="421"/>
        </pc:sldMkLst>
        <pc:spChg chg="mod">
          <ac:chgData name="Teuku Raja Irfan Radarma" userId="cf428174-95ba-4576-8554-3a3b8ffa52b7" providerId="ADAL" clId="{D0C7C3FA-0354-42F3-BA8D-008CE8C7667C}" dt="2026-08-16T07:05:06.955" v="224" actId="20577"/>
          <ac:spMkLst>
            <pc:docMk/>
            <pc:sldMk cId="22647776" sldId="421"/>
            <ac:spMk id="2" creationId="{86D1BB63-4350-72A4-F5A6-7BC05C8ACCEA}"/>
          </ac:spMkLst>
        </pc:spChg>
        <pc:spChg chg="del">
          <ac:chgData name="Teuku Raja Irfan Radarma" userId="cf428174-95ba-4576-8554-3a3b8ffa52b7" providerId="ADAL" clId="{D0C7C3FA-0354-42F3-BA8D-008CE8C7667C}" dt="2026-08-16T07:04:50.102" v="203" actId="478"/>
          <ac:spMkLst>
            <pc:docMk/>
            <pc:sldMk cId="22647776" sldId="421"/>
            <ac:spMk id="3" creationId="{10DAE108-9E44-567B-9E8A-3F62785A8106}"/>
          </ac:spMkLst>
        </pc:spChg>
        <pc:spChg chg="add del mod">
          <ac:chgData name="Teuku Raja Irfan Radarma" userId="cf428174-95ba-4576-8554-3a3b8ffa52b7" providerId="ADAL" clId="{D0C7C3FA-0354-42F3-BA8D-008CE8C7667C}" dt="2026-08-16T07:04:50.988" v="204" actId="478"/>
          <ac:spMkLst>
            <pc:docMk/>
            <pc:sldMk cId="22647776" sldId="421"/>
            <ac:spMk id="5" creationId="{9F66369E-A2BE-4EAD-9C6A-C8AE9D92130B}"/>
          </ac:spMkLst>
        </pc:spChg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161204890" sldId="423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2412359814" sldId="424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4010584771" sldId="425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3737175484" sldId="426"/>
        </pc:sldMkLst>
      </pc:sldChg>
      <pc:sldChg chg="modSp del mod">
        <pc:chgData name="Teuku Raja Irfan Radarma" userId="cf428174-95ba-4576-8554-3a3b8ffa52b7" providerId="ADAL" clId="{D0C7C3FA-0354-42F3-BA8D-008CE8C7667C}" dt="2026-08-16T07:15:44.920" v="748" actId="47"/>
        <pc:sldMkLst>
          <pc:docMk/>
          <pc:sldMk cId="1540797187" sldId="428"/>
        </pc:sldMkLst>
        <pc:spChg chg="mod">
          <ac:chgData name="Teuku Raja Irfan Radarma" userId="cf428174-95ba-4576-8554-3a3b8ffa52b7" providerId="ADAL" clId="{D0C7C3FA-0354-42F3-BA8D-008CE8C7667C}" dt="2026-08-16T07:12:52.919" v="675" actId="1076"/>
          <ac:spMkLst>
            <pc:docMk/>
            <pc:sldMk cId="1540797187" sldId="428"/>
            <ac:spMk id="2" creationId="{311470FC-FD9F-43F8-A198-C1DADB57043E}"/>
          </ac:spMkLst>
        </pc:spChg>
      </pc:sldChg>
      <pc:sldChg chg="add del">
        <pc:chgData name="Teuku Raja Irfan Radarma" userId="cf428174-95ba-4576-8554-3a3b8ffa52b7" providerId="ADAL" clId="{D0C7C3FA-0354-42F3-BA8D-008CE8C7667C}" dt="2026-08-16T07:15:42.222" v="747" actId="47"/>
        <pc:sldMkLst>
          <pc:docMk/>
          <pc:sldMk cId="3800454067" sldId="429"/>
        </pc:sldMkLst>
      </pc:sldChg>
      <pc:sldChg chg="ord">
        <pc:chgData name="Teuku Raja Irfan Radarma" userId="cf428174-95ba-4576-8554-3a3b8ffa52b7" providerId="ADAL" clId="{D0C7C3FA-0354-42F3-BA8D-008CE8C7667C}" dt="2026-08-16T07:05:13.643" v="226"/>
        <pc:sldMkLst>
          <pc:docMk/>
          <pc:sldMk cId="255152706" sldId="434"/>
        </pc:sldMkLst>
      </pc:sldChg>
      <pc:sldChg chg="addSp modSp mod">
        <pc:chgData name="Teuku Raja Irfan Radarma" userId="cf428174-95ba-4576-8554-3a3b8ffa52b7" providerId="ADAL" clId="{D0C7C3FA-0354-42F3-BA8D-008CE8C7667C}" dt="2026-08-16T07:11:07.574" v="595" actId="571"/>
        <pc:sldMkLst>
          <pc:docMk/>
          <pc:sldMk cId="1679536135" sldId="435"/>
        </pc:sldMkLst>
        <pc:spChg chg="mod">
          <ac:chgData name="Teuku Raja Irfan Radarma" userId="cf428174-95ba-4576-8554-3a3b8ffa52b7" providerId="ADAL" clId="{D0C7C3FA-0354-42F3-BA8D-008CE8C7667C}" dt="2026-08-16T07:05:39.149" v="253" actId="1076"/>
          <ac:spMkLst>
            <pc:docMk/>
            <pc:sldMk cId="1679536135" sldId="435"/>
            <ac:spMk id="3" creationId="{BE2C1E5D-0F8C-4F47-840D-0F134E645746}"/>
          </ac:spMkLst>
        </pc:spChg>
        <pc:spChg chg="add mod">
          <ac:chgData name="Teuku Raja Irfan Radarma" userId="cf428174-95ba-4576-8554-3a3b8ffa52b7" providerId="ADAL" clId="{D0C7C3FA-0354-42F3-BA8D-008CE8C7667C}" dt="2026-08-16T07:10:44.146" v="589" actId="207"/>
          <ac:spMkLst>
            <pc:docMk/>
            <pc:sldMk cId="1679536135" sldId="435"/>
            <ac:spMk id="5" creationId="{3B70644A-916C-4AAC-9570-2A5131AC8BFE}"/>
          </ac:spMkLst>
        </pc:spChg>
        <pc:spChg chg="add mod">
          <ac:chgData name="Teuku Raja Irfan Radarma" userId="cf428174-95ba-4576-8554-3a3b8ffa52b7" providerId="ADAL" clId="{D0C7C3FA-0354-42F3-BA8D-008CE8C7667C}" dt="2026-08-16T07:10:44.146" v="589" actId="207"/>
          <ac:spMkLst>
            <pc:docMk/>
            <pc:sldMk cId="1679536135" sldId="435"/>
            <ac:spMk id="6" creationId="{A6BFB986-0085-42E4-BC49-25197B57EBF0}"/>
          </ac:spMkLst>
        </pc:spChg>
        <pc:spChg chg="add mod">
          <ac:chgData name="Teuku Raja Irfan Radarma" userId="cf428174-95ba-4576-8554-3a3b8ffa52b7" providerId="ADAL" clId="{D0C7C3FA-0354-42F3-BA8D-008CE8C7667C}" dt="2026-08-16T07:10:44.146" v="589" actId="207"/>
          <ac:spMkLst>
            <pc:docMk/>
            <pc:sldMk cId="1679536135" sldId="435"/>
            <ac:spMk id="7" creationId="{9B9E66BF-C131-44F3-85D8-4DAF07083713}"/>
          </ac:spMkLst>
        </pc:spChg>
        <pc:spChg chg="add mod">
          <ac:chgData name="Teuku Raja Irfan Radarma" userId="cf428174-95ba-4576-8554-3a3b8ffa52b7" providerId="ADAL" clId="{D0C7C3FA-0354-42F3-BA8D-008CE8C7667C}" dt="2026-08-16T07:10:44.146" v="589" actId="207"/>
          <ac:spMkLst>
            <pc:docMk/>
            <pc:sldMk cId="1679536135" sldId="435"/>
            <ac:spMk id="8" creationId="{013B7807-FBF2-418D-AB06-E94CF5E65859}"/>
          </ac:spMkLst>
        </pc:spChg>
        <pc:spChg chg="add mod">
          <ac:chgData name="Teuku Raja Irfan Radarma" userId="cf428174-95ba-4576-8554-3a3b8ffa52b7" providerId="ADAL" clId="{D0C7C3FA-0354-42F3-BA8D-008CE8C7667C}" dt="2026-08-16T07:10:59.268" v="593" actId="2085"/>
          <ac:spMkLst>
            <pc:docMk/>
            <pc:sldMk cId="1679536135" sldId="435"/>
            <ac:spMk id="9" creationId="{710615FA-1DA1-49EA-8330-EEE3C34A0330}"/>
          </ac:spMkLst>
        </pc:spChg>
        <pc:spChg chg="add mod">
          <ac:chgData name="Teuku Raja Irfan Radarma" userId="cf428174-95ba-4576-8554-3a3b8ffa52b7" providerId="ADAL" clId="{D0C7C3FA-0354-42F3-BA8D-008CE8C7667C}" dt="2026-08-16T07:11:01.859" v="594" actId="571"/>
          <ac:spMkLst>
            <pc:docMk/>
            <pc:sldMk cId="1679536135" sldId="435"/>
            <ac:spMk id="10" creationId="{221ED61D-07E4-4764-A87A-8E96820FB2C5}"/>
          </ac:spMkLst>
        </pc:spChg>
        <pc:spChg chg="add mod">
          <ac:chgData name="Teuku Raja Irfan Radarma" userId="cf428174-95ba-4576-8554-3a3b8ffa52b7" providerId="ADAL" clId="{D0C7C3FA-0354-42F3-BA8D-008CE8C7667C}" dt="2026-08-16T07:11:07.574" v="595" actId="571"/>
          <ac:spMkLst>
            <pc:docMk/>
            <pc:sldMk cId="1679536135" sldId="435"/>
            <ac:spMk id="11" creationId="{7E7C4E55-E8C7-4D92-A6B3-8475002EF1D8}"/>
          </ac:spMkLst>
        </pc:spChg>
      </pc:sldChg>
      <pc:sldChg chg="ord">
        <pc:chgData name="Teuku Raja Irfan Radarma" userId="cf428174-95ba-4576-8554-3a3b8ffa52b7" providerId="ADAL" clId="{D0C7C3FA-0354-42F3-BA8D-008CE8C7667C}" dt="2026-08-16T08:27:17.943" v="1459"/>
        <pc:sldMkLst>
          <pc:docMk/>
          <pc:sldMk cId="2555631206" sldId="439"/>
        </pc:sldMkLst>
      </pc:sldChg>
      <pc:sldChg chg="ord">
        <pc:chgData name="Teuku Raja Irfan Radarma" userId="cf428174-95ba-4576-8554-3a3b8ffa52b7" providerId="ADAL" clId="{D0C7C3FA-0354-42F3-BA8D-008CE8C7667C}" dt="2026-08-16T08:27:17.943" v="1459"/>
        <pc:sldMkLst>
          <pc:docMk/>
          <pc:sldMk cId="1237315907" sldId="440"/>
        </pc:sldMkLst>
      </pc:sldChg>
      <pc:sldChg chg="addSp modSp del mod">
        <pc:chgData name="Teuku Raja Irfan Radarma" userId="cf428174-95ba-4576-8554-3a3b8ffa52b7" providerId="ADAL" clId="{D0C7C3FA-0354-42F3-BA8D-008CE8C7667C}" dt="2026-08-16T08:34:08.036" v="1628" actId="47"/>
        <pc:sldMkLst>
          <pc:docMk/>
          <pc:sldMk cId="2326228366" sldId="448"/>
        </pc:sldMkLst>
        <pc:spChg chg="mod">
          <ac:chgData name="Teuku Raja Irfan Radarma" userId="cf428174-95ba-4576-8554-3a3b8ffa52b7" providerId="ADAL" clId="{D0C7C3FA-0354-42F3-BA8D-008CE8C7667C}" dt="2026-08-16T08:30:34.161" v="1485" actId="1076"/>
          <ac:spMkLst>
            <pc:docMk/>
            <pc:sldMk cId="2326228366" sldId="448"/>
            <ac:spMk id="2" creationId="{B7BBA617-361C-077E-4B46-74B78835D560}"/>
          </ac:spMkLst>
        </pc:spChg>
        <pc:graphicFrameChg chg="mod modGraphic">
          <ac:chgData name="Teuku Raja Irfan Radarma" userId="cf428174-95ba-4576-8554-3a3b8ffa52b7" providerId="ADAL" clId="{D0C7C3FA-0354-42F3-BA8D-008CE8C7667C}" dt="2026-08-16T08:30:58.151" v="1489" actId="1076"/>
          <ac:graphicFrameMkLst>
            <pc:docMk/>
            <pc:sldMk cId="2326228366" sldId="448"/>
            <ac:graphicFrameMk id="3" creationId="{26034CC6-CA21-E1BC-CCE6-74B6D0F0B84D}"/>
          </ac:graphicFrameMkLst>
        </pc:graphicFrameChg>
        <pc:picChg chg="add mod">
          <ac:chgData name="Teuku Raja Irfan Radarma" userId="cf428174-95ba-4576-8554-3a3b8ffa52b7" providerId="ADAL" clId="{D0C7C3FA-0354-42F3-BA8D-008CE8C7667C}" dt="2026-08-16T08:31:06.631" v="1490" actId="1076"/>
          <ac:picMkLst>
            <pc:docMk/>
            <pc:sldMk cId="2326228366" sldId="448"/>
            <ac:picMk id="2050" creationId="{65B588DB-4BB7-4148-8608-82D86382B714}"/>
          </ac:picMkLst>
        </pc:picChg>
      </pc:sldChg>
      <pc:sldChg chg="modSp mod">
        <pc:chgData name="Teuku Raja Irfan Radarma" userId="cf428174-95ba-4576-8554-3a3b8ffa52b7" providerId="ADAL" clId="{D0C7C3FA-0354-42F3-BA8D-008CE8C7667C}" dt="2026-08-16T08:44:06.119" v="1935" actId="1076"/>
        <pc:sldMkLst>
          <pc:docMk/>
          <pc:sldMk cId="3070700227" sldId="449"/>
        </pc:sldMkLst>
        <pc:spChg chg="mod">
          <ac:chgData name="Teuku Raja Irfan Radarma" userId="cf428174-95ba-4576-8554-3a3b8ffa52b7" providerId="ADAL" clId="{D0C7C3FA-0354-42F3-BA8D-008CE8C7667C}" dt="2026-08-16T08:44:03.158" v="1934" actId="1076"/>
          <ac:spMkLst>
            <pc:docMk/>
            <pc:sldMk cId="3070700227" sldId="449"/>
            <ac:spMk id="2" creationId="{5DEA83A5-2E77-B65F-9B68-4959AB39494E}"/>
          </ac:spMkLst>
        </pc:spChg>
        <pc:graphicFrameChg chg="mod modGraphic">
          <ac:chgData name="Teuku Raja Irfan Radarma" userId="cf428174-95ba-4576-8554-3a3b8ffa52b7" providerId="ADAL" clId="{D0C7C3FA-0354-42F3-BA8D-008CE8C7667C}" dt="2026-08-16T08:44:06.119" v="1935" actId="1076"/>
          <ac:graphicFrameMkLst>
            <pc:docMk/>
            <pc:sldMk cId="3070700227" sldId="449"/>
            <ac:graphicFrameMk id="5" creationId="{7B0B3945-B82E-B1AB-3FA1-53662FA69CC7}"/>
          </ac:graphicFrameMkLst>
        </pc:graphicFrameChg>
      </pc:sldChg>
      <pc:sldChg chg="del">
        <pc:chgData name="Teuku Raja Irfan Radarma" userId="cf428174-95ba-4576-8554-3a3b8ffa52b7" providerId="ADAL" clId="{D0C7C3FA-0354-42F3-BA8D-008CE8C7667C}" dt="2026-08-16T08:34:49.663" v="1653" actId="47"/>
        <pc:sldMkLst>
          <pc:docMk/>
          <pc:sldMk cId="4250959893" sldId="453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922588264" sldId="459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2132516327" sldId="461"/>
        </pc:sldMkLst>
      </pc:sldChg>
      <pc:sldChg chg="del">
        <pc:chgData name="Teuku Raja Irfan Radarma" userId="cf428174-95ba-4576-8554-3a3b8ffa52b7" providerId="ADAL" clId="{D0C7C3FA-0354-42F3-BA8D-008CE8C7667C}" dt="2026-08-16T03:21:47.289" v="202" actId="47"/>
        <pc:sldMkLst>
          <pc:docMk/>
          <pc:sldMk cId="2095266917" sldId="462"/>
        </pc:sldMkLst>
      </pc:sldChg>
      <pc:sldChg chg="modSp add mod">
        <pc:chgData name="Teuku Raja Irfan Radarma" userId="cf428174-95ba-4576-8554-3a3b8ffa52b7" providerId="ADAL" clId="{D0C7C3FA-0354-42F3-BA8D-008CE8C7667C}" dt="2026-08-16T01:18:54.162" v="8" actId="113"/>
        <pc:sldMkLst>
          <pc:docMk/>
          <pc:sldMk cId="83956211" sldId="463"/>
        </pc:sldMkLst>
        <pc:spChg chg="mod">
          <ac:chgData name="Teuku Raja Irfan Radarma" userId="cf428174-95ba-4576-8554-3a3b8ffa52b7" providerId="ADAL" clId="{D0C7C3FA-0354-42F3-BA8D-008CE8C7667C}" dt="2026-08-16T01:18:54.162" v="8" actId="113"/>
          <ac:spMkLst>
            <pc:docMk/>
            <pc:sldMk cId="83956211" sldId="463"/>
            <ac:spMk id="4" creationId="{6C09DF7A-9B78-AB11-FA80-26BA72C3D29B}"/>
          </ac:spMkLst>
        </pc:spChg>
      </pc:sldChg>
      <pc:sldChg chg="delSp modSp new mod">
        <pc:chgData name="Teuku Raja Irfan Radarma" userId="cf428174-95ba-4576-8554-3a3b8ffa52b7" providerId="ADAL" clId="{D0C7C3FA-0354-42F3-BA8D-008CE8C7667C}" dt="2026-08-16T07:05:31.091" v="252" actId="478"/>
        <pc:sldMkLst>
          <pc:docMk/>
          <pc:sldMk cId="3772279767" sldId="464"/>
        </pc:sldMkLst>
        <pc:spChg chg="mod">
          <ac:chgData name="Teuku Raja Irfan Radarma" userId="cf428174-95ba-4576-8554-3a3b8ffa52b7" providerId="ADAL" clId="{D0C7C3FA-0354-42F3-BA8D-008CE8C7667C}" dt="2026-08-16T07:05:25.085" v="251" actId="20577"/>
          <ac:spMkLst>
            <pc:docMk/>
            <pc:sldMk cId="3772279767" sldId="464"/>
            <ac:spMk id="2" creationId="{4E63D450-82E8-4BC6-AF44-03D5D619A672}"/>
          </ac:spMkLst>
        </pc:spChg>
        <pc:spChg chg="del">
          <ac:chgData name="Teuku Raja Irfan Radarma" userId="cf428174-95ba-4576-8554-3a3b8ffa52b7" providerId="ADAL" clId="{D0C7C3FA-0354-42F3-BA8D-008CE8C7667C}" dt="2026-08-16T07:05:31.091" v="252" actId="478"/>
          <ac:spMkLst>
            <pc:docMk/>
            <pc:sldMk cId="3772279767" sldId="464"/>
            <ac:spMk id="3" creationId="{1BDF254A-4D20-4D72-B01D-4ECCBFF64FCF}"/>
          </ac:spMkLst>
        </pc:spChg>
      </pc:sldChg>
      <pc:sldChg chg="addSp modSp add mod">
        <pc:chgData name="Teuku Raja Irfan Radarma" userId="cf428174-95ba-4576-8554-3a3b8ffa52b7" providerId="ADAL" clId="{D0C7C3FA-0354-42F3-BA8D-008CE8C7667C}" dt="2026-08-16T07:15:33.850" v="746" actId="14100"/>
        <pc:sldMkLst>
          <pc:docMk/>
          <pc:sldMk cId="2877006525" sldId="465"/>
        </pc:sldMkLst>
        <pc:spChg chg="mod">
          <ac:chgData name="Teuku Raja Irfan Radarma" userId="cf428174-95ba-4576-8554-3a3b8ffa52b7" providerId="ADAL" clId="{D0C7C3FA-0354-42F3-BA8D-008CE8C7667C}" dt="2026-08-16T07:13:13.706" v="682" actId="14100"/>
          <ac:spMkLst>
            <pc:docMk/>
            <pc:sldMk cId="2877006525" sldId="465"/>
            <ac:spMk id="3" creationId="{58D67195-B756-4233-A31B-CCAA3B489B91}"/>
          </ac:spMkLst>
        </pc:spChg>
        <pc:graphicFrameChg chg="add mod modGraphic">
          <ac:chgData name="Teuku Raja Irfan Radarma" userId="cf428174-95ba-4576-8554-3a3b8ffa52b7" providerId="ADAL" clId="{D0C7C3FA-0354-42F3-BA8D-008CE8C7667C}" dt="2026-08-16T07:15:33.850" v="746" actId="14100"/>
          <ac:graphicFrameMkLst>
            <pc:docMk/>
            <pc:sldMk cId="2877006525" sldId="465"/>
            <ac:graphicFrameMk id="5" creationId="{B5C80DBE-4ABB-4F52-AFD9-3CE9C40D4CCA}"/>
          </ac:graphicFrameMkLst>
        </pc:graphicFrameChg>
      </pc:sldChg>
      <pc:sldChg chg="delSp modSp new mod">
        <pc:chgData name="Teuku Raja Irfan Radarma" userId="cf428174-95ba-4576-8554-3a3b8ffa52b7" providerId="ADAL" clId="{D0C7C3FA-0354-42F3-BA8D-008CE8C7667C}" dt="2026-08-16T08:27:38.005" v="1469" actId="14100"/>
        <pc:sldMkLst>
          <pc:docMk/>
          <pc:sldMk cId="1857051885" sldId="466"/>
        </pc:sldMkLst>
        <pc:spChg chg="mod">
          <ac:chgData name="Teuku Raja Irfan Radarma" userId="cf428174-95ba-4576-8554-3a3b8ffa52b7" providerId="ADAL" clId="{D0C7C3FA-0354-42F3-BA8D-008CE8C7667C}" dt="2026-08-16T08:27:38.005" v="1469" actId="14100"/>
          <ac:spMkLst>
            <pc:docMk/>
            <pc:sldMk cId="1857051885" sldId="466"/>
            <ac:spMk id="2" creationId="{71E0AB0D-6B7D-4738-A8D7-C20A9962603A}"/>
          </ac:spMkLst>
        </pc:spChg>
        <pc:spChg chg="del">
          <ac:chgData name="Teuku Raja Irfan Radarma" userId="cf428174-95ba-4576-8554-3a3b8ffa52b7" providerId="ADAL" clId="{D0C7C3FA-0354-42F3-BA8D-008CE8C7667C}" dt="2026-08-16T07:18:04.257" v="837" actId="478"/>
          <ac:spMkLst>
            <pc:docMk/>
            <pc:sldMk cId="1857051885" sldId="466"/>
            <ac:spMk id="3" creationId="{35E793C7-8261-49D2-B77B-593451C63BF1}"/>
          </ac:spMkLst>
        </pc:spChg>
      </pc:sldChg>
      <pc:sldChg chg="delSp modSp new mod">
        <pc:chgData name="Teuku Raja Irfan Radarma" userId="cf428174-95ba-4576-8554-3a3b8ffa52b7" providerId="ADAL" clId="{D0C7C3FA-0354-42F3-BA8D-008CE8C7667C}" dt="2026-08-16T08:34:18.649" v="1652" actId="20577"/>
        <pc:sldMkLst>
          <pc:docMk/>
          <pc:sldMk cId="753594843" sldId="467"/>
        </pc:sldMkLst>
        <pc:spChg chg="mod">
          <ac:chgData name="Teuku Raja Irfan Radarma" userId="cf428174-95ba-4576-8554-3a3b8ffa52b7" providerId="ADAL" clId="{D0C7C3FA-0354-42F3-BA8D-008CE8C7667C}" dt="2026-08-16T08:34:18.649" v="1652" actId="20577"/>
          <ac:spMkLst>
            <pc:docMk/>
            <pc:sldMk cId="753594843" sldId="467"/>
            <ac:spMk id="2" creationId="{E49852BF-6463-4E01-8F58-F3DA660F793B}"/>
          </ac:spMkLst>
        </pc:spChg>
        <pc:spChg chg="del">
          <ac:chgData name="Teuku Raja Irfan Radarma" userId="cf428174-95ba-4576-8554-3a3b8ffa52b7" providerId="ADAL" clId="{D0C7C3FA-0354-42F3-BA8D-008CE8C7667C}" dt="2026-08-16T07:19:03.884" v="866" actId="478"/>
          <ac:spMkLst>
            <pc:docMk/>
            <pc:sldMk cId="753594843" sldId="467"/>
            <ac:spMk id="3" creationId="{2C41E4C4-46D4-493A-8E08-B62BF3DB92CE}"/>
          </ac:spMkLst>
        </pc:spChg>
      </pc:sldChg>
      <pc:sldChg chg="addSp delSp modSp new mod">
        <pc:chgData name="Teuku Raja Irfan Radarma" userId="cf428174-95ba-4576-8554-3a3b8ffa52b7" providerId="ADAL" clId="{D0C7C3FA-0354-42F3-BA8D-008CE8C7667C}" dt="2026-08-16T07:22:31.182" v="1075" actId="1076"/>
        <pc:sldMkLst>
          <pc:docMk/>
          <pc:sldMk cId="2848812697" sldId="468"/>
        </pc:sldMkLst>
        <pc:spChg chg="mod">
          <ac:chgData name="Teuku Raja Irfan Radarma" userId="cf428174-95ba-4576-8554-3a3b8ffa52b7" providerId="ADAL" clId="{D0C7C3FA-0354-42F3-BA8D-008CE8C7667C}" dt="2026-08-16T07:20:05.313" v="898" actId="20577"/>
          <ac:spMkLst>
            <pc:docMk/>
            <pc:sldMk cId="2848812697" sldId="468"/>
            <ac:spMk id="2" creationId="{2B6C3EB1-45B7-45F2-A230-B5CE4DFF5AD7}"/>
          </ac:spMkLst>
        </pc:spChg>
        <pc:spChg chg="del">
          <ac:chgData name="Teuku Raja Irfan Radarma" userId="cf428174-95ba-4576-8554-3a3b8ffa52b7" providerId="ADAL" clId="{D0C7C3FA-0354-42F3-BA8D-008CE8C7667C}" dt="2026-08-16T07:20:07.888" v="899" actId="478"/>
          <ac:spMkLst>
            <pc:docMk/>
            <pc:sldMk cId="2848812697" sldId="468"/>
            <ac:spMk id="3" creationId="{C5C82106-AD49-4A5B-ACFE-BD8DAE277C2F}"/>
          </ac:spMkLst>
        </pc:spChg>
        <pc:spChg chg="add mod">
          <ac:chgData name="Teuku Raja Irfan Radarma" userId="cf428174-95ba-4576-8554-3a3b8ffa52b7" providerId="ADAL" clId="{D0C7C3FA-0354-42F3-BA8D-008CE8C7667C}" dt="2026-08-16T07:21:46.518" v="1035" actId="14100"/>
          <ac:spMkLst>
            <pc:docMk/>
            <pc:sldMk cId="2848812697" sldId="468"/>
            <ac:spMk id="5" creationId="{04563D5E-CC38-4BC8-9E44-900A250E9F71}"/>
          </ac:spMkLst>
        </pc:spChg>
        <pc:spChg chg="add mod">
          <ac:chgData name="Teuku Raja Irfan Radarma" userId="cf428174-95ba-4576-8554-3a3b8ffa52b7" providerId="ADAL" clId="{D0C7C3FA-0354-42F3-BA8D-008CE8C7667C}" dt="2026-08-16T07:21:46.518" v="1035" actId="14100"/>
          <ac:spMkLst>
            <pc:docMk/>
            <pc:sldMk cId="2848812697" sldId="468"/>
            <ac:spMk id="6" creationId="{258269C7-83FE-4603-A13F-6353C94E24AB}"/>
          </ac:spMkLst>
        </pc:spChg>
        <pc:spChg chg="add mod">
          <ac:chgData name="Teuku Raja Irfan Radarma" userId="cf428174-95ba-4576-8554-3a3b8ffa52b7" providerId="ADAL" clId="{D0C7C3FA-0354-42F3-BA8D-008CE8C7667C}" dt="2026-08-16T07:21:46.518" v="1035" actId="14100"/>
          <ac:spMkLst>
            <pc:docMk/>
            <pc:sldMk cId="2848812697" sldId="468"/>
            <ac:spMk id="7" creationId="{87C03249-6182-4029-B01D-5EDABCBA44C5}"/>
          </ac:spMkLst>
        </pc:spChg>
        <pc:spChg chg="add mod">
          <ac:chgData name="Teuku Raja Irfan Radarma" userId="cf428174-95ba-4576-8554-3a3b8ffa52b7" providerId="ADAL" clId="{D0C7C3FA-0354-42F3-BA8D-008CE8C7667C}" dt="2026-08-16T07:21:51.138" v="1036" actId="1076"/>
          <ac:spMkLst>
            <pc:docMk/>
            <pc:sldMk cId="2848812697" sldId="468"/>
            <ac:spMk id="8" creationId="{B67F13AF-C530-41CA-B990-D692BADF7499}"/>
          </ac:spMkLst>
        </pc:spChg>
        <pc:spChg chg="add mod">
          <ac:chgData name="Teuku Raja Irfan Radarma" userId="cf428174-95ba-4576-8554-3a3b8ffa52b7" providerId="ADAL" clId="{D0C7C3FA-0354-42F3-BA8D-008CE8C7667C}" dt="2026-08-16T07:22:06.144" v="1039" actId="2085"/>
          <ac:spMkLst>
            <pc:docMk/>
            <pc:sldMk cId="2848812697" sldId="468"/>
            <ac:spMk id="9" creationId="{55918DAE-D61E-4167-9935-3AA425798B91}"/>
          </ac:spMkLst>
        </pc:spChg>
        <pc:spChg chg="add mod">
          <ac:chgData name="Teuku Raja Irfan Radarma" userId="cf428174-95ba-4576-8554-3a3b8ffa52b7" providerId="ADAL" clId="{D0C7C3FA-0354-42F3-BA8D-008CE8C7667C}" dt="2026-08-16T07:22:08.853" v="1040" actId="571"/>
          <ac:spMkLst>
            <pc:docMk/>
            <pc:sldMk cId="2848812697" sldId="468"/>
            <ac:spMk id="10" creationId="{7F40055A-87DC-4C21-8E8D-FDED9C68CC84}"/>
          </ac:spMkLst>
        </pc:spChg>
        <pc:spChg chg="add mod">
          <ac:chgData name="Teuku Raja Irfan Radarma" userId="cf428174-95ba-4576-8554-3a3b8ffa52b7" providerId="ADAL" clId="{D0C7C3FA-0354-42F3-BA8D-008CE8C7667C}" dt="2026-08-16T07:22:11.367" v="1041" actId="571"/>
          <ac:spMkLst>
            <pc:docMk/>
            <pc:sldMk cId="2848812697" sldId="468"/>
            <ac:spMk id="11" creationId="{8CF01DAB-31D1-47E4-A4D1-718911AE6D41}"/>
          </ac:spMkLst>
        </pc:spChg>
        <pc:spChg chg="add mod">
          <ac:chgData name="Teuku Raja Irfan Radarma" userId="cf428174-95ba-4576-8554-3a3b8ffa52b7" providerId="ADAL" clId="{D0C7C3FA-0354-42F3-BA8D-008CE8C7667C}" dt="2026-08-16T07:22:31.182" v="1075" actId="1076"/>
          <ac:spMkLst>
            <pc:docMk/>
            <pc:sldMk cId="2848812697" sldId="468"/>
            <ac:spMk id="12" creationId="{E53B4C06-4C03-4661-90B1-6CD20ECE4AB0}"/>
          </ac:spMkLst>
        </pc:spChg>
      </pc:sldChg>
      <pc:sldChg chg="addSp delSp modSp new mod">
        <pc:chgData name="Teuku Raja Irfan Radarma" userId="cf428174-95ba-4576-8554-3a3b8ffa52b7" providerId="ADAL" clId="{D0C7C3FA-0354-42F3-BA8D-008CE8C7667C}" dt="2026-08-16T07:24:31.631" v="1106" actId="1076"/>
        <pc:sldMkLst>
          <pc:docMk/>
          <pc:sldMk cId="338930340" sldId="469"/>
        </pc:sldMkLst>
        <pc:spChg chg="mod">
          <ac:chgData name="Teuku Raja Irfan Radarma" userId="cf428174-95ba-4576-8554-3a3b8ffa52b7" providerId="ADAL" clId="{D0C7C3FA-0354-42F3-BA8D-008CE8C7667C}" dt="2026-08-16T07:24:01.982" v="1101" actId="20577"/>
          <ac:spMkLst>
            <pc:docMk/>
            <pc:sldMk cId="338930340" sldId="469"/>
            <ac:spMk id="2" creationId="{F2195D2D-873E-4D8C-AD61-4B118CF786C3}"/>
          </ac:spMkLst>
        </pc:spChg>
        <pc:spChg chg="del">
          <ac:chgData name="Teuku Raja Irfan Radarma" userId="cf428174-95ba-4576-8554-3a3b8ffa52b7" providerId="ADAL" clId="{D0C7C3FA-0354-42F3-BA8D-008CE8C7667C}" dt="2026-08-16T07:24:07.887" v="1102"/>
          <ac:spMkLst>
            <pc:docMk/>
            <pc:sldMk cId="338930340" sldId="469"/>
            <ac:spMk id="3" creationId="{DB8BE1B2-AE3C-42F7-9CA8-585704420458}"/>
          </ac:spMkLst>
        </pc:spChg>
        <pc:picChg chg="add mod">
          <ac:chgData name="Teuku Raja Irfan Radarma" userId="cf428174-95ba-4576-8554-3a3b8ffa52b7" providerId="ADAL" clId="{D0C7C3FA-0354-42F3-BA8D-008CE8C7667C}" dt="2026-08-16T07:24:31.631" v="1106" actId="1076"/>
          <ac:picMkLst>
            <pc:docMk/>
            <pc:sldMk cId="338930340" sldId="469"/>
            <ac:picMk id="1026" creationId="{5610CD3F-7FA1-4859-A30E-09DD3EDF2A78}"/>
          </ac:picMkLst>
        </pc:picChg>
      </pc:sldChg>
      <pc:sldChg chg="modSp new mod ord">
        <pc:chgData name="Teuku Raja Irfan Radarma" userId="cf428174-95ba-4576-8554-3a3b8ffa52b7" providerId="ADAL" clId="{D0C7C3FA-0354-42F3-BA8D-008CE8C7667C}" dt="2026-08-16T08:27:17.943" v="1459"/>
        <pc:sldMkLst>
          <pc:docMk/>
          <pc:sldMk cId="4145349111" sldId="470"/>
        </pc:sldMkLst>
        <pc:spChg chg="mod">
          <ac:chgData name="Teuku Raja Irfan Radarma" userId="cf428174-95ba-4576-8554-3a3b8ffa52b7" providerId="ADAL" clId="{D0C7C3FA-0354-42F3-BA8D-008CE8C7667C}" dt="2026-08-16T07:25:43.615" v="1120" actId="20577"/>
          <ac:spMkLst>
            <pc:docMk/>
            <pc:sldMk cId="4145349111" sldId="470"/>
            <ac:spMk id="2" creationId="{43167711-780B-4108-AF47-7B799724F9F4}"/>
          </ac:spMkLst>
        </pc:spChg>
      </pc:sldChg>
      <pc:sldChg chg="addSp delSp modSp new mod ord">
        <pc:chgData name="Teuku Raja Irfan Radarma" userId="cf428174-95ba-4576-8554-3a3b8ffa52b7" providerId="ADAL" clId="{D0C7C3FA-0354-42F3-BA8D-008CE8C7667C}" dt="2026-08-16T08:27:17.943" v="1459"/>
        <pc:sldMkLst>
          <pc:docMk/>
          <pc:sldMk cId="1617545939" sldId="471"/>
        </pc:sldMkLst>
        <pc:spChg chg="mod">
          <ac:chgData name="Teuku Raja Irfan Radarma" userId="cf428174-95ba-4576-8554-3a3b8ffa52b7" providerId="ADAL" clId="{D0C7C3FA-0354-42F3-BA8D-008CE8C7667C}" dt="2026-08-16T07:30:58.363" v="1137" actId="20577"/>
          <ac:spMkLst>
            <pc:docMk/>
            <pc:sldMk cId="1617545939" sldId="471"/>
            <ac:spMk id="2" creationId="{E40CCFDE-AA61-4B5E-845F-855078C21566}"/>
          </ac:spMkLst>
        </pc:spChg>
        <pc:spChg chg="del">
          <ac:chgData name="Teuku Raja Irfan Radarma" userId="cf428174-95ba-4576-8554-3a3b8ffa52b7" providerId="ADAL" clId="{D0C7C3FA-0354-42F3-BA8D-008CE8C7667C}" dt="2026-08-16T07:31:01.227" v="1138" actId="478"/>
          <ac:spMkLst>
            <pc:docMk/>
            <pc:sldMk cId="1617545939" sldId="471"/>
            <ac:spMk id="3" creationId="{8AD6EF5E-A5E3-4FED-801A-6ABF51304DEF}"/>
          </ac:spMkLst>
        </pc:spChg>
        <pc:graphicFrameChg chg="add mod modGraphic">
          <ac:chgData name="Teuku Raja Irfan Radarma" userId="cf428174-95ba-4576-8554-3a3b8ffa52b7" providerId="ADAL" clId="{D0C7C3FA-0354-42F3-BA8D-008CE8C7667C}" dt="2026-08-16T08:25:08.309" v="1435" actId="14734"/>
          <ac:graphicFrameMkLst>
            <pc:docMk/>
            <pc:sldMk cId="1617545939" sldId="471"/>
            <ac:graphicFrameMk id="5" creationId="{07D046C8-3AA1-4B04-9BF6-C99ECC5B0354}"/>
          </ac:graphicFrameMkLst>
        </pc:graphicFrameChg>
      </pc:sldChg>
      <pc:sldChg chg="addSp delSp modSp add mod">
        <pc:chgData name="Teuku Raja Irfan Radarma" userId="cf428174-95ba-4576-8554-3a3b8ffa52b7" providerId="ADAL" clId="{D0C7C3FA-0354-42F3-BA8D-008CE8C7667C}" dt="2026-08-16T08:33:50.804" v="1627" actId="14100"/>
        <pc:sldMkLst>
          <pc:docMk/>
          <pc:sldMk cId="3594111545" sldId="472"/>
        </pc:sldMkLst>
        <pc:graphicFrameChg chg="mod modGraphic">
          <ac:chgData name="Teuku Raja Irfan Radarma" userId="cf428174-95ba-4576-8554-3a3b8ffa52b7" providerId="ADAL" clId="{D0C7C3FA-0354-42F3-BA8D-008CE8C7667C}" dt="2026-08-16T08:33:50.804" v="1627" actId="14100"/>
          <ac:graphicFrameMkLst>
            <pc:docMk/>
            <pc:sldMk cId="3594111545" sldId="472"/>
            <ac:graphicFrameMk id="3" creationId="{26034CC6-CA21-E1BC-CCE6-74B6D0F0B84D}"/>
          </ac:graphicFrameMkLst>
        </pc:graphicFrameChg>
        <pc:picChg chg="add mod">
          <ac:chgData name="Teuku Raja Irfan Radarma" userId="cf428174-95ba-4576-8554-3a3b8ffa52b7" providerId="ADAL" clId="{D0C7C3FA-0354-42F3-BA8D-008CE8C7667C}" dt="2026-08-16T08:33:45.672" v="1626" actId="1440"/>
          <ac:picMkLst>
            <pc:docMk/>
            <pc:sldMk cId="3594111545" sldId="472"/>
            <ac:picMk id="6" creationId="{EF99267B-55EF-4356-A2C3-1860F26748E7}"/>
          </ac:picMkLst>
        </pc:picChg>
        <pc:picChg chg="add mod">
          <ac:chgData name="Teuku Raja Irfan Radarma" userId="cf428174-95ba-4576-8554-3a3b8ffa52b7" providerId="ADAL" clId="{D0C7C3FA-0354-42F3-BA8D-008CE8C7667C}" dt="2026-08-16T08:33:45.672" v="1626" actId="1440"/>
          <ac:picMkLst>
            <pc:docMk/>
            <pc:sldMk cId="3594111545" sldId="472"/>
            <ac:picMk id="7" creationId="{68E1FEB3-8A36-4763-9072-C451A48A96B0}"/>
          </ac:picMkLst>
        </pc:picChg>
        <pc:picChg chg="del">
          <ac:chgData name="Teuku Raja Irfan Radarma" userId="cf428174-95ba-4576-8554-3a3b8ffa52b7" providerId="ADAL" clId="{D0C7C3FA-0354-42F3-BA8D-008CE8C7667C}" dt="2026-08-16T08:31:16.230" v="1492" actId="478"/>
          <ac:picMkLst>
            <pc:docMk/>
            <pc:sldMk cId="3594111545" sldId="472"/>
            <ac:picMk id="2050" creationId="{65B588DB-4BB7-4148-8608-82D86382B714}"/>
          </ac:picMkLst>
        </pc:picChg>
      </pc:sldChg>
      <pc:sldChg chg="addSp delSp modSp new mod">
        <pc:chgData name="Teuku Raja Irfan Radarma" userId="cf428174-95ba-4576-8554-3a3b8ffa52b7" providerId="ADAL" clId="{D0C7C3FA-0354-42F3-BA8D-008CE8C7667C}" dt="2026-08-16T08:39:47.476" v="1700" actId="948"/>
        <pc:sldMkLst>
          <pc:docMk/>
          <pc:sldMk cId="3596874298" sldId="473"/>
        </pc:sldMkLst>
        <pc:spChg chg="mod">
          <ac:chgData name="Teuku Raja Irfan Radarma" userId="cf428174-95ba-4576-8554-3a3b8ffa52b7" providerId="ADAL" clId="{D0C7C3FA-0354-42F3-BA8D-008CE8C7667C}" dt="2026-08-16T08:37:49.131" v="1684" actId="20577"/>
          <ac:spMkLst>
            <pc:docMk/>
            <pc:sldMk cId="3596874298" sldId="473"/>
            <ac:spMk id="2" creationId="{BE4511B2-C703-4802-BFF6-F2BE4B03F4F3}"/>
          </ac:spMkLst>
        </pc:spChg>
        <pc:spChg chg="del mod">
          <ac:chgData name="Teuku Raja Irfan Radarma" userId="cf428174-95ba-4576-8554-3a3b8ffa52b7" providerId="ADAL" clId="{D0C7C3FA-0354-42F3-BA8D-008CE8C7667C}" dt="2026-08-16T08:37:52.629" v="1686"/>
          <ac:spMkLst>
            <pc:docMk/>
            <pc:sldMk cId="3596874298" sldId="473"/>
            <ac:spMk id="3" creationId="{6D803C06-1B89-4619-A069-41219DB1CBA1}"/>
          </ac:spMkLst>
        </pc:spChg>
        <pc:spChg chg="add mod">
          <ac:chgData name="Teuku Raja Irfan Radarma" userId="cf428174-95ba-4576-8554-3a3b8ffa52b7" providerId="ADAL" clId="{D0C7C3FA-0354-42F3-BA8D-008CE8C7667C}" dt="2026-08-16T08:39:47.476" v="1700" actId="948"/>
          <ac:spMkLst>
            <pc:docMk/>
            <pc:sldMk cId="3596874298" sldId="473"/>
            <ac:spMk id="7" creationId="{91C2CCD1-6690-4A15-BACC-5031155ACCD7}"/>
          </ac:spMkLst>
        </pc:spChg>
        <pc:picChg chg="add mod">
          <ac:chgData name="Teuku Raja Irfan Radarma" userId="cf428174-95ba-4576-8554-3a3b8ffa52b7" providerId="ADAL" clId="{D0C7C3FA-0354-42F3-BA8D-008CE8C7667C}" dt="2026-08-16T08:37:56.424" v="1689" actId="1076"/>
          <ac:picMkLst>
            <pc:docMk/>
            <pc:sldMk cId="3596874298" sldId="473"/>
            <ac:picMk id="3074" creationId="{262EC01E-423D-4BAA-89CE-4E9802B10A18}"/>
          </ac:picMkLst>
        </pc:pic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2-07T22:48:09.678" v="17148" actId="1076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22T13:20:34.214" v="9975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22T13:20:34.214" v="9975" actId="20577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22T13:30:56.461" v="10252" actId="2710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22T13:30:56.461" v="10252" actId="2710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29T10:28:02.281" v="14663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29T10:28:02.281" v="14663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3T13:03:03.131" v="13907" actId="207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  <pc:spChg chg="add mod">
          <ac:chgData name="Teuku Raja Irfan Radarma" userId="cf428174-95ba-4576-8554-3a3b8ffa52b7" providerId="ADAL" clId="{A80269FD-1647-41EA-9465-E4829927D3E9}" dt="2025-11-23T13:02:24.833" v="13901" actId="20577"/>
          <ac:spMkLst>
            <pc:docMk/>
            <pc:sldMk cId="2891726164" sldId="304"/>
            <ac:spMk id="5" creationId="{7D1C4826-0D9F-82A9-71DC-D0E6749679B2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2-07T22:48:09.678" v="17148" actId="1076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2-07T22:25:18.358" v="17146" actId="1076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2-07T22:25:16.167" v="17145" actId="1076"/>
          <ac:spMkLst>
            <pc:docMk/>
            <pc:sldMk cId="3404562138" sldId="305"/>
            <ac:spMk id="3" creationId="{8BA43A71-550D-6448-8070-817ACA416DEE}"/>
          </ac:spMkLst>
        </pc:spChg>
        <pc:spChg chg="add mod">
          <ac:chgData name="Teuku Raja Irfan Radarma" userId="cf428174-95ba-4576-8554-3a3b8ffa52b7" providerId="ADAL" clId="{A80269FD-1647-41EA-9465-E4829927D3E9}" dt="2025-12-07T22:25:16.167" v="17145" actId="1076"/>
          <ac:spMkLst>
            <pc:docMk/>
            <pc:sldMk cId="3404562138" sldId="305"/>
            <ac:spMk id="5" creationId="{DE20E4F0-4D3A-6CA7-7577-3DA235ADE5AA}"/>
          </ac:spMkLst>
        </pc:spChg>
        <pc:picChg chg="add del mod">
          <ac:chgData name="Teuku Raja Irfan Radarma" userId="cf428174-95ba-4576-8554-3a3b8ffa52b7" providerId="ADAL" clId="{A80269FD-1647-41EA-9465-E4829927D3E9}" dt="2025-12-07T22:22:25.136" v="17106" actId="478"/>
          <ac:picMkLst>
            <pc:docMk/>
            <pc:sldMk cId="3404562138" sldId="305"/>
            <ac:picMk id="6" creationId="{A5940F76-2217-0E7F-49E0-E53007ACA7AF}"/>
          </ac:picMkLst>
        </pc:picChg>
        <pc:picChg chg="add mod">
          <ac:chgData name="Teuku Raja Irfan Radarma" userId="cf428174-95ba-4576-8554-3a3b8ffa52b7" providerId="ADAL" clId="{A80269FD-1647-41EA-9465-E4829927D3E9}" dt="2025-12-07T22:48:06.475" v="17147" actId="1076"/>
          <ac:picMkLst>
            <pc:docMk/>
            <pc:sldMk cId="3404562138" sldId="305"/>
            <ac:picMk id="1026" creationId="{55DB5A7C-A521-9696-7F65-AAAAA4BAF7D8}"/>
          </ac:picMkLst>
        </pc:picChg>
        <pc:picChg chg="add mod">
          <ac:chgData name="Teuku Raja Irfan Radarma" userId="cf428174-95ba-4576-8554-3a3b8ffa52b7" providerId="ADAL" clId="{A80269FD-1647-41EA-9465-E4829927D3E9}" dt="2025-12-07T22:48:09.678" v="17148" actId="1076"/>
          <ac:picMkLst>
            <pc:docMk/>
            <pc:sldMk cId="3404562138" sldId="305"/>
            <ac:picMk id="1028" creationId="{2ACC2D15-EAB3-DA53-4106-A05CC4053384}"/>
          </ac:picMkLst>
        </pc:picChg>
      </pc:sldChg>
      <pc:sldChg chg="addSp delSp modSp new mod">
        <pc:chgData name="Teuku Raja Irfan Radarma" userId="cf428174-95ba-4576-8554-3a3b8ffa52b7" providerId="ADAL" clId="{A80269FD-1647-41EA-9465-E4829927D3E9}" dt="2025-11-29T10:29:13.086" v="14679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23T13:50:01.983" v="14397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29T10:29:13.086" v="14679" actId="20577"/>
          <ac:spMkLst>
            <pc:docMk/>
            <pc:sldMk cId="3051451500" sldId="306"/>
            <ac:spMk id="6" creationId="{C6007249-6724-8E38-EC48-6E0C4748BD12}"/>
          </ac:spMkLst>
        </pc:spChg>
      </pc:sldChg>
      <pc:sldChg chg="delSp modSp add mod ord">
        <pc:chgData name="Teuku Raja Irfan Radarma" userId="cf428174-95ba-4576-8554-3a3b8ffa52b7" providerId="ADAL" clId="{A80269FD-1647-41EA-9465-E4829927D3E9}" dt="2025-11-29T10:59:28.149" v="15178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29T10:59:28.149" v="15178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29T10:31:13.348" v="14711" actId="20577"/>
          <ac:spMkLst>
            <pc:docMk/>
            <pc:sldMk cId="4133513380" sldId="310"/>
            <ac:spMk id="3" creationId="{BD9E2BB4-0C99-4A5A-63A6-F98A68A6FA16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29T10:16:04.655" v="1440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A80269FD-1647-41EA-9465-E4829927D3E9}" dt="2025-11-22T13:31:38.482" v="10256" actId="2763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A80269FD-1647-41EA-9465-E4829927D3E9}" dt="2025-11-29T10:16:04.655" v="1440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2T13:39:05.849" v="10400" actId="1076"/>
        <pc:sldMkLst>
          <pc:docMk/>
          <pc:sldMk cId="1044276249" sldId="363"/>
        </pc:sldMkLst>
        <pc:spChg chg="mod">
          <ac:chgData name="Teuku Raja Irfan Radarma" userId="cf428174-95ba-4576-8554-3a3b8ffa52b7" providerId="ADAL" clId="{A80269FD-1647-41EA-9465-E4829927D3E9}" dt="2025-11-22T13:36:32.370" v="10359"/>
          <ac:spMkLst>
            <pc:docMk/>
            <pc:sldMk cId="1044276249" sldId="363"/>
            <ac:spMk id="2" creationId="{A125681A-45A2-7128-DE7A-C52014C27119}"/>
          </ac:spMkLst>
        </pc:spChg>
        <pc:spChg chg="add mod">
          <ac:chgData name="Teuku Raja Irfan Radarma" userId="cf428174-95ba-4576-8554-3a3b8ffa52b7" providerId="ADAL" clId="{A80269FD-1647-41EA-9465-E4829927D3E9}" dt="2025-11-22T13:39:05.849" v="10400" actId="1076"/>
          <ac:spMkLst>
            <pc:docMk/>
            <pc:sldMk cId="1044276249" sldId="363"/>
            <ac:spMk id="6" creationId="{00CA8178-C5D9-B7AC-2EB9-8CAE37EAAF27}"/>
          </ac:spMkLst>
        </pc:spChg>
      </pc:sldChg>
      <pc:sldChg chg="addSp modSp add del mod">
        <pc:chgData name="Teuku Raja Irfan Radarma" userId="cf428174-95ba-4576-8554-3a3b8ffa52b7" providerId="ADAL" clId="{A80269FD-1647-41EA-9465-E4829927D3E9}" dt="2025-12-06T16:16:05.034" v="15890" actId="20577"/>
        <pc:sldMkLst>
          <pc:docMk/>
          <pc:sldMk cId="3887449466" sldId="374"/>
        </pc:sldMkLst>
        <pc:spChg chg="mod">
          <ac:chgData name="Teuku Raja Irfan Radarma" userId="cf428174-95ba-4576-8554-3a3b8ffa52b7" providerId="ADAL" clId="{A80269FD-1647-41EA-9465-E4829927D3E9}" dt="2025-11-29T10:18:36.236" v="14463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A80269FD-1647-41EA-9465-E4829927D3E9}" dt="2025-12-06T16:16:05.034" v="15890" actId="20577"/>
          <ac:spMkLst>
            <pc:docMk/>
            <pc:sldMk cId="3887449466" sldId="374"/>
            <ac:spMk id="4" creationId="{5DFB2A37-0B4B-405A-2CAA-C05F9F347F73}"/>
          </ac:spMkLst>
        </pc:spChg>
      </pc:sldChg>
      <pc:sldChg chg="modSp mod">
        <pc:chgData name="Teuku Raja Irfan Radarma" userId="cf428174-95ba-4576-8554-3a3b8ffa52b7" providerId="ADAL" clId="{A80269FD-1647-41EA-9465-E4829927D3E9}" dt="2025-12-07T00:17:00.070" v="17092" actId="6549"/>
        <pc:sldMkLst>
          <pc:docMk/>
          <pc:sldMk cId="3155149982" sldId="418"/>
        </pc:sldMkLst>
        <pc:spChg chg="mod">
          <ac:chgData name="Teuku Raja Irfan Radarma" userId="cf428174-95ba-4576-8554-3a3b8ffa52b7" providerId="ADAL" clId="{A80269FD-1647-41EA-9465-E4829927D3E9}" dt="2025-12-07T00:16:56.364" v="17089" actId="20577"/>
          <ac:spMkLst>
            <pc:docMk/>
            <pc:sldMk cId="3155149982" sldId="418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2-07T00:17:00.070" v="17092" actId="6549"/>
          <ac:spMkLst>
            <pc:docMk/>
            <pc:sldMk cId="3155149982" sldId="418"/>
            <ac:spMk id="3" creationId="{BD9E2BB4-0C99-4A5A-63A6-F98A68A6FA16}"/>
          </ac:spMkLst>
        </pc:spChg>
      </pc:sldChg>
      <pc:sldChg chg="del">
        <pc:chgData name="Teuku Raja Irfan Radarma" userId="cf428174-95ba-4576-8554-3a3b8ffa52b7" providerId="ADAL" clId="{A80269FD-1647-41EA-9465-E4829927D3E9}" dt="2025-12-06T13:29:01.198" v="15308" actId="47"/>
        <pc:sldMkLst>
          <pc:docMk/>
          <pc:sldMk cId="1366592790" sldId="427"/>
        </pc:sldMkLst>
      </pc:sldChg>
      <pc:sldChg chg="modSp mod">
        <pc:chgData name="Teuku Raja Irfan Radarma" userId="cf428174-95ba-4576-8554-3a3b8ffa52b7" providerId="ADAL" clId="{A80269FD-1647-41EA-9465-E4829927D3E9}" dt="2025-12-06T13:27:14.711" v="15246" actId="27636"/>
        <pc:sldMkLst>
          <pc:docMk/>
          <pc:sldMk cId="2120853139" sldId="432"/>
        </pc:sldMkLst>
        <pc:spChg chg="mod">
          <ac:chgData name="Teuku Raja Irfan Radarma" userId="cf428174-95ba-4576-8554-3a3b8ffa52b7" providerId="ADAL" clId="{A80269FD-1647-41EA-9465-E4829927D3E9}" dt="2025-12-06T13:27:12.661" v="15244" actId="14100"/>
          <ac:spMkLst>
            <pc:docMk/>
            <pc:sldMk cId="2120853139" sldId="432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7:14.711" v="15246" actId="27636"/>
          <ac:spMkLst>
            <pc:docMk/>
            <pc:sldMk cId="2120853139" sldId="432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7:47.040" v="15266" actId="27636"/>
        <pc:sldMkLst>
          <pc:docMk/>
          <pc:sldMk cId="3288851674" sldId="433"/>
        </pc:sldMkLst>
        <pc:spChg chg="mod">
          <ac:chgData name="Teuku Raja Irfan Radarma" userId="cf428174-95ba-4576-8554-3a3b8ffa52b7" providerId="ADAL" clId="{A80269FD-1647-41EA-9465-E4829927D3E9}" dt="2025-12-06T13:27:42.173" v="15262" actId="14100"/>
          <ac:spMkLst>
            <pc:docMk/>
            <pc:sldMk cId="3288851674" sldId="433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7:47.040" v="15266" actId="27636"/>
          <ac:spMkLst>
            <pc:docMk/>
            <pc:sldMk cId="3288851674" sldId="433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8:15.877" v="15286" actId="14100"/>
        <pc:sldMkLst>
          <pc:docMk/>
          <pc:sldMk cId="255152706" sldId="434"/>
        </pc:sldMkLst>
        <pc:spChg chg="mod">
          <ac:chgData name="Teuku Raja Irfan Radarma" userId="cf428174-95ba-4576-8554-3a3b8ffa52b7" providerId="ADAL" clId="{A80269FD-1647-41EA-9465-E4829927D3E9}" dt="2025-12-06T13:28:10.782" v="15284" actId="14100"/>
          <ac:spMkLst>
            <pc:docMk/>
            <pc:sldMk cId="255152706" sldId="434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8:15.877" v="15286" actId="14100"/>
          <ac:spMkLst>
            <pc:docMk/>
            <pc:sldMk cId="255152706" sldId="434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8:46.555" v="15307" actId="12"/>
        <pc:sldMkLst>
          <pc:docMk/>
          <pc:sldMk cId="1679536135" sldId="435"/>
        </pc:sldMkLst>
        <pc:spChg chg="mod">
          <ac:chgData name="Teuku Raja Irfan Radarma" userId="cf428174-95ba-4576-8554-3a3b8ffa52b7" providerId="ADAL" clId="{A80269FD-1647-41EA-9465-E4829927D3E9}" dt="2025-12-06T13:28:20.915" v="15287" actId="14100"/>
          <ac:spMkLst>
            <pc:docMk/>
            <pc:sldMk cId="1679536135" sldId="435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8:46.555" v="15307" actId="12"/>
          <ac:spMkLst>
            <pc:docMk/>
            <pc:sldMk cId="1679536135" sldId="435"/>
            <ac:spMk id="3" creationId="{BE2C1E5D-0F8C-4F47-840D-0F134E645746}"/>
          </ac:spMkLst>
        </pc:spChg>
      </pc:sldChg>
      <pc:sldChg chg="addSp delSp modSp mod">
        <pc:chgData name="Teuku Raja Irfan Radarma" userId="cf428174-95ba-4576-8554-3a3b8ffa52b7" providerId="ADAL" clId="{A80269FD-1647-41EA-9465-E4829927D3E9}" dt="2025-12-06T15:16:56.476" v="15531" actId="14100"/>
        <pc:sldMkLst>
          <pc:docMk/>
          <pc:sldMk cId="1167096350" sldId="436"/>
        </pc:sldMkLst>
        <pc:spChg chg="mod">
          <ac:chgData name="Teuku Raja Irfan Radarma" userId="cf428174-95ba-4576-8554-3a3b8ffa52b7" providerId="ADAL" clId="{A80269FD-1647-41EA-9465-E4829927D3E9}" dt="2025-12-06T15:16:54.337" v="15530" actId="14100"/>
          <ac:spMkLst>
            <pc:docMk/>
            <pc:sldMk cId="1167096350" sldId="436"/>
            <ac:spMk id="2" creationId="{A207A596-ECB3-4E4A-A4CA-A700AB45B064}"/>
          </ac:spMkLst>
        </pc:spChg>
        <pc:spChg chg="del">
          <ac:chgData name="Teuku Raja Irfan Radarma" userId="cf428174-95ba-4576-8554-3a3b8ffa52b7" providerId="ADAL" clId="{A80269FD-1647-41EA-9465-E4829927D3E9}" dt="2025-12-06T13:42:15.085" v="15405" actId="478"/>
          <ac:spMkLst>
            <pc:docMk/>
            <pc:sldMk cId="1167096350" sldId="436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42:16.535" v="15406" actId="478"/>
          <ac:spMkLst>
            <pc:docMk/>
            <pc:sldMk cId="1167096350" sldId="436"/>
            <ac:spMk id="6" creationId="{792A3551-3C53-23B7-C77A-0DEAA2B87D0E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6:56.476" v="15531" actId="14100"/>
          <ac:graphicFrameMkLst>
            <pc:docMk/>
            <pc:sldMk cId="1167096350" sldId="436"/>
            <ac:graphicFrameMk id="7" creationId="{D8C97E8C-2943-2A73-540D-CC40C68442C2}"/>
          </ac:graphicFrameMkLst>
        </pc:graphicFrameChg>
      </pc:sldChg>
      <pc:sldChg chg="addSp delSp modSp mod">
        <pc:chgData name="Teuku Raja Irfan Radarma" userId="cf428174-95ba-4576-8554-3a3b8ffa52b7" providerId="ADAL" clId="{A80269FD-1647-41EA-9465-E4829927D3E9}" dt="2025-12-06T15:39:11.057" v="15740" actId="14100"/>
        <pc:sldMkLst>
          <pc:docMk/>
          <pc:sldMk cId="1617202866" sldId="437"/>
        </pc:sldMkLst>
        <pc:spChg chg="mod">
          <ac:chgData name="Teuku Raja Irfan Radarma" userId="cf428174-95ba-4576-8554-3a3b8ffa52b7" providerId="ADAL" clId="{A80269FD-1647-41EA-9465-E4829927D3E9}" dt="2025-12-06T15:39:09.387" v="15739" actId="14100"/>
          <ac:spMkLst>
            <pc:docMk/>
            <pc:sldMk cId="1617202866" sldId="437"/>
            <ac:spMk id="2" creationId="{A207A596-ECB3-4E4A-A4CA-A700AB45B064}"/>
          </ac:spMkLst>
        </pc:spChg>
        <pc:spChg chg="del">
          <ac:chgData name="Teuku Raja Irfan Radarma" userId="cf428174-95ba-4576-8554-3a3b8ffa52b7" providerId="ADAL" clId="{A80269FD-1647-41EA-9465-E4829927D3E9}" dt="2025-12-06T13:43:23.120" v="15417" actId="478"/>
          <ac:spMkLst>
            <pc:docMk/>
            <pc:sldMk cId="1617202866" sldId="437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43:24.597" v="15418" actId="478"/>
          <ac:spMkLst>
            <pc:docMk/>
            <pc:sldMk cId="1617202866" sldId="437"/>
            <ac:spMk id="6" creationId="{449A4CD0-6899-D050-6E67-2FC2A8E0C2B7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39:11.057" v="15740" actId="14100"/>
          <ac:graphicFrameMkLst>
            <pc:docMk/>
            <pc:sldMk cId="1617202866" sldId="437"/>
            <ac:graphicFrameMk id="7" creationId="{42D026EF-6C2D-2A5D-B02C-4D3DFB907F40}"/>
          </ac:graphicFrameMkLst>
        </pc:graphicFrameChg>
      </pc:sldChg>
      <pc:sldChg chg="addSp delSp modSp mod">
        <pc:chgData name="Teuku Raja Irfan Radarma" userId="cf428174-95ba-4576-8554-3a3b8ffa52b7" providerId="ADAL" clId="{A80269FD-1647-41EA-9465-E4829927D3E9}" dt="2025-12-06T13:34:46.731" v="15355" actId="13238"/>
        <pc:sldMkLst>
          <pc:docMk/>
          <pc:sldMk cId="2555631206" sldId="439"/>
        </pc:sldMkLst>
        <pc:spChg chg="mod">
          <ac:chgData name="Teuku Raja Irfan Radarma" userId="cf428174-95ba-4576-8554-3a3b8ffa52b7" providerId="ADAL" clId="{A80269FD-1647-41EA-9465-E4829927D3E9}" dt="2025-12-06T13:22:17.130" v="15188" actId="14100"/>
          <ac:spMkLst>
            <pc:docMk/>
            <pc:sldMk cId="2555631206" sldId="439"/>
            <ac:spMk id="2" creationId="{A207A596-ECB3-4E4A-A4CA-A700AB45B064}"/>
          </ac:spMkLst>
        </pc:spChg>
        <pc:spChg chg="del mod">
          <ac:chgData name="Teuku Raja Irfan Radarma" userId="cf428174-95ba-4576-8554-3a3b8ffa52b7" providerId="ADAL" clId="{A80269FD-1647-41EA-9465-E4829927D3E9}" dt="2025-12-06T13:34:01.645" v="15338" actId="478"/>
          <ac:spMkLst>
            <pc:docMk/>
            <pc:sldMk cId="2555631206" sldId="439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34:03.446" v="15339" actId="478"/>
          <ac:spMkLst>
            <pc:docMk/>
            <pc:sldMk cId="2555631206" sldId="439"/>
            <ac:spMk id="7" creationId="{82D14A43-E730-5C1C-E348-E58CF64B8E71}"/>
          </ac:spMkLst>
        </pc:spChg>
        <pc:graphicFrameChg chg="add mod">
          <ac:chgData name="Teuku Raja Irfan Radarma" userId="cf428174-95ba-4576-8554-3a3b8ffa52b7" providerId="ADAL" clId="{A80269FD-1647-41EA-9465-E4829927D3E9}" dt="2025-12-06T13:33:59.186" v="15337"/>
          <ac:graphicFrameMkLst>
            <pc:docMk/>
            <pc:sldMk cId="2555631206" sldId="439"/>
            <ac:graphicFrameMk id="5" creationId="{494AD8D1-7223-E1CD-A1E9-28EC2711D2EB}"/>
          </ac:graphicFrameMkLst>
        </pc:graphicFrameChg>
        <pc:graphicFrameChg chg="add mod modGraphic">
          <ac:chgData name="Teuku Raja Irfan Radarma" userId="cf428174-95ba-4576-8554-3a3b8ffa52b7" providerId="ADAL" clId="{A80269FD-1647-41EA-9465-E4829927D3E9}" dt="2025-12-06T13:34:46.731" v="15355" actId="13238"/>
          <ac:graphicFrameMkLst>
            <pc:docMk/>
            <pc:sldMk cId="2555631206" sldId="439"/>
            <ac:graphicFrameMk id="8" creationId="{B3B22190-3100-DFDC-8D83-269210CCB90C}"/>
          </ac:graphicFrameMkLst>
        </pc:graphicFrameChg>
      </pc:sldChg>
      <pc:sldChg chg="modSp new del mod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910573543" sldId="443"/>
        </pc:sldMkLst>
        <pc:spChg chg="mod">
          <ac:chgData name="Teuku Raja Irfan Radarma" userId="cf428174-95ba-4576-8554-3a3b8ffa52b7" providerId="ADAL" clId="{A80269FD-1647-41EA-9465-E4829927D3E9}" dt="2025-12-06T13:26:14.936" v="15230" actId="14100"/>
          <ac:spMkLst>
            <pc:docMk/>
            <pc:sldMk cId="1910573543" sldId="443"/>
            <ac:spMk id="2" creationId="{06477B2F-595A-4D69-E1A5-76DAD5245BD5}"/>
          </ac:spMkLst>
        </pc:spChg>
        <pc:spChg chg="mod">
          <ac:chgData name="Teuku Raja Irfan Radarma" userId="cf428174-95ba-4576-8554-3a3b8ffa52b7" providerId="ADAL" clId="{A80269FD-1647-41EA-9465-E4829927D3E9}" dt="2025-12-06T13:26:18.273" v="15232" actId="14100"/>
          <ac:spMkLst>
            <pc:docMk/>
            <pc:sldMk cId="1910573543" sldId="443"/>
            <ac:spMk id="4" creationId="{EF55F2CD-625C-24E9-B522-72BF66A88EF2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539177646" sldId="444"/>
        </pc:sldMkLst>
      </pc:sldChg>
      <pc:sldChg chg="modSp add del mod">
        <pc:chgData name="Teuku Raja Irfan Radarma" userId="cf428174-95ba-4576-8554-3a3b8ffa52b7" providerId="ADAL" clId="{A80269FD-1647-41EA-9465-E4829927D3E9}" dt="2025-12-06T15:32:52.057" v="15690" actId="2696"/>
        <pc:sldMkLst>
          <pc:docMk/>
          <pc:sldMk cId="2983909026" sldId="444"/>
        </pc:sldMkLst>
        <pc:spChg chg="mod">
          <ac:chgData name="Teuku Raja Irfan Radarma" userId="cf428174-95ba-4576-8554-3a3b8ffa52b7" providerId="ADAL" clId="{A80269FD-1647-41EA-9465-E4829927D3E9}" dt="2025-12-06T13:30:55.227" v="15315" actId="27636"/>
          <ac:spMkLst>
            <pc:docMk/>
            <pc:sldMk cId="2983909026" sldId="444"/>
            <ac:spMk id="2" creationId="{477713C6-8D4E-61A3-23F8-7F1F8BF4A8B7}"/>
          </ac:spMkLst>
        </pc:spChg>
        <pc:spChg chg="mod">
          <ac:chgData name="Teuku Raja Irfan Radarma" userId="cf428174-95ba-4576-8554-3a3b8ffa52b7" providerId="ADAL" clId="{A80269FD-1647-41EA-9465-E4829927D3E9}" dt="2025-12-06T13:31:13.486" v="15336" actId="20577"/>
          <ac:spMkLst>
            <pc:docMk/>
            <pc:sldMk cId="2983909026" sldId="444"/>
            <ac:spMk id="4" creationId="{2C53B555-5444-2ECF-8057-DC45F94321EE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871575361" sldId="445"/>
        </pc:sldMkLst>
      </pc:sldChg>
      <pc:sldChg chg="modSp add del mod">
        <pc:chgData name="Teuku Raja Irfan Radarma" userId="cf428174-95ba-4576-8554-3a3b8ffa52b7" providerId="ADAL" clId="{A80269FD-1647-41EA-9465-E4829927D3E9}" dt="2025-12-06T15:34:29.047" v="15721" actId="2696"/>
        <pc:sldMkLst>
          <pc:docMk/>
          <pc:sldMk cId="1722838475" sldId="445"/>
        </pc:sldMkLst>
        <pc:spChg chg="mod">
          <ac:chgData name="Teuku Raja Irfan Radarma" userId="cf428174-95ba-4576-8554-3a3b8ffa52b7" providerId="ADAL" clId="{A80269FD-1647-41EA-9465-E4829927D3E9}" dt="2025-12-06T13:37:40.515" v="15382" actId="14100"/>
          <ac:spMkLst>
            <pc:docMk/>
            <pc:sldMk cId="1722838475" sldId="445"/>
            <ac:spMk id="2" creationId="{A3FD9751-9A7B-E73B-53D9-D206B07D9CE1}"/>
          </ac:spMkLst>
        </pc:spChg>
        <pc:spChg chg="mod">
          <ac:chgData name="Teuku Raja Irfan Radarma" userId="cf428174-95ba-4576-8554-3a3b8ffa52b7" providerId="ADAL" clId="{A80269FD-1647-41EA-9465-E4829927D3E9}" dt="2025-12-06T13:37:42.642" v="15383" actId="14100"/>
          <ac:spMkLst>
            <pc:docMk/>
            <pc:sldMk cId="1722838475" sldId="445"/>
            <ac:spMk id="4" creationId="{70EA4B30-236A-64FD-C525-1E542ABE55ED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8.427" v="17094" actId="47"/>
        <pc:sldMkLst>
          <pc:docMk/>
          <pc:sldMk cId="1400479666" sldId="446"/>
        </pc:sldMkLst>
      </pc:sldChg>
      <pc:sldChg chg="modSp add del mod">
        <pc:chgData name="Teuku Raja Irfan Radarma" userId="cf428174-95ba-4576-8554-3a3b8ffa52b7" providerId="ADAL" clId="{A80269FD-1647-41EA-9465-E4829927D3E9}" dt="2025-12-06T15:35:00.841" v="15723" actId="2696"/>
        <pc:sldMkLst>
          <pc:docMk/>
          <pc:sldMk cId="2442442371" sldId="446"/>
        </pc:sldMkLst>
        <pc:spChg chg="mod">
          <ac:chgData name="Teuku Raja Irfan Radarma" userId="cf428174-95ba-4576-8554-3a3b8ffa52b7" providerId="ADAL" clId="{A80269FD-1647-41EA-9465-E4829927D3E9}" dt="2025-12-06T13:38:13.023" v="15385"/>
          <ac:spMkLst>
            <pc:docMk/>
            <pc:sldMk cId="2442442371" sldId="446"/>
            <ac:spMk id="2" creationId="{0FE3C1B8-0A0B-ECCF-E2F8-8C3850A54720}"/>
          </ac:spMkLst>
        </pc:spChg>
        <pc:spChg chg="mod">
          <ac:chgData name="Teuku Raja Irfan Radarma" userId="cf428174-95ba-4576-8554-3a3b8ffa52b7" providerId="ADAL" clId="{A80269FD-1647-41EA-9465-E4829927D3E9}" dt="2025-12-06T13:38:24.147" v="15404" actId="20577"/>
          <ac:spMkLst>
            <pc:docMk/>
            <pc:sldMk cId="2442442371" sldId="446"/>
            <ac:spMk id="4" creationId="{46ABE080-F02A-53CE-62D7-902C309F4364}"/>
          </ac:spMkLst>
        </pc:spChg>
      </pc:sldChg>
      <pc:sldChg chg="add del">
        <pc:chgData name="Teuku Raja Irfan Radarma" userId="cf428174-95ba-4576-8554-3a3b8ffa52b7" providerId="ADAL" clId="{A80269FD-1647-41EA-9465-E4829927D3E9}" dt="2025-12-06T15:35:18.067" v="15725" actId="2696"/>
        <pc:sldMkLst>
          <pc:docMk/>
          <pc:sldMk cId="3504271553" sldId="446"/>
        </pc:sldMkLst>
      </pc:sldChg>
      <pc:sldChg chg="addSp delSp modSp add mod">
        <pc:chgData name="Teuku Raja Irfan Radarma" userId="cf428174-95ba-4576-8554-3a3b8ffa52b7" providerId="ADAL" clId="{A80269FD-1647-41EA-9465-E4829927D3E9}" dt="2025-12-06T15:11:47.892" v="15452" actId="12385"/>
        <pc:sldMkLst>
          <pc:docMk/>
          <pc:sldMk cId="3189816952" sldId="447"/>
        </pc:sldMkLst>
        <pc:spChg chg="mod">
          <ac:chgData name="Teuku Raja Irfan Radarma" userId="cf428174-95ba-4576-8554-3a3b8ffa52b7" providerId="ADAL" clId="{A80269FD-1647-41EA-9465-E4829927D3E9}" dt="2025-12-06T15:11:24.653" v="15444" actId="20577"/>
          <ac:spMkLst>
            <pc:docMk/>
            <pc:sldMk cId="3189816952" sldId="447"/>
            <ac:spMk id="2" creationId="{8B1FA9D0-381F-DF43-CB2B-5659BE695AB7}"/>
          </ac:spMkLst>
        </pc:spChg>
        <pc:spChg chg="del">
          <ac:chgData name="Teuku Raja Irfan Radarma" userId="cf428174-95ba-4576-8554-3a3b8ffa52b7" providerId="ADAL" clId="{A80269FD-1647-41EA-9465-E4829927D3E9}" dt="2025-12-06T15:11:28.156" v="15445" actId="478"/>
          <ac:spMkLst>
            <pc:docMk/>
            <pc:sldMk cId="3189816952" sldId="447"/>
            <ac:spMk id="3" creationId="{6A92DC51-0582-6D65-A2B0-CEA6327AB30E}"/>
          </ac:spMkLst>
        </pc:spChg>
        <pc:spChg chg="add del mod">
          <ac:chgData name="Teuku Raja Irfan Radarma" userId="cf428174-95ba-4576-8554-3a3b8ffa52b7" providerId="ADAL" clId="{A80269FD-1647-41EA-9465-E4829927D3E9}" dt="2025-12-06T15:11:31.570" v="15446" actId="478"/>
          <ac:spMkLst>
            <pc:docMk/>
            <pc:sldMk cId="3189816952" sldId="447"/>
            <ac:spMk id="6" creationId="{F283D176-1A0F-1E28-C7E2-D2166595141B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1:47.892" v="15452" actId="12385"/>
          <ac:graphicFrameMkLst>
            <pc:docMk/>
            <pc:sldMk cId="3189816952" sldId="447"/>
            <ac:graphicFrameMk id="7" creationId="{8DD7F61C-ABF9-7552-4699-3A061C48EC8D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2-06T15:13:08.687" v="15494" actId="14100"/>
        <pc:sldMkLst>
          <pc:docMk/>
          <pc:sldMk cId="2326228366" sldId="448"/>
        </pc:sldMkLst>
        <pc:spChg chg="mod">
          <ac:chgData name="Teuku Raja Irfan Radarma" userId="cf428174-95ba-4576-8554-3a3b8ffa52b7" providerId="ADAL" clId="{A80269FD-1647-41EA-9465-E4829927D3E9}" dt="2025-12-06T15:13:08.687" v="15494" actId="14100"/>
          <ac:spMkLst>
            <pc:docMk/>
            <pc:sldMk cId="2326228366" sldId="448"/>
            <ac:spMk id="2" creationId="{B7BBA617-361C-077E-4B46-74B78835D560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3:06.805" v="15493" actId="1076"/>
          <ac:graphicFrameMkLst>
            <pc:docMk/>
            <pc:sldMk cId="2326228366" sldId="448"/>
            <ac:graphicFrameMk id="3" creationId="{26034CC6-CA21-E1BC-CCE6-74B6D0F0B84D}"/>
          </ac:graphicFrameMkLst>
        </pc:graphicFrameChg>
        <pc:graphicFrameChg chg="del">
          <ac:chgData name="Teuku Raja Irfan Radarma" userId="cf428174-95ba-4576-8554-3a3b8ffa52b7" providerId="ADAL" clId="{A80269FD-1647-41EA-9465-E4829927D3E9}" dt="2025-12-06T15:12:05.237" v="15479" actId="478"/>
          <ac:graphicFrameMkLst>
            <pc:docMk/>
            <pc:sldMk cId="2326228366" sldId="448"/>
            <ac:graphicFrameMk id="7" creationId="{1B3B60EA-3332-1F2C-30B8-C07AA549A9FA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2-06T15:14:19.458" v="15529" actId="1076"/>
        <pc:sldMkLst>
          <pc:docMk/>
          <pc:sldMk cId="3070700227" sldId="449"/>
        </pc:sldMkLst>
        <pc:spChg chg="mod">
          <ac:chgData name="Teuku Raja Irfan Radarma" userId="cf428174-95ba-4576-8554-3a3b8ffa52b7" providerId="ADAL" clId="{A80269FD-1647-41EA-9465-E4829927D3E9}" dt="2025-12-06T15:13:20.386" v="15510" actId="20577"/>
          <ac:spMkLst>
            <pc:docMk/>
            <pc:sldMk cId="3070700227" sldId="449"/>
            <ac:spMk id="2" creationId="{5DEA83A5-2E77-B65F-9B68-4959AB39494E}"/>
          </ac:spMkLst>
        </pc:spChg>
        <pc:graphicFrameChg chg="del">
          <ac:chgData name="Teuku Raja Irfan Radarma" userId="cf428174-95ba-4576-8554-3a3b8ffa52b7" providerId="ADAL" clId="{A80269FD-1647-41EA-9465-E4829927D3E9}" dt="2025-12-06T15:13:22.303" v="15511" actId="478"/>
          <ac:graphicFrameMkLst>
            <pc:docMk/>
            <pc:sldMk cId="3070700227" sldId="449"/>
            <ac:graphicFrameMk id="3" creationId="{48339B4C-41FF-4C5B-C619-6DB0F048B917}"/>
          </ac:graphicFrameMkLst>
        </pc:graphicFrameChg>
        <pc:graphicFrameChg chg="add mod modGraphic">
          <ac:chgData name="Teuku Raja Irfan Radarma" userId="cf428174-95ba-4576-8554-3a3b8ffa52b7" providerId="ADAL" clId="{A80269FD-1647-41EA-9465-E4829927D3E9}" dt="2025-12-06T15:14:19.458" v="15529" actId="1076"/>
          <ac:graphicFrameMkLst>
            <pc:docMk/>
            <pc:sldMk cId="3070700227" sldId="449"/>
            <ac:graphicFrameMk id="5" creationId="{7B0B3945-B82E-B1AB-3FA1-53662FA69CC7}"/>
          </ac:graphicFrameMkLst>
        </pc:graphicFrame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769292671" sldId="450"/>
        </pc:sldMkLst>
      </pc:sldChg>
      <pc:sldChg chg="modSp add del mod">
        <pc:chgData name="Teuku Raja Irfan Radarma" userId="cf428174-95ba-4576-8554-3a3b8ffa52b7" providerId="ADAL" clId="{A80269FD-1647-41EA-9465-E4829927D3E9}" dt="2025-12-06T15:35:28.798" v="15727" actId="2696"/>
        <pc:sldMkLst>
          <pc:docMk/>
          <pc:sldMk cId="1132546141" sldId="450"/>
        </pc:sldMkLst>
        <pc:spChg chg="mod">
          <ac:chgData name="Teuku Raja Irfan Radarma" userId="cf428174-95ba-4576-8554-3a3b8ffa52b7" providerId="ADAL" clId="{A80269FD-1647-41EA-9465-E4829927D3E9}" dt="2025-12-06T15:18:52.151" v="15555" actId="403"/>
          <ac:spMkLst>
            <pc:docMk/>
            <pc:sldMk cId="1132546141" sldId="450"/>
            <ac:spMk id="2" creationId="{1EEBFE7F-CB7E-E75E-3427-24B4D0554D4A}"/>
          </ac:spMkLst>
        </pc:spChg>
        <pc:spChg chg="mod">
          <ac:chgData name="Teuku Raja Irfan Radarma" userId="cf428174-95ba-4576-8554-3a3b8ffa52b7" providerId="ADAL" clId="{A80269FD-1647-41EA-9465-E4829927D3E9}" dt="2025-12-06T15:18:57.207" v="15556" actId="14100"/>
          <ac:spMkLst>
            <pc:docMk/>
            <pc:sldMk cId="1132546141" sldId="450"/>
            <ac:spMk id="4" creationId="{7C91904E-936F-D557-90CE-100870315FDC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2-06T15:23:03.963" v="15580" actId="1076"/>
        <pc:sldMkLst>
          <pc:docMk/>
          <pc:sldMk cId="1434165728" sldId="451"/>
        </pc:sldMkLst>
        <pc:spChg chg="del">
          <ac:chgData name="Teuku Raja Irfan Radarma" userId="cf428174-95ba-4576-8554-3a3b8ffa52b7" providerId="ADAL" clId="{A80269FD-1647-41EA-9465-E4829927D3E9}" dt="2025-12-06T15:22:02.297" v="15561" actId="478"/>
          <ac:spMkLst>
            <pc:docMk/>
            <pc:sldMk cId="1434165728" sldId="451"/>
            <ac:spMk id="2" creationId="{9ED9CE65-10CE-7B38-9672-04020E13E6FD}"/>
          </ac:spMkLst>
        </pc:spChg>
        <pc:spChg chg="add del mod">
          <ac:chgData name="Teuku Raja Irfan Radarma" userId="cf428174-95ba-4576-8554-3a3b8ffa52b7" providerId="ADAL" clId="{A80269FD-1647-41EA-9465-E4829927D3E9}" dt="2025-12-06T15:22:26.276" v="15562" actId="478"/>
          <ac:spMkLst>
            <pc:docMk/>
            <pc:sldMk cId="1434165728" sldId="451"/>
            <ac:spMk id="5" creationId="{11F34404-BE1A-F327-272D-FBBDA7005396}"/>
          </ac:spMkLst>
        </pc:spChg>
        <pc:spChg chg="add mod">
          <ac:chgData name="Teuku Raja Irfan Radarma" userId="cf428174-95ba-4576-8554-3a3b8ffa52b7" providerId="ADAL" clId="{A80269FD-1647-41EA-9465-E4829927D3E9}" dt="2025-12-06T15:23:03.963" v="15580" actId="1076"/>
          <ac:spMkLst>
            <pc:docMk/>
            <pc:sldMk cId="1434165728" sldId="451"/>
            <ac:spMk id="8" creationId="{8AC6473C-85C9-04D8-9CC4-38537C9CB130}"/>
          </ac:spMkLst>
        </pc:spChg>
        <pc:graphicFrameChg chg="del">
          <ac:chgData name="Teuku Raja Irfan Radarma" userId="cf428174-95ba-4576-8554-3a3b8ffa52b7" providerId="ADAL" clId="{A80269FD-1647-41EA-9465-E4829927D3E9}" dt="2025-12-06T15:21:56.208" v="15558" actId="478"/>
          <ac:graphicFrameMkLst>
            <pc:docMk/>
            <pc:sldMk cId="1434165728" sldId="451"/>
            <ac:graphicFrameMk id="7" creationId="{949997FA-AC3D-116A-2E66-8F1E1A7ACF67}"/>
          </ac:graphicFrameMkLst>
        </pc:graphicFrameChg>
        <pc:picChg chg="add mod">
          <ac:chgData name="Teuku Raja Irfan Radarma" userId="cf428174-95ba-4576-8554-3a3b8ffa52b7" providerId="ADAL" clId="{A80269FD-1647-41EA-9465-E4829927D3E9}" dt="2025-12-06T15:23:02.436" v="15579" actId="1076"/>
          <ac:picMkLst>
            <pc:docMk/>
            <pc:sldMk cId="1434165728" sldId="451"/>
            <ac:picMk id="7170" creationId="{92B54721-8F66-BE9B-889A-7D0F2C3B6898}"/>
          </ac:picMkLst>
        </pc:picChg>
      </pc:sldChg>
      <pc:sldChg chg="add del">
        <pc:chgData name="Teuku Raja Irfan Radarma" userId="cf428174-95ba-4576-8554-3a3b8ffa52b7" providerId="ADAL" clId="{A80269FD-1647-41EA-9465-E4829927D3E9}" dt="2025-12-06T15:25:11.238" v="15584" actId="47"/>
        <pc:sldMkLst>
          <pc:docMk/>
          <pc:sldMk cId="3766703879" sldId="452"/>
        </pc:sldMkLst>
      </pc:sldChg>
      <pc:sldChg chg="addSp delSp modSp add mod">
        <pc:chgData name="Teuku Raja Irfan Radarma" userId="cf428174-95ba-4576-8554-3a3b8ffa52b7" providerId="ADAL" clId="{A80269FD-1647-41EA-9465-E4829927D3E9}" dt="2025-12-06T15:25:41.678" v="15603" actId="1076"/>
        <pc:sldMkLst>
          <pc:docMk/>
          <pc:sldMk cId="4250959893" sldId="453"/>
        </pc:sldMkLst>
        <pc:spChg chg="add del">
          <ac:chgData name="Teuku Raja Irfan Radarma" userId="cf428174-95ba-4576-8554-3a3b8ffa52b7" providerId="ADAL" clId="{A80269FD-1647-41EA-9465-E4829927D3E9}" dt="2025-12-06T15:25:17.666" v="15586" actId="22"/>
          <ac:spMkLst>
            <pc:docMk/>
            <pc:sldMk cId="4250959893" sldId="453"/>
            <ac:spMk id="6" creationId="{B6678B3A-7E58-6CCE-453F-75D6EA1E2BAE}"/>
          </ac:spMkLst>
        </pc:spChg>
        <pc:spChg chg="add mod">
          <ac:chgData name="Teuku Raja Irfan Radarma" userId="cf428174-95ba-4576-8554-3a3b8ffa52b7" providerId="ADAL" clId="{A80269FD-1647-41EA-9465-E4829927D3E9}" dt="2025-12-06T15:25:41.678" v="15603" actId="1076"/>
          <ac:spMkLst>
            <pc:docMk/>
            <pc:sldMk cId="4250959893" sldId="453"/>
            <ac:spMk id="8" creationId="{18CD5D9F-DCAA-B9F7-A9A4-F136A7A025F1}"/>
          </ac:spMkLst>
        </pc:spChg>
        <pc:graphicFrameChg chg="del">
          <ac:chgData name="Teuku Raja Irfan Radarma" userId="cf428174-95ba-4576-8554-3a3b8ffa52b7" providerId="ADAL" clId="{A80269FD-1647-41EA-9465-E4829927D3E9}" dt="2025-12-06T15:25:08.784" v="15583" actId="478"/>
          <ac:graphicFrameMkLst>
            <pc:docMk/>
            <pc:sldMk cId="4250959893" sldId="453"/>
            <ac:graphicFrameMk id="3" creationId="{9040CDB3-40E2-E25E-9BCB-138730CC442F}"/>
          </ac:graphicFrameMkLst>
        </pc:graphicFrameChg>
        <pc:picChg chg="add mod">
          <ac:chgData name="Teuku Raja Irfan Radarma" userId="cf428174-95ba-4576-8554-3a3b8ffa52b7" providerId="ADAL" clId="{A80269FD-1647-41EA-9465-E4829927D3E9}" dt="2025-12-06T15:25:29.170" v="15590" actId="1076"/>
          <ac:picMkLst>
            <pc:docMk/>
            <pc:sldMk cId="4250959893" sldId="453"/>
            <ac:picMk id="8194" creationId="{5EB1834C-9D9D-AA97-AF93-7BA12B17E9B2}"/>
          </ac:picMkLst>
        </pc:pic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265089364" sldId="454"/>
        </pc:sldMkLst>
      </pc:sldChg>
      <pc:sldChg chg="modSp add del mod">
        <pc:chgData name="Teuku Raja Irfan Radarma" userId="cf428174-95ba-4576-8554-3a3b8ffa52b7" providerId="ADAL" clId="{A80269FD-1647-41EA-9465-E4829927D3E9}" dt="2025-12-06T15:37:23.528" v="15735" actId="2696"/>
        <pc:sldMkLst>
          <pc:docMk/>
          <pc:sldMk cId="2956204418" sldId="454"/>
        </pc:sldMkLst>
        <pc:spChg chg="mod">
          <ac:chgData name="Teuku Raja Irfan Radarma" userId="cf428174-95ba-4576-8554-3a3b8ffa52b7" providerId="ADAL" clId="{A80269FD-1647-41EA-9465-E4829927D3E9}" dt="2025-12-06T15:26:39.946" v="15605"/>
          <ac:spMkLst>
            <pc:docMk/>
            <pc:sldMk cId="2956204418" sldId="454"/>
            <ac:spMk id="2" creationId="{8975C8D1-F4EB-078A-4C92-F4190B539A0D}"/>
          </ac:spMkLst>
        </pc:spChg>
        <pc:spChg chg="mod">
          <ac:chgData name="Teuku Raja Irfan Radarma" userId="cf428174-95ba-4576-8554-3a3b8ffa52b7" providerId="ADAL" clId="{A80269FD-1647-41EA-9465-E4829927D3E9}" dt="2025-12-06T15:26:53.141" v="15624" actId="20577"/>
          <ac:spMkLst>
            <pc:docMk/>
            <pc:sldMk cId="2956204418" sldId="454"/>
            <ac:spMk id="4" creationId="{B9702C91-08E3-6048-69B6-CD97196F25E2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725973903" sldId="455"/>
        </pc:sldMkLst>
      </pc:sldChg>
      <pc:sldChg chg="modSp add del mod">
        <pc:chgData name="Teuku Raja Irfan Radarma" userId="cf428174-95ba-4576-8554-3a3b8ffa52b7" providerId="ADAL" clId="{A80269FD-1647-41EA-9465-E4829927D3E9}" dt="2025-12-06T15:36:59.774" v="15733" actId="2696"/>
        <pc:sldMkLst>
          <pc:docMk/>
          <pc:sldMk cId="3062226813" sldId="455"/>
        </pc:sldMkLst>
        <pc:spChg chg="mod">
          <ac:chgData name="Teuku Raja Irfan Radarma" userId="cf428174-95ba-4576-8554-3a3b8ffa52b7" providerId="ADAL" clId="{A80269FD-1647-41EA-9465-E4829927D3E9}" dt="2025-12-06T15:27:45.323" v="15626"/>
          <ac:spMkLst>
            <pc:docMk/>
            <pc:sldMk cId="3062226813" sldId="455"/>
            <ac:spMk id="2" creationId="{1CA12EE3-A938-1DA8-4CBA-BFAA57BF29DE}"/>
          </ac:spMkLst>
        </pc:spChg>
        <pc:spChg chg="mod">
          <ac:chgData name="Teuku Raja Irfan Radarma" userId="cf428174-95ba-4576-8554-3a3b8ffa52b7" providerId="ADAL" clId="{A80269FD-1647-41EA-9465-E4829927D3E9}" dt="2025-12-06T15:27:56.791" v="15645" actId="20577"/>
          <ac:spMkLst>
            <pc:docMk/>
            <pc:sldMk cId="3062226813" sldId="455"/>
            <ac:spMk id="4" creationId="{1B55092E-DE3F-04B9-5260-70BA75EAEF88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945807554" sldId="456"/>
        </pc:sldMkLst>
      </pc:sldChg>
      <pc:sldChg chg="modSp add del mod">
        <pc:chgData name="Teuku Raja Irfan Radarma" userId="cf428174-95ba-4576-8554-3a3b8ffa52b7" providerId="ADAL" clId="{A80269FD-1647-41EA-9465-E4829927D3E9}" dt="2025-12-06T15:37:23.528" v="15735" actId="2696"/>
        <pc:sldMkLst>
          <pc:docMk/>
          <pc:sldMk cId="2579256130" sldId="456"/>
        </pc:sldMkLst>
        <pc:spChg chg="mod">
          <ac:chgData name="Teuku Raja Irfan Radarma" userId="cf428174-95ba-4576-8554-3a3b8ffa52b7" providerId="ADAL" clId="{A80269FD-1647-41EA-9465-E4829927D3E9}" dt="2025-12-06T15:30:34.081" v="15647"/>
          <ac:spMkLst>
            <pc:docMk/>
            <pc:sldMk cId="2579256130" sldId="456"/>
            <ac:spMk id="2" creationId="{2E79C757-EB66-864C-E082-668341077046}"/>
          </ac:spMkLst>
        </pc:spChg>
        <pc:spChg chg="mod">
          <ac:chgData name="Teuku Raja Irfan Radarma" userId="cf428174-95ba-4576-8554-3a3b8ffa52b7" providerId="ADAL" clId="{A80269FD-1647-41EA-9465-E4829927D3E9}" dt="2025-12-06T15:30:46.829" v="15666" actId="20577"/>
          <ac:spMkLst>
            <pc:docMk/>
            <pc:sldMk cId="2579256130" sldId="456"/>
            <ac:spMk id="4" creationId="{0AE2388E-693D-BBE0-E99E-AAC82F088C78}"/>
          </ac:spMkLst>
        </pc:spChg>
      </pc:sldChg>
      <pc:sldChg chg="modSp add del mod">
        <pc:chgData name="Teuku Raja Irfan Radarma" userId="cf428174-95ba-4576-8554-3a3b8ffa52b7" providerId="ADAL" clId="{A80269FD-1647-41EA-9465-E4829927D3E9}" dt="2025-12-06T15:35:44.815" v="15729" actId="2696"/>
        <pc:sldMkLst>
          <pc:docMk/>
          <pc:sldMk cId="1788537348" sldId="457"/>
        </pc:sldMkLst>
        <pc:spChg chg="mod">
          <ac:chgData name="Teuku Raja Irfan Radarma" userId="cf428174-95ba-4576-8554-3a3b8ffa52b7" providerId="ADAL" clId="{A80269FD-1647-41EA-9465-E4829927D3E9}" dt="2025-12-06T15:31:08.442" v="15668"/>
          <ac:spMkLst>
            <pc:docMk/>
            <pc:sldMk cId="1788537348" sldId="457"/>
            <ac:spMk id="2" creationId="{0D8A25F2-22EA-CC61-A205-F8C4B7193634}"/>
          </ac:spMkLst>
        </pc:spChg>
        <pc:spChg chg="mod">
          <ac:chgData name="Teuku Raja Irfan Radarma" userId="cf428174-95ba-4576-8554-3a3b8ffa52b7" providerId="ADAL" clId="{A80269FD-1647-41EA-9465-E4829927D3E9}" dt="2025-12-06T15:31:29.274" v="15687" actId="20577"/>
          <ac:spMkLst>
            <pc:docMk/>
            <pc:sldMk cId="1788537348" sldId="457"/>
            <ac:spMk id="4" creationId="{F76847CC-B3AA-34C8-0354-D43575C67614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3455575000" sldId="457"/>
        </pc:sldMkLst>
      </pc:sldChg>
      <pc:sldChg chg="modSp add del mod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2164503509" sldId="458"/>
        </pc:sldMkLst>
        <pc:spChg chg="mod">
          <ac:chgData name="Teuku Raja Irfan Radarma" userId="cf428174-95ba-4576-8554-3a3b8ffa52b7" providerId="ADAL" clId="{A80269FD-1647-41EA-9465-E4829927D3E9}" dt="2025-12-06T15:34:00.389" v="15695"/>
          <ac:spMkLst>
            <pc:docMk/>
            <pc:sldMk cId="2164503509" sldId="458"/>
            <ac:spMk id="2" creationId="{D8DD05B5-CDB9-4FA1-CA9E-9E0B40686584}"/>
          </ac:spMkLst>
        </pc:spChg>
        <pc:spChg chg="mod">
          <ac:chgData name="Teuku Raja Irfan Radarma" userId="cf428174-95ba-4576-8554-3a3b8ffa52b7" providerId="ADAL" clId="{A80269FD-1647-41EA-9465-E4829927D3E9}" dt="2025-12-06T16:10:19.475" v="15768"/>
          <ac:spMkLst>
            <pc:docMk/>
            <pc:sldMk cId="2164503509" sldId="458"/>
            <ac:spMk id="4" creationId="{5DD5E9D3-41D1-6B97-FC6D-42D0F43FE5F0}"/>
          </ac:spMkLst>
        </pc:spChg>
      </pc:sldChg>
      <pc:sldChg chg="addSp modSp add mod ord">
        <pc:chgData name="Teuku Raja Irfan Radarma" userId="cf428174-95ba-4576-8554-3a3b8ffa52b7" providerId="ADAL" clId="{A80269FD-1647-41EA-9465-E4829927D3E9}" dt="2025-12-07T00:14:50.572" v="17069" actId="33524"/>
        <pc:sldMkLst>
          <pc:docMk/>
          <pc:sldMk cId="922588264" sldId="459"/>
        </pc:sldMkLst>
        <pc:spChg chg="mod">
          <ac:chgData name="Teuku Raja Irfan Radarma" userId="cf428174-95ba-4576-8554-3a3b8ffa52b7" providerId="ADAL" clId="{A80269FD-1647-41EA-9465-E4829927D3E9}" dt="2025-12-06T16:27:09.250" v="16532" actId="1076"/>
          <ac:spMkLst>
            <pc:docMk/>
            <pc:sldMk cId="922588264" sldId="459"/>
            <ac:spMk id="2" creationId="{3B900D52-5DBE-D06D-4464-EF338D01B2B9}"/>
          </ac:spMkLst>
        </pc:spChg>
        <pc:spChg chg="mod">
          <ac:chgData name="Teuku Raja Irfan Radarma" userId="cf428174-95ba-4576-8554-3a3b8ffa52b7" providerId="ADAL" clId="{A80269FD-1647-41EA-9465-E4829927D3E9}" dt="2025-12-06T16:27:25.793" v="16552" actId="14100"/>
          <ac:spMkLst>
            <pc:docMk/>
            <pc:sldMk cId="922588264" sldId="459"/>
            <ac:spMk id="4" creationId="{F7FA086B-17AF-A43E-D991-13DE676C1191}"/>
          </ac:spMkLst>
        </pc:spChg>
        <pc:spChg chg="add mod">
          <ac:chgData name="Teuku Raja Irfan Radarma" userId="cf428174-95ba-4576-8554-3a3b8ffa52b7" providerId="ADAL" clId="{A80269FD-1647-41EA-9465-E4829927D3E9}" dt="2025-12-06T16:27:20.664" v="16551" actId="14100"/>
          <ac:spMkLst>
            <pc:docMk/>
            <pc:sldMk cId="922588264" sldId="459"/>
            <ac:spMk id="5" creationId="{BA218A0D-4BDF-87B7-0107-2250550E2914}"/>
          </ac:spMkLst>
        </pc:spChg>
        <pc:spChg chg="add mod">
          <ac:chgData name="Teuku Raja Irfan Radarma" userId="cf428174-95ba-4576-8554-3a3b8ffa52b7" providerId="ADAL" clId="{A80269FD-1647-41EA-9465-E4829927D3E9}" dt="2025-12-07T00:14:50.572" v="17069" actId="33524"/>
          <ac:spMkLst>
            <pc:docMk/>
            <pc:sldMk cId="922588264" sldId="459"/>
            <ac:spMk id="6" creationId="{DF8439C3-2DE4-BD5A-73BE-FEC69A0D81CB}"/>
          </ac:spMkLst>
        </pc:spChg>
      </pc:sldChg>
      <pc:sldChg chg="modSp new del mod ord">
        <pc:chgData name="Teuku Raja Irfan Radarma" userId="cf428174-95ba-4576-8554-3a3b8ffa52b7" providerId="ADAL" clId="{A80269FD-1647-41EA-9465-E4829927D3E9}" dt="2025-12-06T16:26:56.690" v="16529" actId="47"/>
        <pc:sldMkLst>
          <pc:docMk/>
          <pc:sldMk cId="1491167924" sldId="460"/>
        </pc:sldMkLst>
        <pc:spChg chg="mod">
          <ac:chgData name="Teuku Raja Irfan Radarma" userId="cf428174-95ba-4576-8554-3a3b8ffa52b7" providerId="ADAL" clId="{A80269FD-1647-41EA-9465-E4829927D3E9}" dt="2025-12-06T16:18:31.901" v="15931" actId="20577"/>
          <ac:spMkLst>
            <pc:docMk/>
            <pc:sldMk cId="1491167924" sldId="460"/>
            <ac:spMk id="2" creationId="{E9369D00-BE97-A4A6-CDB6-A9FC4E756BC5}"/>
          </ac:spMkLst>
        </pc:spChg>
        <pc:spChg chg="mod">
          <ac:chgData name="Teuku Raja Irfan Radarma" userId="cf428174-95ba-4576-8554-3a3b8ffa52b7" providerId="ADAL" clId="{A80269FD-1647-41EA-9465-E4829927D3E9}" dt="2025-12-06T16:25:05.121" v="16503" actId="20578"/>
          <ac:spMkLst>
            <pc:docMk/>
            <pc:sldMk cId="1491167924" sldId="460"/>
            <ac:spMk id="4" creationId="{E9209A54-29AB-DD15-7884-3A4B6828AB37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2-06T16:26:08.475" v="16528" actId="113"/>
        <pc:sldMkLst>
          <pc:docMk/>
          <pc:sldMk cId="2132516327" sldId="461"/>
        </pc:sldMkLst>
        <pc:spChg chg="mod">
          <ac:chgData name="Teuku Raja Irfan Radarma" userId="cf428174-95ba-4576-8554-3a3b8ffa52b7" providerId="ADAL" clId="{A80269FD-1647-41EA-9465-E4829927D3E9}" dt="2025-12-06T16:25:49.748" v="16520" actId="14100"/>
          <ac:spMkLst>
            <pc:docMk/>
            <pc:sldMk cId="2132516327" sldId="461"/>
            <ac:spMk id="2" creationId="{1176D067-0DEF-89F5-6E46-BE6B22269172}"/>
          </ac:spMkLst>
        </pc:spChg>
        <pc:spChg chg="mod">
          <ac:chgData name="Teuku Raja Irfan Radarma" userId="cf428174-95ba-4576-8554-3a3b8ffa52b7" providerId="ADAL" clId="{A80269FD-1647-41EA-9465-E4829927D3E9}" dt="2025-12-06T16:25:55.671" v="16522" actId="1076"/>
          <ac:spMkLst>
            <pc:docMk/>
            <pc:sldMk cId="2132516327" sldId="461"/>
            <ac:spMk id="4" creationId="{A129DE3E-496B-9922-A3F0-81A8F47CC53A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6:26:08.475" v="16528" actId="113"/>
          <ac:graphicFrameMkLst>
            <pc:docMk/>
            <pc:sldMk cId="2132516327" sldId="461"/>
            <ac:graphicFrameMk id="5" creationId="{B5A1CD0B-CE5B-C5EF-DAC0-82BC9CB95A5A}"/>
          </ac:graphicFrameMkLst>
        </pc:graphicFrameChg>
      </pc:sldChg>
      <pc:sldChg chg="delSp modSp add mod">
        <pc:chgData name="Teuku Raja Irfan Radarma" userId="cf428174-95ba-4576-8554-3a3b8ffa52b7" providerId="ADAL" clId="{A80269FD-1647-41EA-9465-E4829927D3E9}" dt="2025-12-06T16:30:30.517" v="16990" actId="20577"/>
        <pc:sldMkLst>
          <pc:docMk/>
          <pc:sldMk cId="2095266917" sldId="462"/>
        </pc:sldMkLst>
        <pc:spChg chg="mod">
          <ac:chgData name="Teuku Raja Irfan Radarma" userId="cf428174-95ba-4576-8554-3a3b8ffa52b7" providerId="ADAL" clId="{A80269FD-1647-41EA-9465-E4829927D3E9}" dt="2025-12-06T16:28:08.384" v="16652" actId="20577"/>
          <ac:spMkLst>
            <pc:docMk/>
            <pc:sldMk cId="2095266917" sldId="462"/>
            <ac:spMk id="2" creationId="{340A9029-72F1-B231-A6B0-88EE51340934}"/>
          </ac:spMkLst>
        </pc:spChg>
        <pc:spChg chg="mod">
          <ac:chgData name="Teuku Raja Irfan Radarma" userId="cf428174-95ba-4576-8554-3a3b8ffa52b7" providerId="ADAL" clId="{A80269FD-1647-41EA-9465-E4829927D3E9}" dt="2025-12-06T16:30:30.517" v="16990" actId="20577"/>
          <ac:spMkLst>
            <pc:docMk/>
            <pc:sldMk cId="2095266917" sldId="462"/>
            <ac:spMk id="4" creationId="{4BA2D968-234E-ABE1-0163-FEB535626841}"/>
          </ac:spMkLst>
        </pc:spChg>
        <pc:graphicFrameChg chg="del">
          <ac:chgData name="Teuku Raja Irfan Radarma" userId="cf428174-95ba-4576-8554-3a3b8ffa52b7" providerId="ADAL" clId="{A80269FD-1647-41EA-9465-E4829927D3E9}" dt="2025-12-06T16:28:12.430" v="16653" actId="478"/>
          <ac:graphicFrameMkLst>
            <pc:docMk/>
            <pc:sldMk cId="2095266917" sldId="462"/>
            <ac:graphicFrameMk id="5" creationId="{5210AC1A-7A32-75E6-BD10-E19D0586F06A}"/>
          </ac:graphicFrameMkLst>
        </pc:graphicFrame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IS Operations &amp; Business Resilience II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X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Practicum on Domain 3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Navigating International Standards (GTAG)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 Prep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IS Operation &amp; Business Resilience 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IS Operation &amp; Business Resilience II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Protection of Information Assets 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Protection of Information Assets II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Intro to SQL for Auditing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Case Study: Auditing with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 Prep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83956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Domain I: The general process of Auditing</a:t>
            </a:r>
          </a:p>
          <a:p>
            <a:r>
              <a:rPr lang="en-US" sz="2000" dirty="0"/>
              <a:t>Domain II: IT Governance + COBIT 2019</a:t>
            </a:r>
          </a:p>
          <a:p>
            <a:r>
              <a:rPr lang="en-US" sz="2000" dirty="0"/>
              <a:t>Domain III: IS Acquisition, Development, and Implementation</a:t>
            </a:r>
          </a:p>
          <a:p>
            <a:r>
              <a:rPr lang="en-US" sz="2000" dirty="0"/>
              <a:t>Domain IV part I: IS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Intro: Why This Topic Matters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Business Impact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Business Continuity Plan &amp; Disaster Recovery Plan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System Resilience Strategies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Backup, Restoration, and Replication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#operations #continuity #resilience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Abnormal Conditions → “Emergency Mode”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the organization survives disruptions: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Disaster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 &amp; restore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Continuity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Crisis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Analogy:</a:t>
            </a:r>
          </a:p>
          <a:p>
            <a:pPr marL="0" indent="0">
              <a:buNone/>
            </a:pPr>
            <a:r>
              <a:rPr lang="en-US" dirty="0"/>
              <a:t>the “emergency plan” when the kitchen catches fire but the restaurant still needs to serve customers.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7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Auditor’s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IS </a:t>
            </a:r>
            <a:r>
              <a:rPr lang="en-US" dirty="0"/>
              <a:t>auditors must know:</a:t>
            </a:r>
          </a:p>
          <a:p>
            <a:r>
              <a:rPr lang="en-US" dirty="0"/>
              <a:t>which controls should exist in operations</a:t>
            </a:r>
          </a:p>
          <a:p>
            <a:r>
              <a:rPr lang="en-US" dirty="0"/>
              <a:t>how incidents and changes should be managed</a:t>
            </a:r>
          </a:p>
          <a:p>
            <a:r>
              <a:rPr lang="en-US" dirty="0"/>
              <a:t>what backup and restore evidence looks like</a:t>
            </a:r>
          </a:p>
          <a:p>
            <a:r>
              <a:rPr lang="en-US" dirty="0"/>
              <a:t>how to assess BCP/DRP completeness</a:t>
            </a:r>
          </a:p>
          <a:p>
            <a:r>
              <a:rPr lang="en-US" dirty="0"/>
              <a:t>whether recovery strategies meet business needs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D" dirty="0"/>
              <a:t>Why Matters?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7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Business Resilience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Organizations rely heavily on technology → downtime = financial loss, compliance risk, reputation damage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Threats increasing: cyberattacks, system failures, human errors, natural disasters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IS auditors ensure plans exist, controls work, and management can recover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Aligns with CISA domains on availability, continuity, and risk mitigation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78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/>
              <a:t>Business Continuity (BC)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480"/>
            <a:ext cx="10515600" cy="4876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Focus: </a:t>
            </a:r>
            <a:r>
              <a:rPr lang="en-US" sz="2400" b="1" dirty="0"/>
              <a:t>Maintaining critical business functions during a disruption.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Key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What processes must continue at all costs?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How quickly must they recover?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What resources do they rely on?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Analogy:</a:t>
            </a:r>
          </a:p>
          <a:p>
            <a:pPr marL="0" indent="0">
              <a:buNone/>
            </a:pPr>
            <a:r>
              <a:rPr lang="en-US" sz="2400" dirty="0"/>
              <a:t>If your house loses electricity, BC is your generator keeping the essentials alive.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53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/>
              <a:t>IT Service Continuity (ITSC)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881"/>
            <a:ext cx="10515600" cy="44907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Focus: Ensure </a:t>
            </a:r>
            <a:r>
              <a:rPr lang="en-US" sz="2400" b="1" dirty="0"/>
              <a:t>IT services</a:t>
            </a:r>
            <a:r>
              <a:rPr lang="en-US" sz="2400" dirty="0"/>
              <a:t> remain available or restored within acceptable time.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CISA Emphasis: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Integration with business priorities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Alignment with service-level agreements (SLA)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capabilities must match business recovery requirements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Analogy:</a:t>
            </a:r>
          </a:p>
          <a:p>
            <a:pPr marL="0" indent="0">
              <a:buNone/>
            </a:pPr>
            <a:r>
              <a:rPr lang="en-US" sz="2400" dirty="0"/>
              <a:t>Like ensuring your phone network stays up even when one tower goes down — rerouting keeps service alive.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2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795"/>
          </a:xfrm>
        </p:spPr>
        <p:txBody>
          <a:bodyPr/>
          <a:lstStyle/>
          <a:p>
            <a:r>
              <a:rPr lang="en-US" dirty="0"/>
              <a:t>Disaster Recovery (DR)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1"/>
            <a:ext cx="10515600" cy="4470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Focus: </a:t>
            </a:r>
            <a:r>
              <a:rPr lang="en-US" sz="2400" b="1" dirty="0"/>
              <a:t>Recovering IT systems, data, and infrastructure</a:t>
            </a:r>
            <a:r>
              <a:rPr lang="en-US" sz="2400" dirty="0"/>
              <a:t> after a major incident.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Backup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Alternate processing sites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Restoration procedures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Failover and failback operations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Analogy:</a:t>
            </a:r>
          </a:p>
          <a:p>
            <a:pPr marL="0" indent="0">
              <a:buNone/>
            </a:pPr>
            <a:r>
              <a:rPr lang="en-US" sz="2400" dirty="0"/>
              <a:t>If BC is the generator, DR is the electrician fixing the entire power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51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3EB1-45B7-45F2-A230-B5CE4DFF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Business Continuity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A16C0-8646-440B-A5F0-B16858F7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63D5E-CC38-4BC8-9E44-900A250E9F71}"/>
              </a:ext>
            </a:extLst>
          </p:cNvPr>
          <p:cNvSpPr/>
          <p:nvPr/>
        </p:nvSpPr>
        <p:spPr>
          <a:xfrm>
            <a:off x="1000896" y="1804086"/>
            <a:ext cx="1878227" cy="1325563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dirty="0"/>
              <a:t>Business Impact Analysis (BIA)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269C7-83FE-4603-A13F-6353C94E24AB}"/>
              </a:ext>
            </a:extLst>
          </p:cNvPr>
          <p:cNvSpPr/>
          <p:nvPr/>
        </p:nvSpPr>
        <p:spPr>
          <a:xfrm>
            <a:off x="3589636" y="1804086"/>
            <a:ext cx="1878227" cy="1325563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dirty="0"/>
              <a:t>Recovery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C03249-6182-4029-B01D-5EDABCBA44C5}"/>
              </a:ext>
            </a:extLst>
          </p:cNvPr>
          <p:cNvSpPr/>
          <p:nvPr/>
        </p:nvSpPr>
        <p:spPr>
          <a:xfrm>
            <a:off x="6178376" y="1804086"/>
            <a:ext cx="1878227" cy="1325563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D" sz="1400" dirty="0"/>
              <a:t>Business Continuity Plan (BCP)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F13AF-C530-41CA-B990-D692BADF7499}"/>
              </a:ext>
            </a:extLst>
          </p:cNvPr>
          <p:cNvSpPr txBox="1"/>
          <p:nvPr/>
        </p:nvSpPr>
        <p:spPr>
          <a:xfrm>
            <a:off x="6348278" y="2466867"/>
            <a:ext cx="1538422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D" sz="1200" dirty="0"/>
              <a:t>Disaster Recovery Plan (DRP)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5918DAE-D61E-4167-9935-3AA425798B91}"/>
              </a:ext>
            </a:extLst>
          </p:cNvPr>
          <p:cNvSpPr/>
          <p:nvPr/>
        </p:nvSpPr>
        <p:spPr>
          <a:xfrm>
            <a:off x="3052119" y="2335427"/>
            <a:ext cx="367614" cy="28420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F40055A-87DC-4C21-8E8D-FDED9C68CC84}"/>
              </a:ext>
            </a:extLst>
          </p:cNvPr>
          <p:cNvSpPr/>
          <p:nvPr/>
        </p:nvSpPr>
        <p:spPr>
          <a:xfrm>
            <a:off x="5640859" y="2335427"/>
            <a:ext cx="367614" cy="28420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CF01DAB-31D1-47E4-A4D1-718911AE6D41}"/>
              </a:ext>
            </a:extLst>
          </p:cNvPr>
          <p:cNvSpPr/>
          <p:nvPr/>
        </p:nvSpPr>
        <p:spPr>
          <a:xfrm>
            <a:off x="8226505" y="2335427"/>
            <a:ext cx="367614" cy="28420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B4C06-4C03-4661-90B1-6CD20ECE4AB0}"/>
              </a:ext>
            </a:extLst>
          </p:cNvPr>
          <p:cNvSpPr txBox="1"/>
          <p:nvPr/>
        </p:nvSpPr>
        <p:spPr>
          <a:xfrm>
            <a:off x="8820680" y="2154363"/>
            <a:ext cx="1812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Test and Maintain Plans</a:t>
            </a:r>
          </a:p>
        </p:txBody>
      </p:sp>
    </p:spTree>
    <p:extLst>
      <p:ext uri="{BB962C8B-B14F-4D97-AF65-F5344CB8AC3E}">
        <p14:creationId xmlns:p14="http://schemas.microsoft.com/office/powerpoint/2010/main" val="2848812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3D450-82E8-4BC6-AF44-03D5D619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Business Impact Analysis</a:t>
            </a:r>
          </a:p>
        </p:txBody>
      </p:sp>
    </p:spTree>
    <p:extLst>
      <p:ext uri="{BB962C8B-B14F-4D97-AF65-F5344CB8AC3E}">
        <p14:creationId xmlns:p14="http://schemas.microsoft.com/office/powerpoint/2010/main" val="3772279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715"/>
          </a:xfrm>
        </p:spPr>
        <p:txBody>
          <a:bodyPr/>
          <a:lstStyle/>
          <a:p>
            <a:r>
              <a:rPr lang="en-US" dirty="0"/>
              <a:t>Business Impact Analysis (BIA)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6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BIA identifies: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Critical processes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Dependencies (people, tech, data, vendors)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Impact of downtime (financial, operational, reputational)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Recovery requirements (RTO, RPO, etc.)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70644A-916C-4AAC-9570-2A5131AC8BFE}"/>
              </a:ext>
            </a:extLst>
          </p:cNvPr>
          <p:cNvSpPr/>
          <p:nvPr/>
        </p:nvSpPr>
        <p:spPr>
          <a:xfrm>
            <a:off x="889686" y="4541108"/>
            <a:ext cx="2057402" cy="85261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Which process is important?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BFB986-0085-42E4-BC49-25197B57EBF0}"/>
              </a:ext>
            </a:extLst>
          </p:cNvPr>
          <p:cNvSpPr/>
          <p:nvPr/>
        </p:nvSpPr>
        <p:spPr>
          <a:xfrm>
            <a:off x="3453712" y="4541108"/>
            <a:ext cx="2057402" cy="85261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dirty="0"/>
              <a:t>What resources do those processes rely on?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9E66BF-C131-44F3-85D8-4DAF07083713}"/>
              </a:ext>
            </a:extLst>
          </p:cNvPr>
          <p:cNvSpPr/>
          <p:nvPr/>
        </p:nvSpPr>
        <p:spPr>
          <a:xfrm>
            <a:off x="6017738" y="4541108"/>
            <a:ext cx="2057402" cy="85261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dirty="0"/>
              <a:t>How bad is it to have that process down?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3B7807-FBF2-418D-AB06-E94CF5E65859}"/>
              </a:ext>
            </a:extLst>
          </p:cNvPr>
          <p:cNvSpPr/>
          <p:nvPr/>
        </p:nvSpPr>
        <p:spPr>
          <a:xfrm>
            <a:off x="8581764" y="4541108"/>
            <a:ext cx="2057402" cy="852616"/>
          </a:xfrm>
          <a:prstGeom prst="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600" dirty="0"/>
              <a:t>How do we tolerate the system before being recovered?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10615FA-1DA1-49EA-8330-EEE3C34A0330}"/>
              </a:ext>
            </a:extLst>
          </p:cNvPr>
          <p:cNvSpPr/>
          <p:nvPr/>
        </p:nvSpPr>
        <p:spPr>
          <a:xfrm>
            <a:off x="3089189" y="4887784"/>
            <a:ext cx="271849" cy="20388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21ED61D-07E4-4764-A87A-8E96820FB2C5}"/>
              </a:ext>
            </a:extLst>
          </p:cNvPr>
          <p:cNvSpPr/>
          <p:nvPr/>
        </p:nvSpPr>
        <p:spPr>
          <a:xfrm>
            <a:off x="5628501" y="4887784"/>
            <a:ext cx="271849" cy="20388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E7C4E55-E8C7-4D92-A6B3-8475002EF1D8}"/>
              </a:ext>
            </a:extLst>
          </p:cNvPr>
          <p:cNvSpPr/>
          <p:nvPr/>
        </p:nvSpPr>
        <p:spPr>
          <a:xfrm>
            <a:off x="8196232" y="4887784"/>
            <a:ext cx="271849" cy="20388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9536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70FC-FD9F-43F8-A198-C1DADB57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164"/>
            <a:ext cx="10515600" cy="629594"/>
          </a:xfrm>
        </p:spPr>
        <p:txBody>
          <a:bodyPr/>
          <a:lstStyle/>
          <a:p>
            <a:r>
              <a:rPr lang="en-US" dirty="0"/>
              <a:t>Terms Used to Tolerate Downtime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7195-B756-4233-A31B-CCAA3B489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644"/>
            <a:ext cx="10515600" cy="1000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These four terms come from Business Impact Analysis (BIA) and help determine how quickly an organization must recover from a disruption.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402DE-5609-4EE4-BCB7-39521C38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C80DBE-4ABB-4F52-AFD9-3CE9C40D4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964718"/>
              </p:ext>
            </p:extLst>
          </p:nvPr>
        </p:nvGraphicFramePr>
        <p:xfrm>
          <a:off x="918518" y="2038865"/>
          <a:ext cx="10435280" cy="3264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39">
                  <a:extLst>
                    <a:ext uri="{9D8B030D-6E8A-4147-A177-3AD203B41FA5}">
                      <a16:colId xmlns:a16="http://schemas.microsoft.com/office/drawing/2014/main" val="2854151770"/>
                    </a:ext>
                  </a:extLst>
                </a:gridCol>
                <a:gridCol w="4399005">
                  <a:extLst>
                    <a:ext uri="{9D8B030D-6E8A-4147-A177-3AD203B41FA5}">
                      <a16:colId xmlns:a16="http://schemas.microsoft.com/office/drawing/2014/main" val="4261954462"/>
                    </a:ext>
                  </a:extLst>
                </a:gridCol>
                <a:gridCol w="4199236">
                  <a:extLst>
                    <a:ext uri="{9D8B030D-6E8A-4147-A177-3AD203B41FA5}">
                      <a16:colId xmlns:a16="http://schemas.microsoft.com/office/drawing/2014/main" val="2673944375"/>
                    </a:ext>
                  </a:extLst>
                </a:gridCol>
              </a:tblGrid>
              <a:tr h="300225">
                <a:tc>
                  <a:txBody>
                    <a:bodyPr/>
                    <a:lstStyle/>
                    <a:p>
                      <a:r>
                        <a:rPr lang="en-US" sz="1400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Analogy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296004"/>
                  </a:ext>
                </a:extLst>
              </a:tr>
              <a:tr h="6825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Recovery Time Objective</a:t>
                      </a:r>
                      <a:r>
                        <a:rPr lang="en-US" sz="1400" b="0" dirty="0"/>
                        <a:t> (</a:t>
                      </a:r>
                      <a:r>
                        <a:rPr lang="en-US" sz="1400" b="1" dirty="0"/>
                        <a:t>RTO</a:t>
                      </a:r>
                      <a:r>
                        <a:rPr lang="en-US" sz="1400" b="0" dirty="0"/>
                        <a:t>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The maximum acceptable time a system or process can be down before it seriously harms the business.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If your phone breaks during the day, RTO is the maximum time you can survive without your phone before work/life becomes unmanageable.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80496"/>
                  </a:ext>
                </a:extLst>
              </a:tr>
              <a:tr h="483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Recovery Point Objective </a:t>
                      </a:r>
                      <a:r>
                        <a:rPr lang="en-US" sz="1400" b="0" dirty="0"/>
                        <a:t>(</a:t>
                      </a:r>
                      <a:r>
                        <a:rPr lang="en-US" sz="1400" b="1" dirty="0"/>
                        <a:t>RPO</a:t>
                      </a:r>
                      <a:r>
                        <a:rPr lang="en-US" sz="1400" b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The maximum acceptable amount of data loss, measured in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If your phone fails, RPO is how far back the last backup is—1 day? 1 hour? 10 seconds?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377525"/>
                  </a:ext>
                </a:extLst>
              </a:tr>
              <a:tr h="8815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Work Recovery Time</a:t>
                      </a:r>
                      <a:r>
                        <a:rPr lang="en-US" sz="1400" b="0" dirty="0"/>
                        <a:t> (</a:t>
                      </a:r>
                      <a:r>
                        <a:rPr lang="en-US" sz="1400" b="1" dirty="0"/>
                        <a:t>WRT</a:t>
                      </a:r>
                      <a:r>
                        <a:rPr lang="en-US" sz="1400" b="0" dirty="0"/>
                        <a:t>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The time needed after systems are back online to validate, restore, reconfigure, and resume normal business operations.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Your phone turns back on after repair (RTO achieved), but you still need time to reinstall apps, log in, restore contacts, and set it up.</a:t>
                      </a:r>
                      <a:br>
                        <a:rPr lang="en-US" sz="1400" b="0" dirty="0"/>
                      </a:br>
                      <a:r>
                        <a:rPr lang="en-US" sz="1400" b="0" dirty="0"/>
                        <a:t>That setup time = WRT.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209181"/>
                  </a:ext>
                </a:extLst>
              </a:tr>
              <a:tr h="764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Maximum Tolerable Downtime</a:t>
                      </a:r>
                      <a:r>
                        <a:rPr lang="en-US" sz="1400" b="0" dirty="0"/>
                        <a:t> (</a:t>
                      </a:r>
                      <a:r>
                        <a:rPr lang="en-US" sz="1400" b="1" dirty="0"/>
                        <a:t>MTD</a:t>
                      </a:r>
                      <a:r>
                        <a:rPr lang="en-US" sz="1400" b="0" dirty="0"/>
                        <a:t>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The total maximum time the business process can be unavailable before the consequences become unacceptable (financial, regulatory, safety,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You can live without your phone for a total of 8 hours before it truly disrupts your life.</a:t>
                      </a:r>
                      <a:br>
                        <a:rPr lang="en-US" sz="1400" b="0" dirty="0"/>
                      </a:br>
                      <a:r>
                        <a:rPr lang="en-US" sz="1400" b="0" dirty="0"/>
                        <a:t>That 8 hours = MTD.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256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006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70FC-FD9F-43F8-A198-C1DADB57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97753"/>
          </a:xfrm>
        </p:spPr>
        <p:txBody>
          <a:bodyPr/>
          <a:lstStyle/>
          <a:p>
            <a:r>
              <a:rPr lang="en-US" dirty="0"/>
              <a:t>RTO, RPO, WRT, MTD - </a:t>
            </a:r>
            <a:r>
              <a:rPr lang="en-US" dirty="0" err="1"/>
              <a:t>Ilustration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9A885E-1D54-4ED5-A6EB-A2A326BEA1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28131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870">
                  <a:extLst>
                    <a:ext uri="{9D8B030D-6E8A-4147-A177-3AD203B41FA5}">
                      <a16:colId xmlns:a16="http://schemas.microsoft.com/office/drawing/2014/main" val="1719159246"/>
                    </a:ext>
                  </a:extLst>
                </a:gridCol>
                <a:gridCol w="4234069">
                  <a:extLst>
                    <a:ext uri="{9D8B030D-6E8A-4147-A177-3AD203B41FA5}">
                      <a16:colId xmlns:a16="http://schemas.microsoft.com/office/drawing/2014/main" val="686499479"/>
                    </a:ext>
                  </a:extLst>
                </a:gridCol>
                <a:gridCol w="5171658">
                  <a:extLst>
                    <a:ext uri="{9D8B030D-6E8A-4147-A177-3AD203B41FA5}">
                      <a16:colId xmlns:a16="http://schemas.microsoft.com/office/drawing/2014/main" val="3996984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3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RPO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How much data loss is acceptable?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RPO = 2 hours → data up to 07:00 must be safe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67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RTO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How fast IT must restore the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RTO = 4 hours → system must be up by 13:00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039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WRT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for business to resume fully after IT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WRT = 2 hours → ready by 15:00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47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MTD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Total downtime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MTD = 6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301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402DE-5609-4EE4-BCB7-39521C38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9F6C8-03D3-4E11-AC75-642F4B156AE7}"/>
              </a:ext>
            </a:extLst>
          </p:cNvPr>
          <p:cNvSpPr txBox="1"/>
          <p:nvPr/>
        </p:nvSpPr>
        <p:spPr>
          <a:xfrm>
            <a:off x="838200" y="934278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Imagine a system goes down at 09:00 AM.</a:t>
            </a:r>
          </a:p>
        </p:txBody>
      </p:sp>
      <p:pic>
        <p:nvPicPr>
          <p:cNvPr id="5122" name="Picture 2" descr="How to calculate RTO and reduce downtime with Nakivo • Nolabnoparty">
            <a:extLst>
              <a:ext uri="{FF2B5EF4-FFF2-40B4-BE49-F238E27FC236}">
                <a16:creationId xmlns:a16="http://schemas.microsoft.com/office/drawing/2014/main" id="{08278919-809E-44B1-BFB6-C539D9A11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629" y="3645314"/>
            <a:ext cx="7336737" cy="244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064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95D2D-873E-4D8C-AD61-4B118CF7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Inherent Trade-off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0B241-BB7B-450E-A4BA-046EC5AA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6" name="Picture 2" descr="Disaster Recovery &amp; Planning | Business Continuity">
            <a:extLst>
              <a:ext uri="{FF2B5EF4-FFF2-40B4-BE49-F238E27FC236}">
                <a16:creationId xmlns:a16="http://schemas.microsoft.com/office/drawing/2014/main" id="{5610CD3F-7FA1-4859-A30E-09DD3EDF2A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706" y="1690688"/>
            <a:ext cx="5726224" cy="380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30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7711-780B-4108-AF47-7B799724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BCP &amp; DRP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8D358-12FB-4C7A-9229-2A1C5A139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5349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CFDE-AA61-4B5E-845F-855078C2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The Difference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32696-BDF2-4007-919F-1BF116AA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7D046C8-3AA1-4B04-9BF6-C99ECC5B0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255688"/>
              </p:ext>
            </p:extLst>
          </p:nvPr>
        </p:nvGraphicFramePr>
        <p:xfrm>
          <a:off x="895179" y="1690688"/>
          <a:ext cx="1028768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502">
                  <a:extLst>
                    <a:ext uri="{9D8B030D-6E8A-4147-A177-3AD203B41FA5}">
                      <a16:colId xmlns:a16="http://schemas.microsoft.com/office/drawing/2014/main" val="1471773469"/>
                    </a:ext>
                  </a:extLst>
                </a:gridCol>
                <a:gridCol w="3595816">
                  <a:extLst>
                    <a:ext uri="{9D8B030D-6E8A-4147-A177-3AD203B41FA5}">
                      <a16:colId xmlns:a16="http://schemas.microsoft.com/office/drawing/2014/main" val="2219137658"/>
                    </a:ext>
                  </a:extLst>
                </a:gridCol>
                <a:gridCol w="4238369">
                  <a:extLst>
                    <a:ext uri="{9D8B030D-6E8A-4147-A177-3AD203B41FA5}">
                      <a16:colId xmlns:a16="http://schemas.microsoft.com/office/drawing/2014/main" val="2188295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BCP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DRP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1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Whole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IT systems &amp;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714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Business processes &amp;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Technology recovery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185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1" dirty="0"/>
                        <a:t>Continue </a:t>
                      </a:r>
                      <a:r>
                        <a:rPr lang="en-ID" b="0" i="0" dirty="0"/>
                        <a:t>business functions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1" dirty="0"/>
                        <a:t>Restore </a:t>
                      </a:r>
                      <a:r>
                        <a:rPr lang="en-ID" b="0" i="0" dirty="0"/>
                        <a:t>IT capacity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319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The BCP is the overarching strategic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The DRP is a tactical, technical sub-component of the BCP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886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545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 dirty="0"/>
              <a:t>Types of BCP/DRP Tests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B22190-3100-DFDC-8D83-269210CCB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276292"/>
              </p:ext>
            </p:extLst>
          </p:nvPr>
        </p:nvGraphicFramePr>
        <p:xfrm>
          <a:off x="1026160" y="1330961"/>
          <a:ext cx="10058400" cy="449040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24505">
                  <a:extLst>
                    <a:ext uri="{9D8B030D-6E8A-4147-A177-3AD203B41FA5}">
                      <a16:colId xmlns:a16="http://schemas.microsoft.com/office/drawing/2014/main" val="1534055319"/>
                    </a:ext>
                  </a:extLst>
                </a:gridCol>
                <a:gridCol w="4181095">
                  <a:extLst>
                    <a:ext uri="{9D8B030D-6E8A-4147-A177-3AD203B41FA5}">
                      <a16:colId xmlns:a16="http://schemas.microsoft.com/office/drawing/2014/main" val="359389157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65941680"/>
                    </a:ext>
                  </a:extLst>
                </a:gridCol>
              </a:tblGrid>
              <a:tr h="315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Test Type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Brief Explanation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Example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10817132"/>
                  </a:ext>
                </a:extLst>
              </a:tr>
              <a:tr h="78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Checklist Review</a:t>
                      </a:r>
                      <a:endParaRPr lang="en-US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Reviewing the plan on paper to confirm accuracy of contacts, procedures, and resources.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Team checks whether the phone list, vendor info, and backup inventory are up to date.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716426885"/>
                  </a:ext>
                </a:extLst>
              </a:tr>
              <a:tr h="78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Tabletop Exercise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Key personnel discuss what they would do in a hypothetical incident. No technical action.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Managers walk through how they would respond to a cyberattack scenario.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818950326"/>
                  </a:ext>
                </a:extLst>
              </a:tr>
              <a:tr h="78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Simulation Test</a:t>
                      </a:r>
                      <a:endParaRPr lang="en-US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Staff practice recovery steps in a simulated or test environment without affecting production.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IT simulates a server crash and restores it in a test lab.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237323338"/>
                  </a:ext>
                </a:extLst>
              </a:tr>
              <a:tr h="78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Parallel Test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DR systems are activated and run side-by-side with production to confirm they work.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The DR database is restored and run parallel to the live DB to compare results.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701216387"/>
                  </a:ext>
                </a:extLst>
              </a:tr>
              <a:tr h="1024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Full Interruption Test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Production is shut down and operations fully move to the recovery site.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The organization powers down the primary data center and operates completely from the DR site.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531462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631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the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F484-2983-40A2-9133-CDC649B2B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after system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 contact lists, vendor info, network diagrams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test results → lessons learned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business and IT alignment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Involve senior management &amp; key stakeholders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1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AB0D-6B7D-4738-A8D7-C20A9962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5791200" cy="3748627"/>
          </a:xfrm>
        </p:spPr>
        <p:txBody>
          <a:bodyPr>
            <a:normAutofit/>
          </a:bodyPr>
          <a:lstStyle/>
          <a:p>
            <a:r>
              <a:rPr lang="en-ID" sz="5400" dirty="0"/>
              <a:t>System Resilience General Strategies</a:t>
            </a:r>
          </a:p>
        </p:txBody>
      </p:sp>
    </p:spTree>
    <p:extLst>
      <p:ext uri="{BB962C8B-B14F-4D97-AF65-F5344CB8AC3E}">
        <p14:creationId xmlns:p14="http://schemas.microsoft.com/office/powerpoint/2010/main" val="1857051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555"/>
          </a:xfrm>
        </p:spPr>
        <p:txBody>
          <a:bodyPr/>
          <a:lstStyle/>
          <a:p>
            <a:r>
              <a:rPr lang="en-US" dirty="0"/>
              <a:t>Preventive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C97E8C-2943-2A73-540D-CC40C6844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150382"/>
              </p:ext>
            </p:extLst>
          </p:nvPr>
        </p:nvGraphicFramePr>
        <p:xfrm>
          <a:off x="838200" y="1320800"/>
          <a:ext cx="10246359" cy="455167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980115229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266889760"/>
                    </a:ext>
                  </a:extLst>
                </a:gridCol>
                <a:gridCol w="3515359">
                  <a:extLst>
                    <a:ext uri="{9D8B030D-6E8A-4147-A177-3AD203B41FA5}">
                      <a16:colId xmlns:a16="http://schemas.microsoft.com/office/drawing/2014/main" val="3850413937"/>
                    </a:ext>
                  </a:extLst>
                </a:gridCol>
              </a:tblGrid>
              <a:tr h="336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Preventive Strategy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Brief Explanation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Example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699962412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Redundant Systems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Duplicate critical components so if one fails, another takes over.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Using two database servers in a cluster so service continues if one crashes.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910488560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UPS and Generators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Provide backup power to keep systems running during power outages.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 data center switches to UPS instantly, then to generators within minutes.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945892847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Network Failover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Automatic switch to an alternate network path or ISP when primary link fails.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Internet traffic reroutes to a backup link when the main ISP goes down.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961730375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Hardening Infrastructure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Strengthening systems to reduce vulnerabilities or failures.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Disabling unused ports/services, applying secure configs, enforcing strong access controls.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747512657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Patch Management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Regularly updating systems to fix known security and stability issues.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Applying OS and application patches monthly to prevent exploits or software crashes.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747474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096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Detective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D026EF-6C2D-2A5D-B02C-4D3DFB907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675306"/>
              </p:ext>
            </p:extLst>
          </p:nvPr>
        </p:nvGraphicFramePr>
        <p:xfrm>
          <a:off x="838200" y="1371600"/>
          <a:ext cx="10515600" cy="43424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219727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097334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16869915"/>
                    </a:ext>
                  </a:extLst>
                </a:gridCol>
              </a:tblGrid>
              <a:tr h="394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Detective Strategy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Brief Explanation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334729"/>
                  </a:ext>
                </a:extLst>
              </a:tr>
              <a:tr h="98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Monitoring Tools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Systems that continuously watch performance, availability, and health of IT components.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monitoring dashboard alerts when CPU usage spikes or a server stops responding.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309871"/>
                  </a:ext>
                </a:extLst>
              </a:tr>
              <a:tr h="98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Intrusion Detection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Tools that detect suspicious or malicious activity in networks or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IDS detects unusual traffic patterns indicating a potential attack.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444806"/>
                  </a:ext>
                </a:extLst>
              </a:tr>
              <a:tr h="98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Log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Reviewing system, application, or security logs to spot anomalies or issues.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Automated log analyzer flags repeated failed login attempts.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195200"/>
                  </a:ext>
                </a:extLst>
              </a:tr>
              <a:tr h="98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Alerting Mechanisms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Notifications triggered when predefined thresholds or events occur.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SMS/email alerts sent to admins when the database server goes down.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810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202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Corrective / Recovery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F484-2983-40A2-9133-CDC649B2B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Enable recovery after incident: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Backups (full, incremental, differential)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Replication (synchronous, asynchronous)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Alternate sites (hot, warm, cold)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disaster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workarounds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6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852BF-6463-4E01-8F58-F3DA660F7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3136968"/>
          </a:xfrm>
        </p:spPr>
        <p:txBody>
          <a:bodyPr/>
          <a:lstStyle/>
          <a:p>
            <a:r>
              <a:rPr lang="en-ID" dirty="0"/>
              <a:t>Backup, Restoration, and Replication</a:t>
            </a:r>
          </a:p>
        </p:txBody>
      </p:sp>
    </p:spTree>
    <p:extLst>
      <p:ext uri="{BB962C8B-B14F-4D97-AF65-F5344CB8AC3E}">
        <p14:creationId xmlns:p14="http://schemas.microsoft.com/office/powerpoint/2010/main" val="753594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E60E-CCD2-4E8A-05B1-75306D75C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A9D0-381F-DF43-CB2B-5659BE69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A0C02-F2D3-2E2F-AA53-F15BD27D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D7F61C-ABF9-7552-4699-3A061C48E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149758"/>
              </p:ext>
            </p:extLst>
          </p:nvPr>
        </p:nvGraphicFramePr>
        <p:xfrm>
          <a:off x="838200" y="1690688"/>
          <a:ext cx="10515600" cy="36576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969614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045538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037782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479953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90984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Backup Type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What It Does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Advantages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Limitations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Simple 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89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Full Backup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Copies all data every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Easiest to restore; complete copy.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Slow; uses most storage.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Full backup done every Sunday.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065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Incremental Backup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Backs up only data changed since the last backup (full or incremental).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Fastest, least storage.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Restore requires the full + all incrementals; slower recovery.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Daily incremental after Sunday full.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404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Differential Backup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Backs up all data changed since the last full backup.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restore than incremental (need only full + latest differential).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Larger storage than incremental; grows each day.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Wednesday differential includes all changes since Sunday.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0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816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E44D-7BCC-C022-ED84-0C2C478A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CD8B7-71A8-3461-64C6-808C2271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7170" name="Picture 2" descr="full-differential-incremental">
            <a:extLst>
              <a:ext uri="{FF2B5EF4-FFF2-40B4-BE49-F238E27FC236}">
                <a16:creationId xmlns:a16="http://schemas.microsoft.com/office/drawing/2014/main" id="{92B54721-8F66-BE9B-889A-7D0F2C3B6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333" y="136525"/>
            <a:ext cx="5197992" cy="593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6473C-85C9-04D8-9CC4-38537C9CB130}"/>
              </a:ext>
            </a:extLst>
          </p:cNvPr>
          <p:cNvSpPr txBox="1"/>
          <p:nvPr/>
        </p:nvSpPr>
        <p:spPr>
          <a:xfrm>
            <a:off x="7273664" y="4429324"/>
            <a:ext cx="4261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</a:t>
            </a:r>
            <a:br>
              <a:rPr lang="en-US" dirty="0"/>
            </a:br>
            <a:r>
              <a:rPr lang="en-US" dirty="0"/>
              <a:t>https://www.spanning.com/blog/types-of-backup-understanding-full-differential-incremental-backup/</a:t>
            </a:r>
          </a:p>
        </p:txBody>
      </p:sp>
    </p:spTree>
    <p:extLst>
      <p:ext uri="{BB962C8B-B14F-4D97-AF65-F5344CB8AC3E}">
        <p14:creationId xmlns:p14="http://schemas.microsoft.com/office/powerpoint/2010/main" val="1434165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1E80-42C5-8BDB-F1EA-913C5A4D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A617-361C-077E-4B46-74B78835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09913"/>
          </a:xfrm>
        </p:spPr>
        <p:txBody>
          <a:bodyPr/>
          <a:lstStyle/>
          <a:p>
            <a:r>
              <a:rPr lang="en-US" dirty="0"/>
              <a:t>Replication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19740-49BC-2DB1-6DF0-17804003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034CC6-CA21-E1BC-CCE6-74B6D0F0B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80505"/>
              </p:ext>
            </p:extLst>
          </p:nvPr>
        </p:nvGraphicFramePr>
        <p:xfrm>
          <a:off x="773882" y="1085089"/>
          <a:ext cx="6974326" cy="41167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47033">
                  <a:extLst>
                    <a:ext uri="{9D8B030D-6E8A-4147-A177-3AD203B41FA5}">
                      <a16:colId xmlns:a16="http://schemas.microsoft.com/office/drawing/2014/main" val="458584809"/>
                    </a:ext>
                  </a:extLst>
                </a:gridCol>
                <a:gridCol w="2719735">
                  <a:extLst>
                    <a:ext uri="{9D8B030D-6E8A-4147-A177-3AD203B41FA5}">
                      <a16:colId xmlns:a16="http://schemas.microsoft.com/office/drawing/2014/main" val="4050079120"/>
                    </a:ext>
                  </a:extLst>
                </a:gridCol>
                <a:gridCol w="2507558">
                  <a:extLst>
                    <a:ext uri="{9D8B030D-6E8A-4147-A177-3AD203B41FA5}">
                      <a16:colId xmlns:a16="http://schemas.microsoft.com/office/drawing/2014/main" val="1703573948"/>
                    </a:ext>
                  </a:extLst>
                </a:gridCol>
              </a:tblGrid>
              <a:tr h="3313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Synchronous</a:t>
                      </a:r>
                      <a:endParaRPr lang="en-US" sz="14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Asynchronous</a:t>
                      </a:r>
                      <a:endParaRPr lang="en-US" sz="1400" dirty="0"/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63423816"/>
                  </a:ext>
                </a:extLst>
              </a:tr>
              <a:tr h="1151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How it works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Data is written to primary and replica at the same time; transaction completes only after both succeed.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Primary writes first, then sends data to replica with a delay.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785071154"/>
                  </a:ext>
                </a:extLst>
              </a:tr>
              <a:tr h="878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Recovery Speed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Fastest; almost immediate failover.</a:t>
                      </a:r>
                    </a:p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Fast, but with slight lag.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816830040"/>
                  </a:ext>
                </a:extLst>
              </a:tr>
              <a:tr h="878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RPO Impact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Near-zero data loss.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Some data loss possible (seconds to minutes).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611855591"/>
                  </a:ext>
                </a:extLst>
              </a:tr>
              <a:tr h="878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Example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Banking systems requiring no transaction loss.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DR site updated every few seconds for a retail system.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85542557"/>
                  </a:ext>
                </a:extLst>
              </a:tr>
            </a:tbl>
          </a:graphicData>
        </a:graphic>
      </p:graphicFrame>
      <p:pic>
        <p:nvPicPr>
          <p:cNvPr id="6" name="Picture 2" descr="Grasp - Replication Types and Trade-offs">
            <a:extLst>
              <a:ext uri="{FF2B5EF4-FFF2-40B4-BE49-F238E27FC236}">
                <a16:creationId xmlns:a16="http://schemas.microsoft.com/office/drawing/2014/main" id="{EF99267B-55EF-4356-A2C3-1860F26748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66" b="8912"/>
          <a:stretch/>
        </p:blipFill>
        <p:spPr bwMode="auto">
          <a:xfrm>
            <a:off x="8067226" y="516040"/>
            <a:ext cx="2967556" cy="2705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rasp - Replication Types and Trade-offs">
            <a:extLst>
              <a:ext uri="{FF2B5EF4-FFF2-40B4-BE49-F238E27FC236}">
                <a16:creationId xmlns:a16="http://schemas.microsoft.com/office/drawing/2014/main" id="{68E1FEB3-8A36-4763-9072-C451A48A96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66" b="8912"/>
          <a:stretch/>
        </p:blipFill>
        <p:spPr bwMode="auto">
          <a:xfrm>
            <a:off x="8067226" y="3292604"/>
            <a:ext cx="2967556" cy="2705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111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11B2-C703-4802-BFF6-F2BE4B03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Disaster Recovery </a:t>
            </a:r>
            <a:r>
              <a:rPr lang="en-ID" dirty="0" err="1"/>
              <a:t>Center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A8E70-30BC-405B-9231-775A2DA8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3074" name="Picture 2" descr="Disaster Recovery (DR) overview. | Download Scientific Diagram">
            <a:extLst>
              <a:ext uri="{FF2B5EF4-FFF2-40B4-BE49-F238E27FC236}">
                <a16:creationId xmlns:a16="http://schemas.microsoft.com/office/drawing/2014/main" id="{262EC01E-423D-4BAA-89CE-4E9802B10A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295" y="1955371"/>
            <a:ext cx="3818949" cy="30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2CCD1-6690-4A15-BACC-5031155ACCD7}"/>
              </a:ext>
            </a:extLst>
          </p:cNvPr>
          <p:cNvSpPr txBox="1"/>
          <p:nvPr/>
        </p:nvSpPr>
        <p:spPr>
          <a:xfrm>
            <a:off x="838200" y="1690688"/>
            <a:ext cx="609497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Disaster Recovery Center</a:t>
            </a:r>
            <a:r>
              <a:rPr lang="en-US" dirty="0"/>
              <a:t> (also called an alternate processing site or recovery site) is the physical facility an organization moves its operations to when its primary site becomes unavailable because of a disaster.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It's the practical, physical backbone of a Disaster Recovery Plan (DRP), the "where" that all the recovery procedures point to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96874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1015-601A-C7CA-A12E-6AC8A886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83A5-2E77-B65F-9B68-4959AB39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44"/>
            <a:ext cx="10515600" cy="679021"/>
          </a:xfrm>
        </p:spPr>
        <p:txBody>
          <a:bodyPr/>
          <a:lstStyle/>
          <a:p>
            <a:r>
              <a:rPr lang="en-US" dirty="0"/>
              <a:t>Alternate 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B4646-5D8D-8146-7570-85F2193A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0B3945-B82E-B1AB-3FA1-53662FA69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496358"/>
              </p:ext>
            </p:extLst>
          </p:nvPr>
        </p:nvGraphicFramePr>
        <p:xfrm>
          <a:off x="924560" y="1104687"/>
          <a:ext cx="10139682" cy="48115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90320">
                  <a:extLst>
                    <a:ext uri="{9D8B030D-6E8A-4147-A177-3AD203B41FA5}">
                      <a16:colId xmlns:a16="http://schemas.microsoft.com/office/drawing/2014/main" val="2604739924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1389256920"/>
                    </a:ext>
                  </a:extLst>
                </a:gridCol>
                <a:gridCol w="1381761">
                  <a:extLst>
                    <a:ext uri="{9D8B030D-6E8A-4147-A177-3AD203B41FA5}">
                      <a16:colId xmlns:a16="http://schemas.microsoft.com/office/drawing/2014/main" val="4232068873"/>
                    </a:ext>
                  </a:extLst>
                </a:gridCol>
                <a:gridCol w="1229359">
                  <a:extLst>
                    <a:ext uri="{9D8B030D-6E8A-4147-A177-3AD203B41FA5}">
                      <a16:colId xmlns:a16="http://schemas.microsoft.com/office/drawing/2014/main" val="3307345726"/>
                    </a:ext>
                  </a:extLst>
                </a:gridCol>
                <a:gridCol w="2150535">
                  <a:extLst>
                    <a:ext uri="{9D8B030D-6E8A-4147-A177-3AD203B41FA5}">
                      <a16:colId xmlns:a16="http://schemas.microsoft.com/office/drawing/2014/main" val="3573840672"/>
                    </a:ext>
                  </a:extLst>
                </a:gridCol>
                <a:gridCol w="1689947">
                  <a:extLst>
                    <a:ext uri="{9D8B030D-6E8A-4147-A177-3AD203B41FA5}">
                      <a16:colId xmlns:a16="http://schemas.microsoft.com/office/drawing/2014/main" val="3408867781"/>
                    </a:ext>
                  </a:extLst>
                </a:gridCol>
              </a:tblGrid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Alternate Site Type</a:t>
                      </a:r>
                      <a:endParaRPr lang="en-US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What It Provides</a:t>
                      </a:r>
                      <a:endParaRPr lang="en-US" sz="14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Recovery Time</a:t>
                      </a:r>
                      <a:endParaRPr lang="en-US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Cost</a:t>
                      </a:r>
                      <a:endParaRPr lang="en-US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Key Characteristics</a:t>
                      </a:r>
                      <a:endParaRPr lang="en-US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Example</a:t>
                      </a:r>
                      <a:endParaRPr lang="en-US" sz="1400"/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559251300"/>
                  </a:ext>
                </a:extLst>
              </a:tr>
              <a:tr h="758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Cold Site</a:t>
                      </a:r>
                      <a:endParaRPr lang="en-US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Empty facility with power and basic environment; no equipment installed.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Days to weeks.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Requires bringing hardware, installing systems, restoring data.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Government office with rental space reserved for emergencies.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646285811"/>
                  </a:ext>
                </a:extLst>
              </a:tr>
              <a:tr h="1165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Warm Site</a:t>
                      </a:r>
                      <a:endParaRPr lang="en-US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Partially equipped site with hardware and connectivity, but requires setup and data restoration.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Hours to days.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Moderate.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Some configuration needed after activation.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Insurance company with pre-installed servers but no live data.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415299819"/>
                  </a:ext>
                </a:extLst>
              </a:tr>
              <a:tr h="1113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Hot Site</a:t>
                      </a:r>
                      <a:endParaRPr lang="en-US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Fully equipped facility with hardware, network, near-real-time data.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Hours or less.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Ready to operate immediately; supports critical systems.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Financial institution failover center.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4270032447"/>
                  </a:ext>
                </a:extLst>
              </a:tr>
              <a:tr h="1113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Mirrored Site</a:t>
                      </a:r>
                      <a:endParaRPr lang="en-US" sz="1400" dirty="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Fully redundant, with real-time data replication from production site; fully staffed and equipped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Near-zero.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Very High.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Real-time replication; identical hardware and software.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stock exchange or global payment processor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020636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700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D" dirty="0"/>
              <a:t>Auditor Responsibilities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#goingWell</a:t>
            </a:r>
          </a:p>
        </p:txBody>
      </p:sp>
    </p:spTree>
    <p:extLst>
      <p:ext uri="{BB962C8B-B14F-4D97-AF65-F5344CB8AC3E}">
        <p14:creationId xmlns:p14="http://schemas.microsoft.com/office/powerpoint/2010/main" val="2667379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95C0-E949-4BA1-89E9-E4047DA4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414"/>
          </a:xfrm>
        </p:spPr>
        <p:txBody>
          <a:bodyPr/>
          <a:lstStyle/>
          <a:p>
            <a:r>
              <a:rPr lang="en-US" dirty="0"/>
              <a:t>What the IS Auditor Must 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0F51-58A4-453F-901D-193B984CB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IS auditors must verify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BIA is performed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Recovery metrics are realistic and approved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exist for continuity and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Plans are documented, updated, and tested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 procedures are well-designed and monitored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Roles &amp; responsibilities are clear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Alternate sites and service providers can meet requirements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EEE36-D91A-499F-A70E-71640543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6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95C0-E949-4BA1-89E9-E4047DA4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718"/>
          </a:xfrm>
        </p:spPr>
        <p:txBody>
          <a:bodyPr/>
          <a:lstStyle/>
          <a:p>
            <a:r>
              <a:rPr lang="en-US" b="1" dirty="0"/>
              <a:t>What Auditors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0F51-58A4-453F-901D-193B984CB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5025887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BIA completeness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Critical processes identified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RTO, RPO, WRT, MTD are defined and realistic</a:t>
            </a:r>
          </a:p>
          <a:p>
            <a:pPr>
              <a:lnSpc>
                <a:spcPct val="120000"/>
              </a:lnSpc>
            </a:pPr>
            <a:r>
              <a:rPr lang="en-US" b="1" dirty="0"/>
              <a:t>Continuity &amp; recovery plans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BCP, DRP, ITSC plans documented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Roles and responsibilities assigned</a:t>
            </a:r>
          </a:p>
          <a:p>
            <a:pPr>
              <a:lnSpc>
                <a:spcPct val="120000"/>
              </a:lnSpc>
            </a:pPr>
            <a:r>
              <a:rPr lang="en-US" b="1" dirty="0"/>
              <a:t>Technical controls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Backups (process, frequency, integrity checks)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Redundancy, failover, alternate 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EEE36-D91A-499F-A70E-71640543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9338AC-2868-46BA-BD3C-91F4BF319F60}"/>
              </a:ext>
            </a:extLst>
          </p:cNvPr>
          <p:cNvSpPr txBox="1">
            <a:spLocks/>
          </p:cNvSpPr>
          <p:nvPr/>
        </p:nvSpPr>
        <p:spPr>
          <a:xfrm>
            <a:off x="6096000" y="146050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b="1" dirty="0"/>
              <a:t>Testing &amp; maintenance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Regular tests performed (tabletop → full test)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Issues tracked and improvements implemented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Alignment &amp; governance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Plans match business priorities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Senior management approval and oversight</a:t>
            </a:r>
          </a:p>
        </p:txBody>
      </p:sp>
    </p:spTree>
    <p:extLst>
      <p:ext uri="{BB962C8B-B14F-4D97-AF65-F5344CB8AC3E}">
        <p14:creationId xmlns:p14="http://schemas.microsoft.com/office/powerpoint/2010/main" val="31327821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0390-D4F4-8559-7E7E-9EB80517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2390-A351-2BC1-BB12-FE12FE55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Quiz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D450F-0DEA-D7BA-6C23-02795CA6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B2A37-0B4B-405A-2CAA-C05F9F34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726038" cy="4243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Via </a:t>
            </a:r>
            <a:r>
              <a:rPr lang="en-US" dirty="0" err="1"/>
              <a:t>jurnal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8744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2067</Words>
  <Application>Microsoft Office PowerPoint</Application>
  <PresentationFormat>Widescreen</PresentationFormat>
  <Paragraphs>350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IS Operations &amp; Business Resilience II</vt:lpstr>
      <vt:lpstr>Class Recap</vt:lpstr>
      <vt:lpstr>Class Roadmap</vt:lpstr>
      <vt:lpstr>Covered So Far</vt:lpstr>
      <vt:lpstr>PowerPoint Presentation</vt:lpstr>
      <vt:lpstr>Intro</vt:lpstr>
      <vt:lpstr>Abnormal Conditions → “Emergency Mode”</vt:lpstr>
      <vt:lpstr>Auditor’s Concern</vt:lpstr>
      <vt:lpstr>Why Matters?</vt:lpstr>
      <vt:lpstr>Why Business Resilience Matters</vt:lpstr>
      <vt:lpstr>Business Continuity (BC)</vt:lpstr>
      <vt:lpstr>IT Service Continuity (ITSC)</vt:lpstr>
      <vt:lpstr>Disaster Recovery (DR)</vt:lpstr>
      <vt:lpstr>Business Continuity Management</vt:lpstr>
      <vt:lpstr>Business Impact Analysis</vt:lpstr>
      <vt:lpstr>Business Impact Analysis (BIA)</vt:lpstr>
      <vt:lpstr>Terms Used to Tolerate Downtime</vt:lpstr>
      <vt:lpstr>RTO, RPO, WRT, MTD - Ilustration</vt:lpstr>
      <vt:lpstr>Inherent Trade-off</vt:lpstr>
      <vt:lpstr>BCP &amp; DRP</vt:lpstr>
      <vt:lpstr>The Difference</vt:lpstr>
      <vt:lpstr>Types of BCP/DRP Tests</vt:lpstr>
      <vt:lpstr>Maintaining the Plan</vt:lpstr>
      <vt:lpstr>System Resilience General Strategies</vt:lpstr>
      <vt:lpstr>Preventive Strategies</vt:lpstr>
      <vt:lpstr>Detective Strategies</vt:lpstr>
      <vt:lpstr>Corrective / Recovery Strategies</vt:lpstr>
      <vt:lpstr>Backup, Restoration, and Replication</vt:lpstr>
      <vt:lpstr>Backup Strategies</vt:lpstr>
      <vt:lpstr>PowerPoint Presentation</vt:lpstr>
      <vt:lpstr>Replication Types</vt:lpstr>
      <vt:lpstr>Disaster Recovery Center</vt:lpstr>
      <vt:lpstr>Alternate Sites</vt:lpstr>
      <vt:lpstr>Auditor Responsibilities</vt:lpstr>
      <vt:lpstr>What the IS Auditor Must Evaluate</vt:lpstr>
      <vt:lpstr>What Auditors Check</vt:lpstr>
      <vt:lpstr>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18</cp:revision>
  <dcterms:created xsi:type="dcterms:W3CDTF">2023-09-18T04:21:25Z</dcterms:created>
  <dcterms:modified xsi:type="dcterms:W3CDTF">2026-08-17T14:44:19Z</dcterms:modified>
</cp:coreProperties>
</file>