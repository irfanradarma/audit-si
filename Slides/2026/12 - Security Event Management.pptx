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7"/>
  </p:notesMasterIdLst>
  <p:sldIdLst>
    <p:sldId id="262" r:id="rId5"/>
    <p:sldId id="260" r:id="rId6"/>
    <p:sldId id="542" r:id="rId7"/>
    <p:sldId id="304" r:id="rId8"/>
    <p:sldId id="263" r:id="rId9"/>
    <p:sldId id="264" r:id="rId10"/>
    <p:sldId id="463" r:id="rId11"/>
    <p:sldId id="508" r:id="rId12"/>
    <p:sldId id="467" r:id="rId13"/>
    <p:sldId id="509" r:id="rId14"/>
    <p:sldId id="511" r:id="rId15"/>
    <p:sldId id="512" r:id="rId16"/>
    <p:sldId id="513" r:id="rId17"/>
    <p:sldId id="541" r:id="rId18"/>
    <p:sldId id="510" r:id="rId19"/>
    <p:sldId id="514" r:id="rId20"/>
    <p:sldId id="515" r:id="rId21"/>
    <p:sldId id="516" r:id="rId22"/>
    <p:sldId id="517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528" r:id="rId34"/>
    <p:sldId id="529" r:id="rId35"/>
    <p:sldId id="530" r:id="rId36"/>
    <p:sldId id="531" r:id="rId37"/>
    <p:sldId id="532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0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7DA504B6-EB34-4737-B1BE-57AB7DBCFCD1}"/>
    <pc:docChg chg="delSld modSld">
      <pc:chgData name="Teuku Raja Irfan Radarma" userId="cf428174-95ba-4576-8554-3a3b8ffa52b7" providerId="ADAL" clId="{7DA504B6-EB34-4737-B1BE-57AB7DBCFCD1}" dt="2026-08-30T02:08:52.762" v="4" actId="47"/>
      <pc:docMkLst>
        <pc:docMk/>
      </pc:docMkLst>
      <pc:sldChg chg="modSp mod">
        <pc:chgData name="Teuku Raja Irfan Radarma" userId="cf428174-95ba-4576-8554-3a3b8ffa52b7" providerId="ADAL" clId="{7DA504B6-EB34-4737-B1BE-57AB7DBCFCD1}" dt="2026-08-30T02:07:14.882" v="0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7DA504B6-EB34-4737-B1BE-57AB7DBCFCD1}" dt="2026-08-30T02:07:14.882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del">
        <pc:chgData name="Teuku Raja Irfan Radarma" userId="cf428174-95ba-4576-8554-3a3b8ffa52b7" providerId="ADAL" clId="{7DA504B6-EB34-4737-B1BE-57AB7DBCFCD1}" dt="2026-08-30T02:08:52.762" v="4" actId="47"/>
        <pc:sldMkLst>
          <pc:docMk/>
          <pc:sldMk cId="1444465115" sldId="540"/>
        </pc:sldMkLst>
      </pc:sldChg>
      <pc:sldChg chg="modSp mod">
        <pc:chgData name="Teuku Raja Irfan Radarma" userId="cf428174-95ba-4576-8554-3a3b8ffa52b7" providerId="ADAL" clId="{7DA504B6-EB34-4737-B1BE-57AB7DBCFCD1}" dt="2026-08-30T02:07:24.782" v="3" actId="400"/>
        <pc:sldMkLst>
          <pc:docMk/>
          <pc:sldMk cId="83956211" sldId="542"/>
        </pc:sldMkLst>
        <pc:spChg chg="mod">
          <ac:chgData name="Teuku Raja Irfan Radarma" userId="cf428174-95ba-4576-8554-3a3b8ffa52b7" providerId="ADAL" clId="{7DA504B6-EB34-4737-B1BE-57AB7DBCFCD1}" dt="2026-08-30T02:07:24.782" v="3" actId="400"/>
          <ac:spMkLst>
            <pc:docMk/>
            <pc:sldMk cId="83956211" sldId="542"/>
            <ac:spMk id="4" creationId="{6C09DF7A-9B78-AB11-FA80-26BA72C3D29B}"/>
          </ac:spMkLst>
        </pc:spChg>
      </pc:sldChg>
    </pc:docChg>
  </pc:docChgLst>
  <pc:docChgLst>
    <pc:chgData name="Teuku Raja Irfan Radarma" userId="cf428174-95ba-4576-8554-3a3b8ffa52b7" providerId="ADAL" clId="{6F3173CF-43E0-447D-91E8-6743822B86BC}"/>
    <pc:docChg chg="addSld delSld modSld">
      <pc:chgData name="Teuku Raja Irfan Radarma" userId="cf428174-95ba-4576-8554-3a3b8ffa52b7" providerId="ADAL" clId="{6F3173CF-43E0-447D-91E8-6743822B86BC}" dt="2026-08-23T00:58:37.434" v="6" actId="113"/>
      <pc:docMkLst>
        <pc:docMk/>
      </pc:docMkLst>
      <pc:sldChg chg="del">
        <pc:chgData name="Teuku Raja Irfan Radarma" userId="cf428174-95ba-4576-8554-3a3b8ffa52b7" providerId="ADAL" clId="{6F3173CF-43E0-447D-91E8-6743822B86BC}" dt="2026-08-23T00:58:30.885" v="3" actId="47"/>
        <pc:sldMkLst>
          <pc:docMk/>
          <pc:sldMk cId="4030995347" sldId="257"/>
        </pc:sldMkLst>
      </pc:sldChg>
      <pc:sldChg chg="modSp mod">
        <pc:chgData name="Teuku Raja Irfan Radarma" userId="cf428174-95ba-4576-8554-3a3b8ffa52b7" providerId="ADAL" clId="{6F3173CF-43E0-447D-91E8-6743822B86BC}" dt="2026-08-23T00:58:20.806" v="1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F3173CF-43E0-447D-91E8-6743822B86BC}" dt="2026-08-23T00:58:20.806" v="1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add mod">
        <pc:chgData name="Teuku Raja Irfan Radarma" userId="cf428174-95ba-4576-8554-3a3b8ffa52b7" providerId="ADAL" clId="{6F3173CF-43E0-447D-91E8-6743822B86BC}" dt="2026-08-23T00:58:37.434" v="6" actId="113"/>
        <pc:sldMkLst>
          <pc:docMk/>
          <pc:sldMk cId="83956211" sldId="542"/>
        </pc:sldMkLst>
        <pc:spChg chg="mod">
          <ac:chgData name="Teuku Raja Irfan Radarma" userId="cf428174-95ba-4576-8554-3a3b8ffa52b7" providerId="ADAL" clId="{6F3173CF-43E0-447D-91E8-6743822B86BC}" dt="2026-08-23T00:58:37.434" v="6" actId="113"/>
          <ac:spMkLst>
            <pc:docMk/>
            <pc:sldMk cId="83956211" sldId="542"/>
            <ac:spMk id="4" creationId="{6C09DF7A-9B78-AB11-FA80-26BA72C3D29B}"/>
          </ac:spMkLst>
        </pc:spChg>
      </pc:sldChg>
    </pc:docChg>
  </pc:docChgLst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12:19:13.779" v="2153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  <pc:sldChg chg="add">
        <pc:chgData name="Teuku Raja Irfan Radarma" userId="cf428174-95ba-4576-8554-3a3b8ffa52b7" providerId="ADAL" clId="{7C3EAD8C-44D0-4789-8FD3-415EC52390DA}" dt="2025-12-14T12:19:13.779" v="2153"/>
        <pc:sldMkLst>
          <pc:docMk/>
          <pc:sldMk cId="3838142424" sldId="507"/>
        </pc:sldMkLst>
      </pc:sldChg>
    </pc:docChg>
  </pc:docChgLst>
  <pc:docChgLst>
    <pc:chgData name="Teuku Raja Irfan Radarma" userId="cf428174-95ba-4576-8554-3a3b8ffa52b7" providerId="ADAL" clId="{9D6983BC-2B41-4A2C-9BDB-BF4B506A1F53}"/>
    <pc:docChg chg="undo custSel addSld delSld modSld sldOrd">
      <pc:chgData name="Teuku Raja Irfan Radarma" userId="cf428174-95ba-4576-8554-3a3b8ffa52b7" providerId="ADAL" clId="{9D6983BC-2B41-4A2C-9BDB-BF4B506A1F53}" dt="2026-01-05T01:36:15.913" v="2674" actId="20577"/>
      <pc:docMkLst>
        <pc:docMk/>
      </pc:docMkLst>
      <pc:sldChg chg="modSp mod">
        <pc:chgData name="Teuku Raja Irfan Radarma" userId="cf428174-95ba-4576-8554-3a3b8ffa52b7" providerId="ADAL" clId="{9D6983BC-2B41-4A2C-9BDB-BF4B506A1F53}" dt="2026-01-01T01:48:51.608" v="28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9D6983BC-2B41-4A2C-9BDB-BF4B506A1F53}" dt="2026-01-01T01:48:51.608" v="28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4:19:18.122" v="1796" actId="18131"/>
        <pc:sldMkLst>
          <pc:docMk/>
          <pc:sldMk cId="911610319" sldId="262"/>
        </pc:sldMkLst>
        <pc:spChg chg="mod">
          <ac:chgData name="Teuku Raja Irfan Radarma" userId="cf428174-95ba-4576-8554-3a3b8ffa52b7" providerId="ADAL" clId="{9D6983BC-2B41-4A2C-9BDB-BF4B506A1F53}" dt="2026-01-01T01:48:41.053" v="24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9D6983BC-2B41-4A2C-9BDB-BF4B506A1F53}" dt="2026-01-01T01:48:43.008" v="25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9D6983BC-2B41-4A2C-9BDB-BF4B506A1F53}" dt="2026-01-01T04:19:06.501" v="1792" actId="931"/>
          <ac:spMkLst>
            <pc:docMk/>
            <pc:sldMk cId="911610319" sldId="262"/>
            <ac:spMk id="6" creationId="{581CED72-7F93-4C4D-9B82-D3A7A2BC1B7C}"/>
          </ac:spMkLst>
        </pc:spChg>
        <pc:picChg chg="add del mod">
          <ac:chgData name="Teuku Raja Irfan Radarma" userId="cf428174-95ba-4576-8554-3a3b8ffa52b7" providerId="ADAL" clId="{9D6983BC-2B41-4A2C-9BDB-BF4B506A1F53}" dt="2026-01-01T04:18:56.146" v="1791" actId="478"/>
          <ac:picMkLst>
            <pc:docMk/>
            <pc:sldMk cId="911610319" sldId="262"/>
            <ac:picMk id="5" creationId="{5D0AF515-BA1E-496B-BCC4-2261F19A1DD5}"/>
          </ac:picMkLst>
        </pc:picChg>
        <pc:picChg chg="del mod">
          <ac:chgData name="Teuku Raja Irfan Radarma" userId="cf428174-95ba-4576-8554-3a3b8ffa52b7" providerId="ADAL" clId="{9D6983BC-2B41-4A2C-9BDB-BF4B506A1F53}" dt="2026-01-01T04:18:51.408" v="1787" actId="478"/>
          <ac:picMkLst>
            <pc:docMk/>
            <pc:sldMk cId="911610319" sldId="262"/>
            <ac:picMk id="8" creationId="{62050987-8CC6-442F-88E1-8386779A2F31}"/>
          </ac:picMkLst>
        </pc:picChg>
        <pc:picChg chg="add mod modCrop">
          <ac:chgData name="Teuku Raja Irfan Radarma" userId="cf428174-95ba-4576-8554-3a3b8ffa52b7" providerId="ADAL" clId="{9D6983BC-2B41-4A2C-9BDB-BF4B506A1F53}" dt="2026-01-01T04:19:18.122" v="1796" actId="18131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9D6983BC-2B41-4A2C-9BDB-BF4B506A1F53}" dt="2026-01-01T01:50:26.458" v="250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9D6983BC-2B41-4A2C-9BDB-BF4B506A1F53}" dt="2026-01-01T01:50:26.458" v="250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1:55:45.271" v="713" actId="20577"/>
        <pc:sldMkLst>
          <pc:docMk/>
          <pc:sldMk cId="1457204914" sldId="264"/>
        </pc:sldMkLst>
        <pc:spChg chg="add del mod">
          <ac:chgData name="Teuku Raja Irfan Radarma" userId="cf428174-95ba-4576-8554-3a3b8ffa52b7" providerId="ADAL" clId="{9D6983BC-2B41-4A2C-9BDB-BF4B506A1F53}" dt="2026-01-01T01:55:45.271" v="713" actId="20577"/>
          <ac:spMkLst>
            <pc:docMk/>
            <pc:sldMk cId="1457204914" sldId="264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9D6983BC-2B41-4A2C-9BDB-BF4B506A1F53}" dt="2026-01-01T01:51:00.839" v="253" actId="478"/>
          <ac:spMkLst>
            <pc:docMk/>
            <pc:sldMk cId="1457204914" sldId="264"/>
            <ac:spMk id="5" creationId="{E1A219FC-DA4B-4793-937A-16E86D77DAE5}"/>
          </ac:spMkLst>
        </pc:spChg>
      </pc:sldChg>
      <pc:sldChg chg="modSp mod">
        <pc:chgData name="Teuku Raja Irfan Radarma" userId="cf428174-95ba-4576-8554-3a3b8ffa52b7" providerId="ADAL" clId="{9D6983BC-2B41-4A2C-9BDB-BF4B506A1F53}" dt="2026-01-01T01:49:14.435" v="102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9D6983BC-2B41-4A2C-9BDB-BF4B506A1F53}" dt="2026-01-01T01:49:14.435" v="102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9D6983BC-2B41-4A2C-9BDB-BF4B506A1F53}" dt="2026-01-01T01:50:41.577" v="251" actId="47"/>
        <pc:sldMkLst>
          <pc:docMk/>
          <pc:sldMk cId="3404562138" sldId="305"/>
        </pc:sldMkLst>
      </pc:sldChg>
      <pc:sldChg chg="delSp modSp mod">
        <pc:chgData name="Teuku Raja Irfan Radarma" userId="cf428174-95ba-4576-8554-3a3b8ffa52b7" providerId="ADAL" clId="{9D6983BC-2B41-4A2C-9BDB-BF4B506A1F53}" dt="2026-01-01T01:51:59.622" v="270" actId="113"/>
        <pc:sldMkLst>
          <pc:docMk/>
          <pc:sldMk cId="212132516" sldId="463"/>
        </pc:sldMkLst>
        <pc:spChg chg="mod">
          <ac:chgData name="Teuku Raja Irfan Radarma" userId="cf428174-95ba-4576-8554-3a3b8ffa52b7" providerId="ADAL" clId="{9D6983BC-2B41-4A2C-9BDB-BF4B506A1F53}" dt="2026-01-01T01:51:59.622" v="270" actId="113"/>
          <ac:spMkLst>
            <pc:docMk/>
            <pc:sldMk cId="212132516" sldId="463"/>
            <ac:spMk id="3" creationId="{FB5BE946-FF5F-4410-A12D-F0EE584B25FB}"/>
          </ac:spMkLst>
        </pc:spChg>
        <pc:spChg chg="del">
          <ac:chgData name="Teuku Raja Irfan Radarma" userId="cf428174-95ba-4576-8554-3a3b8ffa52b7" providerId="ADAL" clId="{9D6983BC-2B41-4A2C-9BDB-BF4B506A1F53}" dt="2026-01-01T01:51:27.915" v="256" actId="478"/>
          <ac:spMkLst>
            <pc:docMk/>
            <pc:sldMk cId="212132516" sldId="463"/>
            <ac:spMk id="7" creationId="{5CA763A6-BCD0-4198-855E-C521C67F6F40}"/>
          </ac:spMkLst>
        </pc:spChg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546366545" sldId="464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204734382" sldId="465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840397248" sldId="466"/>
        </pc:sldMkLst>
      </pc:sldChg>
      <pc:sldChg chg="modSp mod">
        <pc:chgData name="Teuku Raja Irfan Radarma" userId="cf428174-95ba-4576-8554-3a3b8ffa52b7" providerId="ADAL" clId="{9D6983BC-2B41-4A2C-9BDB-BF4B506A1F53}" dt="2026-01-01T01:56:21.118" v="770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9D6983BC-2B41-4A2C-9BDB-BF4B506A1F53}" dt="2026-01-01T01:55:58.653" v="735" actId="20577"/>
          <ac:spMkLst>
            <pc:docMk/>
            <pc:sldMk cId="349334146" sldId="467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1:56:21.118" v="770" actId="20577"/>
          <ac:spMkLst>
            <pc:docMk/>
            <pc:sldMk cId="349334146" sldId="467"/>
            <ac:spMk id="4" creationId="{EE064B16-72CC-4606-A23D-7291843EEFBB}"/>
          </ac:spMkLst>
        </pc:spChg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512773790" sldId="46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19236139" sldId="46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54483339" sldId="47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937451312" sldId="47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90475230" sldId="47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86164718" sldId="47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59864989" sldId="47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43341466" sldId="47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9253152" sldId="47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23553154" sldId="478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87560748" sldId="47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4387607" sldId="48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68129011" sldId="48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2135666" sldId="48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75955466" sldId="48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595917168" sldId="48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92875035" sldId="48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25490190" sldId="48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022335933" sldId="48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267413274" sldId="48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265093686" sldId="48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147498015" sldId="49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5166437" sldId="49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95346072" sldId="49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05435217" sldId="49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447765306" sldId="49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621463854" sldId="49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06752585" sldId="49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12685268" sldId="49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00747831" sldId="49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50209993" sldId="49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614611906" sldId="50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491002283" sldId="50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28737408" sldId="502"/>
        </pc:sldMkLst>
      </pc:sldChg>
      <pc:sldChg chg="modSp mod">
        <pc:chgData name="Teuku Raja Irfan Radarma" userId="cf428174-95ba-4576-8554-3a3b8ffa52b7" providerId="ADAL" clId="{9D6983BC-2B41-4A2C-9BDB-BF4B506A1F53}" dt="2026-01-01T04:50:30.914" v="2064" actId="12"/>
        <pc:sldMkLst>
          <pc:docMk/>
          <pc:sldMk cId="3933856039" sldId="503"/>
        </pc:sldMkLst>
        <pc:spChg chg="mod">
          <ac:chgData name="Teuku Raja Irfan Radarma" userId="cf428174-95ba-4576-8554-3a3b8ffa52b7" providerId="ADAL" clId="{9D6983BC-2B41-4A2C-9BDB-BF4B506A1F53}" dt="2026-01-01T04:50:26.327" v="2053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9D6983BC-2B41-4A2C-9BDB-BF4B506A1F53}" dt="2026-01-01T04:50:30.914" v="2064" actId="12"/>
          <ac:spMkLst>
            <pc:docMk/>
            <pc:sldMk cId="3933856039" sldId="503"/>
            <ac:spMk id="4" creationId="{825C7E4A-597D-4324-BC93-3257388D6094}"/>
          </ac:spMkLst>
        </pc:spChg>
      </pc:sldChg>
      <pc:sldChg chg="del">
        <pc:chgData name="Teuku Raja Irfan Radarma" userId="cf428174-95ba-4576-8554-3a3b8ffa52b7" providerId="ADAL" clId="{9D6983BC-2B41-4A2C-9BDB-BF4B506A1F53}" dt="2026-01-01T04:50:35.866" v="2065" actId="47"/>
        <pc:sldMkLst>
          <pc:docMk/>
          <pc:sldMk cId="118148788" sldId="50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838142424" sldId="507"/>
        </pc:sldMkLst>
      </pc:sldChg>
      <pc:sldChg chg="modSp add mod">
        <pc:chgData name="Teuku Raja Irfan Radarma" userId="cf428174-95ba-4576-8554-3a3b8ffa52b7" providerId="ADAL" clId="{9D6983BC-2B41-4A2C-9BDB-BF4B506A1F53}" dt="2026-01-01T01:55:11.113" v="689" actId="113"/>
        <pc:sldMkLst>
          <pc:docMk/>
          <pc:sldMk cId="2622249724" sldId="508"/>
        </pc:sldMkLst>
        <pc:spChg chg="mod">
          <ac:chgData name="Teuku Raja Irfan Radarma" userId="cf428174-95ba-4576-8554-3a3b8ffa52b7" providerId="ADAL" clId="{9D6983BC-2B41-4A2C-9BDB-BF4B506A1F53}" dt="2026-01-01T01:55:11.113" v="689" actId="113"/>
          <ac:spMkLst>
            <pc:docMk/>
            <pc:sldMk cId="2622249724" sldId="508"/>
            <ac:spMk id="3" creationId="{FB5BE946-FF5F-4410-A12D-F0EE584B25F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32:18.828" v="914" actId="1076"/>
        <pc:sldMkLst>
          <pc:docMk/>
          <pc:sldMk cId="855949748" sldId="509"/>
        </pc:sldMkLst>
        <pc:spChg chg="mod">
          <ac:chgData name="Teuku Raja Irfan Radarma" userId="cf428174-95ba-4576-8554-3a3b8ffa52b7" providerId="ADAL" clId="{9D6983BC-2B41-4A2C-9BDB-BF4B506A1F53}" dt="2026-01-01T02:31:36.718" v="887" actId="14100"/>
          <ac:spMkLst>
            <pc:docMk/>
            <pc:sldMk cId="855949748" sldId="509"/>
            <ac:spMk id="2" creationId="{88443EB8-4892-44AF-9B44-964D1F7B3B29}"/>
          </ac:spMkLst>
        </pc:spChg>
        <pc:spChg chg="mod">
          <ac:chgData name="Teuku Raja Irfan Radarma" userId="cf428174-95ba-4576-8554-3a3b8ffa52b7" providerId="ADAL" clId="{9D6983BC-2B41-4A2C-9BDB-BF4B506A1F53}" dt="2026-01-01T02:31:40.581" v="889" actId="1076"/>
          <ac:spMkLst>
            <pc:docMk/>
            <pc:sldMk cId="855949748" sldId="509"/>
            <ac:spMk id="3" creationId="{900EA912-00A5-406D-9EDF-75CE771BE41D}"/>
          </ac:spMkLst>
        </pc:spChg>
        <pc:spChg chg="add mod">
          <ac:chgData name="Teuku Raja Irfan Radarma" userId="cf428174-95ba-4576-8554-3a3b8ffa52b7" providerId="ADAL" clId="{9D6983BC-2B41-4A2C-9BDB-BF4B506A1F53}" dt="2026-01-01T02:31:50.267" v="895" actId="14100"/>
          <ac:spMkLst>
            <pc:docMk/>
            <pc:sldMk cId="855949748" sldId="509"/>
            <ac:spMk id="8" creationId="{7C077DD7-7249-4568-9D4E-F9032B2FF8FA}"/>
          </ac:spMkLst>
        </pc:spChg>
        <pc:spChg chg="add del">
          <ac:chgData name="Teuku Raja Irfan Radarma" userId="cf428174-95ba-4576-8554-3a3b8ffa52b7" providerId="ADAL" clId="{9D6983BC-2B41-4A2C-9BDB-BF4B506A1F53}" dt="2026-01-01T02:30:29.557" v="859"/>
          <ac:spMkLst>
            <pc:docMk/>
            <pc:sldMk cId="855949748" sldId="509"/>
            <ac:spMk id="9" creationId="{DE5C4D33-2834-4385-A10B-14F66F8F4A5B}"/>
          </ac:spMkLst>
        </pc:spChg>
        <pc:spChg chg="add del">
          <ac:chgData name="Teuku Raja Irfan Radarma" userId="cf428174-95ba-4576-8554-3a3b8ffa52b7" providerId="ADAL" clId="{9D6983BC-2B41-4A2C-9BDB-BF4B506A1F53}" dt="2026-01-01T02:30:35.279" v="861"/>
          <ac:spMkLst>
            <pc:docMk/>
            <pc:sldMk cId="855949748" sldId="509"/>
            <ac:spMk id="10" creationId="{70178013-661D-4794-926B-399015AB1C7C}"/>
          </ac:spMkLst>
        </pc:spChg>
        <pc:spChg chg="add del">
          <ac:chgData name="Teuku Raja Irfan Radarma" userId="cf428174-95ba-4576-8554-3a3b8ffa52b7" providerId="ADAL" clId="{9D6983BC-2B41-4A2C-9BDB-BF4B506A1F53}" dt="2026-01-01T02:30:39.324" v="863"/>
          <ac:spMkLst>
            <pc:docMk/>
            <pc:sldMk cId="855949748" sldId="509"/>
            <ac:spMk id="11" creationId="{3B42AC30-CDF7-4C62-BBA1-12BCCC55CBD9}"/>
          </ac:spMkLst>
        </pc:spChg>
        <pc:spChg chg="add mod">
          <ac:chgData name="Teuku Raja Irfan Radarma" userId="cf428174-95ba-4576-8554-3a3b8ffa52b7" providerId="ADAL" clId="{9D6983BC-2B41-4A2C-9BDB-BF4B506A1F53}" dt="2026-01-01T02:32:18.828" v="914" actId="1076"/>
          <ac:spMkLst>
            <pc:docMk/>
            <pc:sldMk cId="855949748" sldId="509"/>
            <ac:spMk id="12" creationId="{659AC6AE-624E-4D3C-94B3-B05423B6B2A5}"/>
          </ac:spMkLst>
        </pc:spChg>
        <pc:picChg chg="add mod">
          <ac:chgData name="Teuku Raja Irfan Radarma" userId="cf428174-95ba-4576-8554-3a3b8ffa52b7" providerId="ADAL" clId="{9D6983BC-2B41-4A2C-9BDB-BF4B506A1F53}" dt="2026-01-01T02:31:45.358" v="893" actId="1076"/>
          <ac:picMkLst>
            <pc:docMk/>
            <pc:sldMk cId="855949748" sldId="509"/>
            <ac:picMk id="6" creationId="{E5E67A07-B4A2-455D-8C44-95673F0D0F53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2:41:23.387" v="961" actId="2711"/>
        <pc:sldMkLst>
          <pc:docMk/>
          <pc:sldMk cId="2571980247" sldId="510"/>
        </pc:sldMkLst>
        <pc:spChg chg="mod">
          <ac:chgData name="Teuku Raja Irfan Radarma" userId="cf428174-95ba-4576-8554-3a3b8ffa52b7" providerId="ADAL" clId="{9D6983BC-2B41-4A2C-9BDB-BF4B506A1F53}" dt="2026-01-01T02:41:09.158" v="956" actId="14100"/>
          <ac:spMkLst>
            <pc:docMk/>
            <pc:sldMk cId="2571980247" sldId="510"/>
            <ac:spMk id="2" creationId="{32A98C14-FC7B-4B1E-AC0F-C08273A0D328}"/>
          </ac:spMkLst>
        </pc:spChg>
        <pc:spChg chg="del">
          <ac:chgData name="Teuku Raja Irfan Radarma" userId="cf428174-95ba-4576-8554-3a3b8ffa52b7" providerId="ADAL" clId="{9D6983BC-2B41-4A2C-9BDB-BF4B506A1F53}" dt="2026-01-01T02:40:38.002" v="941"/>
          <ac:spMkLst>
            <pc:docMk/>
            <pc:sldMk cId="2571980247" sldId="510"/>
            <ac:spMk id="3" creationId="{2797B037-735A-4640-8E46-C1CAA9A9B16D}"/>
          </ac:spMkLst>
        </pc:spChg>
        <pc:spChg chg="add mod">
          <ac:chgData name="Teuku Raja Irfan Radarma" userId="cf428174-95ba-4576-8554-3a3b8ffa52b7" providerId="ADAL" clId="{9D6983BC-2B41-4A2C-9BDB-BF4B506A1F53}" dt="2026-01-01T02:41:23.387" v="961" actId="2711"/>
          <ac:spMkLst>
            <pc:docMk/>
            <pc:sldMk cId="2571980247" sldId="510"/>
            <ac:spMk id="5" creationId="{44052953-DAEF-4455-BCA5-3CA7F9704E5D}"/>
          </ac:spMkLst>
        </pc:spChg>
      </pc:sldChg>
      <pc:sldChg chg="delSp modSp add del mod">
        <pc:chgData name="Teuku Raja Irfan Radarma" userId="cf428174-95ba-4576-8554-3a3b8ffa52b7" providerId="ADAL" clId="{9D6983BC-2B41-4A2C-9BDB-BF4B506A1F53}" dt="2026-01-01T02:35:47.828" v="921" actId="47"/>
        <pc:sldMkLst>
          <pc:docMk/>
          <pc:sldMk cId="1212142191" sldId="511"/>
        </pc:sldMkLst>
        <pc:spChg chg="mod">
          <ac:chgData name="Teuku Raja Irfan Radarma" userId="cf428174-95ba-4576-8554-3a3b8ffa52b7" providerId="ADAL" clId="{9D6983BC-2B41-4A2C-9BDB-BF4B506A1F53}" dt="2026-01-01T02:35:45.743" v="920" actId="1076"/>
          <ac:spMkLst>
            <pc:docMk/>
            <pc:sldMk cId="1212142191" sldId="511"/>
            <ac:spMk id="8" creationId="{7C077DD7-7249-4568-9D4E-F9032B2FF8FA}"/>
          </ac:spMkLst>
        </pc:spChg>
        <pc:picChg chg="del">
          <ac:chgData name="Teuku Raja Irfan Radarma" userId="cf428174-95ba-4576-8554-3a3b8ffa52b7" providerId="ADAL" clId="{9D6983BC-2B41-4A2C-9BDB-BF4B506A1F53}" dt="2026-01-01T02:35:41.738" v="918" actId="478"/>
          <ac:picMkLst>
            <pc:docMk/>
            <pc:sldMk cId="1212142191" sldId="511"/>
            <ac:picMk id="6" creationId="{E5E67A07-B4A2-455D-8C44-95673F0D0F53}"/>
          </ac:picMkLst>
        </pc:picChg>
      </pc:sldChg>
      <pc:sldChg chg="addSp delSp modSp new mod ord">
        <pc:chgData name="Teuku Raja Irfan Radarma" userId="cf428174-95ba-4576-8554-3a3b8ffa52b7" providerId="ADAL" clId="{9D6983BC-2B41-4A2C-9BDB-BF4B506A1F53}" dt="2026-01-01T02:43:18.671" v="988"/>
        <pc:sldMkLst>
          <pc:docMk/>
          <pc:sldMk cId="4123732572" sldId="511"/>
        </pc:sldMkLst>
        <pc:spChg chg="mod">
          <ac:chgData name="Teuku Raja Irfan Radarma" userId="cf428174-95ba-4576-8554-3a3b8ffa52b7" providerId="ADAL" clId="{9D6983BC-2B41-4A2C-9BDB-BF4B506A1F53}" dt="2026-01-01T02:42:37.212" v="976" actId="14100"/>
          <ac:spMkLst>
            <pc:docMk/>
            <pc:sldMk cId="4123732572" sldId="511"/>
            <ac:spMk id="2" creationId="{C3B4FDB2-D8ED-4930-8297-BDAE5A72FADB}"/>
          </ac:spMkLst>
        </pc:spChg>
        <pc:spChg chg="mod">
          <ac:chgData name="Teuku Raja Irfan Radarma" userId="cf428174-95ba-4576-8554-3a3b8ffa52b7" providerId="ADAL" clId="{9D6983BC-2B41-4A2C-9BDB-BF4B506A1F53}" dt="2026-01-01T02:42:55.908" v="986" actId="27636"/>
          <ac:spMkLst>
            <pc:docMk/>
            <pc:sldMk cId="4123732572" sldId="511"/>
            <ac:spMk id="3" creationId="{FF9961A2-D8D3-4384-88A9-332CD72FBA30}"/>
          </ac:spMkLst>
        </pc:spChg>
        <pc:spChg chg="add del">
          <ac:chgData name="Teuku Raja Irfan Radarma" userId="cf428174-95ba-4576-8554-3a3b8ffa52b7" providerId="ADAL" clId="{9D6983BC-2B41-4A2C-9BDB-BF4B506A1F53}" dt="2026-01-01T02:42:21.628" v="967"/>
          <ac:spMkLst>
            <pc:docMk/>
            <pc:sldMk cId="4123732572" sldId="511"/>
            <ac:spMk id="5" creationId="{F8A3663B-C457-416D-B1B0-F873A1A2F262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45:42.946" v="1042" actId="20577"/>
        <pc:sldMkLst>
          <pc:docMk/>
          <pc:sldMk cId="3257704597" sldId="512"/>
        </pc:sldMkLst>
        <pc:spChg chg="mod">
          <ac:chgData name="Teuku Raja Irfan Radarma" userId="cf428174-95ba-4576-8554-3a3b8ffa52b7" providerId="ADAL" clId="{9D6983BC-2B41-4A2C-9BDB-BF4B506A1F53}" dt="2026-01-01T02:45:42.946" v="1042" actId="20577"/>
          <ac:spMkLst>
            <pc:docMk/>
            <pc:sldMk cId="3257704597" sldId="512"/>
            <ac:spMk id="2" creationId="{CBAD7388-10BC-41E4-A032-8D6DBE76EB77}"/>
          </ac:spMkLst>
        </pc:spChg>
        <pc:spChg chg="del">
          <ac:chgData name="Teuku Raja Irfan Radarma" userId="cf428174-95ba-4576-8554-3a3b8ffa52b7" providerId="ADAL" clId="{9D6983BC-2B41-4A2C-9BDB-BF4B506A1F53}" dt="2026-01-01T02:44:13.688" v="1007"/>
          <ac:spMkLst>
            <pc:docMk/>
            <pc:sldMk cId="3257704597" sldId="512"/>
            <ac:spMk id="3" creationId="{1C31E962-1F58-49A7-8B28-E64CB9189F63}"/>
          </ac:spMkLst>
        </pc:spChg>
        <pc:spChg chg="add mod">
          <ac:chgData name="Teuku Raja Irfan Radarma" userId="cf428174-95ba-4576-8554-3a3b8ffa52b7" providerId="ADAL" clId="{9D6983BC-2B41-4A2C-9BDB-BF4B506A1F53}" dt="2026-01-01T02:45:10.524" v="1030" actId="1076"/>
          <ac:spMkLst>
            <pc:docMk/>
            <pc:sldMk cId="3257704597" sldId="512"/>
            <ac:spMk id="5" creationId="{6B3A5359-A09E-4A25-AE75-A4C8B34A96D9}"/>
          </ac:spMkLst>
        </pc:spChg>
      </pc:sldChg>
      <pc:sldChg chg="addSp delSp modSp add mod">
        <pc:chgData name="Teuku Raja Irfan Radarma" userId="cf428174-95ba-4576-8554-3a3b8ffa52b7" providerId="ADAL" clId="{9D6983BC-2B41-4A2C-9BDB-BF4B506A1F53}" dt="2026-01-01T02:46:36.925" v="1062" actId="2710"/>
        <pc:sldMkLst>
          <pc:docMk/>
          <pc:sldMk cId="228243149" sldId="513"/>
        </pc:sldMkLst>
        <pc:spChg chg="mod">
          <ac:chgData name="Teuku Raja Irfan Radarma" userId="cf428174-95ba-4576-8554-3a3b8ffa52b7" providerId="ADAL" clId="{9D6983BC-2B41-4A2C-9BDB-BF4B506A1F53}" dt="2026-01-01T02:46:03.469" v="1053" actId="20577"/>
          <ac:spMkLst>
            <pc:docMk/>
            <pc:sldMk cId="228243149" sldId="513"/>
            <ac:spMk id="2" creationId="{CBAD7388-10BC-41E4-A032-8D6DBE76EB77}"/>
          </ac:spMkLst>
        </pc:spChg>
        <pc:spChg chg="add del">
          <ac:chgData name="Teuku Raja Irfan Radarma" userId="cf428174-95ba-4576-8554-3a3b8ffa52b7" providerId="ADAL" clId="{9D6983BC-2B41-4A2C-9BDB-BF4B506A1F53}" dt="2026-01-01T02:46:11.916" v="1055"/>
          <ac:spMkLst>
            <pc:docMk/>
            <pc:sldMk cId="228243149" sldId="513"/>
            <ac:spMk id="3" creationId="{597339FE-BD69-4784-9472-E0DB39E9F6F9}"/>
          </ac:spMkLst>
        </pc:spChg>
        <pc:spChg chg="mod">
          <ac:chgData name="Teuku Raja Irfan Radarma" userId="cf428174-95ba-4576-8554-3a3b8ffa52b7" providerId="ADAL" clId="{9D6983BC-2B41-4A2C-9BDB-BF4B506A1F53}" dt="2026-01-01T02:46:36.925" v="1062" actId="2710"/>
          <ac:spMkLst>
            <pc:docMk/>
            <pc:sldMk cId="228243149" sldId="513"/>
            <ac:spMk id="5" creationId="{6B3A5359-A09E-4A25-AE75-A4C8B34A96D9}"/>
          </ac:spMkLst>
        </pc:spChg>
        <pc:spChg chg="add del">
          <ac:chgData name="Teuku Raja Irfan Radarma" userId="cf428174-95ba-4576-8554-3a3b8ffa52b7" providerId="ADAL" clId="{9D6983BC-2B41-4A2C-9BDB-BF4B506A1F53}" dt="2026-01-01T02:46:17.582" v="1057"/>
          <ac:spMkLst>
            <pc:docMk/>
            <pc:sldMk cId="228243149" sldId="513"/>
            <ac:spMk id="6" creationId="{52340B73-580A-4C7B-88BB-C5CC98B2F05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55:01.453" v="1131" actId="1076"/>
        <pc:sldMkLst>
          <pc:docMk/>
          <pc:sldMk cId="1329398207" sldId="514"/>
        </pc:sldMkLst>
        <pc:spChg chg="mod">
          <ac:chgData name="Teuku Raja Irfan Radarma" userId="cf428174-95ba-4576-8554-3a3b8ffa52b7" providerId="ADAL" clId="{9D6983BC-2B41-4A2C-9BDB-BF4B506A1F53}" dt="2026-01-01T02:52:34.987" v="1064"/>
          <ac:spMkLst>
            <pc:docMk/>
            <pc:sldMk cId="1329398207" sldId="514"/>
            <ac:spMk id="2" creationId="{C6D3FA79-67D5-4E97-8CB1-83780DFD1CA0}"/>
          </ac:spMkLst>
        </pc:spChg>
        <pc:spChg chg="del">
          <ac:chgData name="Teuku Raja Irfan Radarma" userId="cf428174-95ba-4576-8554-3a3b8ffa52b7" providerId="ADAL" clId="{9D6983BC-2B41-4A2C-9BDB-BF4B506A1F53}" dt="2026-01-01T02:53:09.422" v="1065"/>
          <ac:spMkLst>
            <pc:docMk/>
            <pc:sldMk cId="1329398207" sldId="514"/>
            <ac:spMk id="3" creationId="{33C0CED1-580E-4511-9E2B-2FC71AD2FAF1}"/>
          </ac:spMkLst>
        </pc:spChg>
        <pc:spChg chg="add mod">
          <ac:chgData name="Teuku Raja Irfan Radarma" userId="cf428174-95ba-4576-8554-3a3b8ffa52b7" providerId="ADAL" clId="{9D6983BC-2B41-4A2C-9BDB-BF4B506A1F53}" dt="2026-01-01T02:55:01.453" v="1131" actId="1076"/>
          <ac:spMkLst>
            <pc:docMk/>
            <pc:sldMk cId="1329398207" sldId="514"/>
            <ac:spMk id="5" creationId="{5203CBD5-1029-40A3-8727-14723341B1AA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2:56:45.239" v="1176" actId="27636"/>
        <pc:sldMkLst>
          <pc:docMk/>
          <pc:sldMk cId="438973189" sldId="515"/>
        </pc:sldMkLst>
        <pc:spChg chg="mod">
          <ac:chgData name="Teuku Raja Irfan Radarma" userId="cf428174-95ba-4576-8554-3a3b8ffa52b7" providerId="ADAL" clId="{9D6983BC-2B41-4A2C-9BDB-BF4B506A1F53}" dt="2026-01-01T02:56:30.206" v="1171" actId="14100"/>
          <ac:spMkLst>
            <pc:docMk/>
            <pc:sldMk cId="438973189" sldId="515"/>
            <ac:spMk id="2" creationId="{0950FD7A-9174-4688-9E56-D3CCB56106C7}"/>
          </ac:spMkLst>
        </pc:spChg>
        <pc:spChg chg="mod">
          <ac:chgData name="Teuku Raja Irfan Radarma" userId="cf428174-95ba-4576-8554-3a3b8ffa52b7" providerId="ADAL" clId="{9D6983BC-2B41-4A2C-9BDB-BF4B506A1F53}" dt="2026-01-01T02:56:45.239" v="1176" actId="27636"/>
          <ac:spMkLst>
            <pc:docMk/>
            <pc:sldMk cId="438973189" sldId="515"/>
            <ac:spMk id="3" creationId="{A91C2320-0F23-4391-8A21-82240D00C921}"/>
          </ac:spMkLst>
        </pc:spChg>
      </pc:sldChg>
      <pc:sldChg chg="add del">
        <pc:chgData name="Teuku Raja Irfan Radarma" userId="cf428174-95ba-4576-8554-3a3b8ffa52b7" providerId="ADAL" clId="{9D6983BC-2B41-4A2C-9BDB-BF4B506A1F53}" dt="2026-01-01T03:07:58.123" v="1178"/>
        <pc:sldMkLst>
          <pc:docMk/>
          <pc:sldMk cId="2851638666" sldId="516"/>
        </pc:sldMkLst>
      </pc:sldChg>
      <pc:sldChg chg="modSp add mod">
        <pc:chgData name="Teuku Raja Irfan Radarma" userId="cf428174-95ba-4576-8554-3a3b8ffa52b7" providerId="ADAL" clId="{9D6983BC-2B41-4A2C-9BDB-BF4B506A1F53}" dt="2026-01-01T03:08:31.108" v="1186" actId="113"/>
        <pc:sldMkLst>
          <pc:docMk/>
          <pc:sldMk cId="2942938510" sldId="516"/>
        </pc:sldMkLst>
        <pc:spChg chg="mod">
          <ac:chgData name="Teuku Raja Irfan Radarma" userId="cf428174-95ba-4576-8554-3a3b8ffa52b7" providerId="ADAL" clId="{9D6983BC-2B41-4A2C-9BDB-BF4B506A1F53}" dt="2026-01-01T03:08:07.150" v="1180"/>
          <ac:spMkLst>
            <pc:docMk/>
            <pc:sldMk cId="2942938510" sldId="516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3:08:31.108" v="1186" actId="113"/>
          <ac:spMkLst>
            <pc:docMk/>
            <pc:sldMk cId="2942938510" sldId="516"/>
            <ac:spMk id="4" creationId="{EE064B16-72CC-4606-A23D-7291843EEFBB}"/>
          </ac:spMkLst>
        </pc:spChg>
      </pc:sldChg>
      <pc:sldChg chg="addSp modSp new mod">
        <pc:chgData name="Teuku Raja Irfan Radarma" userId="cf428174-95ba-4576-8554-3a3b8ffa52b7" providerId="ADAL" clId="{9D6983BC-2B41-4A2C-9BDB-BF4B506A1F53}" dt="2026-01-01T03:51:47.571" v="1315" actId="20577"/>
        <pc:sldMkLst>
          <pc:docMk/>
          <pc:sldMk cId="2686900877" sldId="517"/>
        </pc:sldMkLst>
        <pc:spChg chg="mod">
          <ac:chgData name="Teuku Raja Irfan Radarma" userId="cf428174-95ba-4576-8554-3a3b8ffa52b7" providerId="ADAL" clId="{9D6983BC-2B41-4A2C-9BDB-BF4B506A1F53}" dt="2026-01-01T03:49:04.257" v="1192" actId="14100"/>
          <ac:spMkLst>
            <pc:docMk/>
            <pc:sldMk cId="2686900877" sldId="517"/>
            <ac:spMk id="2" creationId="{91041F7A-83F2-4AE6-AE78-A6ECA76D3723}"/>
          </ac:spMkLst>
        </pc:spChg>
        <pc:spChg chg="mod">
          <ac:chgData name="Teuku Raja Irfan Radarma" userId="cf428174-95ba-4576-8554-3a3b8ffa52b7" providerId="ADAL" clId="{9D6983BC-2B41-4A2C-9BDB-BF4B506A1F53}" dt="2026-01-01T03:49:17.896" v="1196" actId="14100"/>
          <ac:spMkLst>
            <pc:docMk/>
            <pc:sldMk cId="2686900877" sldId="517"/>
            <ac:spMk id="3" creationId="{8614951C-89EF-4255-A049-2D404044157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1:47.571" v="1315" actId="20577"/>
          <ac:graphicFrameMkLst>
            <pc:docMk/>
            <pc:sldMk cId="2686900877" sldId="517"/>
            <ac:graphicFrameMk id="5" creationId="{21539299-D5D5-415D-A5F3-59C0728523AD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3:56:24.217" v="1482" actId="1076"/>
        <pc:sldMkLst>
          <pc:docMk/>
          <pc:sldMk cId="1935258800" sldId="518"/>
        </pc:sldMkLst>
        <pc:spChg chg="mod">
          <ac:chgData name="Teuku Raja Irfan Radarma" userId="cf428174-95ba-4576-8554-3a3b8ffa52b7" providerId="ADAL" clId="{9D6983BC-2B41-4A2C-9BDB-BF4B506A1F53}" dt="2026-01-01T03:56:22.382" v="1481" actId="14100"/>
          <ac:spMkLst>
            <pc:docMk/>
            <pc:sldMk cId="1935258800" sldId="518"/>
            <ac:spMk id="2" creationId="{02B0420E-64FD-4DDC-A051-D878CC46475C}"/>
          </ac:spMkLst>
        </pc:spChg>
        <pc:spChg chg="del">
          <ac:chgData name="Teuku Raja Irfan Radarma" userId="cf428174-95ba-4576-8554-3a3b8ffa52b7" providerId="ADAL" clId="{9D6983BC-2B41-4A2C-9BDB-BF4B506A1F53}" dt="2026-01-01T03:52:40.089" v="1318" actId="478"/>
          <ac:spMkLst>
            <pc:docMk/>
            <pc:sldMk cId="1935258800" sldId="518"/>
            <ac:spMk id="3" creationId="{09A65EDB-F205-4A5D-B29E-D3CA33DA376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6:24.217" v="1482" actId="1076"/>
          <ac:graphicFrameMkLst>
            <pc:docMk/>
            <pc:sldMk cId="1935258800" sldId="518"/>
            <ac:graphicFrameMk id="5" creationId="{2C3BACD3-5B41-4430-A85A-2910503BCC34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04:00.657" v="1607" actId="20577"/>
        <pc:sldMkLst>
          <pc:docMk/>
          <pc:sldMk cId="1023774770" sldId="519"/>
        </pc:sldMkLst>
        <pc:spChg chg="mod">
          <ac:chgData name="Teuku Raja Irfan Radarma" userId="cf428174-95ba-4576-8554-3a3b8ffa52b7" providerId="ADAL" clId="{9D6983BC-2B41-4A2C-9BDB-BF4B506A1F53}" dt="2026-01-01T03:56:45.624" v="1484"/>
          <ac:spMkLst>
            <pc:docMk/>
            <pc:sldMk cId="1023774770" sldId="519"/>
            <ac:spMk id="2" creationId="{B53364A0-F558-4131-B50F-F5F5EE0E2BA2}"/>
          </ac:spMkLst>
        </pc:spChg>
        <pc:spChg chg="del">
          <ac:chgData name="Teuku Raja Irfan Radarma" userId="cf428174-95ba-4576-8554-3a3b8ffa52b7" providerId="ADAL" clId="{9D6983BC-2B41-4A2C-9BDB-BF4B506A1F53}" dt="2026-01-01T03:56:55.868" v="1485"/>
          <ac:spMkLst>
            <pc:docMk/>
            <pc:sldMk cId="1023774770" sldId="519"/>
            <ac:spMk id="3" creationId="{9C41893C-1BED-4B79-BBC4-1A12F13F7CD1}"/>
          </ac:spMkLst>
        </pc:spChg>
        <pc:spChg chg="add mod">
          <ac:chgData name="Teuku Raja Irfan Radarma" userId="cf428174-95ba-4576-8554-3a3b8ffa52b7" providerId="ADAL" clId="{9D6983BC-2B41-4A2C-9BDB-BF4B506A1F53}" dt="2026-01-01T04:04:00.657" v="1607" actId="20577"/>
          <ac:spMkLst>
            <pc:docMk/>
            <pc:sldMk cId="1023774770" sldId="519"/>
            <ac:spMk id="5" creationId="{8D090CC9-EA6B-4A10-9ADB-C0C6B9A9C99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3.816" v="1603" actId="2711"/>
        <pc:sldMkLst>
          <pc:docMk/>
          <pc:sldMk cId="1045896006" sldId="520"/>
        </pc:sldMkLst>
        <pc:spChg chg="mod">
          <ac:chgData name="Teuku Raja Irfan Radarma" userId="cf428174-95ba-4576-8554-3a3b8ffa52b7" providerId="ADAL" clId="{9D6983BC-2B41-4A2C-9BDB-BF4B506A1F53}" dt="2026-01-01T03:58:00.249" v="1509"/>
          <ac:spMkLst>
            <pc:docMk/>
            <pc:sldMk cId="1045896006" sldId="520"/>
            <ac:spMk id="2" creationId="{83603632-9784-48C6-87B6-C6799C2119A2}"/>
          </ac:spMkLst>
        </pc:spChg>
        <pc:spChg chg="del">
          <ac:chgData name="Teuku Raja Irfan Radarma" userId="cf428174-95ba-4576-8554-3a3b8ffa52b7" providerId="ADAL" clId="{9D6983BC-2B41-4A2C-9BDB-BF4B506A1F53}" dt="2026-01-01T03:58:08.518" v="1510"/>
          <ac:spMkLst>
            <pc:docMk/>
            <pc:sldMk cId="1045896006" sldId="520"/>
            <ac:spMk id="3" creationId="{0BD4B8F0-237E-45EF-B200-4165ED1C3B47}"/>
          </ac:spMkLst>
        </pc:spChg>
        <pc:spChg chg="add mod">
          <ac:chgData name="Teuku Raja Irfan Radarma" userId="cf428174-95ba-4576-8554-3a3b8ffa52b7" providerId="ADAL" clId="{9D6983BC-2B41-4A2C-9BDB-BF4B506A1F53}" dt="2026-01-01T04:03:53.816" v="1603" actId="2711"/>
          <ac:spMkLst>
            <pc:docMk/>
            <pc:sldMk cId="1045896006" sldId="520"/>
            <ac:spMk id="5" creationId="{C427B1FA-3B19-43C5-8644-43AB23EC532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0.146" v="1602" actId="2711"/>
        <pc:sldMkLst>
          <pc:docMk/>
          <pc:sldMk cId="146161136" sldId="521"/>
        </pc:sldMkLst>
        <pc:spChg chg="mod">
          <ac:chgData name="Teuku Raja Irfan Radarma" userId="cf428174-95ba-4576-8554-3a3b8ffa52b7" providerId="ADAL" clId="{9D6983BC-2B41-4A2C-9BDB-BF4B506A1F53}" dt="2026-01-01T03:59:48.594" v="1542"/>
          <ac:spMkLst>
            <pc:docMk/>
            <pc:sldMk cId="146161136" sldId="521"/>
            <ac:spMk id="2" creationId="{0BA4FA29-D971-418F-9C80-2E7915ABE62E}"/>
          </ac:spMkLst>
        </pc:spChg>
        <pc:spChg chg="del">
          <ac:chgData name="Teuku Raja Irfan Radarma" userId="cf428174-95ba-4576-8554-3a3b8ffa52b7" providerId="ADAL" clId="{9D6983BC-2B41-4A2C-9BDB-BF4B506A1F53}" dt="2026-01-01T03:59:57.339" v="1543"/>
          <ac:spMkLst>
            <pc:docMk/>
            <pc:sldMk cId="146161136" sldId="521"/>
            <ac:spMk id="3" creationId="{7DA1F546-C32A-482D-87C7-FB556E8C6335}"/>
          </ac:spMkLst>
        </pc:spChg>
        <pc:spChg chg="add mod">
          <ac:chgData name="Teuku Raja Irfan Radarma" userId="cf428174-95ba-4576-8554-3a3b8ffa52b7" providerId="ADAL" clId="{9D6983BC-2B41-4A2C-9BDB-BF4B506A1F53}" dt="2026-01-01T04:03:50.146" v="1602" actId="2711"/>
          <ac:spMkLst>
            <pc:docMk/>
            <pc:sldMk cId="146161136" sldId="521"/>
            <ac:spMk id="5" creationId="{E1D368B0-CAD5-4158-8FA4-754E0FAF332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46.731" v="1601" actId="2711"/>
        <pc:sldMkLst>
          <pc:docMk/>
          <pc:sldMk cId="4258412239" sldId="522"/>
        </pc:sldMkLst>
        <pc:spChg chg="mod">
          <ac:chgData name="Teuku Raja Irfan Radarma" userId="cf428174-95ba-4576-8554-3a3b8ffa52b7" providerId="ADAL" clId="{9D6983BC-2B41-4A2C-9BDB-BF4B506A1F53}" dt="2026-01-01T04:00:42.203" v="1561"/>
          <ac:spMkLst>
            <pc:docMk/>
            <pc:sldMk cId="4258412239" sldId="522"/>
            <ac:spMk id="2" creationId="{443052AC-8E2F-4D3A-BA08-9B7A787A1B14}"/>
          </ac:spMkLst>
        </pc:spChg>
        <pc:spChg chg="del">
          <ac:chgData name="Teuku Raja Irfan Radarma" userId="cf428174-95ba-4576-8554-3a3b8ffa52b7" providerId="ADAL" clId="{9D6983BC-2B41-4A2C-9BDB-BF4B506A1F53}" dt="2026-01-01T04:00:47.906" v="1562"/>
          <ac:spMkLst>
            <pc:docMk/>
            <pc:sldMk cId="4258412239" sldId="522"/>
            <ac:spMk id="3" creationId="{27662B15-AC35-4E31-8FE6-B37DCD49AAB2}"/>
          </ac:spMkLst>
        </pc:spChg>
        <pc:spChg chg="add mod">
          <ac:chgData name="Teuku Raja Irfan Radarma" userId="cf428174-95ba-4576-8554-3a3b8ffa52b7" providerId="ADAL" clId="{9D6983BC-2B41-4A2C-9BDB-BF4B506A1F53}" dt="2026-01-01T04:03:46.731" v="1601" actId="2711"/>
          <ac:spMkLst>
            <pc:docMk/>
            <pc:sldMk cId="4258412239" sldId="522"/>
            <ac:spMk id="5" creationId="{CF2868BE-B073-4D3E-BB0D-1D6AEF546C75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03:06.271" v="1591" actId="20577"/>
        <pc:sldMkLst>
          <pc:docMk/>
          <pc:sldMk cId="2122227981" sldId="523"/>
        </pc:sldMkLst>
        <pc:spChg chg="mod">
          <ac:chgData name="Teuku Raja Irfan Radarma" userId="cf428174-95ba-4576-8554-3a3b8ffa52b7" providerId="ADAL" clId="{9D6983BC-2B41-4A2C-9BDB-BF4B506A1F53}" dt="2026-01-01T04:02:48.310" v="1585"/>
          <ac:spMkLst>
            <pc:docMk/>
            <pc:sldMk cId="2122227981" sldId="523"/>
            <ac:spMk id="2" creationId="{88B67178-5555-495B-8378-A53C8D1968E9}"/>
          </ac:spMkLst>
        </pc:spChg>
        <pc:spChg chg="mod">
          <ac:chgData name="Teuku Raja Irfan Radarma" userId="cf428174-95ba-4576-8554-3a3b8ffa52b7" providerId="ADAL" clId="{9D6983BC-2B41-4A2C-9BDB-BF4B506A1F53}" dt="2026-01-01T04:03:06.271" v="1591" actId="20577"/>
          <ac:spMkLst>
            <pc:docMk/>
            <pc:sldMk cId="2122227981" sldId="523"/>
            <ac:spMk id="3" creationId="{3DAE491B-61F7-42A9-8E6E-574EE63949AA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6:05.675" v="1625" actId="14100"/>
        <pc:sldMkLst>
          <pc:docMk/>
          <pc:sldMk cId="3059073382" sldId="524"/>
        </pc:sldMkLst>
        <pc:spChg chg="mod">
          <ac:chgData name="Teuku Raja Irfan Radarma" userId="cf428174-95ba-4576-8554-3a3b8ffa52b7" providerId="ADAL" clId="{9D6983BC-2B41-4A2C-9BDB-BF4B506A1F53}" dt="2026-01-01T04:06:05.675" v="1625" actId="14100"/>
          <ac:spMkLst>
            <pc:docMk/>
            <pc:sldMk cId="3059073382" sldId="524"/>
            <ac:spMk id="2" creationId="{5D54487D-FA63-4AF2-8491-76DA5D8CB152}"/>
          </ac:spMkLst>
        </pc:spChg>
        <pc:spChg chg="del">
          <ac:chgData name="Teuku Raja Irfan Radarma" userId="cf428174-95ba-4576-8554-3a3b8ffa52b7" providerId="ADAL" clId="{9D6983BC-2B41-4A2C-9BDB-BF4B506A1F53}" dt="2026-01-01T04:03:33.391" v="1594"/>
          <ac:spMkLst>
            <pc:docMk/>
            <pc:sldMk cId="3059073382" sldId="524"/>
            <ac:spMk id="3" creationId="{DC1027AB-DB6E-4578-B127-655A71692193}"/>
          </ac:spMkLst>
        </pc:spChg>
        <pc:spChg chg="add mod">
          <ac:chgData name="Teuku Raja Irfan Radarma" userId="cf428174-95ba-4576-8554-3a3b8ffa52b7" providerId="ADAL" clId="{9D6983BC-2B41-4A2C-9BDB-BF4B506A1F53}" dt="2026-01-01T04:05:17.911" v="1624" actId="113"/>
          <ac:spMkLst>
            <pc:docMk/>
            <pc:sldMk cId="3059073382" sldId="524"/>
            <ac:spMk id="5" creationId="{B9130798-0DBC-4F86-BA23-B436D135A989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9:36.502" v="1677" actId="114"/>
        <pc:sldMkLst>
          <pc:docMk/>
          <pc:sldMk cId="1628511281" sldId="525"/>
        </pc:sldMkLst>
        <pc:spChg chg="mod">
          <ac:chgData name="Teuku Raja Irfan Radarma" userId="cf428174-95ba-4576-8554-3a3b8ffa52b7" providerId="ADAL" clId="{9D6983BC-2B41-4A2C-9BDB-BF4B506A1F53}" dt="2026-01-01T04:06:18.415" v="1627"/>
          <ac:spMkLst>
            <pc:docMk/>
            <pc:sldMk cId="1628511281" sldId="525"/>
            <ac:spMk id="2" creationId="{B6D136A5-B2D7-4692-9B41-B4D40CA760E1}"/>
          </ac:spMkLst>
        </pc:spChg>
        <pc:spChg chg="del">
          <ac:chgData name="Teuku Raja Irfan Radarma" userId="cf428174-95ba-4576-8554-3a3b8ffa52b7" providerId="ADAL" clId="{9D6983BC-2B41-4A2C-9BDB-BF4B506A1F53}" dt="2026-01-01T04:06:25.574" v="1628"/>
          <ac:spMkLst>
            <pc:docMk/>
            <pc:sldMk cId="1628511281" sldId="525"/>
            <ac:spMk id="3" creationId="{F5BA7F4A-EC76-4773-A7CD-C84ED6489353}"/>
          </ac:spMkLst>
        </pc:spChg>
        <pc:spChg chg="add del mod">
          <ac:chgData name="Teuku Raja Irfan Radarma" userId="cf428174-95ba-4576-8554-3a3b8ffa52b7" providerId="ADAL" clId="{9D6983BC-2B41-4A2C-9BDB-BF4B506A1F53}" dt="2026-01-01T04:08:00.183" v="1659" actId="478"/>
          <ac:spMkLst>
            <pc:docMk/>
            <pc:sldMk cId="1628511281" sldId="525"/>
            <ac:spMk id="5" creationId="{94034C62-1B56-4445-AE87-E1E1F224D7CA}"/>
          </ac:spMkLst>
        </pc:spChg>
        <pc:spChg chg="add del mod">
          <ac:chgData name="Teuku Raja Irfan Radarma" userId="cf428174-95ba-4576-8554-3a3b8ffa52b7" providerId="ADAL" clId="{9D6983BC-2B41-4A2C-9BDB-BF4B506A1F53}" dt="2026-01-01T04:08:02.479" v="1660" actId="478"/>
          <ac:spMkLst>
            <pc:docMk/>
            <pc:sldMk cId="1628511281" sldId="525"/>
            <ac:spMk id="7" creationId="{399922FE-C04F-4A20-AD9C-51E5BDFFC668}"/>
          </ac:spMkLst>
        </pc:spChg>
        <pc:spChg chg="add mod">
          <ac:chgData name="Teuku Raja Irfan Radarma" userId="cf428174-95ba-4576-8554-3a3b8ffa52b7" providerId="ADAL" clId="{9D6983BC-2B41-4A2C-9BDB-BF4B506A1F53}" dt="2026-01-01T04:09:36.502" v="1677" actId="114"/>
          <ac:spMkLst>
            <pc:docMk/>
            <pc:sldMk cId="1628511281" sldId="525"/>
            <ac:spMk id="9" creationId="{B1E928E2-3164-413E-9C1E-71285C672EB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08:40.024" v="1672" actId="1076"/>
          <ac:graphicFrameMkLst>
            <pc:docMk/>
            <pc:sldMk cId="1628511281" sldId="525"/>
            <ac:graphicFrameMk id="6" creationId="{FC8463CF-8605-4A8B-B7D9-DBE2D11C1E95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3:26.181" v="1720" actId="1076"/>
        <pc:sldMkLst>
          <pc:docMk/>
          <pc:sldMk cId="846841689" sldId="526"/>
        </pc:sldMkLst>
        <pc:spChg chg="mod">
          <ac:chgData name="Teuku Raja Irfan Radarma" userId="cf428174-95ba-4576-8554-3a3b8ffa52b7" providerId="ADAL" clId="{9D6983BC-2B41-4A2C-9BDB-BF4B506A1F53}" dt="2026-01-01T04:13:19.886" v="1718" actId="1076"/>
          <ac:spMkLst>
            <pc:docMk/>
            <pc:sldMk cId="846841689" sldId="526"/>
            <ac:spMk id="2" creationId="{59920C8E-5FF0-4840-8654-AEFEF9A54044}"/>
          </ac:spMkLst>
        </pc:spChg>
        <pc:spChg chg="del mod">
          <ac:chgData name="Teuku Raja Irfan Radarma" userId="cf428174-95ba-4576-8554-3a3b8ffa52b7" providerId="ADAL" clId="{9D6983BC-2B41-4A2C-9BDB-BF4B506A1F53}" dt="2026-01-01T04:10:05.904" v="1681" actId="478"/>
          <ac:spMkLst>
            <pc:docMk/>
            <pc:sldMk cId="846841689" sldId="526"/>
            <ac:spMk id="3" creationId="{E3D2757E-067A-4BEC-9DE5-B2BB3860D119}"/>
          </ac:spMkLst>
        </pc:spChg>
        <pc:spChg chg="add del mod">
          <ac:chgData name="Teuku Raja Irfan Radarma" userId="cf428174-95ba-4576-8554-3a3b8ffa52b7" providerId="ADAL" clId="{9D6983BC-2B41-4A2C-9BDB-BF4B506A1F53}" dt="2026-01-01T04:10:07.731" v="1682" actId="478"/>
          <ac:spMkLst>
            <pc:docMk/>
            <pc:sldMk cId="846841689" sldId="526"/>
            <ac:spMk id="6" creationId="{9BBAB106-BEF9-4722-ADD6-2E20F8130794}"/>
          </ac:spMkLst>
        </pc:spChg>
        <pc:spChg chg="add mod">
          <ac:chgData name="Teuku Raja Irfan Radarma" userId="cf428174-95ba-4576-8554-3a3b8ffa52b7" providerId="ADAL" clId="{9D6983BC-2B41-4A2C-9BDB-BF4B506A1F53}" dt="2026-01-01T04:13:26.181" v="1720" actId="1076"/>
          <ac:spMkLst>
            <pc:docMk/>
            <pc:sldMk cId="846841689" sldId="526"/>
            <ac:spMk id="9" creationId="{A5CCED2D-DF18-409A-A469-AFA8718D18C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13:21.447" v="1719" actId="1076"/>
          <ac:graphicFrameMkLst>
            <pc:docMk/>
            <pc:sldMk cId="846841689" sldId="526"/>
            <ac:graphicFrameMk id="7" creationId="{6080565F-3CF7-4551-9546-5395DA1A0313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5:00.253" v="1737" actId="1076"/>
        <pc:sldMkLst>
          <pc:docMk/>
          <pc:sldMk cId="2296058815" sldId="527"/>
        </pc:sldMkLst>
        <pc:spChg chg="mod">
          <ac:chgData name="Teuku Raja Irfan Radarma" userId="cf428174-95ba-4576-8554-3a3b8ffa52b7" providerId="ADAL" clId="{9D6983BC-2B41-4A2C-9BDB-BF4B506A1F53}" dt="2026-01-01T04:14:30.060" v="1724" actId="20577"/>
          <ac:spMkLst>
            <pc:docMk/>
            <pc:sldMk cId="2296058815" sldId="527"/>
            <ac:spMk id="2" creationId="{D159F4FB-D89D-4C25-AF78-39E9EC304ABD}"/>
          </ac:spMkLst>
        </pc:spChg>
        <pc:spChg chg="del">
          <ac:chgData name="Teuku Raja Irfan Radarma" userId="cf428174-95ba-4576-8554-3a3b8ffa52b7" providerId="ADAL" clId="{9D6983BC-2B41-4A2C-9BDB-BF4B506A1F53}" dt="2026-01-01T04:14:35.527" v="1725"/>
          <ac:spMkLst>
            <pc:docMk/>
            <pc:sldMk cId="2296058815" sldId="527"/>
            <ac:spMk id="3" creationId="{AB5063AA-6673-47F8-B79A-A7A5C36E17C3}"/>
          </ac:spMkLst>
        </pc:spChg>
        <pc:spChg chg="add mod">
          <ac:chgData name="Teuku Raja Irfan Radarma" userId="cf428174-95ba-4576-8554-3a3b8ffa52b7" providerId="ADAL" clId="{9D6983BC-2B41-4A2C-9BDB-BF4B506A1F53}" dt="2026-01-01T04:15:00.253" v="1737" actId="1076"/>
          <ac:spMkLst>
            <pc:docMk/>
            <pc:sldMk cId="2296058815" sldId="527"/>
            <ac:spMk id="5" creationId="{E78BAA63-93FD-401D-98B5-AAA206AF8AED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16.012" v="1980" actId="2711"/>
        <pc:sldMkLst>
          <pc:docMk/>
          <pc:sldMk cId="356603638" sldId="528"/>
        </pc:sldMkLst>
        <pc:spChg chg="mod">
          <ac:chgData name="Teuku Raja Irfan Radarma" userId="cf428174-95ba-4576-8554-3a3b8ffa52b7" providerId="ADAL" clId="{9D6983BC-2B41-4A2C-9BDB-BF4B506A1F53}" dt="2026-01-01T04:15:08.580" v="1739"/>
          <ac:spMkLst>
            <pc:docMk/>
            <pc:sldMk cId="356603638" sldId="528"/>
            <ac:spMk id="2" creationId="{30FF4BB6-89BE-44E8-995B-883C2EBDBF2F}"/>
          </ac:spMkLst>
        </pc:spChg>
        <pc:spChg chg="del">
          <ac:chgData name="Teuku Raja Irfan Radarma" userId="cf428174-95ba-4576-8554-3a3b8ffa52b7" providerId="ADAL" clId="{9D6983BC-2B41-4A2C-9BDB-BF4B506A1F53}" dt="2026-01-01T04:15:13.330" v="1740"/>
          <ac:spMkLst>
            <pc:docMk/>
            <pc:sldMk cId="356603638" sldId="528"/>
            <ac:spMk id="3" creationId="{D5F410D4-6737-4DEC-8592-AF7B7275E9C3}"/>
          </ac:spMkLst>
        </pc:spChg>
        <pc:spChg chg="add mod">
          <ac:chgData name="Teuku Raja Irfan Radarma" userId="cf428174-95ba-4576-8554-3a3b8ffa52b7" providerId="ADAL" clId="{9D6983BC-2B41-4A2C-9BDB-BF4B506A1F53}" dt="2026-01-01T04:40:16.012" v="1980" actId="2711"/>
          <ac:spMkLst>
            <pc:docMk/>
            <pc:sldMk cId="356603638" sldId="528"/>
            <ac:spMk id="5" creationId="{60CE3FF6-F490-423D-8478-12C27B1262C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16:33.243" v="1782" actId="1076"/>
        <pc:sldMkLst>
          <pc:docMk/>
          <pc:sldMk cId="346024683" sldId="529"/>
        </pc:sldMkLst>
        <pc:spChg chg="mod">
          <ac:chgData name="Teuku Raja Irfan Radarma" userId="cf428174-95ba-4576-8554-3a3b8ffa52b7" providerId="ADAL" clId="{9D6983BC-2B41-4A2C-9BDB-BF4B506A1F53}" dt="2026-01-01T04:16:02.276" v="1764"/>
          <ac:spMkLst>
            <pc:docMk/>
            <pc:sldMk cId="346024683" sldId="529"/>
            <ac:spMk id="2" creationId="{F0A10434-1A8B-446A-AC95-36D9397AD539}"/>
          </ac:spMkLst>
        </pc:spChg>
        <pc:spChg chg="del">
          <ac:chgData name="Teuku Raja Irfan Radarma" userId="cf428174-95ba-4576-8554-3a3b8ffa52b7" providerId="ADAL" clId="{9D6983BC-2B41-4A2C-9BDB-BF4B506A1F53}" dt="2026-01-01T04:16:07.438" v="1765"/>
          <ac:spMkLst>
            <pc:docMk/>
            <pc:sldMk cId="346024683" sldId="529"/>
            <ac:spMk id="3" creationId="{DAE54495-5A3F-412B-8E4F-EAC473614971}"/>
          </ac:spMkLst>
        </pc:spChg>
        <pc:spChg chg="add mod">
          <ac:chgData name="Teuku Raja Irfan Radarma" userId="cf428174-95ba-4576-8554-3a3b8ffa52b7" providerId="ADAL" clId="{9D6983BC-2B41-4A2C-9BDB-BF4B506A1F53}" dt="2026-01-01T04:16:33.243" v="1782" actId="1076"/>
          <ac:spMkLst>
            <pc:docMk/>
            <pc:sldMk cId="346024683" sldId="529"/>
            <ac:spMk id="5" creationId="{4E9683E4-48C4-4983-99E5-0DAA03595633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21:49.440" v="1799"/>
        <pc:sldMkLst>
          <pc:docMk/>
          <pc:sldMk cId="3602152876" sldId="530"/>
        </pc:sldMkLst>
        <pc:spChg chg="mod">
          <ac:chgData name="Teuku Raja Irfan Radarma" userId="cf428174-95ba-4576-8554-3a3b8ffa52b7" providerId="ADAL" clId="{9D6983BC-2B41-4A2C-9BDB-BF4B506A1F53}" dt="2026-01-01T04:21:33.297" v="1798"/>
          <ac:spMkLst>
            <pc:docMk/>
            <pc:sldMk cId="3602152876" sldId="530"/>
            <ac:spMk id="2" creationId="{9C0138A4-2E30-4B9F-952C-8A7EF2E89DA1}"/>
          </ac:spMkLst>
        </pc:spChg>
        <pc:spChg chg="mod">
          <ac:chgData name="Teuku Raja Irfan Radarma" userId="cf428174-95ba-4576-8554-3a3b8ffa52b7" providerId="ADAL" clId="{9D6983BC-2B41-4A2C-9BDB-BF4B506A1F53}" dt="2026-01-01T04:21:49.440" v="1799"/>
          <ac:spMkLst>
            <pc:docMk/>
            <pc:sldMk cId="3602152876" sldId="530"/>
            <ac:spMk id="3" creationId="{358C6A81-1F69-4686-B13D-5C315DC4F1C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07.348" v="1979" actId="2711"/>
        <pc:sldMkLst>
          <pc:docMk/>
          <pc:sldMk cId="1309344734" sldId="531"/>
        </pc:sldMkLst>
        <pc:spChg chg="mod">
          <ac:chgData name="Teuku Raja Irfan Radarma" userId="cf428174-95ba-4576-8554-3a3b8ffa52b7" providerId="ADAL" clId="{9D6983BC-2B41-4A2C-9BDB-BF4B506A1F53}" dt="2026-01-01T04:21:58.461" v="1814" actId="20577"/>
          <ac:spMkLst>
            <pc:docMk/>
            <pc:sldMk cId="1309344734" sldId="531"/>
            <ac:spMk id="2" creationId="{57149DBB-25F2-4EB9-9E53-572CEEF7DFBD}"/>
          </ac:spMkLst>
        </pc:spChg>
        <pc:spChg chg="del">
          <ac:chgData name="Teuku Raja Irfan Radarma" userId="cf428174-95ba-4576-8554-3a3b8ffa52b7" providerId="ADAL" clId="{9D6983BC-2B41-4A2C-9BDB-BF4B506A1F53}" dt="2026-01-01T04:22:04.654" v="1815"/>
          <ac:spMkLst>
            <pc:docMk/>
            <pc:sldMk cId="1309344734" sldId="531"/>
            <ac:spMk id="3" creationId="{C3A4A293-CDCD-4F01-B0B0-BA9D8A588476}"/>
          </ac:spMkLst>
        </pc:spChg>
        <pc:spChg chg="add mod">
          <ac:chgData name="Teuku Raja Irfan Radarma" userId="cf428174-95ba-4576-8554-3a3b8ffa52b7" providerId="ADAL" clId="{9D6983BC-2B41-4A2C-9BDB-BF4B506A1F53}" dt="2026-01-01T04:40:07.348" v="1979" actId="2711"/>
          <ac:spMkLst>
            <pc:docMk/>
            <pc:sldMk cId="1309344734" sldId="531"/>
            <ac:spMk id="5" creationId="{BA7080AF-43FF-439B-817C-C203DB08BC6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24:13.032" v="1850" actId="1076"/>
        <pc:sldMkLst>
          <pc:docMk/>
          <pc:sldMk cId="253016244" sldId="532"/>
        </pc:sldMkLst>
        <pc:spChg chg="mod">
          <ac:chgData name="Teuku Raja Irfan Radarma" userId="cf428174-95ba-4576-8554-3a3b8ffa52b7" providerId="ADAL" clId="{9D6983BC-2B41-4A2C-9BDB-BF4B506A1F53}" dt="2026-01-01T04:22:55.704" v="1830"/>
          <ac:spMkLst>
            <pc:docMk/>
            <pc:sldMk cId="253016244" sldId="532"/>
            <ac:spMk id="2" creationId="{A8731A69-270D-4CAA-B589-E5B8365DF320}"/>
          </ac:spMkLst>
        </pc:spChg>
        <pc:spChg chg="del">
          <ac:chgData name="Teuku Raja Irfan Radarma" userId="cf428174-95ba-4576-8554-3a3b8ffa52b7" providerId="ADAL" clId="{9D6983BC-2B41-4A2C-9BDB-BF4B506A1F53}" dt="2026-01-01T04:23:15.144" v="1831" actId="3680"/>
          <ac:spMkLst>
            <pc:docMk/>
            <pc:sldMk cId="253016244" sldId="532"/>
            <ac:spMk id="3" creationId="{6B26364F-4798-4F52-861E-5060557350F9}"/>
          </ac:spMkLst>
        </pc:spChg>
        <pc:graphicFrameChg chg="add mod ord modGraphic">
          <ac:chgData name="Teuku Raja Irfan Radarma" userId="cf428174-95ba-4576-8554-3a3b8ffa52b7" providerId="ADAL" clId="{9D6983BC-2B41-4A2C-9BDB-BF4B506A1F53}" dt="2026-01-01T04:24:13.032" v="1850" actId="1076"/>
          <ac:graphicFrameMkLst>
            <pc:docMk/>
            <pc:sldMk cId="253016244" sldId="532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5:21.901" v="1879" actId="948"/>
        <pc:sldMkLst>
          <pc:docMk/>
          <pc:sldMk cId="3458464840" sldId="533"/>
        </pc:sldMkLst>
        <pc:spChg chg="mod">
          <ac:chgData name="Teuku Raja Irfan Radarma" userId="cf428174-95ba-4576-8554-3a3b8ffa52b7" providerId="ADAL" clId="{9D6983BC-2B41-4A2C-9BDB-BF4B506A1F53}" dt="2026-01-01T04:24:21.083" v="1853"/>
          <ac:spMkLst>
            <pc:docMk/>
            <pc:sldMk cId="3458464840" sldId="533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5:21.901" v="1879" actId="948"/>
          <ac:graphicFrameMkLst>
            <pc:docMk/>
            <pc:sldMk cId="3458464840" sldId="533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8:00.191" v="1892" actId="14734"/>
        <pc:sldMkLst>
          <pc:docMk/>
          <pc:sldMk cId="1998972146" sldId="534"/>
        </pc:sldMkLst>
        <pc:spChg chg="mod">
          <ac:chgData name="Teuku Raja Irfan Radarma" userId="cf428174-95ba-4576-8554-3a3b8ffa52b7" providerId="ADAL" clId="{9D6983BC-2B41-4A2C-9BDB-BF4B506A1F53}" dt="2026-01-01T04:25:34.910" v="1882" actId="404"/>
          <ac:spMkLst>
            <pc:docMk/>
            <pc:sldMk cId="1998972146" sldId="534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8:00.191" v="1892" actId="14734"/>
          <ac:graphicFrameMkLst>
            <pc:docMk/>
            <pc:sldMk cId="1998972146" sldId="534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9:06.781" v="1918" actId="12"/>
        <pc:sldMkLst>
          <pc:docMk/>
          <pc:sldMk cId="1322330529" sldId="535"/>
        </pc:sldMkLst>
        <pc:spChg chg="mod">
          <ac:chgData name="Teuku Raja Irfan Radarma" userId="cf428174-95ba-4576-8554-3a3b8ffa52b7" providerId="ADAL" clId="{9D6983BC-2B41-4A2C-9BDB-BF4B506A1F53}" dt="2026-01-01T04:28:28.697" v="1908" actId="255"/>
          <ac:spMkLst>
            <pc:docMk/>
            <pc:sldMk cId="1322330529" sldId="535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9:06.781" v="1918" actId="12"/>
          <ac:graphicFrameMkLst>
            <pc:docMk/>
            <pc:sldMk cId="1322330529" sldId="535"/>
            <ac:graphicFrameMk id="5" creationId="{A892EA9B-D6A3-4972-88C6-1DA8E6D7010A}"/>
          </ac:graphicFrameMkLst>
        </pc:graphicFrameChg>
      </pc:sldChg>
      <pc:sldChg chg="modSp new mod">
        <pc:chgData name="Teuku Raja Irfan Radarma" userId="cf428174-95ba-4576-8554-3a3b8ffa52b7" providerId="ADAL" clId="{9D6983BC-2B41-4A2C-9BDB-BF4B506A1F53}" dt="2026-01-01T04:32:51.315" v="1937"/>
        <pc:sldMkLst>
          <pc:docMk/>
          <pc:sldMk cId="3671780888" sldId="536"/>
        </pc:sldMkLst>
        <pc:spChg chg="mod">
          <ac:chgData name="Teuku Raja Irfan Radarma" userId="cf428174-95ba-4576-8554-3a3b8ffa52b7" providerId="ADAL" clId="{9D6983BC-2B41-4A2C-9BDB-BF4B506A1F53}" dt="2026-01-01T04:32:39.444" v="1936" actId="20577"/>
          <ac:spMkLst>
            <pc:docMk/>
            <pc:sldMk cId="3671780888" sldId="536"/>
            <ac:spMk id="2" creationId="{54F10870-ED31-4007-81E0-7BA305CC6EC9}"/>
          </ac:spMkLst>
        </pc:spChg>
        <pc:spChg chg="mod">
          <ac:chgData name="Teuku Raja Irfan Radarma" userId="cf428174-95ba-4576-8554-3a3b8ffa52b7" providerId="ADAL" clId="{9D6983BC-2B41-4A2C-9BDB-BF4B506A1F53}" dt="2026-01-01T04:32:51.315" v="1937"/>
          <ac:spMkLst>
            <pc:docMk/>
            <pc:sldMk cId="3671780888" sldId="536"/>
            <ac:spMk id="3" creationId="{8A0D3A7F-A8D1-473B-9DB7-B0228589651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36.467" v="1981" actId="1076"/>
        <pc:sldMkLst>
          <pc:docMk/>
          <pc:sldMk cId="1415328886" sldId="537"/>
        </pc:sldMkLst>
        <pc:spChg chg="mod">
          <ac:chgData name="Teuku Raja Irfan Radarma" userId="cf428174-95ba-4576-8554-3a3b8ffa52b7" providerId="ADAL" clId="{9D6983BC-2B41-4A2C-9BDB-BF4B506A1F53}" dt="2026-01-01T04:33:10.202" v="1939"/>
          <ac:spMkLst>
            <pc:docMk/>
            <pc:sldMk cId="1415328886" sldId="537"/>
            <ac:spMk id="2" creationId="{C5D7B628-6111-41EE-921B-8F3F9BD09D9F}"/>
          </ac:spMkLst>
        </pc:spChg>
        <pc:spChg chg="del">
          <ac:chgData name="Teuku Raja Irfan Radarma" userId="cf428174-95ba-4576-8554-3a3b8ffa52b7" providerId="ADAL" clId="{9D6983BC-2B41-4A2C-9BDB-BF4B506A1F53}" dt="2026-01-01T04:33:18.192" v="1940"/>
          <ac:spMkLst>
            <pc:docMk/>
            <pc:sldMk cId="1415328886" sldId="537"/>
            <ac:spMk id="3" creationId="{ED7606B5-FBF3-472A-A51B-580601EC2ACD}"/>
          </ac:spMkLst>
        </pc:spChg>
        <pc:spChg chg="add mod">
          <ac:chgData name="Teuku Raja Irfan Radarma" userId="cf428174-95ba-4576-8554-3a3b8ffa52b7" providerId="ADAL" clId="{9D6983BC-2B41-4A2C-9BDB-BF4B506A1F53}" dt="2026-01-01T04:40:36.467" v="1981" actId="1076"/>
          <ac:spMkLst>
            <pc:docMk/>
            <pc:sldMk cId="1415328886" sldId="537"/>
            <ac:spMk id="5" creationId="{1482AE7B-83F4-4F6D-903C-58FFE773790F}"/>
          </ac:spMkLst>
        </pc:spChg>
        <pc:spChg chg="add del">
          <ac:chgData name="Teuku Raja Irfan Radarma" userId="cf428174-95ba-4576-8554-3a3b8ffa52b7" providerId="ADAL" clId="{9D6983BC-2B41-4A2C-9BDB-BF4B506A1F53}" dt="2026-01-01T04:36:55.615" v="1961"/>
          <ac:spMkLst>
            <pc:docMk/>
            <pc:sldMk cId="1415328886" sldId="537"/>
            <ac:spMk id="6" creationId="{328AE365-E6EA-4A09-9E5C-D3431A356FF6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8:25" v="2035" actId="1076"/>
        <pc:sldMkLst>
          <pc:docMk/>
          <pc:sldMk cId="1090626872" sldId="538"/>
        </pc:sldMkLst>
        <pc:spChg chg="mod">
          <ac:chgData name="Teuku Raja Irfan Radarma" userId="cf428174-95ba-4576-8554-3a3b8ffa52b7" providerId="ADAL" clId="{9D6983BC-2B41-4A2C-9BDB-BF4B506A1F53}" dt="2026-01-01T04:47:21.154" v="2021" actId="1076"/>
          <ac:spMkLst>
            <pc:docMk/>
            <pc:sldMk cId="1090626872" sldId="538"/>
            <ac:spMk id="2" creationId="{BB26A7EF-F74C-4E29-A857-8708ABEB5434}"/>
          </ac:spMkLst>
        </pc:spChg>
        <pc:spChg chg="del">
          <ac:chgData name="Teuku Raja Irfan Radarma" userId="cf428174-95ba-4576-8554-3a3b8ffa52b7" providerId="ADAL" clId="{9D6983BC-2B41-4A2C-9BDB-BF4B506A1F53}" dt="2026-01-01T04:44:59.322" v="1991"/>
          <ac:spMkLst>
            <pc:docMk/>
            <pc:sldMk cId="1090626872" sldId="538"/>
            <ac:spMk id="3" creationId="{E1784EA0-27A4-4615-9634-9678C2CDC185}"/>
          </ac:spMkLst>
        </pc:spChg>
        <pc:spChg chg="add del mod">
          <ac:chgData name="Teuku Raja Irfan Radarma" userId="cf428174-95ba-4576-8554-3a3b8ffa52b7" providerId="ADAL" clId="{9D6983BC-2B41-4A2C-9BDB-BF4B506A1F53}" dt="2026-01-01T04:45:58.194" v="1998"/>
          <ac:spMkLst>
            <pc:docMk/>
            <pc:sldMk cId="1090626872" sldId="538"/>
            <ac:spMk id="5" creationId="{DEB43B58-1E0D-415F-A5F2-DE76AAB067FA}"/>
          </ac:spMkLst>
        </pc:spChg>
        <pc:spChg chg="add mod">
          <ac:chgData name="Teuku Raja Irfan Radarma" userId="cf428174-95ba-4576-8554-3a3b8ffa52b7" providerId="ADAL" clId="{9D6983BC-2B41-4A2C-9BDB-BF4B506A1F53}" dt="2026-01-01T04:48:00.788" v="2030" actId="948"/>
          <ac:spMkLst>
            <pc:docMk/>
            <pc:sldMk cId="1090626872" sldId="538"/>
            <ac:spMk id="8" creationId="{16761780-84C6-47E2-B2BC-B4B81C142CD4}"/>
          </ac:spMkLst>
        </pc:spChg>
        <pc:spChg chg="add mod">
          <ac:chgData name="Teuku Raja Irfan Radarma" userId="cf428174-95ba-4576-8554-3a3b8ffa52b7" providerId="ADAL" clId="{9D6983BC-2B41-4A2C-9BDB-BF4B506A1F53}" dt="2026-01-01T04:48:25" v="2035" actId="1076"/>
          <ac:spMkLst>
            <pc:docMk/>
            <pc:sldMk cId="1090626872" sldId="538"/>
            <ac:spMk id="9" creationId="{1B5F8763-FC14-44B8-9DB7-6CD3D3F4E0D9}"/>
          </ac:spMkLst>
        </pc:spChg>
        <pc:picChg chg="add mod">
          <ac:chgData name="Teuku Raja Irfan Radarma" userId="cf428174-95ba-4576-8554-3a3b8ffa52b7" providerId="ADAL" clId="{9D6983BC-2B41-4A2C-9BDB-BF4B506A1F53}" dt="2026-01-01T04:47:22.114" v="2022" actId="1076"/>
          <ac:picMkLst>
            <pc:docMk/>
            <pc:sldMk cId="1090626872" sldId="538"/>
            <ac:picMk id="19458" creationId="{285611BF-E274-41F7-9120-51B97D1BF3ED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4:50:10.799" v="2052" actId="2711"/>
        <pc:sldMkLst>
          <pc:docMk/>
          <pc:sldMk cId="305687751" sldId="539"/>
        </pc:sldMkLst>
        <pc:spChg chg="mod">
          <ac:chgData name="Teuku Raja Irfan Radarma" userId="cf428174-95ba-4576-8554-3a3b8ffa52b7" providerId="ADAL" clId="{9D6983BC-2B41-4A2C-9BDB-BF4B506A1F53}" dt="2026-01-01T04:48:58.410" v="2038"/>
          <ac:spMkLst>
            <pc:docMk/>
            <pc:sldMk cId="305687751" sldId="539"/>
            <ac:spMk id="2" creationId="{69914C70-566F-4A31-8D5F-8DD4F75A9337}"/>
          </ac:spMkLst>
        </pc:spChg>
        <pc:spChg chg="del">
          <ac:chgData name="Teuku Raja Irfan Radarma" userId="cf428174-95ba-4576-8554-3a3b8ffa52b7" providerId="ADAL" clId="{9D6983BC-2B41-4A2C-9BDB-BF4B506A1F53}" dt="2026-01-01T04:49:08.923" v="2039"/>
          <ac:spMkLst>
            <pc:docMk/>
            <pc:sldMk cId="305687751" sldId="539"/>
            <ac:spMk id="3" creationId="{EDB905F0-0AEB-493E-9FAE-F665BAFF68DB}"/>
          </ac:spMkLst>
        </pc:spChg>
        <pc:spChg chg="add mod">
          <ac:chgData name="Teuku Raja Irfan Radarma" userId="cf428174-95ba-4576-8554-3a3b8ffa52b7" providerId="ADAL" clId="{9D6983BC-2B41-4A2C-9BDB-BF4B506A1F53}" dt="2026-01-01T04:50:10.799" v="2052" actId="2711"/>
          <ac:spMkLst>
            <pc:docMk/>
            <pc:sldMk cId="305687751" sldId="539"/>
            <ac:spMk id="5" creationId="{8EEDE2EF-266F-4CBA-B895-241FB5EFCE64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21:58.507" v="2435" actId="14100"/>
        <pc:sldMkLst>
          <pc:docMk/>
          <pc:sldMk cId="1444465115" sldId="540"/>
        </pc:sldMkLst>
        <pc:spChg chg="mod">
          <ac:chgData name="Teuku Raja Irfan Radarma" userId="cf428174-95ba-4576-8554-3a3b8ffa52b7" providerId="ADAL" clId="{9D6983BC-2B41-4A2C-9BDB-BF4B506A1F53}" dt="2026-01-05T01:19:05.725" v="2080" actId="20577"/>
          <ac:spMkLst>
            <pc:docMk/>
            <pc:sldMk cId="1444465115" sldId="540"/>
            <ac:spMk id="2" creationId="{0688E125-3194-47BF-B9AC-DB75DE2182F5}"/>
          </ac:spMkLst>
        </pc:spChg>
        <pc:spChg chg="mod">
          <ac:chgData name="Teuku Raja Irfan Radarma" userId="cf428174-95ba-4576-8554-3a3b8ffa52b7" providerId="ADAL" clId="{9D6983BC-2B41-4A2C-9BDB-BF4B506A1F53}" dt="2026-01-05T01:21:58.507" v="2435" actId="14100"/>
          <ac:spMkLst>
            <pc:docMk/>
            <pc:sldMk cId="1444465115" sldId="540"/>
            <ac:spMk id="4" creationId="{CF5332CB-F1AB-4685-8228-A7C0B9A12D2E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36:15.913" v="2674" actId="20577"/>
        <pc:sldMkLst>
          <pc:docMk/>
          <pc:sldMk cId="4281984631" sldId="541"/>
        </pc:sldMkLst>
        <pc:spChg chg="mod">
          <ac:chgData name="Teuku Raja Irfan Radarma" userId="cf428174-95ba-4576-8554-3a3b8ffa52b7" providerId="ADAL" clId="{9D6983BC-2B41-4A2C-9BDB-BF4B506A1F53}" dt="2026-01-05T01:35:05.857" v="2461" actId="20577"/>
          <ac:spMkLst>
            <pc:docMk/>
            <pc:sldMk cId="4281984631" sldId="541"/>
            <ac:spMk id="2" creationId="{C99D80A9-3EA1-4E65-9641-193AEBDC288A}"/>
          </ac:spMkLst>
        </pc:spChg>
        <pc:spChg chg="mod">
          <ac:chgData name="Teuku Raja Irfan Radarma" userId="cf428174-95ba-4576-8554-3a3b8ffa52b7" providerId="ADAL" clId="{9D6983BC-2B41-4A2C-9BDB-BF4B506A1F53}" dt="2026-01-05T01:36:15.913" v="2674" actId="20577"/>
          <ac:spMkLst>
            <pc:docMk/>
            <pc:sldMk cId="4281984631" sldId="541"/>
            <ac:spMk id="4" creationId="{911EE387-489D-4554-A4A5-DAD5FE51DB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Security Event Management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XII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4AE87D0-7797-4862-92AB-F7908B657C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47" b="877"/>
          <a:stretch/>
        </p:blipFill>
        <p:spPr>
          <a:xfrm>
            <a:off x="0" y="0"/>
            <a:ext cx="12192000" cy="3181350"/>
          </a:xfrm>
        </p:spPr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Practicum on Domain 3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Navigating International Standards (GTAG)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 Prep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IS Operation &amp; Business Resilience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IS Operation &amp; Business Resilience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Protection of Information Assets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Protection of Information Assets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 for Auditing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Case Study: 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 Prep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8395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IT Governance and its audit concept through COBIT 2019 standard</a:t>
            </a:r>
          </a:p>
          <a:p>
            <a:r>
              <a:rPr lang="en-US" sz="2000" dirty="0"/>
              <a:t>How Systems are Acquired &amp; Developed</a:t>
            </a:r>
          </a:p>
          <a:p>
            <a:r>
              <a:rPr lang="en-US" sz="2000" dirty="0"/>
              <a:t>How Systems are Implemented</a:t>
            </a:r>
          </a:p>
          <a:p>
            <a:r>
              <a:rPr lang="en-US" sz="2000" dirty="0"/>
              <a:t>How to make sure the system is running well and prevented to have prolonged downtime</a:t>
            </a:r>
          </a:p>
          <a:p>
            <a:r>
              <a:rPr lang="en-US" sz="2000" dirty="0"/>
              <a:t>Basic rule of thumb to protect information and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908461" y="4027567"/>
            <a:ext cx="798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Protection of Information and Assets</a:t>
            </a:r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Security Awareness Programs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Information System Attack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Testing Tools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#detection #response #human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391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While Part A covers the </a:t>
            </a:r>
            <a:r>
              <a:rPr lang="en-US" sz="3200" i="1" dirty="0"/>
              <a:t>prevention</a:t>
            </a:r>
            <a:r>
              <a:rPr lang="en-US" sz="3200" dirty="0"/>
              <a:t> and </a:t>
            </a:r>
            <a:r>
              <a:rPr lang="en-US" sz="3200" i="1" dirty="0"/>
              <a:t>architecture</a:t>
            </a:r>
            <a:r>
              <a:rPr lang="en-US" sz="3200" dirty="0"/>
              <a:t> (like cryptography and access control), Part B shifts focus to </a:t>
            </a:r>
            <a:r>
              <a:rPr lang="en-US" sz="3200" b="1" i="1" dirty="0"/>
              <a:t>detection</a:t>
            </a:r>
            <a:r>
              <a:rPr lang="en-US" sz="3200" i="1" dirty="0"/>
              <a:t>, </a:t>
            </a:r>
            <a:r>
              <a:rPr lang="en-US" sz="3200" b="1" i="1" dirty="0"/>
              <a:t>response</a:t>
            </a:r>
            <a:r>
              <a:rPr lang="en-US" sz="3200" i="1" dirty="0"/>
              <a:t>, and the </a:t>
            </a:r>
            <a:r>
              <a:rPr lang="en-US" sz="3200" b="1" i="1" dirty="0"/>
              <a:t>human element</a:t>
            </a:r>
            <a:r>
              <a:rPr lang="en-US" sz="3200" dirty="0"/>
              <a:t>.</a:t>
            </a:r>
            <a:endParaRPr lang="en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42564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Evaluate the effectiveness of </a:t>
            </a:r>
            <a:r>
              <a:rPr lang="en-US" sz="2400" b="1" dirty="0"/>
              <a:t>Security Awareness Programs</a:t>
            </a:r>
            <a:r>
              <a:rPr lang="en-US" sz="2400" dirty="0"/>
              <a:t> (the “Human Firewall”)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Identify common </a:t>
            </a:r>
            <a:r>
              <a:rPr lang="en-US" sz="2400" b="1" dirty="0"/>
              <a:t>Information System Attack</a:t>
            </a:r>
            <a:r>
              <a:rPr lang="en-US" sz="2400" dirty="0"/>
              <a:t> methods (how the bad guys get in)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Distinguish between various </a:t>
            </a:r>
            <a:r>
              <a:rPr lang="en-US" sz="2400" b="1" dirty="0"/>
              <a:t>Security Testing Tools </a:t>
            </a:r>
            <a:r>
              <a:rPr lang="en-US" sz="2400" dirty="0"/>
              <a:t>(penetration testing vs. vulnerability scanning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Understand </a:t>
            </a:r>
            <a:r>
              <a:rPr lang="en-US" sz="2400" b="1" dirty="0"/>
              <a:t>Security Monitoring </a:t>
            </a:r>
            <a:r>
              <a:rPr lang="en-US" sz="2400" dirty="0"/>
              <a:t>techniques (IDS, IPS, SIEM)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Audit the </a:t>
            </a:r>
            <a:r>
              <a:rPr lang="en-US" sz="2400" b="1" dirty="0"/>
              <a:t>Incident Response</a:t>
            </a:r>
            <a:r>
              <a:rPr lang="en-US" sz="2400" dirty="0"/>
              <a:t> process and </a:t>
            </a:r>
            <a:r>
              <a:rPr lang="en-US" sz="2400" b="1" dirty="0"/>
              <a:t>Forensics</a:t>
            </a:r>
            <a:r>
              <a:rPr lang="en-US" sz="2400" dirty="0"/>
              <a:t> procedures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4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Security Awareness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2000" dirty="0"/>
              <a:t>People are often the weakest link</a:t>
            </a:r>
          </a:p>
        </p:txBody>
      </p:sp>
    </p:spTree>
    <p:extLst>
      <p:ext uri="{BB962C8B-B14F-4D97-AF65-F5344CB8AC3E}">
        <p14:creationId xmlns:p14="http://schemas.microsoft.com/office/powerpoint/2010/main" val="34933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3EB8-4892-44AF-9B44-964D1F7B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en-US" dirty="0"/>
              <a:t>Why Technology Isn’t Enough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A912-00A5-406D-9EDF-75CE771B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070" y="5663170"/>
            <a:ext cx="6241869" cy="499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/>
              <a:t>https://netwrix.com/en/resources/blog/mgm-cyber-attack/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6DE3B-161A-4A9C-8BF6-1D96F4C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67A07-B4A2-455D-8C44-95673F0D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70" y="1325458"/>
            <a:ext cx="5142090" cy="2716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77DD7-7249-4568-9D4E-F9032B2FF8FA}"/>
              </a:ext>
            </a:extLst>
          </p:cNvPr>
          <p:cNvSpPr txBox="1"/>
          <p:nvPr/>
        </p:nvSpPr>
        <p:spPr>
          <a:xfrm>
            <a:off x="6096000" y="1180680"/>
            <a:ext cx="57258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The Attack: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Attackers found an employee's information on LinkedIn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called the </a:t>
            </a:r>
            <a:r>
              <a:rPr lang="en-US" b="1" dirty="0"/>
              <a:t>IT Help Desk</a:t>
            </a:r>
            <a:r>
              <a:rPr lang="en-US" dirty="0"/>
              <a:t>, pretending to be that employee who "lost their phone.”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Human Failure:</a:t>
            </a:r>
            <a:r>
              <a:rPr lang="en-US" dirty="0"/>
              <a:t> The Help Desk agent reset the credentials and gave them to the attacker over the phone.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9AC6AE-624E-4D3C-94B3-B05423B6B2A5}"/>
              </a:ext>
            </a:extLst>
          </p:cNvPr>
          <p:cNvSpPr txBox="1"/>
          <p:nvPr/>
        </p:nvSpPr>
        <p:spPr>
          <a:xfrm>
            <a:off x="6096000" y="3698924"/>
            <a:ext cx="5725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The Consequence: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Attackers gained "Super Admin"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days of chaos: Slot machines went dark, hotel room keys stopped working, guests were locked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Financial Loss:</a:t>
            </a:r>
            <a:r>
              <a:rPr lang="en-US" dirty="0"/>
              <a:t> Approx. </a:t>
            </a:r>
            <a:r>
              <a:rPr lang="en-US" b="1" dirty="0"/>
              <a:t>$100 Million</a:t>
            </a:r>
            <a:r>
              <a:rPr lang="en-US" dirty="0"/>
              <a:t> in lost revenue</a:t>
            </a:r>
          </a:p>
        </p:txBody>
      </p:sp>
    </p:spTree>
    <p:extLst>
      <p:ext uri="{BB962C8B-B14F-4D97-AF65-F5344CB8AC3E}">
        <p14:creationId xmlns:p14="http://schemas.microsoft.com/office/powerpoint/2010/main" val="85594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FDB2-D8ED-4930-8297-BDAE5A72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136"/>
          </a:xfrm>
        </p:spPr>
        <p:txBody>
          <a:bodyPr/>
          <a:lstStyle/>
          <a:p>
            <a:r>
              <a:rPr lang="en-ID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61A2-D8D3-4384-88A9-332CD72F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018"/>
            <a:ext cx="10515600" cy="460983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psychological manipulation of people into performing actions or divulging confidential information.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Why it works:</a:t>
            </a:r>
            <a:r>
              <a:rPr lang="en-US" dirty="0"/>
              <a:t> Exploits basic human nature.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Trust:</a:t>
            </a:r>
            <a:r>
              <a:rPr lang="en-US" dirty="0"/>
              <a:t> Desire to be helpful.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Fear/Urgency:</a:t>
            </a:r>
            <a:r>
              <a:rPr lang="en-US" dirty="0"/>
              <a:t> "Your account will be suspended!"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Curiosity:</a:t>
            </a:r>
            <a:r>
              <a:rPr lang="en-US" dirty="0"/>
              <a:t> "Salary_Report_2025.pdf" on a lost USB drive.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Authority:</a:t>
            </a:r>
            <a:r>
              <a:rPr lang="en-US" dirty="0"/>
              <a:t> "This is the CEO, do this now."</a:t>
            </a:r>
          </a:p>
          <a:p>
            <a:pPr marL="0" indent="0">
              <a:lnSpc>
                <a:spcPct val="110000"/>
              </a:lnSpc>
              <a:buNone/>
            </a:pPr>
            <a:endParaRPr lang="en-US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The Impact:</a:t>
            </a:r>
            <a:endParaRPr lang="en-US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Bypasses technical perimeter defenses.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Harder to detect than malware (looks like legitimate user activity).</a:t>
            </a:r>
          </a:p>
          <a:p>
            <a:pPr>
              <a:lnSpc>
                <a:spcPct val="110000"/>
              </a:lnSpc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09715-81C5-41AD-A2D7-463BACF0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7388-10BC-41E4-A032-8D6DBE76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Common Attack Vector (1/2)</a:t>
            </a:r>
            <a:br>
              <a:rPr lang="en-ID" dirty="0"/>
            </a:br>
            <a:r>
              <a:rPr lang="en-US" sz="2000" dirty="0">
                <a:latin typeface="+mn-lt"/>
              </a:rPr>
              <a:t>Attack Methods: Electronic &amp; Voice Content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B4D0B-26F0-4845-8FCC-6F981583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3A5359-A09E-4A25-AE75-A4C8B34A9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4157"/>
            <a:ext cx="1041837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Mass emails sent to many, low customization (e.g., "Reset your Netflix password").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Spear Phishing: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Targeted emails to a specific individual/team using gathered intel.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Spear phishing targeting C-Suite (CEO, CFO) for high-value data/wire transfers.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Vishing (Voice Phishing):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Attacks via phone.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Fake IT support calling to "fix" a virus.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Call-back verification policy.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Phishing via SMS/Text messages (often delivery scams or 2FA codes).</a:t>
            </a:r>
          </a:p>
        </p:txBody>
      </p:sp>
    </p:spTree>
    <p:extLst>
      <p:ext uri="{BB962C8B-B14F-4D97-AF65-F5344CB8AC3E}">
        <p14:creationId xmlns:p14="http://schemas.microsoft.com/office/powerpoint/2010/main" val="325770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7388-10BC-41E4-A032-8D6DBE76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Common Attack Vector (2/2)</a:t>
            </a:r>
            <a:br>
              <a:rPr lang="en-ID" dirty="0"/>
            </a:br>
            <a:r>
              <a:rPr lang="en-US" sz="2000" dirty="0">
                <a:latin typeface="+mn-lt"/>
              </a:rPr>
              <a:t>Attack Methods: Physical &amp; Presence Content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B4D0B-26F0-4845-8FCC-6F981583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3A5359-A09E-4A25-AE75-A4C8B34A9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87948"/>
            <a:ext cx="10418379" cy="3347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Tailgating:</a:t>
            </a:r>
            <a:r>
              <a:rPr lang="en-US" sz="2000" dirty="0"/>
              <a:t> Following an authorized person into a secure area without them knowing.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Piggybacking:</a:t>
            </a:r>
            <a:r>
              <a:rPr lang="en-US" sz="2000" dirty="0"/>
              <a:t> An authorized person </a:t>
            </a:r>
            <a:r>
              <a:rPr lang="en-US" sz="2000" i="1" dirty="0"/>
              <a:t>knowingly</a:t>
            </a:r>
            <a:r>
              <a:rPr lang="en-US" sz="2000" dirty="0"/>
              <a:t> allows an unauthorized person to follow (holding the door).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Audit Check:</a:t>
            </a:r>
            <a:r>
              <a:rPr lang="en-US" sz="1800" dirty="0"/>
              <a:t> Do employees challenge strangers?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Dumpster Diving:</a:t>
            </a:r>
            <a:r>
              <a:rPr lang="en-US" sz="2000" dirty="0"/>
              <a:t> Searching trash for sensitive documents (invoices, sticky notes with passwords).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Control:</a:t>
            </a:r>
            <a:r>
              <a:rPr lang="en-US" sz="1800" dirty="0"/>
              <a:t> Cross-cut shredders and secure disposal bins.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Shoulder Surfing:</a:t>
            </a:r>
            <a:r>
              <a:rPr lang="en-US" sz="2000" dirty="0"/>
              <a:t> Viewing screens/keyboards from a distance.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Control:</a:t>
            </a:r>
            <a:r>
              <a:rPr lang="en-US" sz="1800" dirty="0"/>
              <a:t> Privacy screen filters.</a:t>
            </a:r>
          </a:p>
        </p:txBody>
      </p:sp>
    </p:spTree>
    <p:extLst>
      <p:ext uri="{BB962C8B-B14F-4D97-AF65-F5344CB8AC3E}">
        <p14:creationId xmlns:p14="http://schemas.microsoft.com/office/powerpoint/2010/main" val="22824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80A9-3EA1-4E65-9641-193AEBDC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Open Question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E2640A-0203-4A7B-92CE-3D458736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EE387-489D-4554-A4A5-DAD5FE51D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9062545" cy="3864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Once you know the common attack vector mentioned before, what would you do to defend against that?</a:t>
            </a:r>
          </a:p>
          <a:p>
            <a:r>
              <a:rPr lang="en-ID" dirty="0"/>
              <a:t>Tailgating?</a:t>
            </a:r>
          </a:p>
          <a:p>
            <a:r>
              <a:rPr lang="en-ID" dirty="0"/>
              <a:t>Piggybacking?</a:t>
            </a:r>
          </a:p>
          <a:p>
            <a:r>
              <a:rPr lang="en-ID" dirty="0"/>
              <a:t>Dumpster Diving?</a:t>
            </a:r>
          </a:p>
          <a:p>
            <a:r>
              <a:rPr lang="en-ID" dirty="0"/>
              <a:t>Shoulder Surfing?</a:t>
            </a:r>
          </a:p>
          <a:p>
            <a:r>
              <a:rPr lang="en-ID" dirty="0" err="1"/>
              <a:t>Phising</a:t>
            </a:r>
            <a:r>
              <a:rPr lang="en-ID" dirty="0"/>
              <a:t>?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8198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8C14-FC7B-4B1E-AC0F-C08273A0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031"/>
          </a:xfrm>
        </p:spPr>
        <p:txBody>
          <a:bodyPr/>
          <a:lstStyle/>
          <a:p>
            <a:r>
              <a:rPr lang="en-US" dirty="0"/>
              <a:t>The Human Firewall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BC2B8-B2F6-401A-834B-BD3A1C66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052953-DAEF-4455-BCA5-3CA7F9704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074509"/>
            <a:ext cx="106138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Reality: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Information security is not just a technical issue; it is a "people" issue.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controls (Firewalls, IDS) handle predictable logic. Humans are unpredictable.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"Weakest Link" Principle: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organization is only as secure as its least informed employee.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 of Awareness: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modify behavior and reduce risk.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ensure employees understand their responsibilities (Due Care).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align individual actions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Acceptable Use Policy (AUP)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Awareness vs. Training vs. Education: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Awareness: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"What" (Attention grabbing, posters, login banners).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"How" (Skill development, e.g., how to encrypt a file).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"Why" (Deep understanding, certification).</a:t>
            </a:r>
          </a:p>
        </p:txBody>
      </p:sp>
    </p:spTree>
    <p:extLst>
      <p:ext uri="{BB962C8B-B14F-4D97-AF65-F5344CB8AC3E}">
        <p14:creationId xmlns:p14="http://schemas.microsoft.com/office/powerpoint/2010/main" val="2571980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FA79-67D5-4E97-8CB1-83780DFD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Designing an Effective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6B3CF-F897-4ED7-B54F-D9706CD8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03CBD5-1029-40A3-8727-14723341B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0840"/>
            <a:ext cx="103805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Content: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size does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fit all.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 Staff: Phishing, passwords, clean desk policy.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Developers: OWASP Top 10, secure coding practices.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Management: Business Impact Analysis, approval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workflows.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Frequency:</a:t>
            </a:r>
            <a:endParaRPr lang="en-US" altLang="en-US" sz="20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Onboarding: Day 1 requirement.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Periodic Refresh: Annual (minimum) or Quarterly (preferred).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Just-in-Time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Triggered training immediately after a user fails a phishing test.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Executive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Tone at the top matters. If the CEO ignores security, so will the staff.</a:t>
            </a:r>
          </a:p>
        </p:txBody>
      </p:sp>
    </p:spTree>
    <p:extLst>
      <p:ext uri="{BB962C8B-B14F-4D97-AF65-F5344CB8AC3E}">
        <p14:creationId xmlns:p14="http://schemas.microsoft.com/office/powerpoint/2010/main" val="1329398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FD7A-9174-4688-9E56-D3CCB561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958"/>
          </a:xfrm>
        </p:spPr>
        <p:txBody>
          <a:bodyPr/>
          <a:lstStyle/>
          <a:p>
            <a:r>
              <a:rPr lang="en-US" dirty="0"/>
              <a:t>Auditing Awareness Program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2320-0F23-4391-8A21-82240D00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084"/>
            <a:ext cx="10515600" cy="4593731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Document Review: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Review the training curriculum against the current security policy.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Verify attendance records (look for gaps: contractors, temp staff).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Interview Process: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Interview random staff members.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Ask:</a:t>
            </a:r>
            <a:r>
              <a:rPr lang="en-US" sz="1800" dirty="0"/>
              <a:t> "What do you do if you receive a suspicious email?" (Test their knowledge).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Social Engineering Testing: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Auditor may perform (or oversee) a controlled phishing campaign.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Physical walkthroughs (try to tailgate, look for passwords under keyboards).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Review of Remediation: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What happens when an employee fails a test repeatedly? Is there a formal process?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C77DA-ADA0-4CFA-91A2-CABE50FC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73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Information System Attack Methods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600" dirty="0"/>
              <a:t>Understand what we are defending against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293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1F7A-83F2-4AE6-AE78-A6ECA76D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016"/>
          </a:xfrm>
        </p:spPr>
        <p:txBody>
          <a:bodyPr>
            <a:normAutofit/>
          </a:bodyPr>
          <a:lstStyle/>
          <a:p>
            <a:r>
              <a:rPr lang="en-ID" sz="3200" dirty="0"/>
              <a:t>The Attack Landscape: Passive vs. Active </a:t>
            </a:r>
            <a:r>
              <a:rPr lang="en-ID" sz="3200" b="1" dirty="0"/>
              <a:t>Content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951C-89EF-4255-A049-2D404044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1"/>
            <a:ext cx="10515600" cy="59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Attacks are generally classified by how they interact with the system.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4DB97-757A-45C7-A12E-3BF682C5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1539299-D5D5-415D-A5F3-59C072852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52504"/>
              </p:ext>
            </p:extLst>
          </p:nvPr>
        </p:nvGraphicFramePr>
        <p:xfrm>
          <a:off x="838200" y="2182320"/>
          <a:ext cx="10515600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5450">
                  <a:extLst>
                    <a:ext uri="{9D8B030D-6E8A-4147-A177-3AD203B41FA5}">
                      <a16:colId xmlns:a16="http://schemas.microsoft.com/office/drawing/2014/main" val="1131656277"/>
                    </a:ext>
                  </a:extLst>
                </a:gridCol>
                <a:gridCol w="3991829">
                  <a:extLst>
                    <a:ext uri="{9D8B030D-6E8A-4147-A177-3AD203B41FA5}">
                      <a16:colId xmlns:a16="http://schemas.microsoft.com/office/drawing/2014/main" val="1431983632"/>
                    </a:ext>
                  </a:extLst>
                </a:gridCol>
                <a:gridCol w="4568321">
                  <a:extLst>
                    <a:ext uri="{9D8B030D-6E8A-4147-A177-3AD203B41FA5}">
                      <a16:colId xmlns:a16="http://schemas.microsoft.com/office/drawing/2014/main" val="236038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Passive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(Espionage)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Active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(Sabotage/Manipulation)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5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Goal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Steal information without altering it.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Modify data, disrupt service, or gain unauthorized access.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02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Examples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Network sniffing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Traffic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Wiretapping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Malware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Denial of Service (DoS)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modifying database records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99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Audit Difficulty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Very hard to detect because data is not changed.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Easier to detect (logs, changed hashes) but damage is immediate.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20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900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420E-64FD-4DDC-A051-D878CC46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074"/>
          </a:xfrm>
        </p:spPr>
        <p:txBody>
          <a:bodyPr/>
          <a:lstStyle/>
          <a:p>
            <a:r>
              <a:rPr lang="en-ID" dirty="0"/>
              <a:t>Malware (Malicious Software)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71331-AD5D-4CC5-9606-D886CEDA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3BACD3-5B41-4430-A85A-2910503B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45556"/>
              </p:ext>
            </p:extLst>
          </p:nvPr>
        </p:nvGraphicFramePr>
        <p:xfrm>
          <a:off x="947333" y="1237410"/>
          <a:ext cx="9798444" cy="48006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53522">
                  <a:extLst>
                    <a:ext uri="{9D8B030D-6E8A-4147-A177-3AD203B41FA5}">
                      <a16:colId xmlns:a16="http://schemas.microsoft.com/office/drawing/2014/main" val="1546796491"/>
                    </a:ext>
                  </a:extLst>
                </a:gridCol>
                <a:gridCol w="7844922">
                  <a:extLst>
                    <a:ext uri="{9D8B030D-6E8A-4147-A177-3AD203B41FA5}">
                      <a16:colId xmlns:a16="http://schemas.microsoft.com/office/drawing/2014/main" val="75517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Virus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Needs a "host" file (like a .docx or .exe) to spread.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action required (opening the file).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85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Worm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Standalone program.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Self-replicating</a:t>
                      </a:r>
                      <a:r>
                        <a:rPr lang="en-US" sz="1600" dirty="0"/>
                        <a:t>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Does </a:t>
                      </a:r>
                      <a:r>
                        <a:rPr lang="en-US" sz="1600" i="1" dirty="0"/>
                        <a:t>not</a:t>
                      </a:r>
                      <a:r>
                        <a:rPr lang="en-US" sz="1600" dirty="0"/>
                        <a:t> need a host or user action.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It crawls across the network automatically.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i="1" dirty="0"/>
                        <a:t>Famous Case:</a:t>
                      </a:r>
                      <a:r>
                        <a:rPr lang="en-ID" sz="1600" dirty="0"/>
                        <a:t> WannaCry, </a:t>
                      </a:r>
                      <a:r>
                        <a:rPr lang="en-ID" sz="1600" dirty="0" err="1"/>
                        <a:t>Brontok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3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Trojan Horse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Looks legitimate (e.g., "Free_Screensaver.exe") but hides malicious code.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Does not replicate; relies on tricking the user.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9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Ransomware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Encrypts data and demands payment.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sz="1600" i="1" dirty="0"/>
                        <a:t>Audit focus:</a:t>
                      </a:r>
                      <a:r>
                        <a:rPr lang="en-US" sz="1600" dirty="0"/>
                        <a:t> Availability backup testing is the #1 defense here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ID" sz="1600" i="1" dirty="0"/>
                        <a:t>Remember the recent PDNS II case in 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5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Logic Bomb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Dormant code triggered by a specific event (e.g., "If employee ID is removed from payroll, delete the database").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ID" sz="1600" i="1" dirty="0"/>
                        <a:t>Audit focus:</a:t>
                      </a:r>
                      <a:r>
                        <a:rPr lang="en-ID" sz="1600" dirty="0"/>
                        <a:t> Source code review and change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59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58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64A0-F558-4131-B50F-F5F5EE0E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Network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6D1A8-2611-41A7-A9B9-9EE2077A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090CC9-EA6B-4A10-9ADB-C0C6B9A9C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7011" y="1600045"/>
            <a:ext cx="10253894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Man-in-the-Middle (MitM):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Attacker intercepts communication between two parties (User-Bank).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Session Hijacking or Replay Attacks.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Encryption (TLS/HTTPS) and Mutual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DoS vs. DDoS: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DoS (Denial of Service): One attacker floods a server to crash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DDoS (Distributed DoS): Attacker uses a "Botnet" (thousands of infected zombie computers) to flood the target.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Compromises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023774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3632-9784-48C6-87B6-C6799C21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Application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CA7C-7F37-4408-872D-614A25BA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27B1FA-3B19-43C5-8644-43AB23EC5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768" y="1492720"/>
            <a:ext cx="1005200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Injection (SQLi):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Attacker enters database commands into a web form (e.g., username field) to trick the backend database.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Entering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' OR '1'=‘1’</a:t>
            </a:r>
            <a:r>
              <a:rPr lang="en-US" altLang="en-US" sz="1800" dirty="0"/>
              <a:t> to bypass password checks.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 Check: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Input validation controls.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Cross-Site Scripting (XSS):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Injecting malicious scripts into trusted websites. When other users view the page, the script steals their session cookies.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Buffer Overflow: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Sending more data than a program's memory buffer can hold. The excess data spills over and crashes the system or executes malicious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5896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FA29-D971-418F-9C80-2E7915A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Advanced Threats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E6D2D-1D99-4B7E-B10D-187AA63A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D368B0-CAD5-4158-8FA4-754E0FAF3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5481" y="1640583"/>
            <a:ext cx="1035479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Zero-Day Exploit: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attack that targets a vulnerability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unknown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software vendor.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"Zero-Day"?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developers have had "zero days" to fix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Defense-in-depth (because you can't patch what you don't know exists).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APT (Advanced Persistent Threat):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Who: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Nation-states or organized crime.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Characteristics: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Stealthy, long-term presence (months/years) in a network.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exfiltration over time, not immediate destruction.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161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52AC-8E2F-4D3A-BA08-9B7A787A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Auditor's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27B1-5973-47DC-BF2A-25B51C49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2868BE-B073-4D3E-BB0D-1D6AEF546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156" y="1690688"/>
            <a:ext cx="942302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are we testing?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Antivirus/Anti-malware: Is it installed on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endpoints? Is it auto-updating?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Patch Management: Are known vulnerabilities patched within policy timeframes (e.g., Critical = 48 hours)?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 Validation: Do applications sanitize user input (stops SQLi/XSS)?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Segmentation: If a Worm infects HR, can it spread to Finance? (It shouldn't).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Question: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"Do we have a defense for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layer?" (The Onion Approach).</a:t>
            </a:r>
          </a:p>
        </p:txBody>
      </p:sp>
    </p:spTree>
    <p:extLst>
      <p:ext uri="{BB962C8B-B14F-4D97-AF65-F5344CB8AC3E}">
        <p14:creationId xmlns:p14="http://schemas.microsoft.com/office/powerpoint/2010/main" val="4258412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7178-5555-495B-8378-A53C8D19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Security Testing Tools &amp;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E491B-61F7-42A9-8E6E-574EE639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Vulnerability Scan vs Penetration Test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2227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487D-FA63-4AF2-8491-76DA5D8C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752"/>
          </a:xfrm>
        </p:spPr>
        <p:txBody>
          <a:bodyPr/>
          <a:lstStyle/>
          <a:p>
            <a:r>
              <a:rPr lang="en-ID" dirty="0"/>
              <a:t>The Testing Spectrum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BBD88-B0D6-4CC2-8657-3DB9AAF2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130798-0DBC-4F86-BA23-B436D135A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11877"/>
            <a:ext cx="1038054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 cannot secure what we do not test.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 Main Approaches: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Vulnerability Scanning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Automated, broad, and non-intrusive. (Like walking around a house checking if windows are unlocked).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Penetration Testing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(Ethical Hacking): Manual, targeted, and intrusive. (Like actually climbing through the window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trying to open the safe).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"Kill Chain":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Testing helps break the attacker's path before they complete their objective.</a:t>
            </a:r>
          </a:p>
        </p:txBody>
      </p:sp>
    </p:spTree>
    <p:extLst>
      <p:ext uri="{BB962C8B-B14F-4D97-AF65-F5344CB8AC3E}">
        <p14:creationId xmlns:p14="http://schemas.microsoft.com/office/powerpoint/2010/main" val="3059073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6A5-B2D7-4692-9B41-B4D40CA7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Vulnerability Scanning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D132F-1C23-4A34-85A6-F864640B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C8463CF-8605-4A8B-B7D9-DBE2D11C1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342096"/>
              </p:ext>
            </p:extLst>
          </p:nvPr>
        </p:nvGraphicFramePr>
        <p:xfrm>
          <a:off x="991476" y="1690688"/>
          <a:ext cx="9886731" cy="27178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18384">
                  <a:extLst>
                    <a:ext uri="{9D8B030D-6E8A-4147-A177-3AD203B41FA5}">
                      <a16:colId xmlns:a16="http://schemas.microsoft.com/office/drawing/2014/main" val="2043440938"/>
                    </a:ext>
                  </a:extLst>
                </a:gridCol>
                <a:gridCol w="7668347">
                  <a:extLst>
                    <a:ext uri="{9D8B030D-6E8A-4147-A177-3AD203B41FA5}">
                      <a16:colId xmlns:a16="http://schemas.microsoft.com/office/drawing/2014/main" val="421060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What it is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Automated software (e.g., Nessus, Qualys) that scans IPs and ports against a database of known vulnerabilities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35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Characteristics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Frequency: High (Weekly/Monthly).</a:t>
                      </a:r>
                    </a:p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Cost: Low.</a:t>
                      </a:r>
                    </a:p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Depth: Shallow (Identifies potential issues but does not exploit them).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73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Risk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 rate of False Positives (reporting a bug that doesn't exist) or False Negatives.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5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Audit Check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Are scans run after every major system change?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7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E928E2-3164-413E-9C1E-71285C672EBA}"/>
              </a:ext>
            </a:extLst>
          </p:cNvPr>
          <p:cNvSpPr txBox="1"/>
          <p:nvPr/>
        </p:nvSpPr>
        <p:spPr>
          <a:xfrm>
            <a:off x="991476" y="4844136"/>
            <a:ext cx="9886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Vulnerability Scanning</a:t>
            </a:r>
            <a:r>
              <a:rPr lang="en-US" dirty="0"/>
              <a:t> is like walking around your house to check if the windows are closed. You simply look and report: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28511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0C8E-5FF0-4840-8654-AEFEF9A5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174"/>
            <a:ext cx="10515600" cy="839361"/>
          </a:xfrm>
        </p:spPr>
        <p:txBody>
          <a:bodyPr/>
          <a:lstStyle/>
          <a:p>
            <a:r>
              <a:rPr lang="en-ID" dirty="0"/>
              <a:t>Penetration Testing (Pen Test)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AF1F9-CD58-4C0B-A61A-930342F3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80565F-3CF7-4551-9546-5395DA1A0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42140"/>
              </p:ext>
            </p:extLst>
          </p:nvPr>
        </p:nvGraphicFramePr>
        <p:xfrm>
          <a:off x="966251" y="1143645"/>
          <a:ext cx="10271410" cy="40386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031354">
                  <a:extLst>
                    <a:ext uri="{9D8B030D-6E8A-4147-A177-3AD203B41FA5}">
                      <a16:colId xmlns:a16="http://schemas.microsoft.com/office/drawing/2014/main" val="2043440938"/>
                    </a:ext>
                  </a:extLst>
                </a:gridCol>
                <a:gridCol w="8240056">
                  <a:extLst>
                    <a:ext uri="{9D8B030D-6E8A-4147-A177-3AD203B41FA5}">
                      <a16:colId xmlns:a16="http://schemas.microsoft.com/office/drawing/2014/main" val="421060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What it is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dirty="0"/>
                        <a:t>A skilled human (Ethical Hacker) attempts to breach defenses to prove a risk exists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35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Characteristics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Manual: Uses human creativity, not just scripts.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Deep: Exploits vulnerabilities to see how far they can get.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Goal-Oriented: Focuses on a specific objective (e.g., "Steal the CEO's password").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73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Risk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Disruption: Real attacks can crash live servers or corrupt data.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Scope Issues: Testers might accidentally target the wrong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5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Audit Check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Rules of Engagement (</a:t>
                      </a:r>
                      <a:r>
                        <a:rPr lang="en-US" b="0" dirty="0" err="1"/>
                        <a:t>RoE</a:t>
                      </a:r>
                      <a:r>
                        <a:rPr lang="en-US" b="0" dirty="0"/>
                        <a:t>): Must have a signed contract defining "Safe" times and boundaries.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Independence: Should be done by a third party, not the internal admin.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Clean Up: Verify testers removed their backdoors after the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7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CCED2D-DF18-409A-A469-AFA8718D18C8}"/>
              </a:ext>
            </a:extLst>
          </p:cNvPr>
          <p:cNvSpPr txBox="1"/>
          <p:nvPr/>
        </p:nvSpPr>
        <p:spPr>
          <a:xfrm>
            <a:off x="915977" y="5391189"/>
            <a:ext cx="10044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Penetration Testing</a:t>
            </a:r>
            <a:r>
              <a:rPr lang="en-US" dirty="0"/>
              <a:t> is hiring a professional thief to actually climb through the window and see if they can steal the jewelry.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6841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F4FB-D89D-4C25-AF78-39E9EC30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Pen-Test Methodologies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6B89B-A53F-467F-B7DF-74F1C741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8BAA63-93FD-401D-98B5-AAA206AF8A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174"/>
            <a:ext cx="101219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Black Box (Zero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knows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(acts like an external hacker).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an outside attack. Time-consuming.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White Box (Full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has full access to network maps, source code, and configs.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an insider threat or allows for a thorough audit of logic. Fastest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Gray Box (Partial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has user-level access.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 compromised employee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6058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4BB6-89BE-44E8-995B-883C2EBD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Advanced Testing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C8628-1F30-48DC-81BD-32E6C68E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CE3FF6-F490-423D-8478-12C27B126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2340"/>
            <a:ext cx="876393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Fuzzing (Fuzz Testing):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input of invalid, random, or unexpected data into a program to crash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Finds memory leaks and buffer overflows.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Application Security Testing (SAST):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Scanning source code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(white box).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Application Security Testing (DAST):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the application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it is running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(black box).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Social Engineering Tests: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the "Human Firewall" (as discussed before).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603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0434-1A8B-446A-AC95-36D9397A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IS Auditor’s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A111-85BE-4960-B5F0-2523909F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9683E4-48C4-4983-99E5-0DAA03595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3679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Independence is Key: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person who built the system should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the one testing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External 3rd parties are often required for Pen Tests to ensure objectivity.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Scope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Did the test cover the whole environment or just "safe" non-critical servers?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Remediation (The most important part):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Finding bugs is useless if you don't fix them.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"Show me the tracking ticket for the Critical finding from last year's Pen Test." If it's still open, that is a failed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024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38A4-2E30-4B9F-952C-8A7EF2E8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Security Monitoring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C6A81-1F69-4686-B13D-5C315DC4F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"Burglar Alarms" of the IT world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02152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9DBB-25F2-4EB9-9E53-572CEEF7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Monitor?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961FD-836D-42BC-B567-8E259514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7080AF-43FF-439B-817C-C203DB08BC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750" y="1853053"/>
            <a:ext cx="1036793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Prevention eventually fails. Firewalls can be bypassed.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you can't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them, you must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them immediately.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Reduce "Dwell Time" (the time an attacker sits inside your network before being noticed).</a:t>
            </a:r>
          </a:p>
        </p:txBody>
      </p:sp>
    </p:spTree>
    <p:extLst>
      <p:ext uri="{BB962C8B-B14F-4D97-AF65-F5344CB8AC3E}">
        <p14:creationId xmlns:p14="http://schemas.microsoft.com/office/powerpoint/2010/main" val="1309344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IDS (Intrusion Detection System)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877556"/>
              </p:ext>
            </p:extLst>
          </p:nvPr>
        </p:nvGraphicFramePr>
        <p:xfrm>
          <a:off x="838200" y="1732439"/>
          <a:ext cx="10216581" cy="22910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that analyzes network traffic looking for attack signatures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someone breaks the window, the alarm screams.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alerts the police, but it does </a:t>
                      </a:r>
                      <a:r>
                        <a:rPr lang="en-US" i="1" dirty="0"/>
                        <a:t>not</a:t>
                      </a:r>
                      <a:r>
                        <a:rPr lang="en-US" dirty="0"/>
                        <a:t> physically grab the burglar.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detects and alerts only.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does not alter traffic.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alarm rings all day (False Positives), the security team will turn it off or ignore it.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472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6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IPS  (Intrusion Prevention  System)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752754"/>
              </p:ext>
            </p:extLst>
          </p:nvPr>
        </p:nvGraphicFramePr>
        <p:xfrm>
          <a:off x="838200" y="1732439"/>
          <a:ext cx="10216581" cy="23672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device that sits </a:t>
                      </a:r>
                      <a:r>
                        <a:rPr lang="en-US" i="1" dirty="0"/>
                        <a:t>inline</a:t>
                      </a:r>
                      <a:r>
                        <a:rPr lang="en-US" dirty="0"/>
                        <a:t> with traffic. It inspects packets and blocks them if they look malicious.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guard standing at the entrance.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you are on the "banned list," he physically stops you from entering.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It detects, alerts, </a:t>
                      </a:r>
                      <a:r>
                        <a:rPr lang="en-US" i="1" dirty="0"/>
                        <a:t>and</a:t>
                      </a:r>
                      <a:r>
                        <a:rPr lang="en-US" dirty="0"/>
                        <a:t> blocks.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If the Guard mistakenly thinks the CEO is a hacker, the CEO gets locked out of the building. This disrupts business.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472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64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SIEM (Security Information and Event Management)</a:t>
            </a:r>
            <a:endParaRPr lang="en-ID" sz="3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036395"/>
              </p:ext>
            </p:extLst>
          </p:nvPr>
        </p:nvGraphicFramePr>
        <p:xfrm>
          <a:off x="838200" y="1732439"/>
          <a:ext cx="10216581" cy="26263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43882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central platform that collects logs from </a:t>
                      </a:r>
                      <a:r>
                        <a:rPr lang="en-US" i="1" dirty="0"/>
                        <a:t>everywhere</a:t>
                      </a:r>
                      <a:r>
                        <a:rPr lang="en-US" dirty="0"/>
                        <a:t> (Firewall, IDS, Servers, Database) to find patterns.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The Detective's Puzzle Board</a:t>
                      </a:r>
                      <a:endParaRPr lang="en-US" dirty="0"/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Firewall has one clue. The Server has another clue. The ID badge reader has a third.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Separately, they look innocent. Together, the SIEM realizes: "John badged in at 2 AM </a:t>
                      </a:r>
                      <a:r>
                        <a:rPr lang="en-US" i="1" dirty="0"/>
                        <a:t>and</a:t>
                      </a:r>
                      <a:r>
                        <a:rPr lang="en-US" dirty="0"/>
                        <a:t> copied the database."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Correlation. Turning millions of logs into one meaningful alert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72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3200" dirty="0"/>
              <a:t>Honeypots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740648"/>
              </p:ext>
            </p:extLst>
          </p:nvPr>
        </p:nvGraphicFramePr>
        <p:xfrm>
          <a:off x="838200" y="1732439"/>
          <a:ext cx="10216581" cy="21945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43882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decoy system designed to look vulnerable and valuable, but contains no real data.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Bait Car.</a:t>
                      </a:r>
                    </a:p>
                    <a:p>
                      <a:r>
                        <a:rPr lang="en-US" dirty="0"/>
                        <a:t>Police leave a car unlocked with keys in it. If anyone enters, the doors lock and the police are alerted.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Distraction: Wastes the hacker's time.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Intelligence: Lets </a:t>
                      </a:r>
                      <a:r>
                        <a:rPr lang="en-US" dirty="0"/>
                        <a:t>us study </a:t>
                      </a:r>
                      <a:r>
                        <a:rPr lang="en-US" i="1" dirty="0"/>
                        <a:t>how</a:t>
                      </a:r>
                      <a:r>
                        <a:rPr lang="en-US" dirty="0"/>
                        <a:t> they attack.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30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0870-ED31-4007-81E0-7BA305CC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Response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D3A7F-A8D1-473B-9DB7-B0228589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"Emergency Room"</a:t>
            </a:r>
          </a:p>
        </p:txBody>
      </p:sp>
    </p:spTree>
    <p:extLst>
      <p:ext uri="{BB962C8B-B14F-4D97-AF65-F5344CB8AC3E}">
        <p14:creationId xmlns:p14="http://schemas.microsoft.com/office/powerpoint/2010/main" val="3671780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B628-6111-41EE-921B-8F3F9BD0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– "Not If, But When"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29586-F4EE-4D64-AE8E-F3129844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82AE7B-83F4-4F6D-903C-58FFE77379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174" y="1520420"/>
            <a:ext cx="10121463" cy="4149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Mindset: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prevents 99% of attacks. IR handles the 1% that get through.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Analogy: The Fire Station. You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have smoke detectors (IDS) and sprinklers (IPS), but you still need firefighters (IR Team) when the building is actually burning.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Objective</a:t>
            </a:r>
            <a:r>
              <a:rPr lang="en-US" sz="1600" b="1" dirty="0"/>
              <a:t>:</a:t>
            </a:r>
            <a:r>
              <a:rPr lang="en-US" sz="1600" dirty="0"/>
              <a:t> To effectively identify, manage, and recover from security incidents while minimizing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Key Definition</a:t>
            </a:r>
            <a:r>
              <a:rPr lang="en-US" sz="1600" b="1" dirty="0"/>
              <a:t>:</a:t>
            </a:r>
            <a:r>
              <a:rPr lang="en-US" sz="1600" dirty="0"/>
              <a:t> An Incident is any adverse event that compromises the confidentiality, integrity, or availability of an information asset (e.g., malware infection, DoS, unauthorized access).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The IRP (Incident Response Plan):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formally documented procedure.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Must define roles and responsibilities (CSIRT - Computer Security Incident Response Team).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Must align with Business Continuity Planning (BCP) and Disaster Recovery (DR).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Audit Objective:</a:t>
            </a:r>
            <a:r>
              <a:rPr lang="en-US" sz="1800" dirty="0"/>
              <a:t> </a:t>
            </a:r>
            <a:r>
              <a:rPr lang="en-US" sz="1600" dirty="0"/>
              <a:t>Verify that the IRP is documented, tested annually (Tabletop Exercise), and updated based on test results.</a:t>
            </a:r>
          </a:p>
        </p:txBody>
      </p:sp>
    </p:spTree>
    <p:extLst>
      <p:ext uri="{BB962C8B-B14F-4D97-AF65-F5344CB8AC3E}">
        <p14:creationId xmlns:p14="http://schemas.microsoft.com/office/powerpoint/2010/main" val="1415328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A7EF-F74C-4E29-A857-8708ABEB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D" dirty="0"/>
              <a:t>The Incident Response Lifecycle</a:t>
            </a:r>
            <a:br>
              <a:rPr lang="en-ID" dirty="0"/>
            </a:br>
            <a:r>
              <a:rPr lang="en-ID" sz="2000" dirty="0">
                <a:latin typeface="+mn-lt"/>
              </a:rPr>
              <a:t>(Based on NIST/SANS)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FDCD-3BCA-4D5C-8CB4-3D2285D5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85611BF-E274-41F7-9120-51B97D1BF3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47" y="1013315"/>
            <a:ext cx="60579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761780-84C6-47E2-B2BC-B4B81C142CD4}"/>
              </a:ext>
            </a:extLst>
          </p:cNvPr>
          <p:cNvSpPr txBox="1"/>
          <p:nvPr/>
        </p:nvSpPr>
        <p:spPr>
          <a:xfrm>
            <a:off x="897059" y="1383715"/>
            <a:ext cx="483528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Preparation: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Establishing the CSIRT, tooling, baselines, and communication channels.</a:t>
            </a:r>
          </a:p>
          <a:p>
            <a:r>
              <a:rPr lang="en-US" sz="1600" b="1" dirty="0"/>
              <a:t>2. Detection &amp; Analysis: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Triage process: Validating alerts from IDS/SIEM to declare a formal incident.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determining the Scope of Impact.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F8763-FC14-44B8-9DB7-6CD3D3F4E0D9}"/>
              </a:ext>
            </a:extLst>
          </p:cNvPr>
          <p:cNvSpPr txBox="1"/>
          <p:nvPr/>
        </p:nvSpPr>
        <p:spPr>
          <a:xfrm>
            <a:off x="897059" y="3288564"/>
            <a:ext cx="10939691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Containment: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Short-term: Limiting immediate damage (e.g., isolating a VLAN).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Long-term: Restoring systems for production while keeping them isolated.</a:t>
            </a:r>
          </a:p>
          <a:p>
            <a:r>
              <a:rPr lang="en-US" sz="1600" b="1" dirty="0"/>
              <a:t>4. Eradication: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Removing the root cause (e.g., reimaging the host, patching the vulnerability).</a:t>
            </a:r>
          </a:p>
          <a:p>
            <a:r>
              <a:rPr lang="en-US" sz="1600" b="1" dirty="0"/>
              <a:t>5. Recovery: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Restoring operations to normal business hours.</a:t>
            </a:r>
          </a:p>
          <a:p>
            <a:r>
              <a:rPr lang="en-US" sz="1600" b="1" dirty="0"/>
              <a:t>6. Post-Incident Review (Lessons Learned):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Critical for the "Continuous Improvement" cycle.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Audit Focus:</a:t>
            </a:r>
            <a:r>
              <a:rPr lang="en-US" sz="1600" dirty="0"/>
              <a:t> Reviewing post-incident reports to ensure root causes were addressed.</a:t>
            </a:r>
          </a:p>
        </p:txBody>
      </p:sp>
    </p:spTree>
    <p:extLst>
      <p:ext uri="{BB962C8B-B14F-4D97-AF65-F5344CB8AC3E}">
        <p14:creationId xmlns:p14="http://schemas.microsoft.com/office/powerpoint/2010/main" val="1090626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4C70-566F-4A31-8D5F-8DD4F75A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Digital Forensics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C4450-B39F-478A-B906-F4316551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EDE2EF-266F-4CBA-B895-241FB5EFC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5466" y="1802882"/>
            <a:ext cx="1038106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Locard’s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Exchange Principle: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"Every contact leaves a trace."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Chain of Custody: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chronological documentation trail that records the sequence of custody, control, transfer, analysis, and disposition of physical or electronic evidence.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Crucial for CISA: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broken chain of custody renders evidence inadmissible in legal proceedings.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Write Blocking: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Hardware or software tools used to prevent any modification (write actions) to the source drive during acquisition.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Hashing (Integrity Check):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algorithms (MD5, SHA-256) to verify that the forensic image is mathematically identical to the original 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687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A816-7CAB-4E88-83D8-BB1EC8C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BAAC1-CCFD-4C30-96A5-4BE6B88F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C7E4A-597D-4324-BC93-3257388D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1528" cy="38645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go!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385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89D60-60E5-4A46-BEB4-51E42BB6383E}">
  <ds:schemaRefs>
    <ds:schemaRef ds:uri="http://schemas.microsoft.com/office/2006/metadata/properties"/>
    <ds:schemaRef ds:uri="http://schemas.microsoft.com/office/infopath/2007/PartnerControls"/>
    <ds:schemaRef ds:uri="a956eed5-f0c9-4482-bcee-424a7f38c900"/>
  </ds:schemaRefs>
</ds:datastoreItem>
</file>

<file path=customXml/itemProps2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3194</Words>
  <Application>Microsoft Office PowerPoint</Application>
  <PresentationFormat>Widescreen</PresentationFormat>
  <Paragraphs>400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Security Event Management</vt:lpstr>
      <vt:lpstr>Class Recap</vt:lpstr>
      <vt:lpstr>Class Roadmap</vt:lpstr>
      <vt:lpstr>Covered So Far</vt:lpstr>
      <vt:lpstr>PowerPoint Presentation</vt:lpstr>
      <vt:lpstr>Intro</vt:lpstr>
      <vt:lpstr>What This Chapter is About?</vt:lpstr>
      <vt:lpstr>What This Chapter is About?</vt:lpstr>
      <vt:lpstr>Security Awareness</vt:lpstr>
      <vt:lpstr>Why Technology Isn’t Enough</vt:lpstr>
      <vt:lpstr>Social Engineering</vt:lpstr>
      <vt:lpstr>Common Attack Vector (1/2) Attack Methods: Electronic &amp; Voice Content</vt:lpstr>
      <vt:lpstr>Common Attack Vector (2/2) Attack Methods: Physical &amp; Presence Content</vt:lpstr>
      <vt:lpstr>An Open Question</vt:lpstr>
      <vt:lpstr>The Human Firewall</vt:lpstr>
      <vt:lpstr>Designing an Effective Program</vt:lpstr>
      <vt:lpstr>Auditing Awareness Program</vt:lpstr>
      <vt:lpstr>Information System Attack Methods</vt:lpstr>
      <vt:lpstr>The Attack Landscape: Passive vs. Active Content</vt:lpstr>
      <vt:lpstr>Malware (Malicious Software) Types</vt:lpstr>
      <vt:lpstr>Network Attacks</vt:lpstr>
      <vt:lpstr>Application Attacks</vt:lpstr>
      <vt:lpstr>Advanced Threats</vt:lpstr>
      <vt:lpstr>The Auditor's Perspective</vt:lpstr>
      <vt:lpstr>Security Testing Tools &amp; Techniques</vt:lpstr>
      <vt:lpstr>The Testing Spectrum</vt:lpstr>
      <vt:lpstr>Vulnerability Scanning</vt:lpstr>
      <vt:lpstr>Penetration Testing (Pen Test)</vt:lpstr>
      <vt:lpstr>Pen-Test Methodologies</vt:lpstr>
      <vt:lpstr>Advanced Testing Tools</vt:lpstr>
      <vt:lpstr>The IS Auditor’s Role</vt:lpstr>
      <vt:lpstr>Security Monitoring Tools</vt:lpstr>
      <vt:lpstr>Why Monitor?</vt:lpstr>
      <vt:lpstr>IDS (Intrusion Detection System)</vt:lpstr>
      <vt:lpstr>IPS  (Intrusion Prevention  System)</vt:lpstr>
      <vt:lpstr>SIEM (Security Information and Event Management)</vt:lpstr>
      <vt:lpstr>Honeypots</vt:lpstr>
      <vt:lpstr>Incident Response</vt:lpstr>
      <vt:lpstr>The Reality – "Not If, But When"</vt:lpstr>
      <vt:lpstr>The Incident Response Lifecycle (Based on NIST/SANS)</vt:lpstr>
      <vt:lpstr>Digital Forensics Principles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48</cp:revision>
  <dcterms:created xsi:type="dcterms:W3CDTF">2023-09-18T04:21:25Z</dcterms:created>
  <dcterms:modified xsi:type="dcterms:W3CDTF">2026-08-30T02:13:57Z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