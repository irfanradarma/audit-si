
<file path=[Content_Types].xml><?xml version="1.0" encoding="utf-8"?>
<Types xmlns="http://schemas.openxmlformats.org/package/2006/content-types">
  <Default Extension="bin" ContentType="application/vnd.openxmlformats-officedocument.oleObject"/>
  <Default Extension="fntdata" ContentType="application/x-fontdata"/>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4"/>
  </p:sldMasterIdLst>
  <p:notesMasterIdLst>
    <p:notesMasterId r:id="rId48"/>
  </p:notesMasterIdLst>
  <p:sldIdLst>
    <p:sldId id="256" r:id="rId5"/>
    <p:sldId id="423" r:id="rId6"/>
    <p:sldId id="422" r:id="rId7"/>
    <p:sldId id="424" r:id="rId8"/>
    <p:sldId id="425" r:id="rId9"/>
    <p:sldId id="332" r:id="rId10"/>
    <p:sldId id="893" r:id="rId11"/>
    <p:sldId id="298" r:id="rId12"/>
    <p:sldId id="299" r:id="rId13"/>
    <p:sldId id="429" r:id="rId14"/>
    <p:sldId id="300" r:id="rId15"/>
    <p:sldId id="426" r:id="rId16"/>
    <p:sldId id="302" r:id="rId17"/>
    <p:sldId id="303" r:id="rId18"/>
    <p:sldId id="304" r:id="rId19"/>
    <p:sldId id="427" r:id="rId20"/>
    <p:sldId id="343" r:id="rId21"/>
    <p:sldId id="894" r:id="rId22"/>
    <p:sldId id="351" r:id="rId23"/>
    <p:sldId id="333" r:id="rId24"/>
    <p:sldId id="334" r:id="rId25"/>
    <p:sldId id="310" r:id="rId26"/>
    <p:sldId id="311" r:id="rId27"/>
    <p:sldId id="312" r:id="rId28"/>
    <p:sldId id="408" r:id="rId29"/>
    <p:sldId id="314" r:id="rId30"/>
    <p:sldId id="316" r:id="rId31"/>
    <p:sldId id="317" r:id="rId32"/>
    <p:sldId id="324" r:id="rId33"/>
    <p:sldId id="318" r:id="rId34"/>
    <p:sldId id="891" r:id="rId35"/>
    <p:sldId id="320" r:id="rId36"/>
    <p:sldId id="321" r:id="rId37"/>
    <p:sldId id="322" r:id="rId38"/>
    <p:sldId id="323" r:id="rId39"/>
    <p:sldId id="889" r:id="rId40"/>
    <p:sldId id="411" r:id="rId41"/>
    <p:sldId id="892" r:id="rId42"/>
    <p:sldId id="433" r:id="rId43"/>
    <p:sldId id="468" r:id="rId44"/>
    <p:sldId id="430" r:id="rId45"/>
    <p:sldId id="278" r:id="rId46"/>
    <p:sldId id="418" r:id="rId47"/>
  </p:sldIdLst>
  <p:sldSz cx="9144000" cy="5143500" type="screen16x9"/>
  <p:notesSz cx="6858000" cy="9144000"/>
  <p:embeddedFontLst>
    <p:embeddedFont>
      <p:font typeface="Barlow Light" panose="00000400000000000000" pitchFamily="2" charset="0"/>
      <p:regular r:id="rId49"/>
      <p:bold r:id="rId50"/>
      <p:italic r:id="rId51"/>
      <p:boldItalic r:id="rId52"/>
    </p:embeddedFont>
    <p:embeddedFont>
      <p:font typeface="Raleway SemiBold" pitchFamily="2" charset="0"/>
      <p:regular r:id="rId53"/>
      <p:bold r:id="rId54"/>
      <p:italic r:id="rId55"/>
      <p:boldItalic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CE7239F6-EEF4-4EC5-8BF3-BD4F5510CA9C}">
          <p14:sldIdLst>
            <p14:sldId id="256"/>
            <p14:sldId id="423"/>
            <p14:sldId id="422"/>
            <p14:sldId id="424"/>
            <p14:sldId id="425"/>
            <p14:sldId id="332"/>
            <p14:sldId id="893"/>
            <p14:sldId id="298"/>
            <p14:sldId id="299"/>
            <p14:sldId id="429"/>
            <p14:sldId id="300"/>
            <p14:sldId id="426"/>
            <p14:sldId id="302"/>
            <p14:sldId id="303"/>
            <p14:sldId id="304"/>
            <p14:sldId id="427"/>
            <p14:sldId id="343"/>
            <p14:sldId id="894"/>
            <p14:sldId id="351"/>
            <p14:sldId id="333"/>
            <p14:sldId id="334"/>
            <p14:sldId id="310"/>
            <p14:sldId id="311"/>
            <p14:sldId id="312"/>
            <p14:sldId id="408"/>
            <p14:sldId id="314"/>
            <p14:sldId id="316"/>
            <p14:sldId id="317"/>
            <p14:sldId id="324"/>
            <p14:sldId id="318"/>
            <p14:sldId id="891"/>
            <p14:sldId id="320"/>
            <p14:sldId id="321"/>
            <p14:sldId id="322"/>
            <p14:sldId id="323"/>
            <p14:sldId id="889"/>
            <p14:sldId id="411"/>
            <p14:sldId id="892"/>
            <p14:sldId id="433"/>
            <p14:sldId id="468"/>
            <p14:sldId id="430"/>
            <p14:sldId id="278"/>
          </p14:sldIdLst>
        </p14:section>
        <p14:section name="Lampiran/Unused" id="{72CDEF3E-589A-4355-9ECA-E8EE41C1A973}">
          <p14:sldIdLst>
            <p14:sldId id="41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BB9"/>
    <a:srgbClr val="E261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36CBA7-1DE9-48AE-911A-5FB14A474F1F}" v="1" dt="2026-08-10T04:41:24.047"/>
  </p1510:revLst>
</p1510:revInfo>
</file>

<file path=ppt/tableStyles.xml><?xml version="1.0" encoding="utf-8"?>
<a:tblStyleLst xmlns:a="http://schemas.openxmlformats.org/drawingml/2006/main" def="{1D54DC6E-5F47-45C2-9750-FF39251B6EC2}">
  <a:tblStyle styleId="{1D54DC6E-5F47-45C2-9750-FF39251B6EC2}"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font" Target="fonts/font2.fntdata"/><Relationship Id="rId55" Type="http://schemas.openxmlformats.org/officeDocument/2006/relationships/font" Target="fonts/font7.fntdata"/><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font" Target="fonts/font5.fntdata"/><Relationship Id="rId58" Type="http://schemas.openxmlformats.org/officeDocument/2006/relationships/viewProps" Target="viewProps.xml"/><Relationship Id="rId5" Type="http://schemas.openxmlformats.org/officeDocument/2006/relationships/slide" Target="slides/slide1.xml"/><Relationship Id="rId61" Type="http://schemas.microsoft.com/office/2016/11/relationships/changesInfo" Target="changesInfos/changesInfo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56" Type="http://schemas.openxmlformats.org/officeDocument/2006/relationships/font" Target="fonts/font8.fntdata"/><Relationship Id="rId8" Type="http://schemas.openxmlformats.org/officeDocument/2006/relationships/slide" Target="slides/slide4.xml"/><Relationship Id="rId51" Type="http://schemas.openxmlformats.org/officeDocument/2006/relationships/font" Target="fonts/font3.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6.fntdata"/><Relationship Id="rId62"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1.fntdata"/><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4.fntdata"/><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riz Rosoel" userId="f4681c7f-9558-473a-8f0b-43cd82ef1ef5" providerId="ADAL" clId="{951BEE4C-6CC3-4F28-BF9C-EEAF159695E0}"/>
    <pc:docChg chg="undo custSel addSld delSld modSld sldOrd modSection">
      <pc:chgData name="Fariz Rosoel" userId="f4681c7f-9558-473a-8f0b-43cd82ef1ef5" providerId="ADAL" clId="{951BEE4C-6CC3-4F28-BF9C-EEAF159695E0}" dt="2026-08-10T07:16:24.647" v="12" actId="2696"/>
      <pc:docMkLst>
        <pc:docMk/>
      </pc:docMkLst>
      <pc:sldChg chg="add del mod modShow">
        <pc:chgData name="Fariz Rosoel" userId="f4681c7f-9558-473a-8f0b-43cd82ef1ef5" providerId="ADAL" clId="{951BEE4C-6CC3-4F28-BF9C-EEAF159695E0}" dt="2026-08-10T04:41:00.902" v="10" actId="2696"/>
        <pc:sldMkLst>
          <pc:docMk/>
          <pc:sldMk cId="759982979" sldId="399"/>
        </pc:sldMkLst>
      </pc:sldChg>
      <pc:sldChg chg="add del">
        <pc:chgData name="Fariz Rosoel" userId="f4681c7f-9558-473a-8f0b-43cd82ef1ef5" providerId="ADAL" clId="{951BEE4C-6CC3-4F28-BF9C-EEAF159695E0}" dt="2026-08-10T07:16:24.647" v="12" actId="2696"/>
        <pc:sldMkLst>
          <pc:docMk/>
          <pc:sldMk cId="2919858983" sldId="399"/>
        </pc:sldMkLst>
      </pc:sldChg>
    </pc:docChg>
  </pc:docChgLst>
  <pc:docChgLst>
    <pc:chgData name="Teuku Raja Irfan Radarma" userId="S::teuku.radarma@kemenkeu.go.id::cf428174-95ba-4576-8554-3a3b8ffa52b7" providerId="AD" clId="Web-{821B4553-DC16-4B5B-89C1-33F83895A78E}"/>
    <pc:docChg chg="modSld">
      <pc:chgData name="Teuku Raja Irfan Radarma" userId="S::teuku.radarma@kemenkeu.go.id::cf428174-95ba-4576-8554-3a3b8ffa52b7" providerId="AD" clId="Web-{821B4553-DC16-4B5B-89C1-33F83895A78E}" dt="2026-07-20T13:55:59.773" v="0" actId="14100"/>
      <pc:docMkLst>
        <pc:docMk/>
      </pc:docMkLst>
      <pc:sldChg chg="modSp">
        <pc:chgData name="Teuku Raja Irfan Radarma" userId="S::teuku.radarma@kemenkeu.go.id::cf428174-95ba-4576-8554-3a3b8ffa52b7" providerId="AD" clId="Web-{821B4553-DC16-4B5B-89C1-33F83895A78E}" dt="2026-07-20T13:55:59.773" v="0" actId="14100"/>
        <pc:sldMkLst>
          <pc:docMk/>
          <pc:sldMk cId="470044854" sldId="316"/>
        </pc:sldMkLst>
        <pc:spChg chg="mod">
          <ac:chgData name="Teuku Raja Irfan Radarma" userId="S::teuku.radarma@kemenkeu.go.id::cf428174-95ba-4576-8554-3a3b8ffa52b7" providerId="AD" clId="Web-{821B4553-DC16-4B5B-89C1-33F83895A78E}" dt="2026-07-20T13:55:59.773" v="0" actId="14100"/>
          <ac:spMkLst>
            <pc:docMk/>
            <pc:sldMk cId="470044854" sldId="316"/>
            <ac:spMk id="32256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86918426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 Target="../slides/slide29.xml"/><Relationship Id="rId1" Type="http://schemas.openxmlformats.org/officeDocument/2006/relationships/notesMaster" Target="../notesMasters/notesMaster1.xml"/><Relationship Id="rId4" Type="http://schemas.openxmlformats.org/officeDocument/2006/relationships/image" Target="../media/image20.wmf"/></Relationships>
</file>

<file path=ppt/notesSlides/_rels/notesSlide2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 Target="../slides/slide30.xml"/><Relationship Id="rId1" Type="http://schemas.openxmlformats.org/officeDocument/2006/relationships/notesMaster" Target="../notesMasters/notesMaster1.xml"/><Relationship Id="rId4" Type="http://schemas.openxmlformats.org/officeDocument/2006/relationships/image" Target="../media/image21.wmf"/></Relationships>
</file>

<file path=ppt/notesSlides/_rels/note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 Target="../slides/slide32.xml"/><Relationship Id="rId1" Type="http://schemas.openxmlformats.org/officeDocument/2006/relationships/notesMaster" Target="../notesMasters/notesMaster1.xml"/><Relationship Id="rId4" Type="http://schemas.openxmlformats.org/officeDocument/2006/relationships/image" Target="../media/image24.png"/></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 Target="../slides/slide34.xml"/><Relationship Id="rId1" Type="http://schemas.openxmlformats.org/officeDocument/2006/relationships/notesMaster" Target="../notesMasters/notesMaster1.xml"/><Relationship Id="rId4" Type="http://schemas.openxmlformats.org/officeDocument/2006/relationships/image" Target="../media/image26.wmf"/></Relationships>
</file>

<file path=ppt/notesSlides/_rels/notesSlide3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 Target="../slides/slide35.xml"/><Relationship Id="rId1" Type="http://schemas.openxmlformats.org/officeDocument/2006/relationships/notesMaster" Target="../notesMasters/notesMaster1.xml"/><Relationship Id="rId4" Type="http://schemas.openxmlformats.org/officeDocument/2006/relationships/image" Target="../media/image28.wmf"/></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733572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20194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6860552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3B4C6717-238D-45E3-9D7E-84E1B9704604}"/>
              </a:ext>
            </a:extLst>
          </p:cNvPr>
          <p:cNvSpPr>
            <a:spLocks noGrp="1" noChangeArrowheads="1"/>
          </p:cNvSpPr>
          <p:nvPr>
            <p:ph type="ftr" sz="quarter" idx="4"/>
          </p:nvPr>
        </p:nvSpPr>
        <p:spPr>
          <a:ln/>
        </p:spPr>
        <p:txBody>
          <a:bodyPr/>
          <a:lstStyle/>
          <a:p>
            <a:r>
              <a:rPr lang="en-US" altLang="en-US"/>
              <a:t>Oracle Database 11</a:t>
            </a:r>
            <a:r>
              <a:rPr lang="en-US" altLang="en-US" i="1"/>
              <a:t>g</a:t>
            </a:r>
            <a:r>
              <a:rPr lang="en-US" altLang="en-US"/>
              <a:t>: SQL Fundamentals I</a:t>
            </a:r>
            <a:r>
              <a:rPr lang="en-US" altLang="en-US">
                <a:solidFill>
                  <a:schemeClr val="tx1"/>
                </a:solidFill>
              </a:rPr>
              <a:t>   1 - </a:t>
            </a:r>
            <a:fld id="{B1AA8E01-E178-42BE-834A-770118CBF04D}" type="slidenum">
              <a:rPr lang="en-US" altLang="en-US">
                <a:solidFill>
                  <a:schemeClr val="tx1"/>
                </a:solidFill>
              </a:rPr>
              <a:pPr/>
              <a:t>4</a:t>
            </a:fld>
            <a:endParaRPr lang="en-US" altLang="en-US">
              <a:solidFill>
                <a:schemeClr val="tx1"/>
              </a:solidFill>
            </a:endParaRPr>
          </a:p>
        </p:txBody>
      </p:sp>
      <p:sp>
        <p:nvSpPr>
          <p:cNvPr id="313348" name="Rectangle 4">
            <a:extLst>
              <a:ext uri="{FF2B5EF4-FFF2-40B4-BE49-F238E27FC236}">
                <a16:creationId xmlns:a16="http://schemas.microsoft.com/office/drawing/2014/main" id="{7DAF0D31-2063-497F-8010-12F0925FE749}"/>
              </a:ext>
            </a:extLst>
          </p:cNvPr>
          <p:cNvSpPr>
            <a:spLocks noGrp="1" noRot="1" noChangeAspect="1" noChangeArrowheads="1" noTextEdit="1"/>
          </p:cNvSpPr>
          <p:nvPr>
            <p:ph type="sldImg"/>
          </p:nvPr>
        </p:nvSpPr>
        <p:spPr>
          <a:xfrm>
            <a:off x="381000" y="685800"/>
            <a:ext cx="6096000" cy="3429000"/>
          </a:xfrm>
          <a:ln/>
        </p:spPr>
      </p:sp>
      <p:sp>
        <p:nvSpPr>
          <p:cNvPr id="313349" name="Rectangle 5">
            <a:extLst>
              <a:ext uri="{FF2B5EF4-FFF2-40B4-BE49-F238E27FC236}">
                <a16:creationId xmlns:a16="http://schemas.microsoft.com/office/drawing/2014/main" id="{02F933D8-7865-4714-B50B-6076B8BD0C14}"/>
              </a:ext>
            </a:extLst>
          </p:cNvPr>
          <p:cNvSpPr>
            <a:spLocks noGrp="1" noChangeArrowheads="1"/>
          </p:cNvSpPr>
          <p:nvPr>
            <p:ph type="body" idx="1"/>
          </p:nvPr>
        </p:nvSpPr>
        <p:spPr>
          <a:xfrm>
            <a:off x="477838" y="5400675"/>
            <a:ext cx="6359525" cy="3663950"/>
          </a:xfrm>
        </p:spPr>
        <p:txBody>
          <a:bodyPr/>
          <a:lstStyle/>
          <a:p>
            <a:endParaRPr lang="en-US" altLang="en-US"/>
          </a:p>
        </p:txBody>
      </p:sp>
    </p:spTree>
    <p:extLst>
      <p:ext uri="{BB962C8B-B14F-4D97-AF65-F5344CB8AC3E}">
        <p14:creationId xmlns:p14="http://schemas.microsoft.com/office/powerpoint/2010/main" val="42712974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3B4C6717-238D-45E3-9D7E-84E1B9704604}"/>
              </a:ext>
            </a:extLst>
          </p:cNvPr>
          <p:cNvSpPr>
            <a:spLocks noGrp="1" noChangeArrowheads="1"/>
          </p:cNvSpPr>
          <p:nvPr>
            <p:ph type="ftr" sz="quarter" idx="4"/>
          </p:nvPr>
        </p:nvSpPr>
        <p:spPr>
          <a:ln/>
        </p:spPr>
        <p:txBody>
          <a:bodyPr/>
          <a:lstStyle/>
          <a:p>
            <a:r>
              <a:rPr lang="en-US" altLang="en-US"/>
              <a:t>Oracle Database 11</a:t>
            </a:r>
            <a:r>
              <a:rPr lang="en-US" altLang="en-US" i="1"/>
              <a:t>g</a:t>
            </a:r>
            <a:r>
              <a:rPr lang="en-US" altLang="en-US"/>
              <a:t>: SQL Fundamentals I</a:t>
            </a:r>
            <a:r>
              <a:rPr lang="en-US" altLang="en-US">
                <a:solidFill>
                  <a:schemeClr val="tx1"/>
                </a:solidFill>
              </a:rPr>
              <a:t>   1 - </a:t>
            </a:r>
            <a:fld id="{B1AA8E01-E178-42BE-834A-770118CBF04D}" type="slidenum">
              <a:rPr lang="en-US" altLang="en-US">
                <a:solidFill>
                  <a:schemeClr val="tx1"/>
                </a:solidFill>
              </a:rPr>
              <a:pPr/>
              <a:t>5</a:t>
            </a:fld>
            <a:endParaRPr lang="en-US" altLang="en-US">
              <a:solidFill>
                <a:schemeClr val="tx1"/>
              </a:solidFill>
            </a:endParaRPr>
          </a:p>
        </p:txBody>
      </p:sp>
      <p:sp>
        <p:nvSpPr>
          <p:cNvPr id="313348" name="Rectangle 4">
            <a:extLst>
              <a:ext uri="{FF2B5EF4-FFF2-40B4-BE49-F238E27FC236}">
                <a16:creationId xmlns:a16="http://schemas.microsoft.com/office/drawing/2014/main" id="{7DAF0D31-2063-497F-8010-12F0925FE749}"/>
              </a:ext>
            </a:extLst>
          </p:cNvPr>
          <p:cNvSpPr>
            <a:spLocks noGrp="1" noRot="1" noChangeAspect="1" noChangeArrowheads="1" noTextEdit="1"/>
          </p:cNvSpPr>
          <p:nvPr>
            <p:ph type="sldImg"/>
          </p:nvPr>
        </p:nvSpPr>
        <p:spPr>
          <a:xfrm>
            <a:off x="381000" y="685800"/>
            <a:ext cx="6096000" cy="3429000"/>
          </a:xfrm>
          <a:ln/>
        </p:spPr>
      </p:sp>
      <p:sp>
        <p:nvSpPr>
          <p:cNvPr id="313349" name="Rectangle 5">
            <a:extLst>
              <a:ext uri="{FF2B5EF4-FFF2-40B4-BE49-F238E27FC236}">
                <a16:creationId xmlns:a16="http://schemas.microsoft.com/office/drawing/2014/main" id="{02F933D8-7865-4714-B50B-6076B8BD0C14}"/>
              </a:ext>
            </a:extLst>
          </p:cNvPr>
          <p:cNvSpPr>
            <a:spLocks noGrp="1" noChangeArrowheads="1"/>
          </p:cNvSpPr>
          <p:nvPr>
            <p:ph type="body" idx="1"/>
          </p:nvPr>
        </p:nvSpPr>
        <p:spPr>
          <a:xfrm>
            <a:off x="477838" y="5400675"/>
            <a:ext cx="6359525" cy="3663950"/>
          </a:xfrm>
        </p:spPr>
        <p:txBody>
          <a:bodyPr/>
          <a:lstStyle/>
          <a:p>
            <a:endParaRPr lang="en-US" altLang="en-US"/>
          </a:p>
        </p:txBody>
      </p:sp>
    </p:spTree>
    <p:extLst>
      <p:ext uri="{BB962C8B-B14F-4D97-AF65-F5344CB8AC3E}">
        <p14:creationId xmlns:p14="http://schemas.microsoft.com/office/powerpoint/2010/main" val="19278086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088FD9A8-4239-4EF8-8640-2DF2D50F8AD5}"/>
              </a:ext>
            </a:extLst>
          </p:cNvPr>
          <p:cNvSpPr>
            <a:spLocks noGrp="1" noChangeArrowheads="1"/>
          </p:cNvSpPr>
          <p:nvPr>
            <p:ph type="ftr" sz="quarter" idx="4"/>
          </p:nvPr>
        </p:nvSpPr>
        <p:spPr>
          <a:ln/>
        </p:spPr>
        <p:txBody>
          <a:bodyPr/>
          <a:lstStyle/>
          <a:p>
            <a:r>
              <a:rPr lang="en-US" altLang="en-US"/>
              <a:t>Oracle Database 11</a:t>
            </a:r>
            <a:r>
              <a:rPr lang="en-US" altLang="en-US" i="1"/>
              <a:t>g</a:t>
            </a:r>
            <a:r>
              <a:rPr lang="en-US" altLang="en-US"/>
              <a:t>: SQL Fundamentals I</a:t>
            </a:r>
            <a:r>
              <a:rPr lang="en-US" altLang="en-US">
                <a:solidFill>
                  <a:schemeClr val="tx1"/>
                </a:solidFill>
              </a:rPr>
              <a:t>   1 - </a:t>
            </a:r>
            <a:fld id="{7238ECC3-2637-4E5A-95FF-31F7BD4FC0FE}" type="slidenum">
              <a:rPr lang="en-US" altLang="en-US">
                <a:solidFill>
                  <a:schemeClr val="tx1"/>
                </a:solidFill>
              </a:rPr>
              <a:pPr/>
              <a:t>6</a:t>
            </a:fld>
            <a:endParaRPr lang="en-US" altLang="en-US">
              <a:solidFill>
                <a:schemeClr val="tx1"/>
              </a:solidFill>
            </a:endParaRPr>
          </a:p>
        </p:txBody>
      </p:sp>
      <p:sp>
        <p:nvSpPr>
          <p:cNvPr id="319492" name="Rectangle 4">
            <a:extLst>
              <a:ext uri="{FF2B5EF4-FFF2-40B4-BE49-F238E27FC236}">
                <a16:creationId xmlns:a16="http://schemas.microsoft.com/office/drawing/2014/main" id="{58907FCE-3D43-4D58-AF6C-30724583FD22}"/>
              </a:ext>
            </a:extLst>
          </p:cNvPr>
          <p:cNvSpPr>
            <a:spLocks noGrp="1" noRot="1" noChangeAspect="1" noChangeArrowheads="1" noTextEdit="1"/>
          </p:cNvSpPr>
          <p:nvPr>
            <p:ph type="sldImg"/>
          </p:nvPr>
        </p:nvSpPr>
        <p:spPr>
          <a:xfrm>
            <a:off x="381000" y="685800"/>
            <a:ext cx="6096000" cy="3429000"/>
          </a:xfrm>
          <a:ln/>
        </p:spPr>
      </p:sp>
      <p:sp>
        <p:nvSpPr>
          <p:cNvPr id="319493" name="Rectangle 5">
            <a:extLst>
              <a:ext uri="{FF2B5EF4-FFF2-40B4-BE49-F238E27FC236}">
                <a16:creationId xmlns:a16="http://schemas.microsoft.com/office/drawing/2014/main" id="{3421C88D-1975-42D2-B065-74C745F409A3}"/>
              </a:ext>
            </a:extLst>
          </p:cNvPr>
          <p:cNvSpPr>
            <a:spLocks noGrp="1" noChangeArrowheads="1"/>
          </p:cNvSpPr>
          <p:nvPr>
            <p:ph type="body" idx="1"/>
          </p:nvPr>
        </p:nvSpPr>
        <p:spPr>
          <a:xfrm>
            <a:off x="477838" y="5391150"/>
            <a:ext cx="6359525" cy="3673475"/>
          </a:xfrm>
        </p:spPr>
        <p:txBody>
          <a:bodyPr/>
          <a:lstStyle/>
          <a:p>
            <a:r>
              <a:rPr lang="en-US" altLang="en-US" dirty="0"/>
              <a:t>Writing SQL Statements</a:t>
            </a:r>
          </a:p>
          <a:p>
            <a:pPr lvl="1"/>
            <a:r>
              <a:rPr lang="en-US" altLang="en-US" dirty="0">
                <a:solidFill>
                  <a:schemeClr val="tx1"/>
                </a:solidFill>
              </a:rPr>
              <a:t>By using the following simple rules and guidelines, you can construct valid statements that are both easy to read and edit:</a:t>
            </a:r>
          </a:p>
          <a:p>
            <a:pPr lvl="2"/>
            <a:r>
              <a:rPr lang="en-US" altLang="en-US" dirty="0">
                <a:solidFill>
                  <a:schemeClr val="tx1"/>
                </a:solidFill>
              </a:rPr>
              <a:t>SQL statements are not case-sensitive (unless indicated).</a:t>
            </a:r>
          </a:p>
          <a:p>
            <a:pPr lvl="2"/>
            <a:r>
              <a:rPr lang="en-US" altLang="en-US" dirty="0">
                <a:solidFill>
                  <a:schemeClr val="tx1"/>
                </a:solidFill>
              </a:rPr>
              <a:t>SQL statements can be entered on one or many lines. </a:t>
            </a:r>
          </a:p>
          <a:p>
            <a:pPr lvl="2"/>
            <a:r>
              <a:rPr lang="en-US" altLang="en-US" dirty="0">
                <a:solidFill>
                  <a:schemeClr val="tx1"/>
                </a:solidFill>
              </a:rPr>
              <a:t>Keywords cannot be split across lines or abbreviated.</a:t>
            </a:r>
          </a:p>
          <a:p>
            <a:pPr lvl="2"/>
            <a:r>
              <a:rPr lang="en-US" altLang="en-US" dirty="0">
                <a:solidFill>
                  <a:schemeClr val="tx1"/>
                </a:solidFill>
              </a:rPr>
              <a:t>Clauses are usually placed on separate lines for readability and ease of editing.</a:t>
            </a:r>
          </a:p>
          <a:p>
            <a:pPr lvl="2"/>
            <a:r>
              <a:rPr lang="en-US" altLang="en-US" dirty="0">
                <a:solidFill>
                  <a:schemeClr val="tx1"/>
                </a:solidFill>
              </a:rPr>
              <a:t>Indents should be used to make code more readable.</a:t>
            </a:r>
          </a:p>
          <a:p>
            <a:pPr lvl="2"/>
            <a:r>
              <a:rPr lang="en-US" altLang="en-US" dirty="0">
                <a:solidFill>
                  <a:schemeClr val="tx1"/>
                </a:solidFill>
              </a:rPr>
              <a:t>Keywords typically are entered in uppercase; all other words, such as table names and columns names are entered in lowercase.</a:t>
            </a:r>
          </a:p>
          <a:p>
            <a:r>
              <a:rPr lang="en-US" altLang="en-US" dirty="0"/>
              <a:t>Executing SQL Statements</a:t>
            </a:r>
          </a:p>
          <a:p>
            <a:pPr lvl="1"/>
            <a:r>
              <a:rPr lang="en-US" altLang="en-US" dirty="0">
                <a:solidFill>
                  <a:schemeClr val="tx1"/>
                </a:solidFill>
              </a:rPr>
              <a:t>In</a:t>
            </a:r>
            <a:r>
              <a:rPr lang="en-US" altLang="en-US" i="1" dirty="0">
                <a:solidFill>
                  <a:schemeClr val="tx1"/>
                </a:solidFill>
              </a:rPr>
              <a:t> </a:t>
            </a:r>
            <a:r>
              <a:rPr lang="en-US" altLang="en-US" dirty="0">
                <a:solidFill>
                  <a:schemeClr val="tx1"/>
                </a:solidFill>
              </a:rPr>
              <a:t>SQL Developer, click the Run Script icon or press [F5] to run the command or commands in the SQL Worksheet. You can also click the Execute Statement icon or press [F9] to run a SQL statement in the SQL Worksheet. The Execute Statement icon executes the statement at the mouse pointer in the Enter SQL Statement box while the Run Script icon executes all the statements in the Enter SQL Statement box. The Execute Statement icon displays the output of the query on the Results tabbed page while the Run Script icon emulates the SQL*Plus display and shows the output on the Script Output tabbed page.</a:t>
            </a:r>
          </a:p>
          <a:p>
            <a:pPr lvl="1"/>
            <a:r>
              <a:rPr lang="en-US" altLang="en-US" dirty="0">
                <a:solidFill>
                  <a:schemeClr val="tx1"/>
                </a:solidFill>
              </a:rPr>
              <a:t>In SQL*Plus, terminate the SQL statement with a semicolon, and then press [Enter] to run the command.</a:t>
            </a:r>
          </a:p>
        </p:txBody>
      </p:sp>
    </p:spTree>
    <p:extLst>
      <p:ext uri="{BB962C8B-B14F-4D97-AF65-F5344CB8AC3E}">
        <p14:creationId xmlns:p14="http://schemas.microsoft.com/office/powerpoint/2010/main" val="39451213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088FD9A8-4239-4EF8-8640-2DF2D50F8AD5}"/>
              </a:ext>
            </a:extLst>
          </p:cNvPr>
          <p:cNvSpPr>
            <a:spLocks noGrp="1" noChangeArrowheads="1"/>
          </p:cNvSpPr>
          <p:nvPr>
            <p:ph type="ftr" sz="quarter" idx="4"/>
          </p:nvPr>
        </p:nvSpPr>
        <p:spPr>
          <a:ln/>
        </p:spPr>
        <p:txBody>
          <a:bodyPr/>
          <a:lstStyle/>
          <a:p>
            <a:r>
              <a:rPr lang="en-US" altLang="en-US"/>
              <a:t>Oracle Database 11</a:t>
            </a:r>
            <a:r>
              <a:rPr lang="en-US" altLang="en-US" i="1"/>
              <a:t>g</a:t>
            </a:r>
            <a:r>
              <a:rPr lang="en-US" altLang="en-US"/>
              <a:t>: SQL Fundamentals I</a:t>
            </a:r>
            <a:r>
              <a:rPr lang="en-US" altLang="en-US">
                <a:solidFill>
                  <a:schemeClr val="tx1"/>
                </a:solidFill>
              </a:rPr>
              <a:t>   1 - </a:t>
            </a:r>
            <a:fld id="{7238ECC3-2637-4E5A-95FF-31F7BD4FC0FE}" type="slidenum">
              <a:rPr lang="en-US" altLang="en-US">
                <a:solidFill>
                  <a:schemeClr val="tx1"/>
                </a:solidFill>
              </a:rPr>
              <a:pPr/>
              <a:t>7</a:t>
            </a:fld>
            <a:endParaRPr lang="en-US" altLang="en-US">
              <a:solidFill>
                <a:schemeClr val="tx1"/>
              </a:solidFill>
            </a:endParaRPr>
          </a:p>
        </p:txBody>
      </p:sp>
      <p:sp>
        <p:nvSpPr>
          <p:cNvPr id="319492" name="Rectangle 4">
            <a:extLst>
              <a:ext uri="{FF2B5EF4-FFF2-40B4-BE49-F238E27FC236}">
                <a16:creationId xmlns:a16="http://schemas.microsoft.com/office/drawing/2014/main" id="{58907FCE-3D43-4D58-AF6C-30724583FD22}"/>
              </a:ext>
            </a:extLst>
          </p:cNvPr>
          <p:cNvSpPr>
            <a:spLocks noGrp="1" noRot="1" noChangeAspect="1" noChangeArrowheads="1" noTextEdit="1"/>
          </p:cNvSpPr>
          <p:nvPr>
            <p:ph type="sldImg"/>
          </p:nvPr>
        </p:nvSpPr>
        <p:spPr>
          <a:xfrm>
            <a:off x="381000" y="685800"/>
            <a:ext cx="6096000" cy="3429000"/>
          </a:xfrm>
          <a:ln/>
        </p:spPr>
      </p:sp>
      <p:sp>
        <p:nvSpPr>
          <p:cNvPr id="319493" name="Rectangle 5">
            <a:extLst>
              <a:ext uri="{FF2B5EF4-FFF2-40B4-BE49-F238E27FC236}">
                <a16:creationId xmlns:a16="http://schemas.microsoft.com/office/drawing/2014/main" id="{3421C88D-1975-42D2-B065-74C745F409A3}"/>
              </a:ext>
            </a:extLst>
          </p:cNvPr>
          <p:cNvSpPr>
            <a:spLocks noGrp="1" noChangeArrowheads="1"/>
          </p:cNvSpPr>
          <p:nvPr>
            <p:ph type="body" idx="1"/>
          </p:nvPr>
        </p:nvSpPr>
        <p:spPr>
          <a:xfrm>
            <a:off x="477838" y="5391150"/>
            <a:ext cx="6359525" cy="3673475"/>
          </a:xfrm>
        </p:spPr>
        <p:txBody>
          <a:bodyPr/>
          <a:lstStyle/>
          <a:p>
            <a:pPr marL="139700" indent="0">
              <a:buNone/>
            </a:pPr>
            <a:endParaRPr lang="en-US" altLang="en-US">
              <a:solidFill>
                <a:schemeClr val="tx1"/>
              </a:solidFill>
            </a:endParaRPr>
          </a:p>
        </p:txBody>
      </p:sp>
    </p:spTree>
    <p:extLst>
      <p:ext uri="{BB962C8B-B14F-4D97-AF65-F5344CB8AC3E}">
        <p14:creationId xmlns:p14="http://schemas.microsoft.com/office/powerpoint/2010/main" val="10483002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3B4C6717-238D-45E3-9D7E-84E1B9704604}"/>
              </a:ext>
            </a:extLst>
          </p:cNvPr>
          <p:cNvSpPr>
            <a:spLocks noGrp="1" noChangeArrowheads="1"/>
          </p:cNvSpPr>
          <p:nvPr>
            <p:ph type="ftr" sz="quarter" idx="4"/>
          </p:nvPr>
        </p:nvSpPr>
        <p:spPr>
          <a:ln/>
        </p:spPr>
        <p:txBody>
          <a:bodyPr/>
          <a:lstStyle/>
          <a:p>
            <a:r>
              <a:rPr lang="en-US" altLang="en-US"/>
              <a:t>Oracle Database 11</a:t>
            </a:r>
            <a:r>
              <a:rPr lang="en-US" altLang="en-US" i="1"/>
              <a:t>g</a:t>
            </a:r>
            <a:r>
              <a:rPr lang="en-US" altLang="en-US"/>
              <a:t>: SQL Fundamentals I</a:t>
            </a:r>
            <a:r>
              <a:rPr lang="en-US" altLang="en-US">
                <a:solidFill>
                  <a:schemeClr val="tx1"/>
                </a:solidFill>
              </a:rPr>
              <a:t>   1 - </a:t>
            </a:r>
            <a:fld id="{B1AA8E01-E178-42BE-834A-770118CBF04D}" type="slidenum">
              <a:rPr lang="en-US" altLang="en-US">
                <a:solidFill>
                  <a:schemeClr val="tx1"/>
                </a:solidFill>
              </a:rPr>
              <a:pPr/>
              <a:t>8</a:t>
            </a:fld>
            <a:endParaRPr lang="en-US" altLang="en-US">
              <a:solidFill>
                <a:schemeClr val="tx1"/>
              </a:solidFill>
            </a:endParaRPr>
          </a:p>
        </p:txBody>
      </p:sp>
      <p:sp>
        <p:nvSpPr>
          <p:cNvPr id="313348" name="Rectangle 4">
            <a:extLst>
              <a:ext uri="{FF2B5EF4-FFF2-40B4-BE49-F238E27FC236}">
                <a16:creationId xmlns:a16="http://schemas.microsoft.com/office/drawing/2014/main" id="{7DAF0D31-2063-497F-8010-12F0925FE749}"/>
              </a:ext>
            </a:extLst>
          </p:cNvPr>
          <p:cNvSpPr>
            <a:spLocks noGrp="1" noRot="1" noChangeAspect="1" noChangeArrowheads="1" noTextEdit="1"/>
          </p:cNvSpPr>
          <p:nvPr>
            <p:ph type="sldImg"/>
          </p:nvPr>
        </p:nvSpPr>
        <p:spPr>
          <a:xfrm>
            <a:off x="381000" y="685800"/>
            <a:ext cx="6096000" cy="3429000"/>
          </a:xfrm>
          <a:ln/>
        </p:spPr>
      </p:sp>
      <p:sp>
        <p:nvSpPr>
          <p:cNvPr id="313349" name="Rectangle 5">
            <a:extLst>
              <a:ext uri="{FF2B5EF4-FFF2-40B4-BE49-F238E27FC236}">
                <a16:creationId xmlns:a16="http://schemas.microsoft.com/office/drawing/2014/main" id="{02F933D8-7865-4714-B50B-6076B8BD0C14}"/>
              </a:ext>
            </a:extLst>
          </p:cNvPr>
          <p:cNvSpPr>
            <a:spLocks noGrp="1" noChangeArrowheads="1"/>
          </p:cNvSpPr>
          <p:nvPr>
            <p:ph type="body" idx="1"/>
          </p:nvPr>
        </p:nvSpPr>
        <p:spPr>
          <a:xfrm>
            <a:off x="477838" y="5400675"/>
            <a:ext cx="6359525" cy="3663950"/>
          </a:xfrm>
        </p:spPr>
        <p:txBody>
          <a:bodyPr/>
          <a:lstStyle/>
          <a:p>
            <a:r>
              <a:rPr lang="en-US" altLang="en-US"/>
              <a:t>Basic </a:t>
            </a:r>
            <a:r>
              <a:rPr lang="en-US" altLang="en-US">
                <a:latin typeface="Courier New" panose="02070309020205020404" pitchFamily="49" charset="0"/>
              </a:rPr>
              <a:t>SELECT</a:t>
            </a:r>
            <a:r>
              <a:rPr lang="en-US" altLang="en-US">
                <a:latin typeface="Times New Roman" panose="02020603050405020304" pitchFamily="18" charset="0"/>
              </a:rPr>
              <a:t> </a:t>
            </a:r>
            <a:r>
              <a:rPr lang="en-US" altLang="en-US"/>
              <a:t>Statement</a:t>
            </a:r>
          </a:p>
          <a:p>
            <a:pPr lvl="1">
              <a:lnSpc>
                <a:spcPct val="98000"/>
              </a:lnSpc>
            </a:pPr>
            <a:r>
              <a:rPr lang="en-US" altLang="en-US">
                <a:solidFill>
                  <a:schemeClr val="tx1"/>
                </a:solidFill>
              </a:rPr>
              <a:t>In its simplest form, a </a:t>
            </a:r>
            <a:r>
              <a:rPr lang="en-US" altLang="en-US">
                <a:solidFill>
                  <a:schemeClr val="tx1"/>
                </a:solidFill>
                <a:latin typeface="Courier New" panose="02070309020205020404" pitchFamily="49" charset="0"/>
              </a:rPr>
              <a:t>SELECT</a:t>
            </a:r>
            <a:r>
              <a:rPr lang="en-US" altLang="en-US">
                <a:solidFill>
                  <a:schemeClr val="tx1"/>
                </a:solidFill>
              </a:rPr>
              <a:t> statement must include the following:</a:t>
            </a:r>
          </a:p>
          <a:p>
            <a:pPr lvl="2">
              <a:lnSpc>
                <a:spcPct val="98000"/>
              </a:lnSpc>
            </a:pPr>
            <a:r>
              <a:rPr lang="en-US" altLang="en-US">
                <a:solidFill>
                  <a:schemeClr val="tx1"/>
                </a:solidFill>
              </a:rPr>
              <a:t>A </a:t>
            </a:r>
            <a:r>
              <a:rPr lang="en-US" altLang="en-US">
                <a:solidFill>
                  <a:schemeClr val="tx1"/>
                </a:solidFill>
                <a:latin typeface="Courier New" panose="02070309020205020404" pitchFamily="49" charset="0"/>
              </a:rPr>
              <a:t>SELECT</a:t>
            </a:r>
            <a:r>
              <a:rPr lang="en-US" altLang="en-US">
                <a:solidFill>
                  <a:schemeClr val="tx1"/>
                </a:solidFill>
              </a:rPr>
              <a:t> clause, which specifies the columns to be displayed</a:t>
            </a:r>
          </a:p>
          <a:p>
            <a:pPr lvl="2">
              <a:lnSpc>
                <a:spcPct val="98000"/>
              </a:lnSpc>
            </a:pPr>
            <a:r>
              <a:rPr lang="en-US" altLang="en-US">
                <a:solidFill>
                  <a:schemeClr val="tx1"/>
                </a:solidFill>
              </a:rPr>
              <a:t>A </a:t>
            </a:r>
            <a:r>
              <a:rPr lang="en-US" altLang="en-US">
                <a:solidFill>
                  <a:schemeClr val="tx1"/>
                </a:solidFill>
                <a:latin typeface="Courier New" panose="02070309020205020404" pitchFamily="49" charset="0"/>
              </a:rPr>
              <a:t>FROM</a:t>
            </a:r>
            <a:r>
              <a:rPr lang="en-US" altLang="en-US">
                <a:solidFill>
                  <a:schemeClr val="tx1"/>
                </a:solidFill>
              </a:rPr>
              <a:t> clause, which identifies the table containing the columns that are listed in the </a:t>
            </a:r>
            <a:r>
              <a:rPr lang="en-US" altLang="en-US">
                <a:solidFill>
                  <a:schemeClr val="tx1"/>
                </a:solidFill>
                <a:latin typeface="Courier New" panose="02070309020205020404" pitchFamily="49" charset="0"/>
              </a:rPr>
              <a:t>SELECT</a:t>
            </a:r>
            <a:r>
              <a:rPr lang="en-US" altLang="en-US">
                <a:solidFill>
                  <a:schemeClr val="tx1"/>
                </a:solidFill>
              </a:rPr>
              <a:t> clause</a:t>
            </a:r>
            <a:endParaRPr lang="en-US" altLang="en-US" b="1">
              <a:solidFill>
                <a:schemeClr val="tx1"/>
              </a:solidFill>
            </a:endParaRPr>
          </a:p>
          <a:p>
            <a:pPr lvl="1">
              <a:lnSpc>
                <a:spcPct val="98000"/>
              </a:lnSpc>
            </a:pPr>
            <a:r>
              <a:rPr lang="en-US" altLang="en-US">
                <a:solidFill>
                  <a:schemeClr val="tx1"/>
                </a:solidFill>
              </a:rPr>
              <a:t>In the syntax:</a:t>
            </a:r>
          </a:p>
          <a:p>
            <a:pPr lvl="1">
              <a:lnSpc>
                <a:spcPct val="98000"/>
              </a:lnSpc>
            </a:pPr>
            <a:r>
              <a:rPr lang="en-US" altLang="en-US">
                <a:solidFill>
                  <a:schemeClr val="tx1"/>
                </a:solidFill>
              </a:rPr>
              <a:t>	</a:t>
            </a:r>
            <a:r>
              <a:rPr lang="en-US" altLang="en-US">
                <a:solidFill>
                  <a:schemeClr val="tx1"/>
                </a:solidFill>
                <a:latin typeface="Courier New" panose="02070309020205020404" pitchFamily="49" charset="0"/>
              </a:rPr>
              <a:t>SELECT</a:t>
            </a:r>
            <a:r>
              <a:rPr lang="en-US" altLang="en-US">
                <a:solidFill>
                  <a:schemeClr val="tx1"/>
                </a:solidFill>
              </a:rPr>
              <a:t>			is a list of one or more columns</a:t>
            </a:r>
            <a:endParaRPr lang="en-US" altLang="en-US" i="1">
              <a:solidFill>
                <a:schemeClr val="tx1"/>
              </a:solidFill>
            </a:endParaRPr>
          </a:p>
          <a:p>
            <a:pPr lvl="2">
              <a:lnSpc>
                <a:spcPct val="98000"/>
              </a:lnSpc>
              <a:buFont typeface="Times New Roman" panose="02020603050405020304" pitchFamily="18" charset="0"/>
              <a:buNone/>
            </a:pPr>
            <a:r>
              <a:rPr lang="en-US" altLang="en-US">
                <a:solidFill>
                  <a:schemeClr val="tx1"/>
                </a:solidFill>
              </a:rPr>
              <a:t>	</a:t>
            </a:r>
            <a:r>
              <a:rPr lang="en-US" altLang="en-US">
                <a:solidFill>
                  <a:schemeClr val="tx1"/>
                </a:solidFill>
                <a:latin typeface="Courier New" panose="02070309020205020404" pitchFamily="49" charset="0"/>
              </a:rPr>
              <a:t>*</a:t>
            </a:r>
            <a:r>
              <a:rPr lang="en-US" altLang="en-US" i="1">
                <a:solidFill>
                  <a:schemeClr val="tx1"/>
                </a:solidFill>
                <a:latin typeface="Courier New" panose="02070309020205020404" pitchFamily="49" charset="0"/>
              </a:rPr>
              <a:t> </a:t>
            </a:r>
            <a:r>
              <a:rPr lang="en-US" altLang="en-US" i="1">
                <a:solidFill>
                  <a:schemeClr val="tx1"/>
                </a:solidFill>
              </a:rPr>
              <a:t> 				</a:t>
            </a:r>
            <a:r>
              <a:rPr lang="en-US" altLang="en-US">
                <a:solidFill>
                  <a:schemeClr val="tx1"/>
                </a:solidFill>
              </a:rPr>
              <a:t>selects all columns</a:t>
            </a:r>
          </a:p>
          <a:p>
            <a:pPr lvl="2">
              <a:lnSpc>
                <a:spcPct val="98000"/>
              </a:lnSpc>
              <a:buFont typeface="Times New Roman" panose="02020603050405020304" pitchFamily="18" charset="0"/>
              <a:buNone/>
            </a:pPr>
            <a:r>
              <a:rPr lang="en-US" altLang="en-US">
                <a:solidFill>
                  <a:schemeClr val="tx1"/>
                </a:solidFill>
              </a:rPr>
              <a:t>	</a:t>
            </a:r>
            <a:r>
              <a:rPr lang="en-US" altLang="en-US">
                <a:solidFill>
                  <a:schemeClr val="tx1"/>
                </a:solidFill>
                <a:latin typeface="Courier New" panose="02070309020205020404" pitchFamily="49" charset="0"/>
              </a:rPr>
              <a:t>DISTINCT</a:t>
            </a:r>
            <a:r>
              <a:rPr lang="en-US" altLang="en-US">
                <a:solidFill>
                  <a:schemeClr val="tx1"/>
                </a:solidFill>
              </a:rPr>
              <a:t>			suppresses duplicates</a:t>
            </a:r>
          </a:p>
          <a:p>
            <a:pPr lvl="2">
              <a:lnSpc>
                <a:spcPct val="98000"/>
              </a:lnSpc>
              <a:buFont typeface="Times New Roman" panose="02020603050405020304" pitchFamily="18" charset="0"/>
              <a:buNone/>
            </a:pPr>
            <a:r>
              <a:rPr lang="en-US" altLang="en-US" i="1">
                <a:solidFill>
                  <a:schemeClr val="tx1"/>
                </a:solidFill>
              </a:rPr>
              <a:t>	</a:t>
            </a:r>
            <a:r>
              <a:rPr lang="en-US" altLang="en-US" i="1">
                <a:solidFill>
                  <a:schemeClr val="tx1"/>
                </a:solidFill>
                <a:latin typeface="Courier New" panose="02070309020205020404" pitchFamily="49" charset="0"/>
              </a:rPr>
              <a:t>column|expression</a:t>
            </a:r>
            <a:r>
              <a:rPr lang="en-US" altLang="en-US">
                <a:solidFill>
                  <a:schemeClr val="tx1"/>
                </a:solidFill>
              </a:rPr>
              <a:t>	selects the named column or the expression</a:t>
            </a:r>
          </a:p>
          <a:p>
            <a:pPr lvl="2">
              <a:lnSpc>
                <a:spcPct val="98000"/>
              </a:lnSpc>
              <a:buFont typeface="Times New Roman" panose="02020603050405020304" pitchFamily="18" charset="0"/>
              <a:buNone/>
            </a:pPr>
            <a:r>
              <a:rPr lang="en-US" altLang="en-US" i="1">
                <a:solidFill>
                  <a:schemeClr val="tx1"/>
                </a:solidFill>
              </a:rPr>
              <a:t>	</a:t>
            </a:r>
            <a:r>
              <a:rPr lang="en-US" altLang="en-US" i="1">
                <a:solidFill>
                  <a:schemeClr val="tx1"/>
                </a:solidFill>
                <a:latin typeface="Courier New" panose="02070309020205020404" pitchFamily="49" charset="0"/>
              </a:rPr>
              <a:t>alias				</a:t>
            </a:r>
            <a:r>
              <a:rPr lang="en-US" altLang="en-US">
                <a:solidFill>
                  <a:schemeClr val="tx1"/>
                </a:solidFill>
              </a:rPr>
              <a:t>gives the selected columns different headings</a:t>
            </a:r>
          </a:p>
          <a:p>
            <a:pPr lvl="2">
              <a:lnSpc>
                <a:spcPct val="98000"/>
              </a:lnSpc>
              <a:buFont typeface="Times New Roman" panose="02020603050405020304" pitchFamily="18" charset="0"/>
              <a:buNone/>
            </a:pPr>
            <a:r>
              <a:rPr lang="en-US" altLang="en-US">
                <a:solidFill>
                  <a:schemeClr val="tx1"/>
                </a:solidFill>
              </a:rPr>
              <a:t>	</a:t>
            </a:r>
            <a:r>
              <a:rPr lang="en-US" altLang="en-US">
                <a:solidFill>
                  <a:schemeClr val="tx1"/>
                </a:solidFill>
                <a:latin typeface="Courier New" panose="02070309020205020404" pitchFamily="49" charset="0"/>
              </a:rPr>
              <a:t>FROM</a:t>
            </a:r>
            <a:r>
              <a:rPr lang="en-US" altLang="en-US" i="1">
                <a:solidFill>
                  <a:schemeClr val="tx1"/>
                </a:solidFill>
                <a:latin typeface="Courier New" panose="02070309020205020404" pitchFamily="49" charset="0"/>
              </a:rPr>
              <a:t> table</a:t>
            </a:r>
            <a:r>
              <a:rPr lang="en-US" altLang="en-US" i="1">
                <a:solidFill>
                  <a:schemeClr val="tx1"/>
                </a:solidFill>
              </a:rPr>
              <a:t> 			</a:t>
            </a:r>
            <a:r>
              <a:rPr lang="en-US" altLang="en-US">
                <a:solidFill>
                  <a:schemeClr val="tx1"/>
                </a:solidFill>
              </a:rPr>
              <a:t>specifies the table containing the columns</a:t>
            </a:r>
          </a:p>
          <a:p>
            <a:pPr lvl="1">
              <a:lnSpc>
                <a:spcPct val="98000"/>
              </a:lnSpc>
            </a:pPr>
            <a:r>
              <a:rPr lang="en-US" altLang="en-US" b="1">
                <a:solidFill>
                  <a:schemeClr val="tx1"/>
                </a:solidFill>
              </a:rPr>
              <a:t>Note: </a:t>
            </a:r>
            <a:r>
              <a:rPr lang="en-US" altLang="en-US">
                <a:solidFill>
                  <a:schemeClr val="tx1"/>
                </a:solidFill>
              </a:rPr>
              <a:t>Throughout this course, the words </a:t>
            </a:r>
            <a:r>
              <a:rPr lang="en-US" altLang="en-US" i="1">
                <a:solidFill>
                  <a:schemeClr val="tx1"/>
                </a:solidFill>
              </a:rPr>
              <a:t>keyword</a:t>
            </a:r>
            <a:r>
              <a:rPr lang="en-US" altLang="en-US">
                <a:solidFill>
                  <a:schemeClr val="tx1"/>
                </a:solidFill>
              </a:rPr>
              <a:t>, </a:t>
            </a:r>
            <a:r>
              <a:rPr lang="en-US" altLang="en-US" i="1">
                <a:solidFill>
                  <a:schemeClr val="tx1"/>
                </a:solidFill>
              </a:rPr>
              <a:t>clause</a:t>
            </a:r>
            <a:r>
              <a:rPr lang="en-US" altLang="en-US">
                <a:solidFill>
                  <a:schemeClr val="tx1"/>
                </a:solidFill>
              </a:rPr>
              <a:t>, and </a:t>
            </a:r>
            <a:r>
              <a:rPr lang="en-US" altLang="en-US" i="1">
                <a:solidFill>
                  <a:schemeClr val="tx1"/>
                </a:solidFill>
              </a:rPr>
              <a:t>statement</a:t>
            </a:r>
            <a:r>
              <a:rPr lang="en-US" altLang="en-US">
                <a:solidFill>
                  <a:schemeClr val="tx1"/>
                </a:solidFill>
              </a:rPr>
              <a:t> are used as follows:</a:t>
            </a:r>
          </a:p>
          <a:p>
            <a:pPr lvl="2">
              <a:lnSpc>
                <a:spcPct val="98000"/>
              </a:lnSpc>
            </a:pPr>
            <a:r>
              <a:rPr lang="en-US" altLang="en-US">
                <a:solidFill>
                  <a:schemeClr val="tx1"/>
                </a:solidFill>
              </a:rPr>
              <a:t>A </a:t>
            </a:r>
            <a:r>
              <a:rPr lang="en-US" altLang="en-US" i="1">
                <a:solidFill>
                  <a:schemeClr val="tx1"/>
                </a:solidFill>
              </a:rPr>
              <a:t>keyword</a:t>
            </a:r>
            <a:r>
              <a:rPr lang="en-US" altLang="en-US">
                <a:solidFill>
                  <a:schemeClr val="tx1"/>
                </a:solidFill>
              </a:rPr>
              <a:t> refers to an individual SQL element.</a:t>
            </a:r>
            <a:br>
              <a:rPr lang="en-US" altLang="en-US">
                <a:solidFill>
                  <a:schemeClr val="tx1"/>
                </a:solidFill>
              </a:rPr>
            </a:br>
            <a:r>
              <a:rPr lang="en-US" altLang="en-US">
                <a:solidFill>
                  <a:schemeClr val="tx1"/>
                </a:solidFill>
              </a:rPr>
              <a:t>For example, </a:t>
            </a:r>
            <a:r>
              <a:rPr lang="en-US" altLang="en-US">
                <a:solidFill>
                  <a:schemeClr val="tx1"/>
                </a:solidFill>
                <a:latin typeface="Courier New" panose="02070309020205020404" pitchFamily="49" charset="0"/>
              </a:rPr>
              <a:t>SELECT</a:t>
            </a:r>
            <a:r>
              <a:rPr lang="en-US" altLang="en-US">
                <a:solidFill>
                  <a:schemeClr val="tx1"/>
                </a:solidFill>
              </a:rPr>
              <a:t> and </a:t>
            </a:r>
            <a:r>
              <a:rPr lang="en-US" altLang="en-US">
                <a:solidFill>
                  <a:schemeClr val="tx1"/>
                </a:solidFill>
                <a:latin typeface="Courier New" panose="02070309020205020404" pitchFamily="49" charset="0"/>
              </a:rPr>
              <a:t>FROM</a:t>
            </a:r>
            <a:r>
              <a:rPr lang="en-US" altLang="en-US">
                <a:solidFill>
                  <a:schemeClr val="tx1"/>
                </a:solidFill>
              </a:rPr>
              <a:t> are keywords.</a:t>
            </a:r>
          </a:p>
          <a:p>
            <a:pPr lvl="2">
              <a:lnSpc>
                <a:spcPct val="98000"/>
              </a:lnSpc>
            </a:pPr>
            <a:r>
              <a:rPr lang="en-US" altLang="en-US">
                <a:solidFill>
                  <a:schemeClr val="tx1"/>
                </a:solidFill>
              </a:rPr>
              <a:t>A </a:t>
            </a:r>
            <a:r>
              <a:rPr lang="en-US" altLang="en-US" i="1">
                <a:solidFill>
                  <a:schemeClr val="tx1"/>
                </a:solidFill>
              </a:rPr>
              <a:t>clause</a:t>
            </a:r>
            <a:r>
              <a:rPr lang="en-US" altLang="en-US">
                <a:solidFill>
                  <a:schemeClr val="tx1"/>
                </a:solidFill>
              </a:rPr>
              <a:t> is a part of a SQL statement.</a:t>
            </a:r>
            <a:br>
              <a:rPr lang="en-US" altLang="en-US">
                <a:solidFill>
                  <a:schemeClr val="tx1"/>
                </a:solidFill>
              </a:rPr>
            </a:br>
            <a:r>
              <a:rPr lang="en-US" altLang="en-US">
                <a:solidFill>
                  <a:schemeClr val="tx1"/>
                </a:solidFill>
              </a:rPr>
              <a:t>For example, </a:t>
            </a:r>
            <a:r>
              <a:rPr lang="en-US" altLang="en-US">
                <a:solidFill>
                  <a:schemeClr val="tx1"/>
                </a:solidFill>
                <a:latin typeface="Courier New" panose="02070309020205020404" pitchFamily="49" charset="0"/>
              </a:rPr>
              <a:t>SELECT employee_id</a:t>
            </a:r>
            <a:r>
              <a:rPr lang="en-US" altLang="en-US">
                <a:solidFill>
                  <a:schemeClr val="tx1"/>
                </a:solidFill>
              </a:rPr>
              <a:t>, </a:t>
            </a:r>
            <a:r>
              <a:rPr lang="en-US" altLang="en-US">
                <a:solidFill>
                  <a:schemeClr val="tx1"/>
                </a:solidFill>
                <a:latin typeface="Courier New" panose="02070309020205020404" pitchFamily="49" charset="0"/>
              </a:rPr>
              <a:t>last_name</a:t>
            </a:r>
            <a:r>
              <a:rPr lang="en-US" altLang="en-US">
                <a:solidFill>
                  <a:schemeClr val="tx1"/>
                </a:solidFill>
              </a:rPr>
              <a:t>, and so on is a clause.</a:t>
            </a:r>
          </a:p>
          <a:p>
            <a:pPr lvl="2">
              <a:lnSpc>
                <a:spcPct val="98000"/>
              </a:lnSpc>
            </a:pPr>
            <a:r>
              <a:rPr lang="en-US" altLang="en-US">
                <a:solidFill>
                  <a:schemeClr val="tx1"/>
                </a:solidFill>
              </a:rPr>
              <a:t>A </a:t>
            </a:r>
            <a:r>
              <a:rPr lang="en-US" altLang="en-US" i="1">
                <a:solidFill>
                  <a:schemeClr val="tx1"/>
                </a:solidFill>
              </a:rPr>
              <a:t>statement</a:t>
            </a:r>
            <a:r>
              <a:rPr lang="en-US" altLang="en-US" b="1" i="1">
                <a:solidFill>
                  <a:schemeClr val="tx1"/>
                </a:solidFill>
              </a:rPr>
              <a:t> </a:t>
            </a:r>
            <a:r>
              <a:rPr lang="en-US" altLang="en-US">
                <a:solidFill>
                  <a:schemeClr val="tx1"/>
                </a:solidFill>
              </a:rPr>
              <a:t>is a combination of two or more clauses.</a:t>
            </a:r>
            <a:br>
              <a:rPr lang="en-US" altLang="en-US">
                <a:solidFill>
                  <a:schemeClr val="tx1"/>
                </a:solidFill>
              </a:rPr>
            </a:br>
            <a:r>
              <a:rPr lang="en-US" altLang="en-US">
                <a:solidFill>
                  <a:schemeClr val="tx1"/>
                </a:solidFill>
              </a:rPr>
              <a:t>For example, </a:t>
            </a:r>
            <a:r>
              <a:rPr lang="en-US" altLang="en-US">
                <a:solidFill>
                  <a:schemeClr val="tx1"/>
                </a:solidFill>
                <a:latin typeface="Courier New" panose="02070309020205020404" pitchFamily="49" charset="0"/>
              </a:rPr>
              <a:t>SELECT * FROM employees</a:t>
            </a:r>
            <a:r>
              <a:rPr lang="en-US" altLang="en-US">
                <a:solidFill>
                  <a:schemeClr val="tx1"/>
                </a:solidFill>
              </a:rPr>
              <a:t> is a SQL statement.</a:t>
            </a:r>
            <a:endParaRPr lang="en-US" altLang="en-US"/>
          </a:p>
        </p:txBody>
      </p:sp>
    </p:spTree>
    <p:extLst>
      <p:ext uri="{BB962C8B-B14F-4D97-AF65-F5344CB8AC3E}">
        <p14:creationId xmlns:p14="http://schemas.microsoft.com/office/powerpoint/2010/main" val="22050458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1C89106E-5FD4-4ED8-B4DB-6400295069EE}"/>
              </a:ext>
            </a:extLst>
          </p:cNvPr>
          <p:cNvSpPr>
            <a:spLocks noGrp="1" noChangeArrowheads="1"/>
          </p:cNvSpPr>
          <p:nvPr>
            <p:ph type="ftr" sz="quarter" idx="4"/>
          </p:nvPr>
        </p:nvSpPr>
        <p:spPr>
          <a:ln/>
        </p:spPr>
        <p:txBody>
          <a:bodyPr/>
          <a:lstStyle/>
          <a:p>
            <a:r>
              <a:rPr lang="en-US" altLang="en-US"/>
              <a:t>Oracle Database 11</a:t>
            </a:r>
            <a:r>
              <a:rPr lang="en-US" altLang="en-US" i="1"/>
              <a:t>g</a:t>
            </a:r>
            <a:r>
              <a:rPr lang="en-US" altLang="en-US"/>
              <a:t>: SQL Fundamentals I</a:t>
            </a:r>
            <a:r>
              <a:rPr lang="en-US" altLang="en-US">
                <a:solidFill>
                  <a:schemeClr val="tx1"/>
                </a:solidFill>
              </a:rPr>
              <a:t>   1 - </a:t>
            </a:r>
            <a:fld id="{1789520B-67B1-41D3-BC7B-F47960E1B807}" type="slidenum">
              <a:rPr lang="en-US" altLang="en-US">
                <a:solidFill>
                  <a:schemeClr val="tx1"/>
                </a:solidFill>
              </a:rPr>
              <a:pPr/>
              <a:t>9</a:t>
            </a:fld>
            <a:endParaRPr lang="en-US" altLang="en-US">
              <a:solidFill>
                <a:schemeClr val="tx1"/>
              </a:solidFill>
            </a:endParaRPr>
          </a:p>
        </p:txBody>
      </p:sp>
      <p:sp>
        <p:nvSpPr>
          <p:cNvPr id="315394" name="Rectangle 2">
            <a:extLst>
              <a:ext uri="{FF2B5EF4-FFF2-40B4-BE49-F238E27FC236}">
                <a16:creationId xmlns:a16="http://schemas.microsoft.com/office/drawing/2014/main" id="{F4283A09-CC61-4C1B-9B14-930913BD6543}"/>
              </a:ext>
            </a:extLst>
          </p:cNvPr>
          <p:cNvSpPr>
            <a:spLocks noGrp="1" noRot="1" noChangeAspect="1" noChangeArrowheads="1" noTextEdit="1"/>
          </p:cNvSpPr>
          <p:nvPr>
            <p:ph type="sldImg"/>
          </p:nvPr>
        </p:nvSpPr>
        <p:spPr>
          <a:xfrm>
            <a:off x="381000" y="685800"/>
            <a:ext cx="6096000" cy="3429000"/>
          </a:xfrm>
          <a:ln/>
        </p:spPr>
      </p:sp>
      <p:sp>
        <p:nvSpPr>
          <p:cNvPr id="315395" name="Rectangle 3">
            <a:extLst>
              <a:ext uri="{FF2B5EF4-FFF2-40B4-BE49-F238E27FC236}">
                <a16:creationId xmlns:a16="http://schemas.microsoft.com/office/drawing/2014/main" id="{1460E42D-0312-40EE-BA34-78A2A30F6362}"/>
              </a:ext>
            </a:extLst>
          </p:cNvPr>
          <p:cNvSpPr>
            <a:spLocks noGrp="1" noChangeArrowheads="1"/>
          </p:cNvSpPr>
          <p:nvPr>
            <p:ph type="body" idx="1"/>
          </p:nvPr>
        </p:nvSpPr>
        <p:spPr>
          <a:xfrm>
            <a:off x="477838" y="5400675"/>
            <a:ext cx="6359525" cy="3663950"/>
          </a:xfrm>
        </p:spPr>
        <p:txBody>
          <a:bodyPr/>
          <a:lstStyle/>
          <a:p>
            <a:r>
              <a:rPr lang="en-US" altLang="en-US"/>
              <a:t>Selecting All Columns</a:t>
            </a:r>
          </a:p>
          <a:p>
            <a:pPr lvl="1"/>
            <a:r>
              <a:rPr lang="en-US" altLang="en-US"/>
              <a:t>You can display all columns of data in a table by following the </a:t>
            </a:r>
            <a:r>
              <a:rPr lang="en-US" altLang="en-US">
                <a:latin typeface="Courier New" panose="02070309020205020404" pitchFamily="49" charset="0"/>
              </a:rPr>
              <a:t>SELECT</a:t>
            </a:r>
            <a:r>
              <a:rPr lang="en-US" altLang="en-US"/>
              <a:t> keyword with an asterisk (</a:t>
            </a:r>
            <a:r>
              <a:rPr lang="en-US" altLang="en-US">
                <a:latin typeface="Courier New" panose="02070309020205020404" pitchFamily="49" charset="0"/>
              </a:rPr>
              <a:t>*</a:t>
            </a:r>
            <a:r>
              <a:rPr lang="en-US" altLang="en-US"/>
              <a:t>). In the example in the slide, the department table contains four columns: </a:t>
            </a:r>
            <a:r>
              <a:rPr lang="en-US" altLang="en-US">
                <a:latin typeface="Courier New" panose="02070309020205020404" pitchFamily="49" charset="0"/>
              </a:rPr>
              <a:t>DEPARTMENT_ID</a:t>
            </a:r>
            <a:r>
              <a:rPr lang="en-US" altLang="en-US"/>
              <a:t>, </a:t>
            </a:r>
            <a:r>
              <a:rPr lang="en-US" altLang="en-US">
                <a:latin typeface="Courier New" panose="02070309020205020404" pitchFamily="49" charset="0"/>
              </a:rPr>
              <a:t>DEPARTMENT_NAME</a:t>
            </a:r>
            <a:r>
              <a:rPr lang="en-US" altLang="en-US"/>
              <a:t>, </a:t>
            </a:r>
            <a:r>
              <a:rPr lang="en-US" altLang="en-US">
                <a:latin typeface="Courier New" panose="02070309020205020404" pitchFamily="49" charset="0"/>
              </a:rPr>
              <a:t>MANAGER_ID</a:t>
            </a:r>
            <a:r>
              <a:rPr lang="en-US" altLang="en-US"/>
              <a:t>, and </a:t>
            </a:r>
            <a:r>
              <a:rPr lang="en-US" altLang="en-US">
                <a:latin typeface="Courier New" panose="02070309020205020404" pitchFamily="49" charset="0"/>
              </a:rPr>
              <a:t>LOCATION_ID</a:t>
            </a:r>
            <a:r>
              <a:rPr lang="en-US" altLang="en-US"/>
              <a:t>. The table contains eight rows, one for each department. </a:t>
            </a:r>
          </a:p>
          <a:p>
            <a:pPr lvl="1"/>
            <a:r>
              <a:rPr lang="en-US" altLang="en-US"/>
              <a:t>You can also display all columns in the table by listing all the columns after the </a:t>
            </a:r>
            <a:r>
              <a:rPr lang="en-US" altLang="en-US">
                <a:latin typeface="Courier New" panose="02070309020205020404" pitchFamily="49" charset="0"/>
              </a:rPr>
              <a:t>SELECT</a:t>
            </a:r>
            <a:r>
              <a:rPr lang="en-US" altLang="en-US"/>
              <a:t> keyword. For example, the following SQL statement (like the example in the slide) displays all columns and all rows of the </a:t>
            </a:r>
            <a:r>
              <a:rPr lang="en-US" altLang="en-US">
                <a:latin typeface="Courier New" panose="02070309020205020404" pitchFamily="49" charset="0"/>
              </a:rPr>
              <a:t>DEPARTMENTS</a:t>
            </a:r>
            <a:r>
              <a:rPr lang="en-US" altLang="en-US"/>
              <a:t> table:</a:t>
            </a:r>
          </a:p>
          <a:p>
            <a:pPr lvl="1"/>
            <a:r>
              <a:rPr lang="en-US" altLang="en-US" sz="1100">
                <a:latin typeface="Courier New" panose="02070309020205020404" pitchFamily="49" charset="0"/>
              </a:rPr>
              <a:t>SELECT  department_id, department_name, manager_id, location_id</a:t>
            </a:r>
            <a:br>
              <a:rPr lang="en-US" altLang="en-US" sz="1100">
                <a:latin typeface="Courier New" panose="02070309020205020404" pitchFamily="49" charset="0"/>
              </a:rPr>
            </a:br>
            <a:r>
              <a:rPr lang="en-US" altLang="en-US" sz="1100">
                <a:latin typeface="Courier New" panose="02070309020205020404" pitchFamily="49" charset="0"/>
              </a:rPr>
              <a:t>FROM    departments</a:t>
            </a:r>
            <a:r>
              <a:rPr lang="en-US" altLang="en-US" sz="1100" b="1">
                <a:latin typeface="Courier New" panose="02070309020205020404" pitchFamily="49" charset="0"/>
              </a:rPr>
              <a:t>;</a:t>
            </a:r>
          </a:p>
          <a:p>
            <a:pPr lvl="1"/>
            <a:r>
              <a:rPr lang="en-US" altLang="en-US" b="1"/>
              <a:t>Note: </a:t>
            </a:r>
            <a:r>
              <a:rPr lang="en-US" altLang="en-US"/>
              <a:t>In SQL Developer, you can enter your SQL statement in a SQL Worksheet and click the “Execute Statement” icon or press [F9] to execute the statement. The output displayed in the Results tabbed page appears as shown in the slide.</a:t>
            </a:r>
          </a:p>
        </p:txBody>
      </p:sp>
    </p:spTree>
    <p:extLst>
      <p:ext uri="{BB962C8B-B14F-4D97-AF65-F5344CB8AC3E}">
        <p14:creationId xmlns:p14="http://schemas.microsoft.com/office/powerpoint/2010/main" val="33126168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8D94B3E8-8B8F-4BCF-B4C1-10A86972A380}"/>
              </a:ext>
            </a:extLst>
          </p:cNvPr>
          <p:cNvSpPr>
            <a:spLocks noGrp="1" noChangeArrowheads="1"/>
          </p:cNvSpPr>
          <p:nvPr>
            <p:ph type="ftr" sz="quarter" idx="4"/>
          </p:nvPr>
        </p:nvSpPr>
        <p:spPr>
          <a:ln/>
        </p:spPr>
        <p:txBody>
          <a:bodyPr/>
          <a:lstStyle/>
          <a:p>
            <a:r>
              <a:rPr lang="en-US" altLang="en-US"/>
              <a:t>Oracle Database 11</a:t>
            </a:r>
            <a:r>
              <a:rPr lang="en-US" altLang="en-US" i="1"/>
              <a:t>g</a:t>
            </a:r>
            <a:r>
              <a:rPr lang="en-US" altLang="en-US"/>
              <a:t>: SQL Fundamentals I</a:t>
            </a:r>
            <a:r>
              <a:rPr lang="en-US" altLang="en-US">
                <a:solidFill>
                  <a:schemeClr val="tx1"/>
                </a:solidFill>
              </a:rPr>
              <a:t>   1 - </a:t>
            </a:r>
            <a:fld id="{9495F85D-0DD8-4810-ABDB-71E630790B1C}" type="slidenum">
              <a:rPr lang="en-US" altLang="en-US">
                <a:solidFill>
                  <a:schemeClr val="tx1"/>
                </a:solidFill>
              </a:rPr>
              <a:pPr/>
              <a:t>10</a:t>
            </a:fld>
            <a:endParaRPr lang="en-US" altLang="en-US">
              <a:solidFill>
                <a:schemeClr val="tx1"/>
              </a:solidFill>
            </a:endParaRPr>
          </a:p>
        </p:txBody>
      </p:sp>
      <p:sp>
        <p:nvSpPr>
          <p:cNvPr id="327682" name="Rectangle 2">
            <a:extLst>
              <a:ext uri="{FF2B5EF4-FFF2-40B4-BE49-F238E27FC236}">
                <a16:creationId xmlns:a16="http://schemas.microsoft.com/office/drawing/2014/main" id="{EF98D753-3410-4352-A028-6657919C5824}"/>
              </a:ext>
            </a:extLst>
          </p:cNvPr>
          <p:cNvSpPr>
            <a:spLocks noGrp="1" noRot="1" noChangeAspect="1" noChangeArrowheads="1" noTextEdit="1"/>
          </p:cNvSpPr>
          <p:nvPr>
            <p:ph type="sldImg"/>
          </p:nvPr>
        </p:nvSpPr>
        <p:spPr>
          <a:xfrm>
            <a:off x="381000" y="685800"/>
            <a:ext cx="6096000" cy="3429000"/>
          </a:xfrm>
          <a:ln/>
        </p:spPr>
      </p:sp>
      <p:sp>
        <p:nvSpPr>
          <p:cNvPr id="327683" name="Rectangle 3">
            <a:extLst>
              <a:ext uri="{FF2B5EF4-FFF2-40B4-BE49-F238E27FC236}">
                <a16:creationId xmlns:a16="http://schemas.microsoft.com/office/drawing/2014/main" id="{C3DA9B81-2C81-4AB6-B2EC-B22C2217E1ED}"/>
              </a:ext>
            </a:extLst>
          </p:cNvPr>
          <p:cNvSpPr>
            <a:spLocks noGrp="1" noChangeArrowheads="1"/>
          </p:cNvSpPr>
          <p:nvPr>
            <p:ph type="body" idx="1"/>
          </p:nvPr>
        </p:nvSpPr>
        <p:spPr>
          <a:xfrm>
            <a:off x="477838" y="5400675"/>
            <a:ext cx="6359525" cy="3663950"/>
          </a:xfrm>
        </p:spPr>
        <p:txBody>
          <a:bodyPr/>
          <a:lstStyle/>
          <a:p>
            <a:r>
              <a:rPr lang="en-US" sz="1100" b="0" i="0" u="none" strike="noStrike" cap="none" dirty="0">
                <a:solidFill>
                  <a:srgbClr val="000000"/>
                </a:solidFill>
                <a:latin typeface="Arial"/>
                <a:ea typeface="Arial"/>
                <a:cs typeface="Arial"/>
                <a:sym typeface="Arial"/>
              </a:rPr>
              <a:t>The first example displays the names and the commission percentages of all the employees.</a:t>
            </a:r>
            <a:r>
              <a:rPr lang="en-US" sz="1100" b="0" i="0" u="none" strike="noStrike" cap="none" baseline="0" dirty="0">
                <a:solidFill>
                  <a:srgbClr val="000000"/>
                </a:solidFill>
                <a:latin typeface="Arial"/>
                <a:ea typeface="Arial"/>
                <a:cs typeface="Arial"/>
                <a:sym typeface="Arial"/>
              </a:rPr>
              <a:t> </a:t>
            </a:r>
            <a:r>
              <a:rPr lang="en-US" sz="1100" b="0" i="0" u="none" strike="noStrike" cap="none" dirty="0">
                <a:solidFill>
                  <a:srgbClr val="000000"/>
                </a:solidFill>
                <a:latin typeface="Arial"/>
                <a:ea typeface="Arial"/>
                <a:cs typeface="Arial"/>
                <a:sym typeface="Arial"/>
              </a:rPr>
              <a:t>Note that the optional AS keyword has been used before the column alias name. The result of the</a:t>
            </a:r>
            <a:r>
              <a:rPr lang="en-US" sz="1100" b="0" i="0" u="none" strike="noStrike" cap="none" baseline="0" dirty="0">
                <a:solidFill>
                  <a:srgbClr val="000000"/>
                </a:solidFill>
                <a:latin typeface="Arial"/>
                <a:ea typeface="Arial"/>
                <a:cs typeface="Arial"/>
                <a:sym typeface="Arial"/>
              </a:rPr>
              <a:t> </a:t>
            </a:r>
            <a:r>
              <a:rPr lang="en-US" sz="1100" b="0" i="0" u="none" strike="noStrike" cap="none" dirty="0">
                <a:solidFill>
                  <a:srgbClr val="000000"/>
                </a:solidFill>
                <a:latin typeface="Arial"/>
                <a:ea typeface="Arial"/>
                <a:cs typeface="Arial"/>
                <a:sym typeface="Arial"/>
              </a:rPr>
              <a:t>query is the same whether the AS keyword is used or not. Also, note that the SQL statement has</a:t>
            </a:r>
            <a:r>
              <a:rPr lang="en-US" sz="1100" b="0" i="0" u="none" strike="noStrike" cap="none" baseline="0" dirty="0">
                <a:solidFill>
                  <a:srgbClr val="000000"/>
                </a:solidFill>
                <a:latin typeface="Arial"/>
                <a:ea typeface="Arial"/>
                <a:cs typeface="Arial"/>
                <a:sym typeface="Arial"/>
              </a:rPr>
              <a:t> </a:t>
            </a:r>
            <a:r>
              <a:rPr lang="en-US" sz="1100" b="0" i="0" u="none" strike="noStrike" cap="none" dirty="0">
                <a:solidFill>
                  <a:srgbClr val="000000"/>
                </a:solidFill>
                <a:latin typeface="Arial"/>
                <a:ea typeface="Arial"/>
                <a:cs typeface="Arial"/>
                <a:sym typeface="Arial"/>
              </a:rPr>
              <a:t>the column aliases, name and comm, in lowercase, whereas the result of the query displays the column headings in uppercase. As mentioned in the preceding slide, column headings appear in</a:t>
            </a:r>
            <a:r>
              <a:rPr lang="en-US" sz="1100" b="0" i="0" u="none" strike="noStrike" cap="none" baseline="0" dirty="0">
                <a:solidFill>
                  <a:srgbClr val="000000"/>
                </a:solidFill>
                <a:latin typeface="Arial"/>
                <a:ea typeface="Arial"/>
                <a:cs typeface="Arial"/>
                <a:sym typeface="Arial"/>
              </a:rPr>
              <a:t> </a:t>
            </a:r>
            <a:r>
              <a:rPr lang="en-ID" sz="1100" b="0" i="0" u="none" strike="noStrike" cap="none" dirty="0">
                <a:solidFill>
                  <a:srgbClr val="000000"/>
                </a:solidFill>
                <a:latin typeface="Arial"/>
                <a:ea typeface="Arial"/>
                <a:cs typeface="Arial"/>
                <a:sym typeface="Arial"/>
              </a:rPr>
              <a:t>uppercase by default.</a:t>
            </a:r>
          </a:p>
          <a:p>
            <a:r>
              <a:rPr lang="en-US" sz="1100" b="0" i="0" u="none" strike="noStrike" cap="none" dirty="0">
                <a:solidFill>
                  <a:srgbClr val="000000"/>
                </a:solidFill>
                <a:latin typeface="Arial"/>
                <a:ea typeface="Arial"/>
                <a:cs typeface="Arial"/>
                <a:sym typeface="Arial"/>
              </a:rPr>
              <a:t>The second example displays the last names and annual salaries of all the employees. Because</a:t>
            </a:r>
            <a:r>
              <a:rPr lang="en-US" sz="1100" b="0" i="0" u="none" strike="noStrike" cap="none" baseline="0" dirty="0">
                <a:solidFill>
                  <a:srgbClr val="000000"/>
                </a:solidFill>
                <a:latin typeface="Arial"/>
                <a:ea typeface="Arial"/>
                <a:cs typeface="Arial"/>
                <a:sym typeface="Arial"/>
              </a:rPr>
              <a:t> </a:t>
            </a:r>
            <a:r>
              <a:rPr lang="en-US" sz="1100" b="0" i="0" u="none" strike="noStrike" cap="none" dirty="0">
                <a:solidFill>
                  <a:srgbClr val="000000"/>
                </a:solidFill>
                <a:latin typeface="Arial"/>
                <a:ea typeface="Arial"/>
                <a:cs typeface="Arial"/>
                <a:sym typeface="Arial"/>
              </a:rPr>
              <a:t>Annual Salary contains a space, it has been enclosed in double quotation marks. Note that the column heading in the output is exactly the same as the column alias.</a:t>
            </a:r>
            <a:endParaRPr lang="en-US" altLang="en-US" dirty="0"/>
          </a:p>
        </p:txBody>
      </p:sp>
    </p:spTree>
    <p:extLst>
      <p:ext uri="{BB962C8B-B14F-4D97-AF65-F5344CB8AC3E}">
        <p14:creationId xmlns:p14="http://schemas.microsoft.com/office/powerpoint/2010/main" val="20817512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0">
            <a:extLst>
              <a:ext uri="{FF2B5EF4-FFF2-40B4-BE49-F238E27FC236}">
                <a16:creationId xmlns:a16="http://schemas.microsoft.com/office/drawing/2014/main" id="{E914FC49-8BD3-49EF-BE66-20462D9F9109}"/>
              </a:ext>
            </a:extLst>
          </p:cNvPr>
          <p:cNvSpPr>
            <a:spLocks noGrp="1" noChangeArrowheads="1"/>
          </p:cNvSpPr>
          <p:nvPr>
            <p:ph type="ftr" sz="quarter" idx="4"/>
          </p:nvPr>
        </p:nvSpPr>
        <p:spPr>
          <a:ln/>
        </p:spPr>
        <p:txBody>
          <a:bodyPr/>
          <a:lstStyle/>
          <a:p>
            <a:r>
              <a:rPr lang="en-US" altLang="en-US"/>
              <a:t>Oracle Database 11</a:t>
            </a:r>
            <a:r>
              <a:rPr lang="en-US" altLang="en-US" i="1"/>
              <a:t>g</a:t>
            </a:r>
            <a:r>
              <a:rPr lang="en-US" altLang="en-US"/>
              <a:t>: SQL Fundamentals I</a:t>
            </a:r>
            <a:r>
              <a:rPr lang="en-US" altLang="en-US">
                <a:solidFill>
                  <a:schemeClr val="tx1"/>
                </a:solidFill>
              </a:rPr>
              <a:t>   1 - </a:t>
            </a:r>
            <a:fld id="{AF73F615-41B3-4B58-B658-FA4F8FA69C89}" type="slidenum">
              <a:rPr lang="en-US" altLang="en-US">
                <a:solidFill>
                  <a:schemeClr val="tx1"/>
                </a:solidFill>
              </a:rPr>
              <a:pPr/>
              <a:t>11</a:t>
            </a:fld>
            <a:endParaRPr lang="en-US" altLang="en-US">
              <a:solidFill>
                <a:schemeClr val="tx1"/>
              </a:solidFill>
            </a:endParaRPr>
          </a:p>
        </p:txBody>
      </p:sp>
      <p:sp>
        <p:nvSpPr>
          <p:cNvPr id="317442" name="Rectangle 2">
            <a:extLst>
              <a:ext uri="{FF2B5EF4-FFF2-40B4-BE49-F238E27FC236}">
                <a16:creationId xmlns:a16="http://schemas.microsoft.com/office/drawing/2014/main" id="{E7EFB180-C741-473E-B59D-5ACEA3428987}"/>
              </a:ext>
            </a:extLst>
          </p:cNvPr>
          <p:cNvSpPr>
            <a:spLocks noGrp="1" noRot="1" noChangeAspect="1" noChangeArrowheads="1" noTextEdit="1"/>
          </p:cNvSpPr>
          <p:nvPr>
            <p:ph type="sldImg"/>
          </p:nvPr>
        </p:nvSpPr>
        <p:spPr>
          <a:xfrm>
            <a:off x="381000" y="685800"/>
            <a:ext cx="6096000" cy="3429000"/>
          </a:xfrm>
          <a:ln/>
        </p:spPr>
      </p:sp>
      <p:sp>
        <p:nvSpPr>
          <p:cNvPr id="317443" name="Rectangle 3">
            <a:extLst>
              <a:ext uri="{FF2B5EF4-FFF2-40B4-BE49-F238E27FC236}">
                <a16:creationId xmlns:a16="http://schemas.microsoft.com/office/drawing/2014/main" id="{C3FC8052-05D3-4DE2-8F03-31D74FBF7F9A}"/>
              </a:ext>
            </a:extLst>
          </p:cNvPr>
          <p:cNvSpPr>
            <a:spLocks noGrp="1" noChangeArrowheads="1"/>
          </p:cNvSpPr>
          <p:nvPr>
            <p:ph type="body" idx="1"/>
          </p:nvPr>
        </p:nvSpPr>
        <p:spPr>
          <a:xfrm>
            <a:off x="477838" y="5400675"/>
            <a:ext cx="6359525" cy="3663950"/>
          </a:xfrm>
        </p:spPr>
        <p:txBody>
          <a:bodyPr/>
          <a:lstStyle/>
          <a:p>
            <a:r>
              <a:rPr lang="en-US" altLang="en-US"/>
              <a:t>Selecting Specific Columns</a:t>
            </a:r>
          </a:p>
          <a:p>
            <a:pPr lvl="1"/>
            <a:r>
              <a:rPr lang="en-US" altLang="en-US"/>
              <a:t>You can use </a:t>
            </a:r>
            <a:r>
              <a:rPr lang="en-US" altLang="en-US">
                <a:solidFill>
                  <a:schemeClr val="tx1"/>
                </a:solidFill>
              </a:rPr>
              <a:t>the </a:t>
            </a:r>
            <a:r>
              <a:rPr lang="en-US" altLang="en-US">
                <a:solidFill>
                  <a:schemeClr val="tx1"/>
                </a:solidFill>
                <a:latin typeface="Courier New" panose="02070309020205020404" pitchFamily="49" charset="0"/>
              </a:rPr>
              <a:t>SELECT</a:t>
            </a:r>
            <a:r>
              <a:rPr lang="en-US" altLang="en-US">
                <a:solidFill>
                  <a:schemeClr val="tx1"/>
                </a:solidFill>
              </a:rPr>
              <a:t> statement to display specific</a:t>
            </a:r>
            <a:r>
              <a:rPr lang="en-US" altLang="en-US"/>
              <a:t> columns of the table by specifying the column names, separated by commas. The example in the slide displays all the department numbers and location numbers from the </a:t>
            </a:r>
            <a:r>
              <a:rPr lang="en-US" altLang="en-US">
                <a:latin typeface="Courier New" panose="02070309020205020404" pitchFamily="49" charset="0"/>
              </a:rPr>
              <a:t>DEPARTMENTS</a:t>
            </a:r>
            <a:r>
              <a:rPr lang="en-US" altLang="en-US"/>
              <a:t> table. </a:t>
            </a:r>
          </a:p>
          <a:p>
            <a:pPr lvl="1"/>
            <a:r>
              <a:rPr lang="en-US" altLang="en-US"/>
              <a:t>In the </a:t>
            </a:r>
            <a:r>
              <a:rPr lang="en-US" altLang="en-US">
                <a:latin typeface="Courier New" panose="02070309020205020404" pitchFamily="49" charset="0"/>
              </a:rPr>
              <a:t>SELECT</a:t>
            </a:r>
            <a:r>
              <a:rPr lang="en-US" altLang="en-US"/>
              <a:t> clause, specify the columns that you want in the order in which you want them to appear in the output. For example, to display location before department number (from left to right), you use the following statement:</a:t>
            </a:r>
          </a:p>
          <a:p>
            <a:pPr lvl="1"/>
            <a:endParaRPr lang="en-US" altLang="en-US" sz="500"/>
          </a:p>
          <a:p>
            <a:pPr lvl="4"/>
            <a:r>
              <a:rPr lang="en-US" altLang="en-US"/>
              <a:t>SELECT location_id, department_id</a:t>
            </a:r>
          </a:p>
          <a:p>
            <a:pPr lvl="4"/>
            <a:r>
              <a:rPr lang="en-US" altLang="en-US"/>
              <a:t>FROM   departments;</a:t>
            </a:r>
          </a:p>
        </p:txBody>
      </p:sp>
      <p:sp>
        <p:nvSpPr>
          <p:cNvPr id="317447" name="Text Box 7">
            <a:extLst>
              <a:ext uri="{FF2B5EF4-FFF2-40B4-BE49-F238E27FC236}">
                <a16:creationId xmlns:a16="http://schemas.microsoft.com/office/drawing/2014/main" id="{A8C605A3-F398-407A-A072-246E7AF35798}"/>
              </a:ext>
            </a:extLst>
          </p:cNvPr>
          <p:cNvSpPr txBox="1">
            <a:spLocks noChangeArrowheads="1"/>
          </p:cNvSpPr>
          <p:nvPr/>
        </p:nvSpPr>
        <p:spPr bwMode="auto">
          <a:xfrm>
            <a:off x="1371600" y="8386763"/>
            <a:ext cx="371475" cy="376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12401" tIns="12401" rIns="12401" bIns="12401">
            <a:spAutoFit/>
          </a:bodyPr>
          <a:lstStyle>
            <a:lvl1pPr algn="l" defTabSz="803275">
              <a:spcBef>
                <a:spcPct val="0"/>
              </a:spcBef>
              <a:defRPr sz="2400">
                <a:solidFill>
                  <a:schemeClr val="tx1"/>
                </a:solidFill>
                <a:latin typeface="Times New Roman" panose="02020603050405020304" pitchFamily="18" charset="0"/>
              </a:defRPr>
            </a:lvl1pPr>
            <a:lvl2pPr marL="401638" algn="l" defTabSz="803275">
              <a:spcBef>
                <a:spcPct val="0"/>
              </a:spcBef>
              <a:defRPr sz="2400">
                <a:solidFill>
                  <a:schemeClr val="tx1"/>
                </a:solidFill>
                <a:latin typeface="Times New Roman" panose="02020603050405020304" pitchFamily="18" charset="0"/>
              </a:defRPr>
            </a:lvl2pPr>
            <a:lvl3pPr marL="803275" algn="l" defTabSz="803275">
              <a:spcBef>
                <a:spcPct val="0"/>
              </a:spcBef>
              <a:defRPr sz="2400">
                <a:solidFill>
                  <a:schemeClr val="tx1"/>
                </a:solidFill>
                <a:latin typeface="Times New Roman" panose="02020603050405020304" pitchFamily="18" charset="0"/>
              </a:defRPr>
            </a:lvl3pPr>
            <a:lvl4pPr marL="1206500" algn="l" defTabSz="803275">
              <a:spcBef>
                <a:spcPct val="0"/>
              </a:spcBef>
              <a:defRPr sz="2400">
                <a:solidFill>
                  <a:schemeClr val="tx1"/>
                </a:solidFill>
                <a:latin typeface="Times New Roman" panose="02020603050405020304" pitchFamily="18" charset="0"/>
              </a:defRPr>
            </a:lvl4pPr>
            <a:lvl5pPr marL="1606550" algn="l" defTabSz="803275">
              <a:spcBef>
                <a:spcPct val="0"/>
              </a:spcBef>
              <a:defRPr sz="2400">
                <a:solidFill>
                  <a:schemeClr val="tx1"/>
                </a:solidFill>
                <a:latin typeface="Times New Roman" panose="02020603050405020304" pitchFamily="18" charset="0"/>
              </a:defRPr>
            </a:lvl5pPr>
            <a:lvl6pPr marL="2063750" defTabSz="803275" fontAlgn="base">
              <a:spcBef>
                <a:spcPct val="0"/>
              </a:spcBef>
              <a:spcAft>
                <a:spcPct val="0"/>
              </a:spcAft>
              <a:defRPr sz="2400">
                <a:solidFill>
                  <a:schemeClr val="tx1"/>
                </a:solidFill>
                <a:latin typeface="Times New Roman" panose="02020603050405020304" pitchFamily="18" charset="0"/>
              </a:defRPr>
            </a:lvl6pPr>
            <a:lvl7pPr marL="2520950" defTabSz="803275" fontAlgn="base">
              <a:spcBef>
                <a:spcPct val="0"/>
              </a:spcBef>
              <a:spcAft>
                <a:spcPct val="0"/>
              </a:spcAft>
              <a:defRPr sz="2400">
                <a:solidFill>
                  <a:schemeClr val="tx1"/>
                </a:solidFill>
                <a:latin typeface="Times New Roman" panose="02020603050405020304" pitchFamily="18" charset="0"/>
              </a:defRPr>
            </a:lvl7pPr>
            <a:lvl8pPr marL="2978150" defTabSz="803275" fontAlgn="base">
              <a:spcBef>
                <a:spcPct val="0"/>
              </a:spcBef>
              <a:spcAft>
                <a:spcPct val="0"/>
              </a:spcAft>
              <a:defRPr sz="2400">
                <a:solidFill>
                  <a:schemeClr val="tx1"/>
                </a:solidFill>
                <a:latin typeface="Times New Roman" panose="02020603050405020304" pitchFamily="18" charset="0"/>
              </a:defRPr>
            </a:lvl8pPr>
            <a:lvl9pPr marL="3435350" defTabSz="803275" fontAlgn="base">
              <a:spcBef>
                <a:spcPct val="0"/>
              </a:spcBef>
              <a:spcAft>
                <a:spcPct val="0"/>
              </a:spcAft>
              <a:defRPr sz="2400">
                <a:solidFill>
                  <a:schemeClr val="tx1"/>
                </a:solidFill>
                <a:latin typeface="Times New Roman" panose="02020603050405020304" pitchFamily="18" charset="0"/>
              </a:defRPr>
            </a:lvl9pPr>
          </a:lstStyle>
          <a:p>
            <a:pPr algn="ctr">
              <a:buClr>
                <a:srgbClr val="000000"/>
              </a:buClr>
            </a:pPr>
            <a:r>
              <a:rPr lang="en-US" altLang="en-US" sz="2300">
                <a:latin typeface="Arial" panose="020B0604020202020204" pitchFamily="34" charset="0"/>
              </a:rPr>
              <a:t>…</a:t>
            </a:r>
          </a:p>
        </p:txBody>
      </p:sp>
      <p:pic>
        <p:nvPicPr>
          <p:cNvPr id="317448" name="Picture 8">
            <a:extLst>
              <a:ext uri="{FF2B5EF4-FFF2-40B4-BE49-F238E27FC236}">
                <a16:creationId xmlns:a16="http://schemas.microsoft.com/office/drawing/2014/main" id="{04E5AA68-792F-4B76-880F-667935999C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7353300"/>
            <a:ext cx="3175000" cy="11287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54946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8D94B3E8-8B8F-4BCF-B4C1-10A86972A380}"/>
              </a:ext>
            </a:extLst>
          </p:cNvPr>
          <p:cNvSpPr>
            <a:spLocks noGrp="1" noChangeArrowheads="1"/>
          </p:cNvSpPr>
          <p:nvPr>
            <p:ph type="ftr" sz="quarter" idx="4"/>
          </p:nvPr>
        </p:nvSpPr>
        <p:spPr>
          <a:ln/>
        </p:spPr>
        <p:txBody>
          <a:bodyPr/>
          <a:lstStyle/>
          <a:p>
            <a:r>
              <a:rPr lang="en-US" altLang="en-US"/>
              <a:t>Oracle Database 11</a:t>
            </a:r>
            <a:r>
              <a:rPr lang="en-US" altLang="en-US" i="1"/>
              <a:t>g</a:t>
            </a:r>
            <a:r>
              <a:rPr lang="en-US" altLang="en-US"/>
              <a:t>: SQL Fundamentals I</a:t>
            </a:r>
            <a:r>
              <a:rPr lang="en-US" altLang="en-US">
                <a:solidFill>
                  <a:schemeClr val="tx1"/>
                </a:solidFill>
              </a:rPr>
              <a:t>   1 - </a:t>
            </a:r>
            <a:fld id="{9495F85D-0DD8-4810-ABDB-71E630790B1C}" type="slidenum">
              <a:rPr lang="en-US" altLang="en-US">
                <a:solidFill>
                  <a:schemeClr val="tx1"/>
                </a:solidFill>
              </a:rPr>
              <a:pPr/>
              <a:t>12</a:t>
            </a:fld>
            <a:endParaRPr lang="en-US" altLang="en-US">
              <a:solidFill>
                <a:schemeClr val="tx1"/>
              </a:solidFill>
            </a:endParaRPr>
          </a:p>
        </p:txBody>
      </p:sp>
      <p:sp>
        <p:nvSpPr>
          <p:cNvPr id="327682" name="Rectangle 2">
            <a:extLst>
              <a:ext uri="{FF2B5EF4-FFF2-40B4-BE49-F238E27FC236}">
                <a16:creationId xmlns:a16="http://schemas.microsoft.com/office/drawing/2014/main" id="{EF98D753-3410-4352-A028-6657919C5824}"/>
              </a:ext>
            </a:extLst>
          </p:cNvPr>
          <p:cNvSpPr>
            <a:spLocks noGrp="1" noRot="1" noChangeAspect="1" noChangeArrowheads="1" noTextEdit="1"/>
          </p:cNvSpPr>
          <p:nvPr>
            <p:ph type="sldImg"/>
          </p:nvPr>
        </p:nvSpPr>
        <p:spPr>
          <a:xfrm>
            <a:off x="381000" y="685800"/>
            <a:ext cx="6096000" cy="3429000"/>
          </a:xfrm>
          <a:ln/>
        </p:spPr>
      </p:sp>
      <p:sp>
        <p:nvSpPr>
          <p:cNvPr id="327683" name="Rectangle 3">
            <a:extLst>
              <a:ext uri="{FF2B5EF4-FFF2-40B4-BE49-F238E27FC236}">
                <a16:creationId xmlns:a16="http://schemas.microsoft.com/office/drawing/2014/main" id="{C3DA9B81-2C81-4AB6-B2EC-B22C2217E1ED}"/>
              </a:ext>
            </a:extLst>
          </p:cNvPr>
          <p:cNvSpPr>
            <a:spLocks noGrp="1" noChangeArrowheads="1"/>
          </p:cNvSpPr>
          <p:nvPr>
            <p:ph type="body" idx="1"/>
          </p:nvPr>
        </p:nvSpPr>
        <p:spPr>
          <a:xfrm>
            <a:off x="477838" y="5400675"/>
            <a:ext cx="6359525" cy="3663950"/>
          </a:xfrm>
        </p:spPr>
        <p:txBody>
          <a:bodyPr/>
          <a:lstStyle/>
          <a:p>
            <a:r>
              <a:rPr lang="en-US" altLang="en-US"/>
              <a:t>If a row lacks a data value for a particular column, that value is said to be null or to contain a null.</a:t>
            </a:r>
          </a:p>
          <a:p>
            <a:r>
              <a:rPr lang="en-US" altLang="en-US"/>
              <a:t>Null is a value that is unavailable, unassigned, unknown, or inapplicable. Null is not the same as </a:t>
            </a:r>
            <a:r>
              <a:rPr lang="en-US" altLang="en-US" baseline="0"/>
              <a:t> </a:t>
            </a:r>
            <a:r>
              <a:rPr lang="en-US" altLang="en-US"/>
              <a:t>zero or a blank space. Zero is a number and blank space is a character.</a:t>
            </a:r>
          </a:p>
          <a:p>
            <a:r>
              <a:rPr lang="en-US" altLang="en-US"/>
              <a:t>Columns of any data type can contain nulls. However, some constraints (NOT NULL and </a:t>
            </a:r>
            <a:r>
              <a:rPr lang="en-US" altLang="en-US" baseline="0"/>
              <a:t> </a:t>
            </a:r>
            <a:r>
              <a:rPr lang="en-US" altLang="en-US"/>
              <a:t>PRIMARY KEY) prevent nulls from being used in the column.</a:t>
            </a:r>
          </a:p>
          <a:p>
            <a:r>
              <a:rPr lang="en-US" altLang="en-US"/>
              <a:t>In the COMMISSION_PCT column in the EMPLOYEES table, notice that only a sales manager or sales representative can earn a commission. Other employees are not entitled to earn</a:t>
            </a:r>
            <a:r>
              <a:rPr lang="en-US" altLang="en-US" baseline="0"/>
              <a:t> </a:t>
            </a:r>
            <a:r>
              <a:rPr lang="en-US" altLang="en-US"/>
              <a:t>commissions. A null represents that fact.</a:t>
            </a:r>
          </a:p>
        </p:txBody>
      </p:sp>
    </p:spTree>
    <p:extLst>
      <p:ext uri="{BB962C8B-B14F-4D97-AF65-F5344CB8AC3E}">
        <p14:creationId xmlns:p14="http://schemas.microsoft.com/office/powerpoint/2010/main" val="8098828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DC4DAB0E-8701-4465-8E02-36E0B75FF070}"/>
              </a:ext>
            </a:extLst>
          </p:cNvPr>
          <p:cNvSpPr>
            <a:spLocks noGrp="1" noChangeArrowheads="1"/>
          </p:cNvSpPr>
          <p:nvPr>
            <p:ph type="ftr" sz="quarter" idx="4"/>
          </p:nvPr>
        </p:nvSpPr>
        <p:spPr>
          <a:ln/>
        </p:spPr>
        <p:txBody>
          <a:bodyPr/>
          <a:lstStyle/>
          <a:p>
            <a:r>
              <a:rPr lang="en-US" altLang="en-US"/>
              <a:t>Oracle Database 11</a:t>
            </a:r>
            <a:r>
              <a:rPr lang="en-US" altLang="en-US" i="1"/>
              <a:t>g</a:t>
            </a:r>
            <a:r>
              <a:rPr lang="en-US" altLang="en-US"/>
              <a:t>: SQL Fundamentals I</a:t>
            </a:r>
            <a:r>
              <a:rPr lang="en-US" altLang="en-US">
                <a:solidFill>
                  <a:schemeClr val="tx1"/>
                </a:solidFill>
              </a:rPr>
              <a:t>   1 - </a:t>
            </a:r>
            <a:fld id="{F86FD79E-AEEE-46BC-A621-1BA9112C909D}" type="slidenum">
              <a:rPr lang="en-US" altLang="en-US">
                <a:solidFill>
                  <a:schemeClr val="tx1"/>
                </a:solidFill>
              </a:rPr>
              <a:pPr/>
              <a:t>13</a:t>
            </a:fld>
            <a:endParaRPr lang="en-US" altLang="en-US">
              <a:solidFill>
                <a:schemeClr val="tx1"/>
              </a:solidFill>
            </a:endParaRPr>
          </a:p>
        </p:txBody>
      </p:sp>
      <p:sp>
        <p:nvSpPr>
          <p:cNvPr id="323586" name="Rectangle 2">
            <a:extLst>
              <a:ext uri="{FF2B5EF4-FFF2-40B4-BE49-F238E27FC236}">
                <a16:creationId xmlns:a16="http://schemas.microsoft.com/office/drawing/2014/main" id="{CF707A0F-856D-49C0-9CA2-395AB6063D5A}"/>
              </a:ext>
            </a:extLst>
          </p:cNvPr>
          <p:cNvSpPr>
            <a:spLocks noGrp="1" noRot="1" noChangeAspect="1" noChangeArrowheads="1" noTextEdit="1"/>
          </p:cNvSpPr>
          <p:nvPr>
            <p:ph type="sldImg"/>
          </p:nvPr>
        </p:nvSpPr>
        <p:spPr>
          <a:xfrm>
            <a:off x="381000" y="685800"/>
            <a:ext cx="6096000" cy="3429000"/>
          </a:xfrm>
          <a:ln/>
        </p:spPr>
      </p:sp>
      <p:sp>
        <p:nvSpPr>
          <p:cNvPr id="323587" name="Rectangle 3">
            <a:extLst>
              <a:ext uri="{FF2B5EF4-FFF2-40B4-BE49-F238E27FC236}">
                <a16:creationId xmlns:a16="http://schemas.microsoft.com/office/drawing/2014/main" id="{B55904D1-ADC6-4BD7-AB81-26C39A7F2358}"/>
              </a:ext>
            </a:extLst>
          </p:cNvPr>
          <p:cNvSpPr>
            <a:spLocks noGrp="1" noChangeArrowheads="1"/>
          </p:cNvSpPr>
          <p:nvPr>
            <p:ph type="body" idx="1"/>
          </p:nvPr>
        </p:nvSpPr>
        <p:spPr>
          <a:xfrm>
            <a:off x="477838" y="5400675"/>
            <a:ext cx="6359525" cy="3663950"/>
          </a:xfrm>
        </p:spPr>
        <p:txBody>
          <a:bodyPr/>
          <a:lstStyle/>
          <a:p>
            <a:r>
              <a:rPr lang="en-US" altLang="en-US"/>
              <a:t>Arithmetic Expressions</a:t>
            </a:r>
          </a:p>
          <a:p>
            <a:pPr lvl="1"/>
            <a:r>
              <a:rPr lang="en-US" altLang="en-US"/>
              <a:t>You may need to </a:t>
            </a:r>
            <a:r>
              <a:rPr lang="en-US" altLang="en-US">
                <a:solidFill>
                  <a:schemeClr val="tx1"/>
                </a:solidFill>
              </a:rPr>
              <a:t>modify the way in which data is displayed, or you may want to perform calculations, or look at what-if scenarios. All these are possible using arithmetic expressions. An arithmetic expression can contain column names, constant numeric values, and the arithmetic operators.</a:t>
            </a:r>
          </a:p>
          <a:p>
            <a:pPr lvl="1"/>
            <a:r>
              <a:rPr lang="en-US" altLang="en-US" b="1"/>
              <a:t>Arithmetic Operators</a:t>
            </a:r>
          </a:p>
          <a:p>
            <a:pPr lvl="1"/>
            <a:r>
              <a:rPr lang="en-US" altLang="en-US">
                <a:solidFill>
                  <a:schemeClr val="tx1"/>
                </a:solidFill>
              </a:rPr>
              <a:t>The slide lists the arithmetic operators that are available in SQL. You can use arithmetic operators in any clause of a SQL statement (except the </a:t>
            </a:r>
            <a:r>
              <a:rPr lang="en-US" altLang="en-US">
                <a:solidFill>
                  <a:schemeClr val="tx1"/>
                </a:solidFill>
                <a:latin typeface="Courier New" panose="02070309020205020404" pitchFamily="49" charset="0"/>
              </a:rPr>
              <a:t>FROM</a:t>
            </a:r>
            <a:r>
              <a:rPr lang="en-US" altLang="en-US">
                <a:solidFill>
                  <a:schemeClr val="tx1"/>
                </a:solidFill>
              </a:rPr>
              <a:t> clause).</a:t>
            </a:r>
          </a:p>
          <a:p>
            <a:pPr lvl="1"/>
            <a:r>
              <a:rPr lang="en-US" altLang="en-US" b="1">
                <a:solidFill>
                  <a:schemeClr val="tx1"/>
                </a:solidFill>
              </a:rPr>
              <a:t>Note:</a:t>
            </a:r>
            <a:r>
              <a:rPr lang="en-US" altLang="en-US">
                <a:solidFill>
                  <a:schemeClr val="tx1"/>
                </a:solidFill>
              </a:rPr>
              <a:t> With the </a:t>
            </a:r>
            <a:r>
              <a:rPr lang="en-US" altLang="en-US">
                <a:solidFill>
                  <a:schemeClr val="tx1"/>
                </a:solidFill>
                <a:latin typeface="Courier New" panose="02070309020205020404" pitchFamily="49" charset="0"/>
              </a:rPr>
              <a:t>DATE</a:t>
            </a:r>
            <a:r>
              <a:rPr lang="en-US" altLang="en-US">
                <a:solidFill>
                  <a:schemeClr val="tx1"/>
                </a:solidFill>
              </a:rPr>
              <a:t> and </a:t>
            </a:r>
            <a:r>
              <a:rPr lang="en-US" altLang="en-US">
                <a:solidFill>
                  <a:schemeClr val="tx1"/>
                </a:solidFill>
                <a:latin typeface="Courier New" panose="02070309020205020404" pitchFamily="49" charset="0"/>
              </a:rPr>
              <a:t>TIMESTAMP</a:t>
            </a:r>
            <a:r>
              <a:rPr lang="en-US" altLang="en-US"/>
              <a:t> data types, you can use the addition and subtraction operators only.</a:t>
            </a:r>
          </a:p>
        </p:txBody>
      </p:sp>
    </p:spTree>
    <p:extLst>
      <p:ext uri="{BB962C8B-B14F-4D97-AF65-F5344CB8AC3E}">
        <p14:creationId xmlns:p14="http://schemas.microsoft.com/office/powerpoint/2010/main" val="23826514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A6A4D772-4D5E-4DA7-9CA1-BE1BDD2D671E}"/>
              </a:ext>
            </a:extLst>
          </p:cNvPr>
          <p:cNvSpPr>
            <a:spLocks noGrp="1" noChangeArrowheads="1"/>
          </p:cNvSpPr>
          <p:nvPr>
            <p:ph type="ftr" sz="quarter" idx="4"/>
          </p:nvPr>
        </p:nvSpPr>
        <p:spPr>
          <a:ln/>
        </p:spPr>
        <p:txBody>
          <a:bodyPr/>
          <a:lstStyle/>
          <a:p>
            <a:r>
              <a:rPr lang="en-US" altLang="en-US"/>
              <a:t>Oracle Database 11</a:t>
            </a:r>
            <a:r>
              <a:rPr lang="en-US" altLang="en-US" i="1"/>
              <a:t>g</a:t>
            </a:r>
            <a:r>
              <a:rPr lang="en-US" altLang="en-US"/>
              <a:t>: SQL Fundamentals I</a:t>
            </a:r>
            <a:r>
              <a:rPr lang="en-US" altLang="en-US">
                <a:solidFill>
                  <a:schemeClr val="tx1"/>
                </a:solidFill>
              </a:rPr>
              <a:t>   1 - </a:t>
            </a:r>
            <a:fld id="{8F6AC01F-49E7-408A-AD8E-900FC7472156}" type="slidenum">
              <a:rPr lang="en-US" altLang="en-US">
                <a:solidFill>
                  <a:schemeClr val="tx1"/>
                </a:solidFill>
              </a:rPr>
              <a:pPr/>
              <a:t>14</a:t>
            </a:fld>
            <a:endParaRPr lang="en-US" altLang="en-US">
              <a:solidFill>
                <a:schemeClr val="tx1"/>
              </a:solidFill>
            </a:endParaRPr>
          </a:p>
        </p:txBody>
      </p:sp>
      <p:sp>
        <p:nvSpPr>
          <p:cNvPr id="325634" name="Rectangle 1026">
            <a:extLst>
              <a:ext uri="{FF2B5EF4-FFF2-40B4-BE49-F238E27FC236}">
                <a16:creationId xmlns:a16="http://schemas.microsoft.com/office/drawing/2014/main" id="{2EE3899F-D07C-4CC5-9FDC-8311E440E05F}"/>
              </a:ext>
            </a:extLst>
          </p:cNvPr>
          <p:cNvSpPr>
            <a:spLocks noGrp="1" noRot="1" noChangeAspect="1" noChangeArrowheads="1" noTextEdit="1"/>
          </p:cNvSpPr>
          <p:nvPr>
            <p:ph type="sldImg"/>
          </p:nvPr>
        </p:nvSpPr>
        <p:spPr>
          <a:xfrm>
            <a:off x="381000" y="685800"/>
            <a:ext cx="6096000" cy="3429000"/>
          </a:xfrm>
          <a:ln/>
        </p:spPr>
      </p:sp>
      <p:sp>
        <p:nvSpPr>
          <p:cNvPr id="325635" name="Rectangle 1027">
            <a:extLst>
              <a:ext uri="{FF2B5EF4-FFF2-40B4-BE49-F238E27FC236}">
                <a16:creationId xmlns:a16="http://schemas.microsoft.com/office/drawing/2014/main" id="{47CAF189-7482-47E0-BC6C-AB2924B4831E}"/>
              </a:ext>
            </a:extLst>
          </p:cNvPr>
          <p:cNvSpPr>
            <a:spLocks noGrp="1" noChangeArrowheads="1"/>
          </p:cNvSpPr>
          <p:nvPr>
            <p:ph type="body" idx="1"/>
          </p:nvPr>
        </p:nvSpPr>
        <p:spPr>
          <a:xfrm>
            <a:off x="477838" y="5400675"/>
            <a:ext cx="6359525" cy="3663950"/>
          </a:xfrm>
        </p:spPr>
        <p:txBody>
          <a:bodyPr/>
          <a:lstStyle/>
          <a:p>
            <a:r>
              <a:rPr lang="en-US" altLang="en-US"/>
              <a:t>Using Arithmetic Operators</a:t>
            </a:r>
          </a:p>
          <a:p>
            <a:pPr lvl="1"/>
            <a:r>
              <a:rPr lang="en-US" altLang="en-US"/>
              <a:t>The example in the slide uses the addition operator to calculate a salary increase of $300 for all employees. The slide also displays a </a:t>
            </a:r>
            <a:r>
              <a:rPr lang="en-US" altLang="en-US">
                <a:latin typeface="Courier New" panose="02070309020205020404" pitchFamily="49" charset="0"/>
              </a:rPr>
              <a:t>SALARY+300</a:t>
            </a:r>
            <a:r>
              <a:rPr lang="en-US" altLang="en-US"/>
              <a:t> column in the output.</a:t>
            </a:r>
          </a:p>
          <a:p>
            <a:pPr lvl="1"/>
            <a:r>
              <a:rPr lang="en-US" altLang="en-US"/>
              <a:t>Note that the resultant calculated column, </a:t>
            </a:r>
            <a:r>
              <a:rPr lang="en-US" altLang="en-US">
                <a:latin typeface="Courier New" panose="02070309020205020404" pitchFamily="49" charset="0"/>
              </a:rPr>
              <a:t>SALARY+300</a:t>
            </a:r>
            <a:r>
              <a:rPr lang="en-US" altLang="en-US"/>
              <a:t>, is not a new column in the </a:t>
            </a:r>
            <a:r>
              <a:rPr lang="en-US" altLang="en-US">
                <a:latin typeface="Courier New" panose="02070309020205020404" pitchFamily="49" charset="0"/>
              </a:rPr>
              <a:t>EMPLOYEES</a:t>
            </a:r>
            <a:r>
              <a:rPr lang="en-US" altLang="en-US"/>
              <a:t> table; it is for display only. By default, the name of a new column comes from the calculation that generated it—in this case, </a:t>
            </a:r>
            <a:r>
              <a:rPr lang="en-US" altLang="en-US">
                <a:latin typeface="Courier New" panose="02070309020205020404" pitchFamily="49" charset="0"/>
              </a:rPr>
              <a:t>salary+300</a:t>
            </a:r>
            <a:r>
              <a:rPr lang="en-US" altLang="en-US"/>
              <a:t>.</a:t>
            </a:r>
          </a:p>
          <a:p>
            <a:pPr lvl="1"/>
            <a:r>
              <a:rPr lang="en-US" altLang="en-US" b="1"/>
              <a:t>Note:</a:t>
            </a:r>
            <a:r>
              <a:rPr lang="en-US" altLang="en-US"/>
              <a:t> The Oracle server ignores blank spaces before and after the arithmetic operator.</a:t>
            </a:r>
          </a:p>
          <a:p>
            <a:r>
              <a:rPr lang="en-US" altLang="en-US"/>
              <a:t>Operator Precedence</a:t>
            </a:r>
          </a:p>
          <a:p>
            <a:pPr lvl="1"/>
            <a:r>
              <a:rPr lang="en-US" altLang="en-US"/>
              <a:t>If an arithmetic expression contains more than one operator, multiplication and division are evaluated first. If operators in an expression are of the same priority, then evaluation is done from left to right.</a:t>
            </a:r>
          </a:p>
          <a:p>
            <a:pPr lvl="1"/>
            <a:r>
              <a:rPr lang="en-US" altLang="en-US"/>
              <a:t>You can use parentheses to force the expression that is enclosed by the parentheses to be evaluated first.</a:t>
            </a:r>
            <a:endParaRPr lang="en-US" altLang="en-US" b="1"/>
          </a:p>
          <a:p>
            <a:pPr lvl="1"/>
            <a:r>
              <a:rPr lang="en-US" altLang="en-US" b="1"/>
              <a:t>Rules of Precedence:</a:t>
            </a:r>
          </a:p>
          <a:p>
            <a:pPr lvl="2"/>
            <a:r>
              <a:rPr lang="en-US" altLang="en-US">
                <a:cs typeface="Arial" panose="020B0604020202020204" pitchFamily="34" charset="0"/>
              </a:rPr>
              <a:t>Multiplication and division occur before addition and subtraction</a:t>
            </a:r>
            <a:r>
              <a:rPr lang="en-US" altLang="en-US"/>
              <a:t>.</a:t>
            </a:r>
          </a:p>
          <a:p>
            <a:pPr lvl="2"/>
            <a:r>
              <a:rPr lang="en-US" altLang="en-US"/>
              <a:t>Operators of the same priority are evaluated from left to right.</a:t>
            </a:r>
          </a:p>
          <a:p>
            <a:pPr lvl="2"/>
            <a:r>
              <a:rPr lang="en-US" altLang="en-US">
                <a:cs typeface="Arial" panose="020B0604020202020204" pitchFamily="34" charset="0"/>
              </a:rPr>
              <a:t>Parentheses are used to override the default precedence or to clarify the statement</a:t>
            </a:r>
            <a:r>
              <a:rPr lang="en-US" altLang="en-US"/>
              <a:t>.</a:t>
            </a:r>
          </a:p>
        </p:txBody>
      </p:sp>
    </p:spTree>
    <p:extLst>
      <p:ext uri="{BB962C8B-B14F-4D97-AF65-F5344CB8AC3E}">
        <p14:creationId xmlns:p14="http://schemas.microsoft.com/office/powerpoint/2010/main" val="10766642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8D94B3E8-8B8F-4BCF-B4C1-10A86972A380}"/>
              </a:ext>
            </a:extLst>
          </p:cNvPr>
          <p:cNvSpPr>
            <a:spLocks noGrp="1" noChangeArrowheads="1"/>
          </p:cNvSpPr>
          <p:nvPr>
            <p:ph type="ftr" sz="quarter" idx="4"/>
          </p:nvPr>
        </p:nvSpPr>
        <p:spPr>
          <a:ln/>
        </p:spPr>
        <p:txBody>
          <a:bodyPr/>
          <a:lstStyle/>
          <a:p>
            <a:r>
              <a:rPr lang="en-US" altLang="en-US"/>
              <a:t>Oracle Database 11</a:t>
            </a:r>
            <a:r>
              <a:rPr lang="en-US" altLang="en-US" i="1"/>
              <a:t>g</a:t>
            </a:r>
            <a:r>
              <a:rPr lang="en-US" altLang="en-US"/>
              <a:t>: SQL Fundamentals I</a:t>
            </a:r>
            <a:r>
              <a:rPr lang="en-US" altLang="en-US">
                <a:solidFill>
                  <a:schemeClr val="tx1"/>
                </a:solidFill>
              </a:rPr>
              <a:t>   1 - </a:t>
            </a:r>
            <a:fld id="{9495F85D-0DD8-4810-ABDB-71E630790B1C}" type="slidenum">
              <a:rPr lang="en-US" altLang="en-US">
                <a:solidFill>
                  <a:schemeClr val="tx1"/>
                </a:solidFill>
              </a:rPr>
              <a:pPr/>
              <a:t>15</a:t>
            </a:fld>
            <a:endParaRPr lang="en-US" altLang="en-US">
              <a:solidFill>
                <a:schemeClr val="tx1"/>
              </a:solidFill>
            </a:endParaRPr>
          </a:p>
        </p:txBody>
      </p:sp>
      <p:sp>
        <p:nvSpPr>
          <p:cNvPr id="327682" name="Rectangle 2">
            <a:extLst>
              <a:ext uri="{FF2B5EF4-FFF2-40B4-BE49-F238E27FC236}">
                <a16:creationId xmlns:a16="http://schemas.microsoft.com/office/drawing/2014/main" id="{EF98D753-3410-4352-A028-6657919C5824}"/>
              </a:ext>
            </a:extLst>
          </p:cNvPr>
          <p:cNvSpPr>
            <a:spLocks noGrp="1" noRot="1" noChangeAspect="1" noChangeArrowheads="1" noTextEdit="1"/>
          </p:cNvSpPr>
          <p:nvPr>
            <p:ph type="sldImg"/>
          </p:nvPr>
        </p:nvSpPr>
        <p:spPr>
          <a:xfrm>
            <a:off x="381000" y="685800"/>
            <a:ext cx="6096000" cy="3429000"/>
          </a:xfrm>
          <a:ln/>
        </p:spPr>
      </p:sp>
      <p:sp>
        <p:nvSpPr>
          <p:cNvPr id="327683" name="Rectangle 3">
            <a:extLst>
              <a:ext uri="{FF2B5EF4-FFF2-40B4-BE49-F238E27FC236}">
                <a16:creationId xmlns:a16="http://schemas.microsoft.com/office/drawing/2014/main" id="{C3DA9B81-2C81-4AB6-B2EC-B22C2217E1ED}"/>
              </a:ext>
            </a:extLst>
          </p:cNvPr>
          <p:cNvSpPr>
            <a:spLocks noGrp="1" noChangeArrowheads="1"/>
          </p:cNvSpPr>
          <p:nvPr>
            <p:ph type="body" idx="1"/>
          </p:nvPr>
        </p:nvSpPr>
        <p:spPr>
          <a:xfrm>
            <a:off x="477838" y="5400675"/>
            <a:ext cx="6359525" cy="3663950"/>
          </a:xfrm>
        </p:spPr>
        <p:txBody>
          <a:bodyPr/>
          <a:lstStyle/>
          <a:p>
            <a:r>
              <a:rPr lang="en-US" altLang="en-US"/>
              <a:t>Operator Precedence (continued)</a:t>
            </a:r>
          </a:p>
          <a:p>
            <a:pPr lvl="1"/>
            <a:r>
              <a:rPr lang="en-US" altLang="en-US">
                <a:solidFill>
                  <a:schemeClr val="tx1"/>
                </a:solidFill>
              </a:rPr>
              <a:t>The first example in the slide displays the last name, salary, and annual compensation of employees. It calculates the annual compensation by multiplying the monthly salary with 12, plus a one-time bonus of $100. Note that multiplication is performed before addition.</a:t>
            </a:r>
          </a:p>
          <a:p>
            <a:pPr lvl="1"/>
            <a:r>
              <a:rPr lang="en-US" altLang="en-US" b="1">
                <a:solidFill>
                  <a:schemeClr val="tx1"/>
                </a:solidFill>
              </a:rPr>
              <a:t>Note:</a:t>
            </a:r>
            <a:r>
              <a:rPr lang="en-US" altLang="en-US">
                <a:solidFill>
                  <a:schemeClr val="tx1"/>
                </a:solidFill>
              </a:rPr>
              <a:t> Use parentheses to reinforce the standard order of precedence and to improve clarity. For example, the expression in the slide can be written as </a:t>
            </a:r>
            <a:r>
              <a:rPr lang="en-US" altLang="en-US">
                <a:solidFill>
                  <a:schemeClr val="tx1"/>
                </a:solidFill>
                <a:latin typeface="Courier New" panose="02070309020205020404" pitchFamily="49" charset="0"/>
              </a:rPr>
              <a:t>(12*salary)+100</a:t>
            </a:r>
            <a:r>
              <a:rPr lang="en-US" altLang="en-US">
                <a:solidFill>
                  <a:schemeClr val="tx1"/>
                </a:solidFill>
              </a:rPr>
              <a:t> with no change in the result.</a:t>
            </a:r>
          </a:p>
          <a:p>
            <a:r>
              <a:rPr lang="en-US" altLang="en-US"/>
              <a:t>Using Parentheses</a:t>
            </a:r>
          </a:p>
          <a:p>
            <a:pPr lvl="1"/>
            <a:r>
              <a:rPr lang="en-US" altLang="en-US">
                <a:solidFill>
                  <a:schemeClr val="tx1"/>
                </a:solidFill>
              </a:rPr>
              <a:t>You can override the rules of precedence by using parentheses to specify the desired order in which the operators are to be executed.</a:t>
            </a:r>
          </a:p>
          <a:p>
            <a:pPr lvl="1"/>
            <a:r>
              <a:rPr lang="en-US" altLang="en-US">
                <a:solidFill>
                  <a:schemeClr val="tx1"/>
                </a:solidFill>
              </a:rPr>
              <a:t>The second example in the slide displays the last name, salary, and annual compensation of employees. It calculates the annual compensation as follows: adding a monthly bonus of $100 to the monthly salary, and then multiplying that subtotal with 12. Because of the parentheses, addition takes priority over multiplication.</a:t>
            </a:r>
            <a:endParaRPr lang="en-US" altLang="en-US"/>
          </a:p>
        </p:txBody>
      </p:sp>
    </p:spTree>
    <p:extLst>
      <p:ext uri="{BB962C8B-B14F-4D97-AF65-F5344CB8AC3E}">
        <p14:creationId xmlns:p14="http://schemas.microsoft.com/office/powerpoint/2010/main" val="16819659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088FD9A8-4239-4EF8-8640-2DF2D50F8AD5}"/>
              </a:ext>
            </a:extLst>
          </p:cNvPr>
          <p:cNvSpPr>
            <a:spLocks noGrp="1" noChangeArrowheads="1"/>
          </p:cNvSpPr>
          <p:nvPr>
            <p:ph type="ftr" sz="quarter" idx="4"/>
          </p:nvPr>
        </p:nvSpPr>
        <p:spPr>
          <a:ln/>
        </p:spPr>
        <p:txBody>
          <a:bodyPr/>
          <a:lstStyle/>
          <a:p>
            <a:r>
              <a:rPr lang="en-US" altLang="en-US"/>
              <a:t>Oracle Database 11</a:t>
            </a:r>
            <a:r>
              <a:rPr lang="en-US" altLang="en-US" i="1"/>
              <a:t>g</a:t>
            </a:r>
            <a:r>
              <a:rPr lang="en-US" altLang="en-US"/>
              <a:t>: SQL Fundamentals I</a:t>
            </a:r>
            <a:r>
              <a:rPr lang="en-US" altLang="en-US">
                <a:solidFill>
                  <a:schemeClr val="tx1"/>
                </a:solidFill>
              </a:rPr>
              <a:t>   1 - </a:t>
            </a:r>
            <a:fld id="{7238ECC3-2637-4E5A-95FF-31F7BD4FC0FE}" type="slidenum">
              <a:rPr lang="en-US" altLang="en-US">
                <a:solidFill>
                  <a:schemeClr val="tx1"/>
                </a:solidFill>
              </a:rPr>
              <a:pPr/>
              <a:t>16</a:t>
            </a:fld>
            <a:endParaRPr lang="en-US" altLang="en-US">
              <a:solidFill>
                <a:schemeClr val="tx1"/>
              </a:solidFill>
            </a:endParaRPr>
          </a:p>
        </p:txBody>
      </p:sp>
      <p:sp>
        <p:nvSpPr>
          <p:cNvPr id="319492" name="Rectangle 4">
            <a:extLst>
              <a:ext uri="{FF2B5EF4-FFF2-40B4-BE49-F238E27FC236}">
                <a16:creationId xmlns:a16="http://schemas.microsoft.com/office/drawing/2014/main" id="{58907FCE-3D43-4D58-AF6C-30724583FD22}"/>
              </a:ext>
            </a:extLst>
          </p:cNvPr>
          <p:cNvSpPr>
            <a:spLocks noGrp="1" noRot="1" noChangeAspect="1" noChangeArrowheads="1" noTextEdit="1"/>
          </p:cNvSpPr>
          <p:nvPr>
            <p:ph type="sldImg"/>
          </p:nvPr>
        </p:nvSpPr>
        <p:spPr>
          <a:xfrm>
            <a:off x="381000" y="685800"/>
            <a:ext cx="6096000" cy="3429000"/>
          </a:xfrm>
          <a:ln/>
        </p:spPr>
      </p:sp>
      <p:sp>
        <p:nvSpPr>
          <p:cNvPr id="319493" name="Rectangle 5">
            <a:extLst>
              <a:ext uri="{FF2B5EF4-FFF2-40B4-BE49-F238E27FC236}">
                <a16:creationId xmlns:a16="http://schemas.microsoft.com/office/drawing/2014/main" id="{3421C88D-1975-42D2-B065-74C745F409A3}"/>
              </a:ext>
            </a:extLst>
          </p:cNvPr>
          <p:cNvSpPr>
            <a:spLocks noGrp="1" noChangeArrowheads="1"/>
          </p:cNvSpPr>
          <p:nvPr>
            <p:ph type="body" idx="1"/>
          </p:nvPr>
        </p:nvSpPr>
        <p:spPr>
          <a:xfrm>
            <a:off x="477838" y="5391150"/>
            <a:ext cx="6359525" cy="3673475"/>
          </a:xfrm>
        </p:spPr>
        <p:txBody>
          <a:bodyPr/>
          <a:lstStyle/>
          <a:p>
            <a:pPr marL="139700" indent="0">
              <a:buNone/>
            </a:pPr>
            <a:r>
              <a:rPr lang="en-US" altLang="en-US">
                <a:solidFill>
                  <a:schemeClr val="tx1"/>
                </a:solidFill>
              </a:rPr>
              <a:t>When displaying the result of a query, SQL Developer normally uses the name of the selected column as the column heading. This heading may not be descriptive and, therefore, may be</a:t>
            </a:r>
            <a:r>
              <a:rPr lang="en-US" altLang="en-US" baseline="0">
                <a:solidFill>
                  <a:schemeClr val="tx1"/>
                </a:solidFill>
              </a:rPr>
              <a:t> </a:t>
            </a:r>
            <a:r>
              <a:rPr lang="en-US" altLang="en-US">
                <a:solidFill>
                  <a:schemeClr val="tx1"/>
                </a:solidFill>
              </a:rPr>
              <a:t>difficult to understand. You can change a column heading by using a column alias.Specify the alias after the column in the SELECT list using blank space as a separator. By</a:t>
            </a:r>
            <a:r>
              <a:rPr lang="en-US" altLang="en-US" baseline="0">
                <a:solidFill>
                  <a:schemeClr val="tx1"/>
                </a:solidFill>
              </a:rPr>
              <a:t> </a:t>
            </a:r>
            <a:r>
              <a:rPr lang="en-US" altLang="en-US">
                <a:solidFill>
                  <a:schemeClr val="tx1"/>
                </a:solidFill>
              </a:rPr>
              <a:t>default, alias headings appear in uppercase. If the alias contains spaces or special characters (such as # or $), or if it is case-sensitive, enclose the alias in double quotation marks ("").</a:t>
            </a:r>
          </a:p>
        </p:txBody>
      </p:sp>
    </p:spTree>
    <p:extLst>
      <p:ext uri="{BB962C8B-B14F-4D97-AF65-F5344CB8AC3E}">
        <p14:creationId xmlns:p14="http://schemas.microsoft.com/office/powerpoint/2010/main" val="11827316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8D94B3E8-8B8F-4BCF-B4C1-10A86972A380}"/>
              </a:ext>
            </a:extLst>
          </p:cNvPr>
          <p:cNvSpPr>
            <a:spLocks noGrp="1" noChangeArrowheads="1"/>
          </p:cNvSpPr>
          <p:nvPr>
            <p:ph type="ftr" sz="quarter" idx="4"/>
          </p:nvPr>
        </p:nvSpPr>
        <p:spPr>
          <a:ln/>
        </p:spPr>
        <p:txBody>
          <a:bodyPr/>
          <a:lstStyle/>
          <a:p>
            <a:r>
              <a:rPr lang="en-US" altLang="en-US"/>
              <a:t>Oracle Database 11</a:t>
            </a:r>
            <a:r>
              <a:rPr lang="en-US" altLang="en-US" i="1"/>
              <a:t>g</a:t>
            </a:r>
            <a:r>
              <a:rPr lang="en-US" altLang="en-US"/>
              <a:t>: SQL Fundamentals I</a:t>
            </a:r>
            <a:r>
              <a:rPr lang="en-US" altLang="en-US">
                <a:solidFill>
                  <a:schemeClr val="tx1"/>
                </a:solidFill>
              </a:rPr>
              <a:t>   1 - </a:t>
            </a:r>
            <a:fld id="{9495F85D-0DD8-4810-ABDB-71E630790B1C}" type="slidenum">
              <a:rPr lang="en-US" altLang="en-US">
                <a:solidFill>
                  <a:schemeClr val="tx1"/>
                </a:solidFill>
              </a:rPr>
              <a:pPr/>
              <a:t>17</a:t>
            </a:fld>
            <a:endParaRPr lang="en-US" altLang="en-US">
              <a:solidFill>
                <a:schemeClr val="tx1"/>
              </a:solidFill>
            </a:endParaRPr>
          </a:p>
        </p:txBody>
      </p:sp>
      <p:sp>
        <p:nvSpPr>
          <p:cNvPr id="327682" name="Rectangle 2">
            <a:extLst>
              <a:ext uri="{FF2B5EF4-FFF2-40B4-BE49-F238E27FC236}">
                <a16:creationId xmlns:a16="http://schemas.microsoft.com/office/drawing/2014/main" id="{EF98D753-3410-4352-A028-6657919C5824}"/>
              </a:ext>
            </a:extLst>
          </p:cNvPr>
          <p:cNvSpPr>
            <a:spLocks noGrp="1" noRot="1" noChangeAspect="1" noChangeArrowheads="1" noTextEdit="1"/>
          </p:cNvSpPr>
          <p:nvPr>
            <p:ph type="sldImg"/>
          </p:nvPr>
        </p:nvSpPr>
        <p:spPr>
          <a:xfrm>
            <a:off x="381000" y="685800"/>
            <a:ext cx="6096000" cy="3429000"/>
          </a:xfrm>
          <a:ln/>
        </p:spPr>
      </p:sp>
      <p:sp>
        <p:nvSpPr>
          <p:cNvPr id="327683" name="Rectangle 3">
            <a:extLst>
              <a:ext uri="{FF2B5EF4-FFF2-40B4-BE49-F238E27FC236}">
                <a16:creationId xmlns:a16="http://schemas.microsoft.com/office/drawing/2014/main" id="{C3DA9B81-2C81-4AB6-B2EC-B22C2217E1ED}"/>
              </a:ext>
            </a:extLst>
          </p:cNvPr>
          <p:cNvSpPr>
            <a:spLocks noGrp="1" noChangeArrowheads="1"/>
          </p:cNvSpPr>
          <p:nvPr>
            <p:ph type="body" idx="1"/>
          </p:nvPr>
        </p:nvSpPr>
        <p:spPr>
          <a:xfrm>
            <a:off x="477838" y="5400675"/>
            <a:ext cx="6359525" cy="3663950"/>
          </a:xfrm>
        </p:spPr>
        <p:txBody>
          <a:bodyPr/>
          <a:lstStyle/>
          <a:p>
            <a:r>
              <a:rPr lang="en-US" sz="1100" b="0" i="0" u="none" strike="noStrike" cap="none">
                <a:solidFill>
                  <a:srgbClr val="000000"/>
                </a:solidFill>
                <a:latin typeface="Arial"/>
                <a:ea typeface="Arial"/>
                <a:cs typeface="Arial"/>
                <a:sym typeface="Arial"/>
              </a:rPr>
              <a:t>The first example displays the names and the commission percentages of all the employees.</a:t>
            </a:r>
            <a:r>
              <a:rPr lang="en-US" sz="1100" b="0" i="0" u="none" strike="noStrike" cap="none" baseline="0">
                <a:solidFill>
                  <a:srgbClr val="000000"/>
                </a:solidFill>
                <a:latin typeface="Arial"/>
                <a:ea typeface="Arial"/>
                <a:cs typeface="Arial"/>
                <a:sym typeface="Arial"/>
              </a:rPr>
              <a:t> </a:t>
            </a:r>
            <a:r>
              <a:rPr lang="en-US" sz="1100" b="0" i="0" u="none" strike="noStrike" cap="none">
                <a:solidFill>
                  <a:srgbClr val="000000"/>
                </a:solidFill>
                <a:latin typeface="Arial"/>
                <a:ea typeface="Arial"/>
                <a:cs typeface="Arial"/>
                <a:sym typeface="Arial"/>
              </a:rPr>
              <a:t>Note that the optional AS keyword has been used before the column alias name. The result of the</a:t>
            </a:r>
            <a:r>
              <a:rPr lang="en-US" sz="1100" b="0" i="0" u="none" strike="noStrike" cap="none" baseline="0">
                <a:solidFill>
                  <a:srgbClr val="000000"/>
                </a:solidFill>
                <a:latin typeface="Arial"/>
                <a:ea typeface="Arial"/>
                <a:cs typeface="Arial"/>
                <a:sym typeface="Arial"/>
              </a:rPr>
              <a:t> </a:t>
            </a:r>
            <a:r>
              <a:rPr lang="en-US" sz="1100" b="0" i="0" u="none" strike="noStrike" cap="none">
                <a:solidFill>
                  <a:srgbClr val="000000"/>
                </a:solidFill>
                <a:latin typeface="Arial"/>
                <a:ea typeface="Arial"/>
                <a:cs typeface="Arial"/>
                <a:sym typeface="Arial"/>
              </a:rPr>
              <a:t>query is the same whether the AS keyword is used or not. Also, note that the SQL statement has</a:t>
            </a:r>
            <a:r>
              <a:rPr lang="en-US" sz="1100" b="0" i="0" u="none" strike="noStrike" cap="none" baseline="0">
                <a:solidFill>
                  <a:srgbClr val="000000"/>
                </a:solidFill>
                <a:latin typeface="Arial"/>
                <a:ea typeface="Arial"/>
                <a:cs typeface="Arial"/>
                <a:sym typeface="Arial"/>
              </a:rPr>
              <a:t> </a:t>
            </a:r>
            <a:r>
              <a:rPr lang="en-US" sz="1100" b="0" i="0" u="none" strike="noStrike" cap="none">
                <a:solidFill>
                  <a:srgbClr val="000000"/>
                </a:solidFill>
                <a:latin typeface="Arial"/>
                <a:ea typeface="Arial"/>
                <a:cs typeface="Arial"/>
                <a:sym typeface="Arial"/>
              </a:rPr>
              <a:t>the column aliases, name and comm, in lowercase, whereas the result of the query displays the column headings in uppercase. As mentioned in the preceding slide, column headings appear in</a:t>
            </a:r>
            <a:r>
              <a:rPr lang="en-US" sz="1100" b="0" i="0" u="none" strike="noStrike" cap="none" baseline="0">
                <a:solidFill>
                  <a:srgbClr val="000000"/>
                </a:solidFill>
                <a:latin typeface="Arial"/>
                <a:ea typeface="Arial"/>
                <a:cs typeface="Arial"/>
                <a:sym typeface="Arial"/>
              </a:rPr>
              <a:t> </a:t>
            </a:r>
            <a:r>
              <a:rPr lang="en-ID" sz="1100" b="0" i="0" u="none" strike="noStrike" cap="none">
                <a:solidFill>
                  <a:srgbClr val="000000"/>
                </a:solidFill>
                <a:latin typeface="Arial"/>
                <a:ea typeface="Arial"/>
                <a:cs typeface="Arial"/>
                <a:sym typeface="Arial"/>
              </a:rPr>
              <a:t>uppercase by default.</a:t>
            </a:r>
          </a:p>
          <a:p>
            <a:r>
              <a:rPr lang="en-US" sz="1100" b="0" i="0" u="none" strike="noStrike" cap="none">
                <a:solidFill>
                  <a:srgbClr val="000000"/>
                </a:solidFill>
                <a:latin typeface="Arial"/>
                <a:ea typeface="Arial"/>
                <a:cs typeface="Arial"/>
                <a:sym typeface="Arial"/>
              </a:rPr>
              <a:t>The second example displays the last names and annual salaries of all the employees. Because</a:t>
            </a:r>
            <a:r>
              <a:rPr lang="en-US" sz="1100" b="0" i="0" u="none" strike="noStrike" cap="none" baseline="0">
                <a:solidFill>
                  <a:srgbClr val="000000"/>
                </a:solidFill>
                <a:latin typeface="Arial"/>
                <a:ea typeface="Arial"/>
                <a:cs typeface="Arial"/>
                <a:sym typeface="Arial"/>
              </a:rPr>
              <a:t> </a:t>
            </a:r>
            <a:r>
              <a:rPr lang="en-US" sz="1100" b="0" i="0" u="none" strike="noStrike" cap="none">
                <a:solidFill>
                  <a:srgbClr val="000000"/>
                </a:solidFill>
                <a:latin typeface="Arial"/>
                <a:ea typeface="Arial"/>
                <a:cs typeface="Arial"/>
                <a:sym typeface="Arial"/>
              </a:rPr>
              <a:t>Annual Salary contains a space, it has been enclosed in double quotation marks. Note that the column heading in the output is exactly the same as the column alias.</a:t>
            </a:r>
            <a:endParaRPr lang="en-US" altLang="en-US"/>
          </a:p>
        </p:txBody>
      </p:sp>
    </p:spTree>
    <p:extLst>
      <p:ext uri="{BB962C8B-B14F-4D97-AF65-F5344CB8AC3E}">
        <p14:creationId xmlns:p14="http://schemas.microsoft.com/office/powerpoint/2010/main" val="17570263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6860552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088FD9A8-4239-4EF8-8640-2DF2D50F8AD5}"/>
              </a:ext>
            </a:extLst>
          </p:cNvPr>
          <p:cNvSpPr>
            <a:spLocks noGrp="1" noChangeArrowheads="1"/>
          </p:cNvSpPr>
          <p:nvPr>
            <p:ph type="ftr" sz="quarter" idx="4"/>
          </p:nvPr>
        </p:nvSpPr>
        <p:spPr>
          <a:ln/>
        </p:spPr>
        <p:txBody>
          <a:bodyPr/>
          <a:lstStyle/>
          <a:p>
            <a:r>
              <a:rPr lang="en-US" altLang="en-US"/>
              <a:t>Oracle Database 11</a:t>
            </a:r>
            <a:r>
              <a:rPr lang="en-US" altLang="en-US" i="1"/>
              <a:t>g</a:t>
            </a:r>
            <a:r>
              <a:rPr lang="en-US" altLang="en-US"/>
              <a:t>: SQL Fundamentals I</a:t>
            </a:r>
            <a:r>
              <a:rPr lang="en-US" altLang="en-US">
                <a:solidFill>
                  <a:schemeClr val="tx1"/>
                </a:solidFill>
              </a:rPr>
              <a:t>   1 - </a:t>
            </a:r>
            <a:fld id="{7238ECC3-2637-4E5A-95FF-31F7BD4FC0FE}" type="slidenum">
              <a:rPr lang="en-US" altLang="en-US">
                <a:solidFill>
                  <a:schemeClr val="tx1"/>
                </a:solidFill>
              </a:rPr>
              <a:pPr/>
              <a:t>21</a:t>
            </a:fld>
            <a:endParaRPr lang="en-US" altLang="en-US">
              <a:solidFill>
                <a:schemeClr val="tx1"/>
              </a:solidFill>
            </a:endParaRPr>
          </a:p>
        </p:txBody>
      </p:sp>
      <p:sp>
        <p:nvSpPr>
          <p:cNvPr id="319492" name="Rectangle 4">
            <a:extLst>
              <a:ext uri="{FF2B5EF4-FFF2-40B4-BE49-F238E27FC236}">
                <a16:creationId xmlns:a16="http://schemas.microsoft.com/office/drawing/2014/main" id="{58907FCE-3D43-4D58-AF6C-30724583FD22}"/>
              </a:ext>
            </a:extLst>
          </p:cNvPr>
          <p:cNvSpPr>
            <a:spLocks noGrp="1" noRot="1" noChangeAspect="1" noChangeArrowheads="1" noTextEdit="1"/>
          </p:cNvSpPr>
          <p:nvPr>
            <p:ph type="sldImg"/>
          </p:nvPr>
        </p:nvSpPr>
        <p:spPr>
          <a:xfrm>
            <a:off x="381000" y="685800"/>
            <a:ext cx="6096000" cy="3429000"/>
          </a:xfrm>
          <a:ln/>
        </p:spPr>
      </p:sp>
      <p:sp>
        <p:nvSpPr>
          <p:cNvPr id="319493" name="Rectangle 5">
            <a:extLst>
              <a:ext uri="{FF2B5EF4-FFF2-40B4-BE49-F238E27FC236}">
                <a16:creationId xmlns:a16="http://schemas.microsoft.com/office/drawing/2014/main" id="{3421C88D-1975-42D2-B065-74C745F409A3}"/>
              </a:ext>
            </a:extLst>
          </p:cNvPr>
          <p:cNvSpPr>
            <a:spLocks noGrp="1" noChangeArrowheads="1"/>
          </p:cNvSpPr>
          <p:nvPr>
            <p:ph type="body" idx="1"/>
          </p:nvPr>
        </p:nvSpPr>
        <p:spPr>
          <a:xfrm>
            <a:off x="477838" y="5391150"/>
            <a:ext cx="6359525" cy="3673475"/>
          </a:xfrm>
        </p:spPr>
        <p:txBody>
          <a:bodyPr/>
          <a:lstStyle/>
          <a:p>
            <a:pPr marL="139700" indent="0">
              <a:buNone/>
            </a:pPr>
            <a:endParaRPr lang="en-US" altLang="en-US">
              <a:solidFill>
                <a:schemeClr val="tx1"/>
              </a:solidFill>
            </a:endParaRPr>
          </a:p>
        </p:txBody>
      </p:sp>
    </p:spTree>
    <p:extLst>
      <p:ext uri="{BB962C8B-B14F-4D97-AF65-F5344CB8AC3E}">
        <p14:creationId xmlns:p14="http://schemas.microsoft.com/office/powerpoint/2010/main" val="41213750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Grp="1" noChangeArrowheads="1"/>
          </p:cNvSpPr>
          <p:nvPr>
            <p:ph type="ftr" sz="quarter" idx="4"/>
          </p:nvPr>
        </p:nvSpPr>
        <p:spPr>
          <a:xfrm>
            <a:off x="477838" y="9310688"/>
            <a:ext cx="6359525" cy="236537"/>
          </a:xfrm>
          <a:prstGeom prst="rect">
            <a:avLst/>
          </a:prstGeom>
          <a:ln/>
        </p:spPr>
        <p:txBody>
          <a:bodyPr/>
          <a:lstStyle/>
          <a:p>
            <a:r>
              <a:rPr lang="en-US"/>
              <a:t>Oracle Database 11</a:t>
            </a:r>
            <a:r>
              <a:rPr lang="en-US" i="1"/>
              <a:t>g</a:t>
            </a:r>
            <a:r>
              <a:rPr lang="en-US"/>
              <a:t>: SQL Fundamentals I   </a:t>
            </a:r>
            <a:r>
              <a:rPr lang="en-US">
                <a:solidFill>
                  <a:schemeClr val="tx1"/>
                </a:solidFill>
              </a:rPr>
              <a:t>2 - </a:t>
            </a:r>
            <a:fld id="{AB5B3D38-8F73-4EA8-93CF-287B65C16EE6}" type="slidenum">
              <a:rPr lang="en-US">
                <a:solidFill>
                  <a:schemeClr val="tx1"/>
                </a:solidFill>
              </a:rPr>
              <a:pPr/>
              <a:t>22</a:t>
            </a:fld>
            <a:endParaRPr lang="en-US">
              <a:solidFill>
                <a:schemeClr val="tx1"/>
              </a:solidFill>
            </a:endParaRPr>
          </a:p>
        </p:txBody>
      </p:sp>
      <p:sp>
        <p:nvSpPr>
          <p:cNvPr id="313346" name="Rectangle 2"/>
          <p:cNvSpPr>
            <a:spLocks noGrp="1" noRot="1" noChangeAspect="1" noChangeArrowheads="1" noTextEdit="1"/>
          </p:cNvSpPr>
          <p:nvPr>
            <p:ph type="sldImg"/>
          </p:nvPr>
        </p:nvSpPr>
        <p:spPr>
          <a:xfrm>
            <a:off x="381000" y="685800"/>
            <a:ext cx="6096000" cy="3429000"/>
          </a:xfrm>
          <a:ln/>
        </p:spPr>
      </p:sp>
      <p:sp>
        <p:nvSpPr>
          <p:cNvPr id="313347" name="Rectangle 3"/>
          <p:cNvSpPr>
            <a:spLocks noGrp="1" noChangeArrowheads="1"/>
          </p:cNvSpPr>
          <p:nvPr>
            <p:ph type="body" idx="1"/>
          </p:nvPr>
        </p:nvSpPr>
        <p:spPr>
          <a:xfrm>
            <a:off x="477838" y="5400675"/>
            <a:ext cx="6359525" cy="3663950"/>
          </a:xfrm>
        </p:spPr>
        <p:txBody>
          <a:bodyPr/>
          <a:lstStyle/>
          <a:p>
            <a:r>
              <a:rPr lang="en-US"/>
              <a:t>Limiting the Rows that Are Selected</a:t>
            </a:r>
          </a:p>
          <a:p>
            <a:pPr lvl="1"/>
            <a:r>
              <a:rPr lang="en-US"/>
              <a:t>You can restrict the rows that are returned from </a:t>
            </a:r>
            <a:r>
              <a:rPr lang="en-US">
                <a:solidFill>
                  <a:schemeClr val="tx1"/>
                </a:solidFill>
              </a:rPr>
              <a:t>the query by using the </a:t>
            </a:r>
            <a:r>
              <a:rPr lang="en-US">
                <a:solidFill>
                  <a:schemeClr val="tx1"/>
                </a:solidFill>
                <a:latin typeface="Courier New" panose="02070309020205020404" pitchFamily="49" charset="0"/>
              </a:rPr>
              <a:t>WHERE</a:t>
            </a:r>
            <a:r>
              <a:rPr lang="en-US">
                <a:solidFill>
                  <a:schemeClr val="tx1"/>
                </a:solidFill>
              </a:rPr>
              <a:t> clause. A </a:t>
            </a:r>
            <a:r>
              <a:rPr lang="en-US">
                <a:solidFill>
                  <a:schemeClr val="tx1"/>
                </a:solidFill>
                <a:latin typeface="Courier New" panose="02070309020205020404" pitchFamily="49" charset="0"/>
              </a:rPr>
              <a:t>WHERE</a:t>
            </a:r>
            <a:r>
              <a:rPr lang="en-US">
                <a:solidFill>
                  <a:schemeClr val="tx1"/>
                </a:solidFill>
              </a:rPr>
              <a:t> clause contains a condition that must be met and it directly follows the </a:t>
            </a:r>
            <a:r>
              <a:rPr lang="en-US">
                <a:solidFill>
                  <a:schemeClr val="tx1"/>
                </a:solidFill>
                <a:latin typeface="Courier New" panose="02070309020205020404" pitchFamily="49" charset="0"/>
              </a:rPr>
              <a:t>FROM</a:t>
            </a:r>
            <a:r>
              <a:rPr lang="en-US">
                <a:solidFill>
                  <a:schemeClr val="tx1"/>
                </a:solidFill>
              </a:rPr>
              <a:t> clause. If the condition is true, the row meeting the condition is returned.</a:t>
            </a:r>
          </a:p>
          <a:p>
            <a:pPr lvl="1"/>
            <a:r>
              <a:rPr lang="en-US">
                <a:solidFill>
                  <a:schemeClr val="tx1"/>
                </a:solidFill>
              </a:rPr>
              <a:t>In the syntax:</a:t>
            </a:r>
          </a:p>
          <a:p>
            <a:pPr>
              <a:spcBef>
                <a:spcPct val="0"/>
              </a:spcBef>
            </a:pPr>
            <a:r>
              <a:rPr lang="en-US" b="0">
                <a:latin typeface="Times New Roman" panose="02020603050405020304" pitchFamily="18" charset="0"/>
              </a:rPr>
              <a:t>	</a:t>
            </a:r>
            <a:r>
              <a:rPr lang="en-US" b="0">
                <a:latin typeface="Courier New" panose="02070309020205020404" pitchFamily="49" charset="0"/>
              </a:rPr>
              <a:t>WHERE</a:t>
            </a:r>
            <a:r>
              <a:rPr lang="en-US">
                <a:latin typeface="Times New Roman" panose="02020603050405020304" pitchFamily="18" charset="0"/>
              </a:rPr>
              <a:t>		</a:t>
            </a:r>
            <a:r>
              <a:rPr lang="en-US" b="0">
                <a:latin typeface="Times New Roman" panose="02020603050405020304" pitchFamily="18" charset="0"/>
              </a:rPr>
              <a:t>restricts the query to rows that meet a condition</a:t>
            </a:r>
          </a:p>
          <a:p>
            <a:pPr>
              <a:spcBef>
                <a:spcPct val="0"/>
              </a:spcBef>
            </a:pPr>
            <a:r>
              <a:rPr lang="en-US">
                <a:latin typeface="Times New Roman" panose="02020603050405020304" pitchFamily="18" charset="0"/>
              </a:rPr>
              <a:t>	</a:t>
            </a:r>
          </a:p>
          <a:p>
            <a:pPr>
              <a:spcBef>
                <a:spcPct val="0"/>
              </a:spcBef>
            </a:pPr>
            <a:r>
              <a:rPr lang="en-US" b="0" i="1">
                <a:latin typeface="Times New Roman" panose="02020603050405020304" pitchFamily="18" charset="0"/>
              </a:rPr>
              <a:t>	</a:t>
            </a:r>
            <a:r>
              <a:rPr lang="en-US" b="0" i="1">
                <a:latin typeface="Courier New" panose="02070309020205020404" pitchFamily="49" charset="0"/>
              </a:rPr>
              <a:t>condition</a:t>
            </a:r>
            <a:r>
              <a:rPr lang="en-US">
                <a:latin typeface="Times New Roman" panose="02020603050405020304" pitchFamily="18" charset="0"/>
              </a:rPr>
              <a:t>		</a:t>
            </a:r>
            <a:r>
              <a:rPr lang="en-US" b="0">
                <a:latin typeface="Times New Roman" panose="02020603050405020304" pitchFamily="18" charset="0"/>
              </a:rPr>
              <a:t>is composed of column names, expressions, 								constants, and a comparison operator. A condition specifies a</a:t>
            </a:r>
            <a:br>
              <a:rPr lang="en-US" b="0">
                <a:latin typeface="Times New Roman" panose="02020603050405020304" pitchFamily="18" charset="0"/>
              </a:rPr>
            </a:br>
            <a:r>
              <a:rPr lang="en-US" b="0">
                <a:latin typeface="Times New Roman" panose="02020603050405020304" pitchFamily="18" charset="0"/>
              </a:rPr>
              <a:t>				combination of one or more expressions and logical (Boolean)</a:t>
            </a:r>
            <a:br>
              <a:rPr lang="en-US" b="0">
                <a:latin typeface="Times New Roman" panose="02020603050405020304" pitchFamily="18" charset="0"/>
              </a:rPr>
            </a:br>
            <a:r>
              <a:rPr lang="en-US" b="0">
                <a:latin typeface="Times New Roman" panose="02020603050405020304" pitchFamily="18" charset="0"/>
              </a:rPr>
              <a:t>				operators, and returns a value of </a:t>
            </a:r>
            <a:r>
              <a:rPr lang="en-US" b="0">
                <a:latin typeface="Courier New" panose="02070309020205020404" pitchFamily="49" charset="0"/>
                <a:cs typeface="Courier New" panose="02070309020205020404" pitchFamily="49" charset="0"/>
              </a:rPr>
              <a:t>TRUE</a:t>
            </a:r>
            <a:r>
              <a:rPr lang="en-US" b="0">
                <a:latin typeface="Times New Roman" panose="02020603050405020304" pitchFamily="18" charset="0"/>
              </a:rPr>
              <a:t>, </a:t>
            </a:r>
            <a:r>
              <a:rPr lang="en-US" b="0">
                <a:latin typeface="Courier New" panose="02070309020205020404" pitchFamily="49" charset="0"/>
                <a:cs typeface="Courier New" panose="02070309020205020404" pitchFamily="49" charset="0"/>
              </a:rPr>
              <a:t>FALSE</a:t>
            </a:r>
            <a:r>
              <a:rPr lang="en-US" b="0">
                <a:latin typeface="Times New Roman" panose="02020603050405020304" pitchFamily="18" charset="0"/>
              </a:rPr>
              <a:t>, or </a:t>
            </a:r>
            <a:r>
              <a:rPr lang="en-US" b="0">
                <a:latin typeface="Courier New" panose="02070309020205020404" pitchFamily="49" charset="0"/>
                <a:cs typeface="Courier New" panose="02070309020205020404" pitchFamily="49" charset="0"/>
              </a:rPr>
              <a:t>UNKNOWN</a:t>
            </a:r>
            <a:r>
              <a:rPr lang="en-US" b="0">
                <a:latin typeface="Times New Roman" panose="02020603050405020304" pitchFamily="18" charset="0"/>
              </a:rPr>
              <a:t>.</a:t>
            </a:r>
          </a:p>
          <a:p>
            <a:pPr lvl="1">
              <a:spcBef>
                <a:spcPct val="0"/>
              </a:spcBef>
            </a:pPr>
            <a:r>
              <a:rPr lang="en-US">
                <a:solidFill>
                  <a:schemeClr val="tx1"/>
                </a:solidFill>
              </a:rPr>
              <a:t>The </a:t>
            </a:r>
            <a:r>
              <a:rPr lang="en-US">
                <a:solidFill>
                  <a:schemeClr val="tx1"/>
                </a:solidFill>
                <a:latin typeface="Courier New" panose="02070309020205020404" pitchFamily="49" charset="0"/>
              </a:rPr>
              <a:t>WHERE</a:t>
            </a:r>
            <a:r>
              <a:rPr lang="en-US">
                <a:solidFill>
                  <a:schemeClr val="tx1"/>
                </a:solidFill>
              </a:rPr>
              <a:t> clause can compare values in columns, literal, arithmetic expressions, or functions. It consists of three elements:</a:t>
            </a:r>
          </a:p>
          <a:p>
            <a:pPr lvl="2"/>
            <a:r>
              <a:rPr lang="en-US">
                <a:solidFill>
                  <a:schemeClr val="tx1"/>
                </a:solidFill>
              </a:rPr>
              <a:t>Column name</a:t>
            </a:r>
          </a:p>
          <a:p>
            <a:pPr lvl="2"/>
            <a:r>
              <a:rPr lang="en-US">
                <a:solidFill>
                  <a:schemeClr val="tx1"/>
                </a:solidFill>
              </a:rPr>
              <a:t>Comparison condition</a:t>
            </a:r>
          </a:p>
          <a:p>
            <a:pPr lvl="2"/>
            <a:r>
              <a:rPr lang="en-US">
                <a:solidFill>
                  <a:schemeClr val="tx1"/>
                </a:solidFill>
              </a:rPr>
              <a:t>Column name, constant, or list of values</a:t>
            </a:r>
          </a:p>
        </p:txBody>
      </p:sp>
    </p:spTree>
    <p:extLst>
      <p:ext uri="{BB962C8B-B14F-4D97-AF65-F5344CB8AC3E}">
        <p14:creationId xmlns:p14="http://schemas.microsoft.com/office/powerpoint/2010/main" val="28794512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Grp="1" noChangeArrowheads="1"/>
          </p:cNvSpPr>
          <p:nvPr>
            <p:ph type="ftr" sz="quarter" idx="4"/>
          </p:nvPr>
        </p:nvSpPr>
        <p:spPr>
          <a:xfrm>
            <a:off x="477838" y="9310688"/>
            <a:ext cx="6359525" cy="236537"/>
          </a:xfrm>
          <a:prstGeom prst="rect">
            <a:avLst/>
          </a:prstGeom>
          <a:ln/>
        </p:spPr>
        <p:txBody>
          <a:bodyPr/>
          <a:lstStyle/>
          <a:p>
            <a:r>
              <a:rPr lang="en-US"/>
              <a:t>Oracle Database 11</a:t>
            </a:r>
            <a:r>
              <a:rPr lang="en-US" i="1"/>
              <a:t>g</a:t>
            </a:r>
            <a:r>
              <a:rPr lang="en-US"/>
              <a:t>: SQL Fundamentals I   </a:t>
            </a:r>
            <a:r>
              <a:rPr lang="en-US">
                <a:solidFill>
                  <a:schemeClr val="tx1"/>
                </a:solidFill>
              </a:rPr>
              <a:t>2 - </a:t>
            </a:r>
            <a:fld id="{F6F7DA8C-4440-4B99-8180-5096A32844B0}" type="slidenum">
              <a:rPr lang="en-US">
                <a:solidFill>
                  <a:schemeClr val="tx1"/>
                </a:solidFill>
              </a:rPr>
              <a:pPr/>
              <a:t>23</a:t>
            </a:fld>
            <a:endParaRPr lang="en-US">
              <a:solidFill>
                <a:schemeClr val="tx1"/>
              </a:solidFill>
            </a:endParaRPr>
          </a:p>
        </p:txBody>
      </p:sp>
      <p:sp>
        <p:nvSpPr>
          <p:cNvPr id="315394" name="Rectangle 2"/>
          <p:cNvSpPr>
            <a:spLocks noGrp="1" noRot="1" noChangeAspect="1" noChangeArrowheads="1" noTextEdit="1"/>
          </p:cNvSpPr>
          <p:nvPr>
            <p:ph type="sldImg"/>
          </p:nvPr>
        </p:nvSpPr>
        <p:spPr>
          <a:xfrm>
            <a:off x="381000" y="685800"/>
            <a:ext cx="6096000" cy="3429000"/>
          </a:xfrm>
          <a:ln/>
        </p:spPr>
      </p:sp>
      <p:sp>
        <p:nvSpPr>
          <p:cNvPr id="315395" name="Rectangle 3"/>
          <p:cNvSpPr>
            <a:spLocks noGrp="1" noChangeArrowheads="1"/>
          </p:cNvSpPr>
          <p:nvPr>
            <p:ph type="body" idx="1"/>
          </p:nvPr>
        </p:nvSpPr>
        <p:spPr>
          <a:xfrm>
            <a:off x="477838" y="5400675"/>
            <a:ext cx="6359525" cy="3663950"/>
          </a:xfrm>
        </p:spPr>
        <p:txBody>
          <a:bodyPr/>
          <a:lstStyle/>
          <a:p>
            <a:r>
              <a:rPr lang="en-US">
                <a:solidFill>
                  <a:srgbClr val="000000"/>
                </a:solidFill>
              </a:rPr>
              <a:t>Using the </a:t>
            </a:r>
            <a:r>
              <a:rPr lang="en-US">
                <a:solidFill>
                  <a:srgbClr val="000000"/>
                </a:solidFill>
                <a:latin typeface="Courier New" panose="02070309020205020404" pitchFamily="49" charset="0"/>
              </a:rPr>
              <a:t>WHERE</a:t>
            </a:r>
            <a:r>
              <a:rPr lang="en-US">
                <a:solidFill>
                  <a:srgbClr val="000000"/>
                </a:solidFill>
              </a:rPr>
              <a:t> Clause</a:t>
            </a:r>
            <a:endParaRPr lang="en-US"/>
          </a:p>
          <a:p>
            <a:pPr lvl="1"/>
            <a:r>
              <a:rPr lang="en-US"/>
              <a:t>In the example, the </a:t>
            </a:r>
            <a:r>
              <a:rPr lang="en-US">
                <a:latin typeface="Courier New" panose="02070309020205020404" pitchFamily="49" charset="0"/>
              </a:rPr>
              <a:t>SELECT</a:t>
            </a:r>
            <a:r>
              <a:rPr lang="en-US"/>
              <a:t> statement retrieves the employee ID, last name, job ID, and department number of all employees who are in department 90.</a:t>
            </a:r>
          </a:p>
          <a:p>
            <a:pPr lvl="1"/>
            <a:r>
              <a:rPr lang="en-US" b="1"/>
              <a:t>Note:</a:t>
            </a:r>
            <a:r>
              <a:rPr lang="en-US"/>
              <a:t> You cannot use column alias in the </a:t>
            </a:r>
            <a:r>
              <a:rPr lang="en-US">
                <a:latin typeface="Courier New" panose="02070309020205020404" pitchFamily="49" charset="0"/>
              </a:rPr>
              <a:t>WHERE</a:t>
            </a:r>
            <a:r>
              <a:rPr lang="en-US"/>
              <a:t> clause.</a:t>
            </a:r>
          </a:p>
        </p:txBody>
      </p:sp>
    </p:spTree>
    <p:extLst>
      <p:ext uri="{BB962C8B-B14F-4D97-AF65-F5344CB8AC3E}">
        <p14:creationId xmlns:p14="http://schemas.microsoft.com/office/powerpoint/2010/main" val="13267523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Grp="1" noChangeArrowheads="1"/>
          </p:cNvSpPr>
          <p:nvPr>
            <p:ph type="ftr" sz="quarter" idx="4"/>
          </p:nvPr>
        </p:nvSpPr>
        <p:spPr>
          <a:xfrm>
            <a:off x="477838" y="9310688"/>
            <a:ext cx="6359525" cy="236537"/>
          </a:xfrm>
          <a:prstGeom prst="rect">
            <a:avLst/>
          </a:prstGeom>
          <a:ln/>
        </p:spPr>
        <p:txBody>
          <a:bodyPr/>
          <a:lstStyle/>
          <a:p>
            <a:r>
              <a:rPr lang="en-US"/>
              <a:t>Oracle Database 11</a:t>
            </a:r>
            <a:r>
              <a:rPr lang="en-US" i="1"/>
              <a:t>g</a:t>
            </a:r>
            <a:r>
              <a:rPr lang="en-US"/>
              <a:t>: SQL Fundamentals I   </a:t>
            </a:r>
            <a:r>
              <a:rPr lang="en-US">
                <a:solidFill>
                  <a:schemeClr val="tx1"/>
                </a:solidFill>
              </a:rPr>
              <a:t>2 - </a:t>
            </a:r>
            <a:fld id="{71F4467D-51F0-44F7-8E47-44D9B06DBCED}" type="slidenum">
              <a:rPr lang="en-US">
                <a:solidFill>
                  <a:schemeClr val="tx1"/>
                </a:solidFill>
              </a:rPr>
              <a:pPr/>
              <a:t>24</a:t>
            </a:fld>
            <a:endParaRPr lang="en-US">
              <a:solidFill>
                <a:schemeClr val="tx1"/>
              </a:solidFill>
            </a:endParaRPr>
          </a:p>
        </p:txBody>
      </p:sp>
      <p:sp>
        <p:nvSpPr>
          <p:cNvPr id="317442" name="Rectangle 2"/>
          <p:cNvSpPr>
            <a:spLocks noGrp="1" noRot="1" noChangeAspect="1" noChangeArrowheads="1" noTextEdit="1"/>
          </p:cNvSpPr>
          <p:nvPr>
            <p:ph type="sldImg"/>
          </p:nvPr>
        </p:nvSpPr>
        <p:spPr>
          <a:xfrm>
            <a:off x="381000" y="685800"/>
            <a:ext cx="6096000" cy="3429000"/>
          </a:xfrm>
          <a:ln/>
        </p:spPr>
      </p:sp>
      <p:sp>
        <p:nvSpPr>
          <p:cNvPr id="317443" name="Rectangle 3"/>
          <p:cNvSpPr>
            <a:spLocks noGrp="1" noChangeArrowheads="1"/>
          </p:cNvSpPr>
          <p:nvPr>
            <p:ph type="body" idx="1"/>
          </p:nvPr>
        </p:nvSpPr>
        <p:spPr>
          <a:xfrm>
            <a:off x="477838" y="5400675"/>
            <a:ext cx="6359525" cy="3663950"/>
          </a:xfrm>
        </p:spPr>
        <p:txBody>
          <a:bodyPr/>
          <a:lstStyle/>
          <a:p>
            <a:r>
              <a:rPr lang="en-US"/>
              <a:t>Character Strings and Dates</a:t>
            </a:r>
          </a:p>
          <a:p>
            <a:pPr lvl="1"/>
            <a:r>
              <a:rPr lang="en-US">
                <a:solidFill>
                  <a:schemeClr val="tx1"/>
                </a:solidFill>
              </a:rPr>
              <a:t>Character strings and dates in the </a:t>
            </a:r>
            <a:r>
              <a:rPr lang="en-US">
                <a:solidFill>
                  <a:schemeClr val="tx1"/>
                </a:solidFill>
                <a:latin typeface="Courier New" panose="02070309020205020404" pitchFamily="49" charset="0"/>
              </a:rPr>
              <a:t>WHERE</a:t>
            </a:r>
            <a:r>
              <a:rPr lang="en-US">
                <a:solidFill>
                  <a:schemeClr val="tx1"/>
                </a:solidFill>
              </a:rPr>
              <a:t> clause must be enclosed with single quotation marks (</a:t>
            </a:r>
            <a:r>
              <a:rPr lang="en-US">
                <a:solidFill>
                  <a:schemeClr val="tx1"/>
                </a:solidFill>
                <a:latin typeface="Courier New" panose="02070309020205020404" pitchFamily="49" charset="0"/>
              </a:rPr>
              <a:t>''</a:t>
            </a:r>
            <a:r>
              <a:rPr lang="en-US">
                <a:solidFill>
                  <a:schemeClr val="tx1"/>
                </a:solidFill>
              </a:rPr>
              <a:t>). Number constants, however, should not be enclosed with single quotation marks.</a:t>
            </a:r>
            <a:endParaRPr lang="en-US" b="1">
              <a:solidFill>
                <a:schemeClr val="tx1"/>
              </a:solidFill>
            </a:endParaRPr>
          </a:p>
          <a:p>
            <a:pPr lvl="1"/>
            <a:r>
              <a:rPr lang="en-US">
                <a:solidFill>
                  <a:schemeClr val="tx1"/>
                </a:solidFill>
              </a:rPr>
              <a:t>All character searches are case-sensitive. In the following example, no rows are returned because the </a:t>
            </a:r>
            <a:r>
              <a:rPr lang="en-US">
                <a:solidFill>
                  <a:schemeClr val="tx1"/>
                </a:solidFill>
                <a:latin typeface="Courier New" panose="02070309020205020404" pitchFamily="49" charset="0"/>
              </a:rPr>
              <a:t>EMPLOYEES</a:t>
            </a:r>
            <a:r>
              <a:rPr lang="en-US">
                <a:solidFill>
                  <a:schemeClr val="tx1"/>
                </a:solidFill>
              </a:rPr>
              <a:t> table stores all the last names in mixed case:</a:t>
            </a:r>
          </a:p>
          <a:p>
            <a:pPr lvl="4"/>
            <a:r>
              <a:rPr lang="en-US">
                <a:solidFill>
                  <a:schemeClr val="tx1"/>
                </a:solidFill>
              </a:rPr>
              <a:t>SELECT </a:t>
            </a:r>
            <a:r>
              <a:rPr lang="en-US" err="1">
                <a:solidFill>
                  <a:schemeClr val="tx1"/>
                </a:solidFill>
              </a:rPr>
              <a:t>last_name</a:t>
            </a:r>
            <a:r>
              <a:rPr lang="en-US">
                <a:solidFill>
                  <a:schemeClr val="tx1"/>
                </a:solidFill>
              </a:rPr>
              <a:t>, </a:t>
            </a:r>
            <a:r>
              <a:rPr lang="en-US" err="1">
                <a:solidFill>
                  <a:schemeClr val="tx1"/>
                </a:solidFill>
              </a:rPr>
              <a:t>job_id</a:t>
            </a:r>
            <a:r>
              <a:rPr lang="en-US">
                <a:solidFill>
                  <a:schemeClr val="tx1"/>
                </a:solidFill>
              </a:rPr>
              <a:t>, </a:t>
            </a:r>
            <a:r>
              <a:rPr lang="en-US" err="1">
                <a:solidFill>
                  <a:schemeClr val="tx1"/>
                </a:solidFill>
              </a:rPr>
              <a:t>department_id</a:t>
            </a:r>
            <a:endParaRPr lang="en-US">
              <a:solidFill>
                <a:schemeClr val="tx1"/>
              </a:solidFill>
            </a:endParaRPr>
          </a:p>
          <a:p>
            <a:pPr lvl="4"/>
            <a:r>
              <a:rPr lang="en-US">
                <a:solidFill>
                  <a:schemeClr val="tx1"/>
                </a:solidFill>
              </a:rPr>
              <a:t>FROM   employees</a:t>
            </a:r>
          </a:p>
          <a:p>
            <a:pPr lvl="4"/>
            <a:r>
              <a:rPr lang="en-US">
                <a:solidFill>
                  <a:schemeClr val="tx1"/>
                </a:solidFill>
              </a:rPr>
              <a:t>WHERE  </a:t>
            </a:r>
            <a:r>
              <a:rPr lang="en-US" err="1">
                <a:solidFill>
                  <a:schemeClr val="tx1"/>
                </a:solidFill>
              </a:rPr>
              <a:t>last_name</a:t>
            </a:r>
            <a:r>
              <a:rPr lang="en-US">
                <a:solidFill>
                  <a:schemeClr val="tx1"/>
                </a:solidFill>
              </a:rPr>
              <a:t> = 'WHALEN';</a:t>
            </a:r>
          </a:p>
          <a:p>
            <a:pPr lvl="1"/>
            <a:r>
              <a:rPr lang="en-US">
                <a:solidFill>
                  <a:schemeClr val="tx1"/>
                </a:solidFill>
              </a:rPr>
              <a:t>Oracle databases store dates in an internal numeric format, representing the century, year, month, day, hours, minutes, and seconds. The default date display is in the </a:t>
            </a:r>
            <a:r>
              <a:rPr lang="en-US">
                <a:solidFill>
                  <a:schemeClr val="tx1"/>
                </a:solidFill>
                <a:latin typeface="Courier New" panose="02070309020205020404" pitchFamily="49" charset="0"/>
              </a:rPr>
              <a:t>DD-MON-RR</a:t>
            </a:r>
            <a:r>
              <a:rPr lang="en-US">
                <a:solidFill>
                  <a:schemeClr val="tx1"/>
                </a:solidFill>
              </a:rPr>
              <a:t> format. </a:t>
            </a:r>
          </a:p>
          <a:p>
            <a:pPr lvl="1"/>
            <a:r>
              <a:rPr lang="en-US" b="1">
                <a:solidFill>
                  <a:schemeClr val="tx1"/>
                </a:solidFill>
              </a:rPr>
              <a:t>Note:</a:t>
            </a:r>
            <a:r>
              <a:rPr lang="en-US">
                <a:solidFill>
                  <a:schemeClr val="tx1"/>
                </a:solidFill>
              </a:rPr>
              <a:t> For details about the RR format and about changing the default date format, see the lesson titled “</a:t>
            </a:r>
            <a:r>
              <a:rPr lang="en-US">
                <a:cs typeface="Times New Roman" panose="02020603050405020304" pitchFamily="18" charset="0"/>
              </a:rPr>
              <a:t>Using Single-Row Functions to Customize Output</a:t>
            </a:r>
            <a:r>
              <a:rPr lang="en-US">
                <a:solidFill>
                  <a:schemeClr val="tx1"/>
                </a:solidFill>
              </a:rPr>
              <a:t>.” Also, you learn about the use of single-row functions such as </a:t>
            </a:r>
            <a:r>
              <a:rPr lang="en-US">
                <a:solidFill>
                  <a:schemeClr val="tx1"/>
                </a:solidFill>
                <a:latin typeface="Courier New" panose="02070309020205020404" pitchFamily="49" charset="0"/>
              </a:rPr>
              <a:t>UPPER</a:t>
            </a:r>
            <a:r>
              <a:rPr lang="en-US">
                <a:solidFill>
                  <a:schemeClr val="tx1"/>
                </a:solidFill>
              </a:rPr>
              <a:t> and </a:t>
            </a:r>
            <a:r>
              <a:rPr lang="en-US">
                <a:solidFill>
                  <a:schemeClr val="tx1"/>
                </a:solidFill>
                <a:latin typeface="Courier New" panose="02070309020205020404" pitchFamily="49" charset="0"/>
              </a:rPr>
              <a:t>LOWER</a:t>
            </a:r>
            <a:r>
              <a:rPr lang="en-US">
                <a:solidFill>
                  <a:schemeClr val="tx1"/>
                </a:solidFill>
              </a:rPr>
              <a:t> to override the case sensitivity in the same lesson.</a:t>
            </a:r>
          </a:p>
        </p:txBody>
      </p:sp>
    </p:spTree>
    <p:extLst>
      <p:ext uri="{BB962C8B-B14F-4D97-AF65-F5344CB8AC3E}">
        <p14:creationId xmlns:p14="http://schemas.microsoft.com/office/powerpoint/2010/main" val="32095757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Grp="1" noChangeArrowheads="1"/>
          </p:cNvSpPr>
          <p:nvPr>
            <p:ph type="ftr" sz="quarter" idx="4"/>
          </p:nvPr>
        </p:nvSpPr>
        <p:spPr>
          <a:xfrm>
            <a:off x="477838" y="9310688"/>
            <a:ext cx="6359525" cy="236537"/>
          </a:xfrm>
          <a:prstGeom prst="rect">
            <a:avLst/>
          </a:prstGeom>
          <a:ln/>
        </p:spPr>
        <p:txBody>
          <a:bodyPr/>
          <a:lstStyle/>
          <a:p>
            <a:r>
              <a:rPr lang="en-US"/>
              <a:t>Oracle Database 11</a:t>
            </a:r>
            <a:r>
              <a:rPr lang="en-US" i="1"/>
              <a:t>g</a:t>
            </a:r>
            <a:r>
              <a:rPr lang="en-US"/>
              <a:t>: SQL Fundamentals I   </a:t>
            </a:r>
            <a:r>
              <a:rPr lang="en-US">
                <a:solidFill>
                  <a:schemeClr val="tx1"/>
                </a:solidFill>
              </a:rPr>
              <a:t>2 - </a:t>
            </a:r>
            <a:fld id="{9CEAFC85-76E3-44C7-A4FC-5753B774F6CB}" type="slidenum">
              <a:rPr lang="en-US">
                <a:solidFill>
                  <a:schemeClr val="tx1"/>
                </a:solidFill>
              </a:rPr>
              <a:pPr/>
              <a:t>25</a:t>
            </a:fld>
            <a:endParaRPr lang="en-US">
              <a:solidFill>
                <a:schemeClr val="tx1"/>
              </a:solidFill>
            </a:endParaRPr>
          </a:p>
        </p:txBody>
      </p:sp>
      <p:sp>
        <p:nvSpPr>
          <p:cNvPr id="319492" name="Rectangle 4"/>
          <p:cNvSpPr>
            <a:spLocks noGrp="1" noRot="1" noChangeAspect="1" noChangeArrowheads="1" noTextEdit="1"/>
          </p:cNvSpPr>
          <p:nvPr>
            <p:ph type="sldImg"/>
          </p:nvPr>
        </p:nvSpPr>
        <p:spPr>
          <a:xfrm>
            <a:off x="381000" y="685800"/>
            <a:ext cx="6096000" cy="3429000"/>
          </a:xfrm>
          <a:ln/>
        </p:spPr>
      </p:sp>
      <p:sp>
        <p:nvSpPr>
          <p:cNvPr id="319493" name="Rectangle 5"/>
          <p:cNvSpPr>
            <a:spLocks noGrp="1" noChangeArrowheads="1"/>
          </p:cNvSpPr>
          <p:nvPr>
            <p:ph type="body" idx="1"/>
          </p:nvPr>
        </p:nvSpPr>
        <p:spPr>
          <a:xfrm>
            <a:off x="477838" y="5400675"/>
            <a:ext cx="6359525" cy="3663950"/>
          </a:xfrm>
        </p:spPr>
        <p:txBody>
          <a:bodyPr/>
          <a:lstStyle/>
          <a:p>
            <a:r>
              <a:rPr lang="en-US"/>
              <a:t>Comparison Operators</a:t>
            </a:r>
          </a:p>
          <a:p>
            <a:pPr lvl="1"/>
            <a:r>
              <a:rPr lang="en-US"/>
              <a:t>Comparison operators are used in conditions that compare one expression to another value or expression. They are used in the </a:t>
            </a:r>
            <a:r>
              <a:rPr lang="en-US">
                <a:latin typeface="Courier New" panose="02070309020205020404" pitchFamily="49" charset="0"/>
              </a:rPr>
              <a:t>WHERE</a:t>
            </a:r>
            <a:r>
              <a:rPr lang="en-US"/>
              <a:t> clause in the following format:</a:t>
            </a:r>
          </a:p>
          <a:p>
            <a:pPr lvl="1"/>
            <a:r>
              <a:rPr lang="en-US" b="1"/>
              <a:t>Syntax</a:t>
            </a:r>
            <a:endParaRPr lang="en-US" sz="400"/>
          </a:p>
          <a:p>
            <a:pPr lvl="1">
              <a:lnSpc>
                <a:spcPct val="95000"/>
              </a:lnSpc>
            </a:pPr>
            <a:r>
              <a:rPr lang="en-US" b="1">
                <a:latin typeface="Courier New" panose="02070309020205020404" pitchFamily="49" charset="0"/>
              </a:rPr>
              <a:t> </a:t>
            </a:r>
            <a:r>
              <a:rPr lang="en-US" sz="1100" b="1">
                <a:latin typeface="Courier New" panose="02070309020205020404" pitchFamily="49" charset="0"/>
              </a:rPr>
              <a:t>	</a:t>
            </a:r>
            <a:r>
              <a:rPr lang="en-US" sz="1100">
                <a:latin typeface="Courier New" panose="02070309020205020404" pitchFamily="49" charset="0"/>
              </a:rPr>
              <a:t>... WHERE </a:t>
            </a:r>
            <a:r>
              <a:rPr lang="en-US" sz="1100" i="1">
                <a:latin typeface="Courier New" panose="02070309020205020404" pitchFamily="49" charset="0"/>
              </a:rPr>
              <a:t>expr operator value</a:t>
            </a:r>
            <a:endParaRPr lang="en-US" sz="500" i="1">
              <a:latin typeface="Courier New" panose="02070309020205020404" pitchFamily="49" charset="0"/>
            </a:endParaRPr>
          </a:p>
          <a:p>
            <a:pPr lvl="1"/>
            <a:r>
              <a:rPr lang="en-US" b="1"/>
              <a:t>Example</a:t>
            </a:r>
            <a:endParaRPr lang="en-US" sz="400" i="1"/>
          </a:p>
          <a:p>
            <a:pPr lvl="1">
              <a:spcBef>
                <a:spcPct val="0"/>
              </a:spcBef>
            </a:pPr>
            <a:r>
              <a:rPr lang="en-US" b="1">
                <a:latin typeface="Courier New" panose="02070309020205020404" pitchFamily="49" charset="0"/>
              </a:rPr>
              <a:t>	</a:t>
            </a:r>
            <a:r>
              <a:rPr lang="en-US" sz="1100">
                <a:latin typeface="Courier New" panose="02070309020205020404" pitchFamily="49" charset="0"/>
              </a:rPr>
              <a:t>... WHERE hire_date = '01-JAN-95'</a:t>
            </a:r>
          </a:p>
          <a:p>
            <a:pPr lvl="1">
              <a:spcBef>
                <a:spcPct val="0"/>
              </a:spcBef>
            </a:pPr>
            <a:r>
              <a:rPr lang="en-US" sz="1100">
                <a:latin typeface="Courier New" panose="02070309020205020404" pitchFamily="49" charset="0"/>
              </a:rPr>
              <a:t>	... WHERE salary &gt;= 6000</a:t>
            </a:r>
          </a:p>
          <a:p>
            <a:pPr lvl="1">
              <a:spcBef>
                <a:spcPct val="0"/>
              </a:spcBef>
            </a:pPr>
            <a:r>
              <a:rPr lang="en-US" sz="1100">
                <a:latin typeface="Courier New" panose="02070309020205020404" pitchFamily="49" charset="0"/>
              </a:rPr>
              <a:t>	... WHERE last_name = 'Smith'</a:t>
            </a:r>
          </a:p>
          <a:p>
            <a:pPr lvl="1"/>
            <a:r>
              <a:rPr lang="en-US"/>
              <a:t>An </a:t>
            </a:r>
            <a:r>
              <a:rPr lang="en-US">
                <a:solidFill>
                  <a:schemeClr val="tx1"/>
                </a:solidFill>
              </a:rPr>
              <a:t>alias cannot be used in the </a:t>
            </a:r>
            <a:r>
              <a:rPr lang="en-US">
                <a:solidFill>
                  <a:schemeClr val="tx1"/>
                </a:solidFill>
                <a:latin typeface="Courier New" panose="02070309020205020404" pitchFamily="49" charset="0"/>
              </a:rPr>
              <a:t>WHERE</a:t>
            </a:r>
            <a:r>
              <a:rPr lang="en-US">
                <a:solidFill>
                  <a:schemeClr val="tx1"/>
                </a:solidFill>
              </a:rPr>
              <a:t> clause.</a:t>
            </a:r>
            <a:endParaRPr lang="en-US" b="1">
              <a:solidFill>
                <a:schemeClr val="tx1"/>
              </a:solidFill>
              <a:latin typeface="Courier New" panose="02070309020205020404" pitchFamily="49" charset="0"/>
            </a:endParaRPr>
          </a:p>
          <a:p>
            <a:pPr lvl="1"/>
            <a:r>
              <a:rPr lang="en-US" b="1">
                <a:solidFill>
                  <a:schemeClr val="tx1"/>
                </a:solidFill>
              </a:rPr>
              <a:t>Note:</a:t>
            </a:r>
            <a:r>
              <a:rPr lang="en-US">
                <a:solidFill>
                  <a:schemeClr val="tx1"/>
                </a:solidFill>
              </a:rPr>
              <a:t> The symbols </a:t>
            </a:r>
            <a:r>
              <a:rPr lang="en-US">
                <a:solidFill>
                  <a:schemeClr val="tx1"/>
                </a:solidFill>
                <a:latin typeface="Courier New" panose="02070309020205020404" pitchFamily="49" charset="0"/>
              </a:rPr>
              <a:t>!=</a:t>
            </a:r>
            <a:r>
              <a:rPr lang="en-US">
                <a:solidFill>
                  <a:schemeClr val="tx1"/>
                </a:solidFill>
              </a:rPr>
              <a:t>  and </a:t>
            </a:r>
            <a:r>
              <a:rPr lang="en-US">
                <a:solidFill>
                  <a:schemeClr val="tx1"/>
                </a:solidFill>
                <a:latin typeface="Courier New" panose="02070309020205020404" pitchFamily="49" charset="0"/>
              </a:rPr>
              <a:t>^=</a:t>
            </a:r>
            <a:r>
              <a:rPr lang="en-US">
                <a:solidFill>
                  <a:schemeClr val="tx1"/>
                </a:solidFill>
              </a:rPr>
              <a:t> can also represent the</a:t>
            </a:r>
            <a:r>
              <a:rPr lang="en-US"/>
              <a:t> </a:t>
            </a:r>
            <a:r>
              <a:rPr lang="en-US" i="1"/>
              <a:t>not equal to</a:t>
            </a:r>
            <a:r>
              <a:rPr lang="en-US"/>
              <a:t> condition.</a:t>
            </a:r>
          </a:p>
        </p:txBody>
      </p:sp>
    </p:spTree>
    <p:extLst>
      <p:ext uri="{BB962C8B-B14F-4D97-AF65-F5344CB8AC3E}">
        <p14:creationId xmlns:p14="http://schemas.microsoft.com/office/powerpoint/2010/main" val="19219629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Grp="1" noChangeArrowheads="1"/>
          </p:cNvSpPr>
          <p:nvPr>
            <p:ph type="ftr" sz="quarter" idx="4"/>
          </p:nvPr>
        </p:nvSpPr>
        <p:spPr>
          <a:xfrm>
            <a:off x="477838" y="9310688"/>
            <a:ext cx="6359525" cy="236537"/>
          </a:xfrm>
          <a:prstGeom prst="rect">
            <a:avLst/>
          </a:prstGeom>
          <a:ln/>
        </p:spPr>
        <p:txBody>
          <a:bodyPr/>
          <a:lstStyle/>
          <a:p>
            <a:r>
              <a:rPr lang="en-US"/>
              <a:t>Oracle Database 11</a:t>
            </a:r>
            <a:r>
              <a:rPr lang="en-US" i="1"/>
              <a:t>g</a:t>
            </a:r>
            <a:r>
              <a:rPr lang="en-US"/>
              <a:t>: SQL Fundamentals I   </a:t>
            </a:r>
            <a:r>
              <a:rPr lang="en-US">
                <a:solidFill>
                  <a:schemeClr val="tx1"/>
                </a:solidFill>
              </a:rPr>
              <a:t>2 - </a:t>
            </a:r>
            <a:fld id="{8A676D47-F386-4E11-B413-18DCA008A915}" type="slidenum">
              <a:rPr lang="en-US">
                <a:solidFill>
                  <a:schemeClr val="tx1"/>
                </a:solidFill>
              </a:rPr>
              <a:pPr/>
              <a:t>26</a:t>
            </a:fld>
            <a:endParaRPr lang="en-US">
              <a:solidFill>
                <a:schemeClr val="tx1"/>
              </a:solidFill>
            </a:endParaRPr>
          </a:p>
        </p:txBody>
      </p:sp>
      <p:sp>
        <p:nvSpPr>
          <p:cNvPr id="321538" name="Rectangle 2"/>
          <p:cNvSpPr>
            <a:spLocks noGrp="1" noRot="1" noChangeAspect="1" noChangeArrowheads="1" noTextEdit="1"/>
          </p:cNvSpPr>
          <p:nvPr>
            <p:ph type="sldImg"/>
          </p:nvPr>
        </p:nvSpPr>
        <p:spPr>
          <a:xfrm>
            <a:off x="381000" y="685800"/>
            <a:ext cx="6096000" cy="3429000"/>
          </a:xfrm>
          <a:ln/>
        </p:spPr>
      </p:sp>
      <p:sp>
        <p:nvSpPr>
          <p:cNvPr id="321539" name="Rectangle 3"/>
          <p:cNvSpPr>
            <a:spLocks noGrp="1" noChangeArrowheads="1"/>
          </p:cNvSpPr>
          <p:nvPr>
            <p:ph type="body" idx="1"/>
          </p:nvPr>
        </p:nvSpPr>
        <p:spPr>
          <a:xfrm>
            <a:off x="477838" y="5400675"/>
            <a:ext cx="6359525" cy="3663950"/>
          </a:xfrm>
        </p:spPr>
        <p:txBody>
          <a:bodyPr/>
          <a:lstStyle/>
          <a:p>
            <a:r>
              <a:rPr lang="en-US"/>
              <a:t>Using Comparison Operators</a:t>
            </a:r>
          </a:p>
          <a:p>
            <a:pPr lvl="1"/>
            <a:r>
              <a:rPr lang="en-US"/>
              <a:t>In the example, the </a:t>
            </a:r>
            <a:r>
              <a:rPr lang="en-US">
                <a:solidFill>
                  <a:schemeClr val="tx1"/>
                </a:solidFill>
                <a:latin typeface="Courier New" panose="02070309020205020404" pitchFamily="49" charset="0"/>
              </a:rPr>
              <a:t>SELECT</a:t>
            </a:r>
            <a:r>
              <a:rPr lang="en-US">
                <a:solidFill>
                  <a:schemeClr val="tx1"/>
                </a:solidFill>
              </a:rPr>
              <a:t> statement retrieves the last name and salary from the </a:t>
            </a:r>
            <a:r>
              <a:rPr lang="en-US">
                <a:solidFill>
                  <a:schemeClr val="tx1"/>
                </a:solidFill>
                <a:latin typeface="Courier New" panose="02070309020205020404" pitchFamily="49" charset="0"/>
              </a:rPr>
              <a:t>EMPLOYEES</a:t>
            </a:r>
            <a:r>
              <a:rPr lang="en-US">
                <a:solidFill>
                  <a:schemeClr val="tx1"/>
                </a:solidFill>
              </a:rPr>
              <a:t> table for any employee whose salary is less than or equal to $3,000. Note that there is an explicit value supplied to the </a:t>
            </a:r>
            <a:r>
              <a:rPr lang="en-US">
                <a:solidFill>
                  <a:schemeClr val="tx1"/>
                </a:solidFill>
                <a:latin typeface="Courier New" panose="02070309020205020404" pitchFamily="49" charset="0"/>
              </a:rPr>
              <a:t>WHERE</a:t>
            </a:r>
            <a:r>
              <a:rPr lang="en-US">
                <a:solidFill>
                  <a:schemeClr val="tx1"/>
                </a:solidFill>
              </a:rPr>
              <a:t> clause</a:t>
            </a:r>
            <a:r>
              <a:rPr lang="en-US"/>
              <a:t>. The explicit value of </a:t>
            </a:r>
            <a:r>
              <a:rPr lang="en-US">
                <a:latin typeface="Courier New" panose="02070309020205020404" pitchFamily="49" charset="0"/>
              </a:rPr>
              <a:t>3000</a:t>
            </a:r>
            <a:r>
              <a:rPr lang="en-US"/>
              <a:t> is compared to the salary value in the </a:t>
            </a:r>
            <a:r>
              <a:rPr lang="en-US">
                <a:latin typeface="Courier New" panose="02070309020205020404" pitchFamily="49" charset="0"/>
              </a:rPr>
              <a:t>SALARY</a:t>
            </a:r>
            <a:r>
              <a:rPr lang="en-US"/>
              <a:t> column of the </a:t>
            </a:r>
            <a:r>
              <a:rPr lang="en-US">
                <a:latin typeface="Courier New" panose="02070309020205020404" pitchFamily="49" charset="0"/>
              </a:rPr>
              <a:t>EMPLOYEES</a:t>
            </a:r>
            <a:r>
              <a:rPr lang="en-US"/>
              <a:t> table.</a:t>
            </a:r>
          </a:p>
        </p:txBody>
      </p:sp>
    </p:spTree>
    <p:extLst>
      <p:ext uri="{BB962C8B-B14F-4D97-AF65-F5344CB8AC3E}">
        <p14:creationId xmlns:p14="http://schemas.microsoft.com/office/powerpoint/2010/main" val="1530011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
          <p:cNvSpPr>
            <a:spLocks noGrp="1" noChangeArrowheads="1"/>
          </p:cNvSpPr>
          <p:nvPr>
            <p:ph type="ftr" sz="quarter" idx="4"/>
          </p:nvPr>
        </p:nvSpPr>
        <p:spPr>
          <a:xfrm>
            <a:off x="477838" y="9310688"/>
            <a:ext cx="6359525" cy="236537"/>
          </a:xfrm>
          <a:prstGeom prst="rect">
            <a:avLst/>
          </a:prstGeom>
          <a:ln/>
        </p:spPr>
        <p:txBody>
          <a:bodyPr/>
          <a:lstStyle/>
          <a:p>
            <a:r>
              <a:rPr lang="en-US"/>
              <a:t>Oracle Database 11</a:t>
            </a:r>
            <a:r>
              <a:rPr lang="en-US" i="1"/>
              <a:t>g</a:t>
            </a:r>
            <a:r>
              <a:rPr lang="en-US"/>
              <a:t>: SQL Fundamentals I   </a:t>
            </a:r>
            <a:r>
              <a:rPr lang="en-US">
                <a:solidFill>
                  <a:schemeClr val="tx1"/>
                </a:solidFill>
              </a:rPr>
              <a:t>2 - </a:t>
            </a:r>
            <a:fld id="{15317ACC-8131-4D3E-ACED-DA4C2D0B439D}" type="slidenum">
              <a:rPr lang="en-US">
                <a:solidFill>
                  <a:schemeClr val="tx1"/>
                </a:solidFill>
              </a:rPr>
              <a:pPr/>
              <a:t>27</a:t>
            </a:fld>
            <a:endParaRPr lang="en-US">
              <a:solidFill>
                <a:schemeClr val="tx1"/>
              </a:solidFill>
            </a:endParaRPr>
          </a:p>
        </p:txBody>
      </p:sp>
      <p:sp>
        <p:nvSpPr>
          <p:cNvPr id="323586" name="Rectangle 2"/>
          <p:cNvSpPr>
            <a:spLocks noGrp="1" noRot="1" noChangeAspect="1" noChangeArrowheads="1" noTextEdit="1"/>
          </p:cNvSpPr>
          <p:nvPr>
            <p:ph type="sldImg"/>
          </p:nvPr>
        </p:nvSpPr>
        <p:spPr>
          <a:xfrm>
            <a:off x="381000" y="685800"/>
            <a:ext cx="6096000" cy="3429000"/>
          </a:xfrm>
          <a:ln/>
        </p:spPr>
      </p:sp>
      <p:sp>
        <p:nvSpPr>
          <p:cNvPr id="323587" name="Rectangle 3"/>
          <p:cNvSpPr>
            <a:spLocks noGrp="1" noChangeArrowheads="1"/>
          </p:cNvSpPr>
          <p:nvPr>
            <p:ph type="body" idx="1"/>
          </p:nvPr>
        </p:nvSpPr>
        <p:spPr>
          <a:xfrm>
            <a:off x="477838" y="5400675"/>
            <a:ext cx="6359525" cy="3663950"/>
          </a:xfrm>
        </p:spPr>
        <p:txBody>
          <a:bodyPr/>
          <a:lstStyle/>
          <a:p>
            <a:r>
              <a:rPr lang="en-US"/>
              <a:t>Range Conditions Using the </a:t>
            </a:r>
            <a:r>
              <a:rPr lang="en-US">
                <a:latin typeface="Courier New" panose="02070309020205020404" pitchFamily="49" charset="0"/>
              </a:rPr>
              <a:t>BETWEEN</a:t>
            </a:r>
            <a:r>
              <a:rPr lang="en-US"/>
              <a:t> Operator</a:t>
            </a:r>
          </a:p>
          <a:p>
            <a:pPr lvl="1"/>
            <a:r>
              <a:rPr lang="en-US">
                <a:solidFill>
                  <a:schemeClr val="tx1"/>
                </a:solidFill>
              </a:rPr>
              <a:t>You can display rows based on a range of values using the </a:t>
            </a:r>
            <a:r>
              <a:rPr lang="en-US">
                <a:solidFill>
                  <a:schemeClr val="tx1"/>
                </a:solidFill>
                <a:latin typeface="Courier New" panose="02070309020205020404" pitchFamily="49" charset="0"/>
              </a:rPr>
              <a:t>BETWEEN</a:t>
            </a:r>
            <a:r>
              <a:rPr lang="en-US">
                <a:solidFill>
                  <a:schemeClr val="tx1"/>
                </a:solidFill>
              </a:rPr>
              <a:t> operator. The range that you specify contains a lower limit and an upper limit.</a:t>
            </a:r>
          </a:p>
          <a:p>
            <a:pPr lvl="1">
              <a:lnSpc>
                <a:spcPct val="95000"/>
              </a:lnSpc>
              <a:spcBef>
                <a:spcPct val="35000"/>
              </a:spcBef>
            </a:pPr>
            <a:r>
              <a:rPr lang="en-US">
                <a:solidFill>
                  <a:schemeClr val="tx1"/>
                </a:solidFill>
              </a:rPr>
              <a:t>The </a:t>
            </a:r>
            <a:r>
              <a:rPr lang="en-US">
                <a:solidFill>
                  <a:schemeClr val="tx1"/>
                </a:solidFill>
                <a:latin typeface="Courier New" panose="02070309020205020404" pitchFamily="49" charset="0"/>
              </a:rPr>
              <a:t>SELECT</a:t>
            </a:r>
            <a:r>
              <a:rPr lang="en-US">
                <a:solidFill>
                  <a:schemeClr val="tx1"/>
                </a:solidFill>
              </a:rPr>
              <a:t> statement in the slide returns rows from the </a:t>
            </a:r>
            <a:r>
              <a:rPr lang="en-US">
                <a:solidFill>
                  <a:schemeClr val="tx1"/>
                </a:solidFill>
                <a:latin typeface="Courier New" panose="02070309020205020404" pitchFamily="49" charset="0"/>
              </a:rPr>
              <a:t>EMPLOYEES</a:t>
            </a:r>
            <a:r>
              <a:rPr lang="en-US">
                <a:solidFill>
                  <a:schemeClr val="tx1"/>
                </a:solidFill>
              </a:rPr>
              <a:t> table for any employee whose salary is between $2,500 and $3,500.</a:t>
            </a:r>
            <a:endParaRPr lang="en-US" sz="2500" b="1">
              <a:solidFill>
                <a:schemeClr val="tx1"/>
              </a:solidFill>
              <a:effectLst>
                <a:outerShdw blurRad="38100" dist="38100" dir="2700000" algn="tl">
                  <a:srgbClr val="C0C0C0"/>
                </a:outerShdw>
              </a:effectLst>
              <a:latin typeface="Arial" panose="020B0604020202020204" pitchFamily="34" charset="0"/>
            </a:endParaRPr>
          </a:p>
          <a:p>
            <a:pPr lvl="1"/>
            <a:r>
              <a:rPr lang="en-US">
                <a:solidFill>
                  <a:schemeClr val="tx1"/>
                </a:solidFill>
              </a:rPr>
              <a:t>Values that are specified with the </a:t>
            </a:r>
            <a:r>
              <a:rPr lang="en-US">
                <a:solidFill>
                  <a:schemeClr val="tx1"/>
                </a:solidFill>
                <a:latin typeface="Courier New" panose="02070309020205020404" pitchFamily="49" charset="0"/>
              </a:rPr>
              <a:t>BETWEEN</a:t>
            </a:r>
            <a:r>
              <a:rPr lang="en-US">
                <a:solidFill>
                  <a:schemeClr val="tx1"/>
                </a:solidFill>
              </a:rPr>
              <a:t> operator are inclusive. However, you must specify</a:t>
            </a:r>
            <a:r>
              <a:rPr lang="en-US"/>
              <a:t> the lower limit first.</a:t>
            </a:r>
          </a:p>
          <a:p>
            <a:pPr lvl="1"/>
            <a:r>
              <a:rPr lang="en-US"/>
              <a:t>You can also use the </a:t>
            </a:r>
            <a:r>
              <a:rPr lang="en-US">
                <a:latin typeface="Courier New" panose="02070309020205020404" pitchFamily="49" charset="0"/>
              </a:rPr>
              <a:t>BETWEEN</a:t>
            </a:r>
            <a:r>
              <a:rPr lang="en-US"/>
              <a:t> operator on character values:</a:t>
            </a:r>
          </a:p>
          <a:p>
            <a:pPr lvl="4"/>
            <a:r>
              <a:rPr lang="en-US"/>
              <a:t>SELECT last_name </a:t>
            </a:r>
            <a:br>
              <a:rPr lang="en-US"/>
            </a:br>
            <a:r>
              <a:rPr lang="en-US"/>
              <a:t>FROM   employees </a:t>
            </a:r>
            <a:br>
              <a:rPr lang="en-US"/>
            </a:br>
            <a:r>
              <a:rPr lang="en-US"/>
              <a:t>WHERE  last_name BETWEEN 'King' AND 'Smith';</a:t>
            </a:r>
          </a:p>
          <a:p>
            <a:pPr lvl="4"/>
            <a:endParaRPr lang="en-US"/>
          </a:p>
          <a:p>
            <a:pPr lvl="4"/>
            <a:endParaRPr lang="en-US"/>
          </a:p>
        </p:txBody>
      </p:sp>
      <p:pic>
        <p:nvPicPr>
          <p:cNvPr id="323588" name="Picture 4" descr="C:\project-SQLFund1\images\img-02-09a.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7620000"/>
            <a:ext cx="1731963" cy="1617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62314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Grp="1" noChangeArrowheads="1"/>
          </p:cNvSpPr>
          <p:nvPr>
            <p:ph type="ftr" sz="quarter" idx="4"/>
          </p:nvPr>
        </p:nvSpPr>
        <p:spPr>
          <a:xfrm>
            <a:off x="477838" y="9310688"/>
            <a:ext cx="6359525" cy="236537"/>
          </a:xfrm>
          <a:prstGeom prst="rect">
            <a:avLst/>
          </a:prstGeom>
          <a:ln/>
        </p:spPr>
        <p:txBody>
          <a:bodyPr/>
          <a:lstStyle/>
          <a:p>
            <a:r>
              <a:rPr lang="en-US"/>
              <a:t>Oracle Database 11</a:t>
            </a:r>
            <a:r>
              <a:rPr lang="en-US" i="1"/>
              <a:t>g</a:t>
            </a:r>
            <a:r>
              <a:rPr lang="en-US"/>
              <a:t>: SQL Fundamentals I   </a:t>
            </a:r>
            <a:r>
              <a:rPr lang="en-US">
                <a:solidFill>
                  <a:schemeClr val="tx1"/>
                </a:solidFill>
              </a:rPr>
              <a:t>2 - </a:t>
            </a:r>
            <a:fld id="{DC03E6DA-5BEA-4801-8FE4-AF2DFB894611}" type="slidenum">
              <a:rPr lang="en-US">
                <a:solidFill>
                  <a:schemeClr val="tx1"/>
                </a:solidFill>
              </a:rPr>
              <a:pPr/>
              <a:t>28</a:t>
            </a:fld>
            <a:endParaRPr lang="en-US">
              <a:solidFill>
                <a:schemeClr val="tx1"/>
              </a:solidFill>
            </a:endParaRPr>
          </a:p>
        </p:txBody>
      </p:sp>
      <p:sp>
        <p:nvSpPr>
          <p:cNvPr id="325634" name="Rectangle 2"/>
          <p:cNvSpPr>
            <a:spLocks noGrp="1" noRot="1" noChangeAspect="1" noChangeArrowheads="1" noTextEdit="1"/>
          </p:cNvSpPr>
          <p:nvPr>
            <p:ph type="sldImg"/>
          </p:nvPr>
        </p:nvSpPr>
        <p:spPr>
          <a:xfrm>
            <a:off x="381000" y="685800"/>
            <a:ext cx="6096000" cy="3429000"/>
          </a:xfrm>
          <a:ln/>
        </p:spPr>
      </p:sp>
      <p:sp>
        <p:nvSpPr>
          <p:cNvPr id="325635" name="Rectangle 3"/>
          <p:cNvSpPr>
            <a:spLocks noGrp="1" noChangeArrowheads="1"/>
          </p:cNvSpPr>
          <p:nvPr>
            <p:ph type="body" idx="1"/>
          </p:nvPr>
        </p:nvSpPr>
        <p:spPr>
          <a:xfrm>
            <a:off x="477838" y="5400675"/>
            <a:ext cx="6359525" cy="3663950"/>
          </a:xfrm>
        </p:spPr>
        <p:txBody>
          <a:bodyPr/>
          <a:lstStyle/>
          <a:p>
            <a:r>
              <a:rPr lang="en-US" dirty="0"/>
              <a:t>Membership Condition Using the </a:t>
            </a:r>
            <a:r>
              <a:rPr lang="en-US" dirty="0">
                <a:latin typeface="Courier New" panose="02070309020205020404" pitchFamily="49" charset="0"/>
              </a:rPr>
              <a:t>IN</a:t>
            </a:r>
            <a:r>
              <a:rPr lang="en-US" dirty="0"/>
              <a:t> Operator</a:t>
            </a:r>
          </a:p>
          <a:p>
            <a:pPr lvl="1"/>
            <a:r>
              <a:rPr lang="en-US" dirty="0"/>
              <a:t>To test for values in a specified set of values, use the </a:t>
            </a:r>
            <a:r>
              <a:rPr lang="en-US" dirty="0">
                <a:latin typeface="Courier New" panose="02070309020205020404" pitchFamily="49" charset="0"/>
              </a:rPr>
              <a:t>IN</a:t>
            </a:r>
            <a:r>
              <a:rPr lang="en-US" dirty="0"/>
              <a:t> operator. The condition defined using the </a:t>
            </a:r>
            <a:r>
              <a:rPr lang="en-US" dirty="0">
                <a:latin typeface="Courier New" panose="02070309020205020404" pitchFamily="49" charset="0"/>
              </a:rPr>
              <a:t>IN</a:t>
            </a:r>
            <a:r>
              <a:rPr lang="en-US" dirty="0"/>
              <a:t> operator is also known as the </a:t>
            </a:r>
            <a:r>
              <a:rPr lang="en-US" i="1" dirty="0"/>
              <a:t>membership condition</a:t>
            </a:r>
            <a:r>
              <a:rPr lang="en-US" dirty="0"/>
              <a:t>.</a:t>
            </a:r>
          </a:p>
          <a:p>
            <a:pPr lvl="1"/>
            <a:r>
              <a:rPr lang="en-US" dirty="0"/>
              <a:t>The slide example displays employee numbers, last names, salaries, and managers’ employee numbers for all the employees whose manager’s employee number is 100, 101, or 201.</a:t>
            </a:r>
          </a:p>
          <a:p>
            <a:pPr lvl="1"/>
            <a:r>
              <a:rPr lang="en-US" dirty="0"/>
              <a:t>The </a:t>
            </a:r>
            <a:r>
              <a:rPr lang="en-US" dirty="0">
                <a:latin typeface="Courier New" panose="02070309020205020404" pitchFamily="49" charset="0"/>
              </a:rPr>
              <a:t>IN</a:t>
            </a:r>
            <a:r>
              <a:rPr lang="en-US" dirty="0"/>
              <a:t> operator can be used with any data type. The following example returns a row from the </a:t>
            </a:r>
            <a:r>
              <a:rPr lang="en-US" dirty="0">
                <a:latin typeface="Courier New" panose="02070309020205020404" pitchFamily="49" charset="0"/>
              </a:rPr>
              <a:t>EMPLOYEES</a:t>
            </a:r>
            <a:r>
              <a:rPr lang="en-US" dirty="0"/>
              <a:t> table, for any employee whose last name is included in the list of names in the </a:t>
            </a:r>
            <a:r>
              <a:rPr lang="en-US" dirty="0">
                <a:latin typeface="Courier New" panose="02070309020205020404" pitchFamily="49" charset="0"/>
              </a:rPr>
              <a:t>WHERE</a:t>
            </a:r>
            <a:r>
              <a:rPr lang="en-US" dirty="0"/>
              <a:t> clause:</a:t>
            </a:r>
          </a:p>
          <a:p>
            <a:pPr lvl="4"/>
            <a:r>
              <a:rPr lang="en-US" dirty="0"/>
              <a:t>SELECT </a:t>
            </a:r>
            <a:r>
              <a:rPr lang="en-US" dirty="0" err="1"/>
              <a:t>employee_id</a:t>
            </a:r>
            <a:r>
              <a:rPr lang="en-US" dirty="0"/>
              <a:t>, </a:t>
            </a:r>
            <a:r>
              <a:rPr lang="en-US" dirty="0" err="1"/>
              <a:t>manager_id</a:t>
            </a:r>
            <a:r>
              <a:rPr lang="en-US" dirty="0"/>
              <a:t>, </a:t>
            </a:r>
            <a:r>
              <a:rPr lang="en-US" dirty="0" err="1"/>
              <a:t>department_id</a:t>
            </a:r>
            <a:endParaRPr lang="en-US" dirty="0"/>
          </a:p>
          <a:p>
            <a:pPr lvl="4"/>
            <a:r>
              <a:rPr lang="en-US" dirty="0"/>
              <a:t>FROM   employees</a:t>
            </a:r>
          </a:p>
          <a:p>
            <a:pPr lvl="4"/>
            <a:r>
              <a:rPr lang="en-US" dirty="0"/>
              <a:t>WHERE  </a:t>
            </a:r>
            <a:r>
              <a:rPr lang="en-US" dirty="0" err="1"/>
              <a:t>last_name</a:t>
            </a:r>
            <a:r>
              <a:rPr lang="en-US" dirty="0"/>
              <a:t> IN ('Hartstein', 'Vargas');</a:t>
            </a:r>
          </a:p>
          <a:p>
            <a:pPr lvl="1"/>
            <a:r>
              <a:rPr lang="en-US" dirty="0"/>
              <a:t>If characters or dates are used in the list, they must be enclosed with single quotation marks (</a:t>
            </a:r>
            <a:r>
              <a:rPr lang="en-US" dirty="0">
                <a:latin typeface="Courier New" panose="02070309020205020404" pitchFamily="49" charset="0"/>
              </a:rPr>
              <a:t>''</a:t>
            </a:r>
            <a:r>
              <a:rPr lang="en-US" dirty="0"/>
              <a:t>).</a:t>
            </a:r>
          </a:p>
          <a:p>
            <a:pPr lvl="1"/>
            <a:r>
              <a:rPr lang="en-US" b="1" dirty="0"/>
              <a:t>Note: </a:t>
            </a:r>
            <a:r>
              <a:rPr lang="en-US" dirty="0"/>
              <a:t>The </a:t>
            </a:r>
            <a:r>
              <a:rPr lang="en-US" dirty="0">
                <a:latin typeface="Courier New" panose="02070309020205020404" pitchFamily="49" charset="0"/>
              </a:rPr>
              <a:t>IN</a:t>
            </a:r>
            <a:r>
              <a:rPr lang="en-US" dirty="0"/>
              <a:t> operator is internally evaluated by the Oracle server as a set of </a:t>
            </a:r>
            <a:r>
              <a:rPr lang="en-US" dirty="0">
                <a:latin typeface="Courier New" panose="02070309020205020404" pitchFamily="49" charset="0"/>
              </a:rPr>
              <a:t>OR</a:t>
            </a:r>
            <a:r>
              <a:rPr lang="en-US" dirty="0"/>
              <a:t> conditions, such as </a:t>
            </a:r>
            <a:r>
              <a:rPr lang="en-US" dirty="0">
                <a:latin typeface="Courier New" panose="02070309020205020404" pitchFamily="49" charset="0"/>
              </a:rPr>
              <a:t>a=value1</a:t>
            </a:r>
            <a:r>
              <a:rPr lang="en-US" dirty="0"/>
              <a:t> or </a:t>
            </a:r>
            <a:r>
              <a:rPr lang="en-US" dirty="0">
                <a:latin typeface="Courier New" panose="02070309020205020404" pitchFamily="49" charset="0"/>
              </a:rPr>
              <a:t>a=value2</a:t>
            </a:r>
            <a:r>
              <a:rPr lang="en-US" dirty="0"/>
              <a:t> or </a:t>
            </a:r>
            <a:r>
              <a:rPr lang="en-US" dirty="0">
                <a:latin typeface="Courier New" panose="02070309020205020404" pitchFamily="49" charset="0"/>
              </a:rPr>
              <a:t>a=value3</a:t>
            </a:r>
            <a:r>
              <a:rPr lang="en-US" dirty="0"/>
              <a:t>. Therefore, using the </a:t>
            </a:r>
            <a:r>
              <a:rPr lang="en-US" dirty="0">
                <a:latin typeface="Courier New" panose="02070309020205020404" pitchFamily="49" charset="0"/>
              </a:rPr>
              <a:t>IN</a:t>
            </a:r>
            <a:r>
              <a:rPr lang="en-US" dirty="0"/>
              <a:t> operator has no performance benefits and is used only for logical simplicity.</a:t>
            </a:r>
          </a:p>
        </p:txBody>
      </p:sp>
    </p:spTree>
    <p:extLst>
      <p:ext uri="{BB962C8B-B14F-4D97-AF65-F5344CB8AC3E}">
        <p14:creationId xmlns:p14="http://schemas.microsoft.com/office/powerpoint/2010/main" val="40752681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
          <p:cNvSpPr>
            <a:spLocks noGrp="1" noChangeArrowheads="1"/>
          </p:cNvSpPr>
          <p:nvPr>
            <p:ph type="ftr" sz="quarter" idx="4"/>
          </p:nvPr>
        </p:nvSpPr>
        <p:spPr>
          <a:xfrm>
            <a:off x="477838" y="9310688"/>
            <a:ext cx="6359525" cy="236537"/>
          </a:xfrm>
          <a:prstGeom prst="rect">
            <a:avLst/>
          </a:prstGeom>
          <a:ln/>
        </p:spPr>
        <p:txBody>
          <a:bodyPr/>
          <a:lstStyle/>
          <a:p>
            <a:r>
              <a:rPr lang="en-US"/>
              <a:t>Oracle Database 11</a:t>
            </a:r>
            <a:r>
              <a:rPr lang="en-US" i="1"/>
              <a:t>g</a:t>
            </a:r>
            <a:r>
              <a:rPr lang="en-US"/>
              <a:t>: SQL Fundamentals I   </a:t>
            </a:r>
            <a:r>
              <a:rPr lang="en-US">
                <a:solidFill>
                  <a:schemeClr val="tx1"/>
                </a:solidFill>
              </a:rPr>
              <a:t>2 - </a:t>
            </a:r>
            <a:fld id="{86BEF85F-BE3A-46CA-BB43-9AC6A883365C}" type="slidenum">
              <a:rPr lang="en-US">
                <a:solidFill>
                  <a:schemeClr val="tx1"/>
                </a:solidFill>
              </a:rPr>
              <a:pPr/>
              <a:t>29</a:t>
            </a:fld>
            <a:endParaRPr lang="en-US">
              <a:solidFill>
                <a:schemeClr val="tx1"/>
              </a:solidFill>
            </a:endParaRPr>
          </a:p>
        </p:txBody>
      </p:sp>
      <p:sp>
        <p:nvSpPr>
          <p:cNvPr id="339970" name="Rectangle 2"/>
          <p:cNvSpPr>
            <a:spLocks noGrp="1" noRot="1" noChangeAspect="1" noChangeArrowheads="1" noTextEdit="1"/>
          </p:cNvSpPr>
          <p:nvPr>
            <p:ph type="sldImg"/>
          </p:nvPr>
        </p:nvSpPr>
        <p:spPr>
          <a:xfrm>
            <a:off x="381000" y="685800"/>
            <a:ext cx="6096000" cy="3429000"/>
          </a:xfrm>
          <a:ln/>
        </p:spPr>
      </p:sp>
      <p:sp>
        <p:nvSpPr>
          <p:cNvPr id="339971" name="Rectangle 3"/>
          <p:cNvSpPr>
            <a:spLocks noGrp="1" noChangeArrowheads="1"/>
          </p:cNvSpPr>
          <p:nvPr>
            <p:ph type="body" idx="1"/>
          </p:nvPr>
        </p:nvSpPr>
        <p:spPr>
          <a:xfrm>
            <a:off x="477838" y="5400675"/>
            <a:ext cx="6359525" cy="3663950"/>
          </a:xfrm>
        </p:spPr>
        <p:txBody>
          <a:bodyPr/>
          <a:lstStyle/>
          <a:p>
            <a:r>
              <a:rPr lang="en-US"/>
              <a:t>Using the </a:t>
            </a:r>
            <a:r>
              <a:rPr lang="en-US">
                <a:latin typeface="Courier New" panose="02070309020205020404" pitchFamily="49" charset="0"/>
              </a:rPr>
              <a:t>NOT</a:t>
            </a:r>
            <a:r>
              <a:rPr lang="en-US"/>
              <a:t> Operator</a:t>
            </a:r>
          </a:p>
          <a:p>
            <a:pPr lvl="1"/>
            <a:r>
              <a:rPr lang="en-US"/>
              <a:t>The slide example displays the last name and job ID of all employees whose job ID </a:t>
            </a:r>
            <a:r>
              <a:rPr lang="en-US" i="1"/>
              <a:t>is not</a:t>
            </a:r>
            <a:r>
              <a:rPr lang="en-US"/>
              <a:t> </a:t>
            </a:r>
            <a:r>
              <a:rPr lang="en-US">
                <a:latin typeface="Courier New" panose="02070309020205020404" pitchFamily="49" charset="0"/>
              </a:rPr>
              <a:t>IT_PROG</a:t>
            </a:r>
            <a:r>
              <a:rPr lang="en-US"/>
              <a:t>, </a:t>
            </a:r>
            <a:r>
              <a:rPr lang="en-US">
                <a:latin typeface="Courier New" panose="02070309020205020404" pitchFamily="49" charset="0"/>
              </a:rPr>
              <a:t>ST_CLERK</a:t>
            </a:r>
            <a:r>
              <a:rPr lang="en-US"/>
              <a:t>, or </a:t>
            </a:r>
            <a:r>
              <a:rPr lang="en-US">
                <a:latin typeface="Courier New" panose="02070309020205020404" pitchFamily="49" charset="0"/>
              </a:rPr>
              <a:t>SA_REP</a:t>
            </a:r>
            <a:r>
              <a:rPr lang="en-US"/>
              <a:t>.</a:t>
            </a:r>
          </a:p>
          <a:p>
            <a:pPr lvl="1"/>
            <a:r>
              <a:rPr lang="en-US" b="1">
                <a:latin typeface="Courier New" panose="02070309020205020404" pitchFamily="49" charset="0"/>
              </a:rPr>
              <a:t>NOT</a:t>
            </a:r>
            <a:r>
              <a:rPr lang="en-US" b="1"/>
              <a:t> Truth Table</a:t>
            </a:r>
            <a:endParaRPr lang="en-US"/>
          </a:p>
          <a:p>
            <a:pPr lvl="1"/>
            <a:r>
              <a:rPr lang="en-US"/>
              <a:t>The following table shows the result of </a:t>
            </a:r>
            <a:r>
              <a:rPr lang="en-US">
                <a:solidFill>
                  <a:schemeClr val="tx1"/>
                </a:solidFill>
              </a:rPr>
              <a:t>applying the </a:t>
            </a:r>
            <a:r>
              <a:rPr lang="en-US">
                <a:solidFill>
                  <a:schemeClr val="tx1"/>
                </a:solidFill>
                <a:latin typeface="Courier New" panose="02070309020205020404" pitchFamily="49" charset="0"/>
              </a:rPr>
              <a:t>NOT</a:t>
            </a:r>
            <a:r>
              <a:rPr lang="en-US">
                <a:solidFill>
                  <a:schemeClr val="tx1"/>
                </a:solidFill>
              </a:rPr>
              <a:t> operator to a condition:</a:t>
            </a:r>
          </a:p>
          <a:p>
            <a:pPr lvl="1"/>
            <a:endParaRPr lang="en-US"/>
          </a:p>
          <a:p>
            <a:pPr lvl="1"/>
            <a:endParaRPr lang="en-US"/>
          </a:p>
          <a:p>
            <a:pPr lvl="1"/>
            <a:endParaRPr lang="en-US" sz="500"/>
          </a:p>
          <a:p>
            <a:pPr lvl="1"/>
            <a:r>
              <a:rPr lang="en-US" b="1"/>
              <a:t>Note: </a:t>
            </a:r>
            <a:r>
              <a:rPr lang="en-US"/>
              <a:t>The </a:t>
            </a:r>
            <a:r>
              <a:rPr lang="en-US">
                <a:latin typeface="Courier New" panose="02070309020205020404" pitchFamily="49" charset="0"/>
              </a:rPr>
              <a:t>NOT</a:t>
            </a:r>
            <a:r>
              <a:rPr lang="en-US"/>
              <a:t> operator can also be used with other SQL operators, such as </a:t>
            </a:r>
            <a:r>
              <a:rPr lang="en-US">
                <a:latin typeface="Courier New" panose="02070309020205020404" pitchFamily="49" charset="0"/>
              </a:rPr>
              <a:t>BETWEEN</a:t>
            </a:r>
            <a:r>
              <a:rPr lang="en-US"/>
              <a:t>, </a:t>
            </a:r>
            <a:r>
              <a:rPr lang="en-US">
                <a:latin typeface="Courier New" panose="02070309020205020404" pitchFamily="49" charset="0"/>
              </a:rPr>
              <a:t>LIKE</a:t>
            </a:r>
            <a:r>
              <a:rPr lang="en-US"/>
              <a:t>, and </a:t>
            </a:r>
            <a:r>
              <a:rPr lang="en-US">
                <a:latin typeface="Courier New" panose="02070309020205020404" pitchFamily="49" charset="0"/>
              </a:rPr>
              <a:t>NULL</a:t>
            </a:r>
            <a:r>
              <a:rPr lang="en-US"/>
              <a:t>.</a:t>
            </a:r>
          </a:p>
          <a:p>
            <a:pPr lvl="1"/>
            <a:endParaRPr lang="en-US" sz="500"/>
          </a:p>
          <a:p>
            <a:pPr lvl="4"/>
            <a:r>
              <a:rPr lang="en-US"/>
              <a:t>... WHERE  job_id    NOT  IN ('AC_ACCOUNT', 'AD_VP')</a:t>
            </a:r>
          </a:p>
          <a:p>
            <a:pPr lvl="4"/>
            <a:r>
              <a:rPr lang="en-US"/>
              <a:t>... WHERE  salary    NOT  BETWEEN  10000 AND  15000</a:t>
            </a:r>
          </a:p>
          <a:p>
            <a:pPr lvl="4"/>
            <a:r>
              <a:rPr lang="en-US"/>
              <a:t>... WHERE  last_name NOT  LIKE '%A%'</a:t>
            </a:r>
          </a:p>
          <a:p>
            <a:pPr lvl="4"/>
            <a:r>
              <a:rPr lang="en-US"/>
              <a:t>... WHERE  commission_pct  IS   NOT  NULL</a:t>
            </a:r>
          </a:p>
        </p:txBody>
      </p:sp>
      <p:graphicFrame>
        <p:nvGraphicFramePr>
          <p:cNvPr id="339972" name="Object 4"/>
          <p:cNvGraphicFramePr>
            <a:graphicFrameLocks/>
          </p:cNvGraphicFramePr>
          <p:nvPr/>
        </p:nvGraphicFramePr>
        <p:xfrm>
          <a:off x="428625" y="6534150"/>
          <a:ext cx="6219825" cy="693738"/>
        </p:xfrm>
        <a:graphic>
          <a:graphicData uri="http://schemas.openxmlformats.org/presentationml/2006/ole">
            <mc:AlternateContent xmlns:mc="http://schemas.openxmlformats.org/markup-compatibility/2006">
              <mc:Choice xmlns:v="urn:schemas-microsoft-com:vml" Requires="v">
                <p:oleObj name="Document" r:id="rId3" imgW="6163200" imgH="687240" progId="Word.Document.8">
                  <p:embed/>
                </p:oleObj>
              </mc:Choice>
              <mc:Fallback>
                <p:oleObj name="Document" r:id="rId3" imgW="6163200" imgH="687240" progId="Word.Document.8">
                  <p:embed/>
                  <p:pic>
                    <p:nvPicPr>
                      <p:cNvPr id="339972"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625" y="6534150"/>
                        <a:ext cx="6219825" cy="693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719011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
          <p:cNvSpPr>
            <a:spLocks noGrp="1" noChangeArrowheads="1"/>
          </p:cNvSpPr>
          <p:nvPr>
            <p:ph type="ftr" sz="quarter" idx="4"/>
          </p:nvPr>
        </p:nvSpPr>
        <p:spPr>
          <a:xfrm>
            <a:off x="477838" y="9310688"/>
            <a:ext cx="6359525" cy="236537"/>
          </a:xfrm>
          <a:prstGeom prst="rect">
            <a:avLst/>
          </a:prstGeom>
          <a:ln/>
        </p:spPr>
        <p:txBody>
          <a:bodyPr/>
          <a:lstStyle/>
          <a:p>
            <a:r>
              <a:rPr lang="en-US"/>
              <a:t>Oracle Database 11</a:t>
            </a:r>
            <a:r>
              <a:rPr lang="en-US" i="1"/>
              <a:t>g</a:t>
            </a:r>
            <a:r>
              <a:rPr lang="en-US"/>
              <a:t>: SQL Fundamentals I   </a:t>
            </a:r>
            <a:r>
              <a:rPr lang="en-US">
                <a:solidFill>
                  <a:schemeClr val="tx1"/>
                </a:solidFill>
              </a:rPr>
              <a:t>2 - </a:t>
            </a:r>
            <a:fld id="{9449C06B-B03D-42BB-9BF3-694073C96EB7}" type="slidenum">
              <a:rPr lang="en-US">
                <a:solidFill>
                  <a:schemeClr val="tx1"/>
                </a:solidFill>
              </a:rPr>
              <a:pPr/>
              <a:t>30</a:t>
            </a:fld>
            <a:endParaRPr lang="en-US">
              <a:solidFill>
                <a:schemeClr val="tx1"/>
              </a:solidFill>
            </a:endParaRPr>
          </a:p>
        </p:txBody>
      </p:sp>
      <p:sp>
        <p:nvSpPr>
          <p:cNvPr id="327682" name="Rectangle 2"/>
          <p:cNvSpPr>
            <a:spLocks noGrp="1" noRot="1" noChangeAspect="1" noChangeArrowheads="1" noTextEdit="1"/>
          </p:cNvSpPr>
          <p:nvPr>
            <p:ph type="sldImg"/>
          </p:nvPr>
        </p:nvSpPr>
        <p:spPr>
          <a:xfrm>
            <a:off x="381000" y="685800"/>
            <a:ext cx="6096000" cy="3429000"/>
          </a:xfrm>
          <a:ln/>
        </p:spPr>
      </p:sp>
      <p:sp>
        <p:nvSpPr>
          <p:cNvPr id="327683" name="Rectangle 3"/>
          <p:cNvSpPr>
            <a:spLocks noGrp="1" noChangeArrowheads="1"/>
          </p:cNvSpPr>
          <p:nvPr>
            <p:ph type="body" idx="1"/>
          </p:nvPr>
        </p:nvSpPr>
        <p:spPr>
          <a:xfrm>
            <a:off x="477838" y="5400675"/>
            <a:ext cx="6359525" cy="3663950"/>
          </a:xfrm>
        </p:spPr>
        <p:txBody>
          <a:bodyPr/>
          <a:lstStyle/>
          <a:p>
            <a:r>
              <a:rPr lang="en-US"/>
              <a:t>Pattern Matching Using the </a:t>
            </a:r>
            <a:r>
              <a:rPr lang="en-US">
                <a:latin typeface="Courier New" panose="02070309020205020404" pitchFamily="49" charset="0"/>
              </a:rPr>
              <a:t>LIKE</a:t>
            </a:r>
            <a:r>
              <a:rPr lang="en-US"/>
              <a:t> Operator</a:t>
            </a:r>
          </a:p>
          <a:p>
            <a:pPr lvl="1"/>
            <a:r>
              <a:rPr lang="en-US"/>
              <a:t>You may not always know </a:t>
            </a:r>
            <a:r>
              <a:rPr lang="en-US">
                <a:solidFill>
                  <a:schemeClr val="tx1"/>
                </a:solidFill>
              </a:rPr>
              <a:t>the exact value to search for. You can select rows that match a character pattern by using the </a:t>
            </a:r>
            <a:r>
              <a:rPr lang="en-US">
                <a:solidFill>
                  <a:schemeClr val="tx1"/>
                </a:solidFill>
                <a:latin typeface="Courier New" panose="02070309020205020404" pitchFamily="49" charset="0"/>
              </a:rPr>
              <a:t>LIKE</a:t>
            </a:r>
            <a:r>
              <a:rPr lang="en-US">
                <a:solidFill>
                  <a:schemeClr val="tx1"/>
                </a:solidFill>
              </a:rPr>
              <a:t> operator. The character pattern</a:t>
            </a:r>
            <a:r>
              <a:rPr lang="en-US">
                <a:solidFill>
                  <a:schemeClr val="tx1"/>
                </a:solidFill>
                <a:cs typeface="Times New Roman" panose="02020603050405020304" pitchFamily="18" charset="0"/>
              </a:rPr>
              <a:t>–</a:t>
            </a:r>
            <a:r>
              <a:rPr lang="en-US">
                <a:solidFill>
                  <a:schemeClr val="tx1"/>
                </a:solidFill>
              </a:rPr>
              <a:t>matching operation is referred to as a </a:t>
            </a:r>
            <a:r>
              <a:rPr lang="en-US" i="1">
                <a:solidFill>
                  <a:schemeClr val="tx1"/>
                </a:solidFill>
              </a:rPr>
              <a:t>wildcard </a:t>
            </a:r>
            <a:r>
              <a:rPr lang="en-US">
                <a:solidFill>
                  <a:schemeClr val="tx1"/>
                </a:solidFill>
              </a:rPr>
              <a:t>search. Two symbols can be used to construct the search string. </a:t>
            </a:r>
          </a:p>
          <a:p>
            <a:pPr lvl="1"/>
            <a:endParaRPr lang="en-US">
              <a:solidFill>
                <a:schemeClr val="tx1"/>
              </a:solidFill>
            </a:endParaRPr>
          </a:p>
          <a:p>
            <a:pPr lvl="1"/>
            <a:endParaRPr lang="en-US">
              <a:solidFill>
                <a:schemeClr val="tx1"/>
              </a:solidFill>
            </a:endParaRPr>
          </a:p>
          <a:p>
            <a:pPr lvl="1"/>
            <a:endParaRPr lang="en-US" sz="500"/>
          </a:p>
          <a:p>
            <a:pPr lvl="1"/>
            <a:endParaRPr lang="en-US"/>
          </a:p>
          <a:p>
            <a:pPr lvl="1"/>
            <a:endParaRPr lang="en-US"/>
          </a:p>
          <a:p>
            <a:pPr lvl="1"/>
            <a:r>
              <a:rPr lang="en-US"/>
              <a:t>The </a:t>
            </a:r>
            <a:r>
              <a:rPr lang="en-US">
                <a:latin typeface="Courier New" panose="02070309020205020404" pitchFamily="49" charset="0"/>
              </a:rPr>
              <a:t>SELECT</a:t>
            </a:r>
            <a:r>
              <a:rPr lang="en-US"/>
              <a:t> statement in the slide returns the first name from the </a:t>
            </a:r>
            <a:r>
              <a:rPr lang="en-US">
                <a:latin typeface="Courier New" panose="02070309020205020404" pitchFamily="49" charset="0"/>
              </a:rPr>
              <a:t>EMPLOYEES</a:t>
            </a:r>
            <a:r>
              <a:rPr lang="en-US"/>
              <a:t> table for any employee whose first name begins with the letter “S.” Note the uppercase “S.” Consequently, names beginning with a lowercase “s”</a:t>
            </a:r>
            <a:r>
              <a:rPr lang="en-US" i="1"/>
              <a:t> </a:t>
            </a:r>
            <a:r>
              <a:rPr lang="en-US"/>
              <a:t>are not returned. </a:t>
            </a:r>
          </a:p>
          <a:p>
            <a:pPr lvl="1"/>
            <a:r>
              <a:rPr lang="en-US"/>
              <a:t>The </a:t>
            </a:r>
            <a:r>
              <a:rPr lang="en-US">
                <a:latin typeface="Courier New" panose="02070309020205020404" pitchFamily="49" charset="0"/>
              </a:rPr>
              <a:t>LIKE</a:t>
            </a:r>
            <a:r>
              <a:rPr lang="en-US"/>
              <a:t> operator can be used as a shortcut for some </a:t>
            </a:r>
            <a:r>
              <a:rPr lang="en-US">
                <a:latin typeface="Courier New" panose="02070309020205020404" pitchFamily="49" charset="0"/>
              </a:rPr>
              <a:t>BETWEEN</a:t>
            </a:r>
            <a:r>
              <a:rPr lang="en-US"/>
              <a:t> comparisons. The following example displays the last names and hire dates of all employees who joined between January, 1995 and December, 1995: </a:t>
            </a:r>
            <a:endParaRPr lang="en-US">
              <a:latin typeface="Courier New" panose="02070309020205020404" pitchFamily="49" charset="0"/>
            </a:endParaRPr>
          </a:p>
          <a:p>
            <a:pPr lvl="4"/>
            <a:r>
              <a:rPr lang="en-US"/>
              <a:t>SELECT </a:t>
            </a:r>
            <a:r>
              <a:rPr lang="en-US" err="1"/>
              <a:t>last_name</a:t>
            </a:r>
            <a:r>
              <a:rPr lang="en-US"/>
              <a:t>, </a:t>
            </a:r>
            <a:r>
              <a:rPr lang="en-US" err="1"/>
              <a:t>hire_date</a:t>
            </a:r>
            <a:endParaRPr lang="en-US"/>
          </a:p>
          <a:p>
            <a:pPr lvl="4"/>
            <a:r>
              <a:rPr lang="en-US"/>
              <a:t>FROM   employees</a:t>
            </a:r>
          </a:p>
          <a:p>
            <a:pPr lvl="4"/>
            <a:r>
              <a:rPr lang="en-US"/>
              <a:t>WHERE  </a:t>
            </a:r>
            <a:r>
              <a:rPr lang="en-US" err="1"/>
              <a:t>hire_date</a:t>
            </a:r>
            <a:r>
              <a:rPr lang="en-US"/>
              <a:t> LIKE '%95';</a:t>
            </a:r>
          </a:p>
        </p:txBody>
      </p:sp>
      <p:graphicFrame>
        <p:nvGraphicFramePr>
          <p:cNvPr id="327684" name="Object 4"/>
          <p:cNvGraphicFramePr>
            <a:graphicFrameLocks/>
          </p:cNvGraphicFramePr>
          <p:nvPr/>
        </p:nvGraphicFramePr>
        <p:xfrm>
          <a:off x="523875" y="6238875"/>
          <a:ext cx="5969000" cy="1054100"/>
        </p:xfrm>
        <a:graphic>
          <a:graphicData uri="http://schemas.openxmlformats.org/presentationml/2006/ole">
            <mc:AlternateContent xmlns:mc="http://schemas.openxmlformats.org/markup-compatibility/2006">
              <mc:Choice xmlns:v="urn:schemas-microsoft-com:vml" Requires="v">
                <p:oleObj name="Document" r:id="rId3" imgW="5706000" imgH="1024200" progId="Word.Document.8">
                  <p:embed/>
                </p:oleObj>
              </mc:Choice>
              <mc:Fallback>
                <p:oleObj name="Document" r:id="rId3" imgW="5706000" imgH="1024200" progId="Word.Document.8">
                  <p:embed/>
                  <p:pic>
                    <p:nvPicPr>
                      <p:cNvPr id="327684"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875" y="6238875"/>
                        <a:ext cx="5969000" cy="105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9283101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
          <p:cNvSpPr>
            <a:spLocks noGrp="1" noChangeArrowheads="1"/>
          </p:cNvSpPr>
          <p:nvPr>
            <p:ph type="ftr" sz="quarter" idx="4"/>
          </p:nvPr>
        </p:nvSpPr>
        <p:spPr>
          <a:xfrm>
            <a:off x="477838" y="9310688"/>
            <a:ext cx="6359525" cy="236537"/>
          </a:xfrm>
          <a:prstGeom prst="rect">
            <a:avLst/>
          </a:prstGeom>
          <a:ln/>
        </p:spPr>
        <p:txBody>
          <a:bodyPr/>
          <a:lstStyle/>
          <a:p>
            <a:r>
              <a:rPr lang="en-US"/>
              <a:t>Oracle Database 11</a:t>
            </a:r>
            <a:r>
              <a:rPr lang="en-US" i="1"/>
              <a:t>g</a:t>
            </a:r>
            <a:r>
              <a:rPr lang="en-US"/>
              <a:t>: SQL Fundamentals I   </a:t>
            </a:r>
            <a:r>
              <a:rPr lang="en-US">
                <a:solidFill>
                  <a:schemeClr val="tx1"/>
                </a:solidFill>
              </a:rPr>
              <a:t>2 - </a:t>
            </a:r>
            <a:fld id="{1DA42208-4A6E-43DD-84B3-B14D81D93297}" type="slidenum">
              <a:rPr lang="en-US">
                <a:solidFill>
                  <a:schemeClr val="tx1"/>
                </a:solidFill>
              </a:rPr>
              <a:pPr/>
              <a:t>32</a:t>
            </a:fld>
            <a:endParaRPr lang="en-US">
              <a:solidFill>
                <a:schemeClr val="tx1"/>
              </a:solidFill>
            </a:endParaRPr>
          </a:p>
        </p:txBody>
      </p:sp>
      <p:sp>
        <p:nvSpPr>
          <p:cNvPr id="331778" name="Rectangle 2"/>
          <p:cNvSpPr>
            <a:spLocks noGrp="1" noRot="1" noChangeAspect="1" noChangeArrowheads="1" noTextEdit="1"/>
          </p:cNvSpPr>
          <p:nvPr>
            <p:ph type="sldImg"/>
          </p:nvPr>
        </p:nvSpPr>
        <p:spPr>
          <a:xfrm>
            <a:off x="381000" y="685800"/>
            <a:ext cx="6096000" cy="3429000"/>
          </a:xfrm>
          <a:ln/>
        </p:spPr>
      </p:sp>
      <p:sp>
        <p:nvSpPr>
          <p:cNvPr id="331779" name="Rectangle 3"/>
          <p:cNvSpPr>
            <a:spLocks noGrp="1" noChangeArrowheads="1"/>
          </p:cNvSpPr>
          <p:nvPr>
            <p:ph type="body" idx="1"/>
          </p:nvPr>
        </p:nvSpPr>
        <p:spPr>
          <a:xfrm>
            <a:off x="477838" y="5400675"/>
            <a:ext cx="6359525" cy="3663950"/>
          </a:xfrm>
        </p:spPr>
        <p:txBody>
          <a:bodyPr/>
          <a:lstStyle/>
          <a:p>
            <a:r>
              <a:rPr lang="en-US"/>
              <a:t>Using the </a:t>
            </a:r>
            <a:r>
              <a:rPr lang="en-US">
                <a:latin typeface="Courier New" panose="02070309020205020404" pitchFamily="49" charset="0"/>
              </a:rPr>
              <a:t>NULL</a:t>
            </a:r>
            <a:r>
              <a:rPr lang="en-US"/>
              <a:t> Conditions</a:t>
            </a:r>
          </a:p>
          <a:p>
            <a:pPr lvl="1"/>
            <a:r>
              <a:rPr lang="en-US">
                <a:solidFill>
                  <a:schemeClr val="tx1"/>
                </a:solidFill>
              </a:rPr>
              <a:t>The </a:t>
            </a:r>
            <a:r>
              <a:rPr lang="en-US">
                <a:solidFill>
                  <a:schemeClr val="tx1"/>
                </a:solidFill>
                <a:latin typeface="Courier New" panose="02070309020205020404" pitchFamily="49" charset="0"/>
              </a:rPr>
              <a:t>NULL</a:t>
            </a:r>
            <a:r>
              <a:rPr lang="en-US">
                <a:solidFill>
                  <a:schemeClr val="tx1"/>
                </a:solidFill>
              </a:rPr>
              <a:t> conditions include the </a:t>
            </a:r>
            <a:r>
              <a:rPr lang="en-US">
                <a:solidFill>
                  <a:schemeClr val="tx1"/>
                </a:solidFill>
                <a:latin typeface="Courier New" panose="02070309020205020404" pitchFamily="49" charset="0"/>
              </a:rPr>
              <a:t>IS</a:t>
            </a:r>
            <a:r>
              <a:rPr lang="en-US">
                <a:solidFill>
                  <a:schemeClr val="tx1"/>
                </a:solidFill>
              </a:rPr>
              <a:t> </a:t>
            </a:r>
            <a:r>
              <a:rPr lang="en-US">
                <a:solidFill>
                  <a:schemeClr val="tx1"/>
                </a:solidFill>
                <a:latin typeface="Courier New" panose="02070309020205020404" pitchFamily="49" charset="0"/>
              </a:rPr>
              <a:t>NULL</a:t>
            </a:r>
            <a:r>
              <a:rPr lang="en-US">
                <a:solidFill>
                  <a:schemeClr val="tx1"/>
                </a:solidFill>
              </a:rPr>
              <a:t> condition and the </a:t>
            </a:r>
            <a:r>
              <a:rPr lang="en-US">
                <a:solidFill>
                  <a:schemeClr val="tx1"/>
                </a:solidFill>
                <a:latin typeface="Courier New" panose="02070309020205020404" pitchFamily="49" charset="0"/>
              </a:rPr>
              <a:t>IS</a:t>
            </a:r>
            <a:r>
              <a:rPr lang="en-US">
                <a:solidFill>
                  <a:schemeClr val="tx1"/>
                </a:solidFill>
              </a:rPr>
              <a:t> </a:t>
            </a:r>
            <a:r>
              <a:rPr lang="en-US">
                <a:solidFill>
                  <a:schemeClr val="tx1"/>
                </a:solidFill>
                <a:latin typeface="Courier New" panose="02070309020205020404" pitchFamily="49" charset="0"/>
              </a:rPr>
              <a:t>NOT</a:t>
            </a:r>
            <a:r>
              <a:rPr lang="en-US">
                <a:solidFill>
                  <a:schemeClr val="tx1"/>
                </a:solidFill>
              </a:rPr>
              <a:t> </a:t>
            </a:r>
            <a:r>
              <a:rPr lang="en-US">
                <a:solidFill>
                  <a:schemeClr val="tx1"/>
                </a:solidFill>
                <a:latin typeface="Courier New" panose="02070309020205020404" pitchFamily="49" charset="0"/>
              </a:rPr>
              <a:t>NULL</a:t>
            </a:r>
            <a:r>
              <a:rPr lang="en-US">
                <a:solidFill>
                  <a:schemeClr val="tx1"/>
                </a:solidFill>
              </a:rPr>
              <a:t> condition.</a:t>
            </a:r>
          </a:p>
          <a:p>
            <a:pPr lvl="1"/>
            <a:r>
              <a:rPr lang="en-US">
                <a:solidFill>
                  <a:schemeClr val="tx1"/>
                </a:solidFill>
              </a:rPr>
              <a:t>The </a:t>
            </a:r>
            <a:r>
              <a:rPr lang="en-US">
                <a:solidFill>
                  <a:schemeClr val="tx1"/>
                </a:solidFill>
                <a:latin typeface="Courier New" panose="02070309020205020404" pitchFamily="49" charset="0"/>
              </a:rPr>
              <a:t>IS</a:t>
            </a:r>
            <a:r>
              <a:rPr lang="en-US">
                <a:solidFill>
                  <a:schemeClr val="tx1"/>
                </a:solidFill>
              </a:rPr>
              <a:t> </a:t>
            </a:r>
            <a:r>
              <a:rPr lang="en-US">
                <a:solidFill>
                  <a:schemeClr val="tx1"/>
                </a:solidFill>
                <a:latin typeface="Courier New" panose="02070309020205020404" pitchFamily="49" charset="0"/>
              </a:rPr>
              <a:t>NULL</a:t>
            </a:r>
            <a:r>
              <a:rPr lang="en-US">
                <a:solidFill>
                  <a:schemeClr val="tx1"/>
                </a:solidFill>
              </a:rPr>
              <a:t> condition tests for nulls. A null value means that the value is unavailable, unassigned, unknown, or inapplicable. Therefore, you cannot</a:t>
            </a:r>
            <a:r>
              <a:rPr lang="en-US"/>
              <a:t> test with </a:t>
            </a:r>
            <a:r>
              <a:rPr lang="en-US">
                <a:latin typeface="Courier New" panose="02070309020205020404" pitchFamily="49" charset="0"/>
              </a:rPr>
              <a:t>=</a:t>
            </a:r>
            <a:r>
              <a:rPr lang="en-US"/>
              <a:t>, because a null cannot be equal or unequal to any value. The slide example retrieves the last names and managers of all employees who do not have a manager.</a:t>
            </a:r>
          </a:p>
          <a:p>
            <a:pPr lvl="1"/>
            <a:r>
              <a:rPr lang="en-US"/>
              <a:t>Here is another example: To display the last name, job ID, and commission for all employees who are </a:t>
            </a:r>
            <a:r>
              <a:rPr lang="en-US" i="1"/>
              <a:t>not</a:t>
            </a:r>
            <a:r>
              <a:rPr lang="en-US"/>
              <a:t> entitled to receive a commission, use the following SQL statement:</a:t>
            </a:r>
            <a:endParaRPr lang="en-US" sz="500"/>
          </a:p>
          <a:p>
            <a:pPr lvl="4"/>
            <a:r>
              <a:rPr lang="en-US"/>
              <a:t>SELECT last_name, job_id, commission_pct</a:t>
            </a:r>
          </a:p>
          <a:p>
            <a:pPr lvl="4"/>
            <a:r>
              <a:rPr lang="en-US"/>
              <a:t>FROM   employees</a:t>
            </a:r>
          </a:p>
          <a:p>
            <a:pPr lvl="4"/>
            <a:r>
              <a:rPr lang="en-US"/>
              <a:t>WHERE  commission_pct IS NULL;</a:t>
            </a:r>
          </a:p>
        </p:txBody>
      </p:sp>
      <p:sp>
        <p:nvSpPr>
          <p:cNvPr id="331780" name="Text Box 4"/>
          <p:cNvSpPr txBox="1">
            <a:spLocks noChangeArrowheads="1"/>
          </p:cNvSpPr>
          <p:nvPr/>
        </p:nvSpPr>
        <p:spPr bwMode="auto">
          <a:xfrm>
            <a:off x="820738" y="8070850"/>
            <a:ext cx="373062" cy="376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12360" tIns="12360" rIns="12360" bIns="12360">
            <a:spAutoFit/>
          </a:bodyPr>
          <a:lstStyle>
            <a:lvl1pPr defTabSz="800100">
              <a:defRPr sz="2400">
                <a:solidFill>
                  <a:schemeClr val="tx1"/>
                </a:solidFill>
                <a:latin typeface="Times New Roman" panose="02020603050405020304" pitchFamily="18" charset="0"/>
              </a:defRPr>
            </a:lvl1pPr>
            <a:lvl2pPr marL="400050" defTabSz="800100">
              <a:defRPr sz="2400">
                <a:solidFill>
                  <a:schemeClr val="tx1"/>
                </a:solidFill>
                <a:latin typeface="Times New Roman" panose="02020603050405020304" pitchFamily="18" charset="0"/>
              </a:defRPr>
            </a:lvl2pPr>
            <a:lvl3pPr marL="800100" defTabSz="800100">
              <a:defRPr sz="2400">
                <a:solidFill>
                  <a:schemeClr val="tx1"/>
                </a:solidFill>
                <a:latin typeface="Times New Roman" panose="02020603050405020304" pitchFamily="18" charset="0"/>
              </a:defRPr>
            </a:lvl3pPr>
            <a:lvl4pPr marL="1203325" defTabSz="800100">
              <a:defRPr sz="2400">
                <a:solidFill>
                  <a:schemeClr val="tx1"/>
                </a:solidFill>
                <a:latin typeface="Times New Roman" panose="02020603050405020304" pitchFamily="18" charset="0"/>
              </a:defRPr>
            </a:lvl4pPr>
            <a:lvl5pPr marL="1603375" defTabSz="800100">
              <a:defRPr sz="2400">
                <a:solidFill>
                  <a:schemeClr val="tx1"/>
                </a:solidFill>
                <a:latin typeface="Times New Roman" panose="02020603050405020304" pitchFamily="18" charset="0"/>
              </a:defRPr>
            </a:lvl5pPr>
            <a:lvl6pPr marL="2060575" defTabSz="800100" fontAlgn="base">
              <a:spcBef>
                <a:spcPct val="0"/>
              </a:spcBef>
              <a:spcAft>
                <a:spcPct val="0"/>
              </a:spcAft>
              <a:defRPr sz="2400">
                <a:solidFill>
                  <a:schemeClr val="tx1"/>
                </a:solidFill>
                <a:latin typeface="Times New Roman" panose="02020603050405020304" pitchFamily="18" charset="0"/>
              </a:defRPr>
            </a:lvl6pPr>
            <a:lvl7pPr marL="2517775" defTabSz="800100" fontAlgn="base">
              <a:spcBef>
                <a:spcPct val="0"/>
              </a:spcBef>
              <a:spcAft>
                <a:spcPct val="0"/>
              </a:spcAft>
              <a:defRPr sz="2400">
                <a:solidFill>
                  <a:schemeClr val="tx1"/>
                </a:solidFill>
                <a:latin typeface="Times New Roman" panose="02020603050405020304" pitchFamily="18" charset="0"/>
              </a:defRPr>
            </a:lvl7pPr>
            <a:lvl8pPr marL="2974975" defTabSz="800100" fontAlgn="base">
              <a:spcBef>
                <a:spcPct val="0"/>
              </a:spcBef>
              <a:spcAft>
                <a:spcPct val="0"/>
              </a:spcAft>
              <a:defRPr sz="2400">
                <a:solidFill>
                  <a:schemeClr val="tx1"/>
                </a:solidFill>
                <a:latin typeface="Times New Roman" panose="02020603050405020304" pitchFamily="18" charset="0"/>
              </a:defRPr>
            </a:lvl8pPr>
            <a:lvl9pPr marL="3432175" defTabSz="800100" fontAlgn="base">
              <a:spcBef>
                <a:spcPct val="0"/>
              </a:spcBef>
              <a:spcAft>
                <a:spcPct val="0"/>
              </a:spcAft>
              <a:defRPr sz="2400">
                <a:solidFill>
                  <a:schemeClr val="tx1"/>
                </a:solidFill>
                <a:latin typeface="Times New Roman" panose="02020603050405020304" pitchFamily="18" charset="0"/>
              </a:defRPr>
            </a:lvl9pPr>
          </a:lstStyle>
          <a:p>
            <a:pPr algn="ctr" eaLnBrk="1" hangingPunct="1">
              <a:buClr>
                <a:srgbClr val="000000"/>
              </a:buClr>
              <a:buFont typeface="Arial" panose="020B0604020202020204" pitchFamily="34" charset="0"/>
              <a:buNone/>
            </a:pPr>
            <a:r>
              <a:rPr lang="en-US" sz="2300">
                <a:latin typeface="Arial" panose="020B0604020202020204" pitchFamily="34" charset="0"/>
              </a:rPr>
              <a:t>…</a:t>
            </a:r>
          </a:p>
        </p:txBody>
      </p:sp>
      <p:pic>
        <p:nvPicPr>
          <p:cNvPr id="331783" name="Picture 7" descr="C:\project-SQLFund1\images\img-02-13a.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6613" y="7572375"/>
            <a:ext cx="4179887" cy="698500"/>
          </a:xfrm>
          <a:prstGeom prst="rect">
            <a:avLst/>
          </a:prstGeom>
          <a:noFill/>
          <a:extLst>
            <a:ext uri="{909E8E84-426E-40DD-AFC4-6F175D3DCCD1}">
              <a14:hiddenFill xmlns:a14="http://schemas.microsoft.com/office/drawing/2010/main">
                <a:solidFill>
                  <a:srgbClr val="FFFFFF"/>
                </a:solidFill>
              </a14:hiddenFill>
            </a:ext>
          </a:extLst>
        </p:spPr>
      </p:pic>
      <p:pic>
        <p:nvPicPr>
          <p:cNvPr id="331785" name="Picture 9" descr="C:\project-SQLFund1\images\img-02-13b.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6613" y="8459788"/>
            <a:ext cx="4129087" cy="5318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05044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
          <p:cNvSpPr>
            <a:spLocks noGrp="1" noChangeArrowheads="1"/>
          </p:cNvSpPr>
          <p:nvPr>
            <p:ph type="ftr" sz="quarter" idx="4"/>
          </p:nvPr>
        </p:nvSpPr>
        <p:spPr>
          <a:xfrm>
            <a:off x="477838" y="9310688"/>
            <a:ext cx="6359525" cy="236537"/>
          </a:xfrm>
          <a:prstGeom prst="rect">
            <a:avLst/>
          </a:prstGeom>
          <a:ln/>
        </p:spPr>
        <p:txBody>
          <a:bodyPr/>
          <a:lstStyle/>
          <a:p>
            <a:r>
              <a:rPr lang="en-US"/>
              <a:t>Oracle Database 11</a:t>
            </a:r>
            <a:r>
              <a:rPr lang="en-US" i="1"/>
              <a:t>g</a:t>
            </a:r>
            <a:r>
              <a:rPr lang="en-US"/>
              <a:t>: SQL Fundamentals I   </a:t>
            </a:r>
            <a:r>
              <a:rPr lang="en-US">
                <a:solidFill>
                  <a:schemeClr val="tx1"/>
                </a:solidFill>
              </a:rPr>
              <a:t>2 - </a:t>
            </a:r>
            <a:fld id="{D4C2D0E7-6457-4C9F-BABF-7C020BFE334D}" type="slidenum">
              <a:rPr lang="en-US">
                <a:solidFill>
                  <a:schemeClr val="tx1"/>
                </a:solidFill>
              </a:rPr>
              <a:pPr/>
              <a:t>33</a:t>
            </a:fld>
            <a:endParaRPr lang="en-US">
              <a:solidFill>
                <a:schemeClr val="tx1"/>
              </a:solidFill>
            </a:endParaRPr>
          </a:p>
        </p:txBody>
      </p:sp>
      <p:sp>
        <p:nvSpPr>
          <p:cNvPr id="333826" name="Rectangle 2"/>
          <p:cNvSpPr>
            <a:spLocks noGrp="1" noRot="1" noChangeAspect="1" noChangeArrowheads="1" noTextEdit="1"/>
          </p:cNvSpPr>
          <p:nvPr>
            <p:ph type="sldImg"/>
          </p:nvPr>
        </p:nvSpPr>
        <p:spPr>
          <a:xfrm>
            <a:off x="381000" y="685800"/>
            <a:ext cx="6096000" cy="3429000"/>
          </a:xfrm>
          <a:ln/>
        </p:spPr>
      </p:sp>
      <p:sp>
        <p:nvSpPr>
          <p:cNvPr id="333827" name="Rectangle 3"/>
          <p:cNvSpPr>
            <a:spLocks noGrp="1" noChangeArrowheads="1"/>
          </p:cNvSpPr>
          <p:nvPr>
            <p:ph type="body" idx="1"/>
          </p:nvPr>
        </p:nvSpPr>
        <p:spPr>
          <a:xfrm>
            <a:off x="477838" y="5400675"/>
            <a:ext cx="6359525" cy="3663950"/>
          </a:xfrm>
        </p:spPr>
        <p:txBody>
          <a:bodyPr/>
          <a:lstStyle/>
          <a:p>
            <a:r>
              <a:rPr lang="en-US"/>
              <a:t>Defining Conditions Using the Logical Operators</a:t>
            </a:r>
          </a:p>
          <a:p>
            <a:pPr lvl="1"/>
            <a:r>
              <a:rPr lang="en-US">
                <a:solidFill>
                  <a:schemeClr val="tx1"/>
                </a:solidFill>
              </a:rPr>
              <a:t>A logical condition combines the result of two component conditions to produce a single result based on those conditions or it inverts the result of a single condition. A row is returned only if the overall result of the condition</a:t>
            </a:r>
            <a:r>
              <a:rPr lang="en-US"/>
              <a:t> is true. </a:t>
            </a:r>
          </a:p>
          <a:p>
            <a:pPr lvl="1"/>
            <a:r>
              <a:rPr lang="en-US"/>
              <a:t>Three logical operators are available in SQL:</a:t>
            </a:r>
          </a:p>
          <a:p>
            <a:pPr lvl="2">
              <a:buSzPct val="70000"/>
              <a:buFont typeface="Courier New" panose="02070309020205020404" pitchFamily="49" charset="0"/>
              <a:buChar char="•"/>
            </a:pPr>
            <a:r>
              <a:rPr lang="en-US">
                <a:latin typeface="Courier New" panose="02070309020205020404" pitchFamily="49" charset="0"/>
              </a:rPr>
              <a:t>AND</a:t>
            </a:r>
          </a:p>
          <a:p>
            <a:pPr lvl="2">
              <a:buSzPct val="70000"/>
              <a:buFont typeface="Courier New" panose="02070309020205020404" pitchFamily="49" charset="0"/>
              <a:buChar char="•"/>
            </a:pPr>
            <a:r>
              <a:rPr lang="en-US">
                <a:latin typeface="Courier New" panose="02070309020205020404" pitchFamily="49" charset="0"/>
              </a:rPr>
              <a:t>OR</a:t>
            </a:r>
          </a:p>
          <a:p>
            <a:pPr lvl="2">
              <a:buSzPct val="70000"/>
              <a:buFont typeface="Courier New" panose="02070309020205020404" pitchFamily="49" charset="0"/>
              <a:buChar char="•"/>
            </a:pPr>
            <a:r>
              <a:rPr lang="en-US">
                <a:latin typeface="Courier New" panose="02070309020205020404" pitchFamily="49" charset="0"/>
              </a:rPr>
              <a:t>NOT</a:t>
            </a:r>
          </a:p>
          <a:p>
            <a:pPr lvl="1"/>
            <a:r>
              <a:rPr lang="en-US"/>
              <a:t>All the examples so far have specified only one condition in the </a:t>
            </a:r>
            <a:r>
              <a:rPr lang="en-US">
                <a:latin typeface="Courier New" panose="02070309020205020404" pitchFamily="49" charset="0"/>
              </a:rPr>
              <a:t>WHERE</a:t>
            </a:r>
            <a:r>
              <a:rPr lang="en-US"/>
              <a:t> clause. You can use several conditions in a single </a:t>
            </a:r>
            <a:r>
              <a:rPr lang="en-US">
                <a:latin typeface="Courier New" panose="02070309020205020404" pitchFamily="49" charset="0"/>
              </a:rPr>
              <a:t>WHERE</a:t>
            </a:r>
            <a:r>
              <a:rPr lang="en-US"/>
              <a:t> clause using the </a:t>
            </a:r>
            <a:r>
              <a:rPr lang="en-US">
                <a:latin typeface="Courier New" panose="02070309020205020404" pitchFamily="49" charset="0"/>
              </a:rPr>
              <a:t>AND</a:t>
            </a:r>
            <a:r>
              <a:rPr lang="en-US"/>
              <a:t> and </a:t>
            </a:r>
            <a:r>
              <a:rPr lang="en-US">
                <a:latin typeface="Courier New" panose="02070309020205020404" pitchFamily="49" charset="0"/>
              </a:rPr>
              <a:t>OR</a:t>
            </a:r>
            <a:r>
              <a:rPr lang="en-US"/>
              <a:t> operators.</a:t>
            </a:r>
          </a:p>
        </p:txBody>
      </p:sp>
    </p:spTree>
    <p:extLst>
      <p:ext uri="{BB962C8B-B14F-4D97-AF65-F5344CB8AC3E}">
        <p14:creationId xmlns:p14="http://schemas.microsoft.com/office/powerpoint/2010/main" val="29648531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
          <p:cNvSpPr>
            <a:spLocks noGrp="1" noChangeArrowheads="1"/>
          </p:cNvSpPr>
          <p:nvPr>
            <p:ph type="ftr" sz="quarter" idx="4"/>
          </p:nvPr>
        </p:nvSpPr>
        <p:spPr>
          <a:xfrm>
            <a:off x="477838" y="9310688"/>
            <a:ext cx="6359525" cy="236537"/>
          </a:xfrm>
          <a:prstGeom prst="rect">
            <a:avLst/>
          </a:prstGeom>
          <a:ln/>
        </p:spPr>
        <p:txBody>
          <a:bodyPr/>
          <a:lstStyle/>
          <a:p>
            <a:r>
              <a:rPr lang="en-US"/>
              <a:t>Oracle Database 11</a:t>
            </a:r>
            <a:r>
              <a:rPr lang="en-US" i="1"/>
              <a:t>g</a:t>
            </a:r>
            <a:r>
              <a:rPr lang="en-US"/>
              <a:t>: SQL Fundamentals I   </a:t>
            </a:r>
            <a:r>
              <a:rPr lang="en-US">
                <a:solidFill>
                  <a:schemeClr val="tx1"/>
                </a:solidFill>
              </a:rPr>
              <a:t>2 - </a:t>
            </a:r>
            <a:fld id="{15611F1D-13E6-4F11-A4D6-C6543D9C590B}" type="slidenum">
              <a:rPr lang="en-US">
                <a:solidFill>
                  <a:schemeClr val="tx1"/>
                </a:solidFill>
              </a:rPr>
              <a:pPr/>
              <a:t>34</a:t>
            </a:fld>
            <a:endParaRPr lang="en-US">
              <a:solidFill>
                <a:schemeClr val="tx1"/>
              </a:solidFill>
            </a:endParaRPr>
          </a:p>
        </p:txBody>
      </p:sp>
      <p:sp>
        <p:nvSpPr>
          <p:cNvPr id="335874" name="Rectangle 2"/>
          <p:cNvSpPr>
            <a:spLocks noGrp="1" noRot="1" noChangeAspect="1" noChangeArrowheads="1" noTextEdit="1"/>
          </p:cNvSpPr>
          <p:nvPr>
            <p:ph type="sldImg"/>
          </p:nvPr>
        </p:nvSpPr>
        <p:spPr>
          <a:xfrm>
            <a:off x="381000" y="685800"/>
            <a:ext cx="6096000" cy="3429000"/>
          </a:xfrm>
          <a:ln/>
        </p:spPr>
      </p:sp>
      <p:sp>
        <p:nvSpPr>
          <p:cNvPr id="335875" name="Rectangle 3"/>
          <p:cNvSpPr>
            <a:spLocks noGrp="1" noChangeArrowheads="1"/>
          </p:cNvSpPr>
          <p:nvPr>
            <p:ph type="body" idx="1"/>
          </p:nvPr>
        </p:nvSpPr>
        <p:spPr>
          <a:xfrm>
            <a:off x="477838" y="5400675"/>
            <a:ext cx="6359525" cy="3663950"/>
          </a:xfrm>
        </p:spPr>
        <p:txBody>
          <a:bodyPr/>
          <a:lstStyle/>
          <a:p>
            <a:r>
              <a:rPr lang="en-US"/>
              <a:t>Using the </a:t>
            </a:r>
            <a:r>
              <a:rPr lang="en-US">
                <a:latin typeface="Courier New" panose="02070309020205020404" pitchFamily="49" charset="0"/>
              </a:rPr>
              <a:t>AND</a:t>
            </a:r>
            <a:r>
              <a:rPr lang="en-US"/>
              <a:t> Operator</a:t>
            </a:r>
          </a:p>
          <a:p>
            <a:pPr lvl="1"/>
            <a:r>
              <a:rPr lang="en-US"/>
              <a:t>In the example, both the component conditions must be true for any record to be selected. Therefore, only those employees who have a job title that contains the string ‘MAN’ </a:t>
            </a:r>
            <a:r>
              <a:rPr lang="en-US" i="1"/>
              <a:t>and</a:t>
            </a:r>
            <a:r>
              <a:rPr lang="en-US"/>
              <a:t> earn $10,000 or more are selected.</a:t>
            </a:r>
          </a:p>
          <a:p>
            <a:pPr lvl="1"/>
            <a:r>
              <a:rPr lang="en-US"/>
              <a:t>All character searches are case-sensitive, that is no rows are returned if ‘MAN’ is not uppercase. Further, character strings must be enclosed with quotation marks.</a:t>
            </a:r>
          </a:p>
          <a:p>
            <a:pPr lvl="1"/>
            <a:r>
              <a:rPr lang="en-US" b="1">
                <a:latin typeface="Courier New" panose="02070309020205020404" pitchFamily="49" charset="0"/>
              </a:rPr>
              <a:t>AND</a:t>
            </a:r>
            <a:r>
              <a:rPr lang="en-US" b="1"/>
              <a:t> Truth Table</a:t>
            </a:r>
            <a:endParaRPr lang="en-US"/>
          </a:p>
          <a:p>
            <a:pPr lvl="1"/>
            <a:r>
              <a:rPr lang="en-US"/>
              <a:t>The following table shows the results of combining two expressions with </a:t>
            </a:r>
            <a:r>
              <a:rPr lang="en-US">
                <a:latin typeface="Courier New" panose="02070309020205020404" pitchFamily="49" charset="0"/>
              </a:rPr>
              <a:t>AND</a:t>
            </a:r>
            <a:r>
              <a:rPr lang="en-US"/>
              <a:t>:</a:t>
            </a:r>
          </a:p>
        </p:txBody>
      </p:sp>
      <p:sp>
        <p:nvSpPr>
          <p:cNvPr id="335876" name="Rectangle 4"/>
          <p:cNvSpPr>
            <a:spLocks noChangeArrowheads="1"/>
          </p:cNvSpPr>
          <p:nvPr/>
        </p:nvSpPr>
        <p:spPr bwMode="auto">
          <a:xfrm>
            <a:off x="4143375" y="-1588"/>
            <a:ext cx="3171825" cy="482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5877" name="Rectangle 5"/>
          <p:cNvSpPr>
            <a:spLocks noChangeArrowheads="1"/>
          </p:cNvSpPr>
          <p:nvPr/>
        </p:nvSpPr>
        <p:spPr bwMode="auto">
          <a:xfrm>
            <a:off x="-1588" y="-1588"/>
            <a:ext cx="3167063" cy="482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335878" name="Object 6"/>
          <p:cNvGraphicFramePr>
            <a:graphicFrameLocks/>
          </p:cNvGraphicFramePr>
          <p:nvPr/>
        </p:nvGraphicFramePr>
        <p:xfrm>
          <a:off x="438150" y="7146925"/>
          <a:ext cx="6257925" cy="1082675"/>
        </p:xfrm>
        <a:graphic>
          <a:graphicData uri="http://schemas.openxmlformats.org/presentationml/2006/ole">
            <mc:AlternateContent xmlns:mc="http://schemas.openxmlformats.org/markup-compatibility/2006">
              <mc:Choice xmlns:v="urn:schemas-microsoft-com:vml" Requires="v">
                <p:oleObj name="Document" r:id="rId3" imgW="6172200" imgH="1088280" progId="Word.Document.8">
                  <p:embed/>
                </p:oleObj>
              </mc:Choice>
              <mc:Fallback>
                <p:oleObj name="Document" r:id="rId3" imgW="6172200" imgH="1088280" progId="Word.Document.8">
                  <p:embed/>
                  <p:pic>
                    <p:nvPicPr>
                      <p:cNvPr id="335878" name="Object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gray">
                      <a:xfrm>
                        <a:off x="438150" y="7146925"/>
                        <a:ext cx="6257925" cy="108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3862360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0"/>
          <p:cNvSpPr>
            <a:spLocks noGrp="1" noChangeArrowheads="1"/>
          </p:cNvSpPr>
          <p:nvPr>
            <p:ph type="ftr" sz="quarter" idx="4"/>
          </p:nvPr>
        </p:nvSpPr>
        <p:spPr>
          <a:xfrm>
            <a:off x="477838" y="9310688"/>
            <a:ext cx="6359525" cy="236537"/>
          </a:xfrm>
          <a:prstGeom prst="rect">
            <a:avLst/>
          </a:prstGeom>
          <a:ln/>
        </p:spPr>
        <p:txBody>
          <a:bodyPr/>
          <a:lstStyle/>
          <a:p>
            <a:r>
              <a:rPr lang="en-US"/>
              <a:t>Oracle Database 11</a:t>
            </a:r>
            <a:r>
              <a:rPr lang="en-US" i="1"/>
              <a:t>g</a:t>
            </a:r>
            <a:r>
              <a:rPr lang="en-US"/>
              <a:t>: SQL Fundamentals I   </a:t>
            </a:r>
            <a:r>
              <a:rPr lang="en-US">
                <a:solidFill>
                  <a:schemeClr val="tx1"/>
                </a:solidFill>
              </a:rPr>
              <a:t>2 - </a:t>
            </a:r>
            <a:fld id="{619EBA78-389C-4C1D-92B3-E84C5AF8C544}" type="slidenum">
              <a:rPr lang="en-US">
                <a:solidFill>
                  <a:schemeClr val="tx1"/>
                </a:solidFill>
              </a:rPr>
              <a:pPr/>
              <a:t>35</a:t>
            </a:fld>
            <a:endParaRPr lang="en-US">
              <a:solidFill>
                <a:schemeClr val="tx1"/>
              </a:solidFill>
            </a:endParaRPr>
          </a:p>
        </p:txBody>
      </p:sp>
      <p:sp>
        <p:nvSpPr>
          <p:cNvPr id="337922" name="Rectangle 2"/>
          <p:cNvSpPr>
            <a:spLocks noGrp="1" noRot="1" noChangeAspect="1" noChangeArrowheads="1" noTextEdit="1"/>
          </p:cNvSpPr>
          <p:nvPr>
            <p:ph type="sldImg"/>
          </p:nvPr>
        </p:nvSpPr>
        <p:spPr>
          <a:xfrm>
            <a:off x="381000" y="685800"/>
            <a:ext cx="6096000" cy="3429000"/>
          </a:xfrm>
          <a:ln/>
        </p:spPr>
      </p:sp>
      <p:sp>
        <p:nvSpPr>
          <p:cNvPr id="337923" name="Rectangle 3"/>
          <p:cNvSpPr>
            <a:spLocks noGrp="1" noChangeArrowheads="1"/>
          </p:cNvSpPr>
          <p:nvPr>
            <p:ph type="body" idx="1"/>
          </p:nvPr>
        </p:nvSpPr>
        <p:spPr>
          <a:xfrm>
            <a:off x="477838" y="5400675"/>
            <a:ext cx="6359525" cy="3663950"/>
          </a:xfrm>
        </p:spPr>
        <p:txBody>
          <a:bodyPr/>
          <a:lstStyle/>
          <a:p>
            <a:r>
              <a:rPr lang="en-US"/>
              <a:t>Using the </a:t>
            </a:r>
            <a:r>
              <a:rPr lang="en-US">
                <a:latin typeface="Courier New" panose="02070309020205020404" pitchFamily="49" charset="0"/>
              </a:rPr>
              <a:t>OR</a:t>
            </a:r>
            <a:r>
              <a:rPr lang="en-US"/>
              <a:t> Operator</a:t>
            </a:r>
          </a:p>
          <a:p>
            <a:pPr lvl="1"/>
            <a:r>
              <a:rPr lang="en-US"/>
              <a:t>In the example, either component condition can be true for any record to be selected. Therefore, any employee who has a job ID that contains the string ‘MAN’ </a:t>
            </a:r>
            <a:r>
              <a:rPr lang="en-US" i="1"/>
              <a:t>or</a:t>
            </a:r>
            <a:r>
              <a:rPr lang="en-US" b="1"/>
              <a:t> </a:t>
            </a:r>
            <a:r>
              <a:rPr lang="en-US"/>
              <a:t>earns $10,000 or more is selected.</a:t>
            </a:r>
          </a:p>
          <a:p>
            <a:pPr lvl="1"/>
            <a:r>
              <a:rPr lang="en-US" b="1">
                <a:latin typeface="Courier New" panose="02070309020205020404" pitchFamily="49" charset="0"/>
              </a:rPr>
              <a:t>OR</a:t>
            </a:r>
            <a:r>
              <a:rPr lang="en-US" b="1"/>
              <a:t> Truth Table</a:t>
            </a:r>
          </a:p>
          <a:p>
            <a:pPr lvl="1"/>
            <a:r>
              <a:rPr lang="en-US"/>
              <a:t>The following table shows the results of combining two expressions with </a:t>
            </a:r>
            <a:r>
              <a:rPr lang="en-US">
                <a:latin typeface="Courier New" panose="02070309020205020404" pitchFamily="49" charset="0"/>
              </a:rPr>
              <a:t>OR</a:t>
            </a:r>
            <a:r>
              <a:rPr lang="en-US"/>
              <a:t>:</a:t>
            </a:r>
          </a:p>
        </p:txBody>
      </p:sp>
      <p:graphicFrame>
        <p:nvGraphicFramePr>
          <p:cNvPr id="337924" name="Object 4"/>
          <p:cNvGraphicFramePr>
            <a:graphicFrameLocks/>
          </p:cNvGraphicFramePr>
          <p:nvPr/>
        </p:nvGraphicFramePr>
        <p:xfrm>
          <a:off x="441325" y="6548438"/>
          <a:ext cx="6235700" cy="1100137"/>
        </p:xfrm>
        <a:graphic>
          <a:graphicData uri="http://schemas.openxmlformats.org/presentationml/2006/ole">
            <mc:AlternateContent xmlns:mc="http://schemas.openxmlformats.org/markup-compatibility/2006">
              <mc:Choice xmlns:v="urn:schemas-microsoft-com:vml" Requires="v">
                <p:oleObj name="Document" r:id="rId3" imgW="6172200" imgH="1088280" progId="Word.Document.8">
                  <p:embed/>
                </p:oleObj>
              </mc:Choice>
              <mc:Fallback>
                <p:oleObj name="Document" r:id="rId3" imgW="6172200" imgH="1088280" progId="Word.Document.8">
                  <p:embed/>
                  <p:pic>
                    <p:nvPicPr>
                      <p:cNvPr id="337924"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325" y="6548438"/>
                        <a:ext cx="6235700" cy="1100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4932127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E4B15-5F05-3E1F-7CEC-978A44B7A8A2}"/>
            </a:ext>
          </a:extLst>
        </p:cNvPr>
        <p:cNvGrpSpPr/>
        <p:nvPr/>
      </p:nvGrpSpPr>
      <p:grpSpPr>
        <a:xfrm>
          <a:off x="0" y="0"/>
          <a:ext cx="0" cy="0"/>
          <a:chOff x="0" y="0"/>
          <a:chExt cx="0" cy="0"/>
        </a:xfrm>
      </p:grpSpPr>
      <p:sp>
        <p:nvSpPr>
          <p:cNvPr id="4" name="Rectangle 10">
            <a:extLst>
              <a:ext uri="{FF2B5EF4-FFF2-40B4-BE49-F238E27FC236}">
                <a16:creationId xmlns:a16="http://schemas.microsoft.com/office/drawing/2014/main" id="{CF0D0272-A9CF-BD43-3394-E80E033A2F8F}"/>
              </a:ext>
            </a:extLst>
          </p:cNvPr>
          <p:cNvSpPr>
            <a:spLocks noGrp="1" noChangeArrowheads="1"/>
          </p:cNvSpPr>
          <p:nvPr>
            <p:ph type="ftr" sz="quarter" idx="4"/>
          </p:nvPr>
        </p:nvSpPr>
        <p:spPr>
          <a:ln/>
        </p:spPr>
        <p:txBody>
          <a:bodyPr/>
          <a:lstStyle/>
          <a:p>
            <a:r>
              <a:rPr lang="en-US" altLang="en-US"/>
              <a:t>Oracle Database 11</a:t>
            </a:r>
            <a:r>
              <a:rPr lang="en-US" altLang="en-US" i="1"/>
              <a:t>g</a:t>
            </a:r>
            <a:r>
              <a:rPr lang="en-US" altLang="en-US"/>
              <a:t>: SQL Fundamentals I</a:t>
            </a:r>
            <a:r>
              <a:rPr lang="en-US" altLang="en-US">
                <a:solidFill>
                  <a:schemeClr val="tx1"/>
                </a:solidFill>
              </a:rPr>
              <a:t>   1 - </a:t>
            </a:r>
            <a:fld id="{7238ECC3-2637-4E5A-95FF-31F7BD4FC0FE}" type="slidenum">
              <a:rPr lang="en-US" altLang="en-US">
                <a:solidFill>
                  <a:schemeClr val="tx1"/>
                </a:solidFill>
              </a:rPr>
              <a:pPr/>
              <a:t>38</a:t>
            </a:fld>
            <a:endParaRPr lang="en-US" altLang="en-US">
              <a:solidFill>
                <a:schemeClr val="tx1"/>
              </a:solidFill>
            </a:endParaRPr>
          </a:p>
        </p:txBody>
      </p:sp>
      <p:sp>
        <p:nvSpPr>
          <p:cNvPr id="319492" name="Rectangle 4">
            <a:extLst>
              <a:ext uri="{FF2B5EF4-FFF2-40B4-BE49-F238E27FC236}">
                <a16:creationId xmlns:a16="http://schemas.microsoft.com/office/drawing/2014/main" id="{B52FAF0F-4524-CB4D-069D-27B5D7209FAE}"/>
              </a:ext>
            </a:extLst>
          </p:cNvPr>
          <p:cNvSpPr>
            <a:spLocks noGrp="1" noRot="1" noChangeAspect="1" noChangeArrowheads="1" noTextEdit="1"/>
          </p:cNvSpPr>
          <p:nvPr>
            <p:ph type="sldImg"/>
          </p:nvPr>
        </p:nvSpPr>
        <p:spPr>
          <a:xfrm>
            <a:off x="381000" y="685800"/>
            <a:ext cx="6096000" cy="3429000"/>
          </a:xfrm>
          <a:ln/>
        </p:spPr>
      </p:sp>
      <p:sp>
        <p:nvSpPr>
          <p:cNvPr id="319493" name="Rectangle 5">
            <a:extLst>
              <a:ext uri="{FF2B5EF4-FFF2-40B4-BE49-F238E27FC236}">
                <a16:creationId xmlns:a16="http://schemas.microsoft.com/office/drawing/2014/main" id="{44377AD4-AAB8-1645-10D3-438977E49520}"/>
              </a:ext>
            </a:extLst>
          </p:cNvPr>
          <p:cNvSpPr>
            <a:spLocks noGrp="1" noChangeArrowheads="1"/>
          </p:cNvSpPr>
          <p:nvPr>
            <p:ph type="body" idx="1"/>
          </p:nvPr>
        </p:nvSpPr>
        <p:spPr>
          <a:xfrm>
            <a:off x="477838" y="5391150"/>
            <a:ext cx="6359525" cy="3673475"/>
          </a:xfrm>
        </p:spPr>
        <p:txBody>
          <a:bodyPr/>
          <a:lstStyle/>
          <a:p>
            <a:pPr marL="139700" indent="0">
              <a:buNone/>
            </a:pPr>
            <a:endParaRPr lang="en-US" altLang="en-US">
              <a:solidFill>
                <a:schemeClr val="tx1"/>
              </a:solidFill>
            </a:endParaRPr>
          </a:p>
        </p:txBody>
      </p:sp>
    </p:spTree>
    <p:extLst>
      <p:ext uri="{BB962C8B-B14F-4D97-AF65-F5344CB8AC3E}">
        <p14:creationId xmlns:p14="http://schemas.microsoft.com/office/powerpoint/2010/main" val="4365674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7851809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5"/>
        <p:cNvGrpSpPr/>
        <p:nvPr/>
      </p:nvGrpSpPr>
      <p:grpSpPr>
        <a:xfrm>
          <a:off x="0" y="0"/>
          <a:ext cx="0" cy="0"/>
          <a:chOff x="0" y="0"/>
          <a:chExt cx="0" cy="0"/>
        </a:xfrm>
      </p:grpSpPr>
      <p:sp>
        <p:nvSpPr>
          <p:cNvPr id="2056" name="Google Shape;2056;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7" name="Google Shape;2057;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127269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076325" y="1863600"/>
            <a:ext cx="4962600" cy="1416300"/>
          </a:xfrm>
          <a:prstGeom prst="rect">
            <a:avLst/>
          </a:prstGeom>
        </p:spPr>
        <p:txBody>
          <a:bodyPr spcFirstLastPara="1" wrap="square" lIns="0" tIns="0" rIns="0" bIns="0" anchor="ctr" anchorCtr="0">
            <a:noAutofit/>
          </a:bodyPr>
          <a:lstStyle>
            <a:lvl1pPr lvl="0">
              <a:lnSpc>
                <a:spcPct val="90000"/>
              </a:lnSpc>
              <a:spcBef>
                <a:spcPts val="0"/>
              </a:spcBef>
              <a:spcAft>
                <a:spcPts val="0"/>
              </a:spcAft>
              <a:buSzPts val="4800"/>
              <a:buNone/>
              <a:defRPr/>
            </a:lvl1pPr>
            <a:lvl2pPr lvl="1">
              <a:lnSpc>
                <a:spcPct val="90000"/>
              </a:lnSpc>
              <a:spcBef>
                <a:spcPts val="0"/>
              </a:spcBef>
              <a:spcAft>
                <a:spcPts val="0"/>
              </a:spcAft>
              <a:buSzPts val="4800"/>
              <a:buNone/>
              <a:defRPr/>
            </a:lvl2pPr>
            <a:lvl3pPr lvl="2">
              <a:lnSpc>
                <a:spcPct val="90000"/>
              </a:lnSpc>
              <a:spcBef>
                <a:spcPts val="0"/>
              </a:spcBef>
              <a:spcAft>
                <a:spcPts val="0"/>
              </a:spcAft>
              <a:buSzPts val="4800"/>
              <a:buNone/>
              <a:defRPr/>
            </a:lvl3pPr>
            <a:lvl4pPr lvl="3">
              <a:lnSpc>
                <a:spcPct val="90000"/>
              </a:lnSpc>
              <a:spcBef>
                <a:spcPts val="0"/>
              </a:spcBef>
              <a:spcAft>
                <a:spcPts val="0"/>
              </a:spcAft>
              <a:buSzPts val="4800"/>
              <a:buNone/>
              <a:defRPr/>
            </a:lvl4pPr>
            <a:lvl5pPr lvl="4">
              <a:lnSpc>
                <a:spcPct val="90000"/>
              </a:lnSpc>
              <a:spcBef>
                <a:spcPts val="0"/>
              </a:spcBef>
              <a:spcAft>
                <a:spcPts val="0"/>
              </a:spcAft>
              <a:buSzPts val="4800"/>
              <a:buNone/>
              <a:defRPr/>
            </a:lvl5pPr>
            <a:lvl6pPr lvl="5">
              <a:lnSpc>
                <a:spcPct val="90000"/>
              </a:lnSpc>
              <a:spcBef>
                <a:spcPts val="0"/>
              </a:spcBef>
              <a:spcAft>
                <a:spcPts val="0"/>
              </a:spcAft>
              <a:buSzPts val="4800"/>
              <a:buNone/>
              <a:defRPr/>
            </a:lvl6pPr>
            <a:lvl7pPr lvl="6">
              <a:lnSpc>
                <a:spcPct val="90000"/>
              </a:lnSpc>
              <a:spcBef>
                <a:spcPts val="0"/>
              </a:spcBef>
              <a:spcAft>
                <a:spcPts val="0"/>
              </a:spcAft>
              <a:buSzPts val="4800"/>
              <a:buNone/>
              <a:defRPr/>
            </a:lvl7pPr>
            <a:lvl8pPr lvl="7">
              <a:lnSpc>
                <a:spcPct val="90000"/>
              </a:lnSpc>
              <a:spcBef>
                <a:spcPts val="0"/>
              </a:spcBef>
              <a:spcAft>
                <a:spcPts val="0"/>
              </a:spcAft>
              <a:buSzPts val="4800"/>
              <a:buNone/>
              <a:defRPr/>
            </a:lvl8pPr>
            <a:lvl9pPr lvl="8">
              <a:lnSpc>
                <a:spcPct val="90000"/>
              </a:lnSpc>
              <a:spcBef>
                <a:spcPts val="0"/>
              </a:spcBef>
              <a:spcAft>
                <a:spcPts val="0"/>
              </a:spcAft>
              <a:buSzPts val="4800"/>
              <a:buNone/>
              <a:defRPr/>
            </a:lvl9pPr>
          </a:lstStyle>
          <a:p>
            <a:endParaRPr/>
          </a:p>
        </p:txBody>
      </p:sp>
      <p:sp>
        <p:nvSpPr>
          <p:cNvPr id="11" name="Google Shape;11;p2"/>
          <p:cNvSpPr/>
          <p:nvPr/>
        </p:nvSpPr>
        <p:spPr>
          <a:xfrm rot="5400000">
            <a:off x="-303375" y="2166905"/>
            <a:ext cx="1416300" cy="809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spTree>
      <p:nvGrpSpPr>
        <p:cNvPr id="1" name="Shape 12"/>
        <p:cNvGrpSpPr/>
        <p:nvPr/>
      </p:nvGrpSpPr>
      <p:grpSpPr>
        <a:xfrm>
          <a:off x="0" y="0"/>
          <a:ext cx="0" cy="0"/>
          <a:chOff x="0" y="0"/>
          <a:chExt cx="0" cy="0"/>
        </a:xfrm>
      </p:grpSpPr>
      <p:sp>
        <p:nvSpPr>
          <p:cNvPr id="13" name="Google Shape;13;p3"/>
          <p:cNvSpPr txBox="1">
            <a:spLocks noGrp="1"/>
          </p:cNvSpPr>
          <p:nvPr>
            <p:ph type="ctrTitle"/>
          </p:nvPr>
        </p:nvSpPr>
        <p:spPr>
          <a:xfrm>
            <a:off x="1085850" y="2031025"/>
            <a:ext cx="4676700" cy="1159800"/>
          </a:xfrm>
          <a:prstGeom prst="rect">
            <a:avLst/>
          </a:prstGeom>
        </p:spPr>
        <p:txBody>
          <a:bodyPr spcFirstLastPara="1" wrap="square" lIns="0" tIns="0" rIns="0" bIns="0" anchor="b"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14" name="Google Shape;14;p3"/>
          <p:cNvSpPr txBox="1">
            <a:spLocks noGrp="1"/>
          </p:cNvSpPr>
          <p:nvPr>
            <p:ph type="subTitle" idx="1"/>
          </p:nvPr>
        </p:nvSpPr>
        <p:spPr>
          <a:xfrm>
            <a:off x="1085850" y="3287726"/>
            <a:ext cx="4676700" cy="383700"/>
          </a:xfrm>
          <a:prstGeom prst="rect">
            <a:avLst/>
          </a:prstGeom>
        </p:spPr>
        <p:txBody>
          <a:bodyPr spcFirstLastPara="1" wrap="square" lIns="0" tIns="0" rIns="0" bIns="0" anchor="t" anchorCtr="0">
            <a:noAutofit/>
          </a:bodyPr>
          <a:lstStyle>
            <a:lvl1pPr lvl="0" rtl="0">
              <a:spcBef>
                <a:spcPts val="0"/>
              </a:spcBef>
              <a:spcAft>
                <a:spcPts val="0"/>
              </a:spcAft>
              <a:buClr>
                <a:schemeClr val="dk2"/>
              </a:buClr>
              <a:buSzPts val="1800"/>
              <a:buNone/>
              <a:defRPr>
                <a:solidFill>
                  <a:schemeClr val="dk2"/>
                </a:solidFill>
              </a:defRPr>
            </a:lvl1pPr>
            <a:lvl2pPr lvl="1" rtl="0">
              <a:spcBef>
                <a:spcPts val="0"/>
              </a:spcBef>
              <a:spcAft>
                <a:spcPts val="0"/>
              </a:spcAft>
              <a:buClr>
                <a:schemeClr val="dk2"/>
              </a:buClr>
              <a:buSzPts val="3000"/>
              <a:buNone/>
              <a:defRPr sz="3000">
                <a:solidFill>
                  <a:schemeClr val="dk2"/>
                </a:solidFill>
              </a:defRPr>
            </a:lvl2pPr>
            <a:lvl3pPr lvl="2" rtl="0">
              <a:spcBef>
                <a:spcPts val="0"/>
              </a:spcBef>
              <a:spcAft>
                <a:spcPts val="0"/>
              </a:spcAft>
              <a:buClr>
                <a:schemeClr val="dk2"/>
              </a:buClr>
              <a:buSzPts val="3000"/>
              <a:buNone/>
              <a:defRPr sz="3000">
                <a:solidFill>
                  <a:schemeClr val="dk2"/>
                </a:solidFill>
              </a:defRPr>
            </a:lvl3pPr>
            <a:lvl4pPr lvl="3" rtl="0">
              <a:spcBef>
                <a:spcPts val="0"/>
              </a:spcBef>
              <a:spcAft>
                <a:spcPts val="0"/>
              </a:spcAft>
              <a:buClr>
                <a:schemeClr val="dk2"/>
              </a:buClr>
              <a:buSzPts val="3000"/>
              <a:buNone/>
              <a:defRPr sz="3000">
                <a:solidFill>
                  <a:schemeClr val="dk2"/>
                </a:solidFill>
              </a:defRPr>
            </a:lvl4pPr>
            <a:lvl5pPr lvl="4" rtl="0">
              <a:spcBef>
                <a:spcPts val="0"/>
              </a:spcBef>
              <a:spcAft>
                <a:spcPts val="0"/>
              </a:spcAft>
              <a:buClr>
                <a:schemeClr val="dk2"/>
              </a:buClr>
              <a:buSzPts val="3000"/>
              <a:buNone/>
              <a:defRPr sz="3000">
                <a:solidFill>
                  <a:schemeClr val="dk2"/>
                </a:solidFill>
              </a:defRPr>
            </a:lvl5pPr>
            <a:lvl6pPr lvl="5" rtl="0">
              <a:spcBef>
                <a:spcPts val="0"/>
              </a:spcBef>
              <a:spcAft>
                <a:spcPts val="0"/>
              </a:spcAft>
              <a:buClr>
                <a:schemeClr val="dk2"/>
              </a:buClr>
              <a:buSzPts val="3000"/>
              <a:buNone/>
              <a:defRPr sz="3000">
                <a:solidFill>
                  <a:schemeClr val="dk2"/>
                </a:solidFill>
              </a:defRPr>
            </a:lvl6pPr>
            <a:lvl7pPr lvl="6" rtl="0">
              <a:spcBef>
                <a:spcPts val="0"/>
              </a:spcBef>
              <a:spcAft>
                <a:spcPts val="0"/>
              </a:spcAft>
              <a:buClr>
                <a:schemeClr val="dk2"/>
              </a:buClr>
              <a:buSzPts val="3000"/>
              <a:buNone/>
              <a:defRPr sz="3000">
                <a:solidFill>
                  <a:schemeClr val="dk2"/>
                </a:solidFill>
              </a:defRPr>
            </a:lvl7pPr>
            <a:lvl8pPr lvl="7" rtl="0">
              <a:spcBef>
                <a:spcPts val="0"/>
              </a:spcBef>
              <a:spcAft>
                <a:spcPts val="0"/>
              </a:spcAft>
              <a:buClr>
                <a:schemeClr val="dk2"/>
              </a:buClr>
              <a:buSzPts val="3000"/>
              <a:buNone/>
              <a:defRPr sz="3000">
                <a:solidFill>
                  <a:schemeClr val="dk2"/>
                </a:solidFill>
              </a:defRPr>
            </a:lvl8pPr>
            <a:lvl9pPr lvl="8" rtl="0">
              <a:spcBef>
                <a:spcPts val="0"/>
              </a:spcBef>
              <a:spcAft>
                <a:spcPts val="0"/>
              </a:spcAft>
              <a:buClr>
                <a:schemeClr val="dk2"/>
              </a:buClr>
              <a:buSzPts val="3000"/>
              <a:buNone/>
              <a:defRPr sz="3000">
                <a:solidFill>
                  <a:schemeClr val="dk2"/>
                </a:solidFill>
              </a:defRPr>
            </a:lvl9pPr>
          </a:lstStyle>
          <a:p>
            <a:endParaRPr/>
          </a:p>
        </p:txBody>
      </p:sp>
      <p:sp>
        <p:nvSpPr>
          <p:cNvPr id="15" name="Google Shape;15;p3"/>
          <p:cNvSpPr/>
          <p:nvPr/>
        </p:nvSpPr>
        <p:spPr>
          <a:xfrm rot="5400000">
            <a:off x="-303375" y="2166905"/>
            <a:ext cx="1416300" cy="809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22"/>
        <p:cNvGrpSpPr/>
        <p:nvPr/>
      </p:nvGrpSpPr>
      <p:grpSpPr>
        <a:xfrm>
          <a:off x="0" y="0"/>
          <a:ext cx="0" cy="0"/>
          <a:chOff x="0" y="0"/>
          <a:chExt cx="0" cy="0"/>
        </a:xfrm>
      </p:grpSpPr>
      <p:sp>
        <p:nvSpPr>
          <p:cNvPr id="23" name="Google Shape;23;p5"/>
          <p:cNvSpPr/>
          <p:nvPr/>
        </p:nvSpPr>
        <p:spPr>
          <a:xfrm flipH="1">
            <a:off x="8686800" y="4674850"/>
            <a:ext cx="468600" cy="4686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5"/>
          <p:cNvSpPr/>
          <p:nvPr/>
        </p:nvSpPr>
        <p:spPr>
          <a:xfrm rot="5400000">
            <a:off x="-100350" y="724485"/>
            <a:ext cx="468600" cy="2679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5"/>
          <p:cNvSpPr txBox="1">
            <a:spLocks noGrp="1"/>
          </p:cNvSpPr>
          <p:nvPr>
            <p:ph type="title"/>
          </p:nvPr>
        </p:nvSpPr>
        <p:spPr>
          <a:xfrm>
            <a:off x="457200" y="605600"/>
            <a:ext cx="5640900" cy="10827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26" name="Google Shape;26;p5"/>
          <p:cNvSpPr txBox="1">
            <a:spLocks noGrp="1"/>
          </p:cNvSpPr>
          <p:nvPr>
            <p:ph type="body" idx="1"/>
          </p:nvPr>
        </p:nvSpPr>
        <p:spPr>
          <a:xfrm>
            <a:off x="457200" y="1995750"/>
            <a:ext cx="5640900" cy="2640900"/>
          </a:xfrm>
          <a:prstGeom prst="rect">
            <a:avLst/>
          </a:prstGeom>
        </p:spPr>
        <p:txBody>
          <a:bodyPr spcFirstLastPara="1" wrap="square" lIns="0" tIns="0" rIns="0" bIns="0" anchor="t" anchorCtr="0">
            <a:noAutofit/>
          </a:bodyPr>
          <a:lstStyle>
            <a:lvl1pPr marL="457200" lvl="0" indent="-342900">
              <a:spcBef>
                <a:spcPts val="600"/>
              </a:spcBef>
              <a:spcAft>
                <a:spcPts val="0"/>
              </a:spcAft>
              <a:buSzPts val="1800"/>
              <a:buChar char="▸"/>
              <a:defRPr/>
            </a:lvl1pPr>
            <a:lvl2pPr marL="914400" lvl="1" indent="-342900">
              <a:spcBef>
                <a:spcPts val="600"/>
              </a:spcBef>
              <a:spcAft>
                <a:spcPts val="0"/>
              </a:spcAft>
              <a:buSzPts val="1800"/>
              <a:buChar char="▹"/>
              <a:defRPr/>
            </a:lvl2pPr>
            <a:lvl3pPr marL="1371600" lvl="2" indent="-342900">
              <a:spcBef>
                <a:spcPts val="600"/>
              </a:spcBef>
              <a:spcAft>
                <a:spcPts val="0"/>
              </a:spcAft>
              <a:buSzPts val="1800"/>
              <a:buChar char="▹"/>
              <a:defRPr/>
            </a:lvl3pPr>
            <a:lvl4pPr marL="1828800" lvl="3" indent="-355600">
              <a:spcBef>
                <a:spcPts val="600"/>
              </a:spcBef>
              <a:spcAft>
                <a:spcPts val="0"/>
              </a:spcAft>
              <a:buSzPts val="2000"/>
              <a:buChar char="▹"/>
              <a:defRPr/>
            </a:lvl4pPr>
            <a:lvl5pPr marL="2286000" lvl="4" indent="-355600">
              <a:spcBef>
                <a:spcPts val="600"/>
              </a:spcBef>
              <a:spcAft>
                <a:spcPts val="0"/>
              </a:spcAft>
              <a:buSzPts val="2000"/>
              <a:buChar char="▹"/>
              <a:defRPr/>
            </a:lvl5pPr>
            <a:lvl6pPr marL="2743200" lvl="5" indent="-355600">
              <a:spcBef>
                <a:spcPts val="600"/>
              </a:spcBef>
              <a:spcAft>
                <a:spcPts val="0"/>
              </a:spcAft>
              <a:buSzPts val="2000"/>
              <a:buChar char="▹"/>
              <a:defRPr/>
            </a:lvl6pPr>
            <a:lvl7pPr marL="3200400" lvl="6" indent="-355600">
              <a:spcBef>
                <a:spcPts val="600"/>
              </a:spcBef>
              <a:spcAft>
                <a:spcPts val="0"/>
              </a:spcAft>
              <a:buSzPts val="2000"/>
              <a:buChar char="▹"/>
              <a:defRPr/>
            </a:lvl7pPr>
            <a:lvl8pPr marL="3657600" lvl="7" indent="-355600">
              <a:spcBef>
                <a:spcPts val="600"/>
              </a:spcBef>
              <a:spcAft>
                <a:spcPts val="0"/>
              </a:spcAft>
              <a:buSzPts val="2000"/>
              <a:buChar char="▹"/>
              <a:defRPr/>
            </a:lvl8pPr>
            <a:lvl9pPr marL="4114800" lvl="8" indent="-355600">
              <a:spcBef>
                <a:spcPts val="600"/>
              </a:spcBef>
              <a:spcAft>
                <a:spcPts val="0"/>
              </a:spcAft>
              <a:buSzPts val="2000"/>
              <a:buChar char="▹"/>
              <a:defRPr/>
            </a:lvl9pPr>
          </a:lstStyle>
          <a:p>
            <a:endParaRPr/>
          </a:p>
        </p:txBody>
      </p:sp>
      <p:sp>
        <p:nvSpPr>
          <p:cNvPr id="27" name="Google Shape;27;p5"/>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0"/>
          <p:cNvSpPr/>
          <p:nvPr/>
        </p:nvSpPr>
        <p:spPr>
          <a:xfrm flipH="1">
            <a:off x="8686800" y="4674850"/>
            <a:ext cx="468600" cy="4686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10"/>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86B75A-687E-405C-8A0B-8D00578BA2C3}" type="datetimeFigureOut">
              <a:rPr lang="en-US" smtClean="0"/>
              <a:pPr/>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a:p>
        </p:txBody>
      </p:sp>
    </p:spTree>
    <p:extLst>
      <p:ext uri="{BB962C8B-B14F-4D97-AF65-F5344CB8AC3E}">
        <p14:creationId xmlns:p14="http://schemas.microsoft.com/office/powerpoint/2010/main" val="2359721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3"/>
        <p:cNvGrpSpPr/>
        <p:nvPr/>
      </p:nvGrpSpPr>
      <p:grpSpPr>
        <a:xfrm>
          <a:off x="0" y="0"/>
          <a:ext cx="0" cy="0"/>
          <a:chOff x="0" y="0"/>
          <a:chExt cx="0" cy="0"/>
        </a:xfrm>
      </p:grpSpPr>
      <p:sp>
        <p:nvSpPr>
          <p:cNvPr id="44" name="Google Shape;44;p8"/>
          <p:cNvSpPr/>
          <p:nvPr/>
        </p:nvSpPr>
        <p:spPr>
          <a:xfrm flipH="1">
            <a:off x="8686800" y="4674850"/>
            <a:ext cx="468600" cy="4686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8"/>
          <p:cNvSpPr/>
          <p:nvPr/>
        </p:nvSpPr>
        <p:spPr>
          <a:xfrm rot="5400000">
            <a:off x="-100350" y="724485"/>
            <a:ext cx="468600" cy="2679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8"/>
          <p:cNvSpPr txBox="1">
            <a:spLocks noGrp="1"/>
          </p:cNvSpPr>
          <p:nvPr>
            <p:ph type="title"/>
          </p:nvPr>
        </p:nvSpPr>
        <p:spPr>
          <a:xfrm>
            <a:off x="457200" y="605600"/>
            <a:ext cx="5640900" cy="1082700"/>
          </a:xfrm>
          <a:prstGeom prst="rect">
            <a:avLst/>
          </a:prstGeom>
        </p:spPr>
        <p:txBody>
          <a:bodyPr spcFirstLastPara="1" wrap="square" lIns="0" tIns="0" rIns="0" bIns="0" anchor="t" anchorCtr="0">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47" name="Google Shape;47;p8"/>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54518934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bg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605600"/>
            <a:ext cx="5640900" cy="1082700"/>
          </a:xfrm>
          <a:prstGeom prst="rect">
            <a:avLst/>
          </a:prstGeom>
          <a:noFill/>
          <a:ln>
            <a:noFill/>
          </a:ln>
        </p:spPr>
        <p:txBody>
          <a:bodyPr spcFirstLastPara="1" wrap="square" lIns="0" tIns="0" rIns="0" bIns="0" anchor="t" anchorCtr="0">
            <a:noAutofit/>
          </a:bodyPr>
          <a:lstStyle>
            <a:lvl1pPr lvl="0">
              <a:lnSpc>
                <a:spcPct val="80000"/>
              </a:lnSpc>
              <a:spcBef>
                <a:spcPts val="0"/>
              </a:spcBef>
              <a:spcAft>
                <a:spcPts val="0"/>
              </a:spcAft>
              <a:buClr>
                <a:schemeClr val="accent2"/>
              </a:buClr>
              <a:buSzPts val="4800"/>
              <a:buFont typeface="Raleway SemiBold"/>
              <a:buNone/>
              <a:defRPr sz="4800">
                <a:solidFill>
                  <a:schemeClr val="accent2"/>
                </a:solidFill>
                <a:latin typeface="Raleway SemiBold"/>
                <a:ea typeface="Raleway SemiBold"/>
                <a:cs typeface="Raleway SemiBold"/>
                <a:sym typeface="Raleway SemiBold"/>
              </a:defRPr>
            </a:lvl1pPr>
            <a:lvl2pPr lvl="1">
              <a:lnSpc>
                <a:spcPct val="80000"/>
              </a:lnSpc>
              <a:spcBef>
                <a:spcPts val="0"/>
              </a:spcBef>
              <a:spcAft>
                <a:spcPts val="0"/>
              </a:spcAft>
              <a:buClr>
                <a:schemeClr val="accent2"/>
              </a:buClr>
              <a:buSzPts val="4800"/>
              <a:buFont typeface="Raleway SemiBold"/>
              <a:buNone/>
              <a:defRPr sz="4800">
                <a:solidFill>
                  <a:schemeClr val="accent2"/>
                </a:solidFill>
                <a:latin typeface="Raleway SemiBold"/>
                <a:ea typeface="Raleway SemiBold"/>
                <a:cs typeface="Raleway SemiBold"/>
                <a:sym typeface="Raleway SemiBold"/>
              </a:defRPr>
            </a:lvl2pPr>
            <a:lvl3pPr lvl="2">
              <a:lnSpc>
                <a:spcPct val="80000"/>
              </a:lnSpc>
              <a:spcBef>
                <a:spcPts val="0"/>
              </a:spcBef>
              <a:spcAft>
                <a:spcPts val="0"/>
              </a:spcAft>
              <a:buClr>
                <a:schemeClr val="accent2"/>
              </a:buClr>
              <a:buSzPts val="4800"/>
              <a:buFont typeface="Raleway SemiBold"/>
              <a:buNone/>
              <a:defRPr sz="4800">
                <a:solidFill>
                  <a:schemeClr val="accent2"/>
                </a:solidFill>
                <a:latin typeface="Raleway SemiBold"/>
                <a:ea typeface="Raleway SemiBold"/>
                <a:cs typeface="Raleway SemiBold"/>
                <a:sym typeface="Raleway SemiBold"/>
              </a:defRPr>
            </a:lvl3pPr>
            <a:lvl4pPr lvl="3">
              <a:lnSpc>
                <a:spcPct val="80000"/>
              </a:lnSpc>
              <a:spcBef>
                <a:spcPts val="0"/>
              </a:spcBef>
              <a:spcAft>
                <a:spcPts val="0"/>
              </a:spcAft>
              <a:buClr>
                <a:schemeClr val="accent2"/>
              </a:buClr>
              <a:buSzPts val="4800"/>
              <a:buFont typeface="Raleway SemiBold"/>
              <a:buNone/>
              <a:defRPr sz="4800">
                <a:solidFill>
                  <a:schemeClr val="accent2"/>
                </a:solidFill>
                <a:latin typeface="Raleway SemiBold"/>
                <a:ea typeface="Raleway SemiBold"/>
                <a:cs typeface="Raleway SemiBold"/>
                <a:sym typeface="Raleway SemiBold"/>
              </a:defRPr>
            </a:lvl4pPr>
            <a:lvl5pPr lvl="4">
              <a:lnSpc>
                <a:spcPct val="80000"/>
              </a:lnSpc>
              <a:spcBef>
                <a:spcPts val="0"/>
              </a:spcBef>
              <a:spcAft>
                <a:spcPts val="0"/>
              </a:spcAft>
              <a:buClr>
                <a:schemeClr val="accent2"/>
              </a:buClr>
              <a:buSzPts val="4800"/>
              <a:buFont typeface="Raleway SemiBold"/>
              <a:buNone/>
              <a:defRPr sz="4800">
                <a:solidFill>
                  <a:schemeClr val="accent2"/>
                </a:solidFill>
                <a:latin typeface="Raleway SemiBold"/>
                <a:ea typeface="Raleway SemiBold"/>
                <a:cs typeface="Raleway SemiBold"/>
                <a:sym typeface="Raleway SemiBold"/>
              </a:defRPr>
            </a:lvl5pPr>
            <a:lvl6pPr lvl="5">
              <a:lnSpc>
                <a:spcPct val="80000"/>
              </a:lnSpc>
              <a:spcBef>
                <a:spcPts val="0"/>
              </a:spcBef>
              <a:spcAft>
                <a:spcPts val="0"/>
              </a:spcAft>
              <a:buClr>
                <a:schemeClr val="accent2"/>
              </a:buClr>
              <a:buSzPts val="4800"/>
              <a:buFont typeface="Raleway SemiBold"/>
              <a:buNone/>
              <a:defRPr sz="4800">
                <a:solidFill>
                  <a:schemeClr val="accent2"/>
                </a:solidFill>
                <a:latin typeface="Raleway SemiBold"/>
                <a:ea typeface="Raleway SemiBold"/>
                <a:cs typeface="Raleway SemiBold"/>
                <a:sym typeface="Raleway SemiBold"/>
              </a:defRPr>
            </a:lvl6pPr>
            <a:lvl7pPr lvl="6">
              <a:lnSpc>
                <a:spcPct val="80000"/>
              </a:lnSpc>
              <a:spcBef>
                <a:spcPts val="0"/>
              </a:spcBef>
              <a:spcAft>
                <a:spcPts val="0"/>
              </a:spcAft>
              <a:buClr>
                <a:schemeClr val="accent2"/>
              </a:buClr>
              <a:buSzPts val="4800"/>
              <a:buFont typeface="Raleway SemiBold"/>
              <a:buNone/>
              <a:defRPr sz="4800">
                <a:solidFill>
                  <a:schemeClr val="accent2"/>
                </a:solidFill>
                <a:latin typeface="Raleway SemiBold"/>
                <a:ea typeface="Raleway SemiBold"/>
                <a:cs typeface="Raleway SemiBold"/>
                <a:sym typeface="Raleway SemiBold"/>
              </a:defRPr>
            </a:lvl7pPr>
            <a:lvl8pPr lvl="7">
              <a:lnSpc>
                <a:spcPct val="80000"/>
              </a:lnSpc>
              <a:spcBef>
                <a:spcPts val="0"/>
              </a:spcBef>
              <a:spcAft>
                <a:spcPts val="0"/>
              </a:spcAft>
              <a:buClr>
                <a:schemeClr val="accent2"/>
              </a:buClr>
              <a:buSzPts val="4800"/>
              <a:buFont typeface="Raleway SemiBold"/>
              <a:buNone/>
              <a:defRPr sz="4800">
                <a:solidFill>
                  <a:schemeClr val="accent2"/>
                </a:solidFill>
                <a:latin typeface="Raleway SemiBold"/>
                <a:ea typeface="Raleway SemiBold"/>
                <a:cs typeface="Raleway SemiBold"/>
                <a:sym typeface="Raleway SemiBold"/>
              </a:defRPr>
            </a:lvl8pPr>
            <a:lvl9pPr lvl="8">
              <a:lnSpc>
                <a:spcPct val="80000"/>
              </a:lnSpc>
              <a:spcBef>
                <a:spcPts val="0"/>
              </a:spcBef>
              <a:spcAft>
                <a:spcPts val="0"/>
              </a:spcAft>
              <a:buClr>
                <a:schemeClr val="accent2"/>
              </a:buClr>
              <a:buSzPts val="4800"/>
              <a:buFont typeface="Raleway SemiBold"/>
              <a:buNone/>
              <a:defRPr sz="4800">
                <a:solidFill>
                  <a:schemeClr val="accent2"/>
                </a:solidFill>
                <a:latin typeface="Raleway SemiBold"/>
                <a:ea typeface="Raleway SemiBold"/>
                <a:cs typeface="Raleway SemiBold"/>
                <a:sym typeface="Raleway SemiBold"/>
              </a:defRPr>
            </a:lvl9pPr>
          </a:lstStyle>
          <a:p>
            <a:endParaRPr/>
          </a:p>
        </p:txBody>
      </p:sp>
      <p:sp>
        <p:nvSpPr>
          <p:cNvPr id="7" name="Google Shape;7;p1"/>
          <p:cNvSpPr txBox="1">
            <a:spLocks noGrp="1"/>
          </p:cNvSpPr>
          <p:nvPr>
            <p:ph type="body" idx="1"/>
          </p:nvPr>
        </p:nvSpPr>
        <p:spPr>
          <a:xfrm>
            <a:off x="457200" y="1995750"/>
            <a:ext cx="5640900" cy="2679000"/>
          </a:xfrm>
          <a:prstGeom prst="rect">
            <a:avLst/>
          </a:prstGeom>
          <a:noFill/>
          <a:ln>
            <a:noFill/>
          </a:ln>
        </p:spPr>
        <p:txBody>
          <a:bodyPr spcFirstLastPara="1" wrap="square" lIns="0" tIns="0" rIns="0" bIns="0" anchor="t" anchorCtr="0">
            <a:noAutofit/>
          </a:bodyPr>
          <a:lstStyle>
            <a:lvl1pPr marL="457200" lvl="0" indent="-342900">
              <a:lnSpc>
                <a:spcPct val="110000"/>
              </a:lnSpc>
              <a:spcBef>
                <a:spcPts val="600"/>
              </a:spcBef>
              <a:spcAft>
                <a:spcPts val="0"/>
              </a:spcAft>
              <a:buClr>
                <a:schemeClr val="accent1"/>
              </a:buClr>
              <a:buSzPts val="1800"/>
              <a:buFont typeface="Barlow Light"/>
              <a:buChar char="▸"/>
              <a:defRPr sz="2000">
                <a:solidFill>
                  <a:schemeClr val="dk1"/>
                </a:solidFill>
                <a:latin typeface="Barlow Light"/>
                <a:ea typeface="Barlow Light"/>
                <a:cs typeface="Barlow Light"/>
                <a:sym typeface="Barlow Light"/>
              </a:defRPr>
            </a:lvl1pPr>
            <a:lvl2pPr marL="914400" lvl="1" indent="-342900">
              <a:lnSpc>
                <a:spcPct val="110000"/>
              </a:lnSpc>
              <a:spcBef>
                <a:spcPts val="600"/>
              </a:spcBef>
              <a:spcAft>
                <a:spcPts val="0"/>
              </a:spcAft>
              <a:buClr>
                <a:schemeClr val="accent1"/>
              </a:buClr>
              <a:buSzPts val="1800"/>
              <a:buFont typeface="Barlow Light"/>
              <a:buChar char="▹"/>
              <a:defRPr sz="2000">
                <a:solidFill>
                  <a:schemeClr val="dk1"/>
                </a:solidFill>
                <a:latin typeface="Barlow Light"/>
                <a:ea typeface="Barlow Light"/>
                <a:cs typeface="Barlow Light"/>
                <a:sym typeface="Barlow Light"/>
              </a:defRPr>
            </a:lvl2pPr>
            <a:lvl3pPr marL="1371600" lvl="2" indent="-342900">
              <a:lnSpc>
                <a:spcPct val="110000"/>
              </a:lnSpc>
              <a:spcBef>
                <a:spcPts val="600"/>
              </a:spcBef>
              <a:spcAft>
                <a:spcPts val="0"/>
              </a:spcAft>
              <a:buClr>
                <a:schemeClr val="accent1"/>
              </a:buClr>
              <a:buSzPts val="1800"/>
              <a:buFont typeface="Barlow Light"/>
              <a:buChar char="▹"/>
              <a:defRPr sz="2000">
                <a:solidFill>
                  <a:schemeClr val="dk1"/>
                </a:solidFill>
                <a:latin typeface="Barlow Light"/>
                <a:ea typeface="Barlow Light"/>
                <a:cs typeface="Barlow Light"/>
                <a:sym typeface="Barlow Light"/>
              </a:defRPr>
            </a:lvl3pPr>
            <a:lvl4pPr marL="1828800" lvl="3"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4pPr>
            <a:lvl5pPr marL="2286000" lvl="4"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5pPr>
            <a:lvl6pPr marL="2743200" lvl="5"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6pPr>
            <a:lvl7pPr marL="3200400" lvl="6"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7pPr>
            <a:lvl8pPr marL="3657600" lvl="7"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8pPr>
            <a:lvl9pPr marL="4114800" lvl="8" indent="-355600">
              <a:lnSpc>
                <a:spcPct val="110000"/>
              </a:lnSpc>
              <a:spcBef>
                <a:spcPts val="600"/>
              </a:spcBef>
              <a:spcAft>
                <a:spcPts val="0"/>
              </a:spcAft>
              <a:buClr>
                <a:schemeClr val="dk1"/>
              </a:buClr>
              <a:buSzPts val="2000"/>
              <a:buFont typeface="Barlow Light"/>
              <a:buChar char="▹"/>
              <a:defRPr sz="2000">
                <a:solidFill>
                  <a:schemeClr val="dk1"/>
                </a:solidFill>
                <a:latin typeface="Barlow Light"/>
                <a:ea typeface="Barlow Light"/>
                <a:cs typeface="Barlow Light"/>
                <a:sym typeface="Barlow Light"/>
              </a:defRPr>
            </a:lvl9pPr>
          </a:lstStyle>
          <a:p>
            <a:endParaRPr/>
          </a:p>
        </p:txBody>
      </p:sp>
      <p:sp>
        <p:nvSpPr>
          <p:cNvPr id="8" name="Google Shape;8;p1"/>
          <p:cNvSpPr txBox="1">
            <a:spLocks noGrp="1"/>
          </p:cNvSpPr>
          <p:nvPr>
            <p:ph type="sldNum" idx="12"/>
          </p:nvPr>
        </p:nvSpPr>
        <p:spPr>
          <a:xfrm>
            <a:off x="8649025" y="4636750"/>
            <a:ext cx="456900" cy="468600"/>
          </a:xfrm>
          <a:prstGeom prst="rect">
            <a:avLst/>
          </a:prstGeom>
          <a:noFill/>
          <a:ln>
            <a:noFill/>
          </a:ln>
        </p:spPr>
        <p:txBody>
          <a:bodyPr spcFirstLastPara="1" wrap="square" lIns="0" tIns="0" rIns="0" bIns="0" anchor="b" anchorCtr="0">
            <a:noAutofit/>
          </a:bodyPr>
          <a:lstStyle>
            <a:lvl1pPr lvl="0" algn="r">
              <a:buNone/>
              <a:defRPr sz="1200">
                <a:solidFill>
                  <a:schemeClr val="lt1"/>
                </a:solidFill>
                <a:latin typeface="Barlow Light"/>
                <a:ea typeface="Barlow Light"/>
                <a:cs typeface="Barlow Light"/>
                <a:sym typeface="Barlow Light"/>
              </a:defRPr>
            </a:lvl1pPr>
            <a:lvl2pPr lvl="1" algn="r">
              <a:buNone/>
              <a:defRPr sz="1200">
                <a:solidFill>
                  <a:schemeClr val="lt1"/>
                </a:solidFill>
                <a:latin typeface="Barlow Light"/>
                <a:ea typeface="Barlow Light"/>
                <a:cs typeface="Barlow Light"/>
                <a:sym typeface="Barlow Light"/>
              </a:defRPr>
            </a:lvl2pPr>
            <a:lvl3pPr lvl="2" algn="r">
              <a:buNone/>
              <a:defRPr sz="1200">
                <a:solidFill>
                  <a:schemeClr val="lt1"/>
                </a:solidFill>
                <a:latin typeface="Barlow Light"/>
                <a:ea typeface="Barlow Light"/>
                <a:cs typeface="Barlow Light"/>
                <a:sym typeface="Barlow Light"/>
              </a:defRPr>
            </a:lvl3pPr>
            <a:lvl4pPr lvl="3" algn="r">
              <a:buNone/>
              <a:defRPr sz="1200">
                <a:solidFill>
                  <a:schemeClr val="lt1"/>
                </a:solidFill>
                <a:latin typeface="Barlow Light"/>
                <a:ea typeface="Barlow Light"/>
                <a:cs typeface="Barlow Light"/>
                <a:sym typeface="Barlow Light"/>
              </a:defRPr>
            </a:lvl4pPr>
            <a:lvl5pPr lvl="4" algn="r">
              <a:buNone/>
              <a:defRPr sz="1200">
                <a:solidFill>
                  <a:schemeClr val="lt1"/>
                </a:solidFill>
                <a:latin typeface="Barlow Light"/>
                <a:ea typeface="Barlow Light"/>
                <a:cs typeface="Barlow Light"/>
                <a:sym typeface="Barlow Light"/>
              </a:defRPr>
            </a:lvl5pPr>
            <a:lvl6pPr lvl="5" algn="r">
              <a:buNone/>
              <a:defRPr sz="1200">
                <a:solidFill>
                  <a:schemeClr val="lt1"/>
                </a:solidFill>
                <a:latin typeface="Barlow Light"/>
                <a:ea typeface="Barlow Light"/>
                <a:cs typeface="Barlow Light"/>
                <a:sym typeface="Barlow Light"/>
              </a:defRPr>
            </a:lvl6pPr>
            <a:lvl7pPr lvl="6" algn="r">
              <a:buNone/>
              <a:defRPr sz="1200">
                <a:solidFill>
                  <a:schemeClr val="lt1"/>
                </a:solidFill>
                <a:latin typeface="Barlow Light"/>
                <a:ea typeface="Barlow Light"/>
                <a:cs typeface="Barlow Light"/>
                <a:sym typeface="Barlow Light"/>
              </a:defRPr>
            </a:lvl7pPr>
            <a:lvl8pPr lvl="7" algn="r">
              <a:buNone/>
              <a:defRPr sz="1200">
                <a:solidFill>
                  <a:schemeClr val="lt1"/>
                </a:solidFill>
                <a:latin typeface="Barlow Light"/>
                <a:ea typeface="Barlow Light"/>
                <a:cs typeface="Barlow Light"/>
                <a:sym typeface="Barlow Light"/>
              </a:defRPr>
            </a:lvl8pPr>
            <a:lvl9pPr lvl="8" algn="r">
              <a:buNone/>
              <a:defRPr sz="1200">
                <a:solidFill>
                  <a:schemeClr val="lt1"/>
                </a:solidFill>
                <a:latin typeface="Barlow Light"/>
                <a:ea typeface="Barlow Light"/>
                <a:cs typeface="Barlow Light"/>
                <a:sym typeface="Barlow Light"/>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6" r:id="rId4"/>
    <p:sldLayoutId id="2147483659" r:id="rId5"/>
    <p:sldLayoutId id="2147483660" r:id="rId6"/>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w3schools.com/sql/"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grpSp>
        <p:nvGrpSpPr>
          <p:cNvPr id="63" name="Google Shape;63;p12"/>
          <p:cNvGrpSpPr/>
          <p:nvPr/>
        </p:nvGrpSpPr>
        <p:grpSpPr>
          <a:xfrm>
            <a:off x="238154" y="831803"/>
            <a:ext cx="3875650" cy="3893303"/>
            <a:chOff x="5122427" y="668001"/>
            <a:chExt cx="3841143" cy="3893303"/>
          </a:xfrm>
        </p:grpSpPr>
        <p:grpSp>
          <p:nvGrpSpPr>
            <p:cNvPr id="64" name="Google Shape;64;p12"/>
            <p:cNvGrpSpPr/>
            <p:nvPr/>
          </p:nvGrpSpPr>
          <p:grpSpPr>
            <a:xfrm>
              <a:off x="5144045" y="893590"/>
              <a:ext cx="2833667" cy="2964311"/>
              <a:chOff x="3860721" y="1330073"/>
              <a:chExt cx="3544299" cy="3707706"/>
            </a:xfrm>
          </p:grpSpPr>
          <p:sp>
            <p:nvSpPr>
              <p:cNvPr id="65" name="Google Shape;65;p12"/>
              <p:cNvSpPr/>
              <p:nvPr/>
            </p:nvSpPr>
            <p:spPr>
              <a:xfrm>
                <a:off x="5336000" y="1330073"/>
                <a:ext cx="2069020" cy="2805419"/>
              </a:xfrm>
              <a:custGeom>
                <a:avLst/>
                <a:gdLst/>
                <a:ahLst/>
                <a:cxnLst/>
                <a:rect l="l" t="t" r="r" b="b"/>
                <a:pathLst>
                  <a:path w="2069020" h="2805419" extrusionOk="0">
                    <a:moveTo>
                      <a:pt x="2019014" y="2799395"/>
                    </a:moveTo>
                    <a:lnTo>
                      <a:pt x="50006" y="1662586"/>
                    </a:lnTo>
                    <a:cubicBezTo>
                      <a:pt x="22384" y="1646680"/>
                      <a:pt x="0" y="1603912"/>
                      <a:pt x="0" y="1567336"/>
                    </a:cubicBezTo>
                    <a:lnTo>
                      <a:pt x="0" y="43908"/>
                    </a:lnTo>
                    <a:cubicBezTo>
                      <a:pt x="0" y="7141"/>
                      <a:pt x="22384" y="-9813"/>
                      <a:pt x="50006" y="5808"/>
                    </a:cubicBezTo>
                    <a:lnTo>
                      <a:pt x="2019014" y="1142998"/>
                    </a:lnTo>
                    <a:cubicBezTo>
                      <a:pt x="2046637" y="1158904"/>
                      <a:pt x="2069020" y="1201672"/>
                      <a:pt x="2069020" y="1238248"/>
                    </a:cubicBezTo>
                    <a:lnTo>
                      <a:pt x="2069020" y="2761295"/>
                    </a:lnTo>
                    <a:cubicBezTo>
                      <a:pt x="2069020" y="2798443"/>
                      <a:pt x="2046637" y="2815397"/>
                      <a:pt x="2019014" y="2799395"/>
                    </a:cubicBez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 name="Google Shape;66;p12"/>
              <p:cNvSpPr/>
              <p:nvPr/>
            </p:nvSpPr>
            <p:spPr>
              <a:xfrm>
                <a:off x="7365110" y="4067936"/>
                <a:ext cx="21907" cy="77247"/>
              </a:xfrm>
              <a:custGeom>
                <a:avLst/>
                <a:gdLst/>
                <a:ahLst/>
                <a:cxnLst/>
                <a:rect l="l" t="t" r="r" b="b"/>
                <a:pathLst>
                  <a:path w="21907" h="77247" extrusionOk="0">
                    <a:moveTo>
                      <a:pt x="0" y="77248"/>
                    </a:moveTo>
                    <a:lnTo>
                      <a:pt x="21908" y="64675"/>
                    </a:lnTo>
                    <a:lnTo>
                      <a:pt x="12383" y="0"/>
                    </a:lnTo>
                    <a:lnTo>
                      <a:pt x="0" y="77248"/>
                    </a:ln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 name="Google Shape;67;p12"/>
              <p:cNvSpPr/>
              <p:nvPr/>
            </p:nvSpPr>
            <p:spPr>
              <a:xfrm>
                <a:off x="5332475" y="1333214"/>
                <a:ext cx="52292" cy="22389"/>
              </a:xfrm>
              <a:custGeom>
                <a:avLst/>
                <a:gdLst/>
                <a:ahLst/>
                <a:cxnLst/>
                <a:rect l="l" t="t" r="r" b="b"/>
                <a:pathLst>
                  <a:path w="52292" h="22389" extrusionOk="0">
                    <a:moveTo>
                      <a:pt x="0" y="12383"/>
                    </a:moveTo>
                    <a:lnTo>
                      <a:pt x="21431" y="0"/>
                    </a:lnTo>
                    <a:lnTo>
                      <a:pt x="52292" y="17621"/>
                    </a:lnTo>
                    <a:cubicBezTo>
                      <a:pt x="52292" y="17621"/>
                      <a:pt x="19431" y="22574"/>
                      <a:pt x="18669" y="22384"/>
                    </a:cubicBezTo>
                    <a:cubicBezTo>
                      <a:pt x="17907" y="22193"/>
                      <a:pt x="0" y="12383"/>
                      <a:pt x="0" y="12383"/>
                    </a:cubicBez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 name="Google Shape;68;p12"/>
              <p:cNvSpPr/>
              <p:nvPr/>
            </p:nvSpPr>
            <p:spPr>
              <a:xfrm>
                <a:off x="5317902" y="1340537"/>
                <a:ext cx="2069115" cy="2805383"/>
              </a:xfrm>
              <a:custGeom>
                <a:avLst/>
                <a:gdLst/>
                <a:ahLst/>
                <a:cxnLst/>
                <a:rect l="l" t="t" r="r" b="b"/>
                <a:pathLst>
                  <a:path w="2069115" h="2805383" extrusionOk="0">
                    <a:moveTo>
                      <a:pt x="2019110" y="2799409"/>
                    </a:moveTo>
                    <a:lnTo>
                      <a:pt x="50006" y="1662600"/>
                    </a:lnTo>
                    <a:cubicBezTo>
                      <a:pt x="22384" y="1646598"/>
                      <a:pt x="0" y="1603831"/>
                      <a:pt x="0" y="1567350"/>
                    </a:cubicBezTo>
                    <a:lnTo>
                      <a:pt x="0" y="43921"/>
                    </a:lnTo>
                    <a:cubicBezTo>
                      <a:pt x="0" y="7060"/>
                      <a:pt x="22384" y="-9800"/>
                      <a:pt x="50006" y="5821"/>
                    </a:cubicBezTo>
                    <a:lnTo>
                      <a:pt x="2019110" y="1142916"/>
                    </a:lnTo>
                    <a:cubicBezTo>
                      <a:pt x="2046732" y="1158823"/>
                      <a:pt x="2069116" y="1201685"/>
                      <a:pt x="2069116" y="1238166"/>
                    </a:cubicBezTo>
                    <a:lnTo>
                      <a:pt x="2069116" y="2761595"/>
                    </a:lnTo>
                    <a:cubicBezTo>
                      <a:pt x="2069116" y="2798361"/>
                      <a:pt x="2046732" y="2815315"/>
                      <a:pt x="2019110" y="2799409"/>
                    </a:cubicBezTo>
                    <a:close/>
                  </a:path>
                </a:pathLst>
              </a:custGeom>
              <a:solidFill>
                <a:srgbClr val="E4E7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 name="Google Shape;69;p12"/>
              <p:cNvSpPr/>
              <p:nvPr/>
            </p:nvSpPr>
            <p:spPr>
              <a:xfrm>
                <a:off x="5314473" y="1342497"/>
                <a:ext cx="2069020" cy="2805423"/>
              </a:xfrm>
              <a:custGeom>
                <a:avLst/>
                <a:gdLst/>
                <a:ahLst/>
                <a:cxnLst/>
                <a:rect l="l" t="t" r="r" b="b"/>
                <a:pathLst>
                  <a:path w="2069020" h="2805423" extrusionOk="0">
                    <a:moveTo>
                      <a:pt x="2019014" y="2799449"/>
                    </a:moveTo>
                    <a:lnTo>
                      <a:pt x="50006" y="1662545"/>
                    </a:lnTo>
                    <a:cubicBezTo>
                      <a:pt x="22384" y="1646638"/>
                      <a:pt x="0" y="1603871"/>
                      <a:pt x="0" y="1567295"/>
                    </a:cubicBezTo>
                    <a:lnTo>
                      <a:pt x="0" y="43962"/>
                    </a:lnTo>
                    <a:cubicBezTo>
                      <a:pt x="0" y="7100"/>
                      <a:pt x="22384" y="-9855"/>
                      <a:pt x="50006" y="5862"/>
                    </a:cubicBezTo>
                    <a:lnTo>
                      <a:pt x="2019014" y="1142956"/>
                    </a:lnTo>
                    <a:cubicBezTo>
                      <a:pt x="2046637" y="1158863"/>
                      <a:pt x="2069021" y="1201630"/>
                      <a:pt x="2069021" y="1238206"/>
                    </a:cubicBezTo>
                    <a:lnTo>
                      <a:pt x="2069021" y="2761635"/>
                    </a:lnTo>
                    <a:cubicBezTo>
                      <a:pt x="2069021" y="2798401"/>
                      <a:pt x="2046637" y="2815356"/>
                      <a:pt x="2019014" y="2799449"/>
                    </a:cubicBez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0" name="Google Shape;70;p12"/>
              <p:cNvSpPr/>
              <p:nvPr/>
            </p:nvSpPr>
            <p:spPr>
              <a:xfrm>
                <a:off x="5339429" y="1375389"/>
                <a:ext cx="2018061" cy="2673878"/>
              </a:xfrm>
              <a:custGeom>
                <a:avLst/>
                <a:gdLst/>
                <a:ahLst/>
                <a:cxnLst/>
                <a:rect l="l" t="t" r="r" b="b"/>
                <a:pathLst>
                  <a:path w="2018061" h="2673878" extrusionOk="0">
                    <a:moveTo>
                      <a:pt x="2017014" y="2673878"/>
                    </a:moveTo>
                    <a:lnTo>
                      <a:pt x="0" y="1509352"/>
                    </a:lnTo>
                    <a:lnTo>
                      <a:pt x="1048" y="17165"/>
                    </a:lnTo>
                    <a:cubicBezTo>
                      <a:pt x="1048" y="1830"/>
                      <a:pt x="11811" y="-4361"/>
                      <a:pt x="25051" y="3259"/>
                    </a:cubicBezTo>
                    <a:lnTo>
                      <a:pt x="1994059" y="1140163"/>
                    </a:lnTo>
                    <a:cubicBezTo>
                      <a:pt x="2008213" y="1149354"/>
                      <a:pt x="2017138" y="1164747"/>
                      <a:pt x="2018062" y="1181596"/>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 name="Google Shape;71;p12"/>
              <p:cNvSpPr/>
              <p:nvPr/>
            </p:nvSpPr>
            <p:spPr>
              <a:xfrm>
                <a:off x="5339238" y="1374339"/>
                <a:ext cx="2018061" cy="2673785"/>
              </a:xfrm>
              <a:custGeom>
                <a:avLst/>
                <a:gdLst/>
                <a:ahLst/>
                <a:cxnLst/>
                <a:rect l="l" t="t" r="r" b="b"/>
                <a:pathLst>
                  <a:path w="2018061" h="2673785" extrusionOk="0">
                    <a:moveTo>
                      <a:pt x="2017014" y="2673785"/>
                    </a:moveTo>
                    <a:lnTo>
                      <a:pt x="0" y="1509354"/>
                    </a:lnTo>
                    <a:lnTo>
                      <a:pt x="1048" y="17072"/>
                    </a:lnTo>
                    <a:cubicBezTo>
                      <a:pt x="1048" y="1832"/>
                      <a:pt x="11811" y="-4359"/>
                      <a:pt x="25051" y="3261"/>
                    </a:cubicBezTo>
                    <a:lnTo>
                      <a:pt x="1994059" y="1140260"/>
                    </a:lnTo>
                    <a:cubicBezTo>
                      <a:pt x="2008232" y="1149481"/>
                      <a:pt x="2017147" y="1164911"/>
                      <a:pt x="2018062" y="1181789"/>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2" name="Google Shape;72;p12"/>
              <p:cNvSpPr/>
              <p:nvPr/>
            </p:nvSpPr>
            <p:spPr>
              <a:xfrm>
                <a:off x="3860721" y="3051171"/>
                <a:ext cx="3440851" cy="1986608"/>
              </a:xfrm>
              <a:custGeom>
                <a:avLst/>
                <a:gdLst/>
                <a:ahLst/>
                <a:cxnLst/>
                <a:rect l="l" t="t" r="r" b="b"/>
                <a:pathLst>
                  <a:path w="3440851" h="1986608" extrusionOk="0">
                    <a:moveTo>
                      <a:pt x="1987629" y="1975838"/>
                    </a:moveTo>
                    <a:lnTo>
                      <a:pt x="18621" y="838934"/>
                    </a:lnTo>
                    <a:cubicBezTo>
                      <a:pt x="-9002" y="823027"/>
                      <a:pt x="-5477" y="795214"/>
                      <a:pt x="26432" y="776736"/>
                    </a:cubicBezTo>
                    <a:lnTo>
                      <a:pt x="1345454" y="15212"/>
                    </a:lnTo>
                    <a:cubicBezTo>
                      <a:pt x="1377362" y="-3172"/>
                      <a:pt x="1425559" y="-5172"/>
                      <a:pt x="1453181" y="10735"/>
                    </a:cubicBezTo>
                    <a:lnTo>
                      <a:pt x="3422189" y="1147544"/>
                    </a:lnTo>
                    <a:cubicBezTo>
                      <a:pt x="3449812" y="1163546"/>
                      <a:pt x="3446383" y="1191359"/>
                      <a:pt x="3414474" y="1209742"/>
                    </a:cubicBezTo>
                    <a:lnTo>
                      <a:pt x="2095452" y="1971742"/>
                    </a:lnTo>
                    <a:cubicBezTo>
                      <a:pt x="2063829" y="1989744"/>
                      <a:pt x="2015347" y="1991745"/>
                      <a:pt x="1987629" y="1975838"/>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3" name="Google Shape;73;p12"/>
              <p:cNvSpPr/>
              <p:nvPr/>
            </p:nvSpPr>
            <p:spPr>
              <a:xfrm>
                <a:off x="3903733" y="3024882"/>
                <a:ext cx="3440892" cy="1987084"/>
              </a:xfrm>
              <a:custGeom>
                <a:avLst/>
                <a:gdLst/>
                <a:ahLst/>
                <a:cxnLst/>
                <a:rect l="l" t="t" r="r" b="b"/>
                <a:pathLst>
                  <a:path w="3440892" h="1987084" extrusionOk="0">
                    <a:moveTo>
                      <a:pt x="1987670" y="1976314"/>
                    </a:moveTo>
                    <a:lnTo>
                      <a:pt x="18662" y="839410"/>
                    </a:lnTo>
                    <a:cubicBezTo>
                      <a:pt x="-8961" y="823503"/>
                      <a:pt x="-5532" y="795690"/>
                      <a:pt x="26377" y="777212"/>
                    </a:cubicBezTo>
                    <a:lnTo>
                      <a:pt x="1345495" y="15212"/>
                    </a:lnTo>
                    <a:cubicBezTo>
                      <a:pt x="1377308" y="-3172"/>
                      <a:pt x="1425600" y="-5172"/>
                      <a:pt x="1453222" y="10735"/>
                    </a:cubicBezTo>
                    <a:lnTo>
                      <a:pt x="3422230" y="1148020"/>
                    </a:lnTo>
                    <a:cubicBezTo>
                      <a:pt x="3449853" y="1164022"/>
                      <a:pt x="3446424" y="1191835"/>
                      <a:pt x="3414515" y="1210218"/>
                    </a:cubicBezTo>
                    <a:lnTo>
                      <a:pt x="2095493" y="1972218"/>
                    </a:lnTo>
                    <a:cubicBezTo>
                      <a:pt x="2063584" y="1990220"/>
                      <a:pt x="2015292" y="1992221"/>
                      <a:pt x="1987670" y="1976314"/>
                    </a:cubicBez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4" name="Google Shape;74;p12"/>
              <p:cNvSpPr/>
              <p:nvPr/>
            </p:nvSpPr>
            <p:spPr>
              <a:xfrm>
                <a:off x="3903726" y="3801522"/>
                <a:ext cx="41719" cy="37052"/>
              </a:xfrm>
              <a:custGeom>
                <a:avLst/>
                <a:gdLst/>
                <a:ahLst/>
                <a:cxnLst/>
                <a:rect l="l" t="t" r="r" b="b"/>
                <a:pathLst>
                  <a:path w="41719" h="37052" extrusionOk="0">
                    <a:moveTo>
                      <a:pt x="0" y="37052"/>
                    </a:moveTo>
                    <a:lnTo>
                      <a:pt x="0" y="0"/>
                    </a:lnTo>
                    <a:lnTo>
                      <a:pt x="41719" y="17431"/>
                    </a:lnTo>
                    <a:lnTo>
                      <a:pt x="0" y="37052"/>
                    </a:ln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5" name="Google Shape;75;p12"/>
              <p:cNvSpPr/>
              <p:nvPr/>
            </p:nvSpPr>
            <p:spPr>
              <a:xfrm>
                <a:off x="7313771" y="4164425"/>
                <a:ext cx="30860" cy="40671"/>
              </a:xfrm>
              <a:custGeom>
                <a:avLst/>
                <a:gdLst/>
                <a:ahLst/>
                <a:cxnLst/>
                <a:rect l="l" t="t" r="r" b="b"/>
                <a:pathLst>
                  <a:path w="30860" h="40671" extrusionOk="0">
                    <a:moveTo>
                      <a:pt x="30861" y="36290"/>
                    </a:moveTo>
                    <a:lnTo>
                      <a:pt x="30861" y="0"/>
                    </a:lnTo>
                    <a:lnTo>
                      <a:pt x="0" y="10573"/>
                    </a:lnTo>
                    <a:lnTo>
                      <a:pt x="20479" y="40672"/>
                    </a:lnTo>
                    <a:lnTo>
                      <a:pt x="30861" y="36290"/>
                    </a:ln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 name="Google Shape;76;p12"/>
              <p:cNvSpPr/>
              <p:nvPr/>
            </p:nvSpPr>
            <p:spPr>
              <a:xfrm>
                <a:off x="3903733" y="2994046"/>
                <a:ext cx="3440892" cy="1986618"/>
              </a:xfrm>
              <a:custGeom>
                <a:avLst/>
                <a:gdLst/>
                <a:ahLst/>
                <a:cxnLst/>
                <a:rect l="l" t="t" r="r" b="b"/>
                <a:pathLst>
                  <a:path w="3440892" h="1986618" extrusionOk="0">
                    <a:moveTo>
                      <a:pt x="1987670" y="1975813"/>
                    </a:moveTo>
                    <a:lnTo>
                      <a:pt x="18662" y="839005"/>
                    </a:lnTo>
                    <a:cubicBezTo>
                      <a:pt x="-8961" y="823098"/>
                      <a:pt x="-5532" y="795190"/>
                      <a:pt x="26377" y="776806"/>
                    </a:cubicBezTo>
                    <a:lnTo>
                      <a:pt x="1345495" y="15283"/>
                    </a:lnTo>
                    <a:cubicBezTo>
                      <a:pt x="1377308" y="-3196"/>
                      <a:pt x="1425600" y="-5196"/>
                      <a:pt x="1453222" y="10806"/>
                    </a:cubicBezTo>
                    <a:lnTo>
                      <a:pt x="3422230" y="1147615"/>
                    </a:lnTo>
                    <a:cubicBezTo>
                      <a:pt x="3449853" y="1163521"/>
                      <a:pt x="3446424" y="1191430"/>
                      <a:pt x="3414515" y="1209813"/>
                    </a:cubicBezTo>
                    <a:lnTo>
                      <a:pt x="2095493" y="1971336"/>
                    </a:lnTo>
                    <a:cubicBezTo>
                      <a:pt x="2063584" y="1989815"/>
                      <a:pt x="2015292" y="1991815"/>
                      <a:pt x="1987670" y="1975813"/>
                    </a:cubicBezTo>
                    <a:close/>
                  </a:path>
                </a:pathLst>
              </a:custGeom>
              <a:solidFill>
                <a:srgbClr val="E4E7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7" name="Google Shape;77;p12"/>
              <p:cNvSpPr/>
              <p:nvPr/>
            </p:nvSpPr>
            <p:spPr>
              <a:xfrm>
                <a:off x="3903733" y="2989259"/>
                <a:ext cx="3440892" cy="1986608"/>
              </a:xfrm>
              <a:custGeom>
                <a:avLst/>
                <a:gdLst/>
                <a:ahLst/>
                <a:cxnLst/>
                <a:rect l="l" t="t" r="r" b="b"/>
                <a:pathLst>
                  <a:path w="3440892" h="1986608" extrusionOk="0">
                    <a:moveTo>
                      <a:pt x="1987670" y="1975838"/>
                    </a:moveTo>
                    <a:lnTo>
                      <a:pt x="18662" y="838934"/>
                    </a:lnTo>
                    <a:cubicBezTo>
                      <a:pt x="-8961" y="823027"/>
                      <a:pt x="-5532" y="795214"/>
                      <a:pt x="26377" y="776736"/>
                    </a:cubicBezTo>
                    <a:lnTo>
                      <a:pt x="1345495" y="15212"/>
                    </a:lnTo>
                    <a:cubicBezTo>
                      <a:pt x="1377308" y="-3172"/>
                      <a:pt x="1425600" y="-5172"/>
                      <a:pt x="1453222" y="10735"/>
                    </a:cubicBezTo>
                    <a:lnTo>
                      <a:pt x="3422230" y="1147544"/>
                    </a:lnTo>
                    <a:cubicBezTo>
                      <a:pt x="3449853" y="1163546"/>
                      <a:pt x="3446424" y="1191359"/>
                      <a:pt x="3414515" y="1209742"/>
                    </a:cubicBezTo>
                    <a:lnTo>
                      <a:pt x="2095493" y="1971742"/>
                    </a:lnTo>
                    <a:cubicBezTo>
                      <a:pt x="2063584" y="1989744"/>
                      <a:pt x="2015292" y="1991745"/>
                      <a:pt x="1987670" y="1975838"/>
                    </a:cubicBez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8" name="Google Shape;78;p12"/>
              <p:cNvSpPr/>
              <p:nvPr/>
            </p:nvSpPr>
            <p:spPr>
              <a:xfrm>
                <a:off x="5115918" y="3136967"/>
                <a:ext cx="220549" cy="127281"/>
              </a:xfrm>
              <a:custGeom>
                <a:avLst/>
                <a:gdLst/>
                <a:ahLst/>
                <a:cxnLst/>
                <a:rect l="l" t="t" r="r" b="b"/>
                <a:pathLst>
                  <a:path w="220549" h="127281" extrusionOk="0">
                    <a:moveTo>
                      <a:pt x="96733" y="124392"/>
                    </a:moveTo>
                    <a:lnTo>
                      <a:pt x="5007" y="71433"/>
                    </a:lnTo>
                    <a:cubicBezTo>
                      <a:pt x="-2422" y="67147"/>
                      <a:pt x="-1470" y="59623"/>
                      <a:pt x="7103" y="54574"/>
                    </a:cubicBezTo>
                    <a:lnTo>
                      <a:pt x="94638" y="4092"/>
                    </a:lnTo>
                    <a:cubicBezTo>
                      <a:pt x="103610" y="-890"/>
                      <a:pt x="114421" y="-1347"/>
                      <a:pt x="123784" y="2853"/>
                    </a:cubicBezTo>
                    <a:lnTo>
                      <a:pt x="215510" y="55812"/>
                    </a:lnTo>
                    <a:cubicBezTo>
                      <a:pt x="222939" y="60099"/>
                      <a:pt x="222082" y="67719"/>
                      <a:pt x="213414" y="72672"/>
                    </a:cubicBezTo>
                    <a:lnTo>
                      <a:pt x="125880" y="123154"/>
                    </a:lnTo>
                    <a:cubicBezTo>
                      <a:pt x="116917" y="128183"/>
                      <a:pt x="106096" y="128641"/>
                      <a:pt x="96733" y="124392"/>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 name="Google Shape;79;p12"/>
              <p:cNvSpPr/>
              <p:nvPr/>
            </p:nvSpPr>
            <p:spPr>
              <a:xfrm>
                <a:off x="5245712" y="3211893"/>
                <a:ext cx="220524" cy="127281"/>
              </a:xfrm>
              <a:custGeom>
                <a:avLst/>
                <a:gdLst/>
                <a:ahLst/>
                <a:cxnLst/>
                <a:rect l="l" t="t" r="r" b="b"/>
                <a:pathLst>
                  <a:path w="220524" h="127281" extrusionOk="0">
                    <a:moveTo>
                      <a:pt x="96765" y="124428"/>
                    </a:moveTo>
                    <a:lnTo>
                      <a:pt x="5039" y="71469"/>
                    </a:lnTo>
                    <a:cubicBezTo>
                      <a:pt x="-2390" y="67183"/>
                      <a:pt x="-1533" y="59563"/>
                      <a:pt x="7135" y="54610"/>
                    </a:cubicBezTo>
                    <a:lnTo>
                      <a:pt x="94670" y="4127"/>
                    </a:lnTo>
                    <a:cubicBezTo>
                      <a:pt x="103633" y="-902"/>
                      <a:pt x="114453" y="-1359"/>
                      <a:pt x="123816" y="2889"/>
                    </a:cubicBezTo>
                    <a:lnTo>
                      <a:pt x="215447" y="55848"/>
                    </a:lnTo>
                    <a:cubicBezTo>
                      <a:pt x="222971" y="60134"/>
                      <a:pt x="222019" y="67659"/>
                      <a:pt x="213351" y="72707"/>
                    </a:cubicBezTo>
                    <a:lnTo>
                      <a:pt x="125912" y="123190"/>
                    </a:lnTo>
                    <a:cubicBezTo>
                      <a:pt x="116930" y="128171"/>
                      <a:pt x="106128" y="128628"/>
                      <a:pt x="96765" y="12442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0" name="Google Shape;80;p12"/>
              <p:cNvSpPr/>
              <p:nvPr/>
            </p:nvSpPr>
            <p:spPr>
              <a:xfrm>
                <a:off x="5376617" y="3287669"/>
                <a:ext cx="220517" cy="127212"/>
              </a:xfrm>
              <a:custGeom>
                <a:avLst/>
                <a:gdLst/>
                <a:ahLst/>
                <a:cxnLst/>
                <a:rect l="l" t="t" r="r" b="b"/>
                <a:pathLst>
                  <a:path w="220517" h="127212" extrusionOk="0">
                    <a:moveTo>
                      <a:pt x="97114" y="124376"/>
                    </a:moveTo>
                    <a:lnTo>
                      <a:pt x="5007" y="71512"/>
                    </a:lnTo>
                    <a:cubicBezTo>
                      <a:pt x="-2422" y="67131"/>
                      <a:pt x="-1470" y="59606"/>
                      <a:pt x="7103" y="54653"/>
                    </a:cubicBezTo>
                    <a:lnTo>
                      <a:pt x="94638" y="4075"/>
                    </a:lnTo>
                    <a:cubicBezTo>
                      <a:pt x="103620" y="-925"/>
                      <a:pt x="114440" y="-1345"/>
                      <a:pt x="123784" y="2932"/>
                    </a:cubicBezTo>
                    <a:lnTo>
                      <a:pt x="215510" y="55796"/>
                    </a:lnTo>
                    <a:cubicBezTo>
                      <a:pt x="222939" y="60177"/>
                      <a:pt x="221987" y="67702"/>
                      <a:pt x="213414" y="72655"/>
                    </a:cubicBezTo>
                    <a:lnTo>
                      <a:pt x="125880" y="123233"/>
                    </a:lnTo>
                    <a:cubicBezTo>
                      <a:pt x="117002" y="128100"/>
                      <a:pt x="106353" y="128529"/>
                      <a:pt x="97114"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1" name="Google Shape;81;p12"/>
              <p:cNvSpPr/>
              <p:nvPr/>
            </p:nvSpPr>
            <p:spPr>
              <a:xfrm>
                <a:off x="5505300" y="3361757"/>
                <a:ext cx="220517" cy="127281"/>
              </a:xfrm>
              <a:custGeom>
                <a:avLst/>
                <a:gdLst/>
                <a:ahLst/>
                <a:cxnLst/>
                <a:rect l="l" t="t" r="r" b="b"/>
                <a:pathLst>
                  <a:path w="220517" h="127281" extrusionOk="0">
                    <a:moveTo>
                      <a:pt x="96733" y="124393"/>
                    </a:moveTo>
                    <a:lnTo>
                      <a:pt x="5007" y="71434"/>
                    </a:lnTo>
                    <a:cubicBezTo>
                      <a:pt x="-2422" y="67147"/>
                      <a:pt x="-1470" y="59622"/>
                      <a:pt x="7103" y="54574"/>
                    </a:cubicBezTo>
                    <a:lnTo>
                      <a:pt x="94638" y="4092"/>
                    </a:lnTo>
                    <a:cubicBezTo>
                      <a:pt x="103620" y="-890"/>
                      <a:pt x="114421" y="-1347"/>
                      <a:pt x="123784" y="2854"/>
                    </a:cubicBezTo>
                    <a:lnTo>
                      <a:pt x="215510" y="55813"/>
                    </a:lnTo>
                    <a:cubicBezTo>
                      <a:pt x="222939" y="60099"/>
                      <a:pt x="221987" y="67719"/>
                      <a:pt x="213414" y="72672"/>
                    </a:cubicBezTo>
                    <a:lnTo>
                      <a:pt x="125880" y="123154"/>
                    </a:lnTo>
                    <a:cubicBezTo>
                      <a:pt x="116917" y="128184"/>
                      <a:pt x="106096" y="128641"/>
                      <a:pt x="96733" y="124393"/>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2" name="Google Shape;82;p12"/>
              <p:cNvSpPr/>
              <p:nvPr/>
            </p:nvSpPr>
            <p:spPr>
              <a:xfrm>
                <a:off x="5635055" y="3436683"/>
                <a:ext cx="220563" cy="127281"/>
              </a:xfrm>
              <a:custGeom>
                <a:avLst/>
                <a:gdLst/>
                <a:ahLst/>
                <a:cxnLst/>
                <a:rect l="l" t="t" r="r" b="b"/>
                <a:pathLst>
                  <a:path w="220563" h="127281" extrusionOk="0">
                    <a:moveTo>
                      <a:pt x="96709" y="124428"/>
                    </a:moveTo>
                    <a:lnTo>
                      <a:pt x="5078" y="71469"/>
                    </a:lnTo>
                    <a:cubicBezTo>
                      <a:pt x="-2447" y="67183"/>
                      <a:pt x="-1494" y="59563"/>
                      <a:pt x="7174" y="54610"/>
                    </a:cubicBezTo>
                    <a:lnTo>
                      <a:pt x="94613" y="4127"/>
                    </a:lnTo>
                    <a:cubicBezTo>
                      <a:pt x="103614" y="-902"/>
                      <a:pt x="114463" y="-1359"/>
                      <a:pt x="123855" y="2889"/>
                    </a:cubicBezTo>
                    <a:lnTo>
                      <a:pt x="215485" y="55848"/>
                    </a:lnTo>
                    <a:cubicBezTo>
                      <a:pt x="223010" y="60134"/>
                      <a:pt x="222058" y="67659"/>
                      <a:pt x="213390" y="72707"/>
                    </a:cubicBezTo>
                    <a:lnTo>
                      <a:pt x="125950" y="123190"/>
                    </a:lnTo>
                    <a:cubicBezTo>
                      <a:pt x="116940" y="128171"/>
                      <a:pt x="106110" y="128628"/>
                      <a:pt x="96709" y="12442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3" name="Google Shape;83;p12"/>
              <p:cNvSpPr/>
              <p:nvPr/>
            </p:nvSpPr>
            <p:spPr>
              <a:xfrm>
                <a:off x="5764856" y="3511602"/>
                <a:ext cx="220517" cy="127307"/>
              </a:xfrm>
              <a:custGeom>
                <a:avLst/>
                <a:gdLst/>
                <a:ahLst/>
                <a:cxnLst/>
                <a:rect l="l" t="t" r="r" b="b"/>
                <a:pathLst>
                  <a:path w="220517" h="127307" extrusionOk="0">
                    <a:moveTo>
                      <a:pt x="96733" y="124376"/>
                    </a:moveTo>
                    <a:lnTo>
                      <a:pt x="5007" y="71512"/>
                    </a:lnTo>
                    <a:cubicBezTo>
                      <a:pt x="-2422" y="67131"/>
                      <a:pt x="-1470" y="59606"/>
                      <a:pt x="7103" y="54653"/>
                    </a:cubicBezTo>
                    <a:lnTo>
                      <a:pt x="94638" y="4075"/>
                    </a:lnTo>
                    <a:cubicBezTo>
                      <a:pt x="103620" y="-925"/>
                      <a:pt x="114440" y="-1345"/>
                      <a:pt x="123784" y="2932"/>
                    </a:cubicBezTo>
                    <a:lnTo>
                      <a:pt x="215510" y="55796"/>
                    </a:lnTo>
                    <a:cubicBezTo>
                      <a:pt x="222939" y="60177"/>
                      <a:pt x="221987" y="67702"/>
                      <a:pt x="213414" y="72655"/>
                    </a:cubicBezTo>
                    <a:lnTo>
                      <a:pt x="125880" y="123233"/>
                    </a:lnTo>
                    <a:cubicBezTo>
                      <a:pt x="116898" y="128234"/>
                      <a:pt x="106077" y="128652"/>
                      <a:pt x="96733"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4" name="Google Shape;84;p12"/>
              <p:cNvSpPr/>
              <p:nvPr/>
            </p:nvSpPr>
            <p:spPr>
              <a:xfrm>
                <a:off x="5894611" y="3586162"/>
                <a:ext cx="220563" cy="127549"/>
              </a:xfrm>
              <a:custGeom>
                <a:avLst/>
                <a:gdLst/>
                <a:ahLst/>
                <a:cxnLst/>
                <a:rect l="l" t="t" r="r" b="b"/>
                <a:pathLst>
                  <a:path w="220563" h="127549" extrusionOk="0">
                    <a:moveTo>
                      <a:pt x="96613" y="124777"/>
                    </a:moveTo>
                    <a:lnTo>
                      <a:pt x="5078" y="71437"/>
                    </a:lnTo>
                    <a:cubicBezTo>
                      <a:pt x="-2447" y="67151"/>
                      <a:pt x="-1494" y="59626"/>
                      <a:pt x="7174" y="54578"/>
                    </a:cubicBezTo>
                    <a:lnTo>
                      <a:pt x="94613" y="4096"/>
                    </a:lnTo>
                    <a:cubicBezTo>
                      <a:pt x="103624" y="-886"/>
                      <a:pt x="114454" y="-1353"/>
                      <a:pt x="123855" y="2857"/>
                    </a:cubicBezTo>
                    <a:lnTo>
                      <a:pt x="215485" y="55816"/>
                    </a:lnTo>
                    <a:cubicBezTo>
                      <a:pt x="223010" y="60103"/>
                      <a:pt x="222058" y="67722"/>
                      <a:pt x="213390" y="72676"/>
                    </a:cubicBezTo>
                    <a:lnTo>
                      <a:pt x="125950" y="123158"/>
                    </a:lnTo>
                    <a:cubicBezTo>
                      <a:pt x="116997" y="128378"/>
                      <a:pt x="106081" y="128978"/>
                      <a:pt x="96613" y="124777"/>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5" name="Google Shape;85;p12"/>
              <p:cNvSpPr/>
              <p:nvPr/>
            </p:nvSpPr>
            <p:spPr>
              <a:xfrm>
                <a:off x="6024246" y="3661473"/>
                <a:ext cx="220563" cy="127238"/>
              </a:xfrm>
              <a:custGeom>
                <a:avLst/>
                <a:gdLst/>
                <a:ahLst/>
                <a:cxnLst/>
                <a:rect l="l" t="t" r="r" b="b"/>
                <a:pathLst>
                  <a:path w="220563" h="127238" extrusionOk="0">
                    <a:moveTo>
                      <a:pt x="96899" y="124428"/>
                    </a:moveTo>
                    <a:lnTo>
                      <a:pt x="5078" y="71469"/>
                    </a:lnTo>
                    <a:cubicBezTo>
                      <a:pt x="-2447" y="67183"/>
                      <a:pt x="-1494" y="59563"/>
                      <a:pt x="7174" y="54610"/>
                    </a:cubicBezTo>
                    <a:lnTo>
                      <a:pt x="94613" y="4127"/>
                    </a:lnTo>
                    <a:cubicBezTo>
                      <a:pt x="103576" y="-902"/>
                      <a:pt x="114397" y="-1359"/>
                      <a:pt x="123760" y="2889"/>
                    </a:cubicBezTo>
                    <a:lnTo>
                      <a:pt x="215485" y="55848"/>
                    </a:lnTo>
                    <a:cubicBezTo>
                      <a:pt x="223010" y="60134"/>
                      <a:pt x="222058" y="67659"/>
                      <a:pt x="213390" y="72707"/>
                    </a:cubicBezTo>
                    <a:lnTo>
                      <a:pt x="125855" y="123190"/>
                    </a:lnTo>
                    <a:cubicBezTo>
                      <a:pt x="116930" y="128114"/>
                      <a:pt x="106215" y="128571"/>
                      <a:pt x="96899" y="12442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6" name="Google Shape;86;p12"/>
              <p:cNvSpPr/>
              <p:nvPr/>
            </p:nvSpPr>
            <p:spPr>
              <a:xfrm>
                <a:off x="6154238" y="3736400"/>
                <a:ext cx="220517" cy="127300"/>
              </a:xfrm>
              <a:custGeom>
                <a:avLst/>
                <a:gdLst/>
                <a:ahLst/>
                <a:cxnLst/>
                <a:rect l="l" t="t" r="r" b="b"/>
                <a:pathLst>
                  <a:path w="220517" h="127300" extrusionOk="0">
                    <a:moveTo>
                      <a:pt x="96733" y="124368"/>
                    </a:moveTo>
                    <a:lnTo>
                      <a:pt x="5007" y="71504"/>
                    </a:lnTo>
                    <a:cubicBezTo>
                      <a:pt x="-2422" y="67123"/>
                      <a:pt x="-1470" y="59598"/>
                      <a:pt x="7103" y="54645"/>
                    </a:cubicBezTo>
                    <a:lnTo>
                      <a:pt x="94637" y="4163"/>
                    </a:lnTo>
                    <a:cubicBezTo>
                      <a:pt x="103591" y="-914"/>
                      <a:pt x="114430" y="-1371"/>
                      <a:pt x="123784" y="2924"/>
                    </a:cubicBezTo>
                    <a:lnTo>
                      <a:pt x="215510" y="55884"/>
                    </a:lnTo>
                    <a:cubicBezTo>
                      <a:pt x="222939" y="60170"/>
                      <a:pt x="221987" y="67694"/>
                      <a:pt x="213414" y="72647"/>
                    </a:cubicBezTo>
                    <a:lnTo>
                      <a:pt x="125879" y="123225"/>
                    </a:lnTo>
                    <a:cubicBezTo>
                      <a:pt x="116897" y="128226"/>
                      <a:pt x="106077" y="128645"/>
                      <a:pt x="96733" y="12436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7" name="Google Shape;87;p12"/>
              <p:cNvSpPr/>
              <p:nvPr/>
            </p:nvSpPr>
            <p:spPr>
              <a:xfrm>
                <a:off x="6283993" y="3811354"/>
                <a:ext cx="220563" cy="127264"/>
              </a:xfrm>
              <a:custGeom>
                <a:avLst/>
                <a:gdLst/>
                <a:ahLst/>
                <a:cxnLst/>
                <a:rect l="l" t="t" r="r" b="b"/>
                <a:pathLst>
                  <a:path w="220563" h="127264" extrusionOk="0">
                    <a:moveTo>
                      <a:pt x="96709" y="124376"/>
                    </a:moveTo>
                    <a:lnTo>
                      <a:pt x="5078" y="71417"/>
                    </a:lnTo>
                    <a:cubicBezTo>
                      <a:pt x="-2446" y="67131"/>
                      <a:pt x="-1494" y="59606"/>
                      <a:pt x="7174" y="54558"/>
                    </a:cubicBezTo>
                    <a:lnTo>
                      <a:pt x="94613" y="4075"/>
                    </a:lnTo>
                    <a:cubicBezTo>
                      <a:pt x="103624" y="-925"/>
                      <a:pt x="114482" y="-1345"/>
                      <a:pt x="123855" y="2932"/>
                    </a:cubicBezTo>
                    <a:lnTo>
                      <a:pt x="215485" y="55796"/>
                    </a:lnTo>
                    <a:cubicBezTo>
                      <a:pt x="223010" y="60177"/>
                      <a:pt x="222058" y="67702"/>
                      <a:pt x="213390" y="72655"/>
                    </a:cubicBezTo>
                    <a:lnTo>
                      <a:pt x="125950" y="123138"/>
                    </a:lnTo>
                    <a:cubicBezTo>
                      <a:pt x="116949" y="128167"/>
                      <a:pt x="106100" y="128624"/>
                      <a:pt x="96709"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8" name="Google Shape;88;p12"/>
              <p:cNvSpPr/>
              <p:nvPr/>
            </p:nvSpPr>
            <p:spPr>
              <a:xfrm>
                <a:off x="6413794" y="3886299"/>
                <a:ext cx="220517" cy="127246"/>
              </a:xfrm>
              <a:custGeom>
                <a:avLst/>
                <a:gdLst/>
                <a:ahLst/>
                <a:cxnLst/>
                <a:rect l="l" t="t" r="r" b="b"/>
                <a:pathLst>
                  <a:path w="220517" h="127246" extrusionOk="0">
                    <a:moveTo>
                      <a:pt x="96733" y="124393"/>
                    </a:moveTo>
                    <a:lnTo>
                      <a:pt x="5008" y="71434"/>
                    </a:lnTo>
                    <a:cubicBezTo>
                      <a:pt x="-2422" y="67147"/>
                      <a:pt x="-1470" y="59622"/>
                      <a:pt x="7103" y="54574"/>
                    </a:cubicBezTo>
                    <a:lnTo>
                      <a:pt x="94638" y="4092"/>
                    </a:lnTo>
                    <a:cubicBezTo>
                      <a:pt x="103610" y="-890"/>
                      <a:pt x="114412" y="-1347"/>
                      <a:pt x="123784" y="2854"/>
                    </a:cubicBezTo>
                    <a:lnTo>
                      <a:pt x="215510" y="55813"/>
                    </a:lnTo>
                    <a:cubicBezTo>
                      <a:pt x="222939" y="60099"/>
                      <a:pt x="221987" y="67623"/>
                      <a:pt x="213414" y="72672"/>
                    </a:cubicBezTo>
                    <a:lnTo>
                      <a:pt x="125880" y="123154"/>
                    </a:lnTo>
                    <a:cubicBezTo>
                      <a:pt x="116898" y="128136"/>
                      <a:pt x="106096" y="128593"/>
                      <a:pt x="96733" y="124393"/>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89" name="Google Shape;89;p12"/>
              <p:cNvSpPr/>
              <p:nvPr/>
            </p:nvSpPr>
            <p:spPr>
              <a:xfrm>
                <a:off x="6543549" y="3961225"/>
                <a:ext cx="220563" cy="127264"/>
              </a:xfrm>
              <a:custGeom>
                <a:avLst/>
                <a:gdLst/>
                <a:ahLst/>
                <a:cxnLst/>
                <a:rect l="l" t="t" r="r" b="b"/>
                <a:pathLst>
                  <a:path w="220563" h="127264" extrusionOk="0">
                    <a:moveTo>
                      <a:pt x="96709" y="124333"/>
                    </a:moveTo>
                    <a:lnTo>
                      <a:pt x="5078" y="71469"/>
                    </a:lnTo>
                    <a:cubicBezTo>
                      <a:pt x="-2446" y="67087"/>
                      <a:pt x="-1494" y="59563"/>
                      <a:pt x="7174" y="54609"/>
                    </a:cubicBezTo>
                    <a:lnTo>
                      <a:pt x="94613" y="4127"/>
                    </a:lnTo>
                    <a:cubicBezTo>
                      <a:pt x="103614" y="-902"/>
                      <a:pt x="114463" y="-1359"/>
                      <a:pt x="123855" y="2889"/>
                    </a:cubicBezTo>
                    <a:lnTo>
                      <a:pt x="215485" y="55848"/>
                    </a:lnTo>
                    <a:cubicBezTo>
                      <a:pt x="223010" y="60134"/>
                      <a:pt x="222058" y="67659"/>
                      <a:pt x="213390" y="72612"/>
                    </a:cubicBezTo>
                    <a:lnTo>
                      <a:pt x="125950" y="123190"/>
                    </a:lnTo>
                    <a:cubicBezTo>
                      <a:pt x="116940" y="128190"/>
                      <a:pt x="106081" y="128609"/>
                      <a:pt x="96709" y="124333"/>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0" name="Google Shape;90;p12"/>
              <p:cNvSpPr/>
              <p:nvPr/>
            </p:nvSpPr>
            <p:spPr>
              <a:xfrm>
                <a:off x="6673375" y="4036144"/>
                <a:ext cx="220524" cy="127300"/>
              </a:xfrm>
              <a:custGeom>
                <a:avLst/>
                <a:gdLst/>
                <a:ahLst/>
                <a:cxnLst/>
                <a:rect l="l" t="t" r="r" b="b"/>
                <a:pathLst>
                  <a:path w="220524" h="127300" extrusionOk="0">
                    <a:moveTo>
                      <a:pt x="96709" y="124376"/>
                    </a:moveTo>
                    <a:lnTo>
                      <a:pt x="5078" y="71417"/>
                    </a:lnTo>
                    <a:cubicBezTo>
                      <a:pt x="-2447" y="67131"/>
                      <a:pt x="-1494" y="59606"/>
                      <a:pt x="7174" y="54653"/>
                    </a:cubicBezTo>
                    <a:lnTo>
                      <a:pt x="94613" y="4075"/>
                    </a:lnTo>
                    <a:cubicBezTo>
                      <a:pt x="103595" y="-926"/>
                      <a:pt x="114416" y="-1344"/>
                      <a:pt x="123760" y="2932"/>
                    </a:cubicBezTo>
                    <a:lnTo>
                      <a:pt x="215485" y="55796"/>
                    </a:lnTo>
                    <a:cubicBezTo>
                      <a:pt x="222915" y="60177"/>
                      <a:pt x="222058" y="67702"/>
                      <a:pt x="213390" y="72655"/>
                    </a:cubicBezTo>
                    <a:lnTo>
                      <a:pt x="125855" y="123138"/>
                    </a:lnTo>
                    <a:cubicBezTo>
                      <a:pt x="116902" y="128215"/>
                      <a:pt x="106062" y="128672"/>
                      <a:pt x="96709"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1" name="Google Shape;91;p12"/>
              <p:cNvSpPr/>
              <p:nvPr/>
            </p:nvSpPr>
            <p:spPr>
              <a:xfrm>
                <a:off x="6803525" y="4111089"/>
                <a:ext cx="283033" cy="163345"/>
              </a:xfrm>
              <a:custGeom>
                <a:avLst/>
                <a:gdLst/>
                <a:ahLst/>
                <a:cxnLst/>
                <a:rect l="l" t="t" r="r" b="b"/>
                <a:pathLst>
                  <a:path w="283033" h="163345" extrusionOk="0">
                    <a:moveTo>
                      <a:pt x="159249" y="160492"/>
                    </a:moveTo>
                    <a:lnTo>
                      <a:pt x="5039" y="71433"/>
                    </a:lnTo>
                    <a:cubicBezTo>
                      <a:pt x="-2390" y="67147"/>
                      <a:pt x="-1533" y="59622"/>
                      <a:pt x="7135" y="54574"/>
                    </a:cubicBezTo>
                    <a:lnTo>
                      <a:pt x="94670" y="4092"/>
                    </a:lnTo>
                    <a:cubicBezTo>
                      <a:pt x="103652" y="-890"/>
                      <a:pt x="114453" y="-1347"/>
                      <a:pt x="123816" y="2854"/>
                    </a:cubicBezTo>
                    <a:lnTo>
                      <a:pt x="278026" y="91912"/>
                    </a:lnTo>
                    <a:cubicBezTo>
                      <a:pt x="285455" y="96198"/>
                      <a:pt x="284503" y="103723"/>
                      <a:pt x="275930" y="108772"/>
                    </a:cubicBezTo>
                    <a:lnTo>
                      <a:pt x="188396" y="159254"/>
                    </a:lnTo>
                    <a:cubicBezTo>
                      <a:pt x="179414" y="164236"/>
                      <a:pt x="168612" y="164693"/>
                      <a:pt x="159249" y="160492"/>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2" name="Google Shape;92;p12"/>
              <p:cNvSpPr/>
              <p:nvPr/>
            </p:nvSpPr>
            <p:spPr>
              <a:xfrm>
                <a:off x="5182617" y="3320721"/>
                <a:ext cx="220563" cy="127308"/>
              </a:xfrm>
              <a:custGeom>
                <a:avLst/>
                <a:gdLst/>
                <a:ahLst/>
                <a:cxnLst/>
                <a:rect l="l" t="t" r="r" b="b"/>
                <a:pathLst>
                  <a:path w="220563" h="127308" extrusionOk="0">
                    <a:moveTo>
                      <a:pt x="96804" y="124376"/>
                    </a:moveTo>
                    <a:lnTo>
                      <a:pt x="5078" y="71512"/>
                    </a:lnTo>
                    <a:cubicBezTo>
                      <a:pt x="-2447" y="67131"/>
                      <a:pt x="-1494" y="59606"/>
                      <a:pt x="7174" y="54653"/>
                    </a:cubicBezTo>
                    <a:lnTo>
                      <a:pt x="94613" y="4075"/>
                    </a:lnTo>
                    <a:cubicBezTo>
                      <a:pt x="103624" y="-925"/>
                      <a:pt x="114482" y="-1345"/>
                      <a:pt x="123855" y="2932"/>
                    </a:cubicBezTo>
                    <a:lnTo>
                      <a:pt x="215485" y="55796"/>
                    </a:lnTo>
                    <a:cubicBezTo>
                      <a:pt x="223010" y="60177"/>
                      <a:pt x="222058" y="67702"/>
                      <a:pt x="213390" y="72655"/>
                    </a:cubicBezTo>
                    <a:lnTo>
                      <a:pt x="125950" y="123233"/>
                    </a:lnTo>
                    <a:cubicBezTo>
                      <a:pt x="116968" y="128234"/>
                      <a:pt x="106148" y="128653"/>
                      <a:pt x="96804"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3" name="Google Shape;93;p12"/>
              <p:cNvSpPr/>
              <p:nvPr/>
            </p:nvSpPr>
            <p:spPr>
              <a:xfrm>
                <a:off x="5312634" y="3395587"/>
                <a:ext cx="220563" cy="127548"/>
              </a:xfrm>
              <a:custGeom>
                <a:avLst/>
                <a:gdLst/>
                <a:ahLst/>
                <a:cxnLst/>
                <a:rect l="l" t="t" r="r" b="b"/>
                <a:pathLst>
                  <a:path w="220563" h="127548" extrusionOk="0">
                    <a:moveTo>
                      <a:pt x="96709" y="124566"/>
                    </a:moveTo>
                    <a:lnTo>
                      <a:pt x="5078" y="71512"/>
                    </a:lnTo>
                    <a:cubicBezTo>
                      <a:pt x="-2447" y="67131"/>
                      <a:pt x="-1494" y="59606"/>
                      <a:pt x="7174" y="54653"/>
                    </a:cubicBezTo>
                    <a:lnTo>
                      <a:pt x="94613" y="4075"/>
                    </a:lnTo>
                    <a:cubicBezTo>
                      <a:pt x="103624" y="-925"/>
                      <a:pt x="114482" y="-1345"/>
                      <a:pt x="123855" y="2932"/>
                    </a:cubicBezTo>
                    <a:lnTo>
                      <a:pt x="215485" y="55796"/>
                    </a:lnTo>
                    <a:cubicBezTo>
                      <a:pt x="223010" y="60177"/>
                      <a:pt x="222058" y="67702"/>
                      <a:pt x="213390" y="72655"/>
                    </a:cubicBezTo>
                    <a:lnTo>
                      <a:pt x="126141" y="123424"/>
                    </a:lnTo>
                    <a:cubicBezTo>
                      <a:pt x="117073" y="128491"/>
                      <a:pt x="106138" y="128910"/>
                      <a:pt x="96709" y="12456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4" name="Google Shape;94;p12"/>
              <p:cNvSpPr/>
              <p:nvPr/>
            </p:nvSpPr>
            <p:spPr>
              <a:xfrm>
                <a:off x="5442650" y="3470843"/>
                <a:ext cx="220563" cy="127300"/>
              </a:xfrm>
              <a:custGeom>
                <a:avLst/>
                <a:gdLst/>
                <a:ahLst/>
                <a:cxnLst/>
                <a:rect l="l" t="t" r="r" b="b"/>
                <a:pathLst>
                  <a:path w="220563" h="127300" extrusionOk="0">
                    <a:moveTo>
                      <a:pt x="96709" y="124368"/>
                    </a:moveTo>
                    <a:lnTo>
                      <a:pt x="5078" y="71504"/>
                    </a:lnTo>
                    <a:cubicBezTo>
                      <a:pt x="-2447" y="67123"/>
                      <a:pt x="-1494" y="59598"/>
                      <a:pt x="7174" y="54645"/>
                    </a:cubicBezTo>
                    <a:lnTo>
                      <a:pt x="94613" y="4163"/>
                    </a:lnTo>
                    <a:cubicBezTo>
                      <a:pt x="103595" y="-914"/>
                      <a:pt x="114473" y="-1371"/>
                      <a:pt x="123855" y="2924"/>
                    </a:cubicBezTo>
                    <a:lnTo>
                      <a:pt x="215485" y="55883"/>
                    </a:lnTo>
                    <a:cubicBezTo>
                      <a:pt x="223010" y="60170"/>
                      <a:pt x="222058" y="67694"/>
                      <a:pt x="213390" y="72647"/>
                    </a:cubicBezTo>
                    <a:lnTo>
                      <a:pt x="125950" y="123225"/>
                    </a:lnTo>
                    <a:cubicBezTo>
                      <a:pt x="116940" y="128226"/>
                      <a:pt x="106081" y="128645"/>
                      <a:pt x="96709" y="12436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5" name="Google Shape;95;p12"/>
              <p:cNvSpPr/>
              <p:nvPr/>
            </p:nvSpPr>
            <p:spPr>
              <a:xfrm>
                <a:off x="5572666" y="3545935"/>
                <a:ext cx="220563" cy="127264"/>
              </a:xfrm>
              <a:custGeom>
                <a:avLst/>
                <a:gdLst/>
                <a:ahLst/>
                <a:cxnLst/>
                <a:rect l="l" t="t" r="r" b="b"/>
                <a:pathLst>
                  <a:path w="220563" h="127264" extrusionOk="0">
                    <a:moveTo>
                      <a:pt x="96709" y="124333"/>
                    </a:moveTo>
                    <a:lnTo>
                      <a:pt x="5078" y="71469"/>
                    </a:lnTo>
                    <a:cubicBezTo>
                      <a:pt x="-2447" y="67087"/>
                      <a:pt x="-1494" y="59563"/>
                      <a:pt x="7174" y="54610"/>
                    </a:cubicBezTo>
                    <a:lnTo>
                      <a:pt x="94613" y="4127"/>
                    </a:lnTo>
                    <a:cubicBezTo>
                      <a:pt x="103614" y="-902"/>
                      <a:pt x="114463" y="-1359"/>
                      <a:pt x="123855" y="2889"/>
                    </a:cubicBezTo>
                    <a:lnTo>
                      <a:pt x="215485" y="55848"/>
                    </a:lnTo>
                    <a:cubicBezTo>
                      <a:pt x="223010" y="60134"/>
                      <a:pt x="222058" y="67659"/>
                      <a:pt x="213390" y="72612"/>
                    </a:cubicBezTo>
                    <a:lnTo>
                      <a:pt x="125950" y="123190"/>
                    </a:lnTo>
                    <a:cubicBezTo>
                      <a:pt x="116940" y="128190"/>
                      <a:pt x="106081" y="128609"/>
                      <a:pt x="96709" y="124333"/>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6" name="Google Shape;96;p12"/>
              <p:cNvSpPr/>
              <p:nvPr/>
            </p:nvSpPr>
            <p:spPr>
              <a:xfrm>
                <a:off x="5701635" y="3620377"/>
                <a:ext cx="220563" cy="127300"/>
              </a:xfrm>
              <a:custGeom>
                <a:avLst/>
                <a:gdLst/>
                <a:ahLst/>
                <a:cxnLst/>
                <a:rect l="l" t="t" r="r" b="b"/>
                <a:pathLst>
                  <a:path w="220563" h="127300" extrusionOk="0">
                    <a:moveTo>
                      <a:pt x="96709" y="124376"/>
                    </a:moveTo>
                    <a:lnTo>
                      <a:pt x="5078" y="71417"/>
                    </a:lnTo>
                    <a:cubicBezTo>
                      <a:pt x="-2447" y="67131"/>
                      <a:pt x="-1494" y="59606"/>
                      <a:pt x="7174" y="54653"/>
                    </a:cubicBezTo>
                    <a:lnTo>
                      <a:pt x="94613" y="4075"/>
                    </a:lnTo>
                    <a:cubicBezTo>
                      <a:pt x="103624" y="-925"/>
                      <a:pt x="114482" y="-1345"/>
                      <a:pt x="123855" y="2932"/>
                    </a:cubicBezTo>
                    <a:lnTo>
                      <a:pt x="215485" y="55796"/>
                    </a:lnTo>
                    <a:cubicBezTo>
                      <a:pt x="223010" y="60178"/>
                      <a:pt x="222058" y="67702"/>
                      <a:pt x="213390" y="72655"/>
                    </a:cubicBezTo>
                    <a:lnTo>
                      <a:pt x="125950" y="123138"/>
                    </a:lnTo>
                    <a:cubicBezTo>
                      <a:pt x="116968" y="128215"/>
                      <a:pt x="106091" y="128672"/>
                      <a:pt x="96709"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7" name="Google Shape;97;p12"/>
              <p:cNvSpPr/>
              <p:nvPr/>
            </p:nvSpPr>
            <p:spPr>
              <a:xfrm>
                <a:off x="5831651" y="3695149"/>
                <a:ext cx="220563" cy="127308"/>
              </a:xfrm>
              <a:custGeom>
                <a:avLst/>
                <a:gdLst/>
                <a:ahLst/>
                <a:cxnLst/>
                <a:rect l="l" t="t" r="r" b="b"/>
                <a:pathLst>
                  <a:path w="220563" h="127308" extrusionOk="0">
                    <a:moveTo>
                      <a:pt x="96709" y="124376"/>
                    </a:moveTo>
                    <a:lnTo>
                      <a:pt x="5078" y="71512"/>
                    </a:lnTo>
                    <a:cubicBezTo>
                      <a:pt x="-2447" y="67131"/>
                      <a:pt x="-1494" y="59606"/>
                      <a:pt x="7174" y="54653"/>
                    </a:cubicBezTo>
                    <a:lnTo>
                      <a:pt x="94613" y="4075"/>
                    </a:lnTo>
                    <a:cubicBezTo>
                      <a:pt x="103624" y="-925"/>
                      <a:pt x="114482" y="-1345"/>
                      <a:pt x="123855" y="2932"/>
                    </a:cubicBezTo>
                    <a:lnTo>
                      <a:pt x="215485" y="55796"/>
                    </a:lnTo>
                    <a:cubicBezTo>
                      <a:pt x="223010" y="60178"/>
                      <a:pt x="222058" y="67702"/>
                      <a:pt x="213390" y="72655"/>
                    </a:cubicBezTo>
                    <a:lnTo>
                      <a:pt x="125950" y="123233"/>
                    </a:lnTo>
                    <a:cubicBezTo>
                      <a:pt x="116940" y="128234"/>
                      <a:pt x="106081" y="128653"/>
                      <a:pt x="96709"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8" name="Google Shape;98;p12"/>
              <p:cNvSpPr/>
              <p:nvPr/>
            </p:nvSpPr>
            <p:spPr>
              <a:xfrm>
                <a:off x="5961667" y="3770491"/>
                <a:ext cx="220563" cy="127308"/>
              </a:xfrm>
              <a:custGeom>
                <a:avLst/>
                <a:gdLst/>
                <a:ahLst/>
                <a:cxnLst/>
                <a:rect l="l" t="t" r="r" b="b"/>
                <a:pathLst>
                  <a:path w="220563" h="127308" extrusionOk="0">
                    <a:moveTo>
                      <a:pt x="96709" y="124376"/>
                    </a:moveTo>
                    <a:lnTo>
                      <a:pt x="5078" y="71512"/>
                    </a:lnTo>
                    <a:cubicBezTo>
                      <a:pt x="-2447" y="67131"/>
                      <a:pt x="-1494" y="59606"/>
                      <a:pt x="7174" y="54653"/>
                    </a:cubicBezTo>
                    <a:lnTo>
                      <a:pt x="94613" y="4075"/>
                    </a:lnTo>
                    <a:cubicBezTo>
                      <a:pt x="103624" y="-925"/>
                      <a:pt x="114482" y="-1345"/>
                      <a:pt x="123855" y="2932"/>
                    </a:cubicBezTo>
                    <a:lnTo>
                      <a:pt x="215485" y="55796"/>
                    </a:lnTo>
                    <a:cubicBezTo>
                      <a:pt x="223010" y="60178"/>
                      <a:pt x="222058" y="67702"/>
                      <a:pt x="213390" y="72655"/>
                    </a:cubicBezTo>
                    <a:lnTo>
                      <a:pt x="125950" y="123233"/>
                    </a:lnTo>
                    <a:cubicBezTo>
                      <a:pt x="116940" y="128234"/>
                      <a:pt x="106081" y="128653"/>
                      <a:pt x="96709"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9" name="Google Shape;99;p12"/>
              <p:cNvSpPr/>
              <p:nvPr/>
            </p:nvSpPr>
            <p:spPr>
              <a:xfrm>
                <a:off x="6091683" y="3845548"/>
                <a:ext cx="220563" cy="127308"/>
              </a:xfrm>
              <a:custGeom>
                <a:avLst/>
                <a:gdLst/>
                <a:ahLst/>
                <a:cxnLst/>
                <a:rect l="l" t="t" r="r" b="b"/>
                <a:pathLst>
                  <a:path w="220563" h="127308" extrusionOk="0">
                    <a:moveTo>
                      <a:pt x="96709" y="124376"/>
                    </a:moveTo>
                    <a:lnTo>
                      <a:pt x="5078" y="71512"/>
                    </a:lnTo>
                    <a:cubicBezTo>
                      <a:pt x="-2447" y="67131"/>
                      <a:pt x="-1494" y="59606"/>
                      <a:pt x="7174" y="54653"/>
                    </a:cubicBezTo>
                    <a:lnTo>
                      <a:pt x="94613" y="4075"/>
                    </a:lnTo>
                    <a:cubicBezTo>
                      <a:pt x="103595" y="-925"/>
                      <a:pt x="114416" y="-1345"/>
                      <a:pt x="123760" y="2932"/>
                    </a:cubicBezTo>
                    <a:lnTo>
                      <a:pt x="215486" y="55796"/>
                    </a:lnTo>
                    <a:cubicBezTo>
                      <a:pt x="223010" y="60177"/>
                      <a:pt x="222058" y="67702"/>
                      <a:pt x="213390" y="72655"/>
                    </a:cubicBezTo>
                    <a:lnTo>
                      <a:pt x="125950" y="123233"/>
                    </a:lnTo>
                    <a:cubicBezTo>
                      <a:pt x="116940" y="128234"/>
                      <a:pt x="106081" y="128653"/>
                      <a:pt x="96709"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0" name="Google Shape;100;p12"/>
              <p:cNvSpPr/>
              <p:nvPr/>
            </p:nvSpPr>
            <p:spPr>
              <a:xfrm>
                <a:off x="6221700" y="3920605"/>
                <a:ext cx="220524" cy="127307"/>
              </a:xfrm>
              <a:custGeom>
                <a:avLst/>
                <a:gdLst/>
                <a:ahLst/>
                <a:cxnLst/>
                <a:rect l="l" t="t" r="r" b="b"/>
                <a:pathLst>
                  <a:path w="220524" h="127307" extrusionOk="0">
                    <a:moveTo>
                      <a:pt x="96709" y="124376"/>
                    </a:moveTo>
                    <a:lnTo>
                      <a:pt x="5078" y="71512"/>
                    </a:lnTo>
                    <a:cubicBezTo>
                      <a:pt x="-2447" y="67131"/>
                      <a:pt x="-1494" y="59606"/>
                      <a:pt x="7174" y="54653"/>
                    </a:cubicBezTo>
                    <a:lnTo>
                      <a:pt x="94613" y="4075"/>
                    </a:lnTo>
                    <a:cubicBezTo>
                      <a:pt x="103595" y="-925"/>
                      <a:pt x="114416" y="-1345"/>
                      <a:pt x="123760" y="2932"/>
                    </a:cubicBezTo>
                    <a:lnTo>
                      <a:pt x="215485" y="55891"/>
                    </a:lnTo>
                    <a:cubicBezTo>
                      <a:pt x="222915" y="60177"/>
                      <a:pt x="222058" y="67702"/>
                      <a:pt x="213390" y="72655"/>
                    </a:cubicBezTo>
                    <a:lnTo>
                      <a:pt x="125855" y="123233"/>
                    </a:lnTo>
                    <a:cubicBezTo>
                      <a:pt x="116873" y="128234"/>
                      <a:pt x="106053" y="128652"/>
                      <a:pt x="96709"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1" name="Google Shape;101;p12"/>
              <p:cNvSpPr/>
              <p:nvPr/>
            </p:nvSpPr>
            <p:spPr>
              <a:xfrm>
                <a:off x="6351691" y="3995706"/>
                <a:ext cx="220549" cy="127264"/>
              </a:xfrm>
              <a:custGeom>
                <a:avLst/>
                <a:gdLst/>
                <a:ahLst/>
                <a:cxnLst/>
                <a:rect l="l" t="t" r="r" b="b"/>
                <a:pathLst>
                  <a:path w="220549" h="127264" extrusionOk="0">
                    <a:moveTo>
                      <a:pt x="96733" y="124333"/>
                    </a:moveTo>
                    <a:lnTo>
                      <a:pt x="5007" y="71469"/>
                    </a:lnTo>
                    <a:cubicBezTo>
                      <a:pt x="-2422" y="67087"/>
                      <a:pt x="-1470" y="59563"/>
                      <a:pt x="7103" y="54610"/>
                    </a:cubicBezTo>
                    <a:lnTo>
                      <a:pt x="94638" y="4127"/>
                    </a:lnTo>
                    <a:cubicBezTo>
                      <a:pt x="103601" y="-902"/>
                      <a:pt x="114421" y="-1359"/>
                      <a:pt x="123784" y="2889"/>
                    </a:cubicBezTo>
                    <a:lnTo>
                      <a:pt x="215510" y="55848"/>
                    </a:lnTo>
                    <a:cubicBezTo>
                      <a:pt x="222939" y="60134"/>
                      <a:pt x="222082" y="67659"/>
                      <a:pt x="213414" y="72612"/>
                    </a:cubicBezTo>
                    <a:lnTo>
                      <a:pt x="125880" y="123190"/>
                    </a:lnTo>
                    <a:cubicBezTo>
                      <a:pt x="116898" y="128190"/>
                      <a:pt x="106077" y="128609"/>
                      <a:pt x="96733" y="124333"/>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2" name="Google Shape;102;p12"/>
              <p:cNvSpPr/>
              <p:nvPr/>
            </p:nvSpPr>
            <p:spPr>
              <a:xfrm>
                <a:off x="6481517" y="4070763"/>
                <a:ext cx="220517" cy="127215"/>
              </a:xfrm>
              <a:custGeom>
                <a:avLst/>
                <a:gdLst/>
                <a:ahLst/>
                <a:cxnLst/>
                <a:rect l="l" t="t" r="r" b="b"/>
                <a:pathLst>
                  <a:path w="220517" h="127215" extrusionOk="0">
                    <a:moveTo>
                      <a:pt x="96924" y="124333"/>
                    </a:moveTo>
                    <a:lnTo>
                      <a:pt x="5007" y="71469"/>
                    </a:lnTo>
                    <a:cubicBezTo>
                      <a:pt x="-2422" y="67087"/>
                      <a:pt x="-1470" y="59563"/>
                      <a:pt x="7103" y="54609"/>
                    </a:cubicBezTo>
                    <a:lnTo>
                      <a:pt x="94638" y="4127"/>
                    </a:lnTo>
                    <a:cubicBezTo>
                      <a:pt x="103601" y="-902"/>
                      <a:pt x="114421" y="-1359"/>
                      <a:pt x="123784" y="2889"/>
                    </a:cubicBezTo>
                    <a:lnTo>
                      <a:pt x="215510" y="55848"/>
                    </a:lnTo>
                    <a:cubicBezTo>
                      <a:pt x="222939" y="60134"/>
                      <a:pt x="221987" y="67659"/>
                      <a:pt x="213414" y="72612"/>
                    </a:cubicBezTo>
                    <a:lnTo>
                      <a:pt x="125880" y="123190"/>
                    </a:lnTo>
                    <a:cubicBezTo>
                      <a:pt x="116955" y="128124"/>
                      <a:pt x="106210" y="128543"/>
                      <a:pt x="96924" y="124333"/>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3" name="Google Shape;103;p12"/>
              <p:cNvSpPr/>
              <p:nvPr/>
            </p:nvSpPr>
            <p:spPr>
              <a:xfrm>
                <a:off x="6611724" y="4145820"/>
                <a:ext cx="220517" cy="127281"/>
              </a:xfrm>
              <a:custGeom>
                <a:avLst/>
                <a:gdLst/>
                <a:ahLst/>
                <a:cxnLst/>
                <a:rect l="l" t="t" r="r" b="b"/>
                <a:pathLst>
                  <a:path w="220517" h="127281" extrusionOk="0">
                    <a:moveTo>
                      <a:pt x="96733" y="124428"/>
                    </a:moveTo>
                    <a:lnTo>
                      <a:pt x="5007" y="71469"/>
                    </a:lnTo>
                    <a:cubicBezTo>
                      <a:pt x="-2422" y="67087"/>
                      <a:pt x="-1470" y="59563"/>
                      <a:pt x="7103" y="54610"/>
                    </a:cubicBezTo>
                    <a:lnTo>
                      <a:pt x="94637" y="4127"/>
                    </a:lnTo>
                    <a:cubicBezTo>
                      <a:pt x="103601" y="-902"/>
                      <a:pt x="114421" y="-1359"/>
                      <a:pt x="123784" y="2889"/>
                    </a:cubicBezTo>
                    <a:lnTo>
                      <a:pt x="215510" y="55848"/>
                    </a:lnTo>
                    <a:cubicBezTo>
                      <a:pt x="222939" y="60134"/>
                      <a:pt x="221987" y="67659"/>
                      <a:pt x="213414" y="72707"/>
                    </a:cubicBezTo>
                    <a:lnTo>
                      <a:pt x="125879" y="123190"/>
                    </a:lnTo>
                    <a:cubicBezTo>
                      <a:pt x="116897" y="128171"/>
                      <a:pt x="106096" y="128628"/>
                      <a:pt x="96733" y="12442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4" name="Google Shape;104;p12"/>
              <p:cNvSpPr/>
              <p:nvPr/>
            </p:nvSpPr>
            <p:spPr>
              <a:xfrm>
                <a:off x="4990117" y="3209572"/>
                <a:ext cx="283047" cy="163399"/>
              </a:xfrm>
              <a:custGeom>
                <a:avLst/>
                <a:gdLst/>
                <a:ahLst/>
                <a:cxnLst/>
                <a:rect l="l" t="t" r="r" b="b"/>
                <a:pathLst>
                  <a:path w="283047" h="163399" extrusionOk="0">
                    <a:moveTo>
                      <a:pt x="159288" y="160468"/>
                    </a:moveTo>
                    <a:lnTo>
                      <a:pt x="5078" y="71504"/>
                    </a:lnTo>
                    <a:cubicBezTo>
                      <a:pt x="-2447" y="67123"/>
                      <a:pt x="-1494" y="59598"/>
                      <a:pt x="7174" y="54645"/>
                    </a:cubicBezTo>
                    <a:lnTo>
                      <a:pt x="94613" y="4163"/>
                    </a:lnTo>
                    <a:cubicBezTo>
                      <a:pt x="103595" y="-914"/>
                      <a:pt x="114473" y="-1371"/>
                      <a:pt x="123855" y="2924"/>
                    </a:cubicBezTo>
                    <a:lnTo>
                      <a:pt x="277969" y="91888"/>
                    </a:lnTo>
                    <a:cubicBezTo>
                      <a:pt x="285494" y="96269"/>
                      <a:pt x="284542" y="103794"/>
                      <a:pt x="275874" y="108747"/>
                    </a:cubicBezTo>
                    <a:lnTo>
                      <a:pt x="188434" y="159325"/>
                    </a:lnTo>
                    <a:cubicBezTo>
                      <a:pt x="179452" y="164325"/>
                      <a:pt x="168632" y="164745"/>
                      <a:pt x="159288" y="16046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5" name="Google Shape;105;p12"/>
              <p:cNvSpPr/>
              <p:nvPr/>
            </p:nvSpPr>
            <p:spPr>
              <a:xfrm>
                <a:off x="6648640" y="4220618"/>
                <a:ext cx="313122" cy="199558"/>
              </a:xfrm>
              <a:custGeom>
                <a:avLst/>
                <a:gdLst/>
                <a:ahLst/>
                <a:cxnLst/>
                <a:rect l="l" t="t" r="r" b="b"/>
                <a:pathLst>
                  <a:path w="313122" h="199558" extrusionOk="0">
                    <a:moveTo>
                      <a:pt x="307467" y="56107"/>
                    </a:moveTo>
                    <a:lnTo>
                      <a:pt x="215836" y="3243"/>
                    </a:lnTo>
                    <a:cubicBezTo>
                      <a:pt x="207274" y="-1081"/>
                      <a:pt x="197158" y="-1081"/>
                      <a:pt x="188595" y="3243"/>
                    </a:cubicBezTo>
                    <a:lnTo>
                      <a:pt x="96107" y="56107"/>
                    </a:lnTo>
                    <a:cubicBezTo>
                      <a:pt x="91764" y="57564"/>
                      <a:pt x="89430" y="62260"/>
                      <a:pt x="90878" y="66594"/>
                    </a:cubicBezTo>
                    <a:cubicBezTo>
                      <a:pt x="91707" y="69061"/>
                      <a:pt x="93640" y="70994"/>
                      <a:pt x="96107" y="71823"/>
                    </a:cubicBezTo>
                    <a:lnTo>
                      <a:pt x="103442" y="76014"/>
                    </a:lnTo>
                    <a:cubicBezTo>
                      <a:pt x="107442" y="77329"/>
                      <a:pt x="109614" y="81634"/>
                      <a:pt x="108299" y="85635"/>
                    </a:cubicBezTo>
                    <a:cubicBezTo>
                      <a:pt x="107547" y="87930"/>
                      <a:pt x="105737" y="89740"/>
                      <a:pt x="103442" y="90492"/>
                    </a:cubicBezTo>
                    <a:lnTo>
                      <a:pt x="5715" y="146880"/>
                    </a:lnTo>
                    <a:cubicBezTo>
                      <a:pt x="-1905" y="151262"/>
                      <a:pt x="-1905" y="158310"/>
                      <a:pt x="5715" y="162596"/>
                    </a:cubicBezTo>
                    <a:lnTo>
                      <a:pt x="64103" y="196315"/>
                    </a:lnTo>
                    <a:cubicBezTo>
                      <a:pt x="72666" y="200639"/>
                      <a:pt x="82782" y="200639"/>
                      <a:pt x="91345" y="196315"/>
                    </a:cubicBezTo>
                    <a:lnTo>
                      <a:pt x="182690" y="143546"/>
                    </a:lnTo>
                    <a:lnTo>
                      <a:pt x="201740" y="132593"/>
                    </a:lnTo>
                    <a:lnTo>
                      <a:pt x="215360" y="124782"/>
                    </a:lnTo>
                    <a:lnTo>
                      <a:pt x="229076" y="116877"/>
                    </a:lnTo>
                    <a:lnTo>
                      <a:pt x="307848" y="71347"/>
                    </a:lnTo>
                    <a:cubicBezTo>
                      <a:pt x="314896" y="67061"/>
                      <a:pt x="314992" y="60108"/>
                      <a:pt x="307467" y="56107"/>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6" name="Google Shape;106;p12"/>
              <p:cNvSpPr/>
              <p:nvPr/>
            </p:nvSpPr>
            <p:spPr>
              <a:xfrm>
                <a:off x="4613284" y="3427765"/>
                <a:ext cx="220517" cy="127281"/>
              </a:xfrm>
              <a:custGeom>
                <a:avLst/>
                <a:gdLst/>
                <a:ahLst/>
                <a:cxnLst/>
                <a:rect l="l" t="t" r="r" b="b"/>
                <a:pathLst>
                  <a:path w="220517" h="127281" extrusionOk="0">
                    <a:moveTo>
                      <a:pt x="96733" y="124392"/>
                    </a:moveTo>
                    <a:lnTo>
                      <a:pt x="5007" y="71433"/>
                    </a:lnTo>
                    <a:cubicBezTo>
                      <a:pt x="-2422" y="67147"/>
                      <a:pt x="-1470" y="59623"/>
                      <a:pt x="7103" y="54574"/>
                    </a:cubicBezTo>
                    <a:lnTo>
                      <a:pt x="94638" y="4092"/>
                    </a:lnTo>
                    <a:cubicBezTo>
                      <a:pt x="103620" y="-890"/>
                      <a:pt x="114421" y="-1347"/>
                      <a:pt x="123784" y="2853"/>
                    </a:cubicBezTo>
                    <a:lnTo>
                      <a:pt x="215510" y="55812"/>
                    </a:lnTo>
                    <a:cubicBezTo>
                      <a:pt x="222939" y="60194"/>
                      <a:pt x="221987" y="67719"/>
                      <a:pt x="213414" y="72672"/>
                    </a:cubicBezTo>
                    <a:lnTo>
                      <a:pt x="125880" y="123154"/>
                    </a:lnTo>
                    <a:cubicBezTo>
                      <a:pt x="116917" y="128183"/>
                      <a:pt x="106096" y="128641"/>
                      <a:pt x="96733" y="124392"/>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7" name="Google Shape;107;p12"/>
              <p:cNvSpPr/>
              <p:nvPr/>
            </p:nvSpPr>
            <p:spPr>
              <a:xfrm>
                <a:off x="4742658" y="3502501"/>
                <a:ext cx="220563" cy="127281"/>
              </a:xfrm>
              <a:custGeom>
                <a:avLst/>
                <a:gdLst/>
                <a:ahLst/>
                <a:cxnLst/>
                <a:rect l="l" t="t" r="r" b="b"/>
                <a:pathLst>
                  <a:path w="220563" h="127281" extrusionOk="0">
                    <a:moveTo>
                      <a:pt x="96709" y="124428"/>
                    </a:moveTo>
                    <a:lnTo>
                      <a:pt x="5078" y="71469"/>
                    </a:lnTo>
                    <a:cubicBezTo>
                      <a:pt x="-2447" y="67087"/>
                      <a:pt x="-1494" y="59563"/>
                      <a:pt x="7174" y="54610"/>
                    </a:cubicBezTo>
                    <a:lnTo>
                      <a:pt x="94613" y="4127"/>
                    </a:lnTo>
                    <a:cubicBezTo>
                      <a:pt x="103614" y="-902"/>
                      <a:pt x="114463" y="-1359"/>
                      <a:pt x="123855" y="2889"/>
                    </a:cubicBezTo>
                    <a:lnTo>
                      <a:pt x="215485" y="55848"/>
                    </a:lnTo>
                    <a:cubicBezTo>
                      <a:pt x="223010" y="60134"/>
                      <a:pt x="222058" y="67659"/>
                      <a:pt x="213390" y="72707"/>
                    </a:cubicBezTo>
                    <a:lnTo>
                      <a:pt x="125950" y="123190"/>
                    </a:lnTo>
                    <a:cubicBezTo>
                      <a:pt x="116940" y="128171"/>
                      <a:pt x="106110" y="128628"/>
                      <a:pt x="96709" y="12442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8" name="Google Shape;108;p12"/>
              <p:cNvSpPr/>
              <p:nvPr/>
            </p:nvSpPr>
            <p:spPr>
              <a:xfrm>
                <a:off x="4871721" y="3577213"/>
                <a:ext cx="220563" cy="127189"/>
              </a:xfrm>
              <a:custGeom>
                <a:avLst/>
                <a:gdLst/>
                <a:ahLst/>
                <a:cxnLst/>
                <a:rect l="l" t="t" r="r" b="b"/>
                <a:pathLst>
                  <a:path w="220563" h="127189" extrusionOk="0">
                    <a:moveTo>
                      <a:pt x="97090" y="124392"/>
                    </a:moveTo>
                    <a:lnTo>
                      <a:pt x="5078" y="71433"/>
                    </a:lnTo>
                    <a:cubicBezTo>
                      <a:pt x="-2447" y="67147"/>
                      <a:pt x="-1494" y="59623"/>
                      <a:pt x="7174" y="54574"/>
                    </a:cubicBezTo>
                    <a:lnTo>
                      <a:pt x="94613" y="4092"/>
                    </a:lnTo>
                    <a:cubicBezTo>
                      <a:pt x="103595" y="-890"/>
                      <a:pt x="114397" y="-1347"/>
                      <a:pt x="123760" y="2853"/>
                    </a:cubicBezTo>
                    <a:lnTo>
                      <a:pt x="215485" y="55813"/>
                    </a:lnTo>
                    <a:cubicBezTo>
                      <a:pt x="223010" y="60099"/>
                      <a:pt x="222058" y="67719"/>
                      <a:pt x="213390" y="72672"/>
                    </a:cubicBezTo>
                    <a:lnTo>
                      <a:pt x="125950" y="123154"/>
                    </a:lnTo>
                    <a:cubicBezTo>
                      <a:pt x="117054" y="128060"/>
                      <a:pt x="106376" y="128517"/>
                      <a:pt x="97090" y="124392"/>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09" name="Google Shape;109;p12"/>
              <p:cNvSpPr/>
              <p:nvPr/>
            </p:nvSpPr>
            <p:spPr>
              <a:xfrm>
                <a:off x="5974216" y="4213507"/>
                <a:ext cx="220549" cy="127300"/>
              </a:xfrm>
              <a:custGeom>
                <a:avLst/>
                <a:gdLst/>
                <a:ahLst/>
                <a:cxnLst/>
                <a:rect l="l" t="t" r="r" b="b"/>
                <a:pathLst>
                  <a:path w="220549" h="127300" extrusionOk="0">
                    <a:moveTo>
                      <a:pt x="96733" y="124368"/>
                    </a:moveTo>
                    <a:lnTo>
                      <a:pt x="5007" y="71504"/>
                    </a:lnTo>
                    <a:cubicBezTo>
                      <a:pt x="-2422" y="67123"/>
                      <a:pt x="-1470" y="59598"/>
                      <a:pt x="7103" y="54645"/>
                    </a:cubicBezTo>
                    <a:lnTo>
                      <a:pt x="94638" y="4162"/>
                    </a:lnTo>
                    <a:cubicBezTo>
                      <a:pt x="103591" y="-914"/>
                      <a:pt x="114430" y="-1371"/>
                      <a:pt x="123784" y="2924"/>
                    </a:cubicBezTo>
                    <a:lnTo>
                      <a:pt x="215510" y="55883"/>
                    </a:lnTo>
                    <a:cubicBezTo>
                      <a:pt x="222939" y="60170"/>
                      <a:pt x="222082" y="67694"/>
                      <a:pt x="213414" y="72647"/>
                    </a:cubicBezTo>
                    <a:lnTo>
                      <a:pt x="125879" y="123225"/>
                    </a:lnTo>
                    <a:cubicBezTo>
                      <a:pt x="116897" y="128226"/>
                      <a:pt x="106077" y="128645"/>
                      <a:pt x="96733" y="12436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0" name="Google Shape;110;p12"/>
              <p:cNvSpPr/>
              <p:nvPr/>
            </p:nvSpPr>
            <p:spPr>
              <a:xfrm>
                <a:off x="6104041" y="4288254"/>
                <a:ext cx="220517" cy="127281"/>
              </a:xfrm>
              <a:custGeom>
                <a:avLst/>
                <a:gdLst/>
                <a:ahLst/>
                <a:cxnLst/>
                <a:rect l="l" t="t" r="r" b="b"/>
                <a:pathLst>
                  <a:path w="220517" h="127281" extrusionOk="0">
                    <a:moveTo>
                      <a:pt x="96733" y="124392"/>
                    </a:moveTo>
                    <a:lnTo>
                      <a:pt x="5007" y="71433"/>
                    </a:lnTo>
                    <a:cubicBezTo>
                      <a:pt x="-2422" y="67147"/>
                      <a:pt x="-1470" y="59622"/>
                      <a:pt x="7103" y="54574"/>
                    </a:cubicBezTo>
                    <a:lnTo>
                      <a:pt x="94638" y="4092"/>
                    </a:lnTo>
                    <a:cubicBezTo>
                      <a:pt x="103620" y="-890"/>
                      <a:pt x="114421" y="-1347"/>
                      <a:pt x="123784" y="2854"/>
                    </a:cubicBezTo>
                    <a:lnTo>
                      <a:pt x="215510" y="55813"/>
                    </a:lnTo>
                    <a:cubicBezTo>
                      <a:pt x="222939" y="60099"/>
                      <a:pt x="221987" y="67719"/>
                      <a:pt x="213414" y="72672"/>
                    </a:cubicBezTo>
                    <a:lnTo>
                      <a:pt x="125880" y="123154"/>
                    </a:lnTo>
                    <a:cubicBezTo>
                      <a:pt x="116916" y="128183"/>
                      <a:pt x="106096" y="128641"/>
                      <a:pt x="96733" y="124392"/>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1" name="Google Shape;111;p12"/>
              <p:cNvSpPr/>
              <p:nvPr/>
            </p:nvSpPr>
            <p:spPr>
              <a:xfrm>
                <a:off x="6233034" y="4362946"/>
                <a:ext cx="220563" cy="127351"/>
              </a:xfrm>
              <a:custGeom>
                <a:avLst/>
                <a:gdLst/>
                <a:ahLst/>
                <a:cxnLst/>
                <a:rect l="l" t="t" r="r" b="b"/>
                <a:pathLst>
                  <a:path w="220563" h="127351" extrusionOk="0">
                    <a:moveTo>
                      <a:pt x="96709" y="124376"/>
                    </a:moveTo>
                    <a:lnTo>
                      <a:pt x="5078" y="71512"/>
                    </a:lnTo>
                    <a:cubicBezTo>
                      <a:pt x="-2447" y="67131"/>
                      <a:pt x="-1494" y="59606"/>
                      <a:pt x="7174" y="54653"/>
                    </a:cubicBezTo>
                    <a:lnTo>
                      <a:pt x="94613" y="4075"/>
                    </a:lnTo>
                    <a:cubicBezTo>
                      <a:pt x="103624" y="-926"/>
                      <a:pt x="114482" y="-1344"/>
                      <a:pt x="123855" y="2932"/>
                    </a:cubicBezTo>
                    <a:lnTo>
                      <a:pt x="215485" y="55796"/>
                    </a:lnTo>
                    <a:cubicBezTo>
                      <a:pt x="223010" y="60177"/>
                      <a:pt x="222058" y="67702"/>
                      <a:pt x="213390" y="72655"/>
                    </a:cubicBezTo>
                    <a:lnTo>
                      <a:pt x="125950" y="123328"/>
                    </a:lnTo>
                    <a:cubicBezTo>
                      <a:pt x="116920" y="128300"/>
                      <a:pt x="106072" y="128681"/>
                      <a:pt x="96709"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2" name="Google Shape;112;p12"/>
              <p:cNvSpPr/>
              <p:nvPr/>
            </p:nvSpPr>
            <p:spPr>
              <a:xfrm>
                <a:off x="6362479" y="4438082"/>
                <a:ext cx="220563" cy="127246"/>
              </a:xfrm>
              <a:custGeom>
                <a:avLst/>
                <a:gdLst/>
                <a:ahLst/>
                <a:cxnLst/>
                <a:rect l="l" t="t" r="r" b="b"/>
                <a:pathLst>
                  <a:path w="220563" h="127246" extrusionOk="0">
                    <a:moveTo>
                      <a:pt x="96709" y="124393"/>
                    </a:moveTo>
                    <a:lnTo>
                      <a:pt x="5078" y="71434"/>
                    </a:lnTo>
                    <a:cubicBezTo>
                      <a:pt x="-2447" y="67147"/>
                      <a:pt x="-1494" y="59623"/>
                      <a:pt x="7174" y="54574"/>
                    </a:cubicBezTo>
                    <a:lnTo>
                      <a:pt x="94613" y="4092"/>
                    </a:lnTo>
                    <a:cubicBezTo>
                      <a:pt x="103595" y="-890"/>
                      <a:pt x="114397" y="-1347"/>
                      <a:pt x="123760" y="2853"/>
                    </a:cubicBezTo>
                    <a:lnTo>
                      <a:pt x="215485" y="55812"/>
                    </a:lnTo>
                    <a:cubicBezTo>
                      <a:pt x="223010" y="60099"/>
                      <a:pt x="222058" y="67624"/>
                      <a:pt x="213390" y="72672"/>
                    </a:cubicBezTo>
                    <a:lnTo>
                      <a:pt x="125950" y="123154"/>
                    </a:lnTo>
                    <a:cubicBezTo>
                      <a:pt x="116940" y="128136"/>
                      <a:pt x="106110" y="128593"/>
                      <a:pt x="96709" y="124393"/>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3" name="Google Shape;113;p12"/>
              <p:cNvSpPr/>
              <p:nvPr/>
            </p:nvSpPr>
            <p:spPr>
              <a:xfrm>
                <a:off x="5001523" y="3651913"/>
                <a:ext cx="253854" cy="146540"/>
              </a:xfrm>
              <a:custGeom>
                <a:avLst/>
                <a:gdLst/>
                <a:ahLst/>
                <a:cxnLst/>
                <a:rect l="l" t="t" r="r" b="b"/>
                <a:pathLst>
                  <a:path w="253854" h="146540" extrusionOk="0">
                    <a:moveTo>
                      <a:pt x="130071" y="143609"/>
                    </a:moveTo>
                    <a:lnTo>
                      <a:pt x="5007" y="71504"/>
                    </a:lnTo>
                    <a:cubicBezTo>
                      <a:pt x="-2422" y="67123"/>
                      <a:pt x="-1470" y="59598"/>
                      <a:pt x="7103" y="54645"/>
                    </a:cubicBezTo>
                    <a:lnTo>
                      <a:pt x="94638" y="4163"/>
                    </a:lnTo>
                    <a:cubicBezTo>
                      <a:pt x="103591" y="-914"/>
                      <a:pt x="114431" y="-1371"/>
                      <a:pt x="123784" y="2924"/>
                    </a:cubicBezTo>
                    <a:lnTo>
                      <a:pt x="248847" y="75124"/>
                    </a:lnTo>
                    <a:cubicBezTo>
                      <a:pt x="256277" y="79410"/>
                      <a:pt x="255324" y="86935"/>
                      <a:pt x="246752" y="91888"/>
                    </a:cubicBezTo>
                    <a:lnTo>
                      <a:pt x="159217" y="142465"/>
                    </a:lnTo>
                    <a:cubicBezTo>
                      <a:pt x="150235" y="147466"/>
                      <a:pt x="139415" y="147885"/>
                      <a:pt x="130071" y="143609"/>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4" name="Google Shape;114;p12"/>
              <p:cNvSpPr/>
              <p:nvPr/>
            </p:nvSpPr>
            <p:spPr>
              <a:xfrm>
                <a:off x="5811458" y="4119562"/>
                <a:ext cx="253901" cy="146525"/>
              </a:xfrm>
              <a:custGeom>
                <a:avLst/>
                <a:gdLst/>
                <a:ahLst/>
                <a:cxnLst/>
                <a:rect l="l" t="t" r="r" b="b"/>
                <a:pathLst>
                  <a:path w="253901" h="146525" extrusionOk="0">
                    <a:moveTo>
                      <a:pt x="130046" y="143637"/>
                    </a:moveTo>
                    <a:lnTo>
                      <a:pt x="5078" y="71437"/>
                    </a:lnTo>
                    <a:cubicBezTo>
                      <a:pt x="-2447" y="67151"/>
                      <a:pt x="-1494" y="59626"/>
                      <a:pt x="7174" y="54578"/>
                    </a:cubicBezTo>
                    <a:lnTo>
                      <a:pt x="94613" y="4096"/>
                    </a:lnTo>
                    <a:cubicBezTo>
                      <a:pt x="103624" y="-886"/>
                      <a:pt x="114454" y="-1353"/>
                      <a:pt x="123855" y="2857"/>
                    </a:cubicBezTo>
                    <a:lnTo>
                      <a:pt x="248823" y="75057"/>
                    </a:lnTo>
                    <a:cubicBezTo>
                      <a:pt x="256348" y="79343"/>
                      <a:pt x="255395" y="86963"/>
                      <a:pt x="246727" y="91916"/>
                    </a:cubicBezTo>
                    <a:lnTo>
                      <a:pt x="159288" y="142399"/>
                    </a:lnTo>
                    <a:cubicBezTo>
                      <a:pt x="150287" y="147428"/>
                      <a:pt x="139438" y="147885"/>
                      <a:pt x="130046" y="143637"/>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5" name="Google Shape;115;p12"/>
              <p:cNvSpPr/>
              <p:nvPr/>
            </p:nvSpPr>
            <p:spPr>
              <a:xfrm>
                <a:off x="5164178" y="3745900"/>
                <a:ext cx="738494" cy="426244"/>
              </a:xfrm>
              <a:custGeom>
                <a:avLst/>
                <a:gdLst/>
                <a:ahLst/>
                <a:cxnLst/>
                <a:rect l="l" t="t" r="r" b="b"/>
                <a:pathLst>
                  <a:path w="738494" h="426244" extrusionOk="0">
                    <a:moveTo>
                      <a:pt x="614639" y="423287"/>
                    </a:moveTo>
                    <a:lnTo>
                      <a:pt x="5039" y="71433"/>
                    </a:lnTo>
                    <a:cubicBezTo>
                      <a:pt x="-2390" y="67147"/>
                      <a:pt x="-1533" y="59622"/>
                      <a:pt x="7135" y="54574"/>
                    </a:cubicBezTo>
                    <a:lnTo>
                      <a:pt x="94670" y="4092"/>
                    </a:lnTo>
                    <a:cubicBezTo>
                      <a:pt x="103652" y="-890"/>
                      <a:pt x="114453" y="-1347"/>
                      <a:pt x="123816" y="2854"/>
                    </a:cubicBezTo>
                    <a:lnTo>
                      <a:pt x="733416" y="354802"/>
                    </a:lnTo>
                    <a:cubicBezTo>
                      <a:pt x="740941" y="359089"/>
                      <a:pt x="739989" y="366613"/>
                      <a:pt x="731321" y="371566"/>
                    </a:cubicBezTo>
                    <a:lnTo>
                      <a:pt x="643881" y="422144"/>
                    </a:lnTo>
                    <a:cubicBezTo>
                      <a:pt x="634880" y="427173"/>
                      <a:pt x="624012" y="427602"/>
                      <a:pt x="614639" y="423287"/>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6" name="Google Shape;116;p12"/>
              <p:cNvSpPr/>
              <p:nvPr/>
            </p:nvSpPr>
            <p:spPr>
              <a:xfrm>
                <a:off x="5092169" y="3413764"/>
                <a:ext cx="220524" cy="127281"/>
              </a:xfrm>
              <a:custGeom>
                <a:avLst/>
                <a:gdLst/>
                <a:ahLst/>
                <a:cxnLst/>
                <a:rect l="l" t="t" r="r" b="b"/>
                <a:pathLst>
                  <a:path w="220524" h="127281" extrusionOk="0">
                    <a:moveTo>
                      <a:pt x="96765" y="124392"/>
                    </a:moveTo>
                    <a:lnTo>
                      <a:pt x="5039" y="71433"/>
                    </a:lnTo>
                    <a:cubicBezTo>
                      <a:pt x="-2390" y="67147"/>
                      <a:pt x="-1533" y="59623"/>
                      <a:pt x="7135" y="54574"/>
                    </a:cubicBezTo>
                    <a:lnTo>
                      <a:pt x="94670" y="4092"/>
                    </a:lnTo>
                    <a:cubicBezTo>
                      <a:pt x="103652" y="-890"/>
                      <a:pt x="114453" y="-1347"/>
                      <a:pt x="123816" y="2853"/>
                    </a:cubicBezTo>
                    <a:lnTo>
                      <a:pt x="215447" y="55812"/>
                    </a:lnTo>
                    <a:cubicBezTo>
                      <a:pt x="222972" y="60099"/>
                      <a:pt x="222019" y="67719"/>
                      <a:pt x="213351" y="72672"/>
                    </a:cubicBezTo>
                    <a:lnTo>
                      <a:pt x="125912" y="123154"/>
                    </a:lnTo>
                    <a:cubicBezTo>
                      <a:pt x="116949" y="128183"/>
                      <a:pt x="106128" y="128641"/>
                      <a:pt x="96765" y="124392"/>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7" name="Google Shape;117;p12"/>
              <p:cNvSpPr/>
              <p:nvPr/>
            </p:nvSpPr>
            <p:spPr>
              <a:xfrm>
                <a:off x="5221804" y="3488595"/>
                <a:ext cx="220524" cy="127281"/>
              </a:xfrm>
              <a:custGeom>
                <a:avLst/>
                <a:gdLst/>
                <a:ahLst/>
                <a:cxnLst/>
                <a:rect l="l" t="t" r="r" b="b"/>
                <a:pathLst>
                  <a:path w="220524" h="127281" extrusionOk="0">
                    <a:moveTo>
                      <a:pt x="96765" y="124428"/>
                    </a:moveTo>
                    <a:lnTo>
                      <a:pt x="5039" y="71469"/>
                    </a:lnTo>
                    <a:cubicBezTo>
                      <a:pt x="-2390" y="67183"/>
                      <a:pt x="-1533" y="59563"/>
                      <a:pt x="7135" y="54610"/>
                    </a:cubicBezTo>
                    <a:lnTo>
                      <a:pt x="94670" y="4127"/>
                    </a:lnTo>
                    <a:cubicBezTo>
                      <a:pt x="103633" y="-902"/>
                      <a:pt x="114453" y="-1359"/>
                      <a:pt x="123816" y="2889"/>
                    </a:cubicBezTo>
                    <a:lnTo>
                      <a:pt x="215447" y="55848"/>
                    </a:lnTo>
                    <a:cubicBezTo>
                      <a:pt x="222972" y="60134"/>
                      <a:pt x="222019" y="67659"/>
                      <a:pt x="213351" y="72707"/>
                    </a:cubicBezTo>
                    <a:lnTo>
                      <a:pt x="125912" y="123190"/>
                    </a:lnTo>
                    <a:cubicBezTo>
                      <a:pt x="116930" y="128171"/>
                      <a:pt x="106128" y="128628"/>
                      <a:pt x="96765" y="12442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8" name="Google Shape;118;p12"/>
              <p:cNvSpPr/>
              <p:nvPr/>
            </p:nvSpPr>
            <p:spPr>
              <a:xfrm>
                <a:off x="5351534" y="3563461"/>
                <a:ext cx="220549" cy="127264"/>
              </a:xfrm>
              <a:custGeom>
                <a:avLst/>
                <a:gdLst/>
                <a:ahLst/>
                <a:cxnLst/>
                <a:rect l="l" t="t" r="r" b="b"/>
                <a:pathLst>
                  <a:path w="220549" h="127264" extrusionOk="0">
                    <a:moveTo>
                      <a:pt x="96765" y="124333"/>
                    </a:moveTo>
                    <a:lnTo>
                      <a:pt x="5039" y="71469"/>
                    </a:lnTo>
                    <a:cubicBezTo>
                      <a:pt x="-2390" y="67087"/>
                      <a:pt x="-1533" y="59563"/>
                      <a:pt x="7135" y="54610"/>
                    </a:cubicBezTo>
                    <a:lnTo>
                      <a:pt x="94670" y="4127"/>
                    </a:lnTo>
                    <a:cubicBezTo>
                      <a:pt x="103633" y="-902"/>
                      <a:pt x="114453" y="-1359"/>
                      <a:pt x="123816" y="2889"/>
                    </a:cubicBezTo>
                    <a:lnTo>
                      <a:pt x="215542" y="55848"/>
                    </a:lnTo>
                    <a:cubicBezTo>
                      <a:pt x="222972" y="60134"/>
                      <a:pt x="222019" y="67659"/>
                      <a:pt x="213447" y="72707"/>
                    </a:cubicBezTo>
                    <a:lnTo>
                      <a:pt x="125912" y="123190"/>
                    </a:lnTo>
                    <a:cubicBezTo>
                      <a:pt x="116930" y="128190"/>
                      <a:pt x="106109" y="128609"/>
                      <a:pt x="96765" y="124333"/>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19" name="Google Shape;119;p12"/>
              <p:cNvSpPr/>
              <p:nvPr/>
            </p:nvSpPr>
            <p:spPr>
              <a:xfrm>
                <a:off x="5481392" y="3638284"/>
                <a:ext cx="220517" cy="127225"/>
              </a:xfrm>
              <a:custGeom>
                <a:avLst/>
                <a:gdLst/>
                <a:ahLst/>
                <a:cxnLst/>
                <a:rect l="l" t="t" r="r" b="b"/>
                <a:pathLst>
                  <a:path w="220517" h="127225" extrusionOk="0">
                    <a:moveTo>
                      <a:pt x="96447" y="124090"/>
                    </a:moveTo>
                    <a:lnTo>
                      <a:pt x="5007" y="71512"/>
                    </a:lnTo>
                    <a:cubicBezTo>
                      <a:pt x="-2422" y="67131"/>
                      <a:pt x="-1470" y="59606"/>
                      <a:pt x="7103" y="54653"/>
                    </a:cubicBezTo>
                    <a:lnTo>
                      <a:pt x="94638" y="4075"/>
                    </a:lnTo>
                    <a:cubicBezTo>
                      <a:pt x="103620" y="-925"/>
                      <a:pt x="114440" y="-1345"/>
                      <a:pt x="123784" y="2932"/>
                    </a:cubicBezTo>
                    <a:lnTo>
                      <a:pt x="215510" y="55796"/>
                    </a:lnTo>
                    <a:cubicBezTo>
                      <a:pt x="222939" y="60178"/>
                      <a:pt x="221987" y="67702"/>
                      <a:pt x="213414" y="72655"/>
                    </a:cubicBezTo>
                    <a:lnTo>
                      <a:pt x="125880" y="123233"/>
                    </a:lnTo>
                    <a:cubicBezTo>
                      <a:pt x="116774" y="128234"/>
                      <a:pt x="105830" y="128557"/>
                      <a:pt x="96447" y="124090"/>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0" name="Google Shape;120;p12"/>
              <p:cNvSpPr/>
              <p:nvPr/>
            </p:nvSpPr>
            <p:spPr>
              <a:xfrm>
                <a:off x="5610742" y="3713151"/>
                <a:ext cx="220517" cy="127264"/>
              </a:xfrm>
              <a:custGeom>
                <a:avLst/>
                <a:gdLst/>
                <a:ahLst/>
                <a:cxnLst/>
                <a:rect l="l" t="t" r="r" b="b"/>
                <a:pathLst>
                  <a:path w="220517" h="127264" extrusionOk="0">
                    <a:moveTo>
                      <a:pt x="96733" y="124376"/>
                    </a:moveTo>
                    <a:lnTo>
                      <a:pt x="5007" y="71417"/>
                    </a:lnTo>
                    <a:cubicBezTo>
                      <a:pt x="-2422" y="67131"/>
                      <a:pt x="-1470" y="59606"/>
                      <a:pt x="7103" y="54653"/>
                    </a:cubicBezTo>
                    <a:lnTo>
                      <a:pt x="94638" y="4075"/>
                    </a:lnTo>
                    <a:cubicBezTo>
                      <a:pt x="103620" y="-926"/>
                      <a:pt x="114440" y="-1344"/>
                      <a:pt x="123784" y="2932"/>
                    </a:cubicBezTo>
                    <a:lnTo>
                      <a:pt x="215510" y="55796"/>
                    </a:lnTo>
                    <a:cubicBezTo>
                      <a:pt x="222939" y="60177"/>
                      <a:pt x="221987" y="67702"/>
                      <a:pt x="213414" y="72655"/>
                    </a:cubicBezTo>
                    <a:lnTo>
                      <a:pt x="125880" y="123138"/>
                    </a:lnTo>
                    <a:cubicBezTo>
                      <a:pt x="116917" y="128167"/>
                      <a:pt x="106096" y="128624"/>
                      <a:pt x="96733"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1" name="Google Shape;121;p12"/>
              <p:cNvSpPr/>
              <p:nvPr/>
            </p:nvSpPr>
            <p:spPr>
              <a:xfrm>
                <a:off x="5740377" y="3788001"/>
                <a:ext cx="220517" cy="127281"/>
              </a:xfrm>
              <a:custGeom>
                <a:avLst/>
                <a:gdLst/>
                <a:ahLst/>
                <a:cxnLst/>
                <a:rect l="l" t="t" r="r" b="b"/>
                <a:pathLst>
                  <a:path w="220517" h="127281" extrusionOk="0">
                    <a:moveTo>
                      <a:pt x="96733" y="124393"/>
                    </a:moveTo>
                    <a:lnTo>
                      <a:pt x="5007" y="71434"/>
                    </a:lnTo>
                    <a:cubicBezTo>
                      <a:pt x="-2422" y="67147"/>
                      <a:pt x="-1470" y="59623"/>
                      <a:pt x="7103" y="54574"/>
                    </a:cubicBezTo>
                    <a:lnTo>
                      <a:pt x="94638" y="4092"/>
                    </a:lnTo>
                    <a:cubicBezTo>
                      <a:pt x="103620" y="-890"/>
                      <a:pt x="114421" y="-1347"/>
                      <a:pt x="123784" y="2853"/>
                    </a:cubicBezTo>
                    <a:lnTo>
                      <a:pt x="215510" y="55812"/>
                    </a:lnTo>
                    <a:cubicBezTo>
                      <a:pt x="222939" y="60099"/>
                      <a:pt x="221987" y="67719"/>
                      <a:pt x="213414" y="72672"/>
                    </a:cubicBezTo>
                    <a:lnTo>
                      <a:pt x="125880" y="123154"/>
                    </a:lnTo>
                    <a:cubicBezTo>
                      <a:pt x="116917" y="128184"/>
                      <a:pt x="106096" y="128641"/>
                      <a:pt x="96733" y="124393"/>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2" name="Google Shape;122;p12"/>
              <p:cNvSpPr/>
              <p:nvPr/>
            </p:nvSpPr>
            <p:spPr>
              <a:xfrm>
                <a:off x="5870012" y="3862832"/>
                <a:ext cx="220517" cy="127281"/>
              </a:xfrm>
              <a:custGeom>
                <a:avLst/>
                <a:gdLst/>
                <a:ahLst/>
                <a:cxnLst/>
                <a:rect l="l" t="t" r="r" b="b"/>
                <a:pathLst>
                  <a:path w="220517" h="127281" extrusionOk="0">
                    <a:moveTo>
                      <a:pt x="96733" y="124428"/>
                    </a:moveTo>
                    <a:lnTo>
                      <a:pt x="5007" y="71469"/>
                    </a:lnTo>
                    <a:cubicBezTo>
                      <a:pt x="-2422" y="67183"/>
                      <a:pt x="-1470" y="59563"/>
                      <a:pt x="7103" y="54610"/>
                    </a:cubicBezTo>
                    <a:lnTo>
                      <a:pt x="94638" y="4127"/>
                    </a:lnTo>
                    <a:cubicBezTo>
                      <a:pt x="103601" y="-902"/>
                      <a:pt x="114421" y="-1359"/>
                      <a:pt x="123784" y="2889"/>
                    </a:cubicBezTo>
                    <a:lnTo>
                      <a:pt x="215510" y="55848"/>
                    </a:lnTo>
                    <a:cubicBezTo>
                      <a:pt x="222939" y="60134"/>
                      <a:pt x="221987" y="67659"/>
                      <a:pt x="213414" y="72707"/>
                    </a:cubicBezTo>
                    <a:lnTo>
                      <a:pt x="125880" y="123190"/>
                    </a:lnTo>
                    <a:cubicBezTo>
                      <a:pt x="116907" y="128171"/>
                      <a:pt x="106096" y="128628"/>
                      <a:pt x="96733" y="12442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3" name="Google Shape;123;p12"/>
              <p:cNvSpPr/>
              <p:nvPr/>
            </p:nvSpPr>
            <p:spPr>
              <a:xfrm>
                <a:off x="5999266" y="3937698"/>
                <a:ext cx="220549" cy="127281"/>
              </a:xfrm>
              <a:custGeom>
                <a:avLst/>
                <a:gdLst/>
                <a:ahLst/>
                <a:cxnLst/>
                <a:rect l="l" t="t" r="r" b="b"/>
                <a:pathLst>
                  <a:path w="220549" h="127281" extrusionOk="0">
                    <a:moveTo>
                      <a:pt x="96733" y="124428"/>
                    </a:moveTo>
                    <a:lnTo>
                      <a:pt x="5007" y="71469"/>
                    </a:lnTo>
                    <a:cubicBezTo>
                      <a:pt x="-2422" y="67087"/>
                      <a:pt x="-1470" y="59563"/>
                      <a:pt x="7103" y="54610"/>
                    </a:cubicBezTo>
                    <a:lnTo>
                      <a:pt x="94638" y="4127"/>
                    </a:lnTo>
                    <a:cubicBezTo>
                      <a:pt x="103601" y="-902"/>
                      <a:pt x="114421" y="-1359"/>
                      <a:pt x="123784" y="2889"/>
                    </a:cubicBezTo>
                    <a:lnTo>
                      <a:pt x="215510" y="55848"/>
                    </a:lnTo>
                    <a:cubicBezTo>
                      <a:pt x="222939" y="60134"/>
                      <a:pt x="222082" y="67659"/>
                      <a:pt x="213414" y="72707"/>
                    </a:cubicBezTo>
                    <a:lnTo>
                      <a:pt x="125880" y="123190"/>
                    </a:lnTo>
                    <a:cubicBezTo>
                      <a:pt x="116898" y="128171"/>
                      <a:pt x="106096" y="128628"/>
                      <a:pt x="96733" y="12442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4" name="Google Shape;124;p12"/>
              <p:cNvSpPr/>
              <p:nvPr/>
            </p:nvSpPr>
            <p:spPr>
              <a:xfrm>
                <a:off x="6129021" y="4012522"/>
                <a:ext cx="220524" cy="127237"/>
              </a:xfrm>
              <a:custGeom>
                <a:avLst/>
                <a:gdLst/>
                <a:ahLst/>
                <a:cxnLst/>
                <a:rect l="l" t="t" r="r" b="b"/>
                <a:pathLst>
                  <a:path w="220524" h="127237" extrusionOk="0">
                    <a:moveTo>
                      <a:pt x="96994" y="124376"/>
                    </a:moveTo>
                    <a:lnTo>
                      <a:pt x="5078" y="71512"/>
                    </a:lnTo>
                    <a:cubicBezTo>
                      <a:pt x="-2447" y="67131"/>
                      <a:pt x="-1494" y="59606"/>
                      <a:pt x="7174" y="54653"/>
                    </a:cubicBezTo>
                    <a:lnTo>
                      <a:pt x="94613" y="4075"/>
                    </a:lnTo>
                    <a:cubicBezTo>
                      <a:pt x="103595" y="-925"/>
                      <a:pt x="114416" y="-1345"/>
                      <a:pt x="123760" y="2932"/>
                    </a:cubicBezTo>
                    <a:lnTo>
                      <a:pt x="215485" y="55796"/>
                    </a:lnTo>
                    <a:cubicBezTo>
                      <a:pt x="222915" y="60177"/>
                      <a:pt x="222058" y="67702"/>
                      <a:pt x="213390" y="72655"/>
                    </a:cubicBezTo>
                    <a:lnTo>
                      <a:pt x="125855" y="123233"/>
                    </a:lnTo>
                    <a:cubicBezTo>
                      <a:pt x="116949" y="128138"/>
                      <a:pt x="106262" y="128557"/>
                      <a:pt x="96994"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5" name="Google Shape;125;p12"/>
              <p:cNvSpPr/>
              <p:nvPr/>
            </p:nvSpPr>
            <p:spPr>
              <a:xfrm>
                <a:off x="6258942" y="4087388"/>
                <a:ext cx="220563" cy="127300"/>
              </a:xfrm>
              <a:custGeom>
                <a:avLst/>
                <a:gdLst/>
                <a:ahLst/>
                <a:cxnLst/>
                <a:rect l="l" t="t" r="r" b="b"/>
                <a:pathLst>
                  <a:path w="220563" h="127300" extrusionOk="0">
                    <a:moveTo>
                      <a:pt x="96709" y="124376"/>
                    </a:moveTo>
                    <a:lnTo>
                      <a:pt x="5078" y="71417"/>
                    </a:lnTo>
                    <a:cubicBezTo>
                      <a:pt x="-2447" y="67131"/>
                      <a:pt x="-1494" y="59606"/>
                      <a:pt x="7173" y="54653"/>
                    </a:cubicBezTo>
                    <a:lnTo>
                      <a:pt x="94613" y="4075"/>
                    </a:lnTo>
                    <a:cubicBezTo>
                      <a:pt x="103595" y="-925"/>
                      <a:pt x="114415" y="-1345"/>
                      <a:pt x="123760" y="2932"/>
                    </a:cubicBezTo>
                    <a:lnTo>
                      <a:pt x="215485" y="55796"/>
                    </a:lnTo>
                    <a:cubicBezTo>
                      <a:pt x="223010" y="60178"/>
                      <a:pt x="222058" y="67702"/>
                      <a:pt x="213390" y="72655"/>
                    </a:cubicBezTo>
                    <a:lnTo>
                      <a:pt x="125950" y="123138"/>
                    </a:lnTo>
                    <a:cubicBezTo>
                      <a:pt x="116968" y="128215"/>
                      <a:pt x="106091" y="128672"/>
                      <a:pt x="96709"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6" name="Google Shape;126;p12"/>
              <p:cNvSpPr/>
              <p:nvPr/>
            </p:nvSpPr>
            <p:spPr>
              <a:xfrm>
                <a:off x="6388578" y="4161853"/>
                <a:ext cx="220563" cy="127285"/>
              </a:xfrm>
              <a:custGeom>
                <a:avLst/>
                <a:gdLst/>
                <a:ahLst/>
                <a:cxnLst/>
                <a:rect l="l" t="t" r="r" b="b"/>
                <a:pathLst>
                  <a:path w="220563" h="127285" extrusionOk="0">
                    <a:moveTo>
                      <a:pt x="96709" y="124396"/>
                    </a:moveTo>
                    <a:lnTo>
                      <a:pt x="5078" y="71437"/>
                    </a:lnTo>
                    <a:cubicBezTo>
                      <a:pt x="-2447" y="67151"/>
                      <a:pt x="-1494" y="59627"/>
                      <a:pt x="7174" y="54578"/>
                    </a:cubicBezTo>
                    <a:lnTo>
                      <a:pt x="94613" y="4096"/>
                    </a:lnTo>
                    <a:cubicBezTo>
                      <a:pt x="103624" y="-886"/>
                      <a:pt x="114454" y="-1353"/>
                      <a:pt x="123855" y="2857"/>
                    </a:cubicBezTo>
                    <a:lnTo>
                      <a:pt x="215485" y="55816"/>
                    </a:lnTo>
                    <a:cubicBezTo>
                      <a:pt x="223010" y="60103"/>
                      <a:pt x="222058" y="67723"/>
                      <a:pt x="213390" y="72676"/>
                    </a:cubicBezTo>
                    <a:lnTo>
                      <a:pt x="125950" y="123158"/>
                    </a:lnTo>
                    <a:cubicBezTo>
                      <a:pt x="116949" y="128187"/>
                      <a:pt x="106100" y="128645"/>
                      <a:pt x="96709" y="12439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7" name="Google Shape;127;p12"/>
              <p:cNvSpPr/>
              <p:nvPr/>
            </p:nvSpPr>
            <p:spPr>
              <a:xfrm>
                <a:off x="6518213" y="4237101"/>
                <a:ext cx="221039" cy="127370"/>
              </a:xfrm>
              <a:custGeom>
                <a:avLst/>
                <a:gdLst/>
                <a:ahLst/>
                <a:cxnLst/>
                <a:rect l="l" t="t" r="r" b="b"/>
                <a:pathLst>
                  <a:path w="221039" h="127370" extrusionOk="0">
                    <a:moveTo>
                      <a:pt x="96709" y="124396"/>
                    </a:moveTo>
                    <a:lnTo>
                      <a:pt x="5078" y="71437"/>
                    </a:lnTo>
                    <a:cubicBezTo>
                      <a:pt x="-2447" y="67151"/>
                      <a:pt x="-1494" y="59626"/>
                      <a:pt x="7173" y="54578"/>
                    </a:cubicBezTo>
                    <a:lnTo>
                      <a:pt x="94613" y="4095"/>
                    </a:lnTo>
                    <a:cubicBezTo>
                      <a:pt x="103624" y="-886"/>
                      <a:pt x="114454" y="-1353"/>
                      <a:pt x="123855" y="2857"/>
                    </a:cubicBezTo>
                    <a:lnTo>
                      <a:pt x="215962" y="55816"/>
                    </a:lnTo>
                    <a:cubicBezTo>
                      <a:pt x="223486" y="60103"/>
                      <a:pt x="222534" y="67627"/>
                      <a:pt x="213866" y="72676"/>
                    </a:cubicBezTo>
                    <a:lnTo>
                      <a:pt x="126427" y="123158"/>
                    </a:lnTo>
                    <a:cubicBezTo>
                      <a:pt x="117292" y="128302"/>
                      <a:pt x="106243" y="128759"/>
                      <a:pt x="96709" y="12439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8" name="Google Shape;128;p12"/>
              <p:cNvSpPr/>
              <p:nvPr/>
            </p:nvSpPr>
            <p:spPr>
              <a:xfrm>
                <a:off x="4864578" y="3282378"/>
                <a:ext cx="318480" cy="183800"/>
              </a:xfrm>
              <a:custGeom>
                <a:avLst/>
                <a:gdLst/>
                <a:ahLst/>
                <a:cxnLst/>
                <a:rect l="l" t="t" r="r" b="b"/>
                <a:pathLst>
                  <a:path w="318480" h="183800" extrusionOk="0">
                    <a:moveTo>
                      <a:pt x="194721" y="180911"/>
                    </a:moveTo>
                    <a:lnTo>
                      <a:pt x="5078" y="71469"/>
                    </a:lnTo>
                    <a:cubicBezTo>
                      <a:pt x="-2447" y="67087"/>
                      <a:pt x="-1494" y="59563"/>
                      <a:pt x="7174" y="54610"/>
                    </a:cubicBezTo>
                    <a:lnTo>
                      <a:pt x="94613" y="4127"/>
                    </a:lnTo>
                    <a:cubicBezTo>
                      <a:pt x="103614" y="-902"/>
                      <a:pt x="114463" y="-1359"/>
                      <a:pt x="123855" y="2889"/>
                    </a:cubicBezTo>
                    <a:lnTo>
                      <a:pt x="313402" y="112331"/>
                    </a:lnTo>
                    <a:cubicBezTo>
                      <a:pt x="320927" y="116713"/>
                      <a:pt x="319975" y="124237"/>
                      <a:pt x="311307" y="129190"/>
                    </a:cubicBezTo>
                    <a:lnTo>
                      <a:pt x="223867" y="179673"/>
                    </a:lnTo>
                    <a:cubicBezTo>
                      <a:pt x="214904" y="184702"/>
                      <a:pt x="204084" y="185159"/>
                      <a:pt x="194721" y="180911"/>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29" name="Google Shape;129;p12"/>
              <p:cNvSpPr/>
              <p:nvPr/>
            </p:nvSpPr>
            <p:spPr>
              <a:xfrm>
                <a:off x="4902011" y="3449213"/>
                <a:ext cx="220563" cy="127308"/>
              </a:xfrm>
              <a:custGeom>
                <a:avLst/>
                <a:gdLst/>
                <a:ahLst/>
                <a:cxnLst/>
                <a:rect l="l" t="t" r="r" b="b"/>
                <a:pathLst>
                  <a:path w="220563" h="127308" extrusionOk="0">
                    <a:moveTo>
                      <a:pt x="96709" y="124376"/>
                    </a:moveTo>
                    <a:lnTo>
                      <a:pt x="5078" y="71512"/>
                    </a:lnTo>
                    <a:cubicBezTo>
                      <a:pt x="-2447" y="67131"/>
                      <a:pt x="-1494" y="59606"/>
                      <a:pt x="7174" y="54653"/>
                    </a:cubicBezTo>
                    <a:lnTo>
                      <a:pt x="94613" y="4075"/>
                    </a:lnTo>
                    <a:cubicBezTo>
                      <a:pt x="103624" y="-926"/>
                      <a:pt x="114482" y="-1345"/>
                      <a:pt x="123855" y="2932"/>
                    </a:cubicBezTo>
                    <a:lnTo>
                      <a:pt x="215485" y="55796"/>
                    </a:lnTo>
                    <a:cubicBezTo>
                      <a:pt x="223010" y="60177"/>
                      <a:pt x="222058" y="67702"/>
                      <a:pt x="213390" y="72655"/>
                    </a:cubicBezTo>
                    <a:lnTo>
                      <a:pt x="125950" y="123233"/>
                    </a:lnTo>
                    <a:cubicBezTo>
                      <a:pt x="116940" y="128233"/>
                      <a:pt x="106081" y="128653"/>
                      <a:pt x="96709"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0" name="Google Shape;130;p12"/>
              <p:cNvSpPr/>
              <p:nvPr/>
            </p:nvSpPr>
            <p:spPr>
              <a:xfrm>
                <a:off x="5031646" y="3523682"/>
                <a:ext cx="220524" cy="127281"/>
              </a:xfrm>
              <a:custGeom>
                <a:avLst/>
                <a:gdLst/>
                <a:ahLst/>
                <a:cxnLst/>
                <a:rect l="l" t="t" r="r" b="b"/>
                <a:pathLst>
                  <a:path w="220524" h="127281" extrusionOk="0">
                    <a:moveTo>
                      <a:pt x="96709" y="124393"/>
                    </a:moveTo>
                    <a:lnTo>
                      <a:pt x="5078" y="71434"/>
                    </a:lnTo>
                    <a:cubicBezTo>
                      <a:pt x="-2447" y="67147"/>
                      <a:pt x="-1494" y="59623"/>
                      <a:pt x="7174" y="54574"/>
                    </a:cubicBezTo>
                    <a:lnTo>
                      <a:pt x="94613" y="4092"/>
                    </a:lnTo>
                    <a:cubicBezTo>
                      <a:pt x="103595" y="-890"/>
                      <a:pt x="114397" y="-1347"/>
                      <a:pt x="123760" y="2853"/>
                    </a:cubicBezTo>
                    <a:lnTo>
                      <a:pt x="215485" y="55812"/>
                    </a:lnTo>
                    <a:cubicBezTo>
                      <a:pt x="222915" y="60099"/>
                      <a:pt x="222058" y="67719"/>
                      <a:pt x="213390" y="72672"/>
                    </a:cubicBezTo>
                    <a:lnTo>
                      <a:pt x="125855" y="123154"/>
                    </a:lnTo>
                    <a:cubicBezTo>
                      <a:pt x="116892" y="128184"/>
                      <a:pt x="106072" y="128641"/>
                      <a:pt x="96709" y="124393"/>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1" name="Google Shape;131;p12"/>
              <p:cNvSpPr/>
              <p:nvPr/>
            </p:nvSpPr>
            <p:spPr>
              <a:xfrm>
                <a:off x="5161066" y="3598894"/>
                <a:ext cx="220517" cy="127281"/>
              </a:xfrm>
              <a:custGeom>
                <a:avLst/>
                <a:gdLst/>
                <a:ahLst/>
                <a:cxnLst/>
                <a:rect l="l" t="t" r="r" b="b"/>
                <a:pathLst>
                  <a:path w="220517" h="127281" extrusionOk="0">
                    <a:moveTo>
                      <a:pt x="96733" y="124428"/>
                    </a:moveTo>
                    <a:lnTo>
                      <a:pt x="5007" y="71469"/>
                    </a:lnTo>
                    <a:cubicBezTo>
                      <a:pt x="-2422" y="67183"/>
                      <a:pt x="-1470" y="59563"/>
                      <a:pt x="7103" y="54610"/>
                    </a:cubicBezTo>
                    <a:lnTo>
                      <a:pt x="94638" y="4127"/>
                    </a:lnTo>
                    <a:cubicBezTo>
                      <a:pt x="103601" y="-902"/>
                      <a:pt x="114421" y="-1359"/>
                      <a:pt x="123784" y="2889"/>
                    </a:cubicBezTo>
                    <a:lnTo>
                      <a:pt x="215510" y="55848"/>
                    </a:lnTo>
                    <a:cubicBezTo>
                      <a:pt x="222939" y="60134"/>
                      <a:pt x="221987" y="67659"/>
                      <a:pt x="213414" y="72707"/>
                    </a:cubicBezTo>
                    <a:lnTo>
                      <a:pt x="125880" y="123190"/>
                    </a:lnTo>
                    <a:cubicBezTo>
                      <a:pt x="116898" y="128171"/>
                      <a:pt x="106096" y="128628"/>
                      <a:pt x="96733" y="12442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 name="Google Shape;132;p12"/>
              <p:cNvSpPr/>
              <p:nvPr/>
            </p:nvSpPr>
            <p:spPr>
              <a:xfrm>
                <a:off x="5290892" y="3673717"/>
                <a:ext cx="220517" cy="127308"/>
              </a:xfrm>
              <a:custGeom>
                <a:avLst/>
                <a:gdLst/>
                <a:ahLst/>
                <a:cxnLst/>
                <a:rect l="l" t="t" r="r" b="b"/>
                <a:pathLst>
                  <a:path w="220517" h="127308" extrusionOk="0">
                    <a:moveTo>
                      <a:pt x="96733" y="124376"/>
                    </a:moveTo>
                    <a:lnTo>
                      <a:pt x="5007" y="71512"/>
                    </a:lnTo>
                    <a:cubicBezTo>
                      <a:pt x="-2422" y="67131"/>
                      <a:pt x="-1470" y="59606"/>
                      <a:pt x="7103" y="54653"/>
                    </a:cubicBezTo>
                    <a:lnTo>
                      <a:pt x="94638" y="4075"/>
                    </a:lnTo>
                    <a:cubicBezTo>
                      <a:pt x="103620" y="-925"/>
                      <a:pt x="114440" y="-1345"/>
                      <a:pt x="123784" y="2932"/>
                    </a:cubicBezTo>
                    <a:lnTo>
                      <a:pt x="215510" y="55796"/>
                    </a:lnTo>
                    <a:cubicBezTo>
                      <a:pt x="222939" y="60178"/>
                      <a:pt x="221987" y="67702"/>
                      <a:pt x="213414" y="72655"/>
                    </a:cubicBezTo>
                    <a:lnTo>
                      <a:pt x="125880" y="123233"/>
                    </a:lnTo>
                    <a:cubicBezTo>
                      <a:pt x="116897" y="128234"/>
                      <a:pt x="106077" y="128653"/>
                      <a:pt x="96733"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3" name="Google Shape;133;p12"/>
              <p:cNvSpPr/>
              <p:nvPr/>
            </p:nvSpPr>
            <p:spPr>
              <a:xfrm>
                <a:off x="5420495" y="3748758"/>
                <a:ext cx="220334" cy="127131"/>
              </a:xfrm>
              <a:custGeom>
                <a:avLst/>
                <a:gdLst/>
                <a:ahLst/>
                <a:cxnLst/>
                <a:rect l="l" t="t" r="r" b="b"/>
                <a:pathLst>
                  <a:path w="220334" h="127131" extrusionOk="0">
                    <a:moveTo>
                      <a:pt x="96765" y="124202"/>
                    </a:moveTo>
                    <a:lnTo>
                      <a:pt x="5039" y="71243"/>
                    </a:lnTo>
                    <a:cubicBezTo>
                      <a:pt x="-2390" y="66957"/>
                      <a:pt x="-1533" y="59432"/>
                      <a:pt x="7135" y="54384"/>
                    </a:cubicBezTo>
                    <a:lnTo>
                      <a:pt x="94479" y="4092"/>
                    </a:lnTo>
                    <a:cubicBezTo>
                      <a:pt x="103461" y="-890"/>
                      <a:pt x="114263" y="-1347"/>
                      <a:pt x="123626" y="2854"/>
                    </a:cubicBezTo>
                    <a:lnTo>
                      <a:pt x="215256" y="55813"/>
                    </a:lnTo>
                    <a:cubicBezTo>
                      <a:pt x="222781" y="60099"/>
                      <a:pt x="221828" y="67719"/>
                      <a:pt x="213161" y="72672"/>
                    </a:cubicBezTo>
                    <a:lnTo>
                      <a:pt x="125721" y="123154"/>
                    </a:lnTo>
                    <a:cubicBezTo>
                      <a:pt x="116777" y="128060"/>
                      <a:pt x="106043" y="128450"/>
                      <a:pt x="96765" y="124202"/>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4" name="Google Shape;134;p12"/>
              <p:cNvSpPr/>
              <p:nvPr/>
            </p:nvSpPr>
            <p:spPr>
              <a:xfrm>
                <a:off x="5550092" y="3823398"/>
                <a:ext cx="220563" cy="127281"/>
              </a:xfrm>
              <a:custGeom>
                <a:avLst/>
                <a:gdLst/>
                <a:ahLst/>
                <a:cxnLst/>
                <a:rect l="l" t="t" r="r" b="b"/>
                <a:pathLst>
                  <a:path w="220563" h="127281" extrusionOk="0">
                    <a:moveTo>
                      <a:pt x="96709" y="124428"/>
                    </a:moveTo>
                    <a:lnTo>
                      <a:pt x="5078" y="71469"/>
                    </a:lnTo>
                    <a:cubicBezTo>
                      <a:pt x="-2447" y="67183"/>
                      <a:pt x="-1494" y="59563"/>
                      <a:pt x="7174" y="54610"/>
                    </a:cubicBezTo>
                    <a:lnTo>
                      <a:pt x="94613" y="4127"/>
                    </a:lnTo>
                    <a:cubicBezTo>
                      <a:pt x="103614" y="-902"/>
                      <a:pt x="114463" y="-1359"/>
                      <a:pt x="123855" y="2889"/>
                    </a:cubicBezTo>
                    <a:lnTo>
                      <a:pt x="215485" y="55848"/>
                    </a:lnTo>
                    <a:cubicBezTo>
                      <a:pt x="223010" y="60134"/>
                      <a:pt x="222058" y="67659"/>
                      <a:pt x="213390" y="72707"/>
                    </a:cubicBezTo>
                    <a:lnTo>
                      <a:pt x="125950" y="123190"/>
                    </a:lnTo>
                    <a:cubicBezTo>
                      <a:pt x="116940" y="128171"/>
                      <a:pt x="106110" y="128628"/>
                      <a:pt x="96709" y="12442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 name="Google Shape;135;p12"/>
              <p:cNvSpPr/>
              <p:nvPr/>
            </p:nvSpPr>
            <p:spPr>
              <a:xfrm>
                <a:off x="5679727" y="3898222"/>
                <a:ext cx="220563" cy="127308"/>
              </a:xfrm>
              <a:custGeom>
                <a:avLst/>
                <a:gdLst/>
                <a:ahLst/>
                <a:cxnLst/>
                <a:rect l="l" t="t" r="r" b="b"/>
                <a:pathLst>
                  <a:path w="220563" h="127308" extrusionOk="0">
                    <a:moveTo>
                      <a:pt x="96709" y="124376"/>
                    </a:moveTo>
                    <a:lnTo>
                      <a:pt x="5078" y="71512"/>
                    </a:lnTo>
                    <a:cubicBezTo>
                      <a:pt x="-2447" y="67131"/>
                      <a:pt x="-1494" y="59606"/>
                      <a:pt x="7174" y="54653"/>
                    </a:cubicBezTo>
                    <a:lnTo>
                      <a:pt x="94613" y="4075"/>
                    </a:lnTo>
                    <a:cubicBezTo>
                      <a:pt x="103624" y="-925"/>
                      <a:pt x="114482" y="-1345"/>
                      <a:pt x="123855" y="2932"/>
                    </a:cubicBezTo>
                    <a:lnTo>
                      <a:pt x="215485" y="55796"/>
                    </a:lnTo>
                    <a:cubicBezTo>
                      <a:pt x="223010" y="60177"/>
                      <a:pt x="222058" y="67702"/>
                      <a:pt x="213390" y="72655"/>
                    </a:cubicBezTo>
                    <a:lnTo>
                      <a:pt x="125950" y="123233"/>
                    </a:lnTo>
                    <a:cubicBezTo>
                      <a:pt x="116940" y="128234"/>
                      <a:pt x="106081" y="128653"/>
                      <a:pt x="96709" y="124376"/>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 name="Google Shape;136;p12"/>
              <p:cNvSpPr/>
              <p:nvPr/>
            </p:nvSpPr>
            <p:spPr>
              <a:xfrm>
                <a:off x="5809362" y="3973072"/>
                <a:ext cx="220524" cy="127281"/>
              </a:xfrm>
              <a:custGeom>
                <a:avLst/>
                <a:gdLst/>
                <a:ahLst/>
                <a:cxnLst/>
                <a:rect l="l" t="t" r="r" b="b"/>
                <a:pathLst>
                  <a:path w="220524" h="127281" extrusionOk="0">
                    <a:moveTo>
                      <a:pt x="96709" y="124392"/>
                    </a:moveTo>
                    <a:lnTo>
                      <a:pt x="5078" y="71433"/>
                    </a:lnTo>
                    <a:cubicBezTo>
                      <a:pt x="-2447" y="67147"/>
                      <a:pt x="-1494" y="59622"/>
                      <a:pt x="7174" y="54574"/>
                    </a:cubicBezTo>
                    <a:lnTo>
                      <a:pt x="94613" y="4092"/>
                    </a:lnTo>
                    <a:cubicBezTo>
                      <a:pt x="103595" y="-890"/>
                      <a:pt x="114397" y="-1347"/>
                      <a:pt x="123760" y="2854"/>
                    </a:cubicBezTo>
                    <a:lnTo>
                      <a:pt x="215485" y="55813"/>
                    </a:lnTo>
                    <a:cubicBezTo>
                      <a:pt x="222915" y="60194"/>
                      <a:pt x="222058" y="67719"/>
                      <a:pt x="213390" y="72672"/>
                    </a:cubicBezTo>
                    <a:lnTo>
                      <a:pt x="125855" y="123154"/>
                    </a:lnTo>
                    <a:cubicBezTo>
                      <a:pt x="116892" y="128183"/>
                      <a:pt x="106072" y="128641"/>
                      <a:pt x="96709" y="124392"/>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 name="Google Shape;137;p12"/>
              <p:cNvSpPr/>
              <p:nvPr/>
            </p:nvSpPr>
            <p:spPr>
              <a:xfrm>
                <a:off x="5938592" y="4047903"/>
                <a:ext cx="220517" cy="126979"/>
              </a:xfrm>
              <a:custGeom>
                <a:avLst/>
                <a:gdLst/>
                <a:ahLst/>
                <a:cxnLst/>
                <a:rect l="l" t="t" r="r" b="b"/>
                <a:pathLst>
                  <a:path w="220517" h="126979" extrusionOk="0">
                    <a:moveTo>
                      <a:pt x="97114" y="124047"/>
                    </a:moveTo>
                    <a:lnTo>
                      <a:pt x="5007" y="71469"/>
                    </a:lnTo>
                    <a:cubicBezTo>
                      <a:pt x="-2422" y="67183"/>
                      <a:pt x="-1470" y="59563"/>
                      <a:pt x="7103" y="54610"/>
                    </a:cubicBezTo>
                    <a:lnTo>
                      <a:pt x="94638" y="4127"/>
                    </a:lnTo>
                    <a:cubicBezTo>
                      <a:pt x="103601" y="-902"/>
                      <a:pt x="114421" y="-1359"/>
                      <a:pt x="123784" y="2889"/>
                    </a:cubicBezTo>
                    <a:lnTo>
                      <a:pt x="215510" y="55848"/>
                    </a:lnTo>
                    <a:cubicBezTo>
                      <a:pt x="222939" y="60134"/>
                      <a:pt x="221987" y="67659"/>
                      <a:pt x="213414" y="72707"/>
                    </a:cubicBezTo>
                    <a:lnTo>
                      <a:pt x="125880" y="123190"/>
                    </a:lnTo>
                    <a:cubicBezTo>
                      <a:pt x="116945" y="127924"/>
                      <a:pt x="106315" y="128238"/>
                      <a:pt x="97114" y="124047"/>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 name="Google Shape;138;p12"/>
              <p:cNvSpPr/>
              <p:nvPr/>
            </p:nvSpPr>
            <p:spPr>
              <a:xfrm>
                <a:off x="6068608" y="4122734"/>
                <a:ext cx="220517" cy="127300"/>
              </a:xfrm>
              <a:custGeom>
                <a:avLst/>
                <a:gdLst/>
                <a:ahLst/>
                <a:cxnLst/>
                <a:rect l="l" t="t" r="r" b="b"/>
                <a:pathLst>
                  <a:path w="220517" h="127300" extrusionOk="0">
                    <a:moveTo>
                      <a:pt x="96733" y="124368"/>
                    </a:moveTo>
                    <a:lnTo>
                      <a:pt x="5007" y="71504"/>
                    </a:lnTo>
                    <a:cubicBezTo>
                      <a:pt x="-2422" y="67123"/>
                      <a:pt x="-1470" y="59598"/>
                      <a:pt x="7103" y="54645"/>
                    </a:cubicBezTo>
                    <a:lnTo>
                      <a:pt x="94638" y="4162"/>
                    </a:lnTo>
                    <a:cubicBezTo>
                      <a:pt x="103591" y="-914"/>
                      <a:pt x="114431" y="-1371"/>
                      <a:pt x="123784" y="2924"/>
                    </a:cubicBezTo>
                    <a:lnTo>
                      <a:pt x="215510" y="55883"/>
                    </a:lnTo>
                    <a:cubicBezTo>
                      <a:pt x="222939" y="60170"/>
                      <a:pt x="221987" y="67694"/>
                      <a:pt x="213414" y="72647"/>
                    </a:cubicBezTo>
                    <a:lnTo>
                      <a:pt x="125880" y="123225"/>
                    </a:lnTo>
                    <a:cubicBezTo>
                      <a:pt x="116898" y="128226"/>
                      <a:pt x="106077" y="128645"/>
                      <a:pt x="96733" y="12436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 name="Google Shape;139;p12"/>
              <p:cNvSpPr/>
              <p:nvPr/>
            </p:nvSpPr>
            <p:spPr>
              <a:xfrm>
                <a:off x="6198212" y="4197576"/>
                <a:ext cx="220524" cy="127281"/>
              </a:xfrm>
              <a:custGeom>
                <a:avLst/>
                <a:gdLst/>
                <a:ahLst/>
                <a:cxnLst/>
                <a:rect l="l" t="t" r="r" b="b"/>
                <a:pathLst>
                  <a:path w="220524" h="127281" extrusionOk="0">
                    <a:moveTo>
                      <a:pt x="96765" y="124393"/>
                    </a:moveTo>
                    <a:lnTo>
                      <a:pt x="5039" y="71434"/>
                    </a:lnTo>
                    <a:cubicBezTo>
                      <a:pt x="-2390" y="67147"/>
                      <a:pt x="-1533" y="59623"/>
                      <a:pt x="7135" y="54574"/>
                    </a:cubicBezTo>
                    <a:lnTo>
                      <a:pt x="94670" y="4092"/>
                    </a:lnTo>
                    <a:cubicBezTo>
                      <a:pt x="103652" y="-890"/>
                      <a:pt x="114453" y="-1347"/>
                      <a:pt x="123816" y="2853"/>
                    </a:cubicBezTo>
                    <a:lnTo>
                      <a:pt x="215447" y="55812"/>
                    </a:lnTo>
                    <a:cubicBezTo>
                      <a:pt x="222972" y="60194"/>
                      <a:pt x="222019" y="67719"/>
                      <a:pt x="213351" y="72672"/>
                    </a:cubicBezTo>
                    <a:lnTo>
                      <a:pt x="125912" y="123154"/>
                    </a:lnTo>
                    <a:cubicBezTo>
                      <a:pt x="116949" y="128184"/>
                      <a:pt x="106128" y="128641"/>
                      <a:pt x="96765" y="124393"/>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 name="Google Shape;140;p12"/>
              <p:cNvSpPr/>
              <p:nvPr/>
            </p:nvSpPr>
            <p:spPr>
              <a:xfrm>
                <a:off x="6327808" y="4272442"/>
                <a:ext cx="380989" cy="219907"/>
              </a:xfrm>
              <a:custGeom>
                <a:avLst/>
                <a:gdLst/>
                <a:ahLst/>
                <a:cxnLst/>
                <a:rect l="l" t="t" r="r" b="b"/>
                <a:pathLst>
                  <a:path w="380989" h="219907" extrusionOk="0">
                    <a:moveTo>
                      <a:pt x="257205" y="216975"/>
                    </a:moveTo>
                    <a:lnTo>
                      <a:pt x="5078" y="71433"/>
                    </a:lnTo>
                    <a:cubicBezTo>
                      <a:pt x="-2447" y="67147"/>
                      <a:pt x="-1494" y="59622"/>
                      <a:pt x="7174" y="54574"/>
                    </a:cubicBezTo>
                    <a:lnTo>
                      <a:pt x="94613" y="4092"/>
                    </a:lnTo>
                    <a:cubicBezTo>
                      <a:pt x="103624" y="-890"/>
                      <a:pt x="114454" y="-1347"/>
                      <a:pt x="123855" y="2854"/>
                    </a:cubicBezTo>
                    <a:lnTo>
                      <a:pt x="375982" y="148396"/>
                    </a:lnTo>
                    <a:cubicBezTo>
                      <a:pt x="383411" y="152777"/>
                      <a:pt x="382459" y="160302"/>
                      <a:pt x="373886" y="165255"/>
                    </a:cubicBezTo>
                    <a:lnTo>
                      <a:pt x="286351" y="215832"/>
                    </a:lnTo>
                    <a:cubicBezTo>
                      <a:pt x="277369" y="220833"/>
                      <a:pt x="266549" y="221252"/>
                      <a:pt x="257205" y="216975"/>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 name="Google Shape;141;p12"/>
              <p:cNvSpPr/>
              <p:nvPr/>
            </p:nvSpPr>
            <p:spPr>
              <a:xfrm>
                <a:off x="4739038" y="3355149"/>
                <a:ext cx="253901" cy="146525"/>
              </a:xfrm>
              <a:custGeom>
                <a:avLst/>
                <a:gdLst/>
                <a:ahLst/>
                <a:cxnLst/>
                <a:rect l="l" t="t" r="r" b="b"/>
                <a:pathLst>
                  <a:path w="253901" h="146525" extrusionOk="0">
                    <a:moveTo>
                      <a:pt x="130046" y="143668"/>
                    </a:moveTo>
                    <a:lnTo>
                      <a:pt x="5078" y="71469"/>
                    </a:lnTo>
                    <a:cubicBezTo>
                      <a:pt x="-2447" y="67183"/>
                      <a:pt x="-1494" y="59563"/>
                      <a:pt x="7174" y="54610"/>
                    </a:cubicBezTo>
                    <a:lnTo>
                      <a:pt x="94613" y="4127"/>
                    </a:lnTo>
                    <a:cubicBezTo>
                      <a:pt x="103614" y="-902"/>
                      <a:pt x="114463" y="-1359"/>
                      <a:pt x="123855" y="2889"/>
                    </a:cubicBezTo>
                    <a:lnTo>
                      <a:pt x="248823" y="75088"/>
                    </a:lnTo>
                    <a:cubicBezTo>
                      <a:pt x="256348" y="79375"/>
                      <a:pt x="255395" y="86899"/>
                      <a:pt x="246727" y="91948"/>
                    </a:cubicBezTo>
                    <a:lnTo>
                      <a:pt x="159288" y="142430"/>
                    </a:lnTo>
                    <a:cubicBezTo>
                      <a:pt x="150277" y="147412"/>
                      <a:pt x="139447" y="147879"/>
                      <a:pt x="130046" y="14366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 name="Google Shape;142;p12"/>
              <p:cNvSpPr/>
              <p:nvPr/>
            </p:nvSpPr>
            <p:spPr>
              <a:xfrm>
                <a:off x="5246664" y="3087528"/>
                <a:ext cx="1926000" cy="1111651"/>
              </a:xfrm>
              <a:custGeom>
                <a:avLst/>
                <a:gdLst/>
                <a:ahLst/>
                <a:cxnLst/>
                <a:rect l="l" t="t" r="r" b="b"/>
                <a:pathLst>
                  <a:path w="1926000" h="1111651" extrusionOk="0">
                    <a:moveTo>
                      <a:pt x="1845936" y="1108805"/>
                    </a:moveTo>
                    <a:lnTo>
                      <a:pt x="5039" y="46196"/>
                    </a:lnTo>
                    <a:cubicBezTo>
                      <a:pt x="-2390" y="41910"/>
                      <a:pt x="-1533" y="34290"/>
                      <a:pt x="7135" y="29337"/>
                    </a:cubicBezTo>
                    <a:lnTo>
                      <a:pt x="50855" y="4096"/>
                    </a:lnTo>
                    <a:cubicBezTo>
                      <a:pt x="59865" y="-886"/>
                      <a:pt x="70695" y="-1353"/>
                      <a:pt x="80097" y="2857"/>
                    </a:cubicBezTo>
                    <a:lnTo>
                      <a:pt x="1920993" y="1065371"/>
                    </a:lnTo>
                    <a:cubicBezTo>
                      <a:pt x="1928423" y="1069658"/>
                      <a:pt x="1927470" y="1077182"/>
                      <a:pt x="1918898" y="1082230"/>
                    </a:cubicBezTo>
                    <a:lnTo>
                      <a:pt x="1875083" y="1107472"/>
                    </a:lnTo>
                    <a:cubicBezTo>
                      <a:pt x="1866129" y="1112529"/>
                      <a:pt x="1855309" y="1113025"/>
                      <a:pt x="1845936" y="1108805"/>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 name="Google Shape;143;p12"/>
              <p:cNvSpPr/>
              <p:nvPr/>
            </p:nvSpPr>
            <p:spPr>
              <a:xfrm>
                <a:off x="4501288" y="3792632"/>
                <a:ext cx="1451798" cy="838156"/>
              </a:xfrm>
              <a:custGeom>
                <a:avLst/>
                <a:gdLst/>
                <a:ahLst/>
                <a:cxnLst/>
                <a:rect l="l" t="t" r="r" b="b"/>
                <a:pathLst>
                  <a:path w="1451798" h="838156" extrusionOk="0">
                    <a:moveTo>
                      <a:pt x="1450884" y="524573"/>
                    </a:moveTo>
                    <a:cubicBezTo>
                      <a:pt x="1448283" y="530298"/>
                      <a:pt x="1443816" y="534965"/>
                      <a:pt x="1438216" y="537813"/>
                    </a:cubicBezTo>
                    <a:lnTo>
                      <a:pt x="931581" y="830231"/>
                    </a:lnTo>
                    <a:cubicBezTo>
                      <a:pt x="914321" y="839889"/>
                      <a:pt x="893500" y="840766"/>
                      <a:pt x="875479" y="832612"/>
                    </a:cubicBezTo>
                    <a:lnTo>
                      <a:pt x="9751" y="332740"/>
                    </a:lnTo>
                    <a:cubicBezTo>
                      <a:pt x="5808" y="330683"/>
                      <a:pt x="2709" y="327311"/>
                      <a:pt x="988" y="323215"/>
                    </a:cubicBezTo>
                    <a:cubicBezTo>
                      <a:pt x="-2155" y="315595"/>
                      <a:pt x="2226" y="306641"/>
                      <a:pt x="13752" y="299974"/>
                    </a:cubicBezTo>
                    <a:lnTo>
                      <a:pt x="520387" y="7842"/>
                    </a:lnTo>
                    <a:cubicBezTo>
                      <a:pt x="537674" y="-1740"/>
                      <a:pt x="558477" y="-2588"/>
                      <a:pt x="576489" y="5556"/>
                    </a:cubicBezTo>
                    <a:lnTo>
                      <a:pt x="1442311" y="505428"/>
                    </a:lnTo>
                    <a:cubicBezTo>
                      <a:pt x="1449874" y="508438"/>
                      <a:pt x="1453675" y="516925"/>
                      <a:pt x="1450884" y="524573"/>
                    </a:cubicBez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 name="Google Shape;144;p12"/>
              <p:cNvSpPr/>
              <p:nvPr/>
            </p:nvSpPr>
            <p:spPr>
              <a:xfrm>
                <a:off x="4502277" y="3802740"/>
                <a:ext cx="1449895" cy="828048"/>
              </a:xfrm>
              <a:custGeom>
                <a:avLst/>
                <a:gdLst/>
                <a:ahLst/>
                <a:cxnLst/>
                <a:rect l="l" t="t" r="r" b="b"/>
                <a:pathLst>
                  <a:path w="1449895" h="828048" extrusionOk="0">
                    <a:moveTo>
                      <a:pt x="1449896" y="514465"/>
                    </a:moveTo>
                    <a:cubicBezTo>
                      <a:pt x="1447295" y="520190"/>
                      <a:pt x="1442828" y="524857"/>
                      <a:pt x="1437227" y="527705"/>
                    </a:cubicBezTo>
                    <a:lnTo>
                      <a:pt x="930593" y="820123"/>
                    </a:lnTo>
                    <a:cubicBezTo>
                      <a:pt x="913333" y="829781"/>
                      <a:pt x="892512" y="830657"/>
                      <a:pt x="874490" y="822504"/>
                    </a:cubicBezTo>
                    <a:lnTo>
                      <a:pt x="8763" y="322632"/>
                    </a:lnTo>
                    <a:cubicBezTo>
                      <a:pt x="4820" y="320575"/>
                      <a:pt x="1720" y="317203"/>
                      <a:pt x="0" y="313107"/>
                    </a:cubicBezTo>
                    <a:cubicBezTo>
                      <a:pt x="2669" y="307582"/>
                      <a:pt x="7089" y="303096"/>
                      <a:pt x="12573" y="300343"/>
                    </a:cubicBezTo>
                    <a:lnTo>
                      <a:pt x="519208" y="7926"/>
                    </a:lnTo>
                    <a:cubicBezTo>
                      <a:pt x="536467" y="-1732"/>
                      <a:pt x="557289" y="-2609"/>
                      <a:pt x="575310" y="5545"/>
                    </a:cubicBezTo>
                    <a:lnTo>
                      <a:pt x="1441323" y="505417"/>
                    </a:lnTo>
                    <a:cubicBezTo>
                      <a:pt x="1445095" y="507417"/>
                      <a:pt x="1448105" y="510598"/>
                      <a:pt x="1449896" y="514465"/>
                    </a:cubicBezTo>
                    <a:close/>
                  </a:path>
                </a:pathLst>
              </a:custGeom>
              <a:solidFill>
                <a:srgbClr val="C3C6D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 name="Google Shape;145;p12"/>
              <p:cNvSpPr/>
              <p:nvPr/>
            </p:nvSpPr>
            <p:spPr>
              <a:xfrm>
                <a:off x="5378291" y="2993528"/>
                <a:ext cx="1867947" cy="1123828"/>
              </a:xfrm>
              <a:custGeom>
                <a:avLst/>
                <a:gdLst/>
                <a:ahLst/>
                <a:cxnLst/>
                <a:rect l="l" t="t" r="r" b="b"/>
                <a:pathLst>
                  <a:path w="1867947" h="1123828" extrusionOk="0">
                    <a:moveTo>
                      <a:pt x="1854422" y="1122224"/>
                    </a:moveTo>
                    <a:lnTo>
                      <a:pt x="13526" y="59425"/>
                    </a:lnTo>
                    <a:cubicBezTo>
                      <a:pt x="5191" y="53395"/>
                      <a:pt x="181" y="43804"/>
                      <a:pt x="0" y="33517"/>
                    </a:cubicBezTo>
                    <a:lnTo>
                      <a:pt x="0" y="11895"/>
                    </a:lnTo>
                    <a:cubicBezTo>
                      <a:pt x="0" y="1894"/>
                      <a:pt x="6096" y="-2678"/>
                      <a:pt x="13526" y="1608"/>
                    </a:cubicBezTo>
                    <a:lnTo>
                      <a:pt x="1854422" y="1064122"/>
                    </a:lnTo>
                    <a:cubicBezTo>
                      <a:pt x="1862804" y="1070103"/>
                      <a:pt x="1867833" y="1079733"/>
                      <a:pt x="1867948" y="1090030"/>
                    </a:cubicBezTo>
                    <a:lnTo>
                      <a:pt x="1867948" y="1111747"/>
                    </a:lnTo>
                    <a:cubicBezTo>
                      <a:pt x="1867948" y="1121938"/>
                      <a:pt x="1861947" y="1126510"/>
                      <a:pt x="1854422" y="1122224"/>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 name="Google Shape;146;p12"/>
              <p:cNvSpPr/>
              <p:nvPr/>
            </p:nvSpPr>
            <p:spPr>
              <a:xfrm>
                <a:off x="5482399" y="1596347"/>
                <a:ext cx="657230" cy="440903"/>
              </a:xfrm>
              <a:custGeom>
                <a:avLst/>
                <a:gdLst/>
                <a:ahLst/>
                <a:cxnLst/>
                <a:rect l="l" t="t" r="r" b="b"/>
                <a:pathLst>
                  <a:path w="657230" h="440903" extrusionOk="0">
                    <a:moveTo>
                      <a:pt x="647700" y="439716"/>
                    </a:moveTo>
                    <a:lnTo>
                      <a:pt x="9525" y="71480"/>
                    </a:lnTo>
                    <a:cubicBezTo>
                      <a:pt x="3610" y="67173"/>
                      <a:pt x="76" y="60320"/>
                      <a:pt x="0" y="53001"/>
                    </a:cubicBezTo>
                    <a:lnTo>
                      <a:pt x="0" y="8520"/>
                    </a:lnTo>
                    <a:cubicBezTo>
                      <a:pt x="0" y="1376"/>
                      <a:pt x="4381" y="-1958"/>
                      <a:pt x="9525" y="1185"/>
                    </a:cubicBezTo>
                    <a:lnTo>
                      <a:pt x="647700" y="369422"/>
                    </a:lnTo>
                    <a:cubicBezTo>
                      <a:pt x="653615" y="373729"/>
                      <a:pt x="657149" y="380581"/>
                      <a:pt x="657225" y="387900"/>
                    </a:cubicBezTo>
                    <a:lnTo>
                      <a:pt x="657225" y="432477"/>
                    </a:lnTo>
                    <a:cubicBezTo>
                      <a:pt x="657416" y="439526"/>
                      <a:pt x="653034" y="442860"/>
                      <a:pt x="647700" y="439716"/>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 name="Google Shape;147;p12"/>
              <p:cNvSpPr/>
              <p:nvPr/>
            </p:nvSpPr>
            <p:spPr>
              <a:xfrm>
                <a:off x="5485731" y="1725601"/>
                <a:ext cx="490070" cy="322282"/>
              </a:xfrm>
              <a:custGeom>
                <a:avLst/>
                <a:gdLst/>
                <a:ahLst/>
                <a:cxnLst/>
                <a:rect l="l" t="t" r="r" b="b"/>
                <a:pathLst>
                  <a:path w="490070" h="322282" extrusionOk="0">
                    <a:moveTo>
                      <a:pt x="480538" y="321130"/>
                    </a:moveTo>
                    <a:lnTo>
                      <a:pt x="9527" y="49191"/>
                    </a:lnTo>
                    <a:cubicBezTo>
                      <a:pt x="3460" y="44756"/>
                      <a:pt x="-93" y="37658"/>
                      <a:pt x="2" y="30141"/>
                    </a:cubicBezTo>
                    <a:lnTo>
                      <a:pt x="2" y="8520"/>
                    </a:lnTo>
                    <a:cubicBezTo>
                      <a:pt x="2" y="1376"/>
                      <a:pt x="4288" y="-1958"/>
                      <a:pt x="9527" y="1185"/>
                    </a:cubicBezTo>
                    <a:lnTo>
                      <a:pt x="480538" y="273124"/>
                    </a:lnTo>
                    <a:cubicBezTo>
                      <a:pt x="486606" y="277563"/>
                      <a:pt x="490158" y="284659"/>
                      <a:pt x="490063" y="292174"/>
                    </a:cubicBezTo>
                    <a:lnTo>
                      <a:pt x="490063" y="314272"/>
                    </a:lnTo>
                    <a:cubicBezTo>
                      <a:pt x="490254" y="320940"/>
                      <a:pt x="486444" y="324178"/>
                      <a:pt x="480538" y="321130"/>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8" name="Google Shape;148;p12"/>
              <p:cNvSpPr/>
              <p:nvPr/>
            </p:nvSpPr>
            <p:spPr>
              <a:xfrm>
                <a:off x="5485731" y="1809557"/>
                <a:ext cx="490070" cy="322194"/>
              </a:xfrm>
              <a:custGeom>
                <a:avLst/>
                <a:gdLst/>
                <a:ahLst/>
                <a:cxnLst/>
                <a:rect l="l" t="t" r="r" b="b"/>
                <a:pathLst>
                  <a:path w="490070" h="322194" extrusionOk="0">
                    <a:moveTo>
                      <a:pt x="480538" y="321090"/>
                    </a:moveTo>
                    <a:lnTo>
                      <a:pt x="9527" y="49151"/>
                    </a:lnTo>
                    <a:cubicBezTo>
                      <a:pt x="3460" y="44715"/>
                      <a:pt x="-93" y="37618"/>
                      <a:pt x="2" y="30101"/>
                    </a:cubicBezTo>
                    <a:lnTo>
                      <a:pt x="2" y="8479"/>
                    </a:lnTo>
                    <a:cubicBezTo>
                      <a:pt x="2" y="1335"/>
                      <a:pt x="4288" y="-1903"/>
                      <a:pt x="9527" y="1145"/>
                    </a:cubicBezTo>
                    <a:lnTo>
                      <a:pt x="480538" y="273179"/>
                    </a:lnTo>
                    <a:cubicBezTo>
                      <a:pt x="486491" y="277456"/>
                      <a:pt x="490035" y="284323"/>
                      <a:pt x="490063" y="291657"/>
                    </a:cubicBezTo>
                    <a:lnTo>
                      <a:pt x="490063" y="313755"/>
                    </a:lnTo>
                    <a:cubicBezTo>
                      <a:pt x="490254" y="320899"/>
                      <a:pt x="486444" y="324042"/>
                      <a:pt x="480538" y="321090"/>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9" name="Google Shape;149;p12"/>
              <p:cNvSpPr/>
              <p:nvPr/>
            </p:nvSpPr>
            <p:spPr>
              <a:xfrm>
                <a:off x="5485733" y="1893472"/>
                <a:ext cx="401289" cy="270998"/>
              </a:xfrm>
              <a:custGeom>
                <a:avLst/>
                <a:gdLst/>
                <a:ahLst/>
                <a:cxnLst/>
                <a:rect l="l" t="t" r="r" b="b"/>
                <a:pathLst>
                  <a:path w="401289" h="270998" extrusionOk="0">
                    <a:moveTo>
                      <a:pt x="391763" y="269845"/>
                    </a:moveTo>
                    <a:lnTo>
                      <a:pt x="9525" y="49627"/>
                    </a:lnTo>
                    <a:cubicBezTo>
                      <a:pt x="3572" y="45351"/>
                      <a:pt x="29" y="38479"/>
                      <a:pt x="0" y="31149"/>
                    </a:cubicBezTo>
                    <a:lnTo>
                      <a:pt x="0" y="8479"/>
                    </a:lnTo>
                    <a:cubicBezTo>
                      <a:pt x="0" y="1335"/>
                      <a:pt x="4286" y="-1903"/>
                      <a:pt x="9525" y="1145"/>
                    </a:cubicBezTo>
                    <a:lnTo>
                      <a:pt x="391763" y="221839"/>
                    </a:lnTo>
                    <a:cubicBezTo>
                      <a:pt x="397821" y="226287"/>
                      <a:pt x="401364" y="233374"/>
                      <a:pt x="401288" y="240889"/>
                    </a:cubicBezTo>
                    <a:lnTo>
                      <a:pt x="401288" y="262987"/>
                    </a:lnTo>
                    <a:cubicBezTo>
                      <a:pt x="401384" y="269655"/>
                      <a:pt x="397097" y="272893"/>
                      <a:pt x="391763" y="26984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0" name="Google Shape;150;p12"/>
              <p:cNvSpPr/>
              <p:nvPr/>
            </p:nvSpPr>
            <p:spPr>
              <a:xfrm>
                <a:off x="5482398" y="2477545"/>
                <a:ext cx="657231" cy="440923"/>
              </a:xfrm>
              <a:custGeom>
                <a:avLst/>
                <a:gdLst/>
                <a:ahLst/>
                <a:cxnLst/>
                <a:rect l="l" t="t" r="r" b="b"/>
                <a:pathLst>
                  <a:path w="657231" h="440923" extrusionOk="0">
                    <a:moveTo>
                      <a:pt x="647701" y="439771"/>
                    </a:moveTo>
                    <a:lnTo>
                      <a:pt x="9526" y="71535"/>
                    </a:lnTo>
                    <a:cubicBezTo>
                      <a:pt x="3477" y="67077"/>
                      <a:pt x="-56" y="59990"/>
                      <a:pt x="1" y="52485"/>
                    </a:cubicBezTo>
                    <a:lnTo>
                      <a:pt x="1" y="8479"/>
                    </a:lnTo>
                    <a:cubicBezTo>
                      <a:pt x="1" y="1335"/>
                      <a:pt x="4382" y="-1903"/>
                      <a:pt x="9526" y="1145"/>
                    </a:cubicBezTo>
                    <a:lnTo>
                      <a:pt x="647701" y="369381"/>
                    </a:lnTo>
                    <a:cubicBezTo>
                      <a:pt x="653749" y="373839"/>
                      <a:pt x="657283" y="380926"/>
                      <a:pt x="657226" y="388431"/>
                    </a:cubicBezTo>
                    <a:lnTo>
                      <a:pt x="657226" y="432913"/>
                    </a:lnTo>
                    <a:cubicBezTo>
                      <a:pt x="657416" y="439581"/>
                      <a:pt x="653035" y="442819"/>
                      <a:pt x="647701" y="439771"/>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1" name="Google Shape;151;p12"/>
              <p:cNvSpPr/>
              <p:nvPr/>
            </p:nvSpPr>
            <p:spPr>
              <a:xfrm>
                <a:off x="5485733" y="2606854"/>
                <a:ext cx="490068" cy="322274"/>
              </a:xfrm>
              <a:custGeom>
                <a:avLst/>
                <a:gdLst/>
                <a:ahLst/>
                <a:cxnLst/>
                <a:rect l="l" t="t" r="r" b="b"/>
                <a:pathLst>
                  <a:path w="490068" h="322274" extrusionOk="0">
                    <a:moveTo>
                      <a:pt x="480536" y="321130"/>
                    </a:moveTo>
                    <a:lnTo>
                      <a:pt x="9525" y="49096"/>
                    </a:lnTo>
                    <a:cubicBezTo>
                      <a:pt x="3572" y="44819"/>
                      <a:pt x="29" y="37952"/>
                      <a:pt x="0" y="30618"/>
                    </a:cubicBezTo>
                    <a:lnTo>
                      <a:pt x="0" y="8520"/>
                    </a:lnTo>
                    <a:cubicBezTo>
                      <a:pt x="0" y="1376"/>
                      <a:pt x="4286" y="-1958"/>
                      <a:pt x="9525" y="1185"/>
                    </a:cubicBezTo>
                    <a:lnTo>
                      <a:pt x="480536" y="273124"/>
                    </a:lnTo>
                    <a:cubicBezTo>
                      <a:pt x="486470" y="277420"/>
                      <a:pt x="490004" y="284278"/>
                      <a:pt x="490061" y="291603"/>
                    </a:cubicBezTo>
                    <a:lnTo>
                      <a:pt x="490061" y="313796"/>
                    </a:lnTo>
                    <a:cubicBezTo>
                      <a:pt x="490252" y="320940"/>
                      <a:pt x="486442" y="324178"/>
                      <a:pt x="480536" y="321130"/>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2" name="Google Shape;152;p12"/>
              <p:cNvSpPr/>
              <p:nvPr/>
            </p:nvSpPr>
            <p:spPr>
              <a:xfrm>
                <a:off x="5485733" y="2690770"/>
                <a:ext cx="490068" cy="322283"/>
              </a:xfrm>
              <a:custGeom>
                <a:avLst/>
                <a:gdLst/>
                <a:ahLst/>
                <a:cxnLst/>
                <a:rect l="l" t="t" r="r" b="b"/>
                <a:pathLst>
                  <a:path w="490068" h="322283" extrusionOk="0">
                    <a:moveTo>
                      <a:pt x="480536" y="321130"/>
                    </a:moveTo>
                    <a:lnTo>
                      <a:pt x="9525" y="49191"/>
                    </a:lnTo>
                    <a:cubicBezTo>
                      <a:pt x="3591" y="44858"/>
                      <a:pt x="57" y="37971"/>
                      <a:pt x="0" y="30618"/>
                    </a:cubicBezTo>
                    <a:lnTo>
                      <a:pt x="0" y="8520"/>
                    </a:lnTo>
                    <a:cubicBezTo>
                      <a:pt x="0" y="1376"/>
                      <a:pt x="4286" y="-1958"/>
                      <a:pt x="9525" y="1185"/>
                    </a:cubicBezTo>
                    <a:lnTo>
                      <a:pt x="480536" y="273124"/>
                    </a:lnTo>
                    <a:cubicBezTo>
                      <a:pt x="486604" y="277563"/>
                      <a:pt x="490157" y="284659"/>
                      <a:pt x="490061" y="292174"/>
                    </a:cubicBezTo>
                    <a:lnTo>
                      <a:pt x="490061" y="314272"/>
                    </a:lnTo>
                    <a:cubicBezTo>
                      <a:pt x="490252" y="320940"/>
                      <a:pt x="486442" y="324178"/>
                      <a:pt x="480536" y="321130"/>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3" name="Google Shape;153;p12"/>
              <p:cNvSpPr/>
              <p:nvPr/>
            </p:nvSpPr>
            <p:spPr>
              <a:xfrm>
                <a:off x="5485733" y="2774725"/>
                <a:ext cx="401289" cy="271152"/>
              </a:xfrm>
              <a:custGeom>
                <a:avLst/>
                <a:gdLst/>
                <a:ahLst/>
                <a:cxnLst/>
                <a:rect l="l" t="t" r="r" b="b"/>
                <a:pathLst>
                  <a:path w="401289" h="271152" extrusionOk="0">
                    <a:moveTo>
                      <a:pt x="391763" y="269845"/>
                    </a:moveTo>
                    <a:lnTo>
                      <a:pt x="9525" y="49151"/>
                    </a:lnTo>
                    <a:cubicBezTo>
                      <a:pt x="3591" y="44817"/>
                      <a:pt x="57" y="37931"/>
                      <a:pt x="0" y="30577"/>
                    </a:cubicBezTo>
                    <a:lnTo>
                      <a:pt x="0" y="8479"/>
                    </a:lnTo>
                    <a:cubicBezTo>
                      <a:pt x="0" y="1335"/>
                      <a:pt x="4286" y="-1903"/>
                      <a:pt x="9525" y="1145"/>
                    </a:cubicBezTo>
                    <a:lnTo>
                      <a:pt x="391763" y="221839"/>
                    </a:lnTo>
                    <a:cubicBezTo>
                      <a:pt x="397697" y="226135"/>
                      <a:pt x="401231" y="232993"/>
                      <a:pt x="401288" y="240318"/>
                    </a:cubicBezTo>
                    <a:lnTo>
                      <a:pt x="401288" y="262511"/>
                    </a:lnTo>
                    <a:cubicBezTo>
                      <a:pt x="401384" y="269655"/>
                      <a:pt x="397097" y="273274"/>
                      <a:pt x="391763" y="26984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4" name="Google Shape;154;p12"/>
              <p:cNvSpPr/>
              <p:nvPr/>
            </p:nvSpPr>
            <p:spPr>
              <a:xfrm>
                <a:off x="6293929" y="2971606"/>
                <a:ext cx="893444" cy="828868"/>
              </a:xfrm>
              <a:custGeom>
                <a:avLst/>
                <a:gdLst/>
                <a:ahLst/>
                <a:cxnLst/>
                <a:rect l="l" t="t" r="r" b="b"/>
                <a:pathLst>
                  <a:path w="893444" h="828868" extrusionOk="0">
                    <a:moveTo>
                      <a:pt x="6858" y="55057"/>
                    </a:moveTo>
                    <a:cubicBezTo>
                      <a:pt x="6858" y="55057"/>
                      <a:pt x="77248" y="114113"/>
                      <a:pt x="178784" y="33436"/>
                    </a:cubicBezTo>
                    <a:cubicBezTo>
                      <a:pt x="251365" y="-26096"/>
                      <a:pt x="316230" y="7909"/>
                      <a:pt x="352330" y="28483"/>
                    </a:cubicBezTo>
                    <a:cubicBezTo>
                      <a:pt x="388430" y="49057"/>
                      <a:pt x="441007" y="61344"/>
                      <a:pt x="540068" y="240795"/>
                    </a:cubicBezTo>
                    <a:cubicBezTo>
                      <a:pt x="561489" y="276076"/>
                      <a:pt x="590845" y="305889"/>
                      <a:pt x="625793" y="327853"/>
                    </a:cubicBezTo>
                    <a:cubicBezTo>
                      <a:pt x="679228" y="358619"/>
                      <a:pt x="704850" y="343665"/>
                      <a:pt x="746855" y="280228"/>
                    </a:cubicBezTo>
                    <a:cubicBezTo>
                      <a:pt x="788861" y="216792"/>
                      <a:pt x="816293" y="146878"/>
                      <a:pt x="893445" y="192598"/>
                    </a:cubicBezTo>
                    <a:lnTo>
                      <a:pt x="893445" y="828868"/>
                    </a:lnTo>
                    <a:lnTo>
                      <a:pt x="0" y="313090"/>
                    </a:lnTo>
                    <a:lnTo>
                      <a:pt x="0" y="50867"/>
                    </a:lnTo>
                    <a:close/>
                  </a:path>
                </a:pathLst>
              </a:custGeom>
              <a:solidFill>
                <a:srgbClr val="F5F6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5" name="Google Shape;155;p12"/>
              <p:cNvSpPr/>
              <p:nvPr/>
            </p:nvSpPr>
            <p:spPr>
              <a:xfrm>
                <a:off x="5485733" y="2024441"/>
                <a:ext cx="630461" cy="733619"/>
              </a:xfrm>
              <a:custGeom>
                <a:avLst/>
                <a:gdLst/>
                <a:ahLst/>
                <a:cxnLst/>
                <a:rect l="l" t="t" r="r" b="b"/>
                <a:pathLst>
                  <a:path w="630461" h="733619" extrusionOk="0">
                    <a:moveTo>
                      <a:pt x="620935" y="732474"/>
                    </a:moveTo>
                    <a:lnTo>
                      <a:pt x="9525" y="379478"/>
                    </a:lnTo>
                    <a:cubicBezTo>
                      <a:pt x="3591" y="375144"/>
                      <a:pt x="57" y="368257"/>
                      <a:pt x="0" y="360904"/>
                    </a:cubicBezTo>
                    <a:lnTo>
                      <a:pt x="0" y="8479"/>
                    </a:lnTo>
                    <a:cubicBezTo>
                      <a:pt x="0" y="1335"/>
                      <a:pt x="4286" y="-1903"/>
                      <a:pt x="9525" y="1145"/>
                    </a:cubicBezTo>
                    <a:lnTo>
                      <a:pt x="620935" y="354141"/>
                    </a:lnTo>
                    <a:cubicBezTo>
                      <a:pt x="626859" y="358485"/>
                      <a:pt x="630384" y="365371"/>
                      <a:pt x="630460" y="372715"/>
                    </a:cubicBezTo>
                    <a:lnTo>
                      <a:pt x="630460" y="725140"/>
                    </a:lnTo>
                    <a:cubicBezTo>
                      <a:pt x="630555" y="732284"/>
                      <a:pt x="626269" y="735522"/>
                      <a:pt x="620935" y="732474"/>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6" name="Google Shape;156;p12"/>
              <p:cNvSpPr/>
              <p:nvPr/>
            </p:nvSpPr>
            <p:spPr>
              <a:xfrm>
                <a:off x="6293834" y="3011804"/>
                <a:ext cx="893445" cy="788955"/>
              </a:xfrm>
              <a:custGeom>
                <a:avLst/>
                <a:gdLst/>
                <a:ahLst/>
                <a:cxnLst/>
                <a:rect l="l" t="t" r="r" b="b"/>
                <a:pathLst>
                  <a:path w="893445" h="788955" extrusionOk="0">
                    <a:moveTo>
                      <a:pt x="0" y="0"/>
                    </a:moveTo>
                    <a:lnTo>
                      <a:pt x="0" y="273177"/>
                    </a:lnTo>
                    <a:lnTo>
                      <a:pt x="893445" y="788956"/>
                    </a:lnTo>
                    <a:lnTo>
                      <a:pt x="893445" y="152591"/>
                    </a:lnTo>
                  </a:path>
                </a:pathLst>
              </a:custGeom>
              <a:noFill/>
              <a:ln w="9525" cap="flat" cmpd="sng">
                <a:solidFill>
                  <a:srgbClr val="E9EAF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7" name="Google Shape;157;p12"/>
              <p:cNvSpPr/>
              <p:nvPr/>
            </p:nvSpPr>
            <p:spPr>
              <a:xfrm>
                <a:off x="6645021" y="3003137"/>
                <a:ext cx="9525" cy="483869"/>
              </a:xfrm>
              <a:custGeom>
                <a:avLst/>
                <a:gdLst/>
                <a:ahLst/>
                <a:cxnLst/>
                <a:rect l="l" t="t" r="r" b="b"/>
                <a:pathLst>
                  <a:path w="9525" h="483869" extrusionOk="0">
                    <a:moveTo>
                      <a:pt x="0" y="0"/>
                    </a:moveTo>
                    <a:lnTo>
                      <a:pt x="0" y="483870"/>
                    </a:lnTo>
                  </a:path>
                </a:pathLst>
              </a:custGeom>
              <a:noFill/>
              <a:ln w="9525" cap="flat" cmpd="sng">
                <a:solidFill>
                  <a:srgbClr val="E9EAF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8" name="Google Shape;158;p12"/>
              <p:cNvSpPr/>
              <p:nvPr/>
            </p:nvSpPr>
            <p:spPr>
              <a:xfrm>
                <a:off x="6918293" y="3309175"/>
                <a:ext cx="9525" cy="335661"/>
              </a:xfrm>
              <a:custGeom>
                <a:avLst/>
                <a:gdLst/>
                <a:ahLst/>
                <a:cxnLst/>
                <a:rect l="l" t="t" r="r" b="b"/>
                <a:pathLst>
                  <a:path w="9525" h="335661" extrusionOk="0">
                    <a:moveTo>
                      <a:pt x="0" y="0"/>
                    </a:moveTo>
                    <a:lnTo>
                      <a:pt x="0" y="335661"/>
                    </a:lnTo>
                  </a:path>
                </a:pathLst>
              </a:custGeom>
              <a:noFill/>
              <a:ln w="9525" cap="flat" cmpd="sng">
                <a:solidFill>
                  <a:srgbClr val="E9EAF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9" name="Google Shape;159;p12"/>
              <p:cNvSpPr/>
              <p:nvPr/>
            </p:nvSpPr>
            <p:spPr>
              <a:xfrm>
                <a:off x="6293834" y="2971929"/>
                <a:ext cx="893349" cy="341800"/>
              </a:xfrm>
              <a:custGeom>
                <a:avLst/>
                <a:gdLst/>
                <a:ahLst/>
                <a:cxnLst/>
                <a:rect l="l" t="t" r="r" b="b"/>
                <a:pathLst>
                  <a:path w="893349" h="341800" extrusionOk="0">
                    <a:moveTo>
                      <a:pt x="0" y="50543"/>
                    </a:moveTo>
                    <a:cubicBezTo>
                      <a:pt x="158496" y="148841"/>
                      <a:pt x="180975" y="-73282"/>
                      <a:pt x="353663" y="26350"/>
                    </a:cubicBezTo>
                    <a:cubicBezTo>
                      <a:pt x="526352" y="125981"/>
                      <a:pt x="502539" y="255997"/>
                      <a:pt x="629888" y="329626"/>
                    </a:cubicBezTo>
                    <a:cubicBezTo>
                      <a:pt x="757238" y="403254"/>
                      <a:pt x="760381" y="115694"/>
                      <a:pt x="893350" y="192466"/>
                    </a:cubicBezTo>
                  </a:path>
                </a:pathLst>
              </a:custGeom>
              <a:noFill/>
              <a:ln w="10375" cap="flat" cmpd="sng">
                <a:solidFill>
                  <a:srgbClr val="E9EAF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0" name="Google Shape;160;p12"/>
              <p:cNvSpPr/>
              <p:nvPr/>
            </p:nvSpPr>
            <p:spPr>
              <a:xfrm rot="-1801764">
                <a:off x="6627823" y="2973379"/>
                <a:ext cx="34449" cy="59573"/>
              </a:xfrm>
              <a:custGeom>
                <a:avLst/>
                <a:gdLst/>
                <a:ahLst/>
                <a:cxnLst/>
                <a:rect l="l" t="t" r="r" b="b"/>
                <a:pathLst>
                  <a:path w="34480" h="59626" extrusionOk="0">
                    <a:moveTo>
                      <a:pt x="34481" y="29813"/>
                    </a:moveTo>
                    <a:cubicBezTo>
                      <a:pt x="34481" y="46279"/>
                      <a:pt x="26762" y="59626"/>
                      <a:pt x="17240" y="59626"/>
                    </a:cubicBezTo>
                    <a:cubicBezTo>
                      <a:pt x="7719" y="59626"/>
                      <a:pt x="0" y="46279"/>
                      <a:pt x="0" y="29813"/>
                    </a:cubicBezTo>
                    <a:cubicBezTo>
                      <a:pt x="0" y="13348"/>
                      <a:pt x="7719" y="0"/>
                      <a:pt x="17240" y="0"/>
                    </a:cubicBezTo>
                    <a:cubicBezTo>
                      <a:pt x="26762" y="0"/>
                      <a:pt x="34481" y="13348"/>
                      <a:pt x="34481" y="29813"/>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1" name="Google Shape;161;p12"/>
              <p:cNvSpPr/>
              <p:nvPr/>
            </p:nvSpPr>
            <p:spPr>
              <a:xfrm rot="-1790023">
                <a:off x="7183546" y="3143044"/>
                <a:ext cx="34600" cy="59833"/>
              </a:xfrm>
              <a:custGeom>
                <a:avLst/>
                <a:gdLst/>
                <a:ahLst/>
                <a:cxnLst/>
                <a:rect l="l" t="t" r="r" b="b"/>
                <a:pathLst>
                  <a:path w="34599" h="59831" extrusionOk="0">
                    <a:moveTo>
                      <a:pt x="34601" y="29917"/>
                    </a:moveTo>
                    <a:cubicBezTo>
                      <a:pt x="34601" y="46439"/>
                      <a:pt x="26855" y="59833"/>
                      <a:pt x="17301" y="59833"/>
                    </a:cubicBezTo>
                    <a:cubicBezTo>
                      <a:pt x="7747" y="59833"/>
                      <a:pt x="2" y="46439"/>
                      <a:pt x="2" y="29917"/>
                    </a:cubicBezTo>
                    <a:cubicBezTo>
                      <a:pt x="2" y="13395"/>
                      <a:pt x="7747" y="1"/>
                      <a:pt x="17301" y="1"/>
                    </a:cubicBezTo>
                    <a:cubicBezTo>
                      <a:pt x="26855" y="1"/>
                      <a:pt x="34601" y="13395"/>
                      <a:pt x="34601" y="2991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2" name="Google Shape;162;p12"/>
              <p:cNvSpPr/>
              <p:nvPr/>
            </p:nvSpPr>
            <p:spPr>
              <a:xfrm rot="-1790023">
                <a:off x="6913571" y="3282356"/>
                <a:ext cx="34600" cy="59833"/>
              </a:xfrm>
              <a:custGeom>
                <a:avLst/>
                <a:gdLst/>
                <a:ahLst/>
                <a:cxnLst/>
                <a:rect l="l" t="t" r="r" b="b"/>
                <a:pathLst>
                  <a:path w="34599" h="59831" extrusionOk="0">
                    <a:moveTo>
                      <a:pt x="34601" y="29917"/>
                    </a:moveTo>
                    <a:cubicBezTo>
                      <a:pt x="34601" y="46439"/>
                      <a:pt x="26855" y="59833"/>
                      <a:pt x="17301" y="59833"/>
                    </a:cubicBezTo>
                    <a:cubicBezTo>
                      <a:pt x="7747" y="59833"/>
                      <a:pt x="2" y="46439"/>
                      <a:pt x="2" y="29917"/>
                    </a:cubicBezTo>
                    <a:cubicBezTo>
                      <a:pt x="2" y="13395"/>
                      <a:pt x="7747" y="1"/>
                      <a:pt x="17301" y="1"/>
                    </a:cubicBezTo>
                    <a:cubicBezTo>
                      <a:pt x="26855" y="1"/>
                      <a:pt x="34601" y="13395"/>
                      <a:pt x="34601" y="2991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3" name="Google Shape;163;p12"/>
              <p:cNvSpPr/>
              <p:nvPr/>
            </p:nvSpPr>
            <p:spPr>
              <a:xfrm rot="-1790023">
                <a:off x="6286614" y="3000522"/>
                <a:ext cx="34600" cy="59833"/>
              </a:xfrm>
              <a:custGeom>
                <a:avLst/>
                <a:gdLst/>
                <a:ahLst/>
                <a:cxnLst/>
                <a:rect l="l" t="t" r="r" b="b"/>
                <a:pathLst>
                  <a:path w="34599" h="59831" extrusionOk="0">
                    <a:moveTo>
                      <a:pt x="34600" y="29917"/>
                    </a:moveTo>
                    <a:cubicBezTo>
                      <a:pt x="34600" y="46439"/>
                      <a:pt x="26855" y="59833"/>
                      <a:pt x="17301" y="59833"/>
                    </a:cubicBezTo>
                    <a:cubicBezTo>
                      <a:pt x="7746" y="59833"/>
                      <a:pt x="1" y="46439"/>
                      <a:pt x="1" y="29917"/>
                    </a:cubicBezTo>
                    <a:cubicBezTo>
                      <a:pt x="1" y="13395"/>
                      <a:pt x="7746" y="1"/>
                      <a:pt x="17301" y="1"/>
                    </a:cubicBezTo>
                    <a:cubicBezTo>
                      <a:pt x="26855" y="1"/>
                      <a:pt x="34600" y="13395"/>
                      <a:pt x="34600" y="2991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4" name="Google Shape;164;p12"/>
              <p:cNvSpPr/>
              <p:nvPr/>
            </p:nvSpPr>
            <p:spPr>
              <a:xfrm>
                <a:off x="6272974" y="2328193"/>
                <a:ext cx="55632" cy="226128"/>
              </a:xfrm>
              <a:custGeom>
                <a:avLst/>
                <a:gdLst/>
                <a:ahLst/>
                <a:cxnLst/>
                <a:rect l="l" t="t" r="r" b="b"/>
                <a:pathLst>
                  <a:path w="55632" h="226128" extrusionOk="0">
                    <a:moveTo>
                      <a:pt x="46101" y="224982"/>
                    </a:moveTo>
                    <a:lnTo>
                      <a:pt x="9525" y="203837"/>
                    </a:lnTo>
                    <a:cubicBezTo>
                      <a:pt x="3610" y="199532"/>
                      <a:pt x="76" y="192674"/>
                      <a:pt x="0" y="185358"/>
                    </a:cubicBezTo>
                    <a:lnTo>
                      <a:pt x="0" y="8479"/>
                    </a:lnTo>
                    <a:cubicBezTo>
                      <a:pt x="0" y="1335"/>
                      <a:pt x="4382" y="-1903"/>
                      <a:pt x="9525" y="1145"/>
                    </a:cubicBezTo>
                    <a:lnTo>
                      <a:pt x="46101" y="22290"/>
                    </a:lnTo>
                    <a:cubicBezTo>
                      <a:pt x="52007" y="26605"/>
                      <a:pt x="55541" y="33454"/>
                      <a:pt x="55626" y="40769"/>
                    </a:cubicBezTo>
                    <a:lnTo>
                      <a:pt x="55626" y="217743"/>
                    </a:lnTo>
                    <a:cubicBezTo>
                      <a:pt x="55817" y="224506"/>
                      <a:pt x="51626" y="228126"/>
                      <a:pt x="46101" y="224982"/>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 name="Google Shape;165;p12"/>
              <p:cNvSpPr/>
              <p:nvPr/>
            </p:nvSpPr>
            <p:spPr>
              <a:xfrm>
                <a:off x="6357270" y="2193891"/>
                <a:ext cx="55722" cy="409197"/>
              </a:xfrm>
              <a:custGeom>
                <a:avLst/>
                <a:gdLst/>
                <a:ahLst/>
                <a:cxnLst/>
                <a:rect l="l" t="t" r="r" b="b"/>
                <a:pathLst>
                  <a:path w="55722" h="409197" extrusionOk="0">
                    <a:moveTo>
                      <a:pt x="46196" y="408053"/>
                    </a:moveTo>
                    <a:lnTo>
                      <a:pt x="9525" y="387384"/>
                    </a:lnTo>
                    <a:cubicBezTo>
                      <a:pt x="3620" y="383031"/>
                      <a:pt x="86" y="376154"/>
                      <a:pt x="0" y="368810"/>
                    </a:cubicBezTo>
                    <a:lnTo>
                      <a:pt x="0" y="8479"/>
                    </a:lnTo>
                    <a:cubicBezTo>
                      <a:pt x="0" y="1335"/>
                      <a:pt x="4382" y="-1903"/>
                      <a:pt x="9525" y="1145"/>
                    </a:cubicBezTo>
                    <a:lnTo>
                      <a:pt x="46196" y="22290"/>
                    </a:lnTo>
                    <a:cubicBezTo>
                      <a:pt x="52254" y="26739"/>
                      <a:pt x="55797" y="33825"/>
                      <a:pt x="55721" y="41340"/>
                    </a:cubicBezTo>
                    <a:lnTo>
                      <a:pt x="55721" y="400719"/>
                    </a:lnTo>
                    <a:cubicBezTo>
                      <a:pt x="55817" y="407862"/>
                      <a:pt x="51530" y="411101"/>
                      <a:pt x="46196" y="408053"/>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 name="Google Shape;166;p12"/>
              <p:cNvSpPr/>
              <p:nvPr/>
            </p:nvSpPr>
            <p:spPr>
              <a:xfrm>
                <a:off x="6526149" y="2326193"/>
                <a:ext cx="55625" cy="374240"/>
              </a:xfrm>
              <a:custGeom>
                <a:avLst/>
                <a:gdLst/>
                <a:ahLst/>
                <a:cxnLst/>
                <a:rect l="l" t="t" r="r" b="b"/>
                <a:pathLst>
                  <a:path w="55625" h="374240" extrusionOk="0">
                    <a:moveTo>
                      <a:pt x="46101" y="373096"/>
                    </a:moveTo>
                    <a:lnTo>
                      <a:pt x="9525" y="351951"/>
                    </a:lnTo>
                    <a:cubicBezTo>
                      <a:pt x="3591" y="347617"/>
                      <a:pt x="57" y="340730"/>
                      <a:pt x="0" y="333377"/>
                    </a:cubicBezTo>
                    <a:lnTo>
                      <a:pt x="0" y="8479"/>
                    </a:lnTo>
                    <a:cubicBezTo>
                      <a:pt x="0" y="1335"/>
                      <a:pt x="4286" y="-1903"/>
                      <a:pt x="9525" y="1145"/>
                    </a:cubicBezTo>
                    <a:lnTo>
                      <a:pt x="46101" y="22290"/>
                    </a:lnTo>
                    <a:cubicBezTo>
                      <a:pt x="52006" y="26643"/>
                      <a:pt x="55540" y="33520"/>
                      <a:pt x="55626" y="40864"/>
                    </a:cubicBezTo>
                    <a:lnTo>
                      <a:pt x="55626" y="365762"/>
                    </a:lnTo>
                    <a:cubicBezTo>
                      <a:pt x="55626" y="372906"/>
                      <a:pt x="51245" y="376144"/>
                      <a:pt x="46101" y="373096"/>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 name="Google Shape;167;p12"/>
              <p:cNvSpPr/>
              <p:nvPr/>
            </p:nvSpPr>
            <p:spPr>
              <a:xfrm>
                <a:off x="6610350" y="2430587"/>
                <a:ext cx="55627" cy="318519"/>
              </a:xfrm>
              <a:custGeom>
                <a:avLst/>
                <a:gdLst/>
                <a:ahLst/>
                <a:cxnLst/>
                <a:rect l="l" t="t" r="r" b="b"/>
                <a:pathLst>
                  <a:path w="55627" h="318519" extrusionOk="0">
                    <a:moveTo>
                      <a:pt x="46006" y="317375"/>
                    </a:moveTo>
                    <a:lnTo>
                      <a:pt x="9525" y="296229"/>
                    </a:lnTo>
                    <a:cubicBezTo>
                      <a:pt x="3620" y="291915"/>
                      <a:pt x="86" y="285066"/>
                      <a:pt x="0" y="277751"/>
                    </a:cubicBezTo>
                    <a:lnTo>
                      <a:pt x="0" y="8479"/>
                    </a:lnTo>
                    <a:cubicBezTo>
                      <a:pt x="0" y="1335"/>
                      <a:pt x="4381" y="-1903"/>
                      <a:pt x="9525" y="1145"/>
                    </a:cubicBezTo>
                    <a:lnTo>
                      <a:pt x="46101" y="22290"/>
                    </a:lnTo>
                    <a:cubicBezTo>
                      <a:pt x="52035" y="26624"/>
                      <a:pt x="55569" y="33511"/>
                      <a:pt x="55626" y="40864"/>
                    </a:cubicBezTo>
                    <a:lnTo>
                      <a:pt x="55626" y="310041"/>
                    </a:lnTo>
                    <a:cubicBezTo>
                      <a:pt x="55721" y="317184"/>
                      <a:pt x="51435" y="320423"/>
                      <a:pt x="46006" y="31737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 name="Google Shape;168;p12"/>
              <p:cNvSpPr/>
              <p:nvPr/>
            </p:nvSpPr>
            <p:spPr>
              <a:xfrm>
                <a:off x="6778179" y="2662902"/>
                <a:ext cx="55632" cy="183161"/>
              </a:xfrm>
              <a:custGeom>
                <a:avLst/>
                <a:gdLst/>
                <a:ahLst/>
                <a:cxnLst/>
                <a:rect l="l" t="t" r="r" b="b"/>
                <a:pathLst>
                  <a:path w="55632" h="183161" extrusionOk="0">
                    <a:moveTo>
                      <a:pt x="46102" y="182025"/>
                    </a:moveTo>
                    <a:lnTo>
                      <a:pt x="9526" y="160879"/>
                    </a:lnTo>
                    <a:cubicBezTo>
                      <a:pt x="3477" y="156421"/>
                      <a:pt x="-56" y="149335"/>
                      <a:pt x="1" y="141829"/>
                    </a:cubicBezTo>
                    <a:lnTo>
                      <a:pt x="1" y="8479"/>
                    </a:lnTo>
                    <a:cubicBezTo>
                      <a:pt x="1" y="1335"/>
                      <a:pt x="4382" y="-1903"/>
                      <a:pt x="9526" y="1145"/>
                    </a:cubicBezTo>
                    <a:lnTo>
                      <a:pt x="46102" y="22290"/>
                    </a:lnTo>
                    <a:cubicBezTo>
                      <a:pt x="52036" y="26624"/>
                      <a:pt x="55570" y="33511"/>
                      <a:pt x="55627" y="40864"/>
                    </a:cubicBezTo>
                    <a:lnTo>
                      <a:pt x="55627" y="174214"/>
                    </a:lnTo>
                    <a:cubicBezTo>
                      <a:pt x="55817" y="181834"/>
                      <a:pt x="51245" y="185073"/>
                      <a:pt x="46102" y="182025"/>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 name="Google Shape;169;p12"/>
              <p:cNvSpPr/>
              <p:nvPr/>
            </p:nvSpPr>
            <p:spPr>
              <a:xfrm>
                <a:off x="6862476" y="2392923"/>
                <a:ext cx="55722" cy="501818"/>
              </a:xfrm>
              <a:custGeom>
                <a:avLst/>
                <a:gdLst/>
                <a:ahLst/>
                <a:cxnLst/>
                <a:rect l="l" t="t" r="r" b="b"/>
                <a:pathLst>
                  <a:path w="55722" h="501818" extrusionOk="0">
                    <a:moveTo>
                      <a:pt x="46196" y="500676"/>
                    </a:moveTo>
                    <a:lnTo>
                      <a:pt x="9525" y="479531"/>
                    </a:lnTo>
                    <a:cubicBezTo>
                      <a:pt x="3620" y="475178"/>
                      <a:pt x="86" y="468301"/>
                      <a:pt x="0" y="460957"/>
                    </a:cubicBezTo>
                    <a:lnTo>
                      <a:pt x="0" y="8520"/>
                    </a:lnTo>
                    <a:cubicBezTo>
                      <a:pt x="0" y="1376"/>
                      <a:pt x="4381" y="-1958"/>
                      <a:pt x="9525" y="1185"/>
                    </a:cubicBezTo>
                    <a:lnTo>
                      <a:pt x="46196" y="22331"/>
                    </a:lnTo>
                    <a:cubicBezTo>
                      <a:pt x="52130" y="26627"/>
                      <a:pt x="55664" y="33485"/>
                      <a:pt x="55721" y="40809"/>
                    </a:cubicBezTo>
                    <a:lnTo>
                      <a:pt x="55721" y="493152"/>
                    </a:lnTo>
                    <a:cubicBezTo>
                      <a:pt x="55816" y="500486"/>
                      <a:pt x="51530" y="503724"/>
                      <a:pt x="46196" y="50067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 name="Google Shape;170;p12"/>
              <p:cNvSpPr/>
              <p:nvPr/>
            </p:nvSpPr>
            <p:spPr>
              <a:xfrm>
                <a:off x="7068216" y="2830406"/>
                <a:ext cx="55722" cy="183106"/>
              </a:xfrm>
              <a:custGeom>
                <a:avLst/>
                <a:gdLst/>
                <a:ahLst/>
                <a:cxnLst/>
                <a:rect l="l" t="t" r="r" b="b"/>
                <a:pathLst>
                  <a:path w="55722" h="183106" extrusionOk="0">
                    <a:moveTo>
                      <a:pt x="46196" y="181970"/>
                    </a:moveTo>
                    <a:lnTo>
                      <a:pt x="9525" y="160443"/>
                    </a:lnTo>
                    <a:cubicBezTo>
                      <a:pt x="3620" y="156090"/>
                      <a:pt x="86" y="149213"/>
                      <a:pt x="0" y="141870"/>
                    </a:cubicBezTo>
                    <a:lnTo>
                      <a:pt x="0" y="8520"/>
                    </a:lnTo>
                    <a:cubicBezTo>
                      <a:pt x="0" y="1376"/>
                      <a:pt x="4381" y="-1958"/>
                      <a:pt x="9525" y="1185"/>
                    </a:cubicBezTo>
                    <a:lnTo>
                      <a:pt x="46196" y="22331"/>
                    </a:lnTo>
                    <a:cubicBezTo>
                      <a:pt x="52130" y="26627"/>
                      <a:pt x="55664" y="33485"/>
                      <a:pt x="55721" y="40809"/>
                    </a:cubicBezTo>
                    <a:lnTo>
                      <a:pt x="55721" y="174159"/>
                    </a:lnTo>
                    <a:cubicBezTo>
                      <a:pt x="55816" y="181779"/>
                      <a:pt x="51530" y="185018"/>
                      <a:pt x="46196" y="181970"/>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 name="Google Shape;171;p12"/>
              <p:cNvSpPr/>
              <p:nvPr/>
            </p:nvSpPr>
            <p:spPr>
              <a:xfrm>
                <a:off x="7152513" y="2836026"/>
                <a:ext cx="55727" cy="226167"/>
              </a:xfrm>
              <a:custGeom>
                <a:avLst/>
                <a:gdLst/>
                <a:ahLst/>
                <a:cxnLst/>
                <a:rect l="l" t="t" r="r" b="b"/>
                <a:pathLst>
                  <a:path w="55727" h="226167" extrusionOk="0">
                    <a:moveTo>
                      <a:pt x="46196" y="225023"/>
                    </a:moveTo>
                    <a:lnTo>
                      <a:pt x="9525" y="203877"/>
                    </a:lnTo>
                    <a:cubicBezTo>
                      <a:pt x="3591" y="199582"/>
                      <a:pt x="57" y="192724"/>
                      <a:pt x="0" y="185399"/>
                    </a:cubicBezTo>
                    <a:lnTo>
                      <a:pt x="0" y="8520"/>
                    </a:lnTo>
                    <a:cubicBezTo>
                      <a:pt x="0" y="1376"/>
                      <a:pt x="4286" y="-1958"/>
                      <a:pt x="9525" y="1185"/>
                    </a:cubicBezTo>
                    <a:lnTo>
                      <a:pt x="46196" y="22331"/>
                    </a:lnTo>
                    <a:cubicBezTo>
                      <a:pt x="52111" y="26636"/>
                      <a:pt x="55645" y="33494"/>
                      <a:pt x="55721" y="40809"/>
                    </a:cubicBezTo>
                    <a:lnTo>
                      <a:pt x="55721" y="217689"/>
                    </a:lnTo>
                    <a:cubicBezTo>
                      <a:pt x="55912" y="224832"/>
                      <a:pt x="51530" y="228071"/>
                      <a:pt x="46196" y="225023"/>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72" name="Google Shape;172;p12"/>
            <p:cNvSpPr/>
            <p:nvPr/>
          </p:nvSpPr>
          <p:spPr>
            <a:xfrm>
              <a:off x="6986665" y="3342725"/>
              <a:ext cx="1789199" cy="1033007"/>
            </a:xfrm>
            <a:custGeom>
              <a:avLst/>
              <a:gdLst/>
              <a:ahLst/>
              <a:cxnLst/>
              <a:rect l="l" t="t" r="r" b="b"/>
              <a:pathLst>
                <a:path w="2237898" h="1292066" extrusionOk="0">
                  <a:moveTo>
                    <a:pt x="942784" y="1292066"/>
                  </a:moveTo>
                  <a:lnTo>
                    <a:pt x="0" y="747713"/>
                  </a:lnTo>
                  <a:lnTo>
                    <a:pt x="1295114" y="0"/>
                  </a:lnTo>
                  <a:lnTo>
                    <a:pt x="2237899" y="544259"/>
                  </a:lnTo>
                  <a:lnTo>
                    <a:pt x="942784" y="1292066"/>
                  </a:ln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 name="Google Shape;173;p12"/>
            <p:cNvSpPr/>
            <p:nvPr/>
          </p:nvSpPr>
          <p:spPr>
            <a:xfrm>
              <a:off x="7014156" y="3327342"/>
              <a:ext cx="1789199" cy="1033007"/>
            </a:xfrm>
            <a:custGeom>
              <a:avLst/>
              <a:gdLst/>
              <a:ahLst/>
              <a:cxnLst/>
              <a:rect l="l" t="t" r="r" b="b"/>
              <a:pathLst>
                <a:path w="2237898" h="1292066" extrusionOk="0">
                  <a:moveTo>
                    <a:pt x="2206847" y="526447"/>
                  </a:moveTo>
                  <a:lnTo>
                    <a:pt x="1295210" y="0"/>
                  </a:lnTo>
                  <a:lnTo>
                    <a:pt x="31052" y="729901"/>
                  </a:lnTo>
                  <a:lnTo>
                    <a:pt x="0" y="711994"/>
                  </a:lnTo>
                  <a:lnTo>
                    <a:pt x="0" y="747808"/>
                  </a:lnTo>
                  <a:lnTo>
                    <a:pt x="942785" y="1292066"/>
                  </a:lnTo>
                  <a:lnTo>
                    <a:pt x="2237899" y="544354"/>
                  </a:lnTo>
                  <a:lnTo>
                    <a:pt x="2237899" y="508540"/>
                  </a:lnTo>
                  <a:lnTo>
                    <a:pt x="2206847" y="526447"/>
                  </a:ln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 name="Google Shape;174;p12"/>
            <p:cNvSpPr/>
            <p:nvPr/>
          </p:nvSpPr>
          <p:spPr>
            <a:xfrm>
              <a:off x="7014156" y="3298709"/>
              <a:ext cx="1789199" cy="1033007"/>
            </a:xfrm>
            <a:custGeom>
              <a:avLst/>
              <a:gdLst/>
              <a:ahLst/>
              <a:cxnLst/>
              <a:rect l="l" t="t" r="r" b="b"/>
              <a:pathLst>
                <a:path w="2237898" h="1292066" extrusionOk="0">
                  <a:moveTo>
                    <a:pt x="942785" y="1292066"/>
                  </a:moveTo>
                  <a:lnTo>
                    <a:pt x="0" y="747808"/>
                  </a:lnTo>
                  <a:lnTo>
                    <a:pt x="1295210" y="0"/>
                  </a:lnTo>
                  <a:lnTo>
                    <a:pt x="2237899" y="544354"/>
                  </a:lnTo>
                  <a:lnTo>
                    <a:pt x="942785" y="1292066"/>
                  </a:lnTo>
                  <a:close/>
                </a:path>
              </a:pathLst>
            </a:custGeom>
            <a:solidFill>
              <a:srgbClr val="FAFB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 name="Google Shape;175;p12"/>
            <p:cNvSpPr/>
            <p:nvPr/>
          </p:nvSpPr>
          <p:spPr>
            <a:xfrm>
              <a:off x="7976493" y="3396565"/>
              <a:ext cx="664277" cy="383503"/>
            </a:xfrm>
            <a:custGeom>
              <a:avLst/>
              <a:gdLst/>
              <a:ahLst/>
              <a:cxnLst/>
              <a:rect l="l" t="t" r="r" b="b"/>
              <a:pathLst>
                <a:path w="830865" h="479678" extrusionOk="0">
                  <a:moveTo>
                    <a:pt x="755904" y="479679"/>
                  </a:moveTo>
                  <a:lnTo>
                    <a:pt x="0" y="43243"/>
                  </a:lnTo>
                  <a:lnTo>
                    <a:pt x="74867" y="0"/>
                  </a:lnTo>
                  <a:lnTo>
                    <a:pt x="830866" y="436436"/>
                  </a:lnTo>
                  <a:lnTo>
                    <a:pt x="755904" y="479679"/>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 name="Google Shape;176;p12"/>
            <p:cNvSpPr/>
            <p:nvPr/>
          </p:nvSpPr>
          <p:spPr>
            <a:xfrm>
              <a:off x="7912754" y="3450709"/>
              <a:ext cx="634273" cy="366217"/>
            </a:xfrm>
            <a:custGeom>
              <a:avLst/>
              <a:gdLst/>
              <a:ahLst/>
              <a:cxnLst/>
              <a:rect l="l" t="t" r="r" b="b"/>
              <a:pathLst>
                <a:path w="793337" h="458057" extrusionOk="0">
                  <a:moveTo>
                    <a:pt x="755904" y="458057"/>
                  </a:moveTo>
                  <a:lnTo>
                    <a:pt x="0" y="21622"/>
                  </a:lnTo>
                  <a:lnTo>
                    <a:pt x="37433" y="0"/>
                  </a:lnTo>
                  <a:lnTo>
                    <a:pt x="793337" y="436436"/>
                  </a:lnTo>
                  <a:lnTo>
                    <a:pt x="755904" y="458057"/>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 name="Google Shape;177;p12"/>
            <p:cNvSpPr/>
            <p:nvPr/>
          </p:nvSpPr>
          <p:spPr>
            <a:xfrm>
              <a:off x="7863331" y="3479190"/>
              <a:ext cx="634273" cy="366217"/>
            </a:xfrm>
            <a:custGeom>
              <a:avLst/>
              <a:gdLst/>
              <a:ahLst/>
              <a:cxnLst/>
              <a:rect l="l" t="t" r="r" b="b"/>
              <a:pathLst>
                <a:path w="793337" h="458057" extrusionOk="0">
                  <a:moveTo>
                    <a:pt x="755904" y="458057"/>
                  </a:moveTo>
                  <a:lnTo>
                    <a:pt x="0" y="21622"/>
                  </a:lnTo>
                  <a:lnTo>
                    <a:pt x="37433" y="0"/>
                  </a:lnTo>
                  <a:lnTo>
                    <a:pt x="793337" y="436435"/>
                  </a:lnTo>
                  <a:lnTo>
                    <a:pt x="755904" y="458057"/>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 name="Google Shape;178;p12"/>
            <p:cNvSpPr/>
            <p:nvPr/>
          </p:nvSpPr>
          <p:spPr>
            <a:xfrm>
              <a:off x="7813984" y="3507747"/>
              <a:ext cx="634273" cy="366217"/>
            </a:xfrm>
            <a:custGeom>
              <a:avLst/>
              <a:gdLst/>
              <a:ahLst/>
              <a:cxnLst/>
              <a:rect l="l" t="t" r="r" b="b"/>
              <a:pathLst>
                <a:path w="793337" h="458057" extrusionOk="0">
                  <a:moveTo>
                    <a:pt x="755904" y="458057"/>
                  </a:moveTo>
                  <a:lnTo>
                    <a:pt x="0" y="21622"/>
                  </a:lnTo>
                  <a:lnTo>
                    <a:pt x="37433" y="0"/>
                  </a:lnTo>
                  <a:lnTo>
                    <a:pt x="793337" y="436435"/>
                  </a:lnTo>
                  <a:lnTo>
                    <a:pt x="755904" y="458057"/>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 name="Google Shape;179;p12"/>
            <p:cNvSpPr/>
            <p:nvPr/>
          </p:nvSpPr>
          <p:spPr>
            <a:xfrm>
              <a:off x="7451727" y="3699575"/>
              <a:ext cx="664201" cy="383503"/>
            </a:xfrm>
            <a:custGeom>
              <a:avLst/>
              <a:gdLst/>
              <a:ahLst/>
              <a:cxnLst/>
              <a:rect l="l" t="t" r="r" b="b"/>
              <a:pathLst>
                <a:path w="830770" h="479679" extrusionOk="0">
                  <a:moveTo>
                    <a:pt x="756000" y="479679"/>
                  </a:moveTo>
                  <a:lnTo>
                    <a:pt x="0" y="43244"/>
                  </a:lnTo>
                  <a:lnTo>
                    <a:pt x="74962" y="0"/>
                  </a:lnTo>
                  <a:lnTo>
                    <a:pt x="830771" y="436436"/>
                  </a:lnTo>
                  <a:lnTo>
                    <a:pt x="756000" y="479679"/>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 name="Google Shape;180;p12"/>
            <p:cNvSpPr/>
            <p:nvPr/>
          </p:nvSpPr>
          <p:spPr>
            <a:xfrm>
              <a:off x="7387988" y="3753643"/>
              <a:ext cx="592922" cy="342381"/>
            </a:xfrm>
            <a:custGeom>
              <a:avLst/>
              <a:gdLst/>
              <a:ahLst/>
              <a:cxnLst/>
              <a:rect l="l" t="t" r="r" b="b"/>
              <a:pathLst>
                <a:path w="741616" h="428244" extrusionOk="0">
                  <a:moveTo>
                    <a:pt x="704184" y="428244"/>
                  </a:moveTo>
                  <a:lnTo>
                    <a:pt x="0" y="21622"/>
                  </a:lnTo>
                  <a:lnTo>
                    <a:pt x="37433" y="0"/>
                  </a:lnTo>
                  <a:lnTo>
                    <a:pt x="741617" y="406622"/>
                  </a:lnTo>
                  <a:lnTo>
                    <a:pt x="704184" y="428244"/>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 name="Google Shape;181;p12"/>
            <p:cNvSpPr/>
            <p:nvPr/>
          </p:nvSpPr>
          <p:spPr>
            <a:xfrm>
              <a:off x="7338565" y="3782200"/>
              <a:ext cx="581727" cy="335832"/>
            </a:xfrm>
            <a:custGeom>
              <a:avLst/>
              <a:gdLst/>
              <a:ahLst/>
              <a:cxnLst/>
              <a:rect l="l" t="t" r="r" b="b"/>
              <a:pathLst>
                <a:path w="727614" h="420052" extrusionOk="0">
                  <a:moveTo>
                    <a:pt x="690181" y="420053"/>
                  </a:moveTo>
                  <a:lnTo>
                    <a:pt x="0" y="21622"/>
                  </a:lnTo>
                  <a:lnTo>
                    <a:pt x="37433" y="0"/>
                  </a:lnTo>
                  <a:lnTo>
                    <a:pt x="727615" y="398431"/>
                  </a:lnTo>
                  <a:lnTo>
                    <a:pt x="690181" y="420053"/>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2" name="Google Shape;182;p12"/>
            <p:cNvSpPr/>
            <p:nvPr/>
          </p:nvSpPr>
          <p:spPr>
            <a:xfrm>
              <a:off x="7289218" y="3810681"/>
              <a:ext cx="496361" cy="286637"/>
            </a:xfrm>
            <a:custGeom>
              <a:avLst/>
              <a:gdLst/>
              <a:ahLst/>
              <a:cxnLst/>
              <a:rect l="l" t="t" r="r" b="b"/>
              <a:pathLst>
                <a:path w="620839" h="358520" extrusionOk="0">
                  <a:moveTo>
                    <a:pt x="583406" y="358521"/>
                  </a:moveTo>
                  <a:lnTo>
                    <a:pt x="0" y="21622"/>
                  </a:lnTo>
                  <a:lnTo>
                    <a:pt x="37433" y="0"/>
                  </a:lnTo>
                  <a:lnTo>
                    <a:pt x="620840" y="336899"/>
                  </a:lnTo>
                  <a:lnTo>
                    <a:pt x="583406" y="358521"/>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3" name="Google Shape;183;p12"/>
            <p:cNvSpPr/>
            <p:nvPr/>
          </p:nvSpPr>
          <p:spPr>
            <a:xfrm>
              <a:off x="7582329" y="3561435"/>
              <a:ext cx="337202" cy="194645"/>
            </a:xfrm>
            <a:custGeom>
              <a:avLst/>
              <a:gdLst/>
              <a:ahLst/>
              <a:cxnLst/>
              <a:rect l="l" t="t" r="r" b="b"/>
              <a:pathLst>
                <a:path w="421766" h="243458" extrusionOk="0">
                  <a:moveTo>
                    <a:pt x="210883" y="243459"/>
                  </a:moveTo>
                  <a:lnTo>
                    <a:pt x="0" y="121729"/>
                  </a:lnTo>
                  <a:lnTo>
                    <a:pt x="210883" y="0"/>
                  </a:lnTo>
                  <a:lnTo>
                    <a:pt x="421767" y="121729"/>
                  </a:lnTo>
                  <a:lnTo>
                    <a:pt x="210883" y="243459"/>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 name="Google Shape;184;p12"/>
            <p:cNvSpPr/>
            <p:nvPr/>
          </p:nvSpPr>
          <p:spPr>
            <a:xfrm>
              <a:off x="7800200" y="3687162"/>
              <a:ext cx="337202" cy="194721"/>
            </a:xfrm>
            <a:custGeom>
              <a:avLst/>
              <a:gdLst/>
              <a:ahLst/>
              <a:cxnLst/>
              <a:rect l="l" t="t" r="r" b="b"/>
              <a:pathLst>
                <a:path w="421766" h="243554" extrusionOk="0">
                  <a:moveTo>
                    <a:pt x="210884" y="243554"/>
                  </a:moveTo>
                  <a:lnTo>
                    <a:pt x="0" y="121825"/>
                  </a:lnTo>
                  <a:lnTo>
                    <a:pt x="210884" y="0"/>
                  </a:lnTo>
                  <a:lnTo>
                    <a:pt x="421767" y="121825"/>
                  </a:lnTo>
                  <a:lnTo>
                    <a:pt x="210884" y="243554"/>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 name="Google Shape;185;p12"/>
            <p:cNvSpPr/>
            <p:nvPr/>
          </p:nvSpPr>
          <p:spPr>
            <a:xfrm>
              <a:off x="8018073" y="3812966"/>
              <a:ext cx="337202" cy="194721"/>
            </a:xfrm>
            <a:custGeom>
              <a:avLst/>
              <a:gdLst/>
              <a:ahLst/>
              <a:cxnLst/>
              <a:rect l="l" t="t" r="r" b="b"/>
              <a:pathLst>
                <a:path w="421766" h="243554" extrusionOk="0">
                  <a:moveTo>
                    <a:pt x="210883" y="243554"/>
                  </a:moveTo>
                  <a:lnTo>
                    <a:pt x="0" y="121729"/>
                  </a:lnTo>
                  <a:lnTo>
                    <a:pt x="210883" y="0"/>
                  </a:lnTo>
                  <a:lnTo>
                    <a:pt x="421767" y="121825"/>
                  </a:lnTo>
                  <a:lnTo>
                    <a:pt x="210883" y="243554"/>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 name="Google Shape;186;p12"/>
            <p:cNvSpPr/>
            <p:nvPr/>
          </p:nvSpPr>
          <p:spPr>
            <a:xfrm>
              <a:off x="6687910" y="670084"/>
              <a:ext cx="163899" cy="239625"/>
            </a:xfrm>
            <a:custGeom>
              <a:avLst/>
              <a:gdLst/>
              <a:ahLst/>
              <a:cxnLst/>
              <a:rect l="l" t="t" r="r" b="b"/>
              <a:pathLst>
                <a:path w="205002" h="299719" extrusionOk="0">
                  <a:moveTo>
                    <a:pt x="72307" y="9903"/>
                  </a:moveTo>
                  <a:cubicBezTo>
                    <a:pt x="80498" y="-3146"/>
                    <a:pt x="142792" y="-11814"/>
                    <a:pt x="163271" y="41050"/>
                  </a:cubicBezTo>
                  <a:cubicBezTo>
                    <a:pt x="171081" y="61052"/>
                    <a:pt x="169843" y="112201"/>
                    <a:pt x="176320" y="144396"/>
                  </a:cubicBezTo>
                  <a:cubicBezTo>
                    <a:pt x="182797" y="176590"/>
                    <a:pt x="198227" y="194783"/>
                    <a:pt x="203657" y="220596"/>
                  </a:cubicBezTo>
                  <a:cubicBezTo>
                    <a:pt x="209086" y="246409"/>
                    <a:pt x="200228" y="290414"/>
                    <a:pt x="136982" y="298129"/>
                  </a:cubicBezTo>
                  <a:cubicBezTo>
                    <a:pt x="73736" y="305845"/>
                    <a:pt x="26111" y="284032"/>
                    <a:pt x="11252" y="263935"/>
                  </a:cubicBezTo>
                  <a:cubicBezTo>
                    <a:pt x="-3607" y="243837"/>
                    <a:pt x="-3893" y="201260"/>
                    <a:pt x="11252" y="178210"/>
                  </a:cubicBezTo>
                  <a:cubicBezTo>
                    <a:pt x="26396" y="155159"/>
                    <a:pt x="38398" y="136776"/>
                    <a:pt x="38017" y="106963"/>
                  </a:cubicBezTo>
                  <a:close/>
                </a:path>
              </a:pathLst>
            </a:custGeom>
            <a:solidFill>
              <a:srgbClr val="2B2A3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 name="Google Shape;187;p12"/>
            <p:cNvSpPr/>
            <p:nvPr/>
          </p:nvSpPr>
          <p:spPr>
            <a:xfrm>
              <a:off x="6700339" y="668001"/>
              <a:ext cx="78506" cy="96744"/>
            </a:xfrm>
            <a:custGeom>
              <a:avLst/>
              <a:gdLst/>
              <a:ahLst/>
              <a:cxnLst/>
              <a:rect l="l" t="t" r="r" b="b"/>
              <a:pathLst>
                <a:path w="98194" h="121006" extrusionOk="0">
                  <a:moveTo>
                    <a:pt x="98195" y="3459"/>
                  </a:moveTo>
                  <a:cubicBezTo>
                    <a:pt x="98195" y="3459"/>
                    <a:pt x="50570" y="-9685"/>
                    <a:pt x="22471" y="15270"/>
                  </a:cubicBezTo>
                  <a:cubicBezTo>
                    <a:pt x="3316" y="32880"/>
                    <a:pt x="-4399" y="59709"/>
                    <a:pt x="2468" y="84803"/>
                  </a:cubicBezTo>
                  <a:cubicBezTo>
                    <a:pt x="6278" y="99662"/>
                    <a:pt x="13803" y="119855"/>
                    <a:pt x="25614" y="120998"/>
                  </a:cubicBezTo>
                  <a:cubicBezTo>
                    <a:pt x="37425" y="122141"/>
                    <a:pt x="98195" y="3459"/>
                    <a:pt x="98195" y="3459"/>
                  </a:cubicBezTo>
                  <a:close/>
                </a:path>
              </a:pathLst>
            </a:custGeom>
            <a:solidFill>
              <a:srgbClr val="2B2A3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 name="Google Shape;188;p12"/>
            <p:cNvSpPr/>
            <p:nvPr/>
          </p:nvSpPr>
          <p:spPr>
            <a:xfrm>
              <a:off x="6715688" y="773039"/>
              <a:ext cx="96838" cy="108380"/>
            </a:xfrm>
            <a:custGeom>
              <a:avLst/>
              <a:gdLst/>
              <a:ahLst/>
              <a:cxnLst/>
              <a:rect l="l" t="t" r="r" b="b"/>
              <a:pathLst>
                <a:path w="121123" h="135560" extrusionOk="0">
                  <a:moveTo>
                    <a:pt x="96617" y="0"/>
                  </a:moveTo>
                  <a:cubicBezTo>
                    <a:pt x="96617" y="0"/>
                    <a:pt x="93569" y="52387"/>
                    <a:pt x="94522" y="56197"/>
                  </a:cubicBezTo>
                  <a:cubicBezTo>
                    <a:pt x="95474" y="60008"/>
                    <a:pt x="115000" y="63722"/>
                    <a:pt x="120525" y="68294"/>
                  </a:cubicBezTo>
                  <a:cubicBezTo>
                    <a:pt x="126049" y="72866"/>
                    <a:pt x="91950" y="125921"/>
                    <a:pt x="74805" y="133826"/>
                  </a:cubicBezTo>
                  <a:cubicBezTo>
                    <a:pt x="57660" y="141732"/>
                    <a:pt x="4129" y="121539"/>
                    <a:pt x="414" y="94964"/>
                  </a:cubicBezTo>
                  <a:cubicBezTo>
                    <a:pt x="-3015" y="70580"/>
                    <a:pt x="15750" y="51530"/>
                    <a:pt x="22989" y="44863"/>
                  </a:cubicBezTo>
                  <a:cubicBezTo>
                    <a:pt x="27875" y="44509"/>
                    <a:pt x="32771" y="44509"/>
                    <a:pt x="37657" y="44863"/>
                  </a:cubicBezTo>
                  <a:lnTo>
                    <a:pt x="39276" y="19526"/>
                  </a:lnTo>
                  <a:cubicBezTo>
                    <a:pt x="62613" y="11335"/>
                    <a:pt x="96617" y="0"/>
                    <a:pt x="96617" y="0"/>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 name="Google Shape;189;p12"/>
            <p:cNvSpPr/>
            <p:nvPr/>
          </p:nvSpPr>
          <p:spPr>
            <a:xfrm>
              <a:off x="6550295" y="816287"/>
              <a:ext cx="182749" cy="260151"/>
            </a:xfrm>
            <a:custGeom>
              <a:avLst/>
              <a:gdLst/>
              <a:ahLst/>
              <a:cxnLst/>
              <a:rect l="l" t="t" r="r" b="b"/>
              <a:pathLst>
                <a:path w="228579" h="325392" extrusionOk="0">
                  <a:moveTo>
                    <a:pt x="149659" y="225085"/>
                  </a:moveTo>
                  <a:cubicBezTo>
                    <a:pt x="134829" y="245426"/>
                    <a:pt x="117303" y="263658"/>
                    <a:pt x="97557" y="279282"/>
                  </a:cubicBezTo>
                  <a:cubicBezTo>
                    <a:pt x="91252" y="285914"/>
                    <a:pt x="85308" y="292878"/>
                    <a:pt x="79746" y="300142"/>
                  </a:cubicBezTo>
                  <a:cubicBezTo>
                    <a:pt x="70392" y="310933"/>
                    <a:pt x="58276" y="318969"/>
                    <a:pt x="44694" y="323383"/>
                  </a:cubicBezTo>
                  <a:cubicBezTo>
                    <a:pt x="32883" y="326431"/>
                    <a:pt x="27930" y="325669"/>
                    <a:pt x="25644" y="323383"/>
                  </a:cubicBezTo>
                  <a:cubicBezTo>
                    <a:pt x="23358" y="321097"/>
                    <a:pt x="24596" y="317858"/>
                    <a:pt x="29739" y="315763"/>
                  </a:cubicBezTo>
                  <a:cubicBezTo>
                    <a:pt x="38150" y="313277"/>
                    <a:pt x="45961" y="309096"/>
                    <a:pt x="52695" y="303475"/>
                  </a:cubicBezTo>
                  <a:cubicBezTo>
                    <a:pt x="52695" y="303475"/>
                    <a:pt x="41741" y="308524"/>
                    <a:pt x="34788" y="310905"/>
                  </a:cubicBezTo>
                  <a:cubicBezTo>
                    <a:pt x="28644" y="313041"/>
                    <a:pt x="22234" y="314323"/>
                    <a:pt x="15738" y="314715"/>
                  </a:cubicBezTo>
                  <a:cubicBezTo>
                    <a:pt x="9165" y="314715"/>
                    <a:pt x="2403" y="307190"/>
                    <a:pt x="7546" y="305190"/>
                  </a:cubicBezTo>
                  <a:cubicBezTo>
                    <a:pt x="12690" y="303190"/>
                    <a:pt x="17071" y="302713"/>
                    <a:pt x="27549" y="298999"/>
                  </a:cubicBezTo>
                  <a:cubicBezTo>
                    <a:pt x="32921" y="297080"/>
                    <a:pt x="38017" y="294454"/>
                    <a:pt x="42693" y="291188"/>
                  </a:cubicBezTo>
                  <a:cubicBezTo>
                    <a:pt x="35655" y="293262"/>
                    <a:pt x="28454" y="294759"/>
                    <a:pt x="21167" y="295665"/>
                  </a:cubicBezTo>
                  <a:cubicBezTo>
                    <a:pt x="15090" y="296657"/>
                    <a:pt x="8851" y="295932"/>
                    <a:pt x="3165" y="293569"/>
                  </a:cubicBezTo>
                  <a:cubicBezTo>
                    <a:pt x="117" y="292236"/>
                    <a:pt x="-2550" y="286711"/>
                    <a:pt x="4308" y="284902"/>
                  </a:cubicBezTo>
                  <a:cubicBezTo>
                    <a:pt x="13166" y="284041"/>
                    <a:pt x="21881" y="282023"/>
                    <a:pt x="30216" y="278901"/>
                  </a:cubicBezTo>
                  <a:cubicBezTo>
                    <a:pt x="38217" y="275281"/>
                    <a:pt x="43265" y="271471"/>
                    <a:pt x="41455" y="270709"/>
                  </a:cubicBezTo>
                  <a:cubicBezTo>
                    <a:pt x="39645" y="269947"/>
                    <a:pt x="35169" y="272424"/>
                    <a:pt x="27168" y="271852"/>
                  </a:cubicBezTo>
                  <a:cubicBezTo>
                    <a:pt x="19167" y="271281"/>
                    <a:pt x="11642" y="266137"/>
                    <a:pt x="11737" y="262327"/>
                  </a:cubicBezTo>
                  <a:cubicBezTo>
                    <a:pt x="11832" y="258517"/>
                    <a:pt x="13452" y="260422"/>
                    <a:pt x="21262" y="259756"/>
                  </a:cubicBezTo>
                  <a:cubicBezTo>
                    <a:pt x="29559" y="257716"/>
                    <a:pt x="37998" y="256284"/>
                    <a:pt x="46503" y="255469"/>
                  </a:cubicBezTo>
                  <a:cubicBezTo>
                    <a:pt x="54924" y="255791"/>
                    <a:pt x="63344" y="254795"/>
                    <a:pt x="71459" y="252517"/>
                  </a:cubicBezTo>
                  <a:cubicBezTo>
                    <a:pt x="79936" y="249945"/>
                    <a:pt x="99081" y="226990"/>
                    <a:pt x="113750" y="205939"/>
                  </a:cubicBezTo>
                  <a:cubicBezTo>
                    <a:pt x="129714" y="182391"/>
                    <a:pt x="142344" y="156747"/>
                    <a:pt x="151278" y="129739"/>
                  </a:cubicBezTo>
                  <a:cubicBezTo>
                    <a:pt x="160041" y="101164"/>
                    <a:pt x="170328" y="46586"/>
                    <a:pt x="178044" y="27727"/>
                  </a:cubicBezTo>
                  <a:cubicBezTo>
                    <a:pt x="185759" y="8867"/>
                    <a:pt x="198427" y="390"/>
                    <a:pt x="210714" y="9"/>
                  </a:cubicBezTo>
                  <a:cubicBezTo>
                    <a:pt x="225097" y="-467"/>
                    <a:pt x="231289" y="18487"/>
                    <a:pt x="227478" y="34870"/>
                  </a:cubicBezTo>
                  <a:cubicBezTo>
                    <a:pt x="220811" y="62969"/>
                    <a:pt x="188807" y="173650"/>
                    <a:pt x="149659" y="225085"/>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 name="Google Shape;190;p12"/>
            <p:cNvSpPr/>
            <p:nvPr/>
          </p:nvSpPr>
          <p:spPr>
            <a:xfrm>
              <a:off x="6687493" y="808527"/>
              <a:ext cx="141166" cy="186207"/>
            </a:xfrm>
            <a:custGeom>
              <a:avLst/>
              <a:gdLst/>
              <a:ahLst/>
              <a:cxnLst/>
              <a:rect l="l" t="t" r="r" b="b"/>
              <a:pathLst>
                <a:path w="176568" h="232904" extrusionOk="0">
                  <a:moveTo>
                    <a:pt x="139122" y="16859"/>
                  </a:moveTo>
                  <a:cubicBezTo>
                    <a:pt x="153790" y="19145"/>
                    <a:pt x="170554" y="26955"/>
                    <a:pt x="172840" y="35051"/>
                  </a:cubicBezTo>
                  <a:cubicBezTo>
                    <a:pt x="178965" y="64011"/>
                    <a:pt x="177526" y="94062"/>
                    <a:pt x="168649" y="122300"/>
                  </a:cubicBezTo>
                  <a:cubicBezTo>
                    <a:pt x="155981" y="156019"/>
                    <a:pt x="141503" y="216693"/>
                    <a:pt x="134264" y="231266"/>
                  </a:cubicBezTo>
                  <a:cubicBezTo>
                    <a:pt x="96383" y="236540"/>
                    <a:pt x="57826" y="228996"/>
                    <a:pt x="24726" y="209835"/>
                  </a:cubicBezTo>
                  <a:cubicBezTo>
                    <a:pt x="24726" y="209835"/>
                    <a:pt x="21678" y="151352"/>
                    <a:pt x="21488" y="132016"/>
                  </a:cubicBezTo>
                  <a:cubicBezTo>
                    <a:pt x="-26137" y="90773"/>
                    <a:pt x="14630" y="39814"/>
                    <a:pt x="54635" y="285"/>
                  </a:cubicBezTo>
                  <a:cubicBezTo>
                    <a:pt x="59455" y="-95"/>
                    <a:pt x="64293" y="-95"/>
                    <a:pt x="69113" y="285"/>
                  </a:cubicBezTo>
                  <a:cubicBezTo>
                    <a:pt x="69113" y="285"/>
                    <a:pt x="33394" y="42576"/>
                    <a:pt x="58159" y="66960"/>
                  </a:cubicBezTo>
                  <a:cubicBezTo>
                    <a:pt x="111499" y="50291"/>
                    <a:pt x="122072" y="26384"/>
                    <a:pt x="139122" y="16859"/>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 name="Google Shape;191;p12"/>
            <p:cNvSpPr/>
            <p:nvPr/>
          </p:nvSpPr>
          <p:spPr>
            <a:xfrm>
              <a:off x="6712641" y="675415"/>
              <a:ext cx="103849" cy="127932"/>
            </a:xfrm>
            <a:custGeom>
              <a:avLst/>
              <a:gdLst/>
              <a:ahLst/>
              <a:cxnLst/>
              <a:rect l="l" t="t" r="r" b="b"/>
              <a:pathLst>
                <a:path w="129892" h="160015" extrusionOk="0">
                  <a:moveTo>
                    <a:pt x="2701" y="57241"/>
                  </a:moveTo>
                  <a:lnTo>
                    <a:pt x="2701" y="57241"/>
                  </a:lnTo>
                  <a:cubicBezTo>
                    <a:pt x="8035" y="23618"/>
                    <a:pt x="32324" y="-1719"/>
                    <a:pt x="66995" y="91"/>
                  </a:cubicBezTo>
                  <a:cubicBezTo>
                    <a:pt x="103761" y="2178"/>
                    <a:pt x="131870" y="33673"/>
                    <a:pt x="129784" y="70438"/>
                  </a:cubicBezTo>
                  <a:cubicBezTo>
                    <a:pt x="129774" y="70547"/>
                    <a:pt x="129774" y="70657"/>
                    <a:pt x="129765" y="70767"/>
                  </a:cubicBezTo>
                  <a:cubicBezTo>
                    <a:pt x="128441" y="91415"/>
                    <a:pt x="117601" y="110276"/>
                    <a:pt x="100428" y="121821"/>
                  </a:cubicBezTo>
                  <a:cubicBezTo>
                    <a:pt x="99228" y="126932"/>
                    <a:pt x="97437" y="131886"/>
                    <a:pt x="95094" y="136584"/>
                  </a:cubicBezTo>
                  <a:cubicBezTo>
                    <a:pt x="82806" y="150872"/>
                    <a:pt x="50231" y="159921"/>
                    <a:pt x="39468" y="160016"/>
                  </a:cubicBezTo>
                  <a:cubicBezTo>
                    <a:pt x="29943" y="160016"/>
                    <a:pt x="22132" y="151443"/>
                    <a:pt x="13369" y="137061"/>
                  </a:cubicBezTo>
                  <a:cubicBezTo>
                    <a:pt x="-4728" y="107247"/>
                    <a:pt x="-156" y="73910"/>
                    <a:pt x="2701" y="57241"/>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 name="Google Shape;192;p12"/>
            <p:cNvSpPr/>
            <p:nvPr/>
          </p:nvSpPr>
          <p:spPr>
            <a:xfrm>
              <a:off x="6716857" y="674913"/>
              <a:ext cx="104260" cy="98126"/>
            </a:xfrm>
            <a:custGeom>
              <a:avLst/>
              <a:gdLst/>
              <a:ahLst/>
              <a:cxnLst/>
              <a:rect l="l" t="t" r="r" b="b"/>
              <a:pathLst>
                <a:path w="130406" h="122734" extrusionOk="0">
                  <a:moveTo>
                    <a:pt x="72390" y="1671"/>
                  </a:moveTo>
                  <a:cubicBezTo>
                    <a:pt x="96679" y="6339"/>
                    <a:pt x="116681" y="13197"/>
                    <a:pt x="123254" y="37104"/>
                  </a:cubicBezTo>
                  <a:cubicBezTo>
                    <a:pt x="127825" y="53487"/>
                    <a:pt x="133731" y="84729"/>
                    <a:pt x="128111" y="98064"/>
                  </a:cubicBezTo>
                  <a:lnTo>
                    <a:pt x="124587" y="107589"/>
                  </a:lnTo>
                  <a:lnTo>
                    <a:pt x="95155" y="122734"/>
                  </a:lnTo>
                  <a:cubicBezTo>
                    <a:pt x="95155" y="122734"/>
                    <a:pt x="81439" y="111304"/>
                    <a:pt x="85630" y="77776"/>
                  </a:cubicBezTo>
                  <a:cubicBezTo>
                    <a:pt x="85506" y="73249"/>
                    <a:pt x="84077" y="68853"/>
                    <a:pt x="81534" y="65108"/>
                  </a:cubicBezTo>
                  <a:cubicBezTo>
                    <a:pt x="79667" y="61944"/>
                    <a:pt x="78315" y="58504"/>
                    <a:pt x="77533" y="54916"/>
                  </a:cubicBezTo>
                  <a:cubicBezTo>
                    <a:pt x="74028" y="45886"/>
                    <a:pt x="67218" y="38529"/>
                    <a:pt x="58483" y="34342"/>
                  </a:cubicBezTo>
                  <a:cubicBezTo>
                    <a:pt x="39653" y="26020"/>
                    <a:pt x="18002" y="27007"/>
                    <a:pt x="0" y="37009"/>
                  </a:cubicBezTo>
                  <a:cubicBezTo>
                    <a:pt x="12706" y="9565"/>
                    <a:pt x="42939" y="-5191"/>
                    <a:pt x="72390" y="1671"/>
                  </a:cubicBezTo>
                  <a:close/>
                </a:path>
              </a:pathLst>
            </a:custGeom>
            <a:solidFill>
              <a:srgbClr val="2B2A3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 name="Google Shape;193;p12"/>
            <p:cNvSpPr/>
            <p:nvPr/>
          </p:nvSpPr>
          <p:spPr>
            <a:xfrm>
              <a:off x="6591681" y="1319278"/>
              <a:ext cx="81988" cy="62539"/>
            </a:xfrm>
            <a:custGeom>
              <a:avLst/>
              <a:gdLst/>
              <a:ahLst/>
              <a:cxnLst/>
              <a:rect l="l" t="t" r="r" b="b"/>
              <a:pathLst>
                <a:path w="102549" h="78223" extrusionOk="0">
                  <a:moveTo>
                    <a:pt x="95132" y="3"/>
                  </a:moveTo>
                  <a:cubicBezTo>
                    <a:pt x="82845" y="9528"/>
                    <a:pt x="63699" y="3051"/>
                    <a:pt x="62747" y="4003"/>
                  </a:cubicBezTo>
                  <a:cubicBezTo>
                    <a:pt x="48374" y="16282"/>
                    <a:pt x="33334" y="27761"/>
                    <a:pt x="17694" y="38388"/>
                  </a:cubicBezTo>
                  <a:cubicBezTo>
                    <a:pt x="10074" y="44389"/>
                    <a:pt x="-1928" y="52485"/>
                    <a:pt x="263" y="64106"/>
                  </a:cubicBezTo>
                  <a:cubicBezTo>
                    <a:pt x="4168" y="84775"/>
                    <a:pt x="37315" y="78393"/>
                    <a:pt x="49888" y="72107"/>
                  </a:cubicBezTo>
                  <a:cubicBezTo>
                    <a:pt x="62461" y="65820"/>
                    <a:pt x="72558" y="55248"/>
                    <a:pt x="84464" y="47913"/>
                  </a:cubicBezTo>
                  <a:cubicBezTo>
                    <a:pt x="92846" y="42675"/>
                    <a:pt x="101228" y="39912"/>
                    <a:pt x="102466" y="28863"/>
                  </a:cubicBezTo>
                  <a:cubicBezTo>
                    <a:pt x="103323" y="22767"/>
                    <a:pt x="97323" y="-283"/>
                    <a:pt x="95132" y="3"/>
                  </a:cubicBezTo>
                  <a:close/>
                </a:path>
              </a:pathLst>
            </a:custGeom>
            <a:solidFill>
              <a:srgbClr val="2B2A3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 name="Google Shape;194;p12"/>
            <p:cNvSpPr/>
            <p:nvPr/>
          </p:nvSpPr>
          <p:spPr>
            <a:xfrm>
              <a:off x="6592043" y="1339232"/>
              <a:ext cx="81616" cy="42611"/>
            </a:xfrm>
            <a:custGeom>
              <a:avLst/>
              <a:gdLst/>
              <a:ahLst/>
              <a:cxnLst/>
              <a:rect l="l" t="t" r="r" b="b"/>
              <a:pathLst>
                <a:path w="102084" h="53297" extrusionOk="0">
                  <a:moveTo>
                    <a:pt x="101917" y="0"/>
                  </a:moveTo>
                  <a:cubicBezTo>
                    <a:pt x="100298" y="10192"/>
                    <a:pt x="92392" y="13049"/>
                    <a:pt x="83725" y="18193"/>
                  </a:cubicBezTo>
                  <a:cubicBezTo>
                    <a:pt x="71628" y="25717"/>
                    <a:pt x="61055" y="36481"/>
                    <a:pt x="48482" y="42863"/>
                  </a:cubicBezTo>
                  <a:cubicBezTo>
                    <a:pt x="35909" y="49244"/>
                    <a:pt x="8096" y="54483"/>
                    <a:pt x="0" y="39719"/>
                  </a:cubicBezTo>
                  <a:cubicBezTo>
                    <a:pt x="4381" y="59722"/>
                    <a:pt x="36957" y="53435"/>
                    <a:pt x="49435" y="47149"/>
                  </a:cubicBezTo>
                  <a:cubicBezTo>
                    <a:pt x="61913" y="40862"/>
                    <a:pt x="72104" y="30289"/>
                    <a:pt x="84010" y="22955"/>
                  </a:cubicBezTo>
                  <a:cubicBezTo>
                    <a:pt x="92392" y="17716"/>
                    <a:pt x="100775" y="14954"/>
                    <a:pt x="102013" y="3905"/>
                  </a:cubicBezTo>
                  <a:cubicBezTo>
                    <a:pt x="102137" y="2604"/>
                    <a:pt x="102098" y="1293"/>
                    <a:pt x="101917"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 name="Google Shape;195;p12"/>
            <p:cNvSpPr/>
            <p:nvPr/>
          </p:nvSpPr>
          <p:spPr>
            <a:xfrm>
              <a:off x="6550653" y="1292322"/>
              <a:ext cx="75049" cy="58139"/>
            </a:xfrm>
            <a:custGeom>
              <a:avLst/>
              <a:gdLst/>
              <a:ahLst/>
              <a:cxnLst/>
              <a:rect l="l" t="t" r="r" b="b"/>
              <a:pathLst>
                <a:path w="93870" h="72719" extrusionOk="0">
                  <a:moveTo>
                    <a:pt x="86537" y="0"/>
                  </a:moveTo>
                  <a:cubicBezTo>
                    <a:pt x="75297" y="9525"/>
                    <a:pt x="57962" y="4000"/>
                    <a:pt x="57390" y="4858"/>
                  </a:cubicBezTo>
                  <a:cubicBezTo>
                    <a:pt x="44255" y="16047"/>
                    <a:pt x="30520" y="26508"/>
                    <a:pt x="16242" y="36195"/>
                  </a:cubicBezTo>
                  <a:cubicBezTo>
                    <a:pt x="9194" y="41719"/>
                    <a:pt x="-1760" y="49149"/>
                    <a:pt x="240" y="59722"/>
                  </a:cubicBezTo>
                  <a:cubicBezTo>
                    <a:pt x="3764" y="78772"/>
                    <a:pt x="34149" y="72866"/>
                    <a:pt x="45674" y="67056"/>
                  </a:cubicBezTo>
                  <a:cubicBezTo>
                    <a:pt x="57200" y="61246"/>
                    <a:pt x="66439" y="51625"/>
                    <a:pt x="77297" y="44958"/>
                  </a:cubicBezTo>
                  <a:cubicBezTo>
                    <a:pt x="85013" y="40100"/>
                    <a:pt x="92633" y="37624"/>
                    <a:pt x="93871" y="27813"/>
                  </a:cubicBezTo>
                  <a:cubicBezTo>
                    <a:pt x="93547" y="18108"/>
                    <a:pt x="91042" y="8600"/>
                    <a:pt x="86537" y="0"/>
                  </a:cubicBezTo>
                  <a:close/>
                </a:path>
              </a:pathLst>
            </a:custGeom>
            <a:solidFill>
              <a:srgbClr val="2B2A3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 name="Google Shape;196;p12"/>
            <p:cNvSpPr/>
            <p:nvPr/>
          </p:nvSpPr>
          <p:spPr>
            <a:xfrm>
              <a:off x="6550998" y="1311512"/>
              <a:ext cx="74752" cy="39022"/>
            </a:xfrm>
            <a:custGeom>
              <a:avLst/>
              <a:gdLst/>
              <a:ahLst/>
              <a:cxnLst/>
              <a:rect l="l" t="t" r="r" b="b"/>
              <a:pathLst>
                <a:path w="93498" h="48808" extrusionOk="0">
                  <a:moveTo>
                    <a:pt x="93345" y="0"/>
                  </a:moveTo>
                  <a:cubicBezTo>
                    <a:pt x="91821" y="9525"/>
                    <a:pt x="84296" y="11906"/>
                    <a:pt x="76581" y="16669"/>
                  </a:cubicBezTo>
                  <a:cubicBezTo>
                    <a:pt x="65913" y="23622"/>
                    <a:pt x="56388" y="33147"/>
                    <a:pt x="44387" y="39243"/>
                  </a:cubicBezTo>
                  <a:cubicBezTo>
                    <a:pt x="32385" y="45339"/>
                    <a:pt x="7429" y="49911"/>
                    <a:pt x="0" y="36385"/>
                  </a:cubicBezTo>
                  <a:cubicBezTo>
                    <a:pt x="4000" y="54674"/>
                    <a:pt x="33814" y="48959"/>
                    <a:pt x="45244" y="43148"/>
                  </a:cubicBezTo>
                  <a:cubicBezTo>
                    <a:pt x="56674" y="37338"/>
                    <a:pt x="66008" y="27718"/>
                    <a:pt x="76867" y="21050"/>
                  </a:cubicBezTo>
                  <a:cubicBezTo>
                    <a:pt x="84582" y="16193"/>
                    <a:pt x="92202" y="13716"/>
                    <a:pt x="93440" y="3905"/>
                  </a:cubicBezTo>
                  <a:cubicBezTo>
                    <a:pt x="93545" y="2604"/>
                    <a:pt x="93507" y="1295"/>
                    <a:pt x="93345"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 name="Google Shape;197;p12"/>
            <p:cNvSpPr/>
            <p:nvPr/>
          </p:nvSpPr>
          <p:spPr>
            <a:xfrm>
              <a:off x="6578488" y="992358"/>
              <a:ext cx="178709" cy="308230"/>
            </a:xfrm>
            <a:custGeom>
              <a:avLst/>
              <a:gdLst/>
              <a:ahLst/>
              <a:cxnLst/>
              <a:rect l="l" t="t" r="r" b="b"/>
              <a:pathLst>
                <a:path w="223526" h="385528" extrusionOk="0">
                  <a:moveTo>
                    <a:pt x="222028" y="14192"/>
                  </a:moveTo>
                  <a:cubicBezTo>
                    <a:pt x="188671" y="18631"/>
                    <a:pt x="154743" y="13718"/>
                    <a:pt x="124016" y="0"/>
                  </a:cubicBezTo>
                  <a:cubicBezTo>
                    <a:pt x="124587" y="10477"/>
                    <a:pt x="125158" y="19717"/>
                    <a:pt x="125158" y="19717"/>
                  </a:cubicBezTo>
                  <a:cubicBezTo>
                    <a:pt x="85249" y="48292"/>
                    <a:pt x="5239" y="95345"/>
                    <a:pt x="0" y="128111"/>
                  </a:cubicBezTo>
                  <a:cubicBezTo>
                    <a:pt x="5239" y="231553"/>
                    <a:pt x="20955" y="379381"/>
                    <a:pt x="25432" y="381476"/>
                  </a:cubicBezTo>
                  <a:cubicBezTo>
                    <a:pt x="37909" y="387477"/>
                    <a:pt x="46672" y="386525"/>
                    <a:pt x="52578" y="380524"/>
                  </a:cubicBezTo>
                  <a:cubicBezTo>
                    <a:pt x="52578" y="380524"/>
                    <a:pt x="77724" y="292894"/>
                    <a:pt x="70390" y="164306"/>
                  </a:cubicBezTo>
                  <a:cubicBezTo>
                    <a:pt x="70390" y="164306"/>
                    <a:pt x="209931" y="102489"/>
                    <a:pt x="219075" y="69056"/>
                  </a:cubicBezTo>
                  <a:cubicBezTo>
                    <a:pt x="223152" y="55420"/>
                    <a:pt x="224447" y="41103"/>
                    <a:pt x="222885" y="26956"/>
                  </a:cubicBezTo>
                  <a:cubicBezTo>
                    <a:pt x="222790" y="22765"/>
                    <a:pt x="222504" y="18288"/>
                    <a:pt x="222028" y="14192"/>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 name="Google Shape;198;p12"/>
            <p:cNvSpPr/>
            <p:nvPr/>
          </p:nvSpPr>
          <p:spPr>
            <a:xfrm>
              <a:off x="6627226" y="992967"/>
              <a:ext cx="177917" cy="333745"/>
            </a:xfrm>
            <a:custGeom>
              <a:avLst/>
              <a:gdLst/>
              <a:ahLst/>
              <a:cxnLst/>
              <a:rect l="l" t="t" r="r" b="b"/>
              <a:pathLst>
                <a:path w="222535" h="417442" extrusionOk="0">
                  <a:moveTo>
                    <a:pt x="207359" y="0"/>
                  </a:moveTo>
                  <a:cubicBezTo>
                    <a:pt x="180927" y="11882"/>
                    <a:pt x="151600" y="15820"/>
                    <a:pt x="122968" y="11335"/>
                  </a:cubicBezTo>
                  <a:cubicBezTo>
                    <a:pt x="122968" y="25146"/>
                    <a:pt x="124968" y="51149"/>
                    <a:pt x="124968" y="51149"/>
                  </a:cubicBezTo>
                  <a:cubicBezTo>
                    <a:pt x="84868" y="79153"/>
                    <a:pt x="5144" y="126778"/>
                    <a:pt x="0" y="159544"/>
                  </a:cubicBezTo>
                  <a:cubicBezTo>
                    <a:pt x="5144" y="263081"/>
                    <a:pt x="14859" y="412909"/>
                    <a:pt x="19050" y="414814"/>
                  </a:cubicBezTo>
                  <a:cubicBezTo>
                    <a:pt x="29994" y="419399"/>
                    <a:pt x="42529" y="417917"/>
                    <a:pt x="52102" y="410909"/>
                  </a:cubicBezTo>
                  <a:cubicBezTo>
                    <a:pt x="52102" y="410909"/>
                    <a:pt x="77343" y="324326"/>
                    <a:pt x="70009" y="195739"/>
                  </a:cubicBezTo>
                  <a:cubicBezTo>
                    <a:pt x="70009" y="193358"/>
                    <a:pt x="189643" y="134398"/>
                    <a:pt x="204788" y="118872"/>
                  </a:cubicBezTo>
                  <a:cubicBezTo>
                    <a:pt x="219932" y="103346"/>
                    <a:pt x="222885" y="80105"/>
                    <a:pt x="222504" y="58103"/>
                  </a:cubicBezTo>
                  <a:cubicBezTo>
                    <a:pt x="221466" y="37907"/>
                    <a:pt x="216313" y="18135"/>
                    <a:pt x="207359" y="0"/>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 name="Google Shape;199;p12"/>
            <p:cNvSpPr/>
            <p:nvPr/>
          </p:nvSpPr>
          <p:spPr>
            <a:xfrm>
              <a:off x="6560953" y="971949"/>
              <a:ext cx="266059" cy="244904"/>
            </a:xfrm>
            <a:custGeom>
              <a:avLst/>
              <a:gdLst/>
              <a:ahLst/>
              <a:cxnLst/>
              <a:rect l="l" t="t" r="r" b="b"/>
              <a:pathLst>
                <a:path w="332782" h="306321" extrusionOk="0">
                  <a:moveTo>
                    <a:pt x="319589" y="48292"/>
                  </a:moveTo>
                  <a:cubicBezTo>
                    <a:pt x="319589" y="48292"/>
                    <a:pt x="363881" y="126682"/>
                    <a:pt x="290157" y="166973"/>
                  </a:cubicBezTo>
                  <a:cubicBezTo>
                    <a:pt x="212338" y="209455"/>
                    <a:pt x="164999" y="219361"/>
                    <a:pt x="164999" y="219361"/>
                  </a:cubicBezTo>
                  <a:lnTo>
                    <a:pt x="153283" y="222123"/>
                  </a:lnTo>
                  <a:cubicBezTo>
                    <a:pt x="156950" y="249145"/>
                    <a:pt x="156950" y="276539"/>
                    <a:pt x="153283" y="303562"/>
                  </a:cubicBezTo>
                  <a:cubicBezTo>
                    <a:pt x="153283" y="303562"/>
                    <a:pt x="97752" y="322612"/>
                    <a:pt x="26981" y="260604"/>
                  </a:cubicBezTo>
                  <a:lnTo>
                    <a:pt x="3550" y="185071"/>
                  </a:lnTo>
                  <a:lnTo>
                    <a:pt x="788" y="165068"/>
                  </a:lnTo>
                  <a:cubicBezTo>
                    <a:pt x="-1936" y="151189"/>
                    <a:pt x="2502" y="136869"/>
                    <a:pt x="12599" y="126968"/>
                  </a:cubicBezTo>
                  <a:cubicBezTo>
                    <a:pt x="29553" y="111538"/>
                    <a:pt x="83369" y="72104"/>
                    <a:pt x="116802" y="49625"/>
                  </a:cubicBezTo>
                  <a:cubicBezTo>
                    <a:pt x="150235" y="27146"/>
                    <a:pt x="177286" y="5429"/>
                    <a:pt x="177286" y="5429"/>
                  </a:cubicBezTo>
                  <a:lnTo>
                    <a:pt x="183096" y="0"/>
                  </a:lnTo>
                  <a:cubicBezTo>
                    <a:pt x="183096" y="0"/>
                    <a:pt x="222815" y="31623"/>
                    <a:pt x="295301" y="21050"/>
                  </a:cubicBezTo>
                  <a:cubicBezTo>
                    <a:pt x="304826" y="28750"/>
                    <a:pt x="313027" y="37951"/>
                    <a:pt x="319589" y="48292"/>
                  </a:cubicBezTo>
                  <a:close/>
                </a:path>
              </a:pathLst>
            </a:custGeom>
            <a:solidFill>
              <a:srgbClr val="E261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 name="Google Shape;200;p12"/>
            <p:cNvSpPr/>
            <p:nvPr/>
          </p:nvSpPr>
          <p:spPr>
            <a:xfrm>
              <a:off x="6774876" y="827227"/>
              <a:ext cx="92463" cy="324160"/>
            </a:xfrm>
            <a:custGeom>
              <a:avLst/>
              <a:gdLst/>
              <a:ahLst/>
              <a:cxnLst/>
              <a:rect l="l" t="t" r="r" b="b"/>
              <a:pathLst>
                <a:path w="115651" h="405453" extrusionOk="0">
                  <a:moveTo>
                    <a:pt x="8203" y="345513"/>
                  </a:moveTo>
                  <a:cubicBezTo>
                    <a:pt x="14946" y="339437"/>
                    <a:pt x="22071" y="333806"/>
                    <a:pt x="29539" y="328654"/>
                  </a:cubicBezTo>
                  <a:cubicBezTo>
                    <a:pt x="37482" y="324626"/>
                    <a:pt x="44769" y="319424"/>
                    <a:pt x="51160" y="313223"/>
                  </a:cubicBezTo>
                  <a:cubicBezTo>
                    <a:pt x="57923" y="306460"/>
                    <a:pt x="67924" y="277981"/>
                    <a:pt x="73163" y="250263"/>
                  </a:cubicBezTo>
                  <a:cubicBezTo>
                    <a:pt x="77992" y="219257"/>
                    <a:pt x="77478" y="187654"/>
                    <a:pt x="71639" y="156823"/>
                  </a:cubicBezTo>
                  <a:cubicBezTo>
                    <a:pt x="62447" y="119935"/>
                    <a:pt x="50046" y="83921"/>
                    <a:pt x="34587" y="49190"/>
                  </a:cubicBezTo>
                  <a:cubicBezTo>
                    <a:pt x="25062" y="28426"/>
                    <a:pt x="30301" y="15757"/>
                    <a:pt x="39254" y="6518"/>
                  </a:cubicBezTo>
                  <a:cubicBezTo>
                    <a:pt x="49827" y="-4245"/>
                    <a:pt x="60781" y="-3959"/>
                    <a:pt x="73354" y="24997"/>
                  </a:cubicBezTo>
                  <a:cubicBezTo>
                    <a:pt x="90984" y="65646"/>
                    <a:pt x="104015" y="108137"/>
                    <a:pt x="112216" y="151679"/>
                  </a:cubicBezTo>
                  <a:cubicBezTo>
                    <a:pt x="117207" y="183273"/>
                    <a:pt x="116759" y="215488"/>
                    <a:pt x="110882" y="246929"/>
                  </a:cubicBezTo>
                  <a:cubicBezTo>
                    <a:pt x="105701" y="274524"/>
                    <a:pt x="97195" y="301390"/>
                    <a:pt x="85546" y="326939"/>
                  </a:cubicBezTo>
                  <a:cubicBezTo>
                    <a:pt x="82307" y="334464"/>
                    <a:pt x="81736" y="340750"/>
                    <a:pt x="77259" y="355514"/>
                  </a:cubicBezTo>
                  <a:cubicBezTo>
                    <a:pt x="72992" y="370530"/>
                    <a:pt x="65143" y="384289"/>
                    <a:pt x="54399" y="395614"/>
                  </a:cubicBezTo>
                  <a:cubicBezTo>
                    <a:pt x="44874" y="404568"/>
                    <a:pt x="39921" y="406282"/>
                    <a:pt x="37349" y="405139"/>
                  </a:cubicBezTo>
                  <a:cubicBezTo>
                    <a:pt x="34777" y="403996"/>
                    <a:pt x="34206" y="400186"/>
                    <a:pt x="38111" y="395614"/>
                  </a:cubicBezTo>
                  <a:cubicBezTo>
                    <a:pt x="44836" y="388828"/>
                    <a:pt x="50284" y="380892"/>
                    <a:pt x="54208" y="372183"/>
                  </a:cubicBezTo>
                  <a:cubicBezTo>
                    <a:pt x="54208" y="372183"/>
                    <a:pt x="46112" y="382565"/>
                    <a:pt x="40778" y="388375"/>
                  </a:cubicBezTo>
                  <a:cubicBezTo>
                    <a:pt x="36044" y="393624"/>
                    <a:pt x="30596" y="398178"/>
                    <a:pt x="24586" y="401901"/>
                  </a:cubicBezTo>
                  <a:cubicBezTo>
                    <a:pt x="18775" y="405425"/>
                    <a:pt x="9536" y="401234"/>
                    <a:pt x="13346" y="396567"/>
                  </a:cubicBezTo>
                  <a:cubicBezTo>
                    <a:pt x="17156" y="391900"/>
                    <a:pt x="21442" y="389233"/>
                    <a:pt x="29253" y="380470"/>
                  </a:cubicBezTo>
                  <a:cubicBezTo>
                    <a:pt x="33444" y="375880"/>
                    <a:pt x="37063" y="370793"/>
                    <a:pt x="40016" y="365325"/>
                  </a:cubicBezTo>
                  <a:cubicBezTo>
                    <a:pt x="34473" y="370853"/>
                    <a:pt x="28481" y="375918"/>
                    <a:pt x="22109" y="380470"/>
                  </a:cubicBezTo>
                  <a:cubicBezTo>
                    <a:pt x="17156" y="384430"/>
                    <a:pt x="11174" y="386907"/>
                    <a:pt x="4869" y="387613"/>
                  </a:cubicBezTo>
                  <a:cubicBezTo>
                    <a:pt x="1630" y="387613"/>
                    <a:pt x="-2942" y="383803"/>
                    <a:pt x="2583" y="378565"/>
                  </a:cubicBezTo>
                  <a:cubicBezTo>
                    <a:pt x="10451" y="373116"/>
                    <a:pt x="17613" y="366718"/>
                    <a:pt x="23919" y="359515"/>
                  </a:cubicBezTo>
                  <a:cubicBezTo>
                    <a:pt x="29824" y="351990"/>
                    <a:pt x="32872" y="345799"/>
                    <a:pt x="30967" y="345989"/>
                  </a:cubicBezTo>
                  <a:cubicBezTo>
                    <a:pt x="29062" y="346180"/>
                    <a:pt x="25919" y="350752"/>
                    <a:pt x="18394" y="354276"/>
                  </a:cubicBezTo>
                  <a:cubicBezTo>
                    <a:pt x="10870" y="357800"/>
                    <a:pt x="2011" y="356562"/>
                    <a:pt x="487" y="352371"/>
                  </a:cubicBezTo>
                  <a:cubicBezTo>
                    <a:pt x="-1037" y="348180"/>
                    <a:pt x="1249" y="350085"/>
                    <a:pt x="8203" y="345513"/>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 name="Google Shape;201;p12"/>
            <p:cNvSpPr/>
            <p:nvPr/>
          </p:nvSpPr>
          <p:spPr>
            <a:xfrm>
              <a:off x="6792998" y="823141"/>
              <a:ext cx="55907" cy="71103"/>
            </a:xfrm>
            <a:custGeom>
              <a:avLst/>
              <a:gdLst/>
              <a:ahLst/>
              <a:cxnLst/>
              <a:rect l="l" t="t" r="r" b="b"/>
              <a:pathLst>
                <a:path w="69928" h="88934" extrusionOk="0">
                  <a:moveTo>
                    <a:pt x="69928" y="69255"/>
                  </a:moveTo>
                  <a:cubicBezTo>
                    <a:pt x="69928" y="69255"/>
                    <a:pt x="43163" y="93068"/>
                    <a:pt x="13350" y="88305"/>
                  </a:cubicBezTo>
                  <a:lnTo>
                    <a:pt x="1348" y="38299"/>
                  </a:lnTo>
                  <a:cubicBezTo>
                    <a:pt x="1348" y="38299"/>
                    <a:pt x="-6558" y="12105"/>
                    <a:pt x="15921" y="2104"/>
                  </a:cubicBezTo>
                  <a:cubicBezTo>
                    <a:pt x="38400" y="-7897"/>
                    <a:pt x="60212" y="18296"/>
                    <a:pt x="69928" y="69255"/>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2" name="Google Shape;202;p12"/>
            <p:cNvSpPr/>
            <p:nvPr/>
          </p:nvSpPr>
          <p:spPr>
            <a:xfrm>
              <a:off x="6683350" y="808424"/>
              <a:ext cx="47823" cy="50210"/>
            </a:xfrm>
            <a:custGeom>
              <a:avLst/>
              <a:gdLst/>
              <a:ahLst/>
              <a:cxnLst/>
              <a:rect l="l" t="t" r="r" b="b"/>
              <a:pathLst>
                <a:path w="59816" h="62802" extrusionOk="0">
                  <a:moveTo>
                    <a:pt x="59817" y="413"/>
                  </a:moveTo>
                  <a:cubicBezTo>
                    <a:pt x="59817" y="413"/>
                    <a:pt x="30766" y="-8445"/>
                    <a:pt x="0" y="55849"/>
                  </a:cubicBezTo>
                  <a:lnTo>
                    <a:pt x="11525" y="62802"/>
                  </a:lnTo>
                  <a:cubicBezTo>
                    <a:pt x="25917" y="40743"/>
                    <a:pt x="42072" y="19879"/>
                    <a:pt x="59817" y="413"/>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03" name="Google Shape;203;p12"/>
            <p:cNvGrpSpPr/>
            <p:nvPr/>
          </p:nvGrpSpPr>
          <p:grpSpPr>
            <a:xfrm flipH="1">
              <a:off x="5678143" y="1227582"/>
              <a:ext cx="345795" cy="1043508"/>
              <a:chOff x="5678143" y="1151382"/>
              <a:chExt cx="345795" cy="1043508"/>
            </a:xfrm>
          </p:grpSpPr>
          <p:sp>
            <p:nvSpPr>
              <p:cNvPr id="204" name="Google Shape;204;p12"/>
              <p:cNvSpPr/>
              <p:nvPr/>
            </p:nvSpPr>
            <p:spPr>
              <a:xfrm>
                <a:off x="5678143" y="1995246"/>
                <a:ext cx="345795" cy="199644"/>
              </a:xfrm>
              <a:custGeom>
                <a:avLst/>
                <a:gdLst/>
                <a:ahLst/>
                <a:cxnLst/>
                <a:rect l="l" t="t" r="r" b="b"/>
                <a:pathLst>
                  <a:path w="432244" h="249555" extrusionOk="0">
                    <a:moveTo>
                      <a:pt x="432245" y="124778"/>
                    </a:moveTo>
                    <a:cubicBezTo>
                      <a:pt x="432245" y="193690"/>
                      <a:pt x="335483" y="249555"/>
                      <a:pt x="216122" y="249555"/>
                    </a:cubicBezTo>
                    <a:cubicBezTo>
                      <a:pt x="96761" y="249555"/>
                      <a:pt x="0" y="193690"/>
                      <a:pt x="0" y="124778"/>
                    </a:cubicBezTo>
                    <a:cubicBezTo>
                      <a:pt x="0" y="55865"/>
                      <a:pt x="96761" y="0"/>
                      <a:pt x="216122" y="0"/>
                    </a:cubicBezTo>
                    <a:cubicBezTo>
                      <a:pt x="335483" y="0"/>
                      <a:pt x="432245" y="55865"/>
                      <a:pt x="432245" y="124778"/>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5" name="Google Shape;205;p12"/>
              <p:cNvSpPr/>
              <p:nvPr/>
            </p:nvSpPr>
            <p:spPr>
              <a:xfrm>
                <a:off x="5781662" y="1153715"/>
                <a:ext cx="174078" cy="254926"/>
              </a:xfrm>
              <a:custGeom>
                <a:avLst/>
                <a:gdLst/>
                <a:ahLst/>
                <a:cxnLst/>
                <a:rect l="l" t="t" r="r" b="b"/>
                <a:pathLst>
                  <a:path w="217597" h="318657" extrusionOk="0">
                    <a:moveTo>
                      <a:pt x="77117" y="10535"/>
                    </a:moveTo>
                    <a:cubicBezTo>
                      <a:pt x="85785" y="-3371"/>
                      <a:pt x="151983" y="-12515"/>
                      <a:pt x="173796" y="43587"/>
                    </a:cubicBezTo>
                    <a:cubicBezTo>
                      <a:pt x="181987" y="64828"/>
                      <a:pt x="180749" y="119216"/>
                      <a:pt x="187702" y="153315"/>
                    </a:cubicBezTo>
                    <a:cubicBezTo>
                      <a:pt x="194655" y="187415"/>
                      <a:pt x="210848" y="206846"/>
                      <a:pt x="216277" y="234563"/>
                    </a:cubicBezTo>
                    <a:cubicBezTo>
                      <a:pt x="221706" y="262281"/>
                      <a:pt x="212658" y="308668"/>
                      <a:pt x="145888" y="316954"/>
                    </a:cubicBezTo>
                    <a:cubicBezTo>
                      <a:pt x="79117" y="325241"/>
                      <a:pt x="27778" y="301715"/>
                      <a:pt x="11966" y="280379"/>
                    </a:cubicBezTo>
                    <a:cubicBezTo>
                      <a:pt x="-3845" y="259043"/>
                      <a:pt x="-4131" y="213704"/>
                      <a:pt x="11966" y="189605"/>
                    </a:cubicBezTo>
                    <a:cubicBezTo>
                      <a:pt x="28063" y="165507"/>
                      <a:pt x="40541" y="145505"/>
                      <a:pt x="40541" y="113405"/>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 name="Google Shape;206;p12"/>
              <p:cNvSpPr/>
              <p:nvPr/>
            </p:nvSpPr>
            <p:spPr>
              <a:xfrm>
                <a:off x="5776639" y="1337053"/>
                <a:ext cx="32518" cy="188360"/>
              </a:xfrm>
              <a:custGeom>
                <a:avLst/>
                <a:gdLst/>
                <a:ahLst/>
                <a:cxnLst/>
                <a:rect l="l" t="t" r="r" b="b"/>
                <a:pathLst>
                  <a:path w="40647" h="235450" extrusionOk="0">
                    <a:moveTo>
                      <a:pt x="4152" y="15917"/>
                    </a:moveTo>
                    <a:cubicBezTo>
                      <a:pt x="4152" y="15917"/>
                      <a:pt x="-11564" y="127074"/>
                      <a:pt x="18154" y="205274"/>
                    </a:cubicBezTo>
                    <a:cubicBezTo>
                      <a:pt x="47872" y="283474"/>
                      <a:pt x="39585" y="184986"/>
                      <a:pt x="39585" y="184986"/>
                    </a:cubicBezTo>
                    <a:lnTo>
                      <a:pt x="32442" y="161554"/>
                    </a:lnTo>
                    <a:cubicBezTo>
                      <a:pt x="32442" y="161554"/>
                      <a:pt x="26536" y="71067"/>
                      <a:pt x="29013" y="48873"/>
                    </a:cubicBezTo>
                    <a:cubicBezTo>
                      <a:pt x="31489" y="26680"/>
                      <a:pt x="30918" y="7630"/>
                      <a:pt x="32442" y="5820"/>
                    </a:cubicBezTo>
                    <a:cubicBezTo>
                      <a:pt x="33966" y="4011"/>
                      <a:pt x="26632" y="486"/>
                      <a:pt x="23488" y="10"/>
                    </a:cubicBezTo>
                    <a:cubicBezTo>
                      <a:pt x="20345" y="-466"/>
                      <a:pt x="4152" y="15917"/>
                      <a:pt x="4152" y="15917"/>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 name="Google Shape;207;p12"/>
              <p:cNvSpPr/>
              <p:nvPr/>
            </p:nvSpPr>
            <p:spPr>
              <a:xfrm>
                <a:off x="5795186" y="1151382"/>
                <a:ext cx="83137" cy="102663"/>
              </a:xfrm>
              <a:custGeom>
                <a:avLst/>
                <a:gdLst/>
                <a:ahLst/>
                <a:cxnLst/>
                <a:rect l="l" t="t" r="r" b="b"/>
                <a:pathLst>
                  <a:path w="103921" h="128329" extrusionOk="0">
                    <a:moveTo>
                      <a:pt x="103921" y="3833"/>
                    </a:moveTo>
                    <a:cubicBezTo>
                      <a:pt x="103921" y="3833"/>
                      <a:pt x="54105" y="-10550"/>
                      <a:pt x="23911" y="16406"/>
                    </a:cubicBezTo>
                    <a:cubicBezTo>
                      <a:pt x="3585" y="35104"/>
                      <a:pt x="-4645" y="63564"/>
                      <a:pt x="2575" y="90225"/>
                    </a:cubicBezTo>
                    <a:cubicBezTo>
                      <a:pt x="6576" y="105941"/>
                      <a:pt x="14672" y="127468"/>
                      <a:pt x="27150" y="128325"/>
                    </a:cubicBezTo>
                    <a:cubicBezTo>
                      <a:pt x="39627" y="129182"/>
                      <a:pt x="103921" y="3833"/>
                      <a:pt x="103921" y="3833"/>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 name="Google Shape;208;p12"/>
              <p:cNvSpPr/>
              <p:nvPr/>
            </p:nvSpPr>
            <p:spPr>
              <a:xfrm>
                <a:off x="5811517" y="1263498"/>
                <a:ext cx="102898" cy="115088"/>
              </a:xfrm>
              <a:custGeom>
                <a:avLst/>
                <a:gdLst/>
                <a:ahLst/>
                <a:cxnLst/>
                <a:rect l="l" t="t" r="r" b="b"/>
                <a:pathLst>
                  <a:path w="128622" h="143860" extrusionOk="0">
                    <a:moveTo>
                      <a:pt x="102545" y="0"/>
                    </a:moveTo>
                    <a:cubicBezTo>
                      <a:pt x="102545" y="0"/>
                      <a:pt x="99307" y="55531"/>
                      <a:pt x="100355" y="59627"/>
                    </a:cubicBezTo>
                    <a:cubicBezTo>
                      <a:pt x="101402" y="63722"/>
                      <a:pt x="122071" y="67628"/>
                      <a:pt x="127977" y="72485"/>
                    </a:cubicBezTo>
                    <a:cubicBezTo>
                      <a:pt x="133883" y="77343"/>
                      <a:pt x="97783" y="133636"/>
                      <a:pt x="79400" y="142018"/>
                    </a:cubicBezTo>
                    <a:cubicBezTo>
                      <a:pt x="61016" y="150400"/>
                      <a:pt x="4343" y="129064"/>
                      <a:pt x="437" y="100774"/>
                    </a:cubicBezTo>
                    <a:cubicBezTo>
                      <a:pt x="-3182" y="74866"/>
                      <a:pt x="16630" y="54673"/>
                      <a:pt x="24345" y="47625"/>
                    </a:cubicBezTo>
                    <a:cubicBezTo>
                      <a:pt x="29546" y="47282"/>
                      <a:pt x="34765" y="47282"/>
                      <a:pt x="39966" y="47625"/>
                    </a:cubicBezTo>
                    <a:lnTo>
                      <a:pt x="41585" y="20764"/>
                    </a:lnTo>
                    <a:cubicBezTo>
                      <a:pt x="66446" y="11906"/>
                      <a:pt x="102545" y="0"/>
                      <a:pt x="102545" y="0"/>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 name="Google Shape;209;p12"/>
              <p:cNvSpPr/>
              <p:nvPr/>
            </p:nvSpPr>
            <p:spPr>
              <a:xfrm>
                <a:off x="5781607" y="1300507"/>
                <a:ext cx="149918" cy="172167"/>
              </a:xfrm>
              <a:custGeom>
                <a:avLst/>
                <a:gdLst/>
                <a:ahLst/>
                <a:cxnLst/>
                <a:rect l="l" t="t" r="r" b="b"/>
                <a:pathLst>
                  <a:path w="187397" h="215209" extrusionOk="0">
                    <a:moveTo>
                      <a:pt x="147575" y="18193"/>
                    </a:moveTo>
                    <a:cubicBezTo>
                      <a:pt x="163196" y="20669"/>
                      <a:pt x="181008" y="28956"/>
                      <a:pt x="183485" y="37243"/>
                    </a:cubicBezTo>
                    <a:cubicBezTo>
                      <a:pt x="189933" y="68008"/>
                      <a:pt x="188390" y="99917"/>
                      <a:pt x="179008" y="129921"/>
                    </a:cubicBezTo>
                    <a:cubicBezTo>
                      <a:pt x="165482" y="165640"/>
                      <a:pt x="156434" y="188405"/>
                      <a:pt x="148623" y="203835"/>
                    </a:cubicBezTo>
                    <a:cubicBezTo>
                      <a:pt x="148623" y="203835"/>
                      <a:pt x="81091" y="232410"/>
                      <a:pt x="26703" y="198977"/>
                    </a:cubicBezTo>
                    <a:cubicBezTo>
                      <a:pt x="26703" y="198977"/>
                      <a:pt x="22893" y="160877"/>
                      <a:pt x="22703" y="140208"/>
                    </a:cubicBezTo>
                    <a:cubicBezTo>
                      <a:pt x="-27589" y="96393"/>
                      <a:pt x="15368" y="42291"/>
                      <a:pt x="57945" y="286"/>
                    </a:cubicBezTo>
                    <a:cubicBezTo>
                      <a:pt x="63050" y="-95"/>
                      <a:pt x="68175" y="-95"/>
                      <a:pt x="73280" y="286"/>
                    </a:cubicBezTo>
                    <a:cubicBezTo>
                      <a:pt x="73280" y="286"/>
                      <a:pt x="35180" y="45244"/>
                      <a:pt x="61755" y="70771"/>
                    </a:cubicBezTo>
                    <a:cubicBezTo>
                      <a:pt x="118238" y="53721"/>
                      <a:pt x="129478" y="28384"/>
                      <a:pt x="147575" y="18193"/>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 name="Google Shape;210;p12"/>
              <p:cNvSpPr/>
              <p:nvPr/>
            </p:nvSpPr>
            <p:spPr>
              <a:xfrm>
                <a:off x="5808246" y="1159602"/>
                <a:ext cx="110823" cy="136345"/>
              </a:xfrm>
              <a:custGeom>
                <a:avLst/>
                <a:gdLst/>
                <a:ahLst/>
                <a:cxnLst/>
                <a:rect l="l" t="t" r="r" b="b"/>
                <a:pathLst>
                  <a:path w="138529" h="170431" extrusionOk="0">
                    <a:moveTo>
                      <a:pt x="2908" y="60608"/>
                    </a:moveTo>
                    <a:lnTo>
                      <a:pt x="2908" y="60608"/>
                    </a:lnTo>
                    <a:cubicBezTo>
                      <a:pt x="8528" y="24890"/>
                      <a:pt x="34245" y="-2066"/>
                      <a:pt x="71107" y="125"/>
                    </a:cubicBezTo>
                    <a:cubicBezTo>
                      <a:pt x="110150" y="1972"/>
                      <a:pt x="140297" y="35129"/>
                      <a:pt x="138449" y="74172"/>
                    </a:cubicBezTo>
                    <a:cubicBezTo>
                      <a:pt x="137372" y="96775"/>
                      <a:pt x="125552" y="117511"/>
                      <a:pt x="106635" y="129950"/>
                    </a:cubicBezTo>
                    <a:cubicBezTo>
                      <a:pt x="105369" y="135322"/>
                      <a:pt x="103483" y="140533"/>
                      <a:pt x="101016" y="145476"/>
                    </a:cubicBezTo>
                    <a:cubicBezTo>
                      <a:pt x="87966" y="160716"/>
                      <a:pt x="53391" y="170336"/>
                      <a:pt x="41865" y="170432"/>
                    </a:cubicBezTo>
                    <a:cubicBezTo>
                      <a:pt x="32340" y="170432"/>
                      <a:pt x="23482" y="161383"/>
                      <a:pt x="14243" y="146048"/>
                    </a:cubicBezTo>
                    <a:cubicBezTo>
                      <a:pt x="-5093" y="113663"/>
                      <a:pt x="-140" y="78230"/>
                      <a:pt x="2908" y="60608"/>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 name="Google Shape;211;p12"/>
              <p:cNvSpPr/>
              <p:nvPr/>
            </p:nvSpPr>
            <p:spPr>
              <a:xfrm>
                <a:off x="5812703" y="1158869"/>
                <a:ext cx="110779" cy="104694"/>
              </a:xfrm>
              <a:custGeom>
                <a:avLst/>
                <a:gdLst/>
                <a:ahLst/>
                <a:cxnLst/>
                <a:rect l="l" t="t" r="r" b="b"/>
                <a:pathLst>
                  <a:path w="138474" h="130867" extrusionOk="0">
                    <a:moveTo>
                      <a:pt x="76867" y="1709"/>
                    </a:moveTo>
                    <a:cubicBezTo>
                      <a:pt x="102679" y="6757"/>
                      <a:pt x="123920" y="13996"/>
                      <a:pt x="130969" y="39332"/>
                    </a:cubicBezTo>
                    <a:cubicBezTo>
                      <a:pt x="135731" y="56858"/>
                      <a:pt x="142018" y="90101"/>
                      <a:pt x="136017" y="104102"/>
                    </a:cubicBezTo>
                    <a:lnTo>
                      <a:pt x="132398" y="114294"/>
                    </a:lnTo>
                    <a:lnTo>
                      <a:pt x="101060" y="130868"/>
                    </a:lnTo>
                    <a:cubicBezTo>
                      <a:pt x="101060" y="130868"/>
                      <a:pt x="86487" y="118676"/>
                      <a:pt x="91059" y="83243"/>
                    </a:cubicBezTo>
                    <a:cubicBezTo>
                      <a:pt x="90850" y="78423"/>
                      <a:pt x="89335" y="73746"/>
                      <a:pt x="86678" y="69717"/>
                    </a:cubicBezTo>
                    <a:cubicBezTo>
                      <a:pt x="84687" y="66364"/>
                      <a:pt x="83211" y="62735"/>
                      <a:pt x="82296" y="58954"/>
                    </a:cubicBezTo>
                    <a:cubicBezTo>
                      <a:pt x="78591" y="49353"/>
                      <a:pt x="71371" y="41514"/>
                      <a:pt x="62103" y="37046"/>
                    </a:cubicBezTo>
                    <a:cubicBezTo>
                      <a:pt x="38767" y="23997"/>
                      <a:pt x="4953" y="35237"/>
                      <a:pt x="0" y="39999"/>
                    </a:cubicBezTo>
                    <a:cubicBezTo>
                      <a:pt x="13221" y="10548"/>
                      <a:pt x="45396" y="-5483"/>
                      <a:pt x="76867" y="1709"/>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 name="Google Shape;212;p12"/>
              <p:cNvSpPr/>
              <p:nvPr/>
            </p:nvSpPr>
            <p:spPr>
              <a:xfrm>
                <a:off x="5898276" y="1323720"/>
                <a:ext cx="74471" cy="246223"/>
              </a:xfrm>
              <a:custGeom>
                <a:avLst/>
                <a:gdLst/>
                <a:ahLst/>
                <a:cxnLst/>
                <a:rect l="l" t="t" r="r" b="b"/>
                <a:pathLst>
                  <a:path w="93089" h="307779" extrusionOk="0">
                    <a:moveTo>
                      <a:pt x="39367" y="248524"/>
                    </a:moveTo>
                    <a:cubicBezTo>
                      <a:pt x="45177" y="212329"/>
                      <a:pt x="56036" y="188898"/>
                      <a:pt x="50988" y="168990"/>
                    </a:cubicBezTo>
                    <a:cubicBezTo>
                      <a:pt x="39739" y="128738"/>
                      <a:pt x="25013" y="89542"/>
                      <a:pt x="6982" y="51833"/>
                    </a:cubicBezTo>
                    <a:cubicBezTo>
                      <a:pt x="-4448" y="29354"/>
                      <a:pt x="-924" y="13733"/>
                      <a:pt x="10887" y="4779"/>
                    </a:cubicBezTo>
                    <a:cubicBezTo>
                      <a:pt x="24222" y="-4746"/>
                      <a:pt x="36891" y="-840"/>
                      <a:pt x="48987" y="23829"/>
                    </a:cubicBezTo>
                    <a:cubicBezTo>
                      <a:pt x="64132" y="55167"/>
                      <a:pt x="81086" y="87361"/>
                      <a:pt x="89373" y="134034"/>
                    </a:cubicBezTo>
                    <a:cubicBezTo>
                      <a:pt x="94688" y="164228"/>
                      <a:pt x="94298" y="195136"/>
                      <a:pt x="88230" y="225188"/>
                    </a:cubicBezTo>
                    <a:cubicBezTo>
                      <a:pt x="83087" y="257668"/>
                      <a:pt x="72800" y="275956"/>
                      <a:pt x="60513" y="306436"/>
                    </a:cubicBezTo>
                    <a:cubicBezTo>
                      <a:pt x="57084" y="315199"/>
                      <a:pt x="34414" y="279385"/>
                      <a:pt x="39367" y="248524"/>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 name="Google Shape;213;p12"/>
              <p:cNvSpPr/>
              <p:nvPr/>
            </p:nvSpPr>
            <p:spPr>
              <a:xfrm>
                <a:off x="5831068" y="2061801"/>
                <a:ext cx="86995" cy="66513"/>
              </a:xfrm>
              <a:custGeom>
                <a:avLst/>
                <a:gdLst/>
                <a:ahLst/>
                <a:cxnLst/>
                <a:rect l="l" t="t" r="r" b="b"/>
                <a:pathLst>
                  <a:path w="108744" h="83141" extrusionOk="0">
                    <a:moveTo>
                      <a:pt x="100855" y="2"/>
                    </a:moveTo>
                    <a:cubicBezTo>
                      <a:pt x="87806" y="10575"/>
                      <a:pt x="67423" y="3241"/>
                      <a:pt x="66470" y="4194"/>
                    </a:cubicBezTo>
                    <a:cubicBezTo>
                      <a:pt x="51297" y="17281"/>
                      <a:pt x="35400" y="29492"/>
                      <a:pt x="18845" y="40769"/>
                    </a:cubicBezTo>
                    <a:cubicBezTo>
                      <a:pt x="10654" y="47151"/>
                      <a:pt x="-2014" y="55724"/>
                      <a:pt x="271" y="68106"/>
                    </a:cubicBezTo>
                    <a:cubicBezTo>
                      <a:pt x="4367" y="90109"/>
                      <a:pt x="39610" y="83346"/>
                      <a:pt x="52945" y="76584"/>
                    </a:cubicBezTo>
                    <a:cubicBezTo>
                      <a:pt x="66280" y="69821"/>
                      <a:pt x="77043" y="58677"/>
                      <a:pt x="89616" y="50866"/>
                    </a:cubicBezTo>
                    <a:cubicBezTo>
                      <a:pt x="98665" y="45246"/>
                      <a:pt x="107428" y="42389"/>
                      <a:pt x="108666" y="31054"/>
                    </a:cubicBezTo>
                    <a:cubicBezTo>
                      <a:pt x="109523" y="24196"/>
                      <a:pt x="103142" y="-283"/>
                      <a:pt x="100855" y="2"/>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 name="Google Shape;214;p12"/>
              <p:cNvSpPr/>
              <p:nvPr/>
            </p:nvSpPr>
            <p:spPr>
              <a:xfrm>
                <a:off x="5831514" y="2082973"/>
                <a:ext cx="86563" cy="44990"/>
              </a:xfrm>
              <a:custGeom>
                <a:avLst/>
                <a:gdLst/>
                <a:ahLst/>
                <a:cxnLst/>
                <a:rect l="l" t="t" r="r" b="b"/>
                <a:pathLst>
                  <a:path w="108204" h="56238" extrusionOk="0">
                    <a:moveTo>
                      <a:pt x="107918" y="0"/>
                    </a:moveTo>
                    <a:cubicBezTo>
                      <a:pt x="106204" y="10859"/>
                      <a:pt x="97536" y="13907"/>
                      <a:pt x="88868" y="19050"/>
                    </a:cubicBezTo>
                    <a:cubicBezTo>
                      <a:pt x="76105" y="26956"/>
                      <a:pt x="64865" y="38100"/>
                      <a:pt x="51530" y="45149"/>
                    </a:cubicBezTo>
                    <a:cubicBezTo>
                      <a:pt x="38195" y="52197"/>
                      <a:pt x="8573" y="57531"/>
                      <a:pt x="0" y="41815"/>
                    </a:cubicBezTo>
                    <a:cubicBezTo>
                      <a:pt x="4667" y="63056"/>
                      <a:pt x="39338" y="56388"/>
                      <a:pt x="52483" y="49721"/>
                    </a:cubicBezTo>
                    <a:cubicBezTo>
                      <a:pt x="65627" y="43053"/>
                      <a:pt x="76581" y="31814"/>
                      <a:pt x="89154" y="24003"/>
                    </a:cubicBezTo>
                    <a:cubicBezTo>
                      <a:pt x="98203" y="18383"/>
                      <a:pt x="106966" y="15526"/>
                      <a:pt x="108204" y="4191"/>
                    </a:cubicBezTo>
                    <a:cubicBezTo>
                      <a:pt x="108214" y="2791"/>
                      <a:pt x="108118" y="1391"/>
                      <a:pt x="107918"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 name="Google Shape;215;p12"/>
              <p:cNvSpPr/>
              <p:nvPr/>
            </p:nvSpPr>
            <p:spPr>
              <a:xfrm>
                <a:off x="5764925" y="2047104"/>
                <a:ext cx="79862" cy="61873"/>
              </a:xfrm>
              <a:custGeom>
                <a:avLst/>
                <a:gdLst/>
                <a:ahLst/>
                <a:cxnLst/>
                <a:rect l="l" t="t" r="r" b="b"/>
                <a:pathLst>
                  <a:path w="99827" h="77341" extrusionOk="0">
                    <a:moveTo>
                      <a:pt x="91860" y="1"/>
                    </a:moveTo>
                    <a:cubicBezTo>
                      <a:pt x="79954" y="9526"/>
                      <a:pt x="61856" y="4288"/>
                      <a:pt x="60999" y="5240"/>
                    </a:cubicBezTo>
                    <a:cubicBezTo>
                      <a:pt x="47045" y="17146"/>
                      <a:pt x="32453" y="28281"/>
                      <a:pt x="17279" y="38578"/>
                    </a:cubicBezTo>
                    <a:cubicBezTo>
                      <a:pt x="9754" y="44388"/>
                      <a:pt x="-1771" y="52294"/>
                      <a:pt x="229" y="63533"/>
                    </a:cubicBezTo>
                    <a:cubicBezTo>
                      <a:pt x="4040" y="83726"/>
                      <a:pt x="36329" y="77535"/>
                      <a:pt x="48521" y="71344"/>
                    </a:cubicBezTo>
                    <a:cubicBezTo>
                      <a:pt x="60713" y="65152"/>
                      <a:pt x="70619" y="54961"/>
                      <a:pt x="82145" y="47817"/>
                    </a:cubicBezTo>
                    <a:cubicBezTo>
                      <a:pt x="90336" y="42673"/>
                      <a:pt x="98433" y="40006"/>
                      <a:pt x="99766" y="29624"/>
                    </a:cubicBezTo>
                    <a:cubicBezTo>
                      <a:pt x="100528" y="23338"/>
                      <a:pt x="94051" y="-189"/>
                      <a:pt x="91860" y="1"/>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 name="Google Shape;216;p12"/>
              <p:cNvSpPr/>
              <p:nvPr/>
            </p:nvSpPr>
            <p:spPr>
              <a:xfrm>
                <a:off x="5764880" y="2067438"/>
                <a:ext cx="79629" cy="41383"/>
              </a:xfrm>
              <a:custGeom>
                <a:avLst/>
                <a:gdLst/>
                <a:ahLst/>
                <a:cxnLst/>
                <a:rect l="l" t="t" r="r" b="b"/>
                <a:pathLst>
                  <a:path w="99536" h="51729" extrusionOk="0">
                    <a:moveTo>
                      <a:pt x="99536" y="0"/>
                    </a:moveTo>
                    <a:cubicBezTo>
                      <a:pt x="97917" y="10001"/>
                      <a:pt x="90011" y="12668"/>
                      <a:pt x="81820" y="17812"/>
                    </a:cubicBezTo>
                    <a:cubicBezTo>
                      <a:pt x="70104" y="25051"/>
                      <a:pt x="59817" y="35528"/>
                      <a:pt x="47625" y="41720"/>
                    </a:cubicBezTo>
                    <a:cubicBezTo>
                      <a:pt x="35433" y="47911"/>
                      <a:pt x="8287" y="53054"/>
                      <a:pt x="0" y="38671"/>
                    </a:cubicBezTo>
                    <a:cubicBezTo>
                      <a:pt x="4286" y="57721"/>
                      <a:pt x="36004" y="52006"/>
                      <a:pt x="47625" y="45911"/>
                    </a:cubicBezTo>
                    <a:cubicBezTo>
                      <a:pt x="59246" y="39814"/>
                      <a:pt x="69723" y="29528"/>
                      <a:pt x="81248" y="22384"/>
                    </a:cubicBezTo>
                    <a:cubicBezTo>
                      <a:pt x="89440" y="17240"/>
                      <a:pt x="97536" y="14573"/>
                      <a:pt x="98870" y="4191"/>
                    </a:cubicBezTo>
                    <a:cubicBezTo>
                      <a:pt x="99222" y="2819"/>
                      <a:pt x="99441" y="1419"/>
                      <a:pt x="99536"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 name="Google Shape;217;p12"/>
              <p:cNvSpPr/>
              <p:nvPr/>
            </p:nvSpPr>
            <p:spPr>
              <a:xfrm>
                <a:off x="5777722" y="1472916"/>
                <a:ext cx="170454" cy="595560"/>
              </a:xfrm>
              <a:custGeom>
                <a:avLst/>
                <a:gdLst/>
                <a:ahLst/>
                <a:cxnLst/>
                <a:rect l="l" t="t" r="r" b="b"/>
                <a:pathLst>
                  <a:path w="213068" h="744450" extrusionOk="0">
                    <a:moveTo>
                      <a:pt x="5465" y="110490"/>
                    </a:moveTo>
                    <a:cubicBezTo>
                      <a:pt x="11276" y="65437"/>
                      <a:pt x="27849" y="0"/>
                      <a:pt x="27849" y="0"/>
                    </a:cubicBezTo>
                    <a:cubicBezTo>
                      <a:pt x="43546" y="7372"/>
                      <a:pt x="60529" y="11611"/>
                      <a:pt x="77855" y="12478"/>
                    </a:cubicBezTo>
                    <a:cubicBezTo>
                      <a:pt x="103211" y="12316"/>
                      <a:pt x="128490" y="9830"/>
                      <a:pt x="153388" y="5048"/>
                    </a:cubicBezTo>
                    <a:cubicBezTo>
                      <a:pt x="161532" y="19269"/>
                      <a:pt x="170429" y="33033"/>
                      <a:pt x="180059" y="46291"/>
                    </a:cubicBezTo>
                    <a:cubicBezTo>
                      <a:pt x="193012" y="64294"/>
                      <a:pt x="218159" y="103441"/>
                      <a:pt x="212158" y="172879"/>
                    </a:cubicBezTo>
                    <a:cubicBezTo>
                      <a:pt x="208253" y="217932"/>
                      <a:pt x="182916" y="409480"/>
                      <a:pt x="182916" y="409480"/>
                    </a:cubicBezTo>
                    <a:cubicBezTo>
                      <a:pt x="192755" y="441693"/>
                      <a:pt x="197985" y="475145"/>
                      <a:pt x="198442" y="508826"/>
                    </a:cubicBezTo>
                    <a:cubicBezTo>
                      <a:pt x="196156" y="548821"/>
                      <a:pt x="190869" y="588588"/>
                      <a:pt x="182630" y="627793"/>
                    </a:cubicBezTo>
                    <a:lnTo>
                      <a:pt x="167581" y="736568"/>
                    </a:lnTo>
                    <a:cubicBezTo>
                      <a:pt x="167581" y="736568"/>
                      <a:pt x="147483" y="751046"/>
                      <a:pt x="133195" y="740759"/>
                    </a:cubicBezTo>
                    <a:lnTo>
                      <a:pt x="135005" y="634365"/>
                    </a:lnTo>
                    <a:cubicBezTo>
                      <a:pt x="133291" y="608362"/>
                      <a:pt x="130719" y="569976"/>
                      <a:pt x="129004" y="545402"/>
                    </a:cubicBezTo>
                    <a:cubicBezTo>
                      <a:pt x="126337" y="505492"/>
                      <a:pt x="119479" y="442055"/>
                      <a:pt x="117098" y="426148"/>
                    </a:cubicBezTo>
                    <a:cubicBezTo>
                      <a:pt x="114717" y="410242"/>
                      <a:pt x="109954" y="382619"/>
                      <a:pt x="107573" y="351568"/>
                    </a:cubicBezTo>
                    <a:cubicBezTo>
                      <a:pt x="105192" y="320516"/>
                      <a:pt x="93476" y="162973"/>
                      <a:pt x="93476" y="162973"/>
                    </a:cubicBezTo>
                    <a:lnTo>
                      <a:pt x="91857" y="192500"/>
                    </a:lnTo>
                    <a:cubicBezTo>
                      <a:pt x="91857" y="192500"/>
                      <a:pt x="90238" y="240125"/>
                      <a:pt x="83380" y="299561"/>
                    </a:cubicBezTo>
                    <a:cubicBezTo>
                      <a:pt x="76522" y="358997"/>
                      <a:pt x="73855" y="385286"/>
                      <a:pt x="73855" y="385286"/>
                    </a:cubicBezTo>
                    <a:cubicBezTo>
                      <a:pt x="80370" y="397183"/>
                      <a:pt x="84932" y="410042"/>
                      <a:pt x="87380" y="423386"/>
                    </a:cubicBezTo>
                    <a:cubicBezTo>
                      <a:pt x="88619" y="436150"/>
                      <a:pt x="103192" y="537686"/>
                      <a:pt x="94429" y="588740"/>
                    </a:cubicBezTo>
                    <a:lnTo>
                      <a:pt x="76712" y="719138"/>
                    </a:lnTo>
                    <a:cubicBezTo>
                      <a:pt x="67645" y="725376"/>
                      <a:pt x="56138" y="726900"/>
                      <a:pt x="45756" y="723233"/>
                    </a:cubicBezTo>
                    <a:lnTo>
                      <a:pt x="35183" y="591407"/>
                    </a:lnTo>
                    <a:cubicBezTo>
                      <a:pt x="28135" y="541211"/>
                      <a:pt x="13180" y="434912"/>
                      <a:pt x="10895" y="421100"/>
                    </a:cubicBezTo>
                    <a:cubicBezTo>
                      <a:pt x="5808" y="393268"/>
                      <a:pt x="2817" y="365084"/>
                      <a:pt x="1941" y="336804"/>
                    </a:cubicBezTo>
                    <a:cubicBezTo>
                      <a:pt x="-1583" y="279749"/>
                      <a:pt x="-250" y="155543"/>
                      <a:pt x="5465" y="110490"/>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 name="Google Shape;218;p12"/>
              <p:cNvSpPr/>
              <p:nvPr/>
            </p:nvSpPr>
            <p:spPr>
              <a:xfrm>
                <a:off x="5770564" y="1458904"/>
                <a:ext cx="181538" cy="396087"/>
              </a:xfrm>
              <a:custGeom>
                <a:avLst/>
                <a:gdLst/>
                <a:ahLst/>
                <a:cxnLst/>
                <a:rect l="l" t="t" r="r" b="b"/>
                <a:pathLst>
                  <a:path w="226922" h="495109" extrusionOk="0">
                    <a:moveTo>
                      <a:pt x="162435" y="6001"/>
                    </a:moveTo>
                    <a:lnTo>
                      <a:pt x="201202" y="83915"/>
                    </a:lnTo>
                    <a:cubicBezTo>
                      <a:pt x="201202" y="83915"/>
                      <a:pt x="260447" y="170593"/>
                      <a:pt x="199106" y="393287"/>
                    </a:cubicBezTo>
                    <a:lnTo>
                      <a:pt x="210631" y="461963"/>
                    </a:lnTo>
                    <a:cubicBezTo>
                      <a:pt x="210631" y="461963"/>
                      <a:pt x="94522" y="536543"/>
                      <a:pt x="16798" y="461963"/>
                    </a:cubicBezTo>
                    <a:cubicBezTo>
                      <a:pt x="16798" y="461963"/>
                      <a:pt x="-10158" y="256127"/>
                      <a:pt x="4224" y="161258"/>
                    </a:cubicBezTo>
                    <a:cubicBezTo>
                      <a:pt x="12149" y="106661"/>
                      <a:pt x="24246" y="52749"/>
                      <a:pt x="40420" y="0"/>
                    </a:cubicBezTo>
                    <a:cubicBezTo>
                      <a:pt x="40420" y="0"/>
                      <a:pt x="59470" y="21050"/>
                      <a:pt x="157291" y="7144"/>
                    </a:cubicBezTo>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 name="Google Shape;219;p12"/>
              <p:cNvSpPr/>
              <p:nvPr/>
            </p:nvSpPr>
            <p:spPr>
              <a:xfrm>
                <a:off x="5895126" y="1321170"/>
                <a:ext cx="61010" cy="76023"/>
              </a:xfrm>
              <a:custGeom>
                <a:avLst/>
                <a:gdLst/>
                <a:ahLst/>
                <a:cxnLst/>
                <a:rect l="l" t="t" r="r" b="b"/>
                <a:pathLst>
                  <a:path w="76263" h="95029" extrusionOk="0">
                    <a:moveTo>
                      <a:pt x="76263" y="71216"/>
                    </a:moveTo>
                    <a:cubicBezTo>
                      <a:pt x="76263" y="71216"/>
                      <a:pt x="49307" y="98076"/>
                      <a:pt x="17303" y="94743"/>
                    </a:cubicBezTo>
                    <a:lnTo>
                      <a:pt x="1968" y="42165"/>
                    </a:lnTo>
                    <a:cubicBezTo>
                      <a:pt x="1968" y="42165"/>
                      <a:pt x="-7557" y="14828"/>
                      <a:pt x="15303" y="2826"/>
                    </a:cubicBezTo>
                    <a:cubicBezTo>
                      <a:pt x="38163" y="-9175"/>
                      <a:pt x="62833" y="17685"/>
                      <a:pt x="76263" y="71216"/>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 name="Google Shape;220;p12"/>
              <p:cNvSpPr/>
              <p:nvPr/>
            </p:nvSpPr>
            <p:spPr>
              <a:xfrm>
                <a:off x="5777141" y="1300603"/>
                <a:ext cx="50825" cy="53396"/>
              </a:xfrm>
              <a:custGeom>
                <a:avLst/>
                <a:gdLst/>
                <a:ahLst/>
                <a:cxnLst/>
                <a:rect l="l" t="t" r="r" b="b"/>
                <a:pathLst>
                  <a:path w="63531" h="66745" extrusionOk="0">
                    <a:moveTo>
                      <a:pt x="63532" y="451"/>
                    </a:moveTo>
                    <a:cubicBezTo>
                      <a:pt x="63532" y="451"/>
                      <a:pt x="32671" y="-9074"/>
                      <a:pt x="0" y="59411"/>
                    </a:cubicBezTo>
                    <a:lnTo>
                      <a:pt x="12192" y="66745"/>
                    </a:lnTo>
                    <a:cubicBezTo>
                      <a:pt x="27499" y="43304"/>
                      <a:pt x="44663" y="21130"/>
                      <a:pt x="63532" y="451"/>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21" name="Google Shape;221;p12"/>
            <p:cNvGrpSpPr/>
            <p:nvPr/>
          </p:nvGrpSpPr>
          <p:grpSpPr>
            <a:xfrm>
              <a:off x="5122427" y="3292365"/>
              <a:ext cx="823270" cy="1268939"/>
              <a:chOff x="5490177" y="3555452"/>
              <a:chExt cx="823270" cy="1268939"/>
            </a:xfrm>
          </p:grpSpPr>
          <p:sp>
            <p:nvSpPr>
              <p:cNvPr id="222" name="Google Shape;222;p12"/>
              <p:cNvSpPr/>
              <p:nvPr/>
            </p:nvSpPr>
            <p:spPr>
              <a:xfrm>
                <a:off x="5967652" y="4624747"/>
                <a:ext cx="345795" cy="199644"/>
              </a:xfrm>
              <a:custGeom>
                <a:avLst/>
                <a:gdLst/>
                <a:ahLst/>
                <a:cxnLst/>
                <a:rect l="l" t="t" r="r" b="b"/>
                <a:pathLst>
                  <a:path w="432244" h="249555" extrusionOk="0">
                    <a:moveTo>
                      <a:pt x="432245" y="124777"/>
                    </a:moveTo>
                    <a:cubicBezTo>
                      <a:pt x="432245" y="193690"/>
                      <a:pt x="335483" y="249555"/>
                      <a:pt x="216122" y="249555"/>
                    </a:cubicBezTo>
                    <a:cubicBezTo>
                      <a:pt x="96761" y="249555"/>
                      <a:pt x="0" y="193690"/>
                      <a:pt x="0" y="124777"/>
                    </a:cubicBezTo>
                    <a:cubicBezTo>
                      <a:pt x="0" y="55865"/>
                      <a:pt x="96761" y="0"/>
                      <a:pt x="216122" y="0"/>
                    </a:cubicBezTo>
                    <a:cubicBezTo>
                      <a:pt x="335483" y="0"/>
                      <a:pt x="432245" y="55865"/>
                      <a:pt x="432245" y="124777"/>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3" name="Google Shape;223;p12"/>
              <p:cNvSpPr/>
              <p:nvPr/>
            </p:nvSpPr>
            <p:spPr>
              <a:xfrm>
                <a:off x="6225123" y="3957880"/>
                <a:ext cx="68002" cy="244678"/>
              </a:xfrm>
              <a:custGeom>
                <a:avLst/>
                <a:gdLst/>
                <a:ahLst/>
                <a:cxnLst/>
                <a:rect l="l" t="t" r="r" b="b"/>
                <a:pathLst>
                  <a:path w="85002" h="305847" extrusionOk="0">
                    <a:moveTo>
                      <a:pt x="18764" y="0"/>
                    </a:moveTo>
                    <a:cubicBezTo>
                      <a:pt x="37814" y="5429"/>
                      <a:pt x="48482" y="26289"/>
                      <a:pt x="65056" y="70961"/>
                    </a:cubicBezTo>
                    <a:cubicBezTo>
                      <a:pt x="78848" y="111490"/>
                      <a:pt x="85582" y="154076"/>
                      <a:pt x="84963" y="196882"/>
                    </a:cubicBezTo>
                    <a:cubicBezTo>
                      <a:pt x="79629" y="238982"/>
                      <a:pt x="62198" y="271748"/>
                      <a:pt x="20098" y="305848"/>
                    </a:cubicBezTo>
                    <a:lnTo>
                      <a:pt x="0" y="268986"/>
                    </a:lnTo>
                    <a:cubicBezTo>
                      <a:pt x="0" y="268986"/>
                      <a:pt x="41243" y="232600"/>
                      <a:pt x="45434" y="190500"/>
                    </a:cubicBezTo>
                    <a:cubicBezTo>
                      <a:pt x="47815" y="166878"/>
                      <a:pt x="20098" y="87249"/>
                      <a:pt x="20098" y="85058"/>
                    </a:cubicBezTo>
                    <a:cubicBezTo>
                      <a:pt x="20098" y="82867"/>
                      <a:pt x="18764" y="0"/>
                      <a:pt x="18764" y="0"/>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4" name="Google Shape;224;p12"/>
              <p:cNvSpPr/>
              <p:nvPr/>
            </p:nvSpPr>
            <p:spPr>
              <a:xfrm>
                <a:off x="6014262" y="4720102"/>
                <a:ext cx="99120" cy="56094"/>
              </a:xfrm>
              <a:custGeom>
                <a:avLst/>
                <a:gdLst/>
                <a:ahLst/>
                <a:cxnLst/>
                <a:rect l="l" t="t" r="r" b="b"/>
                <a:pathLst>
                  <a:path w="123900" h="70118" extrusionOk="0">
                    <a:moveTo>
                      <a:pt x="117628" y="16845"/>
                    </a:moveTo>
                    <a:cubicBezTo>
                      <a:pt x="104783" y="20750"/>
                      <a:pt x="90877" y="18874"/>
                      <a:pt x="79528" y="11701"/>
                    </a:cubicBezTo>
                    <a:cubicBezTo>
                      <a:pt x="69241" y="11701"/>
                      <a:pt x="8757" y="-12016"/>
                      <a:pt x="1137" y="8082"/>
                    </a:cubicBezTo>
                    <a:cubicBezTo>
                      <a:pt x="-5531" y="25703"/>
                      <a:pt x="18758" y="42086"/>
                      <a:pt x="31617" y="45229"/>
                    </a:cubicBezTo>
                    <a:cubicBezTo>
                      <a:pt x="60192" y="51992"/>
                      <a:pt x="80766" y="66089"/>
                      <a:pt x="92196" y="68470"/>
                    </a:cubicBezTo>
                    <a:cubicBezTo>
                      <a:pt x="100966" y="71585"/>
                      <a:pt x="110703" y="70232"/>
                      <a:pt x="118294" y="64851"/>
                    </a:cubicBezTo>
                    <a:cubicBezTo>
                      <a:pt x="126200" y="56850"/>
                      <a:pt x="125533" y="27322"/>
                      <a:pt x="117628" y="16845"/>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5" name="Google Shape;225;p12"/>
              <p:cNvSpPr/>
              <p:nvPr/>
            </p:nvSpPr>
            <p:spPr>
              <a:xfrm>
                <a:off x="6014165" y="4729456"/>
                <a:ext cx="97551" cy="46733"/>
              </a:xfrm>
              <a:custGeom>
                <a:avLst/>
                <a:gdLst/>
                <a:ahLst/>
                <a:cxnLst/>
                <a:rect l="l" t="t" r="r" b="b"/>
                <a:pathLst>
                  <a:path w="121939" h="58416" extrusionOk="0">
                    <a:moveTo>
                      <a:pt x="92127" y="51911"/>
                    </a:moveTo>
                    <a:cubicBezTo>
                      <a:pt x="80697" y="49530"/>
                      <a:pt x="59837" y="35433"/>
                      <a:pt x="31548" y="28575"/>
                    </a:cubicBezTo>
                    <a:cubicBezTo>
                      <a:pt x="20784" y="26003"/>
                      <a:pt x="2020" y="14097"/>
                      <a:pt x="210" y="0"/>
                    </a:cubicBezTo>
                    <a:cubicBezTo>
                      <a:pt x="-2361" y="16193"/>
                      <a:pt x="19260" y="30575"/>
                      <a:pt x="31548" y="33528"/>
                    </a:cubicBezTo>
                    <a:cubicBezTo>
                      <a:pt x="60123" y="40291"/>
                      <a:pt x="80697" y="54388"/>
                      <a:pt x="92127" y="56769"/>
                    </a:cubicBezTo>
                    <a:cubicBezTo>
                      <a:pt x="100896" y="59884"/>
                      <a:pt x="110634" y="58531"/>
                      <a:pt x="118225" y="53150"/>
                    </a:cubicBezTo>
                    <a:cubicBezTo>
                      <a:pt x="119933" y="51188"/>
                      <a:pt x="121200" y="48882"/>
                      <a:pt x="121940" y="46387"/>
                    </a:cubicBezTo>
                    <a:cubicBezTo>
                      <a:pt x="113425" y="52816"/>
                      <a:pt x="102380" y="54864"/>
                      <a:pt x="92127" y="51911"/>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6" name="Google Shape;226;p12"/>
              <p:cNvSpPr/>
              <p:nvPr/>
            </p:nvSpPr>
            <p:spPr>
              <a:xfrm>
                <a:off x="6140412" y="4656810"/>
                <a:ext cx="95533" cy="53978"/>
              </a:xfrm>
              <a:custGeom>
                <a:avLst/>
                <a:gdLst/>
                <a:ahLst/>
                <a:cxnLst/>
                <a:rect l="l" t="t" r="r" b="b"/>
                <a:pathLst>
                  <a:path w="119416" h="67472" extrusionOk="0">
                    <a:moveTo>
                      <a:pt x="113384" y="16189"/>
                    </a:moveTo>
                    <a:cubicBezTo>
                      <a:pt x="102146" y="20047"/>
                      <a:pt x="89728" y="18161"/>
                      <a:pt x="80142" y="11141"/>
                    </a:cubicBezTo>
                    <a:cubicBezTo>
                      <a:pt x="70617" y="11141"/>
                      <a:pt x="8419" y="-11529"/>
                      <a:pt x="1085" y="7807"/>
                    </a:cubicBezTo>
                    <a:cubicBezTo>
                      <a:pt x="-5297" y="24762"/>
                      <a:pt x="18039" y="40383"/>
                      <a:pt x="30422" y="43431"/>
                    </a:cubicBezTo>
                    <a:cubicBezTo>
                      <a:pt x="57663" y="50003"/>
                      <a:pt x="78047" y="63624"/>
                      <a:pt x="88715" y="65910"/>
                    </a:cubicBezTo>
                    <a:cubicBezTo>
                      <a:pt x="97172" y="68882"/>
                      <a:pt x="106547" y="67567"/>
                      <a:pt x="113861" y="62385"/>
                    </a:cubicBezTo>
                    <a:cubicBezTo>
                      <a:pt x="121671" y="54670"/>
                      <a:pt x="121004" y="26286"/>
                      <a:pt x="113384" y="16189"/>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7" name="Google Shape;227;p12"/>
              <p:cNvSpPr/>
              <p:nvPr/>
            </p:nvSpPr>
            <p:spPr>
              <a:xfrm>
                <a:off x="6140448" y="4665717"/>
                <a:ext cx="93872" cy="45066"/>
              </a:xfrm>
              <a:custGeom>
                <a:avLst/>
                <a:gdLst/>
                <a:ahLst/>
                <a:cxnLst/>
                <a:rect l="l" t="t" r="r" b="b"/>
                <a:pathLst>
                  <a:path w="117340" h="56332" extrusionOk="0">
                    <a:moveTo>
                      <a:pt x="88670" y="50102"/>
                    </a:moveTo>
                    <a:cubicBezTo>
                      <a:pt x="77717" y="47720"/>
                      <a:pt x="57619" y="34195"/>
                      <a:pt x="30377" y="27622"/>
                    </a:cubicBezTo>
                    <a:cubicBezTo>
                      <a:pt x="19995" y="25051"/>
                      <a:pt x="1802" y="13621"/>
                      <a:pt x="183" y="0"/>
                    </a:cubicBezTo>
                    <a:cubicBezTo>
                      <a:pt x="-2198" y="15621"/>
                      <a:pt x="19233" y="29528"/>
                      <a:pt x="30377" y="32290"/>
                    </a:cubicBezTo>
                    <a:cubicBezTo>
                      <a:pt x="57619" y="38862"/>
                      <a:pt x="78002" y="52483"/>
                      <a:pt x="88670" y="54769"/>
                    </a:cubicBezTo>
                    <a:cubicBezTo>
                      <a:pt x="97128" y="57741"/>
                      <a:pt x="106503" y="56426"/>
                      <a:pt x="113816" y="51245"/>
                    </a:cubicBezTo>
                    <a:cubicBezTo>
                      <a:pt x="115496" y="49368"/>
                      <a:pt x="116703" y="47111"/>
                      <a:pt x="117341" y="44672"/>
                    </a:cubicBezTo>
                    <a:cubicBezTo>
                      <a:pt x="109187" y="50930"/>
                      <a:pt x="98547" y="52940"/>
                      <a:pt x="88670" y="50102"/>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8" name="Google Shape;228;p12"/>
              <p:cNvSpPr/>
              <p:nvPr/>
            </p:nvSpPr>
            <p:spPr>
              <a:xfrm>
                <a:off x="6074259" y="4151308"/>
                <a:ext cx="190443" cy="586341"/>
              </a:xfrm>
              <a:custGeom>
                <a:avLst/>
                <a:gdLst/>
                <a:ahLst/>
                <a:cxnLst/>
                <a:rect l="l" t="t" r="r" b="b"/>
                <a:pathLst>
                  <a:path w="238054" h="732926" extrusionOk="0">
                    <a:moveTo>
                      <a:pt x="216416" y="495014"/>
                    </a:moveTo>
                    <a:cubicBezTo>
                      <a:pt x="216443" y="471802"/>
                      <a:pt x="212447" y="448761"/>
                      <a:pt x="204605" y="426911"/>
                    </a:cubicBezTo>
                    <a:cubicBezTo>
                      <a:pt x="204605" y="426911"/>
                      <a:pt x="212415" y="333661"/>
                      <a:pt x="218416" y="272415"/>
                    </a:cubicBezTo>
                    <a:cubicBezTo>
                      <a:pt x="227179" y="182118"/>
                      <a:pt x="241086" y="173164"/>
                      <a:pt x="237466" y="118300"/>
                    </a:cubicBezTo>
                    <a:cubicBezTo>
                      <a:pt x="233847" y="67437"/>
                      <a:pt x="204891" y="34480"/>
                      <a:pt x="197366" y="0"/>
                    </a:cubicBezTo>
                    <a:lnTo>
                      <a:pt x="50014" y="11621"/>
                    </a:lnTo>
                    <a:cubicBezTo>
                      <a:pt x="50014" y="11621"/>
                      <a:pt x="37155" y="53435"/>
                      <a:pt x="20582" y="136684"/>
                    </a:cubicBezTo>
                    <a:cubicBezTo>
                      <a:pt x="4008" y="219932"/>
                      <a:pt x="2865" y="318897"/>
                      <a:pt x="4199" y="449961"/>
                    </a:cubicBezTo>
                    <a:cubicBezTo>
                      <a:pt x="4199" y="483775"/>
                      <a:pt x="-1516" y="513112"/>
                      <a:pt x="389" y="597313"/>
                    </a:cubicBezTo>
                    <a:cubicBezTo>
                      <a:pt x="1722" y="653891"/>
                      <a:pt x="4961" y="723233"/>
                      <a:pt x="4961" y="723233"/>
                    </a:cubicBezTo>
                    <a:cubicBezTo>
                      <a:pt x="26487" y="741712"/>
                      <a:pt x="41442" y="728091"/>
                      <a:pt x="41442" y="728091"/>
                    </a:cubicBezTo>
                    <a:cubicBezTo>
                      <a:pt x="41442" y="728091"/>
                      <a:pt x="79542" y="560451"/>
                      <a:pt x="84780" y="521970"/>
                    </a:cubicBezTo>
                    <a:cubicBezTo>
                      <a:pt x="88780" y="500682"/>
                      <a:pt x="87003" y="478707"/>
                      <a:pt x="79637" y="458343"/>
                    </a:cubicBezTo>
                    <a:cubicBezTo>
                      <a:pt x="79637" y="458343"/>
                      <a:pt x="90686" y="405670"/>
                      <a:pt x="98687" y="364236"/>
                    </a:cubicBezTo>
                    <a:cubicBezTo>
                      <a:pt x="108212" y="313658"/>
                      <a:pt x="133453" y="204502"/>
                      <a:pt x="133453" y="204502"/>
                    </a:cubicBezTo>
                    <a:cubicBezTo>
                      <a:pt x="133453" y="204502"/>
                      <a:pt x="129167" y="372237"/>
                      <a:pt x="136501" y="405289"/>
                    </a:cubicBezTo>
                    <a:cubicBezTo>
                      <a:pt x="143835" y="438340"/>
                      <a:pt x="145074" y="467106"/>
                      <a:pt x="151360" y="512064"/>
                    </a:cubicBezTo>
                    <a:cubicBezTo>
                      <a:pt x="158885" y="566356"/>
                      <a:pt x="162314" y="645890"/>
                      <a:pt x="162314" y="645890"/>
                    </a:cubicBezTo>
                    <a:cubicBezTo>
                      <a:pt x="184793" y="660178"/>
                      <a:pt x="194794" y="649224"/>
                      <a:pt x="194794" y="649224"/>
                    </a:cubicBezTo>
                    <a:cubicBezTo>
                      <a:pt x="194794" y="649224"/>
                      <a:pt x="216416" y="542544"/>
                      <a:pt x="216416" y="495014"/>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9" name="Google Shape;229;p12"/>
              <p:cNvSpPr/>
              <p:nvPr/>
            </p:nvSpPr>
            <p:spPr>
              <a:xfrm>
                <a:off x="6075072" y="4151308"/>
                <a:ext cx="189540" cy="327893"/>
              </a:xfrm>
              <a:custGeom>
                <a:avLst/>
                <a:gdLst/>
                <a:ahLst/>
                <a:cxnLst/>
                <a:rect l="l" t="t" r="r" b="b"/>
                <a:pathLst>
                  <a:path w="236925" h="409866" extrusionOk="0">
                    <a:moveTo>
                      <a:pt x="195968" y="0"/>
                    </a:moveTo>
                    <a:cubicBezTo>
                      <a:pt x="211399" y="15812"/>
                      <a:pt x="236926" y="63913"/>
                      <a:pt x="236926" y="136684"/>
                    </a:cubicBezTo>
                    <a:cubicBezTo>
                      <a:pt x="236926" y="218599"/>
                      <a:pt x="225020" y="202025"/>
                      <a:pt x="219305" y="292227"/>
                    </a:cubicBezTo>
                    <a:lnTo>
                      <a:pt x="213590" y="382429"/>
                    </a:lnTo>
                    <a:cubicBezTo>
                      <a:pt x="213590" y="382429"/>
                      <a:pt x="90431" y="441198"/>
                      <a:pt x="2611" y="386715"/>
                    </a:cubicBezTo>
                    <a:cubicBezTo>
                      <a:pt x="-5200" y="369665"/>
                      <a:pt x="5564" y="179927"/>
                      <a:pt x="20994" y="112490"/>
                    </a:cubicBezTo>
                    <a:cubicBezTo>
                      <a:pt x="36425" y="45053"/>
                      <a:pt x="46997" y="12002"/>
                      <a:pt x="46997" y="12002"/>
                    </a:cubicBezTo>
                    <a:cubicBezTo>
                      <a:pt x="46997" y="12002"/>
                      <a:pt x="160250" y="42577"/>
                      <a:pt x="195968"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0" name="Google Shape;230;p12"/>
              <p:cNvSpPr/>
              <p:nvPr/>
            </p:nvSpPr>
            <p:spPr>
              <a:xfrm>
                <a:off x="6112869" y="3797323"/>
                <a:ext cx="128417" cy="206862"/>
              </a:xfrm>
              <a:custGeom>
                <a:avLst/>
                <a:gdLst/>
                <a:ahLst/>
                <a:cxnLst/>
                <a:rect l="l" t="t" r="r" b="b"/>
                <a:pathLst>
                  <a:path w="160521" h="258577" extrusionOk="0">
                    <a:moveTo>
                      <a:pt x="150502" y="199966"/>
                    </a:moveTo>
                    <a:cubicBezTo>
                      <a:pt x="119070" y="198061"/>
                      <a:pt x="116022" y="203299"/>
                      <a:pt x="113545" y="192155"/>
                    </a:cubicBezTo>
                    <a:cubicBezTo>
                      <a:pt x="112688" y="188155"/>
                      <a:pt x="110878" y="160532"/>
                      <a:pt x="110878" y="160532"/>
                    </a:cubicBezTo>
                    <a:cubicBezTo>
                      <a:pt x="113780" y="156846"/>
                      <a:pt x="116422" y="152960"/>
                      <a:pt x="118784" y="148912"/>
                    </a:cubicBezTo>
                    <a:cubicBezTo>
                      <a:pt x="140167" y="136015"/>
                      <a:pt x="154268" y="113831"/>
                      <a:pt x="156884" y="88999"/>
                    </a:cubicBezTo>
                    <a:cubicBezTo>
                      <a:pt x="161490" y="44708"/>
                      <a:pt x="129348" y="5065"/>
                      <a:pt x="85065" y="417"/>
                    </a:cubicBezTo>
                    <a:cubicBezTo>
                      <a:pt x="43441" y="-3869"/>
                      <a:pt x="12771" y="25373"/>
                      <a:pt x="4579" y="65568"/>
                    </a:cubicBezTo>
                    <a:cubicBezTo>
                      <a:pt x="198" y="85380"/>
                      <a:pt x="-4374" y="125861"/>
                      <a:pt x="8008" y="158341"/>
                    </a:cubicBezTo>
                    <a:cubicBezTo>
                      <a:pt x="14961" y="176725"/>
                      <a:pt x="21438" y="189583"/>
                      <a:pt x="38012" y="188917"/>
                    </a:cubicBezTo>
                    <a:cubicBezTo>
                      <a:pt x="43543" y="188422"/>
                      <a:pt x="49023" y="187469"/>
                      <a:pt x="54395" y="186059"/>
                    </a:cubicBezTo>
                    <a:cubicBezTo>
                      <a:pt x="55283" y="193679"/>
                      <a:pt x="55602" y="201347"/>
                      <a:pt x="55347" y="209015"/>
                    </a:cubicBezTo>
                    <a:cubicBezTo>
                      <a:pt x="55347" y="217111"/>
                      <a:pt x="56300" y="221111"/>
                      <a:pt x="40488" y="230827"/>
                    </a:cubicBezTo>
                    <a:cubicBezTo>
                      <a:pt x="24677" y="240542"/>
                      <a:pt x="64301" y="260354"/>
                      <a:pt x="90114" y="258449"/>
                    </a:cubicBezTo>
                    <a:cubicBezTo>
                      <a:pt x="115927" y="256544"/>
                      <a:pt x="144883" y="240923"/>
                      <a:pt x="152883" y="224255"/>
                    </a:cubicBezTo>
                    <a:cubicBezTo>
                      <a:pt x="161646" y="205586"/>
                      <a:pt x="165266" y="200823"/>
                      <a:pt x="150502" y="199966"/>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1" name="Google Shape;231;p12"/>
              <p:cNvSpPr/>
              <p:nvPr/>
            </p:nvSpPr>
            <p:spPr>
              <a:xfrm>
                <a:off x="6244085" y="3981464"/>
                <a:ext cx="49073" cy="87044"/>
              </a:xfrm>
              <a:custGeom>
                <a:avLst/>
                <a:gdLst/>
                <a:ahLst/>
                <a:cxnLst/>
                <a:rect l="l" t="t" r="r" b="b"/>
                <a:pathLst>
                  <a:path w="61341" h="108805" extrusionOk="0">
                    <a:moveTo>
                      <a:pt x="9525" y="108806"/>
                    </a:moveTo>
                    <a:cubicBezTo>
                      <a:pt x="9525" y="108806"/>
                      <a:pt x="45053" y="100805"/>
                      <a:pt x="61341" y="84993"/>
                    </a:cubicBezTo>
                    <a:cubicBezTo>
                      <a:pt x="61341" y="84993"/>
                      <a:pt x="40196" y="18318"/>
                      <a:pt x="26670" y="1745"/>
                    </a:cubicBezTo>
                    <a:cubicBezTo>
                      <a:pt x="13144" y="-14829"/>
                      <a:pt x="0" y="92137"/>
                      <a:pt x="0" y="92137"/>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2" name="Google Shape;232;p12"/>
              <p:cNvSpPr/>
              <p:nvPr/>
            </p:nvSpPr>
            <p:spPr>
              <a:xfrm>
                <a:off x="6106401" y="3956215"/>
                <a:ext cx="153237" cy="219092"/>
              </a:xfrm>
              <a:custGeom>
                <a:avLst/>
                <a:gdLst/>
                <a:ahLst/>
                <a:cxnLst/>
                <a:rect l="l" t="t" r="r" b="b"/>
                <a:pathLst>
                  <a:path w="191546" h="273865" extrusionOk="0">
                    <a:moveTo>
                      <a:pt x="127349" y="560"/>
                    </a:moveTo>
                    <a:cubicBezTo>
                      <a:pt x="133160" y="7799"/>
                      <a:pt x="133826" y="16847"/>
                      <a:pt x="111443" y="22562"/>
                    </a:cubicBezTo>
                    <a:cubicBezTo>
                      <a:pt x="95161" y="27192"/>
                      <a:pt x="77760" y="25839"/>
                      <a:pt x="62389" y="18753"/>
                    </a:cubicBezTo>
                    <a:cubicBezTo>
                      <a:pt x="44747" y="26210"/>
                      <a:pt x="27792" y="35202"/>
                      <a:pt x="11716" y="45613"/>
                    </a:cubicBezTo>
                    <a:cubicBezTo>
                      <a:pt x="-7334" y="108478"/>
                      <a:pt x="8001" y="116574"/>
                      <a:pt x="0" y="161628"/>
                    </a:cubicBezTo>
                    <a:cubicBezTo>
                      <a:pt x="3143" y="184297"/>
                      <a:pt x="6858" y="242780"/>
                      <a:pt x="7810" y="256020"/>
                    </a:cubicBezTo>
                    <a:cubicBezTo>
                      <a:pt x="50578" y="285929"/>
                      <a:pt x="137350" y="275737"/>
                      <a:pt x="156781" y="244019"/>
                    </a:cubicBezTo>
                    <a:cubicBezTo>
                      <a:pt x="157130" y="233455"/>
                      <a:pt x="158116" y="222930"/>
                      <a:pt x="159734" y="212491"/>
                    </a:cubicBezTo>
                    <a:cubicBezTo>
                      <a:pt x="180118" y="136862"/>
                      <a:pt x="196025" y="117241"/>
                      <a:pt x="190405" y="60091"/>
                    </a:cubicBezTo>
                    <a:cubicBezTo>
                      <a:pt x="187166" y="27515"/>
                      <a:pt x="184595" y="11132"/>
                      <a:pt x="167259" y="2369"/>
                    </a:cubicBezTo>
                    <a:cubicBezTo>
                      <a:pt x="154092" y="26"/>
                      <a:pt x="140675" y="-583"/>
                      <a:pt x="127349" y="560"/>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3" name="Google Shape;233;p12"/>
              <p:cNvSpPr/>
              <p:nvPr/>
            </p:nvSpPr>
            <p:spPr>
              <a:xfrm>
                <a:off x="5856250" y="4001330"/>
                <a:ext cx="294998" cy="212364"/>
              </a:xfrm>
              <a:custGeom>
                <a:avLst/>
                <a:gdLst/>
                <a:ahLst/>
                <a:cxnLst/>
                <a:rect l="l" t="t" r="r" b="b"/>
                <a:pathLst>
                  <a:path w="368747" h="265455" extrusionOk="0">
                    <a:moveTo>
                      <a:pt x="47613" y="190066"/>
                    </a:moveTo>
                    <a:cubicBezTo>
                      <a:pt x="57313" y="192152"/>
                      <a:pt x="66860" y="194885"/>
                      <a:pt x="76188" y="198257"/>
                    </a:cubicBezTo>
                    <a:cubicBezTo>
                      <a:pt x="84940" y="202858"/>
                      <a:pt x="94355" y="206077"/>
                      <a:pt x="104097" y="207782"/>
                    </a:cubicBezTo>
                    <a:cubicBezTo>
                      <a:pt x="114574" y="209402"/>
                      <a:pt x="130957" y="203972"/>
                      <a:pt x="159246" y="190637"/>
                    </a:cubicBezTo>
                    <a:cubicBezTo>
                      <a:pt x="190224" y="174759"/>
                      <a:pt x="218251" y="153690"/>
                      <a:pt x="242114" y="128344"/>
                    </a:cubicBezTo>
                    <a:cubicBezTo>
                      <a:pt x="269228" y="96083"/>
                      <a:pt x="293451" y="61507"/>
                      <a:pt x="314504" y="24998"/>
                    </a:cubicBezTo>
                    <a:cubicBezTo>
                      <a:pt x="326791" y="2614"/>
                      <a:pt x="342317" y="-3006"/>
                      <a:pt x="355842" y="1375"/>
                    </a:cubicBezTo>
                    <a:cubicBezTo>
                      <a:pt x="372035" y="6710"/>
                      <a:pt x="374035" y="22807"/>
                      <a:pt x="355842" y="52906"/>
                    </a:cubicBezTo>
                    <a:cubicBezTo>
                      <a:pt x="332617" y="92225"/>
                      <a:pt x="304799" y="128639"/>
                      <a:pt x="272975" y="161396"/>
                    </a:cubicBezTo>
                    <a:cubicBezTo>
                      <a:pt x="247871" y="186503"/>
                      <a:pt x="218651" y="207115"/>
                      <a:pt x="186583" y="222356"/>
                    </a:cubicBezTo>
                    <a:cubicBezTo>
                      <a:pt x="163712" y="234252"/>
                      <a:pt x="139230" y="242758"/>
                      <a:pt x="113907" y="247597"/>
                    </a:cubicBezTo>
                    <a:cubicBezTo>
                      <a:pt x="105049" y="249502"/>
                      <a:pt x="99048" y="253216"/>
                      <a:pt x="82665" y="258932"/>
                    </a:cubicBezTo>
                    <a:cubicBezTo>
                      <a:pt x="66375" y="264856"/>
                      <a:pt x="48897" y="266790"/>
                      <a:pt x="31707" y="264551"/>
                    </a:cubicBezTo>
                    <a:cubicBezTo>
                      <a:pt x="17514" y="261789"/>
                      <a:pt x="12657" y="258550"/>
                      <a:pt x="12085" y="255026"/>
                    </a:cubicBezTo>
                    <a:cubicBezTo>
                      <a:pt x="11514" y="251502"/>
                      <a:pt x="14371" y="249025"/>
                      <a:pt x="21039" y="249502"/>
                    </a:cubicBezTo>
                    <a:cubicBezTo>
                      <a:pt x="31538" y="251169"/>
                      <a:pt x="42255" y="250912"/>
                      <a:pt x="52662" y="248740"/>
                    </a:cubicBezTo>
                    <a:cubicBezTo>
                      <a:pt x="52662" y="248740"/>
                      <a:pt x="37993" y="248264"/>
                      <a:pt x="29325" y="247216"/>
                    </a:cubicBezTo>
                    <a:cubicBezTo>
                      <a:pt x="21541" y="246368"/>
                      <a:pt x="13911" y="244444"/>
                      <a:pt x="6656" y="241501"/>
                    </a:cubicBezTo>
                    <a:cubicBezTo>
                      <a:pt x="-297" y="238548"/>
                      <a:pt x="-2869" y="227594"/>
                      <a:pt x="4179" y="227975"/>
                    </a:cubicBezTo>
                    <a:cubicBezTo>
                      <a:pt x="11228" y="228356"/>
                      <a:pt x="15990" y="230452"/>
                      <a:pt x="28944" y="231785"/>
                    </a:cubicBezTo>
                    <a:cubicBezTo>
                      <a:pt x="35778" y="232614"/>
                      <a:pt x="42685" y="232614"/>
                      <a:pt x="49518" y="231785"/>
                    </a:cubicBezTo>
                    <a:cubicBezTo>
                      <a:pt x="40949" y="230376"/>
                      <a:pt x="32508" y="228271"/>
                      <a:pt x="24277" y="225499"/>
                    </a:cubicBezTo>
                    <a:cubicBezTo>
                      <a:pt x="17463" y="223689"/>
                      <a:pt x="11333" y="219917"/>
                      <a:pt x="6656" y="214640"/>
                    </a:cubicBezTo>
                    <a:cubicBezTo>
                      <a:pt x="4275" y="211878"/>
                      <a:pt x="4941" y="205115"/>
                      <a:pt x="13228" y="206830"/>
                    </a:cubicBezTo>
                    <a:cubicBezTo>
                      <a:pt x="23208" y="210307"/>
                      <a:pt x="33569" y="212583"/>
                      <a:pt x="44089" y="213592"/>
                    </a:cubicBezTo>
                    <a:cubicBezTo>
                      <a:pt x="54662" y="213592"/>
                      <a:pt x="62187" y="212735"/>
                      <a:pt x="60853" y="211116"/>
                    </a:cubicBezTo>
                    <a:cubicBezTo>
                      <a:pt x="59520" y="209497"/>
                      <a:pt x="53233" y="209687"/>
                      <a:pt x="45232" y="205211"/>
                    </a:cubicBezTo>
                    <a:cubicBezTo>
                      <a:pt x="37231" y="200734"/>
                      <a:pt x="32469" y="192066"/>
                      <a:pt x="35707" y="187875"/>
                    </a:cubicBezTo>
                    <a:cubicBezTo>
                      <a:pt x="38946" y="183684"/>
                      <a:pt x="38946" y="186827"/>
                      <a:pt x="47613" y="190066"/>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4" name="Google Shape;234;p12"/>
              <p:cNvSpPr/>
              <p:nvPr/>
            </p:nvSpPr>
            <p:spPr>
              <a:xfrm>
                <a:off x="6075027" y="3988967"/>
                <a:ext cx="80628" cy="83804"/>
              </a:xfrm>
              <a:custGeom>
                <a:avLst/>
                <a:gdLst/>
                <a:ahLst/>
                <a:cxnLst/>
                <a:rect l="l" t="t" r="r" b="b"/>
                <a:pathLst>
                  <a:path w="100785" h="104755" extrusionOk="0">
                    <a:moveTo>
                      <a:pt x="65151" y="104756"/>
                    </a:moveTo>
                    <a:cubicBezTo>
                      <a:pt x="40403" y="101165"/>
                      <a:pt x="17516" y="89554"/>
                      <a:pt x="0" y="71704"/>
                    </a:cubicBezTo>
                    <a:lnTo>
                      <a:pt x="39433" y="17030"/>
                    </a:lnTo>
                    <a:cubicBezTo>
                      <a:pt x="39433" y="17030"/>
                      <a:pt x="61627" y="-10973"/>
                      <a:pt x="90964" y="4838"/>
                    </a:cubicBezTo>
                    <a:cubicBezTo>
                      <a:pt x="90964" y="4838"/>
                      <a:pt x="113062" y="7220"/>
                      <a:pt x="90964" y="53511"/>
                    </a:cubicBezTo>
                    <a:cubicBezTo>
                      <a:pt x="83445" y="71113"/>
                      <a:pt x="74824" y="88230"/>
                      <a:pt x="65151" y="104756"/>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5" name="Google Shape;235;p12"/>
              <p:cNvSpPr/>
              <p:nvPr/>
            </p:nvSpPr>
            <p:spPr>
              <a:xfrm>
                <a:off x="6107459" y="3797280"/>
                <a:ext cx="160810" cy="262954"/>
              </a:xfrm>
              <a:custGeom>
                <a:avLst/>
                <a:gdLst/>
                <a:ahLst/>
                <a:cxnLst/>
                <a:rect l="l" t="t" r="r" b="b"/>
                <a:pathLst>
                  <a:path w="201012" h="328692" extrusionOk="0">
                    <a:moveTo>
                      <a:pt x="3726" y="41904"/>
                    </a:moveTo>
                    <a:cubicBezTo>
                      <a:pt x="6992" y="22359"/>
                      <a:pt x="25260" y="8995"/>
                      <a:pt x="44874" y="11805"/>
                    </a:cubicBezTo>
                    <a:cubicBezTo>
                      <a:pt x="58646" y="2566"/>
                      <a:pt x="75264" y="-1454"/>
                      <a:pt x="91737" y="470"/>
                    </a:cubicBezTo>
                    <a:cubicBezTo>
                      <a:pt x="129170" y="4376"/>
                      <a:pt x="153649" y="29045"/>
                      <a:pt x="164984" y="66193"/>
                    </a:cubicBezTo>
                    <a:cubicBezTo>
                      <a:pt x="170544" y="84833"/>
                      <a:pt x="174245" y="103978"/>
                      <a:pt x="176033" y="123343"/>
                    </a:cubicBezTo>
                    <a:cubicBezTo>
                      <a:pt x="187272" y="206686"/>
                      <a:pt x="217562" y="272790"/>
                      <a:pt x="189273" y="297555"/>
                    </a:cubicBezTo>
                    <a:cubicBezTo>
                      <a:pt x="160983" y="322320"/>
                      <a:pt x="83450" y="338036"/>
                      <a:pt x="51065" y="322510"/>
                    </a:cubicBezTo>
                    <a:cubicBezTo>
                      <a:pt x="18680" y="306985"/>
                      <a:pt x="77735" y="163348"/>
                      <a:pt x="13632" y="83528"/>
                    </a:cubicBezTo>
                    <a:cubicBezTo>
                      <a:pt x="-1418" y="64574"/>
                      <a:pt x="-2847" y="51334"/>
                      <a:pt x="3726" y="41904"/>
                    </a:cubicBezTo>
                    <a:close/>
                  </a:path>
                </a:pathLst>
              </a:custGeom>
              <a:solidFill>
                <a:srgbClr val="CC8B0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6" name="Google Shape;236;p12"/>
              <p:cNvSpPr/>
              <p:nvPr/>
            </p:nvSpPr>
            <p:spPr>
              <a:xfrm>
                <a:off x="5490177" y="4381136"/>
                <a:ext cx="345795" cy="199644"/>
              </a:xfrm>
              <a:custGeom>
                <a:avLst/>
                <a:gdLst/>
                <a:ahLst/>
                <a:cxnLst/>
                <a:rect l="l" t="t" r="r" b="b"/>
                <a:pathLst>
                  <a:path w="432244" h="249555" extrusionOk="0">
                    <a:moveTo>
                      <a:pt x="432245" y="124778"/>
                    </a:moveTo>
                    <a:cubicBezTo>
                      <a:pt x="432245" y="193690"/>
                      <a:pt x="335483" y="249555"/>
                      <a:pt x="216122" y="249555"/>
                    </a:cubicBezTo>
                    <a:cubicBezTo>
                      <a:pt x="96761" y="249555"/>
                      <a:pt x="0" y="193690"/>
                      <a:pt x="0" y="124778"/>
                    </a:cubicBezTo>
                    <a:cubicBezTo>
                      <a:pt x="0" y="55865"/>
                      <a:pt x="96761" y="0"/>
                      <a:pt x="216122" y="0"/>
                    </a:cubicBezTo>
                    <a:cubicBezTo>
                      <a:pt x="335483" y="0"/>
                      <a:pt x="432245" y="55865"/>
                      <a:pt x="432245" y="124778"/>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7" name="Google Shape;237;p12"/>
              <p:cNvSpPr/>
              <p:nvPr/>
            </p:nvSpPr>
            <p:spPr>
              <a:xfrm>
                <a:off x="5573749" y="4455840"/>
                <a:ext cx="98301" cy="76095"/>
              </a:xfrm>
              <a:custGeom>
                <a:avLst/>
                <a:gdLst/>
                <a:ahLst/>
                <a:cxnLst/>
                <a:rect l="l" t="t" r="r" b="b"/>
                <a:pathLst>
                  <a:path w="122876" h="95119" extrusionOk="0">
                    <a:moveTo>
                      <a:pt x="9769" y="2"/>
                    </a:moveTo>
                    <a:cubicBezTo>
                      <a:pt x="24533" y="12004"/>
                      <a:pt x="46250" y="1050"/>
                      <a:pt x="47297" y="2193"/>
                    </a:cubicBezTo>
                    <a:cubicBezTo>
                      <a:pt x="64639" y="18195"/>
                      <a:pt x="82792" y="33302"/>
                      <a:pt x="101685" y="47437"/>
                    </a:cubicBezTo>
                    <a:cubicBezTo>
                      <a:pt x="111210" y="54676"/>
                      <a:pt x="125212" y="64296"/>
                      <a:pt x="122545" y="78202"/>
                    </a:cubicBezTo>
                    <a:cubicBezTo>
                      <a:pt x="117973" y="102967"/>
                      <a:pt x="78254" y="95347"/>
                      <a:pt x="63204" y="87727"/>
                    </a:cubicBezTo>
                    <a:cubicBezTo>
                      <a:pt x="48155" y="80107"/>
                      <a:pt x="35963" y="67630"/>
                      <a:pt x="21770" y="59152"/>
                    </a:cubicBezTo>
                    <a:cubicBezTo>
                      <a:pt x="11674" y="52866"/>
                      <a:pt x="1768" y="49627"/>
                      <a:pt x="149" y="36864"/>
                    </a:cubicBezTo>
                    <a:cubicBezTo>
                      <a:pt x="-1185" y="28768"/>
                      <a:pt x="6816" y="-284"/>
                      <a:pt x="9769" y="2"/>
                    </a:cubicBezTo>
                    <a:close/>
                  </a:path>
                </a:pathLst>
              </a:custGeom>
              <a:solidFill>
                <a:srgbClr val="2B2A3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8" name="Google Shape;238;p12"/>
              <p:cNvSpPr/>
              <p:nvPr/>
            </p:nvSpPr>
            <p:spPr>
              <a:xfrm>
                <a:off x="5573762" y="4480895"/>
                <a:ext cx="97794" cy="51001"/>
              </a:xfrm>
              <a:custGeom>
                <a:avLst/>
                <a:gdLst/>
                <a:ahLst/>
                <a:cxnLst/>
                <a:rect l="l" t="t" r="r" b="b"/>
                <a:pathLst>
                  <a:path w="122242" h="63751" extrusionOk="0">
                    <a:moveTo>
                      <a:pt x="227" y="0"/>
                    </a:moveTo>
                    <a:cubicBezTo>
                      <a:pt x="2228" y="12192"/>
                      <a:pt x="12038" y="15621"/>
                      <a:pt x="22040" y="21812"/>
                    </a:cubicBezTo>
                    <a:cubicBezTo>
                      <a:pt x="36518" y="30766"/>
                      <a:pt x="49186" y="43720"/>
                      <a:pt x="64140" y="51245"/>
                    </a:cubicBezTo>
                    <a:cubicBezTo>
                      <a:pt x="79094" y="58769"/>
                      <a:pt x="112527" y="65246"/>
                      <a:pt x="122243" y="47530"/>
                    </a:cubicBezTo>
                    <a:cubicBezTo>
                      <a:pt x="117004" y="71438"/>
                      <a:pt x="77951" y="63913"/>
                      <a:pt x="63092" y="56388"/>
                    </a:cubicBezTo>
                    <a:cubicBezTo>
                      <a:pt x="48233" y="48863"/>
                      <a:pt x="35851" y="36290"/>
                      <a:pt x="21659" y="27813"/>
                    </a:cubicBezTo>
                    <a:cubicBezTo>
                      <a:pt x="11562" y="21527"/>
                      <a:pt x="1656" y="18288"/>
                      <a:pt x="37" y="5524"/>
                    </a:cubicBezTo>
                    <a:cubicBezTo>
                      <a:pt x="-49" y="3677"/>
                      <a:pt x="15" y="1829"/>
                      <a:pt x="227"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39" name="Google Shape;239;p12"/>
              <p:cNvSpPr/>
              <p:nvPr/>
            </p:nvSpPr>
            <p:spPr>
              <a:xfrm>
                <a:off x="5674337" y="4417793"/>
                <a:ext cx="98217" cy="73323"/>
              </a:xfrm>
              <a:custGeom>
                <a:avLst/>
                <a:gdLst/>
                <a:ahLst/>
                <a:cxnLst/>
                <a:rect l="l" t="t" r="r" b="b"/>
                <a:pathLst>
                  <a:path w="122771" h="91654" extrusionOk="0">
                    <a:moveTo>
                      <a:pt x="11400" y="61"/>
                    </a:moveTo>
                    <a:cubicBezTo>
                      <a:pt x="26164" y="12062"/>
                      <a:pt x="51881" y="-987"/>
                      <a:pt x="53024" y="61"/>
                    </a:cubicBezTo>
                    <a:cubicBezTo>
                      <a:pt x="68334" y="15615"/>
                      <a:pt x="84521" y="30274"/>
                      <a:pt x="101507" y="43971"/>
                    </a:cubicBezTo>
                    <a:cubicBezTo>
                      <a:pt x="111032" y="51114"/>
                      <a:pt x="125033" y="60830"/>
                      <a:pt x="122462" y="74737"/>
                    </a:cubicBezTo>
                    <a:cubicBezTo>
                      <a:pt x="117794" y="99502"/>
                      <a:pt x="78075" y="91881"/>
                      <a:pt x="63121" y="84262"/>
                    </a:cubicBezTo>
                    <a:cubicBezTo>
                      <a:pt x="48167" y="76642"/>
                      <a:pt x="35879" y="64069"/>
                      <a:pt x="21687" y="55687"/>
                    </a:cubicBezTo>
                    <a:cubicBezTo>
                      <a:pt x="11591" y="49400"/>
                      <a:pt x="1589" y="46162"/>
                      <a:pt x="65" y="33398"/>
                    </a:cubicBezTo>
                    <a:cubicBezTo>
                      <a:pt x="-887" y="25302"/>
                      <a:pt x="8828" y="-225"/>
                      <a:pt x="11400" y="61"/>
                    </a:cubicBezTo>
                    <a:close/>
                  </a:path>
                </a:pathLst>
              </a:custGeom>
              <a:solidFill>
                <a:srgbClr val="2B2A3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0" name="Google Shape;240;p12"/>
              <p:cNvSpPr/>
              <p:nvPr/>
            </p:nvSpPr>
            <p:spPr>
              <a:xfrm>
                <a:off x="5674522" y="4441449"/>
                <a:ext cx="97784" cy="51040"/>
              </a:xfrm>
              <a:custGeom>
                <a:avLst/>
                <a:gdLst/>
                <a:ahLst/>
                <a:cxnLst/>
                <a:rect l="l" t="t" r="r" b="b"/>
                <a:pathLst>
                  <a:path w="122230" h="63800" extrusionOk="0">
                    <a:moveTo>
                      <a:pt x="216" y="0"/>
                    </a:moveTo>
                    <a:cubicBezTo>
                      <a:pt x="2216" y="12192"/>
                      <a:pt x="12027" y="15621"/>
                      <a:pt x="22028" y="21812"/>
                    </a:cubicBezTo>
                    <a:cubicBezTo>
                      <a:pt x="36506" y="30766"/>
                      <a:pt x="49174" y="43720"/>
                      <a:pt x="64128" y="51340"/>
                    </a:cubicBezTo>
                    <a:cubicBezTo>
                      <a:pt x="79083" y="58960"/>
                      <a:pt x="112515" y="65246"/>
                      <a:pt x="122231" y="47530"/>
                    </a:cubicBezTo>
                    <a:cubicBezTo>
                      <a:pt x="116992" y="71438"/>
                      <a:pt x="77940" y="64008"/>
                      <a:pt x="63081" y="56483"/>
                    </a:cubicBezTo>
                    <a:cubicBezTo>
                      <a:pt x="48222" y="48958"/>
                      <a:pt x="35934" y="36290"/>
                      <a:pt x="21742" y="27432"/>
                    </a:cubicBezTo>
                    <a:cubicBezTo>
                      <a:pt x="11550" y="21146"/>
                      <a:pt x="1644" y="17907"/>
                      <a:pt x="25" y="5143"/>
                    </a:cubicBezTo>
                    <a:cubicBezTo>
                      <a:pt x="-41" y="3429"/>
                      <a:pt x="23" y="1705"/>
                      <a:pt x="216"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1" name="Google Shape;241;p12"/>
              <p:cNvSpPr/>
              <p:nvPr/>
            </p:nvSpPr>
            <p:spPr>
              <a:xfrm>
                <a:off x="5578538" y="3979203"/>
                <a:ext cx="169290" cy="484803"/>
              </a:xfrm>
              <a:custGeom>
                <a:avLst/>
                <a:gdLst/>
                <a:ahLst/>
                <a:cxnLst/>
                <a:rect l="l" t="t" r="r" b="b"/>
                <a:pathLst>
                  <a:path w="211613" h="606004" extrusionOk="0">
                    <a:moveTo>
                      <a:pt x="2540" y="52483"/>
                    </a:moveTo>
                    <a:cubicBezTo>
                      <a:pt x="3302" y="74771"/>
                      <a:pt x="10160" y="171545"/>
                      <a:pt x="13303" y="222695"/>
                    </a:cubicBezTo>
                    <a:cubicBezTo>
                      <a:pt x="16446" y="273844"/>
                      <a:pt x="17113" y="336995"/>
                      <a:pt x="17113" y="336995"/>
                    </a:cubicBezTo>
                    <a:cubicBezTo>
                      <a:pt x="17113" y="336995"/>
                      <a:pt x="8255" y="374237"/>
                      <a:pt x="2540" y="418147"/>
                    </a:cubicBezTo>
                    <a:cubicBezTo>
                      <a:pt x="-3175" y="462058"/>
                      <a:pt x="2540" y="600361"/>
                      <a:pt x="2540" y="600361"/>
                    </a:cubicBezTo>
                    <a:cubicBezTo>
                      <a:pt x="14124" y="607886"/>
                      <a:pt x="29056" y="607886"/>
                      <a:pt x="40640" y="600361"/>
                    </a:cubicBezTo>
                    <a:cubicBezTo>
                      <a:pt x="40640" y="600361"/>
                      <a:pt x="64262" y="489585"/>
                      <a:pt x="75121" y="439674"/>
                    </a:cubicBezTo>
                    <a:cubicBezTo>
                      <a:pt x="85979" y="389763"/>
                      <a:pt x="87979" y="360997"/>
                      <a:pt x="93599" y="330137"/>
                    </a:cubicBezTo>
                    <a:cubicBezTo>
                      <a:pt x="100457" y="292703"/>
                      <a:pt x="115221" y="118110"/>
                      <a:pt x="115221" y="118110"/>
                    </a:cubicBezTo>
                    <a:lnTo>
                      <a:pt x="121126" y="118110"/>
                    </a:lnTo>
                    <a:lnTo>
                      <a:pt x="136938" y="315182"/>
                    </a:lnTo>
                    <a:cubicBezTo>
                      <a:pt x="132057" y="329717"/>
                      <a:pt x="128705" y="344719"/>
                      <a:pt x="126937" y="359950"/>
                    </a:cubicBezTo>
                    <a:cubicBezTo>
                      <a:pt x="122650" y="392049"/>
                      <a:pt x="131509" y="553593"/>
                      <a:pt x="131509" y="553593"/>
                    </a:cubicBezTo>
                    <a:cubicBezTo>
                      <a:pt x="144340" y="560727"/>
                      <a:pt x="160089" y="560070"/>
                      <a:pt x="172276" y="551879"/>
                    </a:cubicBezTo>
                    <a:cubicBezTo>
                      <a:pt x="172276" y="551879"/>
                      <a:pt x="211614" y="337947"/>
                      <a:pt x="211614" y="305467"/>
                    </a:cubicBezTo>
                    <a:cubicBezTo>
                      <a:pt x="211614" y="283845"/>
                      <a:pt x="207994" y="0"/>
                      <a:pt x="207994" y="0"/>
                    </a:cubicBezTo>
                    <a:close/>
                  </a:path>
                </a:pathLst>
              </a:custGeom>
              <a:solidFill>
                <a:srgbClr val="E261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2" name="Google Shape;242;p12"/>
              <p:cNvSpPr/>
              <p:nvPr/>
            </p:nvSpPr>
            <p:spPr>
              <a:xfrm>
                <a:off x="5601056" y="3677030"/>
                <a:ext cx="108255" cy="105706"/>
              </a:xfrm>
              <a:custGeom>
                <a:avLst/>
                <a:gdLst/>
                <a:ahLst/>
                <a:cxnLst/>
                <a:rect l="l" t="t" r="r" b="b"/>
                <a:pathLst>
                  <a:path w="135319" h="132132" extrusionOk="0">
                    <a:moveTo>
                      <a:pt x="27811" y="0"/>
                    </a:moveTo>
                    <a:cubicBezTo>
                      <a:pt x="27811" y="0"/>
                      <a:pt x="30287" y="48578"/>
                      <a:pt x="29239" y="52864"/>
                    </a:cubicBezTo>
                    <a:cubicBezTo>
                      <a:pt x="28192" y="57150"/>
                      <a:pt x="6951" y="71342"/>
                      <a:pt x="664" y="76486"/>
                    </a:cubicBezTo>
                    <a:cubicBezTo>
                      <a:pt x="-5622" y="81629"/>
                      <a:pt x="34288" y="120491"/>
                      <a:pt x="53623" y="130016"/>
                    </a:cubicBezTo>
                    <a:cubicBezTo>
                      <a:pt x="72959" y="139541"/>
                      <a:pt x="134205" y="115538"/>
                      <a:pt x="135253" y="85439"/>
                    </a:cubicBezTo>
                    <a:cubicBezTo>
                      <a:pt x="136300" y="55340"/>
                      <a:pt x="124775" y="30099"/>
                      <a:pt x="115441" y="28765"/>
                    </a:cubicBezTo>
                    <a:cubicBezTo>
                      <a:pt x="106106" y="27432"/>
                      <a:pt x="27811" y="0"/>
                      <a:pt x="27811" y="0"/>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3" name="Google Shape;243;p12"/>
              <p:cNvSpPr/>
              <p:nvPr/>
            </p:nvSpPr>
            <p:spPr>
              <a:xfrm>
                <a:off x="5726677" y="3702009"/>
                <a:ext cx="153814" cy="302133"/>
              </a:xfrm>
              <a:custGeom>
                <a:avLst/>
                <a:gdLst/>
                <a:ahLst/>
                <a:cxnLst/>
                <a:rect l="l" t="t" r="r" b="b"/>
                <a:pathLst>
                  <a:path w="192267" h="377666" extrusionOk="0">
                    <a:moveTo>
                      <a:pt x="3655" y="58864"/>
                    </a:moveTo>
                    <a:cubicBezTo>
                      <a:pt x="6513" y="37433"/>
                      <a:pt x="-7584" y="17050"/>
                      <a:pt x="6037" y="0"/>
                    </a:cubicBezTo>
                    <a:cubicBezTo>
                      <a:pt x="53662" y="47054"/>
                      <a:pt x="47947" y="171450"/>
                      <a:pt x="58805" y="250984"/>
                    </a:cubicBezTo>
                    <a:cubicBezTo>
                      <a:pt x="94429" y="288131"/>
                      <a:pt x="165961" y="324803"/>
                      <a:pt x="186059" y="333851"/>
                    </a:cubicBezTo>
                    <a:cubicBezTo>
                      <a:pt x="189679" y="335566"/>
                      <a:pt x="192917" y="337375"/>
                      <a:pt x="192155" y="341281"/>
                    </a:cubicBezTo>
                    <a:cubicBezTo>
                      <a:pt x="189461" y="354530"/>
                      <a:pt x="183757" y="366979"/>
                      <a:pt x="175486" y="377666"/>
                    </a:cubicBezTo>
                    <a:cubicBezTo>
                      <a:pt x="127861" y="357283"/>
                      <a:pt x="94048" y="345567"/>
                      <a:pt x="34897" y="289370"/>
                    </a:cubicBezTo>
                    <a:cubicBezTo>
                      <a:pt x="29295" y="283293"/>
                      <a:pt x="24287" y="276692"/>
                      <a:pt x="19943" y="269653"/>
                    </a:cubicBezTo>
                    <a:cubicBezTo>
                      <a:pt x="3084" y="218980"/>
                      <a:pt x="-1202" y="95821"/>
                      <a:pt x="3655" y="58864"/>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4" name="Google Shape;244;p12"/>
              <p:cNvSpPr/>
              <p:nvPr/>
            </p:nvSpPr>
            <p:spPr>
              <a:xfrm>
                <a:off x="5572425" y="3691494"/>
                <a:ext cx="175494" cy="353954"/>
              </a:xfrm>
              <a:custGeom>
                <a:avLst/>
                <a:gdLst/>
                <a:ahLst/>
                <a:cxnLst/>
                <a:rect l="l" t="t" r="r" b="b"/>
                <a:pathLst>
                  <a:path w="219367" h="442443" extrusionOk="0">
                    <a:moveTo>
                      <a:pt x="58192" y="43155"/>
                    </a:moveTo>
                    <a:cubicBezTo>
                      <a:pt x="58192" y="43155"/>
                      <a:pt x="93434" y="95638"/>
                      <a:pt x="142583" y="100305"/>
                    </a:cubicBezTo>
                    <a:cubicBezTo>
                      <a:pt x="158109" y="85065"/>
                      <a:pt x="159443" y="30678"/>
                      <a:pt x="138011" y="13247"/>
                    </a:cubicBezTo>
                    <a:cubicBezTo>
                      <a:pt x="138011" y="13247"/>
                      <a:pt x="157728" y="-2660"/>
                      <a:pt x="171254" y="388"/>
                    </a:cubicBezTo>
                    <a:cubicBezTo>
                      <a:pt x="185905" y="9218"/>
                      <a:pt x="196816" y="23115"/>
                      <a:pt x="201924" y="39441"/>
                    </a:cubicBezTo>
                    <a:cubicBezTo>
                      <a:pt x="214382" y="75569"/>
                      <a:pt x="220254" y="113631"/>
                      <a:pt x="219260" y="151836"/>
                    </a:cubicBezTo>
                    <a:cubicBezTo>
                      <a:pt x="218402" y="203366"/>
                      <a:pt x="219260" y="360814"/>
                      <a:pt x="219260" y="360814"/>
                    </a:cubicBezTo>
                    <a:cubicBezTo>
                      <a:pt x="219260" y="360814"/>
                      <a:pt x="212402" y="394056"/>
                      <a:pt x="167920" y="418821"/>
                    </a:cubicBezTo>
                    <a:cubicBezTo>
                      <a:pt x="123438" y="443586"/>
                      <a:pt x="90386" y="446063"/>
                      <a:pt x="60192" y="439014"/>
                    </a:cubicBezTo>
                    <a:cubicBezTo>
                      <a:pt x="35332" y="433204"/>
                      <a:pt x="14758" y="424441"/>
                      <a:pt x="6185" y="406439"/>
                    </a:cubicBezTo>
                    <a:cubicBezTo>
                      <a:pt x="8471" y="370244"/>
                      <a:pt x="24569" y="276042"/>
                      <a:pt x="18568" y="230607"/>
                    </a:cubicBezTo>
                    <a:cubicBezTo>
                      <a:pt x="12567" y="185173"/>
                      <a:pt x="2947" y="151359"/>
                      <a:pt x="470" y="114593"/>
                    </a:cubicBezTo>
                    <a:cubicBezTo>
                      <a:pt x="-2006" y="77826"/>
                      <a:pt x="5233" y="78588"/>
                      <a:pt x="23711" y="65539"/>
                    </a:cubicBezTo>
                    <a:cubicBezTo>
                      <a:pt x="34645" y="57252"/>
                      <a:pt x="46169" y="49766"/>
                      <a:pt x="58192" y="43155"/>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5" name="Google Shape;245;p12"/>
              <p:cNvSpPr/>
              <p:nvPr/>
            </p:nvSpPr>
            <p:spPr>
              <a:xfrm>
                <a:off x="5596900" y="3567776"/>
                <a:ext cx="116875" cy="142090"/>
              </a:xfrm>
              <a:custGeom>
                <a:avLst/>
                <a:gdLst/>
                <a:ahLst/>
                <a:cxnLst/>
                <a:rect l="l" t="t" r="r" b="b"/>
                <a:pathLst>
                  <a:path w="146094" h="177613" extrusionOk="0">
                    <a:moveTo>
                      <a:pt x="142737" y="64264"/>
                    </a:moveTo>
                    <a:lnTo>
                      <a:pt x="142737" y="64264"/>
                    </a:lnTo>
                    <a:cubicBezTo>
                      <a:pt x="136926" y="26164"/>
                      <a:pt x="109780" y="-2411"/>
                      <a:pt x="70823" y="161"/>
                    </a:cubicBezTo>
                    <a:cubicBezTo>
                      <a:pt x="29585" y="2342"/>
                      <a:pt x="-2076" y="37537"/>
                      <a:pt x="106" y="78780"/>
                    </a:cubicBezTo>
                    <a:cubicBezTo>
                      <a:pt x="1341" y="102107"/>
                      <a:pt x="13407" y="123519"/>
                      <a:pt x="32723" y="136654"/>
                    </a:cubicBezTo>
                    <a:cubicBezTo>
                      <a:pt x="34067" y="142360"/>
                      <a:pt x="36081" y="147894"/>
                      <a:pt x="38724" y="153132"/>
                    </a:cubicBezTo>
                    <a:cubicBezTo>
                      <a:pt x="52440" y="169230"/>
                      <a:pt x="94064" y="179136"/>
                      <a:pt x="105970" y="177421"/>
                    </a:cubicBezTo>
                    <a:cubicBezTo>
                      <a:pt x="120536" y="176269"/>
                      <a:pt x="132921" y="166334"/>
                      <a:pt x="137212" y="152370"/>
                    </a:cubicBezTo>
                    <a:cubicBezTo>
                      <a:pt x="150166" y="122462"/>
                      <a:pt x="146070" y="82838"/>
                      <a:pt x="142737" y="64264"/>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6" name="Google Shape;246;p12"/>
              <p:cNvSpPr/>
              <p:nvPr/>
            </p:nvSpPr>
            <p:spPr>
              <a:xfrm>
                <a:off x="5586117" y="3555452"/>
                <a:ext cx="123225" cy="121654"/>
              </a:xfrm>
              <a:custGeom>
                <a:avLst/>
                <a:gdLst/>
                <a:ahLst/>
                <a:cxnLst/>
                <a:rect l="l" t="t" r="r" b="b"/>
                <a:pathLst>
                  <a:path w="154031" h="152067" extrusionOk="0">
                    <a:moveTo>
                      <a:pt x="46496" y="152068"/>
                    </a:moveTo>
                    <a:lnTo>
                      <a:pt x="46496" y="152068"/>
                    </a:lnTo>
                    <a:lnTo>
                      <a:pt x="50021" y="119112"/>
                    </a:lnTo>
                    <a:cubicBezTo>
                      <a:pt x="50021" y="119112"/>
                      <a:pt x="22874" y="49579"/>
                      <a:pt x="86692" y="63009"/>
                    </a:cubicBezTo>
                    <a:cubicBezTo>
                      <a:pt x="128602" y="71867"/>
                      <a:pt x="139079" y="75677"/>
                      <a:pt x="151843" y="47579"/>
                    </a:cubicBezTo>
                    <a:cubicBezTo>
                      <a:pt x="164606" y="19480"/>
                      <a:pt x="119648" y="-5857"/>
                      <a:pt x="66118" y="1192"/>
                    </a:cubicBezTo>
                    <a:cubicBezTo>
                      <a:pt x="27984" y="5192"/>
                      <a:pt x="-739" y="37720"/>
                      <a:pt x="14" y="76058"/>
                    </a:cubicBezTo>
                    <a:cubicBezTo>
                      <a:pt x="1538" y="96632"/>
                      <a:pt x="7063" y="138542"/>
                      <a:pt x="46496" y="152068"/>
                    </a:cubicBezTo>
                    <a:close/>
                  </a:path>
                </a:pathLst>
              </a:custGeom>
              <a:solidFill>
                <a:srgbClr val="2B2A3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7" name="Google Shape;247;p12"/>
              <p:cNvSpPr/>
              <p:nvPr/>
            </p:nvSpPr>
            <p:spPr>
              <a:xfrm>
                <a:off x="5563193" y="3761560"/>
                <a:ext cx="157578" cy="270890"/>
              </a:xfrm>
              <a:custGeom>
                <a:avLst/>
                <a:gdLst/>
                <a:ahLst/>
                <a:cxnLst/>
                <a:rect l="l" t="t" r="r" b="b"/>
                <a:pathLst>
                  <a:path w="196972" h="338613" extrusionOk="0">
                    <a:moveTo>
                      <a:pt x="780" y="5239"/>
                    </a:moveTo>
                    <a:cubicBezTo>
                      <a:pt x="19163" y="0"/>
                      <a:pt x="5161" y="4286"/>
                      <a:pt x="19163" y="0"/>
                    </a:cubicBezTo>
                    <a:cubicBezTo>
                      <a:pt x="66788" y="46958"/>
                      <a:pt x="61168" y="127540"/>
                      <a:pt x="72027" y="207073"/>
                    </a:cubicBezTo>
                    <a:cubicBezTo>
                      <a:pt x="98506" y="250984"/>
                      <a:pt x="196709" y="310039"/>
                      <a:pt x="196709" y="310039"/>
                    </a:cubicBezTo>
                    <a:cubicBezTo>
                      <a:pt x="197947" y="318516"/>
                      <a:pt x="194994" y="320992"/>
                      <a:pt x="184326" y="338614"/>
                    </a:cubicBezTo>
                    <a:cubicBezTo>
                      <a:pt x="129661" y="317649"/>
                      <a:pt x="79941" y="285579"/>
                      <a:pt x="38308" y="244411"/>
                    </a:cubicBezTo>
                    <a:cubicBezTo>
                      <a:pt x="35927" y="242221"/>
                      <a:pt x="32498" y="241554"/>
                      <a:pt x="31545" y="238601"/>
                    </a:cubicBezTo>
                    <a:cubicBezTo>
                      <a:pt x="14686" y="187547"/>
                      <a:pt x="-4078" y="42291"/>
                      <a:pt x="780" y="5239"/>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8" name="Google Shape;248;p12"/>
              <p:cNvSpPr/>
              <p:nvPr/>
            </p:nvSpPr>
            <p:spPr>
              <a:xfrm>
                <a:off x="5730894" y="3844261"/>
                <a:ext cx="182422" cy="245287"/>
              </a:xfrm>
              <a:custGeom>
                <a:avLst/>
                <a:gdLst/>
                <a:ahLst/>
                <a:cxnLst/>
                <a:rect l="l" t="t" r="r" b="b"/>
                <a:pathLst>
                  <a:path w="228028" h="306609" extrusionOk="0">
                    <a:moveTo>
                      <a:pt x="228028" y="0"/>
                    </a:moveTo>
                    <a:lnTo>
                      <a:pt x="156686" y="244030"/>
                    </a:lnTo>
                    <a:lnTo>
                      <a:pt x="0" y="306610"/>
                    </a:lnTo>
                    <a:lnTo>
                      <a:pt x="57150" y="68866"/>
                    </a:lnTo>
                    <a:lnTo>
                      <a:pt x="228028" y="0"/>
                    </a:ln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49" name="Google Shape;249;p12"/>
              <p:cNvSpPr/>
              <p:nvPr/>
            </p:nvSpPr>
            <p:spPr>
              <a:xfrm>
                <a:off x="5699455" y="3997937"/>
                <a:ext cx="92794" cy="45581"/>
              </a:xfrm>
              <a:custGeom>
                <a:avLst/>
                <a:gdLst/>
                <a:ahLst/>
                <a:cxnLst/>
                <a:rect l="l" t="t" r="r" b="b"/>
                <a:pathLst>
                  <a:path w="115992" h="56976" extrusionOk="0">
                    <a:moveTo>
                      <a:pt x="1604" y="16383"/>
                    </a:moveTo>
                    <a:cubicBezTo>
                      <a:pt x="3890" y="8001"/>
                      <a:pt x="9891" y="10096"/>
                      <a:pt x="16749" y="12192"/>
                    </a:cubicBezTo>
                    <a:cubicBezTo>
                      <a:pt x="24087" y="15173"/>
                      <a:pt x="32154" y="15869"/>
                      <a:pt x="39895" y="14192"/>
                    </a:cubicBezTo>
                    <a:cubicBezTo>
                      <a:pt x="45919" y="11240"/>
                      <a:pt x="51497" y="7458"/>
                      <a:pt x="56468" y="2953"/>
                    </a:cubicBezTo>
                    <a:cubicBezTo>
                      <a:pt x="59631" y="1038"/>
                      <a:pt x="63251" y="19"/>
                      <a:pt x="66946" y="0"/>
                    </a:cubicBezTo>
                    <a:cubicBezTo>
                      <a:pt x="66946" y="2096"/>
                      <a:pt x="63326" y="14478"/>
                      <a:pt x="63326" y="14478"/>
                    </a:cubicBezTo>
                    <a:cubicBezTo>
                      <a:pt x="63326" y="14478"/>
                      <a:pt x="97712" y="14478"/>
                      <a:pt x="101426" y="14478"/>
                    </a:cubicBezTo>
                    <a:cubicBezTo>
                      <a:pt x="104583" y="13907"/>
                      <a:pt x="107609" y="15993"/>
                      <a:pt x="108184" y="19155"/>
                    </a:cubicBezTo>
                    <a:cubicBezTo>
                      <a:pt x="108501" y="20889"/>
                      <a:pt x="108012" y="22670"/>
                      <a:pt x="106856" y="24003"/>
                    </a:cubicBezTo>
                    <a:lnTo>
                      <a:pt x="109237" y="24003"/>
                    </a:lnTo>
                    <a:cubicBezTo>
                      <a:pt x="116190" y="22479"/>
                      <a:pt x="118762" y="33528"/>
                      <a:pt x="112190" y="34862"/>
                    </a:cubicBezTo>
                    <a:lnTo>
                      <a:pt x="106475" y="35719"/>
                    </a:lnTo>
                    <a:cubicBezTo>
                      <a:pt x="111047" y="37529"/>
                      <a:pt x="112190" y="45244"/>
                      <a:pt x="106475" y="46196"/>
                    </a:cubicBezTo>
                    <a:lnTo>
                      <a:pt x="104665" y="46196"/>
                    </a:lnTo>
                    <a:cubicBezTo>
                      <a:pt x="103845" y="46339"/>
                      <a:pt x="103009" y="46339"/>
                      <a:pt x="102188" y="46196"/>
                    </a:cubicBezTo>
                    <a:lnTo>
                      <a:pt x="100188" y="46196"/>
                    </a:lnTo>
                    <a:cubicBezTo>
                      <a:pt x="100896" y="49435"/>
                      <a:pt x="98845" y="52635"/>
                      <a:pt x="95608" y="53340"/>
                    </a:cubicBezTo>
                    <a:cubicBezTo>
                      <a:pt x="95421" y="53378"/>
                      <a:pt x="95233" y="53416"/>
                      <a:pt x="95045" y="53435"/>
                    </a:cubicBezTo>
                    <a:cubicBezTo>
                      <a:pt x="78281" y="55626"/>
                      <a:pt x="53611" y="62294"/>
                      <a:pt x="38466" y="48482"/>
                    </a:cubicBezTo>
                    <a:cubicBezTo>
                      <a:pt x="27950" y="47473"/>
                      <a:pt x="17678" y="44710"/>
                      <a:pt x="8081" y="40291"/>
                    </a:cubicBezTo>
                    <a:cubicBezTo>
                      <a:pt x="-967" y="35719"/>
                      <a:pt x="-1253" y="26289"/>
                      <a:pt x="1604" y="16383"/>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0" name="Google Shape;250;p12"/>
              <p:cNvSpPr/>
              <p:nvPr/>
            </p:nvSpPr>
            <p:spPr>
              <a:xfrm>
                <a:off x="5833154" y="3969125"/>
                <a:ext cx="57182" cy="47279"/>
              </a:xfrm>
              <a:custGeom>
                <a:avLst/>
                <a:gdLst/>
                <a:ahLst/>
                <a:cxnLst/>
                <a:rect l="l" t="t" r="r" b="b"/>
                <a:pathLst>
                  <a:path w="71478" h="59099" extrusionOk="0">
                    <a:moveTo>
                      <a:pt x="5636" y="32418"/>
                    </a:moveTo>
                    <a:lnTo>
                      <a:pt x="8018" y="32418"/>
                    </a:lnTo>
                    <a:cubicBezTo>
                      <a:pt x="5440" y="30599"/>
                      <a:pt x="4827" y="27027"/>
                      <a:pt x="6648" y="24455"/>
                    </a:cubicBezTo>
                    <a:cubicBezTo>
                      <a:pt x="7726" y="22922"/>
                      <a:pt x="9482" y="22026"/>
                      <a:pt x="11351" y="22036"/>
                    </a:cubicBezTo>
                    <a:cubicBezTo>
                      <a:pt x="14876" y="22036"/>
                      <a:pt x="50213" y="14606"/>
                      <a:pt x="50213" y="14606"/>
                    </a:cubicBezTo>
                    <a:lnTo>
                      <a:pt x="54500" y="128"/>
                    </a:lnTo>
                    <a:cubicBezTo>
                      <a:pt x="54500" y="-729"/>
                      <a:pt x="60596" y="2986"/>
                      <a:pt x="60786" y="3176"/>
                    </a:cubicBezTo>
                    <a:cubicBezTo>
                      <a:pt x="66872" y="7091"/>
                      <a:pt x="70809" y="13597"/>
                      <a:pt x="71454" y="20798"/>
                    </a:cubicBezTo>
                    <a:cubicBezTo>
                      <a:pt x="71818" y="30903"/>
                      <a:pt x="68152" y="40733"/>
                      <a:pt x="61262" y="48134"/>
                    </a:cubicBezTo>
                    <a:cubicBezTo>
                      <a:pt x="54984" y="54364"/>
                      <a:pt x="46575" y="57974"/>
                      <a:pt x="37736" y="58231"/>
                    </a:cubicBezTo>
                    <a:cubicBezTo>
                      <a:pt x="33449" y="58231"/>
                      <a:pt x="29354" y="58707"/>
                      <a:pt x="25639" y="59088"/>
                    </a:cubicBezTo>
                    <a:cubicBezTo>
                      <a:pt x="22226" y="59298"/>
                      <a:pt x="19289" y="56707"/>
                      <a:pt x="19078" y="53287"/>
                    </a:cubicBezTo>
                    <a:cubicBezTo>
                      <a:pt x="19071" y="53192"/>
                      <a:pt x="19068" y="53087"/>
                      <a:pt x="19067" y="52992"/>
                    </a:cubicBezTo>
                    <a:lnTo>
                      <a:pt x="17924" y="52992"/>
                    </a:lnTo>
                    <a:cubicBezTo>
                      <a:pt x="17115" y="53221"/>
                      <a:pt x="16256" y="53221"/>
                      <a:pt x="15447" y="52992"/>
                    </a:cubicBezTo>
                    <a:lnTo>
                      <a:pt x="13637" y="52992"/>
                    </a:lnTo>
                    <a:cubicBezTo>
                      <a:pt x="7637" y="52992"/>
                      <a:pt x="7160" y="45562"/>
                      <a:pt x="11256" y="42895"/>
                    </a:cubicBezTo>
                    <a:lnTo>
                      <a:pt x="5446" y="42895"/>
                    </a:lnTo>
                    <a:cubicBezTo>
                      <a:pt x="-2174" y="43562"/>
                      <a:pt x="-1507" y="32323"/>
                      <a:pt x="5636" y="32418"/>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1" name="Google Shape;251;p12"/>
              <p:cNvSpPr/>
              <p:nvPr/>
            </p:nvSpPr>
            <p:spPr>
              <a:xfrm>
                <a:off x="5709343" y="3692033"/>
                <a:ext cx="56693" cy="82524"/>
              </a:xfrm>
              <a:custGeom>
                <a:avLst/>
                <a:gdLst/>
                <a:ahLst/>
                <a:cxnLst/>
                <a:rect l="l" t="t" r="r" b="b"/>
                <a:pathLst>
                  <a:path w="70866" h="103155" extrusionOk="0">
                    <a:moveTo>
                      <a:pt x="45339" y="103156"/>
                    </a:moveTo>
                    <a:cubicBezTo>
                      <a:pt x="54990" y="102718"/>
                      <a:pt x="64114" y="98631"/>
                      <a:pt x="70866" y="91726"/>
                    </a:cubicBezTo>
                    <a:cubicBezTo>
                      <a:pt x="69533" y="73628"/>
                      <a:pt x="46482" y="5143"/>
                      <a:pt x="0" y="0"/>
                    </a:cubicBezTo>
                    <a:cubicBezTo>
                      <a:pt x="12463" y="8944"/>
                      <a:pt x="22324" y="21041"/>
                      <a:pt x="28575" y="35052"/>
                    </a:cubicBezTo>
                    <a:cubicBezTo>
                      <a:pt x="35880" y="57293"/>
                      <a:pt x="41484" y="80067"/>
                      <a:pt x="45339" y="103156"/>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2" name="Google Shape;252;p12"/>
              <p:cNvSpPr/>
              <p:nvPr/>
            </p:nvSpPr>
            <p:spPr>
              <a:xfrm>
                <a:off x="5551668" y="3748041"/>
                <a:ext cx="68780" cy="102654"/>
              </a:xfrm>
              <a:custGeom>
                <a:avLst/>
                <a:gdLst/>
                <a:ahLst/>
                <a:cxnLst/>
                <a:rect l="l" t="t" r="r" b="b"/>
                <a:pathLst>
                  <a:path w="85975" h="128318" extrusionOk="0">
                    <a:moveTo>
                      <a:pt x="6812" y="123589"/>
                    </a:moveTo>
                    <a:cubicBezTo>
                      <a:pt x="6812" y="123589"/>
                      <a:pt x="53008" y="139590"/>
                      <a:pt x="85584" y="112730"/>
                    </a:cubicBezTo>
                    <a:cubicBezTo>
                      <a:pt x="89203" y="106634"/>
                      <a:pt x="66534" y="27957"/>
                      <a:pt x="66534" y="27957"/>
                    </a:cubicBezTo>
                    <a:cubicBezTo>
                      <a:pt x="66534" y="27957"/>
                      <a:pt x="47484" y="-12238"/>
                      <a:pt x="16813" y="3764"/>
                    </a:cubicBezTo>
                    <a:cubicBezTo>
                      <a:pt x="-13857" y="19766"/>
                      <a:pt x="6812" y="123589"/>
                      <a:pt x="6812" y="123589"/>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53" name="Google Shape;253;p12"/>
            <p:cNvSpPr/>
            <p:nvPr/>
          </p:nvSpPr>
          <p:spPr>
            <a:xfrm>
              <a:off x="7297552" y="1119942"/>
              <a:ext cx="135609" cy="266405"/>
            </a:xfrm>
            <a:custGeom>
              <a:avLst/>
              <a:gdLst/>
              <a:ahLst/>
              <a:cxnLst/>
              <a:rect l="l" t="t" r="r" b="b"/>
              <a:pathLst>
                <a:path w="169617" h="333215" extrusionOk="0">
                  <a:moveTo>
                    <a:pt x="97114" y="257806"/>
                  </a:moveTo>
                  <a:cubicBezTo>
                    <a:pt x="82065" y="284512"/>
                    <a:pt x="63834" y="309299"/>
                    <a:pt x="42822" y="331624"/>
                  </a:cubicBezTo>
                  <a:cubicBezTo>
                    <a:pt x="36916" y="338482"/>
                    <a:pt x="-8137" y="321242"/>
                    <a:pt x="1293" y="316384"/>
                  </a:cubicBezTo>
                  <a:cubicBezTo>
                    <a:pt x="10722" y="311527"/>
                    <a:pt x="40250" y="270283"/>
                    <a:pt x="55109" y="242851"/>
                  </a:cubicBezTo>
                  <a:cubicBezTo>
                    <a:pt x="67549" y="210057"/>
                    <a:pt x="78074" y="176568"/>
                    <a:pt x="86637" y="142553"/>
                  </a:cubicBezTo>
                  <a:cubicBezTo>
                    <a:pt x="96162" y="108930"/>
                    <a:pt x="103972" y="59590"/>
                    <a:pt x="110735" y="36349"/>
                  </a:cubicBezTo>
                  <a:cubicBezTo>
                    <a:pt x="114326" y="18843"/>
                    <a:pt x="127870" y="5080"/>
                    <a:pt x="145311" y="1202"/>
                  </a:cubicBezTo>
                  <a:cubicBezTo>
                    <a:pt x="161503" y="-2513"/>
                    <a:pt x="172076" y="1869"/>
                    <a:pt x="169123" y="21586"/>
                  </a:cubicBezTo>
                  <a:cubicBezTo>
                    <a:pt x="163885" y="56066"/>
                    <a:pt x="136929" y="189988"/>
                    <a:pt x="97114" y="257806"/>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4" name="Google Shape;254;p12"/>
            <p:cNvSpPr/>
            <p:nvPr/>
          </p:nvSpPr>
          <p:spPr>
            <a:xfrm>
              <a:off x="7309787" y="1745656"/>
              <a:ext cx="93295" cy="72283"/>
            </a:xfrm>
            <a:custGeom>
              <a:avLst/>
              <a:gdLst/>
              <a:ahLst/>
              <a:cxnLst/>
              <a:rect l="l" t="t" r="r" b="b"/>
              <a:pathLst>
                <a:path w="116692" h="90410" extrusionOk="0">
                  <a:moveTo>
                    <a:pt x="107433" y="2"/>
                  </a:moveTo>
                  <a:cubicBezTo>
                    <a:pt x="93527" y="11337"/>
                    <a:pt x="72857" y="955"/>
                    <a:pt x="71810" y="2003"/>
                  </a:cubicBezTo>
                  <a:cubicBezTo>
                    <a:pt x="55417" y="17271"/>
                    <a:pt x="38177" y="31616"/>
                    <a:pt x="20184" y="44960"/>
                  </a:cubicBezTo>
                  <a:cubicBezTo>
                    <a:pt x="11421" y="51818"/>
                    <a:pt x="-2105" y="61057"/>
                    <a:pt x="277" y="74202"/>
                  </a:cubicBezTo>
                  <a:cubicBezTo>
                    <a:pt x="4753" y="97824"/>
                    <a:pt x="42472" y="90585"/>
                    <a:pt x="56665" y="83727"/>
                  </a:cubicBezTo>
                  <a:cubicBezTo>
                    <a:pt x="70857" y="76869"/>
                    <a:pt x="82573" y="64677"/>
                    <a:pt x="96003" y="56200"/>
                  </a:cubicBezTo>
                  <a:cubicBezTo>
                    <a:pt x="105528" y="50199"/>
                    <a:pt x="115053" y="47151"/>
                    <a:pt x="116577" y="34959"/>
                  </a:cubicBezTo>
                  <a:cubicBezTo>
                    <a:pt x="117720" y="27244"/>
                    <a:pt x="110100" y="-284"/>
                    <a:pt x="107433" y="2"/>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5" name="Google Shape;255;p12"/>
            <p:cNvSpPr/>
            <p:nvPr/>
          </p:nvSpPr>
          <p:spPr>
            <a:xfrm>
              <a:off x="7310617" y="1769417"/>
              <a:ext cx="92899" cy="48456"/>
            </a:xfrm>
            <a:custGeom>
              <a:avLst/>
              <a:gdLst/>
              <a:ahLst/>
              <a:cxnLst/>
              <a:rect l="l" t="t" r="r" b="b"/>
              <a:pathLst>
                <a:path w="116196" h="60608" extrusionOk="0">
                  <a:moveTo>
                    <a:pt x="115919" y="0"/>
                  </a:moveTo>
                  <a:cubicBezTo>
                    <a:pt x="114110" y="11621"/>
                    <a:pt x="104775" y="14764"/>
                    <a:pt x="95250" y="20765"/>
                  </a:cubicBezTo>
                  <a:cubicBezTo>
                    <a:pt x="81534" y="29242"/>
                    <a:pt x="69437" y="41529"/>
                    <a:pt x="55245" y="48673"/>
                  </a:cubicBezTo>
                  <a:cubicBezTo>
                    <a:pt x="41053" y="55817"/>
                    <a:pt x="9239" y="62008"/>
                    <a:pt x="0" y="45149"/>
                  </a:cubicBezTo>
                  <a:cubicBezTo>
                    <a:pt x="5048" y="67913"/>
                    <a:pt x="42101" y="60770"/>
                    <a:pt x="56198" y="53626"/>
                  </a:cubicBezTo>
                  <a:cubicBezTo>
                    <a:pt x="70295" y="46482"/>
                    <a:pt x="82106" y="34576"/>
                    <a:pt x="95536" y="26099"/>
                  </a:cubicBezTo>
                  <a:cubicBezTo>
                    <a:pt x="105061" y="20098"/>
                    <a:pt x="114586" y="17050"/>
                    <a:pt x="116110" y="4858"/>
                  </a:cubicBezTo>
                  <a:cubicBezTo>
                    <a:pt x="116272" y="3239"/>
                    <a:pt x="116205" y="1600"/>
                    <a:pt x="115919"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6" name="Google Shape;256;p12"/>
            <p:cNvSpPr/>
            <p:nvPr/>
          </p:nvSpPr>
          <p:spPr>
            <a:xfrm>
              <a:off x="7197828" y="1680648"/>
              <a:ext cx="93274" cy="69610"/>
            </a:xfrm>
            <a:custGeom>
              <a:avLst/>
              <a:gdLst/>
              <a:ahLst/>
              <a:cxnLst/>
              <a:rect l="l" t="t" r="r" b="b"/>
              <a:pathLst>
                <a:path w="116665" h="87067" extrusionOk="0">
                  <a:moveTo>
                    <a:pt x="105833" y="64"/>
                  </a:moveTo>
                  <a:cubicBezTo>
                    <a:pt x="91831" y="11398"/>
                    <a:pt x="67733" y="-984"/>
                    <a:pt x="66305" y="64"/>
                  </a:cubicBezTo>
                  <a:cubicBezTo>
                    <a:pt x="51722" y="14780"/>
                    <a:pt x="36329" y="28677"/>
                    <a:pt x="20204" y="41688"/>
                  </a:cubicBezTo>
                  <a:cubicBezTo>
                    <a:pt x="11440" y="48546"/>
                    <a:pt x="-2180" y="57690"/>
                    <a:pt x="296" y="70930"/>
                  </a:cubicBezTo>
                  <a:cubicBezTo>
                    <a:pt x="4678" y="94456"/>
                    <a:pt x="42492" y="87217"/>
                    <a:pt x="56684" y="80455"/>
                  </a:cubicBezTo>
                  <a:cubicBezTo>
                    <a:pt x="70876" y="73692"/>
                    <a:pt x="82592" y="61405"/>
                    <a:pt x="96022" y="52927"/>
                  </a:cubicBezTo>
                  <a:cubicBezTo>
                    <a:pt x="105547" y="47022"/>
                    <a:pt x="115072" y="43879"/>
                    <a:pt x="116597" y="31782"/>
                  </a:cubicBezTo>
                  <a:cubicBezTo>
                    <a:pt x="117549" y="23495"/>
                    <a:pt x="108310" y="-698"/>
                    <a:pt x="105833" y="64"/>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7" name="Google Shape;257;p12"/>
            <p:cNvSpPr/>
            <p:nvPr/>
          </p:nvSpPr>
          <p:spPr>
            <a:xfrm>
              <a:off x="7198064" y="1702707"/>
              <a:ext cx="92850" cy="48456"/>
            </a:xfrm>
            <a:custGeom>
              <a:avLst/>
              <a:gdLst/>
              <a:ahLst/>
              <a:cxnLst/>
              <a:rect l="l" t="t" r="r" b="b"/>
              <a:pathLst>
                <a:path w="116135" h="60608" extrusionOk="0">
                  <a:moveTo>
                    <a:pt x="115919" y="0"/>
                  </a:moveTo>
                  <a:cubicBezTo>
                    <a:pt x="114014" y="11621"/>
                    <a:pt x="104680" y="14764"/>
                    <a:pt x="95155" y="20765"/>
                  </a:cubicBezTo>
                  <a:cubicBezTo>
                    <a:pt x="81439" y="29242"/>
                    <a:pt x="69437" y="41529"/>
                    <a:pt x="55150" y="48673"/>
                  </a:cubicBezTo>
                  <a:cubicBezTo>
                    <a:pt x="40862" y="55817"/>
                    <a:pt x="9239" y="62008"/>
                    <a:pt x="0" y="45149"/>
                  </a:cubicBezTo>
                  <a:cubicBezTo>
                    <a:pt x="4953" y="67913"/>
                    <a:pt x="42101" y="60770"/>
                    <a:pt x="56198" y="53626"/>
                  </a:cubicBezTo>
                  <a:cubicBezTo>
                    <a:pt x="70295" y="46482"/>
                    <a:pt x="82010" y="34576"/>
                    <a:pt x="95536" y="26099"/>
                  </a:cubicBezTo>
                  <a:cubicBezTo>
                    <a:pt x="105061" y="20098"/>
                    <a:pt x="114586" y="17050"/>
                    <a:pt x="116110" y="4858"/>
                  </a:cubicBezTo>
                  <a:cubicBezTo>
                    <a:pt x="116177" y="3238"/>
                    <a:pt x="116110" y="1610"/>
                    <a:pt x="115919"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8" name="Google Shape;258;p12"/>
            <p:cNvSpPr/>
            <p:nvPr/>
          </p:nvSpPr>
          <p:spPr>
            <a:xfrm>
              <a:off x="7221254" y="1360384"/>
              <a:ext cx="326700" cy="394943"/>
            </a:xfrm>
            <a:custGeom>
              <a:avLst/>
              <a:gdLst/>
              <a:ahLst/>
              <a:cxnLst/>
              <a:rect l="l" t="t" r="r" b="b"/>
              <a:pathLst>
                <a:path w="408631" h="493987" extrusionOk="0">
                  <a:moveTo>
                    <a:pt x="405429" y="33455"/>
                  </a:moveTo>
                  <a:cubicBezTo>
                    <a:pt x="420955" y="130325"/>
                    <a:pt x="377902" y="166805"/>
                    <a:pt x="321990" y="187094"/>
                  </a:cubicBezTo>
                  <a:cubicBezTo>
                    <a:pt x="281890" y="201857"/>
                    <a:pt x="224264" y="224622"/>
                    <a:pt x="224264" y="224622"/>
                  </a:cubicBezTo>
                  <a:cubicBezTo>
                    <a:pt x="224264" y="224622"/>
                    <a:pt x="225121" y="245863"/>
                    <a:pt x="225502" y="293583"/>
                  </a:cubicBezTo>
                  <a:cubicBezTo>
                    <a:pt x="225978" y="335588"/>
                    <a:pt x="220359" y="489036"/>
                    <a:pt x="220359" y="489036"/>
                  </a:cubicBezTo>
                  <a:cubicBezTo>
                    <a:pt x="206862" y="495799"/>
                    <a:pt x="190936" y="495627"/>
                    <a:pt x="177591" y="488560"/>
                  </a:cubicBezTo>
                  <a:cubicBezTo>
                    <a:pt x="177591" y="488560"/>
                    <a:pt x="155017" y="371021"/>
                    <a:pt x="150255" y="318062"/>
                  </a:cubicBezTo>
                  <a:cubicBezTo>
                    <a:pt x="143778" y="246149"/>
                    <a:pt x="132729" y="199095"/>
                    <a:pt x="136348" y="183665"/>
                  </a:cubicBezTo>
                  <a:cubicBezTo>
                    <a:pt x="139587" y="170044"/>
                    <a:pt x="218168" y="131372"/>
                    <a:pt x="243123" y="110703"/>
                  </a:cubicBezTo>
                  <a:lnTo>
                    <a:pt x="78531" y="165853"/>
                  </a:lnTo>
                  <a:cubicBezTo>
                    <a:pt x="81789" y="183703"/>
                    <a:pt x="83380" y="201810"/>
                    <a:pt x="83294" y="219955"/>
                  </a:cubicBezTo>
                  <a:cubicBezTo>
                    <a:pt x="81770" y="277105"/>
                    <a:pt x="78627" y="400453"/>
                    <a:pt x="78627" y="400453"/>
                  </a:cubicBezTo>
                  <a:cubicBezTo>
                    <a:pt x="78627" y="400453"/>
                    <a:pt x="56053" y="416741"/>
                    <a:pt x="36812" y="400453"/>
                  </a:cubicBezTo>
                  <a:cubicBezTo>
                    <a:pt x="36812" y="400453"/>
                    <a:pt x="-4622" y="156137"/>
                    <a:pt x="427" y="124229"/>
                  </a:cubicBezTo>
                  <a:cubicBezTo>
                    <a:pt x="5189" y="93558"/>
                    <a:pt x="150255" y="30788"/>
                    <a:pt x="175782" y="9167"/>
                  </a:cubicBezTo>
                  <a:cubicBezTo>
                    <a:pt x="184802" y="1843"/>
                    <a:pt x="196499" y="-1308"/>
                    <a:pt x="207976" y="499"/>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59" name="Google Shape;259;p12"/>
            <p:cNvSpPr/>
            <p:nvPr/>
          </p:nvSpPr>
          <p:spPr>
            <a:xfrm>
              <a:off x="7417903" y="1095544"/>
              <a:ext cx="102781" cy="99997"/>
            </a:xfrm>
            <a:custGeom>
              <a:avLst/>
              <a:gdLst/>
              <a:ahLst/>
              <a:cxnLst/>
              <a:rect l="l" t="t" r="r" b="b"/>
              <a:pathLst>
                <a:path w="128556" h="125075" extrusionOk="0">
                  <a:moveTo>
                    <a:pt x="102220" y="0"/>
                  </a:moveTo>
                  <a:cubicBezTo>
                    <a:pt x="102220" y="0"/>
                    <a:pt x="99838" y="46196"/>
                    <a:pt x="100886" y="50292"/>
                  </a:cubicBezTo>
                  <a:cubicBezTo>
                    <a:pt x="101934" y="54388"/>
                    <a:pt x="122032" y="67913"/>
                    <a:pt x="127937" y="72676"/>
                  </a:cubicBezTo>
                  <a:cubicBezTo>
                    <a:pt x="133843" y="77438"/>
                    <a:pt x="96029" y="114776"/>
                    <a:pt x="77645" y="123253"/>
                  </a:cubicBezTo>
                  <a:cubicBezTo>
                    <a:pt x="59262" y="131731"/>
                    <a:pt x="1445" y="109442"/>
                    <a:pt x="112" y="80867"/>
                  </a:cubicBezTo>
                  <a:cubicBezTo>
                    <a:pt x="-1222" y="52292"/>
                    <a:pt x="9637" y="28289"/>
                    <a:pt x="19162" y="27051"/>
                  </a:cubicBezTo>
                  <a:cubicBezTo>
                    <a:pt x="28687" y="25813"/>
                    <a:pt x="102220" y="0"/>
                    <a:pt x="102220" y="0"/>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0" name="Google Shape;260;p12"/>
            <p:cNvSpPr/>
            <p:nvPr/>
          </p:nvSpPr>
          <p:spPr>
            <a:xfrm>
              <a:off x="7381720" y="1109556"/>
              <a:ext cx="166775" cy="325513"/>
            </a:xfrm>
            <a:custGeom>
              <a:avLst/>
              <a:gdLst/>
              <a:ahLst/>
              <a:cxnLst/>
              <a:rect l="l" t="t" r="r" b="b"/>
              <a:pathLst>
                <a:path w="208599" h="407146" extrusionOk="0">
                  <a:moveTo>
                    <a:pt x="152620" y="40673"/>
                  </a:moveTo>
                  <a:cubicBezTo>
                    <a:pt x="152620" y="40673"/>
                    <a:pt x="119187" y="90584"/>
                    <a:pt x="72419" y="95251"/>
                  </a:cubicBezTo>
                  <a:cubicBezTo>
                    <a:pt x="57751" y="80773"/>
                    <a:pt x="56417" y="28576"/>
                    <a:pt x="76801" y="12574"/>
                  </a:cubicBezTo>
                  <a:cubicBezTo>
                    <a:pt x="76801" y="12574"/>
                    <a:pt x="57751" y="-2571"/>
                    <a:pt x="45178" y="382"/>
                  </a:cubicBezTo>
                  <a:cubicBezTo>
                    <a:pt x="31481" y="8783"/>
                    <a:pt x="21327" y="21888"/>
                    <a:pt x="16603" y="37244"/>
                  </a:cubicBezTo>
                  <a:cubicBezTo>
                    <a:pt x="4658" y="71536"/>
                    <a:pt x="-923" y="107721"/>
                    <a:pt x="124" y="144019"/>
                  </a:cubicBezTo>
                  <a:cubicBezTo>
                    <a:pt x="886" y="192977"/>
                    <a:pt x="124" y="316707"/>
                    <a:pt x="124" y="316707"/>
                  </a:cubicBezTo>
                  <a:cubicBezTo>
                    <a:pt x="5620" y="346271"/>
                    <a:pt x="23556" y="372047"/>
                    <a:pt x="49369" y="387478"/>
                  </a:cubicBezTo>
                  <a:cubicBezTo>
                    <a:pt x="83068" y="406490"/>
                    <a:pt x="122740" y="411976"/>
                    <a:pt x="160335" y="402813"/>
                  </a:cubicBezTo>
                  <a:cubicBezTo>
                    <a:pt x="183957" y="397289"/>
                    <a:pt x="192720" y="383763"/>
                    <a:pt x="200911" y="366904"/>
                  </a:cubicBezTo>
                  <a:cubicBezTo>
                    <a:pt x="198816" y="332614"/>
                    <a:pt x="185195" y="262129"/>
                    <a:pt x="190910" y="218790"/>
                  </a:cubicBezTo>
                  <a:cubicBezTo>
                    <a:pt x="196625" y="175451"/>
                    <a:pt x="205769" y="143447"/>
                    <a:pt x="208150" y="108586"/>
                  </a:cubicBezTo>
                  <a:cubicBezTo>
                    <a:pt x="210532" y="73724"/>
                    <a:pt x="203483" y="74391"/>
                    <a:pt x="186052" y="62009"/>
                  </a:cubicBezTo>
                  <a:cubicBezTo>
                    <a:pt x="175442" y="54092"/>
                    <a:pt x="164269" y="46962"/>
                    <a:pt x="152620" y="40673"/>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1" name="Google Shape;261;p12"/>
            <p:cNvSpPr/>
            <p:nvPr/>
          </p:nvSpPr>
          <p:spPr>
            <a:xfrm>
              <a:off x="7413797" y="991818"/>
              <a:ext cx="110760" cy="134864"/>
            </a:xfrm>
            <a:custGeom>
              <a:avLst/>
              <a:gdLst/>
              <a:ahLst/>
              <a:cxnLst/>
              <a:rect l="l" t="t" r="r" b="b"/>
              <a:pathLst>
                <a:path w="138537" h="168686" extrusionOk="0">
                  <a:moveTo>
                    <a:pt x="2962" y="60969"/>
                  </a:moveTo>
                  <a:lnTo>
                    <a:pt x="2962" y="60969"/>
                  </a:lnTo>
                  <a:cubicBezTo>
                    <a:pt x="8486" y="25155"/>
                    <a:pt x="34204" y="-1896"/>
                    <a:pt x="71161" y="104"/>
                  </a:cubicBezTo>
                  <a:cubicBezTo>
                    <a:pt x="110299" y="2083"/>
                    <a:pt x="140427" y="35416"/>
                    <a:pt x="138445" y="74557"/>
                  </a:cubicBezTo>
                  <a:cubicBezTo>
                    <a:pt x="137321" y="96813"/>
                    <a:pt x="125806" y="117248"/>
                    <a:pt x="107356" y="129739"/>
                  </a:cubicBezTo>
                  <a:cubicBezTo>
                    <a:pt x="106032" y="135172"/>
                    <a:pt x="104117" y="140443"/>
                    <a:pt x="101641" y="145456"/>
                  </a:cubicBezTo>
                  <a:cubicBezTo>
                    <a:pt x="88592" y="160696"/>
                    <a:pt x="49063" y="170125"/>
                    <a:pt x="37728" y="168506"/>
                  </a:cubicBezTo>
                  <a:cubicBezTo>
                    <a:pt x="23907" y="167251"/>
                    <a:pt x="12249" y="157706"/>
                    <a:pt x="8296" y="144408"/>
                  </a:cubicBezTo>
                  <a:cubicBezTo>
                    <a:pt x="-3610" y="116309"/>
                    <a:pt x="-86" y="78685"/>
                    <a:pt x="2962" y="60969"/>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2" name="Google Shape;262;p12"/>
            <p:cNvSpPr/>
            <p:nvPr/>
          </p:nvSpPr>
          <p:spPr>
            <a:xfrm>
              <a:off x="7417935" y="980032"/>
              <a:ext cx="116886" cy="115512"/>
            </a:xfrm>
            <a:custGeom>
              <a:avLst/>
              <a:gdLst/>
              <a:ahLst/>
              <a:cxnLst/>
              <a:rect l="l" t="t" r="r" b="b"/>
              <a:pathLst>
                <a:path w="146199" h="144480" extrusionOk="0">
                  <a:moveTo>
                    <a:pt x="102179" y="144481"/>
                  </a:moveTo>
                  <a:lnTo>
                    <a:pt x="102179" y="144481"/>
                  </a:lnTo>
                  <a:lnTo>
                    <a:pt x="98750" y="113239"/>
                  </a:lnTo>
                  <a:cubicBezTo>
                    <a:pt x="98750" y="113239"/>
                    <a:pt x="124277" y="47135"/>
                    <a:pt x="63984" y="59899"/>
                  </a:cubicBezTo>
                  <a:cubicBezTo>
                    <a:pt x="24169" y="68281"/>
                    <a:pt x="14168" y="71900"/>
                    <a:pt x="2072" y="45135"/>
                  </a:cubicBezTo>
                  <a:cubicBezTo>
                    <a:pt x="-10025" y="18370"/>
                    <a:pt x="32647" y="-5538"/>
                    <a:pt x="83415" y="1129"/>
                  </a:cubicBezTo>
                  <a:cubicBezTo>
                    <a:pt x="119648" y="4934"/>
                    <a:pt x="146928" y="35857"/>
                    <a:pt x="146185" y="72281"/>
                  </a:cubicBezTo>
                  <a:cubicBezTo>
                    <a:pt x="144851" y="91903"/>
                    <a:pt x="139612" y="131717"/>
                    <a:pt x="102179" y="14448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3" name="Google Shape;263;p12"/>
            <p:cNvSpPr/>
            <p:nvPr/>
          </p:nvSpPr>
          <p:spPr>
            <a:xfrm>
              <a:off x="7364000" y="1109861"/>
              <a:ext cx="53839" cy="78361"/>
            </a:xfrm>
            <a:custGeom>
              <a:avLst/>
              <a:gdLst/>
              <a:ahLst/>
              <a:cxnLst/>
              <a:rect l="l" t="t" r="r" b="b"/>
              <a:pathLst>
                <a:path w="67341" h="98012" extrusionOk="0">
                  <a:moveTo>
                    <a:pt x="24289" y="98012"/>
                  </a:moveTo>
                  <a:cubicBezTo>
                    <a:pt x="15097" y="97573"/>
                    <a:pt x="6410" y="93657"/>
                    <a:pt x="0" y="87058"/>
                  </a:cubicBezTo>
                  <a:cubicBezTo>
                    <a:pt x="1334" y="70009"/>
                    <a:pt x="23241" y="4858"/>
                    <a:pt x="67342" y="0"/>
                  </a:cubicBezTo>
                  <a:cubicBezTo>
                    <a:pt x="55350" y="8451"/>
                    <a:pt x="45844" y="19962"/>
                    <a:pt x="39814" y="33338"/>
                  </a:cubicBezTo>
                  <a:cubicBezTo>
                    <a:pt x="32994" y="54469"/>
                    <a:pt x="27813" y="76090"/>
                    <a:pt x="24289" y="98012"/>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4" name="Google Shape;264;p12"/>
            <p:cNvSpPr/>
            <p:nvPr/>
          </p:nvSpPr>
          <p:spPr>
            <a:xfrm>
              <a:off x="7794459" y="3551002"/>
              <a:ext cx="540508" cy="312148"/>
            </a:xfrm>
            <a:custGeom>
              <a:avLst/>
              <a:gdLst/>
              <a:ahLst/>
              <a:cxnLst/>
              <a:rect l="l" t="t" r="r" b="b"/>
              <a:pathLst>
                <a:path w="676058" h="390429" extrusionOk="0">
                  <a:moveTo>
                    <a:pt x="625735" y="92488"/>
                  </a:moveTo>
                  <a:cubicBezTo>
                    <a:pt x="610904" y="78943"/>
                    <a:pt x="594607" y="67094"/>
                    <a:pt x="577157" y="57150"/>
                  </a:cubicBezTo>
                  <a:cubicBezTo>
                    <a:pt x="445236" y="-19050"/>
                    <a:pt x="230733" y="-19050"/>
                    <a:pt x="98907" y="57150"/>
                  </a:cubicBezTo>
                  <a:cubicBezTo>
                    <a:pt x="78543" y="68666"/>
                    <a:pt x="59826" y="82896"/>
                    <a:pt x="43281" y="99441"/>
                  </a:cubicBezTo>
                  <a:cubicBezTo>
                    <a:pt x="-29204" y="173831"/>
                    <a:pt x="-10630" y="270034"/>
                    <a:pt x="98907" y="333280"/>
                  </a:cubicBezTo>
                  <a:cubicBezTo>
                    <a:pt x="230733" y="409480"/>
                    <a:pt x="445331" y="409480"/>
                    <a:pt x="577157" y="333280"/>
                  </a:cubicBezTo>
                  <a:cubicBezTo>
                    <a:pt x="690124" y="268033"/>
                    <a:pt x="706316" y="167735"/>
                    <a:pt x="625735" y="92488"/>
                  </a:cubicBezTo>
                  <a:close/>
                  <a:moveTo>
                    <a:pt x="535152" y="308610"/>
                  </a:moveTo>
                  <a:cubicBezTo>
                    <a:pt x="426472" y="371380"/>
                    <a:pt x="249402" y="371380"/>
                    <a:pt x="141008" y="308610"/>
                  </a:cubicBezTo>
                  <a:cubicBezTo>
                    <a:pt x="64808" y="264605"/>
                    <a:pt x="41948" y="201168"/>
                    <a:pt x="72713" y="145542"/>
                  </a:cubicBezTo>
                  <a:cubicBezTo>
                    <a:pt x="89277" y="118310"/>
                    <a:pt x="112871" y="96031"/>
                    <a:pt x="141008" y="81058"/>
                  </a:cubicBezTo>
                  <a:cubicBezTo>
                    <a:pt x="249688" y="18383"/>
                    <a:pt x="426758" y="18383"/>
                    <a:pt x="535152" y="81058"/>
                  </a:cubicBezTo>
                  <a:cubicBezTo>
                    <a:pt x="563260" y="96002"/>
                    <a:pt x="586797" y="118291"/>
                    <a:pt x="603256" y="145542"/>
                  </a:cubicBezTo>
                  <a:lnTo>
                    <a:pt x="603256" y="145542"/>
                  </a:lnTo>
                  <a:cubicBezTo>
                    <a:pt x="634117" y="201549"/>
                    <a:pt x="611352" y="264890"/>
                    <a:pt x="535152" y="308610"/>
                  </a:cubicBez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5" name="Google Shape;265;p12"/>
            <p:cNvSpPr/>
            <p:nvPr/>
          </p:nvSpPr>
          <p:spPr>
            <a:xfrm>
              <a:off x="7824798" y="3491907"/>
              <a:ext cx="469764" cy="181297"/>
            </a:xfrm>
            <a:custGeom>
              <a:avLst/>
              <a:gdLst/>
              <a:ahLst/>
              <a:cxnLst/>
              <a:rect l="l" t="t" r="r" b="b"/>
              <a:pathLst>
                <a:path w="587572" h="226763" extrusionOk="0">
                  <a:moveTo>
                    <a:pt x="565309" y="219837"/>
                  </a:moveTo>
                  <a:lnTo>
                    <a:pt x="565309" y="219837"/>
                  </a:lnTo>
                  <a:cubicBezTo>
                    <a:pt x="548849" y="192586"/>
                    <a:pt x="525313" y="170297"/>
                    <a:pt x="497205" y="155353"/>
                  </a:cubicBezTo>
                  <a:cubicBezTo>
                    <a:pt x="388525" y="92678"/>
                    <a:pt x="211455" y="92678"/>
                    <a:pt x="103061" y="155353"/>
                  </a:cubicBezTo>
                  <a:cubicBezTo>
                    <a:pt x="74924" y="170326"/>
                    <a:pt x="51330" y="192605"/>
                    <a:pt x="34766" y="219837"/>
                  </a:cubicBezTo>
                  <a:lnTo>
                    <a:pt x="5334" y="172974"/>
                  </a:lnTo>
                  <a:lnTo>
                    <a:pt x="0" y="164497"/>
                  </a:lnTo>
                  <a:lnTo>
                    <a:pt x="38100" y="73533"/>
                  </a:lnTo>
                  <a:lnTo>
                    <a:pt x="170402" y="0"/>
                  </a:lnTo>
                  <a:lnTo>
                    <a:pt x="416719" y="4286"/>
                  </a:lnTo>
                  <a:lnTo>
                    <a:pt x="584073" y="103537"/>
                  </a:lnTo>
                  <a:cubicBezTo>
                    <a:pt x="584073" y="103537"/>
                    <a:pt x="587121" y="134969"/>
                    <a:pt x="587502" y="166021"/>
                  </a:cubicBezTo>
                  <a:cubicBezTo>
                    <a:pt x="588169" y="204883"/>
                    <a:pt x="584359" y="242697"/>
                    <a:pt x="565309" y="219837"/>
                  </a:cubicBezTo>
                  <a:close/>
                </a:path>
              </a:pathLst>
            </a:custGeom>
            <a:solidFill>
              <a:srgbClr val="A1A5B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6" name="Google Shape;266;p12"/>
            <p:cNvSpPr/>
            <p:nvPr/>
          </p:nvSpPr>
          <p:spPr>
            <a:xfrm>
              <a:off x="7794490" y="3623727"/>
              <a:ext cx="41046" cy="82625"/>
            </a:xfrm>
            <a:custGeom>
              <a:avLst/>
              <a:gdLst/>
              <a:ahLst/>
              <a:cxnLst/>
              <a:rect l="l" t="t" r="r" b="b"/>
              <a:pathLst>
                <a:path w="51339" h="103346" extrusionOk="0">
                  <a:moveTo>
                    <a:pt x="0" y="103346"/>
                  </a:moveTo>
                  <a:lnTo>
                    <a:pt x="95" y="0"/>
                  </a:lnTo>
                  <a:lnTo>
                    <a:pt x="51340" y="86773"/>
                  </a:lnTo>
                  <a:lnTo>
                    <a:pt x="0" y="103346"/>
                  </a:ln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7" name="Google Shape;267;p12"/>
            <p:cNvSpPr/>
            <p:nvPr/>
          </p:nvSpPr>
          <p:spPr>
            <a:xfrm>
              <a:off x="8298847" y="3624184"/>
              <a:ext cx="36096" cy="82168"/>
            </a:xfrm>
            <a:custGeom>
              <a:avLst/>
              <a:gdLst/>
              <a:ahLst/>
              <a:cxnLst/>
              <a:rect l="l" t="t" r="r" b="b"/>
              <a:pathLst>
                <a:path w="45148" h="102774" extrusionOk="0">
                  <a:moveTo>
                    <a:pt x="45148" y="102775"/>
                  </a:moveTo>
                  <a:lnTo>
                    <a:pt x="45148" y="0"/>
                  </a:lnTo>
                  <a:lnTo>
                    <a:pt x="0" y="51149"/>
                  </a:lnTo>
                  <a:lnTo>
                    <a:pt x="45148" y="102775"/>
                  </a:ln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 name="Google Shape;268;p12"/>
            <p:cNvSpPr/>
            <p:nvPr/>
          </p:nvSpPr>
          <p:spPr>
            <a:xfrm>
              <a:off x="7842237" y="3535238"/>
              <a:ext cx="449908" cy="259679"/>
            </a:xfrm>
            <a:custGeom>
              <a:avLst/>
              <a:gdLst/>
              <a:ahLst/>
              <a:cxnLst/>
              <a:rect l="l" t="t" r="r" b="b"/>
              <a:pathLst>
                <a:path w="562737" h="324802" extrusionOk="0">
                  <a:moveTo>
                    <a:pt x="562737" y="162401"/>
                  </a:moveTo>
                  <a:cubicBezTo>
                    <a:pt x="562737" y="252093"/>
                    <a:pt x="436764" y="324802"/>
                    <a:pt x="281368" y="324802"/>
                  </a:cubicBezTo>
                  <a:cubicBezTo>
                    <a:pt x="125973" y="324802"/>
                    <a:pt x="0" y="252093"/>
                    <a:pt x="0" y="162401"/>
                  </a:cubicBezTo>
                  <a:cubicBezTo>
                    <a:pt x="0" y="72710"/>
                    <a:pt x="125973" y="0"/>
                    <a:pt x="281368" y="0"/>
                  </a:cubicBezTo>
                  <a:cubicBezTo>
                    <a:pt x="436764" y="0"/>
                    <a:pt x="562737" y="72710"/>
                    <a:pt x="562737" y="162401"/>
                  </a:cubicBezTo>
                  <a:close/>
                </a:path>
              </a:pathLst>
            </a:custGeom>
            <a:solidFill>
              <a:srgbClr val="3E7EFF">
                <a:alpha val="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9" name="Google Shape;269;p12"/>
            <p:cNvSpPr/>
            <p:nvPr/>
          </p:nvSpPr>
          <p:spPr>
            <a:xfrm>
              <a:off x="7815050" y="3673683"/>
              <a:ext cx="491482" cy="176325"/>
            </a:xfrm>
            <a:custGeom>
              <a:avLst/>
              <a:gdLst/>
              <a:ahLst/>
              <a:cxnLst/>
              <a:rect l="l" t="t" r="r" b="b"/>
              <a:pathLst>
                <a:path w="614737" h="220544" extrusionOk="0">
                  <a:moveTo>
                    <a:pt x="0" y="58293"/>
                  </a:moveTo>
                  <a:cubicBezTo>
                    <a:pt x="0" y="58293"/>
                    <a:pt x="43339" y="228981"/>
                    <a:pt x="366522" y="220218"/>
                  </a:cubicBezTo>
                  <a:cubicBezTo>
                    <a:pt x="590836" y="220218"/>
                    <a:pt x="619506" y="27432"/>
                    <a:pt x="614172" y="0"/>
                  </a:cubicBezTo>
                  <a:cubicBezTo>
                    <a:pt x="567595" y="64189"/>
                    <a:pt x="495062" y="104556"/>
                    <a:pt x="415957" y="110300"/>
                  </a:cubicBezTo>
                  <a:cubicBezTo>
                    <a:pt x="279463" y="122206"/>
                    <a:pt x="178689" y="120682"/>
                    <a:pt x="124778" y="94583"/>
                  </a:cubicBezTo>
                  <a:cubicBezTo>
                    <a:pt x="70866" y="68485"/>
                    <a:pt x="95" y="0"/>
                    <a:pt x="95" y="0"/>
                  </a:cubicBez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0" name="Google Shape;270;p12"/>
            <p:cNvSpPr/>
            <p:nvPr/>
          </p:nvSpPr>
          <p:spPr>
            <a:xfrm>
              <a:off x="7794490" y="3472184"/>
              <a:ext cx="540453" cy="312196"/>
            </a:xfrm>
            <a:custGeom>
              <a:avLst/>
              <a:gdLst/>
              <a:ahLst/>
              <a:cxnLst/>
              <a:rect l="l" t="t" r="r" b="b"/>
              <a:pathLst>
                <a:path w="675989" h="390489" extrusionOk="0">
                  <a:moveTo>
                    <a:pt x="98869" y="333375"/>
                  </a:moveTo>
                  <a:cubicBezTo>
                    <a:pt x="-32956" y="257175"/>
                    <a:pt x="-32956" y="133350"/>
                    <a:pt x="98869" y="57150"/>
                  </a:cubicBezTo>
                  <a:cubicBezTo>
                    <a:pt x="230695" y="-19050"/>
                    <a:pt x="445294" y="-19050"/>
                    <a:pt x="577120" y="57150"/>
                  </a:cubicBezTo>
                  <a:cubicBezTo>
                    <a:pt x="708946" y="133350"/>
                    <a:pt x="708946" y="257175"/>
                    <a:pt x="577120" y="333375"/>
                  </a:cubicBezTo>
                  <a:cubicBezTo>
                    <a:pt x="445294" y="409575"/>
                    <a:pt x="230695" y="409480"/>
                    <a:pt x="98869" y="333375"/>
                  </a:cubicBezTo>
                  <a:close/>
                  <a:moveTo>
                    <a:pt x="535019" y="81534"/>
                  </a:moveTo>
                  <a:cubicBezTo>
                    <a:pt x="426339" y="18860"/>
                    <a:pt x="249269" y="18764"/>
                    <a:pt x="140970" y="81534"/>
                  </a:cubicBezTo>
                  <a:cubicBezTo>
                    <a:pt x="32671" y="144304"/>
                    <a:pt x="32290" y="246316"/>
                    <a:pt x="140970" y="309086"/>
                  </a:cubicBezTo>
                  <a:cubicBezTo>
                    <a:pt x="249650" y="371856"/>
                    <a:pt x="426720" y="371856"/>
                    <a:pt x="535019" y="309086"/>
                  </a:cubicBezTo>
                  <a:cubicBezTo>
                    <a:pt x="643319" y="246316"/>
                    <a:pt x="644176" y="144304"/>
                    <a:pt x="535019" y="81534"/>
                  </a:cubicBez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1" name="Google Shape;271;p12"/>
            <p:cNvSpPr/>
            <p:nvPr/>
          </p:nvSpPr>
          <p:spPr>
            <a:xfrm rot="-1801764">
              <a:off x="7461665" y="3958761"/>
              <a:ext cx="59345" cy="102714"/>
            </a:xfrm>
            <a:custGeom>
              <a:avLst/>
              <a:gdLst/>
              <a:ahLst/>
              <a:cxnLst/>
              <a:rect l="l" t="t" r="r" b="b"/>
              <a:pathLst>
                <a:path w="74294" h="128587" extrusionOk="0">
                  <a:moveTo>
                    <a:pt x="74295" y="64294"/>
                  </a:moveTo>
                  <a:cubicBezTo>
                    <a:pt x="74295" y="99802"/>
                    <a:pt x="57663" y="128588"/>
                    <a:pt x="37148" y="128588"/>
                  </a:cubicBezTo>
                  <a:cubicBezTo>
                    <a:pt x="16632" y="128588"/>
                    <a:pt x="0" y="99802"/>
                    <a:pt x="0" y="64294"/>
                  </a:cubicBezTo>
                  <a:cubicBezTo>
                    <a:pt x="0" y="28785"/>
                    <a:pt x="16632" y="0"/>
                    <a:pt x="37148" y="0"/>
                  </a:cubicBezTo>
                  <a:cubicBezTo>
                    <a:pt x="57663" y="0"/>
                    <a:pt x="74295" y="28785"/>
                    <a:pt x="74295" y="64294"/>
                  </a:cubicBezTo>
                  <a:close/>
                </a:path>
              </a:pathLst>
            </a:custGeom>
            <a:solidFill>
              <a:srgbClr val="000000">
                <a:alpha val="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2" name="Google Shape;272;p12"/>
            <p:cNvSpPr/>
            <p:nvPr/>
          </p:nvSpPr>
          <p:spPr>
            <a:xfrm>
              <a:off x="7752377" y="3752957"/>
              <a:ext cx="148877" cy="85976"/>
            </a:xfrm>
            <a:custGeom>
              <a:avLst/>
              <a:gdLst/>
              <a:ahLst/>
              <a:cxnLst/>
              <a:rect l="l" t="t" r="r" b="b"/>
              <a:pathLst>
                <a:path w="186213" h="107537" extrusionOk="0">
                  <a:moveTo>
                    <a:pt x="186214" y="25337"/>
                  </a:moveTo>
                  <a:lnTo>
                    <a:pt x="43910" y="107537"/>
                  </a:lnTo>
                  <a:lnTo>
                    <a:pt x="0" y="82105"/>
                  </a:lnTo>
                  <a:lnTo>
                    <a:pt x="142304" y="0"/>
                  </a:lnTo>
                  <a:lnTo>
                    <a:pt x="186214" y="25337"/>
                  </a:ln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3" name="Google Shape;273;p12"/>
            <p:cNvSpPr/>
            <p:nvPr/>
          </p:nvSpPr>
          <p:spPr>
            <a:xfrm>
              <a:off x="7787483" y="3773138"/>
              <a:ext cx="113771" cy="106232"/>
            </a:xfrm>
            <a:custGeom>
              <a:avLst/>
              <a:gdLst/>
              <a:ahLst/>
              <a:cxnLst/>
              <a:rect l="l" t="t" r="r" b="b"/>
              <a:pathLst>
                <a:path w="142303" h="132873" extrusionOk="0">
                  <a:moveTo>
                    <a:pt x="142304" y="50768"/>
                  </a:moveTo>
                  <a:lnTo>
                    <a:pt x="0" y="132874"/>
                  </a:lnTo>
                  <a:lnTo>
                    <a:pt x="0" y="82201"/>
                  </a:lnTo>
                  <a:lnTo>
                    <a:pt x="142304" y="0"/>
                  </a:lnTo>
                  <a:lnTo>
                    <a:pt x="142304" y="50768"/>
                  </a:lnTo>
                  <a:close/>
                </a:path>
              </a:pathLst>
            </a:custGeom>
            <a:solidFill>
              <a:srgbClr val="A1A5B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4" name="Google Shape;274;p12"/>
            <p:cNvSpPr/>
            <p:nvPr/>
          </p:nvSpPr>
          <p:spPr>
            <a:xfrm>
              <a:off x="7465892" y="3799784"/>
              <a:ext cx="344817" cy="254127"/>
            </a:xfrm>
            <a:custGeom>
              <a:avLst/>
              <a:gdLst/>
              <a:ahLst/>
              <a:cxnLst/>
              <a:rect l="l" t="t" r="r" b="b"/>
              <a:pathLst>
                <a:path w="431291" h="317858" extrusionOk="0">
                  <a:moveTo>
                    <a:pt x="431292" y="84877"/>
                  </a:moveTo>
                  <a:cubicBezTo>
                    <a:pt x="429558" y="52883"/>
                    <a:pt x="412680" y="23631"/>
                    <a:pt x="385858" y="6106"/>
                  </a:cubicBezTo>
                  <a:cubicBezTo>
                    <a:pt x="376637" y="-562"/>
                    <a:pt x="364579" y="-1867"/>
                    <a:pt x="354139" y="2676"/>
                  </a:cubicBezTo>
                  <a:lnTo>
                    <a:pt x="354139" y="2676"/>
                  </a:lnTo>
                  <a:lnTo>
                    <a:pt x="0" y="206988"/>
                  </a:lnTo>
                  <a:lnTo>
                    <a:pt x="64579" y="317859"/>
                  </a:lnTo>
                  <a:lnTo>
                    <a:pt x="414338" y="115929"/>
                  </a:lnTo>
                  <a:cubicBezTo>
                    <a:pt x="424720" y="112214"/>
                    <a:pt x="431292" y="101356"/>
                    <a:pt x="431292" y="8487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5" name="Google Shape;275;p12"/>
            <p:cNvSpPr/>
            <p:nvPr/>
          </p:nvSpPr>
          <p:spPr>
            <a:xfrm rot="-1801764">
              <a:off x="7461665" y="3958761"/>
              <a:ext cx="59345" cy="102714"/>
            </a:xfrm>
            <a:custGeom>
              <a:avLst/>
              <a:gdLst/>
              <a:ahLst/>
              <a:cxnLst/>
              <a:rect l="l" t="t" r="r" b="b"/>
              <a:pathLst>
                <a:path w="74294" h="128587" extrusionOk="0">
                  <a:moveTo>
                    <a:pt x="74295" y="64294"/>
                  </a:moveTo>
                  <a:cubicBezTo>
                    <a:pt x="74295" y="99802"/>
                    <a:pt x="57663" y="128588"/>
                    <a:pt x="37148" y="128588"/>
                  </a:cubicBezTo>
                  <a:cubicBezTo>
                    <a:pt x="16632" y="128588"/>
                    <a:pt x="0" y="99802"/>
                    <a:pt x="0" y="64294"/>
                  </a:cubicBezTo>
                  <a:cubicBezTo>
                    <a:pt x="0" y="28785"/>
                    <a:pt x="16632" y="0"/>
                    <a:pt x="37148" y="0"/>
                  </a:cubicBezTo>
                  <a:cubicBezTo>
                    <a:pt x="57663" y="0"/>
                    <a:pt x="74295" y="28785"/>
                    <a:pt x="74295" y="64294"/>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6" name="Google Shape;276;p12"/>
            <p:cNvSpPr/>
            <p:nvPr/>
          </p:nvSpPr>
          <p:spPr>
            <a:xfrm>
              <a:off x="8113340" y="4275363"/>
              <a:ext cx="345579" cy="199519"/>
            </a:xfrm>
            <a:custGeom>
              <a:avLst/>
              <a:gdLst/>
              <a:ahLst/>
              <a:cxnLst/>
              <a:rect l="l" t="t" r="r" b="b"/>
              <a:pathLst>
                <a:path w="432244" h="249555" extrusionOk="0">
                  <a:moveTo>
                    <a:pt x="432244" y="124778"/>
                  </a:moveTo>
                  <a:cubicBezTo>
                    <a:pt x="432244" y="193690"/>
                    <a:pt x="335483" y="249555"/>
                    <a:pt x="216122" y="249555"/>
                  </a:cubicBezTo>
                  <a:cubicBezTo>
                    <a:pt x="96761" y="249555"/>
                    <a:pt x="0" y="193690"/>
                    <a:pt x="0" y="124778"/>
                  </a:cubicBezTo>
                  <a:cubicBezTo>
                    <a:pt x="0" y="55865"/>
                    <a:pt x="96761" y="0"/>
                    <a:pt x="216122" y="0"/>
                  </a:cubicBezTo>
                  <a:cubicBezTo>
                    <a:pt x="335483" y="0"/>
                    <a:pt x="432244" y="55865"/>
                    <a:pt x="432244" y="124778"/>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7" name="Google Shape;277;p12"/>
            <p:cNvSpPr/>
            <p:nvPr/>
          </p:nvSpPr>
          <p:spPr>
            <a:xfrm>
              <a:off x="8345604" y="3658605"/>
              <a:ext cx="79241" cy="172485"/>
            </a:xfrm>
            <a:custGeom>
              <a:avLst/>
              <a:gdLst/>
              <a:ahLst/>
              <a:cxnLst/>
              <a:rect l="l" t="t" r="r" b="b"/>
              <a:pathLst>
                <a:path w="99113" h="215741" extrusionOk="0">
                  <a:moveTo>
                    <a:pt x="77248" y="0"/>
                  </a:moveTo>
                  <a:cubicBezTo>
                    <a:pt x="79534" y="20098"/>
                    <a:pt x="103537" y="106775"/>
                    <a:pt x="98393" y="136398"/>
                  </a:cubicBezTo>
                  <a:cubicBezTo>
                    <a:pt x="93250" y="166021"/>
                    <a:pt x="11335" y="215741"/>
                    <a:pt x="11335" y="215741"/>
                  </a:cubicBezTo>
                  <a:lnTo>
                    <a:pt x="0" y="164973"/>
                  </a:lnTo>
                  <a:lnTo>
                    <a:pt x="45339" y="120491"/>
                  </a:lnTo>
                  <a:lnTo>
                    <a:pt x="33052" y="36385"/>
                  </a:ln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8" name="Google Shape;278;p12"/>
            <p:cNvSpPr/>
            <p:nvPr/>
          </p:nvSpPr>
          <p:spPr>
            <a:xfrm>
              <a:off x="8356722" y="3587657"/>
              <a:ext cx="56961" cy="109603"/>
            </a:xfrm>
            <a:custGeom>
              <a:avLst/>
              <a:gdLst/>
              <a:ahLst/>
              <a:cxnLst/>
              <a:rect l="l" t="t" r="r" b="b"/>
              <a:pathLst>
                <a:path w="71246" h="137090" extrusionOk="0">
                  <a:moveTo>
                    <a:pt x="0" y="3302"/>
                  </a:moveTo>
                  <a:cubicBezTo>
                    <a:pt x="16516" y="-4309"/>
                    <a:pt x="36109" y="1625"/>
                    <a:pt x="45625" y="17113"/>
                  </a:cubicBezTo>
                  <a:cubicBezTo>
                    <a:pt x="57626" y="37020"/>
                    <a:pt x="70104" y="105505"/>
                    <a:pt x="71247" y="117125"/>
                  </a:cubicBezTo>
                  <a:cubicBezTo>
                    <a:pt x="71247" y="117125"/>
                    <a:pt x="54388" y="140557"/>
                    <a:pt x="29051" y="136652"/>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9" name="Google Shape;279;p12"/>
            <p:cNvSpPr/>
            <p:nvPr/>
          </p:nvSpPr>
          <p:spPr>
            <a:xfrm>
              <a:off x="8165307" y="4346248"/>
              <a:ext cx="122882" cy="68919"/>
            </a:xfrm>
            <a:custGeom>
              <a:avLst/>
              <a:gdLst/>
              <a:ahLst/>
              <a:cxnLst/>
              <a:rect l="l" t="t" r="r" b="b"/>
              <a:pathLst>
                <a:path w="153698" h="86203" extrusionOk="0">
                  <a:moveTo>
                    <a:pt x="145884" y="20876"/>
                  </a:moveTo>
                  <a:cubicBezTo>
                    <a:pt x="128063" y="25743"/>
                    <a:pt x="109051" y="23409"/>
                    <a:pt x="92925" y="14399"/>
                  </a:cubicBezTo>
                  <a:cubicBezTo>
                    <a:pt x="80162" y="14399"/>
                    <a:pt x="10820" y="-14843"/>
                    <a:pt x="1390" y="10017"/>
                  </a:cubicBezTo>
                  <a:cubicBezTo>
                    <a:pt x="-6802" y="31925"/>
                    <a:pt x="23202" y="52118"/>
                    <a:pt x="39490" y="55928"/>
                  </a:cubicBezTo>
                  <a:cubicBezTo>
                    <a:pt x="74542" y="64405"/>
                    <a:pt x="100355" y="81931"/>
                    <a:pt x="114451" y="84503"/>
                  </a:cubicBezTo>
                  <a:cubicBezTo>
                    <a:pt x="124929" y="86694"/>
                    <a:pt x="138455" y="88122"/>
                    <a:pt x="146837" y="79931"/>
                  </a:cubicBezTo>
                  <a:cubicBezTo>
                    <a:pt x="156552" y="70406"/>
                    <a:pt x="155695" y="33830"/>
                    <a:pt x="145884" y="20876"/>
                  </a:cubicBezTo>
                  <a:close/>
                </a:path>
              </a:pathLst>
            </a:custGeom>
            <a:solidFill>
              <a:srgbClr val="2B2A3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0" name="Google Shape;280;p12"/>
            <p:cNvSpPr/>
            <p:nvPr/>
          </p:nvSpPr>
          <p:spPr>
            <a:xfrm>
              <a:off x="8165313" y="4357988"/>
              <a:ext cx="120815" cy="57407"/>
            </a:xfrm>
            <a:custGeom>
              <a:avLst/>
              <a:gdLst/>
              <a:ahLst/>
              <a:cxnLst/>
              <a:rect l="l" t="t" r="r" b="b"/>
              <a:pathLst>
                <a:path w="151113" h="71804" extrusionOk="0">
                  <a:moveTo>
                    <a:pt x="114156" y="64103"/>
                  </a:moveTo>
                  <a:cubicBezTo>
                    <a:pt x="100059" y="61150"/>
                    <a:pt x="74246" y="43720"/>
                    <a:pt x="39195" y="35528"/>
                  </a:cubicBezTo>
                  <a:cubicBezTo>
                    <a:pt x="25764" y="32290"/>
                    <a:pt x="2619" y="17526"/>
                    <a:pt x="237" y="0"/>
                  </a:cubicBezTo>
                  <a:cubicBezTo>
                    <a:pt x="-2811" y="20098"/>
                    <a:pt x="24240" y="38100"/>
                    <a:pt x="39195" y="41529"/>
                  </a:cubicBezTo>
                  <a:cubicBezTo>
                    <a:pt x="74246" y="50006"/>
                    <a:pt x="100059" y="67532"/>
                    <a:pt x="114156" y="70104"/>
                  </a:cubicBezTo>
                  <a:cubicBezTo>
                    <a:pt x="124634" y="72295"/>
                    <a:pt x="138159" y="73723"/>
                    <a:pt x="146541" y="65532"/>
                  </a:cubicBezTo>
                  <a:cubicBezTo>
                    <a:pt x="148684" y="63122"/>
                    <a:pt x="150246" y="60255"/>
                    <a:pt x="151113" y="57150"/>
                  </a:cubicBezTo>
                  <a:cubicBezTo>
                    <a:pt x="140579" y="65161"/>
                    <a:pt x="126882" y="67742"/>
                    <a:pt x="114156" y="64103"/>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1" name="Google Shape;281;p12"/>
            <p:cNvSpPr/>
            <p:nvPr/>
          </p:nvSpPr>
          <p:spPr>
            <a:xfrm>
              <a:off x="8255166" y="4305930"/>
              <a:ext cx="122882" cy="68953"/>
            </a:xfrm>
            <a:custGeom>
              <a:avLst/>
              <a:gdLst/>
              <a:ahLst/>
              <a:cxnLst/>
              <a:rect l="l" t="t" r="r" b="b"/>
              <a:pathLst>
                <a:path w="153698" h="86245" extrusionOk="0">
                  <a:moveTo>
                    <a:pt x="145884" y="20822"/>
                  </a:moveTo>
                  <a:cubicBezTo>
                    <a:pt x="128082" y="25766"/>
                    <a:pt x="109041" y="23470"/>
                    <a:pt x="92925" y="14441"/>
                  </a:cubicBezTo>
                  <a:cubicBezTo>
                    <a:pt x="80162" y="14441"/>
                    <a:pt x="10820" y="-14896"/>
                    <a:pt x="1390" y="10059"/>
                  </a:cubicBezTo>
                  <a:cubicBezTo>
                    <a:pt x="-6802" y="31871"/>
                    <a:pt x="23202" y="52064"/>
                    <a:pt x="39490" y="55969"/>
                  </a:cubicBezTo>
                  <a:cubicBezTo>
                    <a:pt x="74446" y="64447"/>
                    <a:pt x="100354" y="81877"/>
                    <a:pt x="114452" y="84544"/>
                  </a:cubicBezTo>
                  <a:cubicBezTo>
                    <a:pt x="124929" y="86735"/>
                    <a:pt x="138454" y="88164"/>
                    <a:pt x="146837" y="79973"/>
                  </a:cubicBezTo>
                  <a:cubicBezTo>
                    <a:pt x="156552" y="70352"/>
                    <a:pt x="155695" y="33776"/>
                    <a:pt x="145884" y="20822"/>
                  </a:cubicBezTo>
                  <a:close/>
                </a:path>
              </a:pathLst>
            </a:custGeom>
            <a:solidFill>
              <a:srgbClr val="2B2A3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2" name="Google Shape;282;p12"/>
            <p:cNvSpPr/>
            <p:nvPr/>
          </p:nvSpPr>
          <p:spPr>
            <a:xfrm>
              <a:off x="8255174" y="4317703"/>
              <a:ext cx="120815" cy="57407"/>
            </a:xfrm>
            <a:custGeom>
              <a:avLst/>
              <a:gdLst/>
              <a:ahLst/>
              <a:cxnLst/>
              <a:rect l="l" t="t" r="r" b="b"/>
              <a:pathLst>
                <a:path w="151113" h="71804" extrusionOk="0">
                  <a:moveTo>
                    <a:pt x="114156" y="64008"/>
                  </a:moveTo>
                  <a:cubicBezTo>
                    <a:pt x="100059" y="61055"/>
                    <a:pt x="74151" y="43624"/>
                    <a:pt x="39195" y="35433"/>
                  </a:cubicBezTo>
                  <a:cubicBezTo>
                    <a:pt x="25764" y="32195"/>
                    <a:pt x="2619" y="17526"/>
                    <a:pt x="237" y="0"/>
                  </a:cubicBezTo>
                  <a:cubicBezTo>
                    <a:pt x="-2811" y="20098"/>
                    <a:pt x="24240" y="38100"/>
                    <a:pt x="39195" y="41529"/>
                  </a:cubicBezTo>
                  <a:cubicBezTo>
                    <a:pt x="74151" y="50006"/>
                    <a:pt x="100059" y="67437"/>
                    <a:pt x="114156" y="70104"/>
                  </a:cubicBezTo>
                  <a:cubicBezTo>
                    <a:pt x="124634" y="72295"/>
                    <a:pt x="138159" y="73723"/>
                    <a:pt x="146541" y="65532"/>
                  </a:cubicBezTo>
                  <a:cubicBezTo>
                    <a:pt x="148684" y="63122"/>
                    <a:pt x="150246" y="60255"/>
                    <a:pt x="151113" y="57150"/>
                  </a:cubicBezTo>
                  <a:cubicBezTo>
                    <a:pt x="140578" y="65170"/>
                    <a:pt x="126862" y="67713"/>
                    <a:pt x="114156" y="64008"/>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3" name="Google Shape;283;p12"/>
            <p:cNvSpPr/>
            <p:nvPr/>
          </p:nvSpPr>
          <p:spPr>
            <a:xfrm>
              <a:off x="8198325" y="3858200"/>
              <a:ext cx="179678" cy="507212"/>
            </a:xfrm>
            <a:custGeom>
              <a:avLst/>
              <a:gdLst/>
              <a:ahLst/>
              <a:cxnLst/>
              <a:rect l="l" t="t" r="r" b="b"/>
              <a:pathLst>
                <a:path w="224738" h="634412" extrusionOk="0">
                  <a:moveTo>
                    <a:pt x="218313" y="392525"/>
                  </a:moveTo>
                  <a:cubicBezTo>
                    <a:pt x="215360" y="366693"/>
                    <a:pt x="210036" y="341186"/>
                    <a:pt x="202406" y="316325"/>
                  </a:cubicBezTo>
                  <a:cubicBezTo>
                    <a:pt x="202406" y="316325"/>
                    <a:pt x="207169" y="250793"/>
                    <a:pt x="209550" y="188690"/>
                  </a:cubicBezTo>
                  <a:cubicBezTo>
                    <a:pt x="212217" y="118205"/>
                    <a:pt x="236696" y="56197"/>
                    <a:pt x="217361" y="0"/>
                  </a:cubicBezTo>
                  <a:lnTo>
                    <a:pt x="0" y="48292"/>
                  </a:lnTo>
                  <a:cubicBezTo>
                    <a:pt x="0" y="48292"/>
                    <a:pt x="13145" y="329279"/>
                    <a:pt x="16002" y="363283"/>
                  </a:cubicBezTo>
                  <a:cubicBezTo>
                    <a:pt x="17536" y="389744"/>
                    <a:pt x="20717" y="416080"/>
                    <a:pt x="25527" y="442150"/>
                  </a:cubicBezTo>
                  <a:cubicBezTo>
                    <a:pt x="35052" y="496729"/>
                    <a:pt x="51530" y="626459"/>
                    <a:pt x="51530" y="626459"/>
                  </a:cubicBezTo>
                  <a:cubicBezTo>
                    <a:pt x="68075" y="634374"/>
                    <a:pt x="86801" y="636461"/>
                    <a:pt x="104680" y="632365"/>
                  </a:cubicBezTo>
                  <a:cubicBezTo>
                    <a:pt x="104680" y="632365"/>
                    <a:pt x="103061" y="468344"/>
                    <a:pt x="101537" y="429006"/>
                  </a:cubicBezTo>
                  <a:cubicBezTo>
                    <a:pt x="99727" y="381381"/>
                    <a:pt x="98298" y="384715"/>
                    <a:pt x="98298" y="384715"/>
                  </a:cubicBezTo>
                  <a:lnTo>
                    <a:pt x="105537" y="265176"/>
                  </a:lnTo>
                  <a:lnTo>
                    <a:pt x="110204" y="205740"/>
                  </a:lnTo>
                  <a:cubicBezTo>
                    <a:pt x="110204" y="205740"/>
                    <a:pt x="116205" y="249364"/>
                    <a:pt x="119729" y="288322"/>
                  </a:cubicBezTo>
                  <a:cubicBezTo>
                    <a:pt x="123158" y="322326"/>
                    <a:pt x="131350" y="353092"/>
                    <a:pt x="140494" y="416338"/>
                  </a:cubicBezTo>
                  <a:cubicBezTo>
                    <a:pt x="148495" y="471202"/>
                    <a:pt x="161354" y="581501"/>
                    <a:pt x="161354" y="581501"/>
                  </a:cubicBezTo>
                  <a:cubicBezTo>
                    <a:pt x="184404" y="594836"/>
                    <a:pt x="215551" y="583787"/>
                    <a:pt x="215551" y="583787"/>
                  </a:cubicBezTo>
                  <a:cubicBezTo>
                    <a:pt x="215551" y="583787"/>
                    <a:pt x="224790" y="440150"/>
                    <a:pt x="218313" y="392525"/>
                  </a:cubicBezTo>
                  <a:close/>
                </a:path>
              </a:pathLst>
            </a:custGeom>
            <a:solidFill>
              <a:srgbClr val="E261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4" name="Google Shape;284;p12"/>
            <p:cNvSpPr/>
            <p:nvPr/>
          </p:nvSpPr>
          <p:spPr>
            <a:xfrm>
              <a:off x="8224549" y="3442293"/>
              <a:ext cx="130417" cy="208730"/>
            </a:xfrm>
            <a:custGeom>
              <a:avLst/>
              <a:gdLst/>
              <a:ahLst/>
              <a:cxnLst/>
              <a:rect l="l" t="t" r="r" b="b"/>
              <a:pathLst>
                <a:path w="163123" h="261076" extrusionOk="0">
                  <a:moveTo>
                    <a:pt x="153890" y="186263"/>
                  </a:moveTo>
                  <a:cubicBezTo>
                    <a:pt x="137316" y="187120"/>
                    <a:pt x="125315" y="191406"/>
                    <a:pt x="122934" y="186263"/>
                  </a:cubicBezTo>
                  <a:cubicBezTo>
                    <a:pt x="121190" y="177738"/>
                    <a:pt x="119914" y="169117"/>
                    <a:pt x="119124" y="160450"/>
                  </a:cubicBezTo>
                  <a:cubicBezTo>
                    <a:pt x="121028" y="155592"/>
                    <a:pt x="122743" y="150449"/>
                    <a:pt x="122743" y="150449"/>
                  </a:cubicBezTo>
                  <a:cubicBezTo>
                    <a:pt x="143508" y="137685"/>
                    <a:pt x="150080" y="115206"/>
                    <a:pt x="152842" y="89012"/>
                  </a:cubicBezTo>
                  <a:cubicBezTo>
                    <a:pt x="157509" y="44245"/>
                    <a:pt x="133316" y="5097"/>
                    <a:pt x="88548" y="430"/>
                  </a:cubicBezTo>
                  <a:cubicBezTo>
                    <a:pt x="46543" y="-3952"/>
                    <a:pt x="15587" y="25671"/>
                    <a:pt x="7300" y="66248"/>
                  </a:cubicBezTo>
                  <a:cubicBezTo>
                    <a:pt x="2918" y="86250"/>
                    <a:pt x="-5940" y="124064"/>
                    <a:pt x="5967" y="157021"/>
                  </a:cubicBezTo>
                  <a:cubicBezTo>
                    <a:pt x="12729" y="175499"/>
                    <a:pt x="21302" y="190073"/>
                    <a:pt x="29969" y="192930"/>
                  </a:cubicBezTo>
                  <a:cubicBezTo>
                    <a:pt x="38294" y="192740"/>
                    <a:pt x="46600" y="192006"/>
                    <a:pt x="54830" y="190739"/>
                  </a:cubicBezTo>
                  <a:lnTo>
                    <a:pt x="54830" y="190739"/>
                  </a:lnTo>
                  <a:cubicBezTo>
                    <a:pt x="54830" y="190739"/>
                    <a:pt x="57020" y="203122"/>
                    <a:pt x="58544" y="211123"/>
                  </a:cubicBezTo>
                  <a:cubicBezTo>
                    <a:pt x="60068" y="219124"/>
                    <a:pt x="59497" y="223315"/>
                    <a:pt x="43590" y="233030"/>
                  </a:cubicBezTo>
                  <a:cubicBezTo>
                    <a:pt x="27684" y="242746"/>
                    <a:pt x="67593" y="262939"/>
                    <a:pt x="93692" y="260939"/>
                  </a:cubicBezTo>
                  <a:cubicBezTo>
                    <a:pt x="119790" y="258938"/>
                    <a:pt x="149032" y="243222"/>
                    <a:pt x="157128" y="226458"/>
                  </a:cubicBezTo>
                  <a:cubicBezTo>
                    <a:pt x="165986" y="207884"/>
                    <a:pt x="165129" y="185786"/>
                    <a:pt x="153890" y="186263"/>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5" name="Google Shape;285;p12"/>
            <p:cNvSpPr/>
            <p:nvPr/>
          </p:nvSpPr>
          <p:spPr>
            <a:xfrm>
              <a:off x="8197056" y="3589895"/>
              <a:ext cx="200560" cy="332104"/>
            </a:xfrm>
            <a:custGeom>
              <a:avLst/>
              <a:gdLst/>
              <a:ahLst/>
              <a:cxnLst/>
              <a:rect l="l" t="t" r="r" b="b"/>
              <a:pathLst>
                <a:path w="250857" h="415389" extrusionOk="0">
                  <a:moveTo>
                    <a:pt x="164275" y="4121"/>
                  </a:moveTo>
                  <a:cubicBezTo>
                    <a:pt x="168847" y="15551"/>
                    <a:pt x="157131" y="29553"/>
                    <a:pt x="126175" y="39364"/>
                  </a:cubicBezTo>
                  <a:cubicBezTo>
                    <a:pt x="95218" y="49174"/>
                    <a:pt x="92266" y="36506"/>
                    <a:pt x="92266" y="36506"/>
                  </a:cubicBezTo>
                  <a:cubicBezTo>
                    <a:pt x="71558" y="45793"/>
                    <a:pt x="51375" y="56194"/>
                    <a:pt x="31782" y="67653"/>
                  </a:cubicBezTo>
                  <a:cubicBezTo>
                    <a:pt x="12732" y="80702"/>
                    <a:pt x="4921" y="118516"/>
                    <a:pt x="2350" y="181953"/>
                  </a:cubicBezTo>
                  <a:cubicBezTo>
                    <a:pt x="-508" y="255676"/>
                    <a:pt x="-794" y="365119"/>
                    <a:pt x="1683" y="383978"/>
                  </a:cubicBezTo>
                  <a:cubicBezTo>
                    <a:pt x="1683" y="383978"/>
                    <a:pt x="36544" y="418745"/>
                    <a:pt x="81217" y="415125"/>
                  </a:cubicBezTo>
                  <a:cubicBezTo>
                    <a:pt x="125889" y="411506"/>
                    <a:pt x="200946" y="371977"/>
                    <a:pt x="219139" y="341401"/>
                  </a:cubicBezTo>
                  <a:cubicBezTo>
                    <a:pt x="218662" y="276727"/>
                    <a:pt x="211042" y="266249"/>
                    <a:pt x="221520" y="229006"/>
                  </a:cubicBezTo>
                  <a:cubicBezTo>
                    <a:pt x="245523" y="143281"/>
                    <a:pt x="258096" y="108801"/>
                    <a:pt x="246475" y="52127"/>
                  </a:cubicBezTo>
                  <a:cubicBezTo>
                    <a:pt x="236950" y="5359"/>
                    <a:pt x="223425" y="-451"/>
                    <a:pt x="204946" y="25"/>
                  </a:cubicBezTo>
                  <a:cubicBezTo>
                    <a:pt x="191326" y="683"/>
                    <a:pt x="177752" y="2045"/>
                    <a:pt x="164275" y="4121"/>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6" name="Google Shape;286;p12"/>
            <p:cNvSpPr/>
            <p:nvPr/>
          </p:nvSpPr>
          <p:spPr>
            <a:xfrm>
              <a:off x="8000839" y="3631642"/>
              <a:ext cx="254644" cy="198374"/>
            </a:xfrm>
            <a:custGeom>
              <a:avLst/>
              <a:gdLst/>
              <a:ahLst/>
              <a:cxnLst/>
              <a:rect l="l" t="t" r="r" b="b"/>
              <a:pathLst>
                <a:path w="318504" h="248122" extrusionOk="0">
                  <a:moveTo>
                    <a:pt x="177479" y="190982"/>
                  </a:moveTo>
                  <a:cubicBezTo>
                    <a:pt x="214150" y="200507"/>
                    <a:pt x="222723" y="177171"/>
                    <a:pt x="227580" y="158026"/>
                  </a:cubicBezTo>
                  <a:cubicBezTo>
                    <a:pt x="239201" y="111734"/>
                    <a:pt x="245487" y="69920"/>
                    <a:pt x="254155" y="43726"/>
                  </a:cubicBezTo>
                  <a:cubicBezTo>
                    <a:pt x="264442" y="12674"/>
                    <a:pt x="275110" y="7721"/>
                    <a:pt x="290255" y="1721"/>
                  </a:cubicBezTo>
                  <a:cubicBezTo>
                    <a:pt x="307876" y="-5423"/>
                    <a:pt x="323116" y="9531"/>
                    <a:pt x="317210" y="49346"/>
                  </a:cubicBezTo>
                  <a:cubicBezTo>
                    <a:pt x="310010" y="95104"/>
                    <a:pt x="298789" y="140138"/>
                    <a:pt x="283683" y="183934"/>
                  </a:cubicBezTo>
                  <a:cubicBezTo>
                    <a:pt x="279110" y="198412"/>
                    <a:pt x="268919" y="224034"/>
                    <a:pt x="253583" y="236417"/>
                  </a:cubicBezTo>
                  <a:cubicBezTo>
                    <a:pt x="234533" y="251656"/>
                    <a:pt x="205958" y="250990"/>
                    <a:pt x="163096" y="240322"/>
                  </a:cubicBezTo>
                  <a:cubicBezTo>
                    <a:pt x="144808" y="235750"/>
                    <a:pt x="124996" y="224796"/>
                    <a:pt x="89849" y="208604"/>
                  </a:cubicBezTo>
                  <a:cubicBezTo>
                    <a:pt x="80324" y="204222"/>
                    <a:pt x="73275" y="201364"/>
                    <a:pt x="55368" y="192983"/>
                  </a:cubicBezTo>
                  <a:cubicBezTo>
                    <a:pt x="37423" y="184886"/>
                    <a:pt x="21678" y="172599"/>
                    <a:pt x="9458" y="157169"/>
                  </a:cubicBezTo>
                  <a:cubicBezTo>
                    <a:pt x="-67" y="143548"/>
                    <a:pt x="-1115" y="137166"/>
                    <a:pt x="790" y="134118"/>
                  </a:cubicBezTo>
                  <a:cubicBezTo>
                    <a:pt x="2695" y="131070"/>
                    <a:pt x="7458" y="131070"/>
                    <a:pt x="12410" y="136785"/>
                  </a:cubicBezTo>
                  <a:cubicBezTo>
                    <a:pt x="19697" y="146405"/>
                    <a:pt x="28632" y="154664"/>
                    <a:pt x="38795" y="161169"/>
                  </a:cubicBezTo>
                  <a:cubicBezTo>
                    <a:pt x="38795" y="161169"/>
                    <a:pt x="27174" y="149168"/>
                    <a:pt x="20983" y="141452"/>
                  </a:cubicBezTo>
                  <a:cubicBezTo>
                    <a:pt x="15363" y="134547"/>
                    <a:pt x="10686" y="126927"/>
                    <a:pt x="7076" y="118783"/>
                  </a:cubicBezTo>
                  <a:cubicBezTo>
                    <a:pt x="3743" y="110877"/>
                    <a:pt x="10601" y="99733"/>
                    <a:pt x="15744" y="105734"/>
                  </a:cubicBezTo>
                  <a:cubicBezTo>
                    <a:pt x="20888" y="111734"/>
                    <a:pt x="23459" y="117164"/>
                    <a:pt x="32889" y="128498"/>
                  </a:cubicBezTo>
                  <a:cubicBezTo>
                    <a:pt x="37880" y="134547"/>
                    <a:pt x="43567" y="139985"/>
                    <a:pt x="49844" y="144691"/>
                  </a:cubicBezTo>
                  <a:cubicBezTo>
                    <a:pt x="43977" y="136738"/>
                    <a:pt x="38757" y="128327"/>
                    <a:pt x="34223" y="119545"/>
                  </a:cubicBezTo>
                  <a:cubicBezTo>
                    <a:pt x="30213" y="112649"/>
                    <a:pt x="28232" y="104753"/>
                    <a:pt x="28508" y="96780"/>
                  </a:cubicBezTo>
                  <a:cubicBezTo>
                    <a:pt x="28508" y="92684"/>
                    <a:pt x="34699" y="87731"/>
                    <a:pt x="40128" y="95637"/>
                  </a:cubicBezTo>
                  <a:cubicBezTo>
                    <a:pt x="45510" y="106372"/>
                    <a:pt x="52130" y="116440"/>
                    <a:pt x="59845" y="125641"/>
                  </a:cubicBezTo>
                  <a:cubicBezTo>
                    <a:pt x="68227" y="134309"/>
                    <a:pt x="75275" y="139357"/>
                    <a:pt x="75466" y="136880"/>
                  </a:cubicBezTo>
                  <a:cubicBezTo>
                    <a:pt x="75657" y="134404"/>
                    <a:pt x="70418" y="129737"/>
                    <a:pt x="67465" y="119640"/>
                  </a:cubicBezTo>
                  <a:cubicBezTo>
                    <a:pt x="64512" y="109544"/>
                    <a:pt x="67465" y="98876"/>
                    <a:pt x="73085" y="97637"/>
                  </a:cubicBezTo>
                  <a:cubicBezTo>
                    <a:pt x="78705" y="96399"/>
                    <a:pt x="77561" y="96780"/>
                    <a:pt x="82038" y="106305"/>
                  </a:cubicBezTo>
                  <a:cubicBezTo>
                    <a:pt x="88230" y="116002"/>
                    <a:pt x="93792" y="126089"/>
                    <a:pt x="98707" y="136499"/>
                  </a:cubicBezTo>
                  <a:cubicBezTo>
                    <a:pt x="101536" y="146263"/>
                    <a:pt x="106699" y="155187"/>
                    <a:pt x="113757" y="162503"/>
                  </a:cubicBezTo>
                  <a:cubicBezTo>
                    <a:pt x="122805" y="171647"/>
                    <a:pt x="142713" y="182219"/>
                    <a:pt x="177479" y="190982"/>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7" name="Google Shape;287;p12"/>
            <p:cNvSpPr/>
            <p:nvPr/>
          </p:nvSpPr>
          <p:spPr>
            <a:xfrm>
              <a:off x="8187055" y="3627341"/>
              <a:ext cx="77484" cy="113419"/>
            </a:xfrm>
            <a:custGeom>
              <a:avLst/>
              <a:gdLst/>
              <a:ahLst/>
              <a:cxnLst/>
              <a:rect l="l" t="t" r="r" b="b"/>
              <a:pathLst>
                <a:path w="96916" h="141862" extrusionOk="0">
                  <a:moveTo>
                    <a:pt x="70866" y="624"/>
                  </a:moveTo>
                  <a:cubicBezTo>
                    <a:pt x="46387" y="-2900"/>
                    <a:pt x="29146" y="8053"/>
                    <a:pt x="18288" y="45105"/>
                  </a:cubicBezTo>
                  <a:cubicBezTo>
                    <a:pt x="7429" y="82158"/>
                    <a:pt x="0" y="112638"/>
                    <a:pt x="0" y="112638"/>
                  </a:cubicBezTo>
                  <a:cubicBezTo>
                    <a:pt x="9677" y="126611"/>
                    <a:pt x="24336" y="136355"/>
                    <a:pt x="40957" y="139879"/>
                  </a:cubicBezTo>
                  <a:cubicBezTo>
                    <a:pt x="70199" y="146928"/>
                    <a:pt x="80772" y="132926"/>
                    <a:pt x="80772" y="132926"/>
                  </a:cubicBezTo>
                  <a:cubicBezTo>
                    <a:pt x="80772" y="132926"/>
                    <a:pt x="88868" y="94064"/>
                    <a:pt x="93916" y="67680"/>
                  </a:cubicBezTo>
                  <a:cubicBezTo>
                    <a:pt x="98965" y="41295"/>
                    <a:pt x="101155" y="5101"/>
                    <a:pt x="70866" y="624"/>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8" name="Google Shape;288;p12"/>
            <p:cNvSpPr/>
            <p:nvPr/>
          </p:nvSpPr>
          <p:spPr>
            <a:xfrm>
              <a:off x="8224358" y="3433131"/>
              <a:ext cx="126435" cy="139356"/>
            </a:xfrm>
            <a:custGeom>
              <a:avLst/>
              <a:gdLst/>
              <a:ahLst/>
              <a:cxnLst/>
              <a:rect l="l" t="t" r="r" b="b"/>
              <a:pathLst>
                <a:path w="158142" h="174304" extrusionOk="0">
                  <a:moveTo>
                    <a:pt x="8872" y="71897"/>
                  </a:moveTo>
                  <a:cubicBezTo>
                    <a:pt x="8872" y="71897"/>
                    <a:pt x="-29704" y="13223"/>
                    <a:pt x="54021" y="1221"/>
                  </a:cubicBezTo>
                  <a:cubicBezTo>
                    <a:pt x="114409" y="-7446"/>
                    <a:pt x="153176" y="31416"/>
                    <a:pt x="157653" y="73516"/>
                  </a:cubicBezTo>
                  <a:cubicBezTo>
                    <a:pt x="161939" y="113712"/>
                    <a:pt x="137174" y="155527"/>
                    <a:pt x="119553" y="172100"/>
                  </a:cubicBezTo>
                  <a:cubicBezTo>
                    <a:pt x="101960" y="176519"/>
                    <a:pt x="83358" y="174243"/>
                    <a:pt x="67356" y="165718"/>
                  </a:cubicBezTo>
                  <a:cubicBezTo>
                    <a:pt x="66403" y="154793"/>
                    <a:pt x="66022" y="143820"/>
                    <a:pt x="66213" y="132857"/>
                  </a:cubicBezTo>
                  <a:cubicBezTo>
                    <a:pt x="66213" y="132857"/>
                    <a:pt x="95359" y="70849"/>
                    <a:pt x="8872" y="71897"/>
                  </a:cubicBezTo>
                  <a:close/>
                </a:path>
              </a:pathLst>
            </a:custGeom>
            <a:solidFill>
              <a:srgbClr val="2B2A3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89" name="Google Shape;289;p12"/>
            <p:cNvGrpSpPr/>
            <p:nvPr/>
          </p:nvGrpSpPr>
          <p:grpSpPr>
            <a:xfrm>
              <a:off x="6544681" y="927100"/>
              <a:ext cx="264550" cy="200503"/>
              <a:chOff x="6621095" y="1452181"/>
              <a:chExt cx="330894" cy="250785"/>
            </a:xfrm>
          </p:grpSpPr>
          <p:sp>
            <p:nvSpPr>
              <p:cNvPr id="290" name="Google Shape;290;p12"/>
              <p:cNvSpPr/>
              <p:nvPr/>
            </p:nvSpPr>
            <p:spPr>
              <a:xfrm>
                <a:off x="6648789" y="1521520"/>
                <a:ext cx="303199" cy="174500"/>
              </a:xfrm>
              <a:custGeom>
                <a:avLst/>
                <a:gdLst/>
                <a:ahLst/>
                <a:cxnLst/>
                <a:rect l="l" t="t" r="r" b="b"/>
                <a:pathLst>
                  <a:path w="303199" h="174500" extrusionOk="0">
                    <a:moveTo>
                      <a:pt x="0" y="63249"/>
                    </a:moveTo>
                    <a:lnTo>
                      <a:pt x="107878" y="860"/>
                    </a:lnTo>
                    <a:cubicBezTo>
                      <a:pt x="109779" y="-287"/>
                      <a:pt x="112155" y="-287"/>
                      <a:pt x="114056" y="860"/>
                    </a:cubicBezTo>
                    <a:lnTo>
                      <a:pt x="303200" y="110302"/>
                    </a:lnTo>
                    <a:lnTo>
                      <a:pt x="192280" y="174501"/>
                    </a:ln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1" name="Google Shape;291;p12"/>
              <p:cNvSpPr/>
              <p:nvPr/>
            </p:nvSpPr>
            <p:spPr>
              <a:xfrm>
                <a:off x="6790409" y="1564671"/>
                <a:ext cx="79173" cy="45815"/>
              </a:xfrm>
              <a:custGeom>
                <a:avLst/>
                <a:gdLst/>
                <a:ahLst/>
                <a:cxnLst/>
                <a:rect l="l" t="t" r="r" b="b"/>
                <a:pathLst>
                  <a:path w="79173" h="45815" extrusionOk="0">
                    <a:moveTo>
                      <a:pt x="79174" y="29242"/>
                    </a:moveTo>
                    <a:lnTo>
                      <a:pt x="50660" y="45815"/>
                    </a:lnTo>
                    <a:lnTo>
                      <a:pt x="0" y="16478"/>
                    </a:lnTo>
                    <a:lnTo>
                      <a:pt x="28514" y="0"/>
                    </a:lnTo>
                    <a:lnTo>
                      <a:pt x="79174" y="29242"/>
                    </a:lnTo>
                    <a:close/>
                  </a:path>
                </a:pathLst>
              </a:custGeom>
              <a:solidFill>
                <a:srgbClr val="000000">
                  <a:alpha val="149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2" name="Google Shape;292;p12"/>
              <p:cNvSpPr/>
              <p:nvPr/>
            </p:nvSpPr>
            <p:spPr>
              <a:xfrm>
                <a:off x="6648780" y="1584674"/>
                <a:ext cx="303209" cy="118292"/>
              </a:xfrm>
              <a:custGeom>
                <a:avLst/>
                <a:gdLst/>
                <a:ahLst/>
                <a:cxnLst/>
                <a:rect l="l" t="t" r="r" b="b"/>
                <a:pathLst>
                  <a:path w="303209" h="118292" extrusionOk="0">
                    <a:moveTo>
                      <a:pt x="303209" y="47149"/>
                    </a:moveTo>
                    <a:lnTo>
                      <a:pt x="303209" y="49721"/>
                    </a:lnTo>
                    <a:cubicBezTo>
                      <a:pt x="303237" y="53440"/>
                      <a:pt x="301279" y="56892"/>
                      <a:pt x="298076" y="58769"/>
                    </a:cubicBezTo>
                    <a:lnTo>
                      <a:pt x="197517" y="116872"/>
                    </a:lnTo>
                    <a:cubicBezTo>
                      <a:pt x="194323" y="118766"/>
                      <a:pt x="190350" y="118766"/>
                      <a:pt x="187157" y="116872"/>
                    </a:cubicBezTo>
                    <a:lnTo>
                      <a:pt x="5237" y="12097"/>
                    </a:lnTo>
                    <a:cubicBezTo>
                      <a:pt x="1863" y="10147"/>
                      <a:pt x="-153" y="6475"/>
                      <a:pt x="9" y="2572"/>
                    </a:cubicBezTo>
                    <a:lnTo>
                      <a:pt x="9" y="0"/>
                    </a:lnTo>
                    <a:lnTo>
                      <a:pt x="192289" y="111252"/>
                    </a:lnTo>
                    <a:close/>
                  </a:path>
                </a:pathLst>
              </a:custGeom>
              <a:solidFill>
                <a:srgbClr val="E5E5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3" name="Google Shape;293;p12"/>
              <p:cNvSpPr/>
              <p:nvPr/>
            </p:nvSpPr>
            <p:spPr>
              <a:xfrm>
                <a:off x="6621095" y="1454086"/>
                <a:ext cx="217122" cy="244320"/>
              </a:xfrm>
              <a:custGeom>
                <a:avLst/>
                <a:gdLst/>
                <a:ahLst/>
                <a:cxnLst/>
                <a:rect l="l" t="t" r="r" b="b"/>
                <a:pathLst>
                  <a:path w="217122" h="244320" extrusionOk="0">
                    <a:moveTo>
                      <a:pt x="217123" y="243459"/>
                    </a:moveTo>
                    <a:cubicBezTo>
                      <a:pt x="213644" y="244834"/>
                      <a:pt x="209728" y="244552"/>
                      <a:pt x="206478" y="242697"/>
                    </a:cubicBezTo>
                    <a:lnTo>
                      <a:pt x="25888" y="137922"/>
                    </a:lnTo>
                    <a:cubicBezTo>
                      <a:pt x="22695" y="136081"/>
                      <a:pt x="20499" y="132899"/>
                      <a:pt x="19900" y="129254"/>
                    </a:cubicBezTo>
                    <a:lnTo>
                      <a:pt x="36" y="10763"/>
                    </a:lnTo>
                    <a:cubicBezTo>
                      <a:pt x="-12" y="10097"/>
                      <a:pt x="-12" y="9429"/>
                      <a:pt x="36" y="8763"/>
                    </a:cubicBezTo>
                    <a:cubicBezTo>
                      <a:pt x="26" y="5457"/>
                      <a:pt x="1366" y="2291"/>
                      <a:pt x="3743" y="0"/>
                    </a:cubicBezTo>
                    <a:lnTo>
                      <a:pt x="191935" y="108871"/>
                    </a:lnTo>
                    <a:cubicBezTo>
                      <a:pt x="194226" y="110281"/>
                      <a:pt x="195813" y="112601"/>
                      <a:pt x="196307" y="115252"/>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4" name="Google Shape;294;p12"/>
              <p:cNvSpPr/>
              <p:nvPr/>
            </p:nvSpPr>
            <p:spPr>
              <a:xfrm>
                <a:off x="6624647" y="1452181"/>
                <a:ext cx="216421" cy="245364"/>
              </a:xfrm>
              <a:custGeom>
                <a:avLst/>
                <a:gdLst/>
                <a:ahLst/>
                <a:cxnLst/>
                <a:rect l="l" t="t" r="r" b="b"/>
                <a:pathLst>
                  <a:path w="216421" h="245364" extrusionOk="0">
                    <a:moveTo>
                      <a:pt x="216422" y="243840"/>
                    </a:moveTo>
                    <a:lnTo>
                      <a:pt x="215186" y="244602"/>
                    </a:lnTo>
                    <a:lnTo>
                      <a:pt x="213570" y="245364"/>
                    </a:lnTo>
                    <a:lnTo>
                      <a:pt x="192090" y="117157"/>
                    </a:lnTo>
                    <a:cubicBezTo>
                      <a:pt x="191596" y="114506"/>
                      <a:pt x="190008" y="112186"/>
                      <a:pt x="187718" y="110776"/>
                    </a:cubicBezTo>
                    <a:lnTo>
                      <a:pt x="0" y="1905"/>
                    </a:lnTo>
                    <a:cubicBezTo>
                      <a:pt x="694" y="1117"/>
                      <a:pt x="1530" y="471"/>
                      <a:pt x="2471" y="0"/>
                    </a:cubicBezTo>
                    <a:lnTo>
                      <a:pt x="191044" y="109061"/>
                    </a:lnTo>
                    <a:cubicBezTo>
                      <a:pt x="193373" y="110453"/>
                      <a:pt x="194998" y="112774"/>
                      <a:pt x="195512" y="115443"/>
                    </a:cubicBezTo>
                    <a:close/>
                  </a:path>
                </a:pathLst>
              </a:custGeom>
              <a:solidFill>
                <a:srgbClr val="E5E5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95" name="Google Shape;295;p12"/>
            <p:cNvGrpSpPr/>
            <p:nvPr/>
          </p:nvGrpSpPr>
          <p:grpSpPr>
            <a:xfrm>
              <a:off x="7210360" y="1314224"/>
              <a:ext cx="264550" cy="200503"/>
              <a:chOff x="6621095" y="1452181"/>
              <a:chExt cx="330894" cy="250785"/>
            </a:xfrm>
          </p:grpSpPr>
          <p:sp>
            <p:nvSpPr>
              <p:cNvPr id="296" name="Google Shape;296;p12"/>
              <p:cNvSpPr/>
              <p:nvPr/>
            </p:nvSpPr>
            <p:spPr>
              <a:xfrm>
                <a:off x="6648789" y="1521520"/>
                <a:ext cx="303199" cy="174500"/>
              </a:xfrm>
              <a:custGeom>
                <a:avLst/>
                <a:gdLst/>
                <a:ahLst/>
                <a:cxnLst/>
                <a:rect l="l" t="t" r="r" b="b"/>
                <a:pathLst>
                  <a:path w="303199" h="174500" extrusionOk="0">
                    <a:moveTo>
                      <a:pt x="0" y="63249"/>
                    </a:moveTo>
                    <a:lnTo>
                      <a:pt x="107878" y="860"/>
                    </a:lnTo>
                    <a:cubicBezTo>
                      <a:pt x="109779" y="-287"/>
                      <a:pt x="112155" y="-287"/>
                      <a:pt x="114056" y="860"/>
                    </a:cubicBezTo>
                    <a:lnTo>
                      <a:pt x="303200" y="110302"/>
                    </a:lnTo>
                    <a:lnTo>
                      <a:pt x="192280" y="174501"/>
                    </a:ln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7" name="Google Shape;297;p12"/>
              <p:cNvSpPr/>
              <p:nvPr/>
            </p:nvSpPr>
            <p:spPr>
              <a:xfrm>
                <a:off x="6790409" y="1564671"/>
                <a:ext cx="79173" cy="45815"/>
              </a:xfrm>
              <a:custGeom>
                <a:avLst/>
                <a:gdLst/>
                <a:ahLst/>
                <a:cxnLst/>
                <a:rect l="l" t="t" r="r" b="b"/>
                <a:pathLst>
                  <a:path w="79173" h="45815" extrusionOk="0">
                    <a:moveTo>
                      <a:pt x="79174" y="29242"/>
                    </a:moveTo>
                    <a:lnTo>
                      <a:pt x="50660" y="45815"/>
                    </a:lnTo>
                    <a:lnTo>
                      <a:pt x="0" y="16478"/>
                    </a:lnTo>
                    <a:lnTo>
                      <a:pt x="28514" y="0"/>
                    </a:lnTo>
                    <a:lnTo>
                      <a:pt x="79174" y="29242"/>
                    </a:lnTo>
                    <a:close/>
                  </a:path>
                </a:pathLst>
              </a:custGeom>
              <a:solidFill>
                <a:srgbClr val="000000">
                  <a:alpha val="149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8" name="Google Shape;298;p12"/>
              <p:cNvSpPr/>
              <p:nvPr/>
            </p:nvSpPr>
            <p:spPr>
              <a:xfrm>
                <a:off x="6648780" y="1584674"/>
                <a:ext cx="303209" cy="118292"/>
              </a:xfrm>
              <a:custGeom>
                <a:avLst/>
                <a:gdLst/>
                <a:ahLst/>
                <a:cxnLst/>
                <a:rect l="l" t="t" r="r" b="b"/>
                <a:pathLst>
                  <a:path w="303209" h="118292" extrusionOk="0">
                    <a:moveTo>
                      <a:pt x="303209" y="47149"/>
                    </a:moveTo>
                    <a:lnTo>
                      <a:pt x="303209" y="49721"/>
                    </a:lnTo>
                    <a:cubicBezTo>
                      <a:pt x="303237" y="53440"/>
                      <a:pt x="301279" y="56892"/>
                      <a:pt x="298076" y="58769"/>
                    </a:cubicBezTo>
                    <a:lnTo>
                      <a:pt x="197517" y="116872"/>
                    </a:lnTo>
                    <a:cubicBezTo>
                      <a:pt x="194323" y="118766"/>
                      <a:pt x="190350" y="118766"/>
                      <a:pt x="187157" y="116872"/>
                    </a:cubicBezTo>
                    <a:lnTo>
                      <a:pt x="5237" y="12097"/>
                    </a:lnTo>
                    <a:cubicBezTo>
                      <a:pt x="1863" y="10147"/>
                      <a:pt x="-153" y="6475"/>
                      <a:pt x="9" y="2572"/>
                    </a:cubicBezTo>
                    <a:lnTo>
                      <a:pt x="9" y="0"/>
                    </a:lnTo>
                    <a:lnTo>
                      <a:pt x="192289" y="111252"/>
                    </a:lnTo>
                    <a:close/>
                  </a:path>
                </a:pathLst>
              </a:custGeom>
              <a:solidFill>
                <a:srgbClr val="E5E5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9" name="Google Shape;299;p12"/>
              <p:cNvSpPr/>
              <p:nvPr/>
            </p:nvSpPr>
            <p:spPr>
              <a:xfrm>
                <a:off x="6621095" y="1454086"/>
                <a:ext cx="217122" cy="244320"/>
              </a:xfrm>
              <a:custGeom>
                <a:avLst/>
                <a:gdLst/>
                <a:ahLst/>
                <a:cxnLst/>
                <a:rect l="l" t="t" r="r" b="b"/>
                <a:pathLst>
                  <a:path w="217122" h="244320" extrusionOk="0">
                    <a:moveTo>
                      <a:pt x="217123" y="243459"/>
                    </a:moveTo>
                    <a:cubicBezTo>
                      <a:pt x="213644" y="244834"/>
                      <a:pt x="209728" y="244552"/>
                      <a:pt x="206478" y="242697"/>
                    </a:cubicBezTo>
                    <a:lnTo>
                      <a:pt x="25888" y="137922"/>
                    </a:lnTo>
                    <a:cubicBezTo>
                      <a:pt x="22695" y="136081"/>
                      <a:pt x="20499" y="132899"/>
                      <a:pt x="19900" y="129254"/>
                    </a:cubicBezTo>
                    <a:lnTo>
                      <a:pt x="36" y="10763"/>
                    </a:lnTo>
                    <a:cubicBezTo>
                      <a:pt x="-12" y="10097"/>
                      <a:pt x="-12" y="9429"/>
                      <a:pt x="36" y="8763"/>
                    </a:cubicBezTo>
                    <a:cubicBezTo>
                      <a:pt x="26" y="5457"/>
                      <a:pt x="1366" y="2291"/>
                      <a:pt x="3743" y="0"/>
                    </a:cubicBezTo>
                    <a:lnTo>
                      <a:pt x="191935" y="108871"/>
                    </a:lnTo>
                    <a:cubicBezTo>
                      <a:pt x="194226" y="110281"/>
                      <a:pt x="195813" y="112601"/>
                      <a:pt x="196307" y="115252"/>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0" name="Google Shape;300;p12"/>
              <p:cNvSpPr/>
              <p:nvPr/>
            </p:nvSpPr>
            <p:spPr>
              <a:xfrm>
                <a:off x="6624647" y="1452181"/>
                <a:ext cx="216421" cy="245364"/>
              </a:xfrm>
              <a:custGeom>
                <a:avLst/>
                <a:gdLst/>
                <a:ahLst/>
                <a:cxnLst/>
                <a:rect l="l" t="t" r="r" b="b"/>
                <a:pathLst>
                  <a:path w="216421" h="245364" extrusionOk="0">
                    <a:moveTo>
                      <a:pt x="216422" y="243840"/>
                    </a:moveTo>
                    <a:lnTo>
                      <a:pt x="215186" y="244602"/>
                    </a:lnTo>
                    <a:lnTo>
                      <a:pt x="213570" y="245364"/>
                    </a:lnTo>
                    <a:lnTo>
                      <a:pt x="192090" y="117157"/>
                    </a:lnTo>
                    <a:cubicBezTo>
                      <a:pt x="191596" y="114506"/>
                      <a:pt x="190008" y="112186"/>
                      <a:pt x="187718" y="110776"/>
                    </a:cubicBezTo>
                    <a:lnTo>
                      <a:pt x="0" y="1905"/>
                    </a:lnTo>
                    <a:cubicBezTo>
                      <a:pt x="694" y="1117"/>
                      <a:pt x="1530" y="471"/>
                      <a:pt x="2471" y="0"/>
                    </a:cubicBezTo>
                    <a:lnTo>
                      <a:pt x="191044" y="109061"/>
                    </a:lnTo>
                    <a:cubicBezTo>
                      <a:pt x="193373" y="110453"/>
                      <a:pt x="194998" y="112774"/>
                      <a:pt x="195512" y="115443"/>
                    </a:cubicBezTo>
                    <a:close/>
                  </a:path>
                </a:pathLst>
              </a:custGeom>
              <a:solidFill>
                <a:srgbClr val="E5E5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01" name="Google Shape;301;p12"/>
            <p:cNvSpPr/>
            <p:nvPr/>
          </p:nvSpPr>
          <p:spPr>
            <a:xfrm>
              <a:off x="7451033" y="1163186"/>
              <a:ext cx="126280" cy="353110"/>
            </a:xfrm>
            <a:custGeom>
              <a:avLst/>
              <a:gdLst/>
              <a:ahLst/>
              <a:cxnLst/>
              <a:rect l="l" t="t" r="r" b="b"/>
              <a:pathLst>
                <a:path w="157949" h="441664" extrusionOk="0">
                  <a:moveTo>
                    <a:pt x="12203" y="371070"/>
                  </a:moveTo>
                  <a:cubicBezTo>
                    <a:pt x="20680" y="365574"/>
                    <a:pt x="29462" y="360555"/>
                    <a:pt x="38492" y="356021"/>
                  </a:cubicBezTo>
                  <a:cubicBezTo>
                    <a:pt x="46960" y="353439"/>
                    <a:pt x="54656" y="348791"/>
                    <a:pt x="60876" y="342495"/>
                  </a:cubicBezTo>
                  <a:cubicBezTo>
                    <a:pt x="69162" y="334399"/>
                    <a:pt x="82593" y="304395"/>
                    <a:pt x="92118" y="274391"/>
                  </a:cubicBezTo>
                  <a:cubicBezTo>
                    <a:pt x="101785" y="240846"/>
                    <a:pt x="105624" y="205889"/>
                    <a:pt x="103452" y="171045"/>
                  </a:cubicBezTo>
                  <a:cubicBezTo>
                    <a:pt x="99357" y="129516"/>
                    <a:pt x="84402" y="71318"/>
                    <a:pt x="80593" y="47220"/>
                  </a:cubicBezTo>
                  <a:cubicBezTo>
                    <a:pt x="76782" y="23122"/>
                    <a:pt x="84498" y="13692"/>
                    <a:pt x="95642" y="4929"/>
                  </a:cubicBezTo>
                  <a:cubicBezTo>
                    <a:pt x="108691" y="-5453"/>
                    <a:pt x="126789" y="-881"/>
                    <a:pt x="136409" y="32647"/>
                  </a:cubicBezTo>
                  <a:cubicBezTo>
                    <a:pt x="148810" y="79078"/>
                    <a:pt x="156030" y="126740"/>
                    <a:pt x="157935" y="174760"/>
                  </a:cubicBezTo>
                  <a:cubicBezTo>
                    <a:pt x="158269" y="210341"/>
                    <a:pt x="152773" y="245736"/>
                    <a:pt x="141648" y="279535"/>
                  </a:cubicBezTo>
                  <a:cubicBezTo>
                    <a:pt x="131656" y="308501"/>
                    <a:pt x="118226" y="336161"/>
                    <a:pt x="101643" y="361926"/>
                  </a:cubicBezTo>
                  <a:cubicBezTo>
                    <a:pt x="97071" y="369737"/>
                    <a:pt x="95547" y="376595"/>
                    <a:pt x="88498" y="392406"/>
                  </a:cubicBezTo>
                  <a:cubicBezTo>
                    <a:pt x="81745" y="408237"/>
                    <a:pt x="71258" y="422191"/>
                    <a:pt x="57923" y="433078"/>
                  </a:cubicBezTo>
                  <a:cubicBezTo>
                    <a:pt x="46112" y="441555"/>
                    <a:pt x="40587" y="442603"/>
                    <a:pt x="37825" y="441079"/>
                  </a:cubicBezTo>
                  <a:cubicBezTo>
                    <a:pt x="35063" y="439555"/>
                    <a:pt x="35063" y="435364"/>
                    <a:pt x="40016" y="430887"/>
                  </a:cubicBezTo>
                  <a:cubicBezTo>
                    <a:pt x="48341" y="424391"/>
                    <a:pt x="55437" y="416457"/>
                    <a:pt x="60971" y="407456"/>
                  </a:cubicBezTo>
                  <a:cubicBezTo>
                    <a:pt x="60971" y="407456"/>
                    <a:pt x="50684" y="417743"/>
                    <a:pt x="44017" y="423362"/>
                  </a:cubicBezTo>
                  <a:cubicBezTo>
                    <a:pt x="38044" y="428354"/>
                    <a:pt x="31443" y="432545"/>
                    <a:pt x="24395" y="435840"/>
                  </a:cubicBezTo>
                  <a:cubicBezTo>
                    <a:pt x="17537" y="438888"/>
                    <a:pt x="8012" y="433078"/>
                    <a:pt x="12870" y="428411"/>
                  </a:cubicBezTo>
                  <a:cubicBezTo>
                    <a:pt x="17727" y="423743"/>
                    <a:pt x="22395" y="421553"/>
                    <a:pt x="32491" y="413076"/>
                  </a:cubicBezTo>
                  <a:cubicBezTo>
                    <a:pt x="37701" y="408580"/>
                    <a:pt x="42369" y="403503"/>
                    <a:pt x="46398" y="397931"/>
                  </a:cubicBezTo>
                  <a:cubicBezTo>
                    <a:pt x="39521" y="403208"/>
                    <a:pt x="32225" y="407922"/>
                    <a:pt x="24585" y="412028"/>
                  </a:cubicBezTo>
                  <a:cubicBezTo>
                    <a:pt x="18632" y="415685"/>
                    <a:pt x="11755" y="417533"/>
                    <a:pt x="4773" y="417362"/>
                  </a:cubicBezTo>
                  <a:cubicBezTo>
                    <a:pt x="1154" y="417362"/>
                    <a:pt x="-3228" y="412218"/>
                    <a:pt x="3535" y="407265"/>
                  </a:cubicBezTo>
                  <a:cubicBezTo>
                    <a:pt x="12879" y="402417"/>
                    <a:pt x="21604" y="396473"/>
                    <a:pt x="29538" y="389549"/>
                  </a:cubicBezTo>
                  <a:cubicBezTo>
                    <a:pt x="37063" y="382119"/>
                    <a:pt x="41254" y="375833"/>
                    <a:pt x="39063" y="375642"/>
                  </a:cubicBezTo>
                  <a:cubicBezTo>
                    <a:pt x="36873" y="375452"/>
                    <a:pt x="32872" y="380214"/>
                    <a:pt x="24109" y="382976"/>
                  </a:cubicBezTo>
                  <a:cubicBezTo>
                    <a:pt x="15346" y="385739"/>
                    <a:pt x="5917" y="382976"/>
                    <a:pt x="5059" y="378404"/>
                  </a:cubicBezTo>
                  <a:cubicBezTo>
                    <a:pt x="4202" y="373832"/>
                    <a:pt x="4011" y="375261"/>
                    <a:pt x="12203" y="371070"/>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2" name="Google Shape;302;p12"/>
            <p:cNvSpPr/>
            <p:nvPr/>
          </p:nvSpPr>
          <p:spPr>
            <a:xfrm>
              <a:off x="7509451" y="1160411"/>
              <a:ext cx="72725" cy="98625"/>
            </a:xfrm>
            <a:custGeom>
              <a:avLst/>
              <a:gdLst/>
              <a:ahLst/>
              <a:cxnLst/>
              <a:rect l="l" t="t" r="r" b="b"/>
              <a:pathLst>
                <a:path w="90963" h="123358" extrusionOk="0">
                  <a:moveTo>
                    <a:pt x="90964" y="98317"/>
                  </a:moveTo>
                  <a:cubicBezTo>
                    <a:pt x="90964" y="98317"/>
                    <a:pt x="58007" y="131083"/>
                    <a:pt x="19050" y="121653"/>
                  </a:cubicBezTo>
                  <a:cubicBezTo>
                    <a:pt x="13525" y="117843"/>
                    <a:pt x="0" y="41358"/>
                    <a:pt x="0" y="41358"/>
                  </a:cubicBezTo>
                  <a:cubicBezTo>
                    <a:pt x="0" y="41358"/>
                    <a:pt x="0" y="-1029"/>
                    <a:pt x="32480" y="19"/>
                  </a:cubicBezTo>
                  <a:cubicBezTo>
                    <a:pt x="64961" y="1067"/>
                    <a:pt x="90964" y="98317"/>
                    <a:pt x="90964" y="98317"/>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03" name="Google Shape;303;p12"/>
            <p:cNvGrpSpPr/>
            <p:nvPr/>
          </p:nvGrpSpPr>
          <p:grpSpPr>
            <a:xfrm flipH="1">
              <a:off x="8183210" y="2407472"/>
              <a:ext cx="780360" cy="1195999"/>
              <a:chOff x="3975528" y="3303922"/>
              <a:chExt cx="780360" cy="1195999"/>
            </a:xfrm>
          </p:grpSpPr>
          <p:sp>
            <p:nvSpPr>
              <p:cNvPr id="304" name="Google Shape;304;p12"/>
              <p:cNvSpPr/>
              <p:nvPr/>
            </p:nvSpPr>
            <p:spPr>
              <a:xfrm>
                <a:off x="4158598" y="4226660"/>
                <a:ext cx="285978" cy="165125"/>
              </a:xfrm>
              <a:custGeom>
                <a:avLst/>
                <a:gdLst/>
                <a:ahLst/>
                <a:cxnLst/>
                <a:rect l="l" t="t" r="r" b="b"/>
                <a:pathLst>
                  <a:path w="357473" h="206406" extrusionOk="0">
                    <a:moveTo>
                      <a:pt x="178689" y="206407"/>
                    </a:moveTo>
                    <a:lnTo>
                      <a:pt x="0" y="103251"/>
                    </a:lnTo>
                    <a:lnTo>
                      <a:pt x="178689" y="0"/>
                    </a:lnTo>
                    <a:lnTo>
                      <a:pt x="357473" y="103251"/>
                    </a:lnTo>
                    <a:lnTo>
                      <a:pt x="178689" y="206407"/>
                    </a:lnTo>
                    <a:close/>
                  </a:path>
                </a:pathLst>
              </a:custGeom>
              <a:solidFill>
                <a:srgbClr val="D6D8E5">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5" name="Google Shape;305;p12"/>
              <p:cNvSpPr/>
              <p:nvPr/>
            </p:nvSpPr>
            <p:spPr>
              <a:xfrm>
                <a:off x="4385076" y="4094459"/>
                <a:ext cx="285978" cy="165125"/>
              </a:xfrm>
              <a:custGeom>
                <a:avLst/>
                <a:gdLst/>
                <a:ahLst/>
                <a:cxnLst/>
                <a:rect l="l" t="t" r="r" b="b"/>
                <a:pathLst>
                  <a:path w="357473" h="206406" extrusionOk="0">
                    <a:moveTo>
                      <a:pt x="178784" y="206407"/>
                    </a:moveTo>
                    <a:lnTo>
                      <a:pt x="0" y="103251"/>
                    </a:lnTo>
                    <a:lnTo>
                      <a:pt x="178784" y="0"/>
                    </a:lnTo>
                    <a:lnTo>
                      <a:pt x="357473" y="103251"/>
                    </a:lnTo>
                    <a:lnTo>
                      <a:pt x="178784" y="206407"/>
                    </a:lnTo>
                    <a:close/>
                  </a:path>
                </a:pathLst>
              </a:custGeom>
              <a:solidFill>
                <a:srgbClr val="D6D8E5">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6" name="Google Shape;306;p12"/>
              <p:cNvSpPr/>
              <p:nvPr/>
            </p:nvSpPr>
            <p:spPr>
              <a:xfrm>
                <a:off x="4469909" y="3303922"/>
                <a:ext cx="285978" cy="165049"/>
              </a:xfrm>
              <a:custGeom>
                <a:avLst/>
                <a:gdLst/>
                <a:ahLst/>
                <a:cxnLst/>
                <a:rect l="l" t="t" r="r" b="b"/>
                <a:pathLst>
                  <a:path w="357473" h="206311" extrusionOk="0">
                    <a:moveTo>
                      <a:pt x="178784" y="206312"/>
                    </a:moveTo>
                    <a:lnTo>
                      <a:pt x="0" y="103156"/>
                    </a:lnTo>
                    <a:lnTo>
                      <a:pt x="178784" y="0"/>
                    </a:lnTo>
                    <a:lnTo>
                      <a:pt x="357473" y="103156"/>
                    </a:lnTo>
                    <a:lnTo>
                      <a:pt x="178784" y="206312"/>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7" name="Google Shape;307;p12"/>
              <p:cNvSpPr/>
              <p:nvPr/>
            </p:nvSpPr>
            <p:spPr>
              <a:xfrm>
                <a:off x="4469909" y="3386395"/>
                <a:ext cx="143027" cy="825855"/>
              </a:xfrm>
              <a:custGeom>
                <a:avLst/>
                <a:gdLst/>
                <a:ahLst/>
                <a:cxnLst/>
                <a:rect l="l" t="t" r="r" b="b"/>
                <a:pathLst>
                  <a:path w="178784" h="1032319" extrusionOk="0">
                    <a:moveTo>
                      <a:pt x="178784" y="1032320"/>
                    </a:moveTo>
                    <a:lnTo>
                      <a:pt x="0" y="929068"/>
                    </a:lnTo>
                    <a:lnTo>
                      <a:pt x="0" y="0"/>
                    </a:lnTo>
                    <a:lnTo>
                      <a:pt x="178784" y="103251"/>
                    </a:lnTo>
                    <a:lnTo>
                      <a:pt x="178784" y="103232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8" name="Google Shape;308;p12"/>
              <p:cNvSpPr/>
              <p:nvPr/>
            </p:nvSpPr>
            <p:spPr>
              <a:xfrm>
                <a:off x="4469909" y="3386395"/>
                <a:ext cx="143027" cy="825855"/>
              </a:xfrm>
              <a:custGeom>
                <a:avLst/>
                <a:gdLst/>
                <a:ahLst/>
                <a:cxnLst/>
                <a:rect l="l" t="t" r="r" b="b"/>
                <a:pathLst>
                  <a:path w="178784" h="1032319" extrusionOk="0">
                    <a:moveTo>
                      <a:pt x="178784" y="1032320"/>
                    </a:moveTo>
                    <a:lnTo>
                      <a:pt x="0" y="929068"/>
                    </a:lnTo>
                    <a:lnTo>
                      <a:pt x="0" y="0"/>
                    </a:lnTo>
                    <a:lnTo>
                      <a:pt x="178784" y="103251"/>
                    </a:lnTo>
                    <a:lnTo>
                      <a:pt x="178784" y="1032320"/>
                    </a:lnTo>
                    <a:close/>
                  </a:path>
                </a:pathLst>
              </a:custGeom>
              <a:solidFill>
                <a:srgbClr val="000000">
                  <a:alpha val="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9" name="Google Shape;309;p12"/>
              <p:cNvSpPr/>
              <p:nvPr/>
            </p:nvSpPr>
            <p:spPr>
              <a:xfrm>
                <a:off x="4612847" y="3386395"/>
                <a:ext cx="142951" cy="825855"/>
              </a:xfrm>
              <a:custGeom>
                <a:avLst/>
                <a:gdLst/>
                <a:ahLst/>
                <a:cxnLst/>
                <a:rect l="l" t="t" r="r" b="b"/>
                <a:pathLst>
                  <a:path w="178689" h="1032319" extrusionOk="0">
                    <a:moveTo>
                      <a:pt x="178689" y="929068"/>
                    </a:moveTo>
                    <a:lnTo>
                      <a:pt x="0" y="1032320"/>
                    </a:lnTo>
                    <a:lnTo>
                      <a:pt x="0" y="103251"/>
                    </a:lnTo>
                    <a:lnTo>
                      <a:pt x="178689" y="0"/>
                    </a:lnTo>
                    <a:lnTo>
                      <a:pt x="178689" y="929068"/>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0" name="Google Shape;310;p12"/>
              <p:cNvSpPr/>
              <p:nvPr/>
            </p:nvSpPr>
            <p:spPr>
              <a:xfrm>
                <a:off x="4255541" y="3675088"/>
                <a:ext cx="285978" cy="165201"/>
              </a:xfrm>
              <a:custGeom>
                <a:avLst/>
                <a:gdLst/>
                <a:ahLst/>
                <a:cxnLst/>
                <a:rect l="l" t="t" r="r" b="b"/>
                <a:pathLst>
                  <a:path w="357473" h="206501" extrusionOk="0">
                    <a:moveTo>
                      <a:pt x="178784" y="206502"/>
                    </a:moveTo>
                    <a:lnTo>
                      <a:pt x="0" y="103251"/>
                    </a:lnTo>
                    <a:lnTo>
                      <a:pt x="178784" y="0"/>
                    </a:lnTo>
                    <a:lnTo>
                      <a:pt x="357473" y="103251"/>
                    </a:lnTo>
                    <a:lnTo>
                      <a:pt x="178784" y="206502"/>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1" name="Google Shape;311;p12"/>
              <p:cNvSpPr/>
              <p:nvPr/>
            </p:nvSpPr>
            <p:spPr>
              <a:xfrm>
                <a:off x="4255541" y="3757637"/>
                <a:ext cx="143027" cy="577519"/>
              </a:xfrm>
              <a:custGeom>
                <a:avLst/>
                <a:gdLst/>
                <a:ahLst/>
                <a:cxnLst/>
                <a:rect l="l" t="t" r="r" b="b"/>
                <a:pathLst>
                  <a:path w="178784" h="721899" extrusionOk="0">
                    <a:moveTo>
                      <a:pt x="178784" y="721900"/>
                    </a:moveTo>
                    <a:lnTo>
                      <a:pt x="0" y="618744"/>
                    </a:lnTo>
                    <a:lnTo>
                      <a:pt x="0" y="0"/>
                    </a:lnTo>
                    <a:lnTo>
                      <a:pt x="178784" y="103251"/>
                    </a:lnTo>
                    <a:lnTo>
                      <a:pt x="178784" y="72190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2" name="Google Shape;312;p12"/>
              <p:cNvSpPr/>
              <p:nvPr/>
            </p:nvSpPr>
            <p:spPr>
              <a:xfrm>
                <a:off x="4255541" y="3757637"/>
                <a:ext cx="143027" cy="577519"/>
              </a:xfrm>
              <a:custGeom>
                <a:avLst/>
                <a:gdLst/>
                <a:ahLst/>
                <a:cxnLst/>
                <a:rect l="l" t="t" r="r" b="b"/>
                <a:pathLst>
                  <a:path w="178784" h="721899" extrusionOk="0">
                    <a:moveTo>
                      <a:pt x="178784" y="721900"/>
                    </a:moveTo>
                    <a:lnTo>
                      <a:pt x="0" y="618744"/>
                    </a:lnTo>
                    <a:lnTo>
                      <a:pt x="0" y="0"/>
                    </a:lnTo>
                    <a:lnTo>
                      <a:pt x="178784" y="103251"/>
                    </a:lnTo>
                    <a:lnTo>
                      <a:pt x="178784" y="721900"/>
                    </a:lnTo>
                    <a:close/>
                  </a:path>
                </a:pathLst>
              </a:custGeom>
              <a:solidFill>
                <a:srgbClr val="000000">
                  <a:alpha val="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3" name="Google Shape;313;p12"/>
              <p:cNvSpPr/>
              <p:nvPr/>
            </p:nvSpPr>
            <p:spPr>
              <a:xfrm>
                <a:off x="4398478" y="3757637"/>
                <a:ext cx="142950" cy="577519"/>
              </a:xfrm>
              <a:custGeom>
                <a:avLst/>
                <a:gdLst/>
                <a:ahLst/>
                <a:cxnLst/>
                <a:rect l="l" t="t" r="r" b="b"/>
                <a:pathLst>
                  <a:path w="178688" h="721899" extrusionOk="0">
                    <a:moveTo>
                      <a:pt x="178689" y="618744"/>
                    </a:moveTo>
                    <a:lnTo>
                      <a:pt x="0" y="721900"/>
                    </a:lnTo>
                    <a:lnTo>
                      <a:pt x="0" y="103251"/>
                    </a:lnTo>
                    <a:lnTo>
                      <a:pt x="178689" y="0"/>
                    </a:lnTo>
                    <a:lnTo>
                      <a:pt x="178689" y="618744"/>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4" name="Google Shape;314;p12"/>
              <p:cNvSpPr/>
              <p:nvPr/>
            </p:nvSpPr>
            <p:spPr>
              <a:xfrm>
                <a:off x="3975528" y="4334796"/>
                <a:ext cx="285978" cy="165125"/>
              </a:xfrm>
              <a:custGeom>
                <a:avLst/>
                <a:gdLst/>
                <a:ahLst/>
                <a:cxnLst/>
                <a:rect l="l" t="t" r="r" b="b"/>
                <a:pathLst>
                  <a:path w="357473" h="206406" extrusionOk="0">
                    <a:moveTo>
                      <a:pt x="178784" y="206407"/>
                    </a:moveTo>
                    <a:lnTo>
                      <a:pt x="0" y="103251"/>
                    </a:lnTo>
                    <a:lnTo>
                      <a:pt x="178784" y="0"/>
                    </a:lnTo>
                    <a:lnTo>
                      <a:pt x="357473" y="103251"/>
                    </a:lnTo>
                    <a:lnTo>
                      <a:pt x="178784" y="206407"/>
                    </a:lnTo>
                    <a:close/>
                  </a:path>
                </a:pathLst>
              </a:custGeom>
              <a:solidFill>
                <a:srgbClr val="D6D8E5">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5" name="Google Shape;315;p12"/>
              <p:cNvSpPr/>
              <p:nvPr/>
            </p:nvSpPr>
            <p:spPr>
              <a:xfrm>
                <a:off x="4027311" y="4067196"/>
                <a:ext cx="285978" cy="165125"/>
              </a:xfrm>
              <a:custGeom>
                <a:avLst/>
                <a:gdLst/>
                <a:ahLst/>
                <a:cxnLst/>
                <a:rect l="l" t="t" r="r" b="b"/>
                <a:pathLst>
                  <a:path w="357473" h="206406" extrusionOk="0">
                    <a:moveTo>
                      <a:pt x="178784" y="206407"/>
                    </a:moveTo>
                    <a:lnTo>
                      <a:pt x="0" y="103156"/>
                    </a:lnTo>
                    <a:lnTo>
                      <a:pt x="178689" y="0"/>
                    </a:lnTo>
                    <a:lnTo>
                      <a:pt x="357473" y="103156"/>
                    </a:lnTo>
                    <a:lnTo>
                      <a:pt x="178784" y="206407"/>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6" name="Google Shape;316;p12"/>
              <p:cNvSpPr/>
              <p:nvPr/>
            </p:nvSpPr>
            <p:spPr>
              <a:xfrm>
                <a:off x="4027311" y="4149670"/>
                <a:ext cx="143027" cy="319278"/>
              </a:xfrm>
              <a:custGeom>
                <a:avLst/>
                <a:gdLst/>
                <a:ahLst/>
                <a:cxnLst/>
                <a:rect l="l" t="t" r="r" b="b"/>
                <a:pathLst>
                  <a:path w="178784" h="399097" extrusionOk="0">
                    <a:moveTo>
                      <a:pt x="178784" y="399098"/>
                    </a:moveTo>
                    <a:lnTo>
                      <a:pt x="0" y="295846"/>
                    </a:lnTo>
                    <a:lnTo>
                      <a:pt x="0" y="0"/>
                    </a:lnTo>
                    <a:lnTo>
                      <a:pt x="178784" y="103251"/>
                    </a:lnTo>
                    <a:lnTo>
                      <a:pt x="178784" y="399098"/>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7" name="Google Shape;317;p12"/>
              <p:cNvSpPr/>
              <p:nvPr/>
            </p:nvSpPr>
            <p:spPr>
              <a:xfrm>
                <a:off x="4027311" y="4149670"/>
                <a:ext cx="143027" cy="319278"/>
              </a:xfrm>
              <a:custGeom>
                <a:avLst/>
                <a:gdLst/>
                <a:ahLst/>
                <a:cxnLst/>
                <a:rect l="l" t="t" r="r" b="b"/>
                <a:pathLst>
                  <a:path w="178784" h="399097" extrusionOk="0">
                    <a:moveTo>
                      <a:pt x="178784" y="399098"/>
                    </a:moveTo>
                    <a:lnTo>
                      <a:pt x="0" y="295846"/>
                    </a:lnTo>
                    <a:lnTo>
                      <a:pt x="0" y="0"/>
                    </a:lnTo>
                    <a:lnTo>
                      <a:pt x="178784" y="103251"/>
                    </a:lnTo>
                    <a:lnTo>
                      <a:pt x="178784" y="399098"/>
                    </a:lnTo>
                    <a:close/>
                  </a:path>
                </a:pathLst>
              </a:custGeom>
              <a:solidFill>
                <a:srgbClr val="000000">
                  <a:alpha val="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8" name="Google Shape;318;p12"/>
              <p:cNvSpPr/>
              <p:nvPr/>
            </p:nvSpPr>
            <p:spPr>
              <a:xfrm>
                <a:off x="4170249" y="4149670"/>
                <a:ext cx="142951" cy="319278"/>
              </a:xfrm>
              <a:custGeom>
                <a:avLst/>
                <a:gdLst/>
                <a:ahLst/>
                <a:cxnLst/>
                <a:rect l="l" t="t" r="r" b="b"/>
                <a:pathLst>
                  <a:path w="178689" h="399097" extrusionOk="0">
                    <a:moveTo>
                      <a:pt x="178689" y="295846"/>
                    </a:moveTo>
                    <a:lnTo>
                      <a:pt x="0" y="399098"/>
                    </a:lnTo>
                    <a:lnTo>
                      <a:pt x="0" y="103251"/>
                    </a:lnTo>
                    <a:lnTo>
                      <a:pt x="178689" y="0"/>
                    </a:lnTo>
                    <a:lnTo>
                      <a:pt x="178689" y="295846"/>
                    </a:ln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9" name="Google Shape;319;p12"/>
              <p:cNvSpPr/>
              <p:nvPr/>
            </p:nvSpPr>
            <p:spPr>
              <a:xfrm>
                <a:off x="4359514" y="3443605"/>
                <a:ext cx="123401" cy="242674"/>
              </a:xfrm>
              <a:custGeom>
                <a:avLst/>
                <a:gdLst/>
                <a:ahLst/>
                <a:cxnLst/>
                <a:rect l="l" t="t" r="r" b="b"/>
                <a:pathLst>
                  <a:path w="154251" h="303342" extrusionOk="0">
                    <a:moveTo>
                      <a:pt x="65595" y="234575"/>
                    </a:moveTo>
                    <a:cubicBezTo>
                      <a:pt x="79310" y="258921"/>
                      <a:pt x="95907" y="281534"/>
                      <a:pt x="115030" y="301917"/>
                    </a:cubicBezTo>
                    <a:cubicBezTo>
                      <a:pt x="120364" y="308108"/>
                      <a:pt x="161512" y="292392"/>
                      <a:pt x="153130" y="288010"/>
                    </a:cubicBezTo>
                    <a:cubicBezTo>
                      <a:pt x="144747" y="283629"/>
                      <a:pt x="117601" y="246005"/>
                      <a:pt x="104171" y="221335"/>
                    </a:cubicBezTo>
                    <a:cubicBezTo>
                      <a:pt x="92896" y="191398"/>
                      <a:pt x="83356" y="160833"/>
                      <a:pt x="75596" y="129800"/>
                    </a:cubicBezTo>
                    <a:cubicBezTo>
                      <a:pt x="67119" y="99225"/>
                      <a:pt x="59880" y="54267"/>
                      <a:pt x="53689" y="33121"/>
                    </a:cubicBezTo>
                    <a:cubicBezTo>
                      <a:pt x="50377" y="17186"/>
                      <a:pt x="38044" y="4670"/>
                      <a:pt x="22161" y="1117"/>
                    </a:cubicBezTo>
                    <a:cubicBezTo>
                      <a:pt x="7397" y="-2312"/>
                      <a:pt x="-2223" y="1689"/>
                      <a:pt x="444" y="19596"/>
                    </a:cubicBezTo>
                    <a:cubicBezTo>
                      <a:pt x="4730" y="50743"/>
                      <a:pt x="29305" y="172853"/>
                      <a:pt x="65595" y="234575"/>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0" name="Google Shape;320;p12"/>
              <p:cNvSpPr/>
              <p:nvPr/>
            </p:nvSpPr>
            <p:spPr>
              <a:xfrm>
                <a:off x="4386191" y="4013507"/>
                <a:ext cx="85270" cy="65855"/>
              </a:xfrm>
              <a:custGeom>
                <a:avLst/>
                <a:gdLst/>
                <a:ahLst/>
                <a:cxnLst/>
                <a:rect l="l" t="t" r="r" b="b"/>
                <a:pathLst>
                  <a:path w="106588" h="82319" extrusionOk="0">
                    <a:moveTo>
                      <a:pt x="8606" y="2"/>
                    </a:moveTo>
                    <a:cubicBezTo>
                      <a:pt x="21369" y="10385"/>
                      <a:pt x="40229" y="860"/>
                      <a:pt x="41181" y="1812"/>
                    </a:cubicBezTo>
                    <a:cubicBezTo>
                      <a:pt x="56119" y="15766"/>
                      <a:pt x="71828" y="28863"/>
                      <a:pt x="88235" y="41055"/>
                    </a:cubicBezTo>
                    <a:cubicBezTo>
                      <a:pt x="96141" y="47246"/>
                      <a:pt x="108523" y="55628"/>
                      <a:pt x="106332" y="67630"/>
                    </a:cubicBezTo>
                    <a:cubicBezTo>
                      <a:pt x="102332" y="89156"/>
                      <a:pt x="68232" y="82489"/>
                      <a:pt x="54897" y="75917"/>
                    </a:cubicBezTo>
                    <a:cubicBezTo>
                      <a:pt x="41562" y="69344"/>
                      <a:pt x="31371" y="58486"/>
                      <a:pt x="19083" y="50866"/>
                    </a:cubicBezTo>
                    <a:cubicBezTo>
                      <a:pt x="10320" y="45437"/>
                      <a:pt x="1653" y="42579"/>
                      <a:pt x="33" y="31816"/>
                    </a:cubicBezTo>
                    <a:cubicBezTo>
                      <a:pt x="-538" y="25244"/>
                      <a:pt x="6415" y="-283"/>
                      <a:pt x="8606" y="2"/>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1" name="Google Shape;321;p12"/>
              <p:cNvSpPr/>
              <p:nvPr/>
            </p:nvSpPr>
            <p:spPr>
              <a:xfrm>
                <a:off x="4386358" y="4035136"/>
                <a:ext cx="84898" cy="44294"/>
              </a:xfrm>
              <a:custGeom>
                <a:avLst/>
                <a:gdLst/>
                <a:ahLst/>
                <a:cxnLst/>
                <a:rect l="l" t="t" r="r" b="b"/>
                <a:pathLst>
                  <a:path w="106123" h="55368" extrusionOk="0">
                    <a:moveTo>
                      <a:pt x="301" y="0"/>
                    </a:moveTo>
                    <a:cubicBezTo>
                      <a:pt x="1920" y="10668"/>
                      <a:pt x="10492" y="13525"/>
                      <a:pt x="19351" y="19050"/>
                    </a:cubicBezTo>
                    <a:cubicBezTo>
                      <a:pt x="31828" y="26765"/>
                      <a:pt x="42782" y="38100"/>
                      <a:pt x="55831" y="44577"/>
                    </a:cubicBezTo>
                    <a:cubicBezTo>
                      <a:pt x="68881" y="51054"/>
                      <a:pt x="97646" y="56674"/>
                      <a:pt x="106123" y="41338"/>
                    </a:cubicBezTo>
                    <a:cubicBezTo>
                      <a:pt x="101551" y="62008"/>
                      <a:pt x="68023" y="55531"/>
                      <a:pt x="54879" y="48958"/>
                    </a:cubicBezTo>
                    <a:cubicBezTo>
                      <a:pt x="41734" y="42386"/>
                      <a:pt x="31352" y="31528"/>
                      <a:pt x="19065" y="23908"/>
                    </a:cubicBezTo>
                    <a:cubicBezTo>
                      <a:pt x="10302" y="18479"/>
                      <a:pt x="1634" y="15621"/>
                      <a:pt x="15" y="4858"/>
                    </a:cubicBezTo>
                    <a:cubicBezTo>
                      <a:pt x="-40" y="3229"/>
                      <a:pt x="56" y="1610"/>
                      <a:pt x="301"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2" name="Google Shape;322;p12"/>
              <p:cNvSpPr/>
              <p:nvPr/>
            </p:nvSpPr>
            <p:spPr>
              <a:xfrm>
                <a:off x="4488338" y="3953912"/>
                <a:ext cx="85261" cy="63613"/>
              </a:xfrm>
              <a:custGeom>
                <a:avLst/>
                <a:gdLst/>
                <a:ahLst/>
                <a:cxnLst/>
                <a:rect l="l" t="t" r="r" b="b"/>
                <a:pathLst>
                  <a:path w="106576" h="79516" extrusionOk="0">
                    <a:moveTo>
                      <a:pt x="10192" y="58"/>
                    </a:moveTo>
                    <a:cubicBezTo>
                      <a:pt x="22955" y="10440"/>
                      <a:pt x="45244" y="-895"/>
                      <a:pt x="46196" y="58"/>
                    </a:cubicBezTo>
                    <a:cubicBezTo>
                      <a:pt x="59433" y="13574"/>
                      <a:pt x="73460" y="26299"/>
                      <a:pt x="88202" y="38158"/>
                    </a:cubicBezTo>
                    <a:cubicBezTo>
                      <a:pt x="96202" y="44444"/>
                      <a:pt x="108585" y="52826"/>
                      <a:pt x="106299" y="64828"/>
                    </a:cubicBezTo>
                    <a:cubicBezTo>
                      <a:pt x="102298" y="86354"/>
                      <a:pt x="68199" y="79687"/>
                      <a:pt x="54959" y="73114"/>
                    </a:cubicBezTo>
                    <a:cubicBezTo>
                      <a:pt x="41719" y="66542"/>
                      <a:pt x="31337" y="55684"/>
                      <a:pt x="19050" y="48064"/>
                    </a:cubicBezTo>
                    <a:cubicBezTo>
                      <a:pt x="10287" y="42634"/>
                      <a:pt x="1715" y="39777"/>
                      <a:pt x="0" y="29014"/>
                    </a:cubicBezTo>
                    <a:cubicBezTo>
                      <a:pt x="721" y="18622"/>
                      <a:pt x="4243" y="8611"/>
                      <a:pt x="10192" y="58"/>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3" name="Google Shape;323;p12"/>
              <p:cNvSpPr/>
              <p:nvPr/>
            </p:nvSpPr>
            <p:spPr>
              <a:xfrm>
                <a:off x="4488682" y="3974367"/>
                <a:ext cx="84923" cy="44256"/>
              </a:xfrm>
              <a:custGeom>
                <a:avLst/>
                <a:gdLst/>
                <a:ahLst/>
                <a:cxnLst/>
                <a:rect l="l" t="t" r="r" b="b"/>
                <a:pathLst>
                  <a:path w="106154" h="55320" extrusionOk="0">
                    <a:moveTo>
                      <a:pt x="331" y="0"/>
                    </a:moveTo>
                    <a:cubicBezTo>
                      <a:pt x="1951" y="10573"/>
                      <a:pt x="10523" y="13525"/>
                      <a:pt x="19381" y="19050"/>
                    </a:cubicBezTo>
                    <a:cubicBezTo>
                      <a:pt x="31859" y="26765"/>
                      <a:pt x="42813" y="38100"/>
                      <a:pt x="55767" y="44482"/>
                    </a:cubicBezTo>
                    <a:cubicBezTo>
                      <a:pt x="68721" y="50863"/>
                      <a:pt x="97677" y="56578"/>
                      <a:pt x="106154" y="41243"/>
                    </a:cubicBezTo>
                    <a:cubicBezTo>
                      <a:pt x="101582" y="62008"/>
                      <a:pt x="68054" y="55435"/>
                      <a:pt x="54910" y="48958"/>
                    </a:cubicBezTo>
                    <a:cubicBezTo>
                      <a:pt x="41765" y="42481"/>
                      <a:pt x="31383" y="31528"/>
                      <a:pt x="19096" y="23908"/>
                    </a:cubicBezTo>
                    <a:cubicBezTo>
                      <a:pt x="10333" y="18478"/>
                      <a:pt x="1665" y="15621"/>
                      <a:pt x="46" y="4858"/>
                    </a:cubicBezTo>
                    <a:cubicBezTo>
                      <a:pt x="-67" y="3229"/>
                      <a:pt x="28" y="1600"/>
                      <a:pt x="331"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4" name="Google Shape;324;p12"/>
              <p:cNvSpPr/>
              <p:nvPr/>
            </p:nvSpPr>
            <p:spPr>
              <a:xfrm>
                <a:off x="4254514" y="3662153"/>
                <a:ext cx="298029" cy="360530"/>
              </a:xfrm>
              <a:custGeom>
                <a:avLst/>
                <a:gdLst/>
                <a:ahLst/>
                <a:cxnLst/>
                <a:rect l="l" t="t" r="r" b="b"/>
                <a:pathLst>
                  <a:path w="372536" h="450662" extrusionOk="0">
                    <a:moveTo>
                      <a:pt x="2903" y="30848"/>
                    </a:moveTo>
                    <a:cubicBezTo>
                      <a:pt x="-11194" y="119145"/>
                      <a:pt x="27954" y="152006"/>
                      <a:pt x="79103" y="170865"/>
                    </a:cubicBezTo>
                    <a:cubicBezTo>
                      <a:pt x="115679" y="184296"/>
                      <a:pt x="168162" y="205060"/>
                      <a:pt x="168162" y="205060"/>
                    </a:cubicBezTo>
                    <a:cubicBezTo>
                      <a:pt x="168162" y="205060"/>
                      <a:pt x="167400" y="224110"/>
                      <a:pt x="167019" y="267925"/>
                    </a:cubicBezTo>
                    <a:cubicBezTo>
                      <a:pt x="167019" y="306025"/>
                      <a:pt x="171686" y="445947"/>
                      <a:pt x="171686" y="445947"/>
                    </a:cubicBezTo>
                    <a:cubicBezTo>
                      <a:pt x="183944" y="452234"/>
                      <a:pt x="198481" y="452234"/>
                      <a:pt x="210739" y="445947"/>
                    </a:cubicBezTo>
                    <a:cubicBezTo>
                      <a:pt x="210739" y="445947"/>
                      <a:pt x="231313" y="338886"/>
                      <a:pt x="235694" y="290595"/>
                    </a:cubicBezTo>
                    <a:cubicBezTo>
                      <a:pt x="241600" y="225063"/>
                      <a:pt x="251601" y="182200"/>
                      <a:pt x="248267" y="168103"/>
                    </a:cubicBezTo>
                    <a:cubicBezTo>
                      <a:pt x="245314" y="155721"/>
                      <a:pt x="173782" y="120478"/>
                      <a:pt x="151017" y="101428"/>
                    </a:cubicBezTo>
                    <a:lnTo>
                      <a:pt x="301036" y="151720"/>
                    </a:lnTo>
                    <a:cubicBezTo>
                      <a:pt x="298036" y="167932"/>
                      <a:pt x="296538" y="184381"/>
                      <a:pt x="296559" y="200869"/>
                    </a:cubicBezTo>
                    <a:cubicBezTo>
                      <a:pt x="297892" y="252780"/>
                      <a:pt x="300845" y="365271"/>
                      <a:pt x="300845" y="365271"/>
                    </a:cubicBezTo>
                    <a:cubicBezTo>
                      <a:pt x="300845" y="365271"/>
                      <a:pt x="321419" y="380130"/>
                      <a:pt x="338945" y="365271"/>
                    </a:cubicBezTo>
                    <a:cubicBezTo>
                      <a:pt x="338945" y="365271"/>
                      <a:pt x="377045" y="142576"/>
                      <a:pt x="372092" y="113144"/>
                    </a:cubicBezTo>
                    <a:cubicBezTo>
                      <a:pt x="367711" y="85140"/>
                      <a:pt x="235599" y="27990"/>
                      <a:pt x="212263" y="8369"/>
                    </a:cubicBezTo>
                    <a:cubicBezTo>
                      <a:pt x="204058" y="1673"/>
                      <a:pt x="193384" y="-1204"/>
                      <a:pt x="182926" y="463"/>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5" name="Google Shape;325;p12"/>
              <p:cNvSpPr/>
              <p:nvPr/>
            </p:nvSpPr>
            <p:spPr>
              <a:xfrm>
                <a:off x="4279346" y="3421120"/>
                <a:ext cx="93728" cy="91216"/>
              </a:xfrm>
              <a:custGeom>
                <a:avLst/>
                <a:gdLst/>
                <a:ahLst/>
                <a:cxnLst/>
                <a:rect l="l" t="t" r="r" b="b"/>
                <a:pathLst>
                  <a:path w="117160" h="114020" extrusionOk="0">
                    <a:moveTo>
                      <a:pt x="24041" y="0"/>
                    </a:moveTo>
                    <a:cubicBezTo>
                      <a:pt x="24041" y="0"/>
                      <a:pt x="26232" y="42101"/>
                      <a:pt x="25279" y="45815"/>
                    </a:cubicBezTo>
                    <a:cubicBezTo>
                      <a:pt x="24327" y="49530"/>
                      <a:pt x="6229" y="61817"/>
                      <a:pt x="609" y="66294"/>
                    </a:cubicBezTo>
                    <a:cubicBezTo>
                      <a:pt x="-5010" y="70771"/>
                      <a:pt x="29661" y="104394"/>
                      <a:pt x="46425" y="112300"/>
                    </a:cubicBezTo>
                    <a:cubicBezTo>
                      <a:pt x="63189" y="120205"/>
                      <a:pt x="116148" y="99727"/>
                      <a:pt x="117100" y="74200"/>
                    </a:cubicBezTo>
                    <a:cubicBezTo>
                      <a:pt x="118053" y="48673"/>
                      <a:pt x="107575" y="26575"/>
                      <a:pt x="99860" y="25146"/>
                    </a:cubicBezTo>
                    <a:cubicBezTo>
                      <a:pt x="92145" y="23717"/>
                      <a:pt x="24041" y="0"/>
                      <a:pt x="24041" y="0"/>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 name="Google Shape;326;p12"/>
              <p:cNvSpPr/>
              <p:nvPr/>
            </p:nvSpPr>
            <p:spPr>
              <a:xfrm>
                <a:off x="4254597" y="3433943"/>
                <a:ext cx="151659" cy="296670"/>
              </a:xfrm>
              <a:custGeom>
                <a:avLst/>
                <a:gdLst/>
                <a:ahLst/>
                <a:cxnLst/>
                <a:rect l="l" t="t" r="r" b="b"/>
                <a:pathLst>
                  <a:path w="189574" h="370837" extrusionOk="0">
                    <a:moveTo>
                      <a:pt x="50329" y="37015"/>
                    </a:moveTo>
                    <a:cubicBezTo>
                      <a:pt x="50329" y="37015"/>
                      <a:pt x="80809" y="82450"/>
                      <a:pt x="123386" y="86736"/>
                    </a:cubicBezTo>
                    <a:cubicBezTo>
                      <a:pt x="136816" y="73496"/>
                      <a:pt x="137959" y="26442"/>
                      <a:pt x="119385" y="11393"/>
                    </a:cubicBezTo>
                    <a:cubicBezTo>
                      <a:pt x="119385" y="11393"/>
                      <a:pt x="136530" y="-2323"/>
                      <a:pt x="147960" y="344"/>
                    </a:cubicBezTo>
                    <a:cubicBezTo>
                      <a:pt x="160529" y="7926"/>
                      <a:pt x="169882" y="19861"/>
                      <a:pt x="174249" y="33872"/>
                    </a:cubicBezTo>
                    <a:cubicBezTo>
                      <a:pt x="185150" y="65076"/>
                      <a:pt x="190313" y="97985"/>
                      <a:pt x="189489" y="131027"/>
                    </a:cubicBezTo>
                    <a:cubicBezTo>
                      <a:pt x="188727" y="175604"/>
                      <a:pt x="189489" y="288380"/>
                      <a:pt x="189489" y="288380"/>
                    </a:cubicBezTo>
                    <a:cubicBezTo>
                      <a:pt x="184440" y="315326"/>
                      <a:pt x="168114" y="338824"/>
                      <a:pt x="144626" y="352960"/>
                    </a:cubicBezTo>
                    <a:cubicBezTo>
                      <a:pt x="113965" y="370266"/>
                      <a:pt x="77860" y="375239"/>
                      <a:pt x="43661" y="366866"/>
                    </a:cubicBezTo>
                    <a:cubicBezTo>
                      <a:pt x="26445" y="363208"/>
                      <a:pt x="12392" y="350816"/>
                      <a:pt x="6609" y="334195"/>
                    </a:cubicBezTo>
                    <a:cubicBezTo>
                      <a:pt x="8609" y="302858"/>
                      <a:pt x="20992" y="238945"/>
                      <a:pt x="16134" y="199226"/>
                    </a:cubicBezTo>
                    <a:cubicBezTo>
                      <a:pt x="11276" y="159507"/>
                      <a:pt x="2609" y="130551"/>
                      <a:pt x="418" y="98832"/>
                    </a:cubicBezTo>
                    <a:cubicBezTo>
                      <a:pt x="-1773" y="67114"/>
                      <a:pt x="4609" y="67686"/>
                      <a:pt x="20611" y="56351"/>
                    </a:cubicBezTo>
                    <a:cubicBezTo>
                      <a:pt x="30053" y="49217"/>
                      <a:pt x="39984" y="42759"/>
                      <a:pt x="50329" y="37015"/>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7" name="Google Shape;327;p12"/>
              <p:cNvSpPr/>
              <p:nvPr/>
            </p:nvSpPr>
            <p:spPr>
              <a:xfrm>
                <a:off x="4275867" y="3326707"/>
                <a:ext cx="101092" cy="122957"/>
              </a:xfrm>
              <a:custGeom>
                <a:avLst/>
                <a:gdLst/>
                <a:ahLst/>
                <a:cxnLst/>
                <a:rect l="l" t="t" r="r" b="b"/>
                <a:pathLst>
                  <a:path w="126365" h="153696" extrusionOk="0">
                    <a:moveTo>
                      <a:pt x="123547" y="55607"/>
                    </a:moveTo>
                    <a:lnTo>
                      <a:pt x="123547" y="55607"/>
                    </a:lnTo>
                    <a:cubicBezTo>
                      <a:pt x="118499" y="22936"/>
                      <a:pt x="94972" y="-1543"/>
                      <a:pt x="61349" y="76"/>
                    </a:cubicBezTo>
                    <a:cubicBezTo>
                      <a:pt x="25578" y="2019"/>
                      <a:pt x="-1846" y="32594"/>
                      <a:pt x="97" y="68361"/>
                    </a:cubicBezTo>
                    <a:cubicBezTo>
                      <a:pt x="99" y="68399"/>
                      <a:pt x="101" y="68427"/>
                      <a:pt x="103" y="68465"/>
                    </a:cubicBezTo>
                    <a:cubicBezTo>
                      <a:pt x="1271" y="88611"/>
                      <a:pt x="11858" y="107032"/>
                      <a:pt x="28678" y="118186"/>
                    </a:cubicBezTo>
                    <a:cubicBezTo>
                      <a:pt x="29839" y="123139"/>
                      <a:pt x="31598" y="127940"/>
                      <a:pt x="33917" y="132473"/>
                    </a:cubicBezTo>
                    <a:cubicBezTo>
                      <a:pt x="45728" y="146380"/>
                      <a:pt x="81542" y="155048"/>
                      <a:pt x="92114" y="153524"/>
                    </a:cubicBezTo>
                    <a:cubicBezTo>
                      <a:pt x="104686" y="152400"/>
                      <a:pt x="115295" y="143713"/>
                      <a:pt x="118880" y="131616"/>
                    </a:cubicBezTo>
                    <a:cubicBezTo>
                      <a:pt x="129833" y="105899"/>
                      <a:pt x="126309" y="71609"/>
                      <a:pt x="123547" y="55607"/>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 name="Google Shape;328;p12"/>
              <p:cNvSpPr/>
              <p:nvPr/>
            </p:nvSpPr>
            <p:spPr>
              <a:xfrm>
                <a:off x="4266495" y="3315741"/>
                <a:ext cx="106605" cy="105444"/>
              </a:xfrm>
              <a:custGeom>
                <a:avLst/>
                <a:gdLst/>
                <a:ahLst/>
                <a:cxnLst/>
                <a:rect l="l" t="t" r="r" b="b"/>
                <a:pathLst>
                  <a:path w="133256" h="131805" extrusionOk="0">
                    <a:moveTo>
                      <a:pt x="40114" y="131806"/>
                    </a:moveTo>
                    <a:lnTo>
                      <a:pt x="40114" y="131806"/>
                    </a:lnTo>
                    <a:lnTo>
                      <a:pt x="43162" y="103231"/>
                    </a:lnTo>
                    <a:cubicBezTo>
                      <a:pt x="43162" y="103231"/>
                      <a:pt x="19921" y="43033"/>
                      <a:pt x="74880" y="54653"/>
                    </a:cubicBezTo>
                    <a:cubicBezTo>
                      <a:pt x="111170" y="62273"/>
                      <a:pt x="120314" y="65512"/>
                      <a:pt x="131363" y="41223"/>
                    </a:cubicBezTo>
                    <a:cubicBezTo>
                      <a:pt x="142412" y="16934"/>
                      <a:pt x="103455" y="-5068"/>
                      <a:pt x="57164" y="1028"/>
                    </a:cubicBezTo>
                    <a:cubicBezTo>
                      <a:pt x="24162" y="4533"/>
                      <a:pt x="-666" y="32717"/>
                      <a:pt x="14" y="65893"/>
                    </a:cubicBezTo>
                    <a:cubicBezTo>
                      <a:pt x="1252" y="83895"/>
                      <a:pt x="6014" y="120185"/>
                      <a:pt x="40114" y="131806"/>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 name="Google Shape;329;p12"/>
              <p:cNvSpPr/>
              <p:nvPr/>
            </p:nvSpPr>
            <p:spPr>
              <a:xfrm>
                <a:off x="4373043" y="3434522"/>
                <a:ext cx="49149" cy="71094"/>
              </a:xfrm>
              <a:custGeom>
                <a:avLst/>
                <a:gdLst/>
                <a:ahLst/>
                <a:cxnLst/>
                <a:rect l="l" t="t" r="r" b="b"/>
                <a:pathLst>
                  <a:path w="61436" h="88868" extrusionOk="0">
                    <a:moveTo>
                      <a:pt x="39243" y="88868"/>
                    </a:moveTo>
                    <a:cubicBezTo>
                      <a:pt x="47575" y="88601"/>
                      <a:pt x="55499" y="85192"/>
                      <a:pt x="61436" y="79343"/>
                    </a:cubicBezTo>
                    <a:cubicBezTo>
                      <a:pt x="60198" y="63722"/>
                      <a:pt x="40196" y="4381"/>
                      <a:pt x="0" y="0"/>
                    </a:cubicBezTo>
                    <a:cubicBezTo>
                      <a:pt x="10976" y="7630"/>
                      <a:pt x="19668" y="18098"/>
                      <a:pt x="25146" y="30290"/>
                    </a:cubicBezTo>
                    <a:cubicBezTo>
                      <a:pt x="31347" y="49425"/>
                      <a:pt x="36060" y="69009"/>
                      <a:pt x="39243" y="88868"/>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330" name="Google Shape;330;p12"/>
              <p:cNvGrpSpPr/>
              <p:nvPr/>
            </p:nvGrpSpPr>
            <p:grpSpPr>
              <a:xfrm flipH="1">
                <a:off x="4321768" y="3621401"/>
                <a:ext cx="239005" cy="181217"/>
                <a:chOff x="6621095" y="1452181"/>
                <a:chExt cx="330894" cy="250785"/>
              </a:xfrm>
            </p:grpSpPr>
            <p:sp>
              <p:nvSpPr>
                <p:cNvPr id="331" name="Google Shape;331;p12"/>
                <p:cNvSpPr/>
                <p:nvPr/>
              </p:nvSpPr>
              <p:spPr>
                <a:xfrm>
                  <a:off x="6648789" y="1521520"/>
                  <a:ext cx="303199" cy="174500"/>
                </a:xfrm>
                <a:custGeom>
                  <a:avLst/>
                  <a:gdLst/>
                  <a:ahLst/>
                  <a:cxnLst/>
                  <a:rect l="l" t="t" r="r" b="b"/>
                  <a:pathLst>
                    <a:path w="303199" h="174500" extrusionOk="0">
                      <a:moveTo>
                        <a:pt x="0" y="63249"/>
                      </a:moveTo>
                      <a:lnTo>
                        <a:pt x="107878" y="860"/>
                      </a:lnTo>
                      <a:cubicBezTo>
                        <a:pt x="109779" y="-287"/>
                        <a:pt x="112155" y="-287"/>
                        <a:pt x="114056" y="860"/>
                      </a:cubicBezTo>
                      <a:lnTo>
                        <a:pt x="303200" y="110302"/>
                      </a:lnTo>
                      <a:lnTo>
                        <a:pt x="192280" y="174501"/>
                      </a:ln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 name="Google Shape;332;p12"/>
                <p:cNvSpPr/>
                <p:nvPr/>
              </p:nvSpPr>
              <p:spPr>
                <a:xfrm>
                  <a:off x="6790409" y="1564671"/>
                  <a:ext cx="79173" cy="45815"/>
                </a:xfrm>
                <a:custGeom>
                  <a:avLst/>
                  <a:gdLst/>
                  <a:ahLst/>
                  <a:cxnLst/>
                  <a:rect l="l" t="t" r="r" b="b"/>
                  <a:pathLst>
                    <a:path w="79173" h="45815" extrusionOk="0">
                      <a:moveTo>
                        <a:pt x="79174" y="29242"/>
                      </a:moveTo>
                      <a:lnTo>
                        <a:pt x="50660" y="45815"/>
                      </a:lnTo>
                      <a:lnTo>
                        <a:pt x="0" y="16478"/>
                      </a:lnTo>
                      <a:lnTo>
                        <a:pt x="28514" y="0"/>
                      </a:lnTo>
                      <a:lnTo>
                        <a:pt x="79174" y="29242"/>
                      </a:lnTo>
                      <a:close/>
                    </a:path>
                  </a:pathLst>
                </a:custGeom>
                <a:solidFill>
                  <a:srgbClr val="000000">
                    <a:alpha val="149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 name="Google Shape;333;p12"/>
                <p:cNvSpPr/>
                <p:nvPr/>
              </p:nvSpPr>
              <p:spPr>
                <a:xfrm>
                  <a:off x="6648780" y="1584674"/>
                  <a:ext cx="303209" cy="118292"/>
                </a:xfrm>
                <a:custGeom>
                  <a:avLst/>
                  <a:gdLst/>
                  <a:ahLst/>
                  <a:cxnLst/>
                  <a:rect l="l" t="t" r="r" b="b"/>
                  <a:pathLst>
                    <a:path w="303209" h="118292" extrusionOk="0">
                      <a:moveTo>
                        <a:pt x="303209" y="47149"/>
                      </a:moveTo>
                      <a:lnTo>
                        <a:pt x="303209" y="49721"/>
                      </a:lnTo>
                      <a:cubicBezTo>
                        <a:pt x="303237" y="53440"/>
                        <a:pt x="301279" y="56892"/>
                        <a:pt x="298076" y="58769"/>
                      </a:cubicBezTo>
                      <a:lnTo>
                        <a:pt x="197517" y="116872"/>
                      </a:lnTo>
                      <a:cubicBezTo>
                        <a:pt x="194323" y="118766"/>
                        <a:pt x="190350" y="118766"/>
                        <a:pt x="187157" y="116872"/>
                      </a:cubicBezTo>
                      <a:lnTo>
                        <a:pt x="5237" y="12097"/>
                      </a:lnTo>
                      <a:cubicBezTo>
                        <a:pt x="1863" y="10147"/>
                        <a:pt x="-153" y="6475"/>
                        <a:pt x="9" y="2572"/>
                      </a:cubicBezTo>
                      <a:lnTo>
                        <a:pt x="9" y="0"/>
                      </a:lnTo>
                      <a:lnTo>
                        <a:pt x="192289" y="111252"/>
                      </a:lnTo>
                      <a:close/>
                    </a:path>
                  </a:pathLst>
                </a:custGeom>
                <a:solidFill>
                  <a:srgbClr val="E5E5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4" name="Google Shape;334;p12"/>
                <p:cNvSpPr/>
                <p:nvPr/>
              </p:nvSpPr>
              <p:spPr>
                <a:xfrm>
                  <a:off x="6621095" y="1454086"/>
                  <a:ext cx="217122" cy="244320"/>
                </a:xfrm>
                <a:custGeom>
                  <a:avLst/>
                  <a:gdLst/>
                  <a:ahLst/>
                  <a:cxnLst/>
                  <a:rect l="l" t="t" r="r" b="b"/>
                  <a:pathLst>
                    <a:path w="217122" h="244320" extrusionOk="0">
                      <a:moveTo>
                        <a:pt x="217123" y="243459"/>
                      </a:moveTo>
                      <a:cubicBezTo>
                        <a:pt x="213644" y="244834"/>
                        <a:pt x="209728" y="244552"/>
                        <a:pt x="206478" y="242697"/>
                      </a:cubicBezTo>
                      <a:lnTo>
                        <a:pt x="25888" y="137922"/>
                      </a:lnTo>
                      <a:cubicBezTo>
                        <a:pt x="22695" y="136081"/>
                        <a:pt x="20499" y="132899"/>
                        <a:pt x="19900" y="129254"/>
                      </a:cubicBezTo>
                      <a:lnTo>
                        <a:pt x="36" y="10763"/>
                      </a:lnTo>
                      <a:cubicBezTo>
                        <a:pt x="-12" y="10097"/>
                        <a:pt x="-12" y="9429"/>
                        <a:pt x="36" y="8763"/>
                      </a:cubicBezTo>
                      <a:cubicBezTo>
                        <a:pt x="26" y="5457"/>
                        <a:pt x="1366" y="2291"/>
                        <a:pt x="3743" y="0"/>
                      </a:cubicBezTo>
                      <a:lnTo>
                        <a:pt x="191935" y="108871"/>
                      </a:lnTo>
                      <a:cubicBezTo>
                        <a:pt x="194226" y="110281"/>
                        <a:pt x="195813" y="112601"/>
                        <a:pt x="196307" y="115252"/>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5" name="Google Shape;335;p12"/>
                <p:cNvSpPr/>
                <p:nvPr/>
              </p:nvSpPr>
              <p:spPr>
                <a:xfrm>
                  <a:off x="6624647" y="1452181"/>
                  <a:ext cx="216421" cy="245364"/>
                </a:xfrm>
                <a:custGeom>
                  <a:avLst/>
                  <a:gdLst/>
                  <a:ahLst/>
                  <a:cxnLst/>
                  <a:rect l="l" t="t" r="r" b="b"/>
                  <a:pathLst>
                    <a:path w="216421" h="245364" extrusionOk="0">
                      <a:moveTo>
                        <a:pt x="216422" y="243840"/>
                      </a:moveTo>
                      <a:lnTo>
                        <a:pt x="215186" y="244602"/>
                      </a:lnTo>
                      <a:lnTo>
                        <a:pt x="213570" y="245364"/>
                      </a:lnTo>
                      <a:lnTo>
                        <a:pt x="192090" y="117157"/>
                      </a:lnTo>
                      <a:cubicBezTo>
                        <a:pt x="191596" y="114506"/>
                        <a:pt x="190008" y="112186"/>
                        <a:pt x="187718" y="110776"/>
                      </a:cubicBezTo>
                      <a:lnTo>
                        <a:pt x="0" y="1905"/>
                      </a:lnTo>
                      <a:cubicBezTo>
                        <a:pt x="694" y="1117"/>
                        <a:pt x="1530" y="471"/>
                        <a:pt x="2471" y="0"/>
                      </a:cubicBezTo>
                      <a:lnTo>
                        <a:pt x="191044" y="109061"/>
                      </a:lnTo>
                      <a:cubicBezTo>
                        <a:pt x="193373" y="110453"/>
                        <a:pt x="194998" y="112774"/>
                        <a:pt x="195512" y="115443"/>
                      </a:cubicBezTo>
                      <a:close/>
                    </a:path>
                  </a:pathLst>
                </a:custGeom>
                <a:solidFill>
                  <a:srgbClr val="E5E5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36" name="Google Shape;336;p12"/>
              <p:cNvSpPr/>
              <p:nvPr/>
            </p:nvSpPr>
            <p:spPr>
              <a:xfrm>
                <a:off x="4228115" y="3483465"/>
                <a:ext cx="114539" cy="321870"/>
              </a:xfrm>
              <a:custGeom>
                <a:avLst/>
                <a:gdLst/>
                <a:ahLst/>
                <a:cxnLst/>
                <a:rect l="l" t="t" r="r" b="b"/>
                <a:pathLst>
                  <a:path w="143174" h="402337" extrusionOk="0">
                    <a:moveTo>
                      <a:pt x="132316" y="337406"/>
                    </a:moveTo>
                    <a:cubicBezTo>
                      <a:pt x="124650" y="332329"/>
                      <a:pt x="116664" y="327748"/>
                      <a:pt x="108408" y="323690"/>
                    </a:cubicBezTo>
                    <a:cubicBezTo>
                      <a:pt x="100708" y="321280"/>
                      <a:pt x="93712" y="317032"/>
                      <a:pt x="88025" y="311307"/>
                    </a:cubicBezTo>
                    <a:cubicBezTo>
                      <a:pt x="80500" y="303973"/>
                      <a:pt x="68308" y="276255"/>
                      <a:pt x="59450" y="249204"/>
                    </a:cubicBezTo>
                    <a:cubicBezTo>
                      <a:pt x="50616" y="218763"/>
                      <a:pt x="47136" y="187016"/>
                      <a:pt x="49163" y="155383"/>
                    </a:cubicBezTo>
                    <a:cubicBezTo>
                      <a:pt x="52877" y="117283"/>
                      <a:pt x="66498" y="64419"/>
                      <a:pt x="69927" y="42607"/>
                    </a:cubicBezTo>
                    <a:cubicBezTo>
                      <a:pt x="73356" y="20795"/>
                      <a:pt x="66403" y="12127"/>
                      <a:pt x="56211" y="4507"/>
                    </a:cubicBezTo>
                    <a:cubicBezTo>
                      <a:pt x="44305" y="-5018"/>
                      <a:pt x="27636" y="-732"/>
                      <a:pt x="19064" y="29844"/>
                    </a:cubicBezTo>
                    <a:cubicBezTo>
                      <a:pt x="7948" y="72154"/>
                      <a:pt x="1559" y="115569"/>
                      <a:pt x="14" y="159288"/>
                    </a:cubicBezTo>
                    <a:cubicBezTo>
                      <a:pt x="-297" y="191635"/>
                      <a:pt x="4690" y="223811"/>
                      <a:pt x="14777" y="254538"/>
                    </a:cubicBezTo>
                    <a:cubicBezTo>
                      <a:pt x="23864" y="280970"/>
                      <a:pt x="36113" y="306202"/>
                      <a:pt x="51258" y="329691"/>
                    </a:cubicBezTo>
                    <a:cubicBezTo>
                      <a:pt x="55449" y="336739"/>
                      <a:pt x="56783" y="342930"/>
                      <a:pt x="63164" y="357313"/>
                    </a:cubicBezTo>
                    <a:cubicBezTo>
                      <a:pt x="69329" y="371772"/>
                      <a:pt x="78905" y="384517"/>
                      <a:pt x="91073" y="394461"/>
                    </a:cubicBezTo>
                    <a:cubicBezTo>
                      <a:pt x="101836" y="402176"/>
                      <a:pt x="106884" y="403224"/>
                      <a:pt x="109361" y="401795"/>
                    </a:cubicBezTo>
                    <a:cubicBezTo>
                      <a:pt x="111837" y="400366"/>
                      <a:pt x="111837" y="396461"/>
                      <a:pt x="107360" y="392270"/>
                    </a:cubicBezTo>
                    <a:cubicBezTo>
                      <a:pt x="99783" y="386317"/>
                      <a:pt x="93331" y="379059"/>
                      <a:pt x="88310" y="370839"/>
                    </a:cubicBezTo>
                    <a:cubicBezTo>
                      <a:pt x="88310" y="370839"/>
                      <a:pt x="97835" y="380364"/>
                      <a:pt x="103836" y="385412"/>
                    </a:cubicBezTo>
                    <a:cubicBezTo>
                      <a:pt x="109247" y="389955"/>
                      <a:pt x="115237" y="393775"/>
                      <a:pt x="121648" y="396747"/>
                    </a:cubicBezTo>
                    <a:cubicBezTo>
                      <a:pt x="127934" y="399509"/>
                      <a:pt x="136602" y="394175"/>
                      <a:pt x="132125" y="389984"/>
                    </a:cubicBezTo>
                    <a:cubicBezTo>
                      <a:pt x="127649" y="385793"/>
                      <a:pt x="123172" y="383697"/>
                      <a:pt x="114314" y="375982"/>
                    </a:cubicBezTo>
                    <a:cubicBezTo>
                      <a:pt x="109302" y="372067"/>
                      <a:pt x="104818" y="367524"/>
                      <a:pt x="100979" y="362457"/>
                    </a:cubicBezTo>
                    <a:cubicBezTo>
                      <a:pt x="107247" y="367238"/>
                      <a:pt x="113870" y="371534"/>
                      <a:pt x="120791" y="375315"/>
                    </a:cubicBezTo>
                    <a:cubicBezTo>
                      <a:pt x="126215" y="378592"/>
                      <a:pt x="132455" y="380278"/>
                      <a:pt x="138793" y="380173"/>
                    </a:cubicBezTo>
                    <a:cubicBezTo>
                      <a:pt x="142127" y="380173"/>
                      <a:pt x="146127" y="375411"/>
                      <a:pt x="139936" y="370648"/>
                    </a:cubicBezTo>
                    <a:cubicBezTo>
                      <a:pt x="131572" y="366295"/>
                      <a:pt x="123741" y="360990"/>
                      <a:pt x="116600" y="354837"/>
                    </a:cubicBezTo>
                    <a:cubicBezTo>
                      <a:pt x="109742" y="347979"/>
                      <a:pt x="105932" y="342264"/>
                      <a:pt x="107837" y="342168"/>
                    </a:cubicBezTo>
                    <a:cubicBezTo>
                      <a:pt x="109742" y="342073"/>
                      <a:pt x="113456" y="346264"/>
                      <a:pt x="121457" y="348836"/>
                    </a:cubicBezTo>
                    <a:cubicBezTo>
                      <a:pt x="129458" y="351408"/>
                      <a:pt x="138031" y="348836"/>
                      <a:pt x="139079" y="344645"/>
                    </a:cubicBezTo>
                    <a:cubicBezTo>
                      <a:pt x="140126" y="340454"/>
                      <a:pt x="139841" y="341121"/>
                      <a:pt x="132316" y="337406"/>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7" name="Google Shape;337;p12"/>
              <p:cNvSpPr/>
              <p:nvPr/>
            </p:nvSpPr>
            <p:spPr>
              <a:xfrm>
                <a:off x="4223328" y="3479828"/>
                <a:ext cx="66218" cy="90245"/>
              </a:xfrm>
              <a:custGeom>
                <a:avLst/>
                <a:gdLst/>
                <a:ahLst/>
                <a:cxnLst/>
                <a:rect l="l" t="t" r="r" b="b"/>
                <a:pathLst>
                  <a:path w="82772" h="112806" extrusionOk="0">
                    <a:moveTo>
                      <a:pt x="0" y="90018"/>
                    </a:moveTo>
                    <a:cubicBezTo>
                      <a:pt x="0" y="90018"/>
                      <a:pt x="30004" y="119831"/>
                      <a:pt x="65532" y="111258"/>
                    </a:cubicBezTo>
                    <a:cubicBezTo>
                      <a:pt x="70580" y="107829"/>
                      <a:pt x="82772" y="38106"/>
                      <a:pt x="82772" y="38106"/>
                    </a:cubicBezTo>
                    <a:cubicBezTo>
                      <a:pt x="82772" y="38106"/>
                      <a:pt x="82772" y="-565"/>
                      <a:pt x="53149" y="6"/>
                    </a:cubicBezTo>
                    <a:cubicBezTo>
                      <a:pt x="23527" y="578"/>
                      <a:pt x="0" y="90018"/>
                      <a:pt x="0" y="90018"/>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338" name="Google Shape;338;p12"/>
          <p:cNvSpPr txBox="1">
            <a:spLocks noGrp="1"/>
          </p:cNvSpPr>
          <p:nvPr>
            <p:ph type="ctrTitle"/>
          </p:nvPr>
        </p:nvSpPr>
        <p:spPr>
          <a:xfrm>
            <a:off x="4268168" y="1545619"/>
            <a:ext cx="4875832" cy="14163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sz="3600" dirty="0"/>
              <a:t>SQL: Basic Queries</a:t>
            </a:r>
            <a:endParaRPr sz="3600" dirty="0"/>
          </a:p>
        </p:txBody>
      </p:sp>
      <p:sp>
        <p:nvSpPr>
          <p:cNvPr id="339" name="Google Shape;338;p12">
            <a:extLst>
              <a:ext uri="{FF2B5EF4-FFF2-40B4-BE49-F238E27FC236}">
                <a16:creationId xmlns:a16="http://schemas.microsoft.com/office/drawing/2014/main" id="{2D2E17C6-7319-4938-9424-94286925475C}"/>
              </a:ext>
            </a:extLst>
          </p:cNvPr>
          <p:cNvSpPr txBox="1">
            <a:spLocks/>
          </p:cNvSpPr>
          <p:nvPr/>
        </p:nvSpPr>
        <p:spPr>
          <a:xfrm>
            <a:off x="860437" y="4798656"/>
            <a:ext cx="4962600" cy="239847"/>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accent2"/>
              </a:buClr>
              <a:buSzPts val="4800"/>
              <a:buFont typeface="Raleway SemiBold"/>
              <a:buNone/>
              <a:defRPr sz="4800" b="0" i="0" u="none" strike="noStrike" cap="none">
                <a:solidFill>
                  <a:schemeClr val="accent2"/>
                </a:solidFill>
                <a:latin typeface="Raleway SemiBold"/>
                <a:ea typeface="Raleway SemiBold"/>
                <a:cs typeface="Raleway SemiBold"/>
                <a:sym typeface="Raleway SemiBold"/>
              </a:defRPr>
            </a:lvl1pPr>
            <a:lvl2pPr marR="0" lvl="1" algn="l" rtl="0">
              <a:lnSpc>
                <a:spcPct val="90000"/>
              </a:lnSpc>
              <a:spcBef>
                <a:spcPts val="0"/>
              </a:spcBef>
              <a:spcAft>
                <a:spcPts val="0"/>
              </a:spcAft>
              <a:buClr>
                <a:schemeClr val="accent2"/>
              </a:buClr>
              <a:buSzPts val="4800"/>
              <a:buFont typeface="Raleway SemiBold"/>
              <a:buNone/>
              <a:defRPr sz="4800" b="0" i="0" u="none" strike="noStrike" cap="none">
                <a:solidFill>
                  <a:schemeClr val="accent2"/>
                </a:solidFill>
                <a:latin typeface="Raleway SemiBold"/>
                <a:ea typeface="Raleway SemiBold"/>
                <a:cs typeface="Raleway SemiBold"/>
                <a:sym typeface="Raleway SemiBold"/>
              </a:defRPr>
            </a:lvl2pPr>
            <a:lvl3pPr marR="0" lvl="2" algn="l" rtl="0">
              <a:lnSpc>
                <a:spcPct val="90000"/>
              </a:lnSpc>
              <a:spcBef>
                <a:spcPts val="0"/>
              </a:spcBef>
              <a:spcAft>
                <a:spcPts val="0"/>
              </a:spcAft>
              <a:buClr>
                <a:schemeClr val="accent2"/>
              </a:buClr>
              <a:buSzPts val="4800"/>
              <a:buFont typeface="Raleway SemiBold"/>
              <a:buNone/>
              <a:defRPr sz="4800" b="0" i="0" u="none" strike="noStrike" cap="none">
                <a:solidFill>
                  <a:schemeClr val="accent2"/>
                </a:solidFill>
                <a:latin typeface="Raleway SemiBold"/>
                <a:ea typeface="Raleway SemiBold"/>
                <a:cs typeface="Raleway SemiBold"/>
                <a:sym typeface="Raleway SemiBold"/>
              </a:defRPr>
            </a:lvl3pPr>
            <a:lvl4pPr marR="0" lvl="3" algn="l" rtl="0">
              <a:lnSpc>
                <a:spcPct val="90000"/>
              </a:lnSpc>
              <a:spcBef>
                <a:spcPts val="0"/>
              </a:spcBef>
              <a:spcAft>
                <a:spcPts val="0"/>
              </a:spcAft>
              <a:buClr>
                <a:schemeClr val="accent2"/>
              </a:buClr>
              <a:buSzPts val="4800"/>
              <a:buFont typeface="Raleway SemiBold"/>
              <a:buNone/>
              <a:defRPr sz="4800" b="0" i="0" u="none" strike="noStrike" cap="none">
                <a:solidFill>
                  <a:schemeClr val="accent2"/>
                </a:solidFill>
                <a:latin typeface="Raleway SemiBold"/>
                <a:ea typeface="Raleway SemiBold"/>
                <a:cs typeface="Raleway SemiBold"/>
                <a:sym typeface="Raleway SemiBold"/>
              </a:defRPr>
            </a:lvl4pPr>
            <a:lvl5pPr marR="0" lvl="4" algn="l" rtl="0">
              <a:lnSpc>
                <a:spcPct val="90000"/>
              </a:lnSpc>
              <a:spcBef>
                <a:spcPts val="0"/>
              </a:spcBef>
              <a:spcAft>
                <a:spcPts val="0"/>
              </a:spcAft>
              <a:buClr>
                <a:schemeClr val="accent2"/>
              </a:buClr>
              <a:buSzPts val="4800"/>
              <a:buFont typeface="Raleway SemiBold"/>
              <a:buNone/>
              <a:defRPr sz="4800" b="0" i="0" u="none" strike="noStrike" cap="none">
                <a:solidFill>
                  <a:schemeClr val="accent2"/>
                </a:solidFill>
                <a:latin typeface="Raleway SemiBold"/>
                <a:ea typeface="Raleway SemiBold"/>
                <a:cs typeface="Raleway SemiBold"/>
                <a:sym typeface="Raleway SemiBold"/>
              </a:defRPr>
            </a:lvl5pPr>
            <a:lvl6pPr marR="0" lvl="5" algn="l" rtl="0">
              <a:lnSpc>
                <a:spcPct val="90000"/>
              </a:lnSpc>
              <a:spcBef>
                <a:spcPts val="0"/>
              </a:spcBef>
              <a:spcAft>
                <a:spcPts val="0"/>
              </a:spcAft>
              <a:buClr>
                <a:schemeClr val="accent2"/>
              </a:buClr>
              <a:buSzPts val="4800"/>
              <a:buFont typeface="Raleway SemiBold"/>
              <a:buNone/>
              <a:defRPr sz="4800" b="0" i="0" u="none" strike="noStrike" cap="none">
                <a:solidFill>
                  <a:schemeClr val="accent2"/>
                </a:solidFill>
                <a:latin typeface="Raleway SemiBold"/>
                <a:ea typeface="Raleway SemiBold"/>
                <a:cs typeface="Raleway SemiBold"/>
                <a:sym typeface="Raleway SemiBold"/>
              </a:defRPr>
            </a:lvl6pPr>
            <a:lvl7pPr marR="0" lvl="6" algn="l" rtl="0">
              <a:lnSpc>
                <a:spcPct val="90000"/>
              </a:lnSpc>
              <a:spcBef>
                <a:spcPts val="0"/>
              </a:spcBef>
              <a:spcAft>
                <a:spcPts val="0"/>
              </a:spcAft>
              <a:buClr>
                <a:schemeClr val="accent2"/>
              </a:buClr>
              <a:buSzPts val="4800"/>
              <a:buFont typeface="Raleway SemiBold"/>
              <a:buNone/>
              <a:defRPr sz="4800" b="0" i="0" u="none" strike="noStrike" cap="none">
                <a:solidFill>
                  <a:schemeClr val="accent2"/>
                </a:solidFill>
                <a:latin typeface="Raleway SemiBold"/>
                <a:ea typeface="Raleway SemiBold"/>
                <a:cs typeface="Raleway SemiBold"/>
                <a:sym typeface="Raleway SemiBold"/>
              </a:defRPr>
            </a:lvl7pPr>
            <a:lvl8pPr marR="0" lvl="7" algn="l" rtl="0">
              <a:lnSpc>
                <a:spcPct val="90000"/>
              </a:lnSpc>
              <a:spcBef>
                <a:spcPts val="0"/>
              </a:spcBef>
              <a:spcAft>
                <a:spcPts val="0"/>
              </a:spcAft>
              <a:buClr>
                <a:schemeClr val="accent2"/>
              </a:buClr>
              <a:buSzPts val="4800"/>
              <a:buFont typeface="Raleway SemiBold"/>
              <a:buNone/>
              <a:defRPr sz="4800" b="0" i="0" u="none" strike="noStrike" cap="none">
                <a:solidFill>
                  <a:schemeClr val="accent2"/>
                </a:solidFill>
                <a:latin typeface="Raleway SemiBold"/>
                <a:ea typeface="Raleway SemiBold"/>
                <a:cs typeface="Raleway SemiBold"/>
                <a:sym typeface="Raleway SemiBold"/>
              </a:defRPr>
            </a:lvl8pPr>
            <a:lvl9pPr marR="0" lvl="8" algn="l" rtl="0">
              <a:lnSpc>
                <a:spcPct val="90000"/>
              </a:lnSpc>
              <a:spcBef>
                <a:spcPts val="0"/>
              </a:spcBef>
              <a:spcAft>
                <a:spcPts val="0"/>
              </a:spcAft>
              <a:buClr>
                <a:schemeClr val="accent2"/>
              </a:buClr>
              <a:buSzPts val="4800"/>
              <a:buFont typeface="Raleway SemiBold"/>
              <a:buNone/>
              <a:defRPr sz="4800" b="0" i="0" u="none" strike="noStrike" cap="none">
                <a:solidFill>
                  <a:schemeClr val="accent2"/>
                </a:solidFill>
                <a:latin typeface="Raleway SemiBold"/>
                <a:ea typeface="Raleway SemiBold"/>
                <a:cs typeface="Raleway SemiBold"/>
                <a:sym typeface="Raleway SemiBold"/>
              </a:defRPr>
            </a:lvl9pPr>
          </a:lstStyle>
          <a:p>
            <a:r>
              <a:rPr lang="en-US" sz="1200" dirty="0">
                <a:solidFill>
                  <a:srgbClr val="E26161"/>
                </a:solidFill>
              </a:rPr>
              <a:t>Reference: </a:t>
            </a:r>
            <a:r>
              <a:rPr lang="en-US" sz="1200" dirty="0">
                <a:solidFill>
                  <a:srgbClr val="E26161"/>
                </a:solidFill>
                <a:hlinkClick r:id="rId3">
                  <a:extLst>
                    <a:ext uri="{A12FA001-AC4F-418D-AE19-62706E023703}">
                      <ahyp:hlinkClr xmlns:ahyp="http://schemas.microsoft.com/office/drawing/2018/hyperlinkcolor" val="tx"/>
                    </a:ext>
                  </a:extLst>
                </a:hlinkClick>
              </a:rPr>
              <a:t>https://www.w3schools.com/sql/</a:t>
            </a:r>
            <a:endParaRPr lang="en-US" sz="1200" dirty="0">
              <a:solidFill>
                <a:srgbClr val="E2616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15"/>
          <p:cNvSpPr txBox="1">
            <a:spLocks noGrp="1"/>
          </p:cNvSpPr>
          <p:nvPr>
            <p:ph type="ctrTitle"/>
          </p:nvPr>
        </p:nvSpPr>
        <p:spPr>
          <a:xfrm>
            <a:off x="924392" y="1924392"/>
            <a:ext cx="4676700" cy="11598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US"/>
              <a:t>Simple Select SQL Statement</a:t>
            </a:r>
            <a:endParaRPr/>
          </a:p>
        </p:txBody>
      </p:sp>
      <p:sp>
        <p:nvSpPr>
          <p:cNvPr id="406" name="Google Shape;406;p15"/>
          <p:cNvSpPr txBox="1">
            <a:spLocks noGrp="1"/>
          </p:cNvSpPr>
          <p:nvPr>
            <p:ph type="subTitle" idx="1"/>
          </p:nvPr>
        </p:nvSpPr>
        <p:spPr>
          <a:xfrm>
            <a:off x="910156" y="3024622"/>
            <a:ext cx="4676700" cy="3837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a:t>Pengenalan Query</a:t>
            </a:r>
            <a:endParaRPr/>
          </a:p>
        </p:txBody>
      </p:sp>
      <p:grpSp>
        <p:nvGrpSpPr>
          <p:cNvPr id="408" name="Google Shape;408;p15"/>
          <p:cNvGrpSpPr/>
          <p:nvPr/>
        </p:nvGrpSpPr>
        <p:grpSpPr>
          <a:xfrm>
            <a:off x="5435079" y="912423"/>
            <a:ext cx="3239723" cy="3318665"/>
            <a:chOff x="2270525" y="117216"/>
            <a:chExt cx="4650765" cy="4762722"/>
          </a:xfrm>
        </p:grpSpPr>
        <p:sp>
          <p:nvSpPr>
            <p:cNvPr id="409" name="Google Shape;409;p15"/>
            <p:cNvSpPr/>
            <p:nvPr/>
          </p:nvSpPr>
          <p:spPr>
            <a:xfrm>
              <a:off x="2270525" y="2788917"/>
              <a:ext cx="1367464" cy="791146"/>
            </a:xfrm>
            <a:custGeom>
              <a:avLst/>
              <a:gdLst/>
              <a:ahLst/>
              <a:cxnLst/>
              <a:rect l="l" t="t" r="r" b="b"/>
              <a:pathLst>
                <a:path w="1367464" h="791146" extrusionOk="0">
                  <a:moveTo>
                    <a:pt x="1367464" y="395573"/>
                  </a:moveTo>
                  <a:cubicBezTo>
                    <a:pt x="1367464" y="614042"/>
                    <a:pt x="1061347" y="791146"/>
                    <a:pt x="683732" y="791146"/>
                  </a:cubicBezTo>
                  <a:cubicBezTo>
                    <a:pt x="306117" y="791146"/>
                    <a:pt x="0" y="614042"/>
                    <a:pt x="0" y="395573"/>
                  </a:cubicBezTo>
                  <a:cubicBezTo>
                    <a:pt x="0" y="177104"/>
                    <a:pt x="306117" y="0"/>
                    <a:pt x="683732" y="0"/>
                  </a:cubicBezTo>
                  <a:cubicBezTo>
                    <a:pt x="1061347" y="0"/>
                    <a:pt x="1367464" y="177104"/>
                    <a:pt x="1367464" y="395573"/>
                  </a:cubicBezTo>
                  <a:close/>
                </a:path>
              </a:pathLst>
            </a:custGeom>
            <a:solidFill>
              <a:srgbClr val="D6D8E5">
                <a:alpha val="149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0" name="Google Shape;410;p15"/>
            <p:cNvSpPr/>
            <p:nvPr/>
          </p:nvSpPr>
          <p:spPr>
            <a:xfrm>
              <a:off x="2565006" y="2921600"/>
              <a:ext cx="762723" cy="441198"/>
            </a:xfrm>
            <a:custGeom>
              <a:avLst/>
              <a:gdLst/>
              <a:ahLst/>
              <a:cxnLst/>
              <a:rect l="l" t="t" r="r" b="b"/>
              <a:pathLst>
                <a:path w="762723" h="441198" extrusionOk="0">
                  <a:moveTo>
                    <a:pt x="762723" y="220599"/>
                  </a:moveTo>
                  <a:cubicBezTo>
                    <a:pt x="762723" y="342432"/>
                    <a:pt x="591982" y="441198"/>
                    <a:pt x="381362" y="441198"/>
                  </a:cubicBezTo>
                  <a:cubicBezTo>
                    <a:pt x="170741" y="441198"/>
                    <a:pt x="0" y="342432"/>
                    <a:pt x="0" y="220599"/>
                  </a:cubicBezTo>
                  <a:cubicBezTo>
                    <a:pt x="0" y="98765"/>
                    <a:pt x="170741" y="0"/>
                    <a:pt x="381362" y="0"/>
                  </a:cubicBezTo>
                  <a:cubicBezTo>
                    <a:pt x="591982" y="0"/>
                    <a:pt x="762723" y="98765"/>
                    <a:pt x="762723" y="220599"/>
                  </a:cubicBezTo>
                  <a:close/>
                </a:path>
              </a:pathLst>
            </a:custGeom>
            <a:solidFill>
              <a:srgbClr val="EDEFF9">
                <a:alpha val="4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1" name="Google Shape;411;p15"/>
            <p:cNvSpPr/>
            <p:nvPr/>
          </p:nvSpPr>
          <p:spPr>
            <a:xfrm>
              <a:off x="2834012" y="3000943"/>
              <a:ext cx="217486" cy="125920"/>
            </a:xfrm>
            <a:custGeom>
              <a:avLst/>
              <a:gdLst/>
              <a:ahLst/>
              <a:cxnLst/>
              <a:rect l="l" t="t" r="r" b="b"/>
              <a:pathLst>
                <a:path w="217486" h="125920" extrusionOk="0">
                  <a:moveTo>
                    <a:pt x="217486" y="62960"/>
                  </a:moveTo>
                  <a:cubicBezTo>
                    <a:pt x="217486" y="97732"/>
                    <a:pt x="168800" y="125920"/>
                    <a:pt x="108743" y="125920"/>
                  </a:cubicBezTo>
                  <a:cubicBezTo>
                    <a:pt x="48686" y="125920"/>
                    <a:pt x="0" y="97732"/>
                    <a:pt x="0" y="62960"/>
                  </a:cubicBezTo>
                  <a:cubicBezTo>
                    <a:pt x="0" y="28188"/>
                    <a:pt x="48686" y="0"/>
                    <a:pt x="108743" y="0"/>
                  </a:cubicBezTo>
                  <a:cubicBezTo>
                    <a:pt x="168800" y="0"/>
                    <a:pt x="217486" y="28188"/>
                    <a:pt x="217486" y="62960"/>
                  </a:cubicBezTo>
                  <a:close/>
                </a:path>
              </a:pathLst>
            </a:custGeom>
            <a:solidFill>
              <a:srgbClr val="EDEFF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2" name="Google Shape;412;p15"/>
            <p:cNvSpPr/>
            <p:nvPr/>
          </p:nvSpPr>
          <p:spPr>
            <a:xfrm>
              <a:off x="2841806" y="2229228"/>
              <a:ext cx="209121" cy="823531"/>
            </a:xfrm>
            <a:custGeom>
              <a:avLst/>
              <a:gdLst/>
              <a:ahLst/>
              <a:cxnLst/>
              <a:rect l="l" t="t" r="r" b="b"/>
              <a:pathLst>
                <a:path w="209121" h="823531" extrusionOk="0">
                  <a:moveTo>
                    <a:pt x="0" y="0"/>
                  </a:moveTo>
                  <a:lnTo>
                    <a:pt x="209121" y="0"/>
                  </a:lnTo>
                  <a:lnTo>
                    <a:pt x="209121" y="823532"/>
                  </a:lnTo>
                  <a:lnTo>
                    <a:pt x="0" y="823532"/>
                  </a:lnTo>
                  <a:close/>
                </a:path>
              </a:pathLst>
            </a:custGeom>
            <a:solidFill>
              <a:srgbClr val="EDEFF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3" name="Google Shape;413;p15"/>
            <p:cNvSpPr/>
            <p:nvPr/>
          </p:nvSpPr>
          <p:spPr>
            <a:xfrm>
              <a:off x="2831826" y="2112223"/>
              <a:ext cx="249895" cy="580777"/>
            </a:xfrm>
            <a:custGeom>
              <a:avLst/>
              <a:gdLst/>
              <a:ahLst/>
              <a:cxnLst/>
              <a:rect l="l" t="t" r="r" b="b"/>
              <a:pathLst>
                <a:path w="249895" h="580777" extrusionOk="0">
                  <a:moveTo>
                    <a:pt x="0" y="107670"/>
                  </a:moveTo>
                  <a:cubicBezTo>
                    <a:pt x="0" y="107670"/>
                    <a:pt x="5703" y="277025"/>
                    <a:pt x="125948" y="580777"/>
                  </a:cubicBezTo>
                  <a:cubicBezTo>
                    <a:pt x="125948" y="580777"/>
                    <a:pt x="237923" y="336175"/>
                    <a:pt x="249520" y="102527"/>
                  </a:cubicBezTo>
                  <a:cubicBezTo>
                    <a:pt x="261117" y="-131122"/>
                    <a:pt x="0" y="107670"/>
                    <a:pt x="0" y="107670"/>
                  </a:cubicBezTo>
                  <a:close/>
                </a:path>
              </a:pathLst>
            </a:custGeom>
            <a:solidFill>
              <a:srgbClr val="FFBC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4" name="Google Shape;414;p15"/>
            <p:cNvSpPr/>
            <p:nvPr/>
          </p:nvSpPr>
          <p:spPr>
            <a:xfrm>
              <a:off x="2373659" y="1582290"/>
              <a:ext cx="397711" cy="625506"/>
            </a:xfrm>
            <a:custGeom>
              <a:avLst/>
              <a:gdLst/>
              <a:ahLst/>
              <a:cxnLst/>
              <a:rect l="l" t="t" r="r" b="b"/>
              <a:pathLst>
                <a:path w="397711" h="625506" extrusionOk="0">
                  <a:moveTo>
                    <a:pt x="311306" y="0"/>
                  </a:moveTo>
                  <a:lnTo>
                    <a:pt x="33079" y="271272"/>
                  </a:lnTo>
                  <a:lnTo>
                    <a:pt x="0" y="625507"/>
                  </a:lnTo>
                  <a:lnTo>
                    <a:pt x="336495" y="456438"/>
                  </a:lnTo>
                  <a:lnTo>
                    <a:pt x="397711" y="24384"/>
                  </a:lnTo>
                  <a:lnTo>
                    <a:pt x="311306"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5" name="Google Shape;415;p15"/>
            <p:cNvSpPr/>
            <p:nvPr/>
          </p:nvSpPr>
          <p:spPr>
            <a:xfrm>
              <a:off x="3144177" y="1582290"/>
              <a:ext cx="397710" cy="625506"/>
            </a:xfrm>
            <a:custGeom>
              <a:avLst/>
              <a:gdLst/>
              <a:ahLst/>
              <a:cxnLst/>
              <a:rect l="l" t="t" r="r" b="b"/>
              <a:pathLst>
                <a:path w="397710" h="625506" extrusionOk="0">
                  <a:moveTo>
                    <a:pt x="86405" y="0"/>
                  </a:moveTo>
                  <a:lnTo>
                    <a:pt x="364537" y="271272"/>
                  </a:lnTo>
                  <a:lnTo>
                    <a:pt x="397711" y="625507"/>
                  </a:lnTo>
                  <a:lnTo>
                    <a:pt x="59980" y="444722"/>
                  </a:lnTo>
                  <a:lnTo>
                    <a:pt x="0" y="24384"/>
                  </a:lnTo>
                  <a:lnTo>
                    <a:pt x="86405" y="0"/>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6" name="Google Shape;416;p15"/>
            <p:cNvSpPr/>
            <p:nvPr/>
          </p:nvSpPr>
          <p:spPr>
            <a:xfrm>
              <a:off x="2815951" y="2102641"/>
              <a:ext cx="276610" cy="160020"/>
            </a:xfrm>
            <a:custGeom>
              <a:avLst/>
              <a:gdLst/>
              <a:ahLst/>
              <a:cxnLst/>
              <a:rect l="l" t="t" r="r" b="b"/>
              <a:pathLst>
                <a:path w="276610" h="160020" extrusionOk="0">
                  <a:moveTo>
                    <a:pt x="276611" y="80010"/>
                  </a:moveTo>
                  <a:cubicBezTo>
                    <a:pt x="276611" y="124198"/>
                    <a:pt x="214689" y="160020"/>
                    <a:pt x="138305" y="160020"/>
                  </a:cubicBezTo>
                  <a:cubicBezTo>
                    <a:pt x="61921" y="160020"/>
                    <a:pt x="0" y="124198"/>
                    <a:pt x="0" y="80010"/>
                  </a:cubicBezTo>
                  <a:cubicBezTo>
                    <a:pt x="0" y="35822"/>
                    <a:pt x="61921" y="0"/>
                    <a:pt x="138305" y="0"/>
                  </a:cubicBezTo>
                  <a:cubicBezTo>
                    <a:pt x="214689" y="0"/>
                    <a:pt x="276611" y="35822"/>
                    <a:pt x="276611" y="80010"/>
                  </a:cubicBezTo>
                  <a:close/>
                </a:path>
              </a:pathLst>
            </a:custGeom>
            <a:solidFill>
              <a:srgbClr val="42495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7" name="Google Shape;417;p15"/>
            <p:cNvSpPr/>
            <p:nvPr/>
          </p:nvSpPr>
          <p:spPr>
            <a:xfrm>
              <a:off x="2744565" y="2030632"/>
              <a:ext cx="418908" cy="74675"/>
            </a:xfrm>
            <a:custGeom>
              <a:avLst/>
              <a:gdLst/>
              <a:ahLst/>
              <a:cxnLst/>
              <a:rect l="l" t="t" r="r" b="b"/>
              <a:pathLst>
                <a:path w="418908" h="74675" extrusionOk="0">
                  <a:moveTo>
                    <a:pt x="0" y="72009"/>
                  </a:moveTo>
                  <a:lnTo>
                    <a:pt x="0" y="0"/>
                  </a:lnTo>
                  <a:lnTo>
                    <a:pt x="418908" y="0"/>
                  </a:lnTo>
                  <a:lnTo>
                    <a:pt x="418908" y="74676"/>
                  </a:lnTo>
                  <a:lnTo>
                    <a:pt x="0" y="72009"/>
                  </a:lnTo>
                  <a:close/>
                </a:path>
              </a:pathLst>
            </a:custGeom>
            <a:solidFill>
              <a:srgbClr val="49494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8" name="Google Shape;418;p15"/>
            <p:cNvSpPr/>
            <p:nvPr/>
          </p:nvSpPr>
          <p:spPr>
            <a:xfrm>
              <a:off x="2744565" y="1981197"/>
              <a:ext cx="419383" cy="242697"/>
            </a:xfrm>
            <a:custGeom>
              <a:avLst/>
              <a:gdLst/>
              <a:ahLst/>
              <a:cxnLst/>
              <a:rect l="l" t="t" r="r" b="b"/>
              <a:pathLst>
                <a:path w="419383" h="242697" extrusionOk="0">
                  <a:moveTo>
                    <a:pt x="419384" y="121348"/>
                  </a:moveTo>
                  <a:cubicBezTo>
                    <a:pt x="419384" y="188367"/>
                    <a:pt x="325501" y="242697"/>
                    <a:pt x="209692" y="242697"/>
                  </a:cubicBezTo>
                  <a:cubicBezTo>
                    <a:pt x="93882" y="242697"/>
                    <a:pt x="0" y="188367"/>
                    <a:pt x="0" y="121348"/>
                  </a:cubicBezTo>
                  <a:cubicBezTo>
                    <a:pt x="0" y="54330"/>
                    <a:pt x="93882" y="0"/>
                    <a:pt x="209692" y="0"/>
                  </a:cubicBezTo>
                  <a:cubicBezTo>
                    <a:pt x="325501" y="0"/>
                    <a:pt x="419384" y="54329"/>
                    <a:pt x="419384" y="121348"/>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9" name="Google Shape;419;p15"/>
            <p:cNvSpPr/>
            <p:nvPr/>
          </p:nvSpPr>
          <p:spPr>
            <a:xfrm>
              <a:off x="2697703" y="1845275"/>
              <a:ext cx="511777" cy="296036"/>
            </a:xfrm>
            <a:custGeom>
              <a:avLst/>
              <a:gdLst/>
              <a:ahLst/>
              <a:cxnLst/>
              <a:rect l="l" t="t" r="r" b="b"/>
              <a:pathLst>
                <a:path w="511777" h="296036" extrusionOk="0">
                  <a:moveTo>
                    <a:pt x="511777" y="148019"/>
                  </a:moveTo>
                  <a:cubicBezTo>
                    <a:pt x="511777" y="229767"/>
                    <a:pt x="397212" y="296037"/>
                    <a:pt x="255889" y="296037"/>
                  </a:cubicBezTo>
                  <a:cubicBezTo>
                    <a:pt x="114565" y="296037"/>
                    <a:pt x="0" y="229767"/>
                    <a:pt x="0" y="148019"/>
                  </a:cubicBezTo>
                  <a:cubicBezTo>
                    <a:pt x="0" y="66270"/>
                    <a:pt x="114565" y="0"/>
                    <a:pt x="255889" y="0"/>
                  </a:cubicBezTo>
                  <a:cubicBezTo>
                    <a:pt x="397212" y="0"/>
                    <a:pt x="511777" y="66270"/>
                    <a:pt x="511777" y="148019"/>
                  </a:cubicBezTo>
                  <a:close/>
                </a:path>
              </a:pathLst>
            </a:custGeom>
            <a:solidFill>
              <a:srgbClr val="EDEFF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0" name="Google Shape;420;p15"/>
            <p:cNvSpPr/>
            <p:nvPr/>
          </p:nvSpPr>
          <p:spPr>
            <a:xfrm>
              <a:off x="2681484" y="530635"/>
              <a:ext cx="548516" cy="1538895"/>
            </a:xfrm>
            <a:custGeom>
              <a:avLst/>
              <a:gdLst/>
              <a:ahLst/>
              <a:cxnLst/>
              <a:rect l="l" t="t" r="r" b="b"/>
              <a:pathLst>
                <a:path w="548516" h="1538895" extrusionOk="0">
                  <a:moveTo>
                    <a:pt x="548433" y="1199007"/>
                  </a:moveTo>
                  <a:lnTo>
                    <a:pt x="548433" y="1199007"/>
                  </a:lnTo>
                  <a:cubicBezTo>
                    <a:pt x="548433" y="1210913"/>
                    <a:pt x="548433" y="1222629"/>
                    <a:pt x="548433" y="1233964"/>
                  </a:cubicBezTo>
                  <a:cubicBezTo>
                    <a:pt x="548433" y="1243489"/>
                    <a:pt x="548433" y="1253014"/>
                    <a:pt x="548433" y="1262539"/>
                  </a:cubicBezTo>
                  <a:cubicBezTo>
                    <a:pt x="548433" y="1275398"/>
                    <a:pt x="547767" y="1287685"/>
                    <a:pt x="547292" y="1299686"/>
                  </a:cubicBezTo>
                  <a:cubicBezTo>
                    <a:pt x="547292" y="1314641"/>
                    <a:pt x="546246" y="1328833"/>
                    <a:pt x="545486" y="1342454"/>
                  </a:cubicBezTo>
                  <a:cubicBezTo>
                    <a:pt x="544725" y="1356074"/>
                    <a:pt x="544060" y="1369409"/>
                    <a:pt x="543109" y="1381697"/>
                  </a:cubicBezTo>
                  <a:cubicBezTo>
                    <a:pt x="539212" y="1435513"/>
                    <a:pt x="539307" y="1475137"/>
                    <a:pt x="532653" y="1490662"/>
                  </a:cubicBezTo>
                  <a:cubicBezTo>
                    <a:pt x="496437" y="1575530"/>
                    <a:pt x="373911" y="1528762"/>
                    <a:pt x="313456" y="1498283"/>
                  </a:cubicBezTo>
                  <a:cubicBezTo>
                    <a:pt x="291118" y="1487043"/>
                    <a:pt x="276384" y="1477804"/>
                    <a:pt x="276384" y="1477804"/>
                  </a:cubicBezTo>
                  <a:lnTo>
                    <a:pt x="270871" y="1477804"/>
                  </a:lnTo>
                  <a:cubicBezTo>
                    <a:pt x="270871" y="1477804"/>
                    <a:pt x="253381" y="1487329"/>
                    <a:pt x="227526" y="1497616"/>
                  </a:cubicBezTo>
                  <a:cubicBezTo>
                    <a:pt x="164124" y="1523333"/>
                    <a:pt x="51104" y="1568958"/>
                    <a:pt x="19735" y="1490377"/>
                  </a:cubicBezTo>
                  <a:cubicBezTo>
                    <a:pt x="14127" y="1476280"/>
                    <a:pt x="8519" y="1429703"/>
                    <a:pt x="5097" y="1380935"/>
                  </a:cubicBezTo>
                  <a:cubicBezTo>
                    <a:pt x="4241" y="1368743"/>
                    <a:pt x="3481" y="1355693"/>
                    <a:pt x="2721" y="1341787"/>
                  </a:cubicBezTo>
                  <a:cubicBezTo>
                    <a:pt x="1960" y="1327880"/>
                    <a:pt x="1580" y="1314069"/>
                    <a:pt x="1010" y="1299115"/>
                  </a:cubicBezTo>
                  <a:cubicBezTo>
                    <a:pt x="1010" y="1287208"/>
                    <a:pt x="344" y="1274921"/>
                    <a:pt x="59" y="1262158"/>
                  </a:cubicBezTo>
                  <a:cubicBezTo>
                    <a:pt x="59" y="1252633"/>
                    <a:pt x="59" y="1243108"/>
                    <a:pt x="59" y="1233583"/>
                  </a:cubicBezTo>
                  <a:lnTo>
                    <a:pt x="59" y="1233583"/>
                  </a:lnTo>
                  <a:lnTo>
                    <a:pt x="59" y="1198626"/>
                  </a:lnTo>
                  <a:lnTo>
                    <a:pt x="59" y="1198626"/>
                  </a:lnTo>
                  <a:cubicBezTo>
                    <a:pt x="-1652" y="866299"/>
                    <a:pt x="33518" y="334899"/>
                    <a:pt x="149676" y="108109"/>
                  </a:cubicBezTo>
                  <a:cubicBezTo>
                    <a:pt x="183230" y="42481"/>
                    <a:pt x="223534" y="2381"/>
                    <a:pt x="271727" y="0"/>
                  </a:cubicBezTo>
                  <a:lnTo>
                    <a:pt x="271727" y="0"/>
                  </a:lnTo>
                  <a:lnTo>
                    <a:pt x="277240" y="0"/>
                  </a:lnTo>
                  <a:lnTo>
                    <a:pt x="277240" y="0"/>
                  </a:lnTo>
                  <a:cubicBezTo>
                    <a:pt x="324768" y="2476"/>
                    <a:pt x="365546" y="42386"/>
                    <a:pt x="399196" y="107728"/>
                  </a:cubicBezTo>
                  <a:cubicBezTo>
                    <a:pt x="513737" y="333661"/>
                    <a:pt x="550524" y="862965"/>
                    <a:pt x="548433" y="1199007"/>
                  </a:cubicBezTo>
                  <a:close/>
                </a:path>
              </a:pathLst>
            </a:custGeom>
            <a:solidFill>
              <a:srgbClr val="EDEFF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1" name="Google Shape;421;p15"/>
            <p:cNvSpPr/>
            <p:nvPr/>
          </p:nvSpPr>
          <p:spPr>
            <a:xfrm>
              <a:off x="2858251" y="1222531"/>
              <a:ext cx="193342" cy="193738"/>
            </a:xfrm>
            <a:custGeom>
              <a:avLst/>
              <a:gdLst/>
              <a:ahLst/>
              <a:cxnLst/>
              <a:rect l="l" t="t" r="r" b="b"/>
              <a:pathLst>
                <a:path w="193342" h="193738" extrusionOk="0">
                  <a:moveTo>
                    <a:pt x="193342" y="96869"/>
                  </a:moveTo>
                  <a:cubicBezTo>
                    <a:pt x="193342" y="150369"/>
                    <a:pt x="150061" y="193739"/>
                    <a:pt x="96671" y="193739"/>
                  </a:cubicBezTo>
                  <a:cubicBezTo>
                    <a:pt x="43281" y="193739"/>
                    <a:pt x="0" y="150369"/>
                    <a:pt x="0" y="96869"/>
                  </a:cubicBezTo>
                  <a:cubicBezTo>
                    <a:pt x="0" y="43370"/>
                    <a:pt x="43281" y="0"/>
                    <a:pt x="96671" y="0"/>
                  </a:cubicBezTo>
                  <a:cubicBezTo>
                    <a:pt x="150061" y="0"/>
                    <a:pt x="193342" y="43370"/>
                    <a:pt x="193342" y="96869"/>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2" name="Google Shape;422;p15"/>
            <p:cNvSpPr/>
            <p:nvPr/>
          </p:nvSpPr>
          <p:spPr>
            <a:xfrm>
              <a:off x="2844088" y="1208338"/>
              <a:ext cx="221668" cy="222122"/>
            </a:xfrm>
            <a:custGeom>
              <a:avLst/>
              <a:gdLst/>
              <a:ahLst/>
              <a:cxnLst/>
              <a:rect l="l" t="t" r="r" b="b"/>
              <a:pathLst>
                <a:path w="221668" h="222122" extrusionOk="0">
                  <a:moveTo>
                    <a:pt x="110834" y="222123"/>
                  </a:moveTo>
                  <a:cubicBezTo>
                    <a:pt x="49623" y="222123"/>
                    <a:pt x="0" y="172402"/>
                    <a:pt x="0" y="111061"/>
                  </a:cubicBezTo>
                  <a:cubicBezTo>
                    <a:pt x="0" y="49720"/>
                    <a:pt x="49623" y="0"/>
                    <a:pt x="110834" y="0"/>
                  </a:cubicBezTo>
                  <a:cubicBezTo>
                    <a:pt x="172046" y="0"/>
                    <a:pt x="221669" y="49720"/>
                    <a:pt x="221669" y="111061"/>
                  </a:cubicBezTo>
                  <a:cubicBezTo>
                    <a:pt x="221617" y="172374"/>
                    <a:pt x="172025" y="222066"/>
                    <a:pt x="110834" y="222123"/>
                  </a:cubicBezTo>
                  <a:close/>
                  <a:moveTo>
                    <a:pt x="110834" y="28384"/>
                  </a:moveTo>
                  <a:cubicBezTo>
                    <a:pt x="65267" y="28327"/>
                    <a:pt x="28284" y="65303"/>
                    <a:pt x="28231" y="110966"/>
                  </a:cubicBezTo>
                  <a:cubicBezTo>
                    <a:pt x="28179" y="156629"/>
                    <a:pt x="65077" y="193681"/>
                    <a:pt x="110644" y="193738"/>
                  </a:cubicBezTo>
                  <a:cubicBezTo>
                    <a:pt x="156212" y="193796"/>
                    <a:pt x="193195" y="156820"/>
                    <a:pt x="193247" y="111157"/>
                  </a:cubicBezTo>
                  <a:cubicBezTo>
                    <a:pt x="193247" y="111128"/>
                    <a:pt x="193247" y="111090"/>
                    <a:pt x="193247" y="111061"/>
                  </a:cubicBezTo>
                  <a:cubicBezTo>
                    <a:pt x="193195" y="65456"/>
                    <a:pt x="156343" y="28489"/>
                    <a:pt x="110834" y="28384"/>
                  </a:cubicBezTo>
                  <a:close/>
                </a:path>
              </a:pathLst>
            </a:custGeom>
            <a:solidFill>
              <a:srgbClr val="616E8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3" name="Google Shape;423;p15"/>
            <p:cNvSpPr/>
            <p:nvPr/>
          </p:nvSpPr>
          <p:spPr>
            <a:xfrm>
              <a:off x="2858251" y="937733"/>
              <a:ext cx="193342" cy="193738"/>
            </a:xfrm>
            <a:custGeom>
              <a:avLst/>
              <a:gdLst/>
              <a:ahLst/>
              <a:cxnLst/>
              <a:rect l="l" t="t" r="r" b="b"/>
              <a:pathLst>
                <a:path w="193342" h="193738" extrusionOk="0">
                  <a:moveTo>
                    <a:pt x="193342" y="96869"/>
                  </a:moveTo>
                  <a:cubicBezTo>
                    <a:pt x="193342" y="150369"/>
                    <a:pt x="150061" y="193738"/>
                    <a:pt x="96671" y="193738"/>
                  </a:cubicBezTo>
                  <a:cubicBezTo>
                    <a:pt x="43281" y="193738"/>
                    <a:pt x="0" y="150369"/>
                    <a:pt x="0" y="96869"/>
                  </a:cubicBezTo>
                  <a:cubicBezTo>
                    <a:pt x="0" y="43370"/>
                    <a:pt x="43281" y="0"/>
                    <a:pt x="96671" y="0"/>
                  </a:cubicBezTo>
                  <a:cubicBezTo>
                    <a:pt x="150061" y="0"/>
                    <a:pt x="193342" y="43370"/>
                    <a:pt x="193342" y="96869"/>
                  </a:cubicBezTo>
                  <a:close/>
                </a:path>
              </a:pathLst>
            </a:custGeom>
            <a:solidFill>
              <a:srgbClr val="2B303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4" name="Google Shape;424;p15"/>
            <p:cNvSpPr/>
            <p:nvPr/>
          </p:nvSpPr>
          <p:spPr>
            <a:xfrm>
              <a:off x="2843898" y="923636"/>
              <a:ext cx="221858" cy="222313"/>
            </a:xfrm>
            <a:custGeom>
              <a:avLst/>
              <a:gdLst/>
              <a:ahLst/>
              <a:cxnLst/>
              <a:rect l="l" t="t" r="r" b="b"/>
              <a:pathLst>
                <a:path w="221858" h="222313" extrusionOk="0">
                  <a:moveTo>
                    <a:pt x="111025" y="222314"/>
                  </a:moveTo>
                  <a:cubicBezTo>
                    <a:pt x="49760" y="222371"/>
                    <a:pt x="52" y="172641"/>
                    <a:pt x="0" y="111252"/>
                  </a:cubicBezTo>
                  <a:cubicBezTo>
                    <a:pt x="-52" y="49861"/>
                    <a:pt x="49570" y="52"/>
                    <a:pt x="110834" y="0"/>
                  </a:cubicBezTo>
                  <a:cubicBezTo>
                    <a:pt x="172062" y="-52"/>
                    <a:pt x="221754" y="49614"/>
                    <a:pt x="221859" y="110966"/>
                  </a:cubicBezTo>
                  <a:cubicBezTo>
                    <a:pt x="221911" y="172374"/>
                    <a:pt x="172305" y="222209"/>
                    <a:pt x="111025" y="222314"/>
                  </a:cubicBezTo>
                  <a:close/>
                  <a:moveTo>
                    <a:pt x="111025" y="28575"/>
                  </a:moveTo>
                  <a:cubicBezTo>
                    <a:pt x="65457" y="28523"/>
                    <a:pt x="28474" y="65496"/>
                    <a:pt x="28422" y="111157"/>
                  </a:cubicBezTo>
                  <a:cubicBezTo>
                    <a:pt x="28369" y="156820"/>
                    <a:pt x="65267" y="193872"/>
                    <a:pt x="110834" y="193929"/>
                  </a:cubicBezTo>
                  <a:cubicBezTo>
                    <a:pt x="156402" y="193986"/>
                    <a:pt x="193385" y="157010"/>
                    <a:pt x="193437" y="111347"/>
                  </a:cubicBezTo>
                  <a:cubicBezTo>
                    <a:pt x="193437" y="111283"/>
                    <a:pt x="193437" y="111221"/>
                    <a:pt x="193437" y="111157"/>
                  </a:cubicBezTo>
                  <a:cubicBezTo>
                    <a:pt x="193490" y="65496"/>
                    <a:pt x="156592" y="28437"/>
                    <a:pt x="111025" y="28385"/>
                  </a:cubicBezTo>
                  <a:close/>
                </a:path>
              </a:pathLst>
            </a:custGeom>
            <a:solidFill>
              <a:srgbClr val="616E8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5" name="Google Shape;425;p15"/>
            <p:cNvSpPr/>
            <p:nvPr/>
          </p:nvSpPr>
          <p:spPr>
            <a:xfrm>
              <a:off x="2680593" y="1921189"/>
              <a:ext cx="549324" cy="167997"/>
            </a:xfrm>
            <a:custGeom>
              <a:avLst/>
              <a:gdLst/>
              <a:ahLst/>
              <a:cxnLst/>
              <a:rect l="l" t="t" r="r" b="b"/>
              <a:pathLst>
                <a:path w="549324" h="167997" extrusionOk="0">
                  <a:moveTo>
                    <a:pt x="549324" y="0"/>
                  </a:moveTo>
                  <a:cubicBezTo>
                    <a:pt x="549324" y="11906"/>
                    <a:pt x="549324" y="23622"/>
                    <a:pt x="549324" y="35052"/>
                  </a:cubicBezTo>
                  <a:cubicBezTo>
                    <a:pt x="539819" y="66484"/>
                    <a:pt x="513964" y="96583"/>
                    <a:pt x="471949" y="120777"/>
                  </a:cubicBezTo>
                  <a:cubicBezTo>
                    <a:pt x="363016" y="183737"/>
                    <a:pt x="186784" y="183737"/>
                    <a:pt x="77375" y="120777"/>
                  </a:cubicBezTo>
                  <a:cubicBezTo>
                    <a:pt x="35361" y="96393"/>
                    <a:pt x="9601" y="66199"/>
                    <a:pt x="0" y="35052"/>
                  </a:cubicBezTo>
                  <a:lnTo>
                    <a:pt x="0" y="35052"/>
                  </a:lnTo>
                  <a:lnTo>
                    <a:pt x="0" y="95"/>
                  </a:lnTo>
                  <a:cubicBezTo>
                    <a:pt x="9506" y="32099"/>
                    <a:pt x="35170" y="62579"/>
                    <a:pt x="77755" y="87249"/>
                  </a:cubicBezTo>
                  <a:cubicBezTo>
                    <a:pt x="186784" y="150209"/>
                    <a:pt x="363396" y="150209"/>
                    <a:pt x="472329" y="87249"/>
                  </a:cubicBezTo>
                  <a:cubicBezTo>
                    <a:pt x="514059" y="62293"/>
                    <a:pt x="540484" y="31909"/>
                    <a:pt x="549324"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6" name="Google Shape;426;p15"/>
            <p:cNvSpPr/>
            <p:nvPr/>
          </p:nvSpPr>
          <p:spPr>
            <a:xfrm>
              <a:off x="2680308" y="1976244"/>
              <a:ext cx="548753" cy="165782"/>
            </a:xfrm>
            <a:custGeom>
              <a:avLst/>
              <a:gdLst/>
              <a:ahLst/>
              <a:cxnLst/>
              <a:rect l="l" t="t" r="r" b="b"/>
              <a:pathLst>
                <a:path w="548753" h="165782" extrusionOk="0">
                  <a:moveTo>
                    <a:pt x="548754" y="381"/>
                  </a:moveTo>
                  <a:cubicBezTo>
                    <a:pt x="548754" y="13145"/>
                    <a:pt x="548088" y="25527"/>
                    <a:pt x="547613" y="37433"/>
                  </a:cubicBezTo>
                  <a:cubicBezTo>
                    <a:pt x="536967" y="67151"/>
                    <a:pt x="511682" y="95441"/>
                    <a:pt x="471569" y="118491"/>
                  </a:cubicBezTo>
                  <a:cubicBezTo>
                    <a:pt x="362636" y="181546"/>
                    <a:pt x="186403" y="181546"/>
                    <a:pt x="76995" y="118491"/>
                  </a:cubicBezTo>
                  <a:cubicBezTo>
                    <a:pt x="36976" y="95250"/>
                    <a:pt x="11692" y="66770"/>
                    <a:pt x="951" y="36862"/>
                  </a:cubicBezTo>
                  <a:cubicBezTo>
                    <a:pt x="951" y="24955"/>
                    <a:pt x="285" y="12668"/>
                    <a:pt x="0" y="0"/>
                  </a:cubicBezTo>
                  <a:cubicBezTo>
                    <a:pt x="9506" y="31051"/>
                    <a:pt x="35456" y="60579"/>
                    <a:pt x="76900" y="84582"/>
                  </a:cubicBezTo>
                  <a:cubicBezTo>
                    <a:pt x="185928" y="147638"/>
                    <a:pt x="362541" y="147638"/>
                    <a:pt x="471474" y="84582"/>
                  </a:cubicBezTo>
                  <a:cubicBezTo>
                    <a:pt x="513108" y="60674"/>
                    <a:pt x="538773" y="31242"/>
                    <a:pt x="548754" y="3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7" name="Google Shape;427;p15"/>
            <p:cNvSpPr/>
            <p:nvPr/>
          </p:nvSpPr>
          <p:spPr>
            <a:xfrm>
              <a:off x="2683349" y="1877470"/>
              <a:ext cx="542765" cy="158087"/>
            </a:xfrm>
            <a:custGeom>
              <a:avLst/>
              <a:gdLst/>
              <a:ahLst/>
              <a:cxnLst/>
              <a:rect l="l" t="t" r="r" b="b"/>
              <a:pathLst>
                <a:path w="542765" h="158087" extrusionOk="0">
                  <a:moveTo>
                    <a:pt x="542765" y="762"/>
                  </a:moveTo>
                  <a:cubicBezTo>
                    <a:pt x="531264" y="28670"/>
                    <a:pt x="506549" y="55245"/>
                    <a:pt x="468812" y="76962"/>
                  </a:cubicBezTo>
                  <a:cubicBezTo>
                    <a:pt x="359879" y="139922"/>
                    <a:pt x="183647" y="139922"/>
                    <a:pt x="74238" y="76962"/>
                  </a:cubicBezTo>
                  <a:cubicBezTo>
                    <a:pt x="36216" y="54864"/>
                    <a:pt x="11502" y="28194"/>
                    <a:pt x="0" y="0"/>
                  </a:cubicBezTo>
                  <a:cubicBezTo>
                    <a:pt x="760" y="13906"/>
                    <a:pt x="1521" y="26956"/>
                    <a:pt x="2376" y="39148"/>
                  </a:cubicBezTo>
                  <a:cubicBezTo>
                    <a:pt x="14639" y="65437"/>
                    <a:pt x="38592" y="90202"/>
                    <a:pt x="74238" y="110871"/>
                  </a:cubicBezTo>
                  <a:cubicBezTo>
                    <a:pt x="120732" y="136255"/>
                    <a:pt x="172028" y="151571"/>
                    <a:pt x="224806" y="155829"/>
                  </a:cubicBezTo>
                  <a:cubicBezTo>
                    <a:pt x="253246" y="158601"/>
                    <a:pt x="281876" y="158820"/>
                    <a:pt x="310355" y="156496"/>
                  </a:cubicBezTo>
                  <a:cubicBezTo>
                    <a:pt x="365732" y="152991"/>
                    <a:pt x="419677" y="137417"/>
                    <a:pt x="468432" y="110871"/>
                  </a:cubicBezTo>
                  <a:cubicBezTo>
                    <a:pt x="503793" y="90392"/>
                    <a:pt x="527652" y="65913"/>
                    <a:pt x="540009" y="3991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8" name="Google Shape;428;p15"/>
            <p:cNvSpPr/>
            <p:nvPr/>
          </p:nvSpPr>
          <p:spPr>
            <a:xfrm>
              <a:off x="2829449" y="530444"/>
              <a:ext cx="249519" cy="126863"/>
            </a:xfrm>
            <a:custGeom>
              <a:avLst/>
              <a:gdLst/>
              <a:ahLst/>
              <a:cxnLst/>
              <a:rect l="l" t="t" r="r" b="b"/>
              <a:pathLst>
                <a:path w="249519" h="126863" extrusionOk="0">
                  <a:moveTo>
                    <a:pt x="249520" y="108109"/>
                  </a:moveTo>
                  <a:cubicBezTo>
                    <a:pt x="168218" y="133115"/>
                    <a:pt x="81302" y="133115"/>
                    <a:pt x="0" y="108109"/>
                  </a:cubicBezTo>
                  <a:cubicBezTo>
                    <a:pt x="33555" y="42481"/>
                    <a:pt x="73858" y="2381"/>
                    <a:pt x="122051" y="0"/>
                  </a:cubicBezTo>
                  <a:lnTo>
                    <a:pt x="122051" y="0"/>
                  </a:lnTo>
                  <a:lnTo>
                    <a:pt x="127564" y="0"/>
                  </a:lnTo>
                  <a:lnTo>
                    <a:pt x="127564" y="0"/>
                  </a:lnTo>
                  <a:cubicBezTo>
                    <a:pt x="175567" y="2857"/>
                    <a:pt x="215870" y="42767"/>
                    <a:pt x="249520" y="108109"/>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29" name="Google Shape;429;p15"/>
            <p:cNvSpPr/>
            <p:nvPr/>
          </p:nvSpPr>
          <p:spPr>
            <a:xfrm>
              <a:off x="2934010" y="1583052"/>
              <a:ext cx="47432" cy="623982"/>
            </a:xfrm>
            <a:custGeom>
              <a:avLst/>
              <a:gdLst/>
              <a:ahLst/>
              <a:cxnLst/>
              <a:rect l="l" t="t" r="r" b="b"/>
              <a:pathLst>
                <a:path w="47432" h="623982" extrusionOk="0">
                  <a:moveTo>
                    <a:pt x="0" y="0"/>
                  </a:moveTo>
                  <a:lnTo>
                    <a:pt x="47433" y="0"/>
                  </a:lnTo>
                  <a:lnTo>
                    <a:pt x="47433" y="623983"/>
                  </a:lnTo>
                  <a:lnTo>
                    <a:pt x="0" y="623983"/>
                  </a:ln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430" name="Google Shape;430;p15"/>
            <p:cNvGrpSpPr/>
            <p:nvPr/>
          </p:nvGrpSpPr>
          <p:grpSpPr>
            <a:xfrm>
              <a:off x="4031993" y="117216"/>
              <a:ext cx="2889297" cy="3901793"/>
              <a:chOff x="5533368" y="1047716"/>
              <a:chExt cx="2889297" cy="3901793"/>
            </a:xfrm>
          </p:grpSpPr>
          <p:sp>
            <p:nvSpPr>
              <p:cNvPr id="431" name="Google Shape;431;p15"/>
              <p:cNvSpPr/>
              <p:nvPr/>
            </p:nvSpPr>
            <p:spPr>
              <a:xfrm>
                <a:off x="6153722" y="4072604"/>
                <a:ext cx="1090544" cy="630910"/>
              </a:xfrm>
              <a:custGeom>
                <a:avLst/>
                <a:gdLst/>
                <a:ahLst/>
                <a:cxnLst/>
                <a:rect l="l" t="t" r="r" b="b"/>
                <a:pathLst>
                  <a:path w="1090544" h="630910" extrusionOk="0">
                    <a:moveTo>
                      <a:pt x="578197" y="615410"/>
                    </a:moveTo>
                    <a:lnTo>
                      <a:pt x="26877" y="296418"/>
                    </a:lnTo>
                    <a:cubicBezTo>
                      <a:pt x="-12951" y="273367"/>
                      <a:pt x="-7913" y="233172"/>
                      <a:pt x="37998" y="206597"/>
                    </a:cubicBezTo>
                    <a:lnTo>
                      <a:pt x="395216" y="0"/>
                    </a:lnTo>
                    <a:lnTo>
                      <a:pt x="1090545" y="402241"/>
                    </a:lnTo>
                    <a:lnTo>
                      <a:pt x="733327" y="608933"/>
                    </a:lnTo>
                    <a:cubicBezTo>
                      <a:pt x="687320" y="635508"/>
                      <a:pt x="617930" y="638365"/>
                      <a:pt x="578197" y="615410"/>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2" name="Google Shape;432;p15"/>
              <p:cNvSpPr/>
              <p:nvPr/>
            </p:nvSpPr>
            <p:spPr>
              <a:xfrm>
                <a:off x="6193969" y="4048886"/>
                <a:ext cx="1090601" cy="630901"/>
              </a:xfrm>
              <a:custGeom>
                <a:avLst/>
                <a:gdLst/>
                <a:ahLst/>
                <a:cxnLst/>
                <a:rect l="l" t="t" r="r" b="b"/>
                <a:pathLst>
                  <a:path w="1090601" h="630901" extrusionOk="0">
                    <a:moveTo>
                      <a:pt x="578158" y="615410"/>
                    </a:moveTo>
                    <a:lnTo>
                      <a:pt x="26838" y="296323"/>
                    </a:lnTo>
                    <a:cubicBezTo>
                      <a:pt x="-12895" y="273368"/>
                      <a:pt x="-7952" y="233172"/>
                      <a:pt x="37960" y="206597"/>
                    </a:cubicBezTo>
                    <a:lnTo>
                      <a:pt x="395272" y="0"/>
                    </a:lnTo>
                    <a:lnTo>
                      <a:pt x="1090601" y="402241"/>
                    </a:lnTo>
                    <a:lnTo>
                      <a:pt x="733764" y="608838"/>
                    </a:lnTo>
                    <a:cubicBezTo>
                      <a:pt x="687377" y="635508"/>
                      <a:pt x="617891" y="638366"/>
                      <a:pt x="578158" y="615410"/>
                    </a:cubicBez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3" name="Google Shape;433;p15"/>
              <p:cNvSpPr/>
              <p:nvPr/>
            </p:nvSpPr>
            <p:spPr>
              <a:xfrm>
                <a:off x="7252346" y="4430077"/>
                <a:ext cx="32128" cy="21050"/>
              </a:xfrm>
              <a:custGeom>
                <a:avLst/>
                <a:gdLst/>
                <a:ahLst/>
                <a:cxnLst/>
                <a:rect l="l" t="t" r="r" b="b"/>
                <a:pathLst>
                  <a:path w="32128" h="21050" extrusionOk="0">
                    <a:moveTo>
                      <a:pt x="32129" y="21050"/>
                    </a:moveTo>
                    <a:lnTo>
                      <a:pt x="32129" y="0"/>
                    </a:lnTo>
                    <a:lnTo>
                      <a:pt x="0" y="18574"/>
                    </a:lnTo>
                    <a:lnTo>
                      <a:pt x="32129" y="21050"/>
                    </a:ln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4" name="Google Shape;434;p15"/>
              <p:cNvSpPr/>
              <p:nvPr/>
            </p:nvSpPr>
            <p:spPr>
              <a:xfrm>
                <a:off x="6193906" y="4285773"/>
                <a:ext cx="32984" cy="21431"/>
              </a:xfrm>
              <a:custGeom>
                <a:avLst/>
                <a:gdLst/>
                <a:ahLst/>
                <a:cxnLst/>
                <a:rect l="l" t="t" r="r" b="b"/>
                <a:pathLst>
                  <a:path w="32984" h="21431" extrusionOk="0">
                    <a:moveTo>
                      <a:pt x="0" y="21431"/>
                    </a:moveTo>
                    <a:lnTo>
                      <a:pt x="0" y="0"/>
                    </a:lnTo>
                    <a:lnTo>
                      <a:pt x="32984" y="13716"/>
                    </a:lnTo>
                    <a:lnTo>
                      <a:pt x="0" y="21431"/>
                    </a:ln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5" name="Google Shape;435;p15"/>
              <p:cNvSpPr/>
              <p:nvPr/>
            </p:nvSpPr>
            <p:spPr>
              <a:xfrm>
                <a:off x="6193969" y="4027741"/>
                <a:ext cx="1090601" cy="630949"/>
              </a:xfrm>
              <a:custGeom>
                <a:avLst/>
                <a:gdLst/>
                <a:ahLst/>
                <a:cxnLst/>
                <a:rect l="l" t="t" r="r" b="b"/>
                <a:pathLst>
                  <a:path w="1090601" h="630949" extrusionOk="0">
                    <a:moveTo>
                      <a:pt x="578158" y="615410"/>
                    </a:moveTo>
                    <a:lnTo>
                      <a:pt x="26838" y="296418"/>
                    </a:lnTo>
                    <a:cubicBezTo>
                      <a:pt x="-12895" y="273368"/>
                      <a:pt x="-7952" y="233267"/>
                      <a:pt x="37960" y="206693"/>
                    </a:cubicBezTo>
                    <a:lnTo>
                      <a:pt x="395272" y="0"/>
                    </a:lnTo>
                    <a:lnTo>
                      <a:pt x="1090601" y="402336"/>
                    </a:lnTo>
                    <a:lnTo>
                      <a:pt x="733764" y="608934"/>
                    </a:lnTo>
                    <a:cubicBezTo>
                      <a:pt x="687377" y="635508"/>
                      <a:pt x="617891" y="638461"/>
                      <a:pt x="578158" y="615410"/>
                    </a:cubicBez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6" name="Google Shape;436;p15"/>
              <p:cNvSpPr/>
              <p:nvPr/>
            </p:nvSpPr>
            <p:spPr>
              <a:xfrm>
                <a:off x="6504927" y="3742563"/>
                <a:ext cx="779547" cy="687514"/>
              </a:xfrm>
              <a:custGeom>
                <a:avLst/>
                <a:gdLst/>
                <a:ahLst/>
                <a:cxnLst/>
                <a:rect l="l" t="t" r="r" b="b"/>
                <a:pathLst>
                  <a:path w="779547" h="687514" extrusionOk="0">
                    <a:moveTo>
                      <a:pt x="86025" y="286131"/>
                    </a:moveTo>
                    <a:lnTo>
                      <a:pt x="0" y="0"/>
                    </a:lnTo>
                    <a:lnTo>
                      <a:pt x="702933" y="404050"/>
                    </a:lnTo>
                    <a:lnTo>
                      <a:pt x="779548" y="687514"/>
                    </a:lnTo>
                    <a:lnTo>
                      <a:pt x="86025" y="286131"/>
                    </a:lnTo>
                    <a:close/>
                  </a:path>
                </a:pathLst>
              </a:custGeom>
              <a:solidFill>
                <a:srgbClr val="9EA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7" name="Google Shape;437;p15"/>
              <p:cNvSpPr/>
              <p:nvPr/>
            </p:nvSpPr>
            <p:spPr>
              <a:xfrm>
                <a:off x="7254152" y="4405788"/>
                <a:ext cx="30322" cy="36004"/>
              </a:xfrm>
              <a:custGeom>
                <a:avLst/>
                <a:gdLst/>
                <a:ahLst/>
                <a:cxnLst/>
                <a:rect l="l" t="t" r="r" b="b"/>
                <a:pathLst>
                  <a:path w="30322" h="36004" extrusionOk="0">
                    <a:moveTo>
                      <a:pt x="9981" y="36004"/>
                    </a:moveTo>
                    <a:lnTo>
                      <a:pt x="30323" y="24289"/>
                    </a:lnTo>
                    <a:lnTo>
                      <a:pt x="0" y="0"/>
                    </a:lnTo>
                    <a:close/>
                  </a:path>
                </a:pathLst>
              </a:custGeom>
              <a:solidFill>
                <a:srgbClr val="9EA1A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8" name="Google Shape;438;p15"/>
              <p:cNvSpPr/>
              <p:nvPr/>
            </p:nvSpPr>
            <p:spPr>
              <a:xfrm>
                <a:off x="6482779" y="3753326"/>
                <a:ext cx="781258" cy="688466"/>
              </a:xfrm>
              <a:custGeom>
                <a:avLst/>
                <a:gdLst/>
                <a:ahLst/>
                <a:cxnLst/>
                <a:rect l="l" t="t" r="r" b="b"/>
                <a:pathLst>
                  <a:path w="781258" h="688466" extrusionOk="0">
                    <a:moveTo>
                      <a:pt x="86025" y="286131"/>
                    </a:moveTo>
                    <a:lnTo>
                      <a:pt x="0" y="0"/>
                    </a:lnTo>
                    <a:lnTo>
                      <a:pt x="702933" y="404051"/>
                    </a:lnTo>
                    <a:lnTo>
                      <a:pt x="781259" y="688467"/>
                    </a:lnTo>
                    <a:lnTo>
                      <a:pt x="86025" y="286131"/>
                    </a:ln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9" name="Google Shape;439;p15"/>
              <p:cNvSpPr/>
              <p:nvPr/>
            </p:nvSpPr>
            <p:spPr>
              <a:xfrm>
                <a:off x="5563120" y="1047716"/>
                <a:ext cx="2859545" cy="3884751"/>
              </a:xfrm>
              <a:custGeom>
                <a:avLst/>
                <a:gdLst/>
                <a:ahLst/>
                <a:cxnLst/>
                <a:rect l="l" t="t" r="r" b="b"/>
                <a:pathLst>
                  <a:path w="2859545" h="3884751" extrusionOk="0">
                    <a:moveTo>
                      <a:pt x="2790441" y="3876709"/>
                    </a:moveTo>
                    <a:lnTo>
                      <a:pt x="69105" y="2302131"/>
                    </a:lnTo>
                    <a:cubicBezTo>
                      <a:pt x="31083" y="2280033"/>
                      <a:pt x="0" y="2220787"/>
                      <a:pt x="0" y="2169829"/>
                    </a:cubicBezTo>
                    <a:lnTo>
                      <a:pt x="0" y="60708"/>
                    </a:lnTo>
                    <a:cubicBezTo>
                      <a:pt x="0" y="9654"/>
                      <a:pt x="30988" y="-13778"/>
                      <a:pt x="69105" y="8320"/>
                    </a:cubicBezTo>
                    <a:lnTo>
                      <a:pt x="2790441" y="1582517"/>
                    </a:lnTo>
                    <a:cubicBezTo>
                      <a:pt x="2828463" y="1604615"/>
                      <a:pt x="2859546" y="1663861"/>
                      <a:pt x="2859546" y="1714819"/>
                    </a:cubicBezTo>
                    <a:lnTo>
                      <a:pt x="2859546" y="3823940"/>
                    </a:lnTo>
                    <a:cubicBezTo>
                      <a:pt x="2859261" y="3874899"/>
                      <a:pt x="2828463" y="3898330"/>
                      <a:pt x="2790441" y="3876709"/>
                    </a:cubicBezTo>
                    <a:close/>
                  </a:path>
                </a:pathLst>
              </a:custGeom>
              <a:solidFill>
                <a:srgbClr val="C4C7D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0" name="Google Shape;440;p15"/>
              <p:cNvSpPr/>
              <p:nvPr/>
            </p:nvSpPr>
            <p:spPr>
              <a:xfrm>
                <a:off x="8367249" y="4838795"/>
                <a:ext cx="30132" cy="106965"/>
              </a:xfrm>
              <a:custGeom>
                <a:avLst/>
                <a:gdLst/>
                <a:ahLst/>
                <a:cxnLst/>
                <a:rect l="l" t="t" r="r" b="b"/>
                <a:pathLst>
                  <a:path w="30132" h="106965" extrusionOk="0">
                    <a:moveTo>
                      <a:pt x="0" y="106966"/>
                    </a:moveTo>
                    <a:lnTo>
                      <a:pt x="30132" y="89535"/>
                    </a:lnTo>
                    <a:lnTo>
                      <a:pt x="17110" y="0"/>
                    </a:lnTo>
                    <a:lnTo>
                      <a:pt x="0" y="106966"/>
                    </a:lnTo>
                    <a:close/>
                  </a:path>
                </a:pathLst>
              </a:custGeom>
              <a:solidFill>
                <a:srgbClr val="C4C7D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1" name="Google Shape;441;p15"/>
              <p:cNvSpPr/>
              <p:nvPr/>
            </p:nvSpPr>
            <p:spPr>
              <a:xfrm>
                <a:off x="5558272" y="1051845"/>
                <a:ext cx="72337" cy="31155"/>
              </a:xfrm>
              <a:custGeom>
                <a:avLst/>
                <a:gdLst/>
                <a:ahLst/>
                <a:cxnLst/>
                <a:rect l="l" t="t" r="r" b="b"/>
                <a:pathLst>
                  <a:path w="72337" h="31155" extrusionOk="0">
                    <a:moveTo>
                      <a:pt x="0" y="17240"/>
                    </a:moveTo>
                    <a:lnTo>
                      <a:pt x="29657" y="0"/>
                    </a:lnTo>
                    <a:lnTo>
                      <a:pt x="72337" y="24479"/>
                    </a:lnTo>
                    <a:cubicBezTo>
                      <a:pt x="72337" y="24479"/>
                      <a:pt x="26901" y="31433"/>
                      <a:pt x="25760" y="31147"/>
                    </a:cubicBezTo>
                    <a:cubicBezTo>
                      <a:pt x="24619" y="30861"/>
                      <a:pt x="0" y="17240"/>
                      <a:pt x="0" y="17240"/>
                    </a:cubicBez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2" name="Google Shape;442;p15"/>
              <p:cNvSpPr/>
              <p:nvPr/>
            </p:nvSpPr>
            <p:spPr>
              <a:xfrm>
                <a:off x="5538216" y="1062192"/>
                <a:ext cx="2859165" cy="3884558"/>
              </a:xfrm>
              <a:custGeom>
                <a:avLst/>
                <a:gdLst/>
                <a:ahLst/>
                <a:cxnLst/>
                <a:rect l="l" t="t" r="r" b="b"/>
                <a:pathLst>
                  <a:path w="2859165" h="3884558" extrusionOk="0">
                    <a:moveTo>
                      <a:pt x="2790061" y="3876234"/>
                    </a:moveTo>
                    <a:lnTo>
                      <a:pt x="69105" y="2302037"/>
                    </a:lnTo>
                    <a:cubicBezTo>
                      <a:pt x="31083" y="2279939"/>
                      <a:pt x="0" y="2220789"/>
                      <a:pt x="0" y="2169735"/>
                    </a:cubicBezTo>
                    <a:lnTo>
                      <a:pt x="0" y="60614"/>
                    </a:lnTo>
                    <a:cubicBezTo>
                      <a:pt x="0" y="9655"/>
                      <a:pt x="30893" y="-13776"/>
                      <a:pt x="69105" y="8322"/>
                    </a:cubicBezTo>
                    <a:lnTo>
                      <a:pt x="2790061" y="1582519"/>
                    </a:lnTo>
                    <a:cubicBezTo>
                      <a:pt x="2828083" y="1604617"/>
                      <a:pt x="2859166" y="1663862"/>
                      <a:pt x="2859166" y="1714821"/>
                    </a:cubicBezTo>
                    <a:lnTo>
                      <a:pt x="2859166" y="3824132"/>
                    </a:lnTo>
                    <a:cubicBezTo>
                      <a:pt x="2859166" y="3874900"/>
                      <a:pt x="2828273" y="3898332"/>
                      <a:pt x="2790061" y="3876234"/>
                    </a:cubicBezTo>
                    <a:close/>
                  </a:path>
                </a:pathLst>
              </a:custGeom>
              <a:solidFill>
                <a:srgbClr val="E4E7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3" name="Google Shape;443;p15"/>
              <p:cNvSpPr/>
              <p:nvPr/>
            </p:nvSpPr>
            <p:spPr>
              <a:xfrm>
                <a:off x="5533368" y="1064955"/>
                <a:ext cx="2859260" cy="3884554"/>
              </a:xfrm>
              <a:custGeom>
                <a:avLst/>
                <a:gdLst/>
                <a:ahLst/>
                <a:cxnLst/>
                <a:rect l="l" t="t" r="r" b="b"/>
                <a:pathLst>
                  <a:path w="2859260" h="3884554" extrusionOk="0">
                    <a:moveTo>
                      <a:pt x="2790156" y="3876234"/>
                    </a:moveTo>
                    <a:lnTo>
                      <a:pt x="69105" y="2302037"/>
                    </a:lnTo>
                    <a:cubicBezTo>
                      <a:pt x="31083" y="2279939"/>
                      <a:pt x="0" y="2220694"/>
                      <a:pt x="0" y="2169735"/>
                    </a:cubicBezTo>
                    <a:lnTo>
                      <a:pt x="0" y="60614"/>
                    </a:lnTo>
                    <a:cubicBezTo>
                      <a:pt x="0" y="9655"/>
                      <a:pt x="30988" y="-13776"/>
                      <a:pt x="69105" y="8322"/>
                    </a:cubicBezTo>
                    <a:lnTo>
                      <a:pt x="2790156" y="1582995"/>
                    </a:lnTo>
                    <a:cubicBezTo>
                      <a:pt x="2828178" y="1604998"/>
                      <a:pt x="2859261" y="1664243"/>
                      <a:pt x="2859261" y="1715297"/>
                    </a:cubicBezTo>
                    <a:lnTo>
                      <a:pt x="2859261" y="3823847"/>
                    </a:lnTo>
                    <a:cubicBezTo>
                      <a:pt x="2859261" y="3874900"/>
                      <a:pt x="2828273" y="3898332"/>
                      <a:pt x="2790156" y="3876234"/>
                    </a:cubicBez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4" name="Google Shape;444;p15"/>
              <p:cNvSpPr/>
              <p:nvPr/>
            </p:nvSpPr>
            <p:spPr>
              <a:xfrm>
                <a:off x="5568443" y="1110406"/>
                <a:ext cx="2788159" cy="3702480"/>
              </a:xfrm>
              <a:custGeom>
                <a:avLst/>
                <a:gdLst/>
                <a:ahLst/>
                <a:cxnLst/>
                <a:rect l="l" t="t" r="r" b="b"/>
                <a:pathLst>
                  <a:path w="2788159" h="3702480" extrusionOk="0">
                    <a:moveTo>
                      <a:pt x="2786734" y="3702481"/>
                    </a:moveTo>
                    <a:lnTo>
                      <a:pt x="0" y="2089993"/>
                    </a:lnTo>
                    <a:lnTo>
                      <a:pt x="951" y="23640"/>
                    </a:lnTo>
                    <a:cubicBezTo>
                      <a:pt x="951" y="2494"/>
                      <a:pt x="15779" y="-6078"/>
                      <a:pt x="34030" y="4590"/>
                    </a:cubicBezTo>
                    <a:lnTo>
                      <a:pt x="2755080" y="1578691"/>
                    </a:lnTo>
                    <a:cubicBezTo>
                      <a:pt x="2774529" y="1591407"/>
                      <a:pt x="2786800" y="1612610"/>
                      <a:pt x="2788160" y="163584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5" name="Google Shape;445;p15"/>
              <p:cNvSpPr/>
              <p:nvPr/>
            </p:nvSpPr>
            <p:spPr>
              <a:xfrm>
                <a:off x="5762166" y="1403396"/>
                <a:ext cx="919754" cy="618313"/>
              </a:xfrm>
              <a:custGeom>
                <a:avLst/>
                <a:gdLst/>
                <a:ahLst/>
                <a:cxnLst/>
                <a:rect l="l" t="t" r="r" b="b"/>
                <a:pathLst>
                  <a:path w="919754" h="618313" extrusionOk="0">
                    <a:moveTo>
                      <a:pt x="906256" y="616665"/>
                    </a:moveTo>
                    <a:lnTo>
                      <a:pt x="13498" y="100220"/>
                    </a:lnTo>
                    <a:cubicBezTo>
                      <a:pt x="5142" y="94185"/>
                      <a:pt x="133" y="84538"/>
                      <a:pt x="0" y="74217"/>
                    </a:cubicBezTo>
                    <a:lnTo>
                      <a:pt x="0" y="11828"/>
                    </a:lnTo>
                    <a:cubicBezTo>
                      <a:pt x="0" y="2303"/>
                      <a:pt x="5988" y="-2745"/>
                      <a:pt x="13498" y="1541"/>
                    </a:cubicBezTo>
                    <a:lnTo>
                      <a:pt x="906256" y="517986"/>
                    </a:lnTo>
                    <a:cubicBezTo>
                      <a:pt x="914574" y="524052"/>
                      <a:pt x="919574" y="533680"/>
                      <a:pt x="919754" y="543990"/>
                    </a:cubicBezTo>
                    <a:lnTo>
                      <a:pt x="919754" y="606378"/>
                    </a:lnTo>
                    <a:cubicBezTo>
                      <a:pt x="919754" y="616380"/>
                      <a:pt x="913671" y="621047"/>
                      <a:pt x="906256" y="616665"/>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6" name="Google Shape;446;p15"/>
              <p:cNvSpPr/>
              <p:nvPr/>
            </p:nvSpPr>
            <p:spPr>
              <a:xfrm>
                <a:off x="5766158" y="1584712"/>
                <a:ext cx="686298" cy="451951"/>
              </a:xfrm>
              <a:custGeom>
                <a:avLst/>
                <a:gdLst/>
                <a:ahLst/>
                <a:cxnLst/>
                <a:rect l="l" t="t" r="r" b="b"/>
                <a:pathLst>
                  <a:path w="686298" h="451951" extrusionOk="0">
                    <a:moveTo>
                      <a:pt x="672991" y="450304"/>
                    </a:moveTo>
                    <a:lnTo>
                      <a:pt x="13593" y="68827"/>
                    </a:lnTo>
                    <a:cubicBezTo>
                      <a:pt x="5199" y="62853"/>
                      <a:pt x="152" y="53231"/>
                      <a:pt x="0" y="42919"/>
                    </a:cubicBezTo>
                    <a:lnTo>
                      <a:pt x="0" y="11868"/>
                    </a:lnTo>
                    <a:cubicBezTo>
                      <a:pt x="0" y="2343"/>
                      <a:pt x="6084" y="-2801"/>
                      <a:pt x="13593" y="1581"/>
                    </a:cubicBezTo>
                    <a:lnTo>
                      <a:pt x="672991" y="383057"/>
                    </a:lnTo>
                    <a:cubicBezTo>
                      <a:pt x="681261" y="389103"/>
                      <a:pt x="686194" y="398708"/>
                      <a:pt x="686299" y="408965"/>
                    </a:cubicBezTo>
                    <a:lnTo>
                      <a:pt x="686299" y="440017"/>
                    </a:lnTo>
                    <a:cubicBezTo>
                      <a:pt x="686299" y="450018"/>
                      <a:pt x="680405" y="454685"/>
                      <a:pt x="672991" y="450304"/>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7" name="Google Shape;447;p15"/>
              <p:cNvSpPr/>
              <p:nvPr/>
            </p:nvSpPr>
            <p:spPr>
              <a:xfrm>
                <a:off x="5766158" y="1702632"/>
                <a:ext cx="686488" cy="451759"/>
              </a:xfrm>
              <a:custGeom>
                <a:avLst/>
                <a:gdLst/>
                <a:ahLst/>
                <a:cxnLst/>
                <a:rect l="l" t="t" r="r" b="b"/>
                <a:pathLst>
                  <a:path w="686488" h="451759" extrusionOk="0">
                    <a:moveTo>
                      <a:pt x="672991" y="450018"/>
                    </a:moveTo>
                    <a:lnTo>
                      <a:pt x="13593" y="69018"/>
                    </a:lnTo>
                    <a:cubicBezTo>
                      <a:pt x="5199" y="63044"/>
                      <a:pt x="152" y="53422"/>
                      <a:pt x="0" y="43110"/>
                    </a:cubicBezTo>
                    <a:lnTo>
                      <a:pt x="0" y="11868"/>
                    </a:lnTo>
                    <a:cubicBezTo>
                      <a:pt x="0" y="2343"/>
                      <a:pt x="6084" y="-2801"/>
                      <a:pt x="13593" y="1581"/>
                    </a:cubicBezTo>
                    <a:lnTo>
                      <a:pt x="672991" y="383343"/>
                    </a:lnTo>
                    <a:cubicBezTo>
                      <a:pt x="681337" y="389344"/>
                      <a:pt x="686337" y="398964"/>
                      <a:pt x="686489" y="409251"/>
                    </a:cubicBezTo>
                    <a:lnTo>
                      <a:pt x="686489" y="440302"/>
                    </a:lnTo>
                    <a:cubicBezTo>
                      <a:pt x="686299" y="450018"/>
                      <a:pt x="680405" y="454495"/>
                      <a:pt x="672991" y="450018"/>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8" name="Google Shape;448;p15"/>
              <p:cNvSpPr/>
              <p:nvPr/>
            </p:nvSpPr>
            <p:spPr>
              <a:xfrm>
                <a:off x="5766158" y="1820170"/>
                <a:ext cx="562156" cy="379997"/>
              </a:xfrm>
              <a:custGeom>
                <a:avLst/>
                <a:gdLst/>
                <a:ahLst/>
                <a:cxnLst/>
                <a:rect l="l" t="t" r="r" b="b"/>
                <a:pathLst>
                  <a:path w="562156" h="379997" extrusionOk="0">
                    <a:moveTo>
                      <a:pt x="548564" y="378390"/>
                    </a:moveTo>
                    <a:lnTo>
                      <a:pt x="13593" y="68827"/>
                    </a:lnTo>
                    <a:cubicBezTo>
                      <a:pt x="5199" y="62853"/>
                      <a:pt x="152" y="53231"/>
                      <a:pt x="0" y="42919"/>
                    </a:cubicBezTo>
                    <a:lnTo>
                      <a:pt x="0" y="11868"/>
                    </a:lnTo>
                    <a:cubicBezTo>
                      <a:pt x="0" y="2343"/>
                      <a:pt x="6084" y="-2801"/>
                      <a:pt x="13593" y="1581"/>
                    </a:cubicBezTo>
                    <a:lnTo>
                      <a:pt x="548564" y="311048"/>
                    </a:lnTo>
                    <a:cubicBezTo>
                      <a:pt x="556948" y="317077"/>
                      <a:pt x="561985" y="326717"/>
                      <a:pt x="562157" y="337051"/>
                    </a:cubicBezTo>
                    <a:lnTo>
                      <a:pt x="562157" y="368103"/>
                    </a:lnTo>
                    <a:cubicBezTo>
                      <a:pt x="562157" y="378104"/>
                      <a:pt x="556073" y="382676"/>
                      <a:pt x="548564" y="37839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49" name="Google Shape;449;p15"/>
              <p:cNvSpPr/>
              <p:nvPr/>
            </p:nvSpPr>
            <p:spPr>
              <a:xfrm>
                <a:off x="5762166" y="2639293"/>
                <a:ext cx="919754" cy="618340"/>
              </a:xfrm>
              <a:custGeom>
                <a:avLst/>
                <a:gdLst/>
                <a:ahLst/>
                <a:cxnLst/>
                <a:rect l="l" t="t" r="r" b="b"/>
                <a:pathLst>
                  <a:path w="919754" h="618340" extrusionOk="0">
                    <a:moveTo>
                      <a:pt x="906256" y="616732"/>
                    </a:moveTo>
                    <a:lnTo>
                      <a:pt x="13498" y="100287"/>
                    </a:lnTo>
                    <a:cubicBezTo>
                      <a:pt x="5142" y="94248"/>
                      <a:pt x="133" y="84609"/>
                      <a:pt x="0" y="74284"/>
                    </a:cubicBezTo>
                    <a:lnTo>
                      <a:pt x="0" y="11895"/>
                    </a:lnTo>
                    <a:cubicBezTo>
                      <a:pt x="0" y="1894"/>
                      <a:pt x="5988" y="-2678"/>
                      <a:pt x="13498" y="1608"/>
                    </a:cubicBezTo>
                    <a:lnTo>
                      <a:pt x="906256" y="518053"/>
                    </a:lnTo>
                    <a:cubicBezTo>
                      <a:pt x="914574" y="524121"/>
                      <a:pt x="919574" y="533751"/>
                      <a:pt x="919754" y="544057"/>
                    </a:cubicBezTo>
                    <a:lnTo>
                      <a:pt x="919754" y="606445"/>
                    </a:lnTo>
                    <a:cubicBezTo>
                      <a:pt x="919754" y="616447"/>
                      <a:pt x="913671" y="621019"/>
                      <a:pt x="906256" y="616732"/>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0" name="Google Shape;450;p15"/>
              <p:cNvSpPr/>
              <p:nvPr/>
            </p:nvSpPr>
            <p:spPr>
              <a:xfrm>
                <a:off x="5766158" y="2821069"/>
                <a:ext cx="686488" cy="451519"/>
              </a:xfrm>
              <a:custGeom>
                <a:avLst/>
                <a:gdLst/>
                <a:ahLst/>
                <a:cxnLst/>
                <a:rect l="l" t="t" r="r" b="b"/>
                <a:pathLst>
                  <a:path w="686488" h="451519" extrusionOk="0">
                    <a:moveTo>
                      <a:pt x="672991" y="449910"/>
                    </a:moveTo>
                    <a:lnTo>
                      <a:pt x="13593" y="68910"/>
                    </a:lnTo>
                    <a:cubicBezTo>
                      <a:pt x="5209" y="62881"/>
                      <a:pt x="171" y="53242"/>
                      <a:pt x="0" y="42907"/>
                    </a:cubicBezTo>
                    <a:lnTo>
                      <a:pt x="0" y="11856"/>
                    </a:lnTo>
                    <a:cubicBezTo>
                      <a:pt x="0" y="1854"/>
                      <a:pt x="6084" y="-2718"/>
                      <a:pt x="13593" y="1664"/>
                    </a:cubicBezTo>
                    <a:lnTo>
                      <a:pt x="672991" y="382664"/>
                    </a:lnTo>
                    <a:cubicBezTo>
                      <a:pt x="681308" y="388731"/>
                      <a:pt x="686308" y="398361"/>
                      <a:pt x="686489" y="408667"/>
                    </a:cubicBezTo>
                    <a:lnTo>
                      <a:pt x="686489" y="439719"/>
                    </a:lnTo>
                    <a:cubicBezTo>
                      <a:pt x="686299" y="449625"/>
                      <a:pt x="680405" y="454197"/>
                      <a:pt x="672991" y="449910"/>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1" name="Google Shape;451;p15"/>
              <p:cNvSpPr/>
              <p:nvPr/>
            </p:nvSpPr>
            <p:spPr>
              <a:xfrm>
                <a:off x="5766158" y="2938486"/>
                <a:ext cx="686488" cy="451826"/>
              </a:xfrm>
              <a:custGeom>
                <a:avLst/>
                <a:gdLst/>
                <a:ahLst/>
                <a:cxnLst/>
                <a:rect l="l" t="t" r="r" b="b"/>
                <a:pathLst>
                  <a:path w="686488" h="451826" extrusionOk="0">
                    <a:moveTo>
                      <a:pt x="672991" y="450223"/>
                    </a:moveTo>
                    <a:lnTo>
                      <a:pt x="13593" y="68747"/>
                    </a:lnTo>
                    <a:cubicBezTo>
                      <a:pt x="5228" y="62756"/>
                      <a:pt x="190" y="53145"/>
                      <a:pt x="0" y="42839"/>
                    </a:cubicBezTo>
                    <a:lnTo>
                      <a:pt x="0" y="11787"/>
                    </a:lnTo>
                    <a:cubicBezTo>
                      <a:pt x="0" y="2262"/>
                      <a:pt x="6084" y="-2786"/>
                      <a:pt x="13593" y="1595"/>
                    </a:cubicBezTo>
                    <a:lnTo>
                      <a:pt x="672991" y="382595"/>
                    </a:lnTo>
                    <a:cubicBezTo>
                      <a:pt x="681308" y="388663"/>
                      <a:pt x="686308" y="398293"/>
                      <a:pt x="686489" y="408599"/>
                    </a:cubicBezTo>
                    <a:lnTo>
                      <a:pt x="686489" y="439650"/>
                    </a:lnTo>
                    <a:cubicBezTo>
                      <a:pt x="686299" y="449937"/>
                      <a:pt x="680405" y="454509"/>
                      <a:pt x="672991" y="450223"/>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2" name="Google Shape;452;p15"/>
              <p:cNvSpPr/>
              <p:nvPr/>
            </p:nvSpPr>
            <p:spPr>
              <a:xfrm>
                <a:off x="5766158" y="3056051"/>
                <a:ext cx="562156" cy="379920"/>
              </a:xfrm>
              <a:custGeom>
                <a:avLst/>
                <a:gdLst/>
                <a:ahLst/>
                <a:cxnLst/>
                <a:rect l="l" t="t" r="r" b="b"/>
                <a:pathLst>
                  <a:path w="562156" h="379920" extrusionOk="0">
                    <a:moveTo>
                      <a:pt x="548564" y="378378"/>
                    </a:moveTo>
                    <a:lnTo>
                      <a:pt x="13593" y="68910"/>
                    </a:lnTo>
                    <a:cubicBezTo>
                      <a:pt x="5199" y="62900"/>
                      <a:pt x="152" y="53242"/>
                      <a:pt x="0" y="42907"/>
                    </a:cubicBezTo>
                    <a:lnTo>
                      <a:pt x="0" y="11856"/>
                    </a:lnTo>
                    <a:cubicBezTo>
                      <a:pt x="0" y="1854"/>
                      <a:pt x="6084" y="-2718"/>
                      <a:pt x="13593" y="1664"/>
                    </a:cubicBezTo>
                    <a:lnTo>
                      <a:pt x="548564" y="311131"/>
                    </a:lnTo>
                    <a:cubicBezTo>
                      <a:pt x="556948" y="317161"/>
                      <a:pt x="561985" y="326800"/>
                      <a:pt x="562157" y="337134"/>
                    </a:cubicBezTo>
                    <a:lnTo>
                      <a:pt x="562157" y="368186"/>
                    </a:lnTo>
                    <a:cubicBezTo>
                      <a:pt x="562157" y="378187"/>
                      <a:pt x="556073" y="382473"/>
                      <a:pt x="548564" y="378378"/>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3" name="Google Shape;453;p15"/>
              <p:cNvSpPr/>
              <p:nvPr/>
            </p:nvSpPr>
            <p:spPr>
              <a:xfrm>
                <a:off x="6897600" y="3332192"/>
                <a:ext cx="1250451" cy="1162368"/>
              </a:xfrm>
              <a:custGeom>
                <a:avLst/>
                <a:gdLst/>
                <a:ahLst/>
                <a:cxnLst/>
                <a:rect l="l" t="t" r="r" b="b"/>
                <a:pathLst>
                  <a:path w="1250451" h="1162368" extrusionOk="0">
                    <a:moveTo>
                      <a:pt x="9696" y="77186"/>
                    </a:moveTo>
                    <a:cubicBezTo>
                      <a:pt x="9696" y="77186"/>
                      <a:pt x="108173" y="160053"/>
                      <a:pt x="250376" y="46896"/>
                    </a:cubicBezTo>
                    <a:cubicBezTo>
                      <a:pt x="351895" y="-36543"/>
                      <a:pt x="442672" y="11082"/>
                      <a:pt x="493242" y="39657"/>
                    </a:cubicBezTo>
                    <a:cubicBezTo>
                      <a:pt x="543811" y="68232"/>
                      <a:pt x="616813" y="85758"/>
                      <a:pt x="755879" y="337409"/>
                    </a:cubicBezTo>
                    <a:cubicBezTo>
                      <a:pt x="755879" y="337409"/>
                      <a:pt x="801125" y="416276"/>
                      <a:pt x="875839" y="459519"/>
                    </a:cubicBezTo>
                    <a:cubicBezTo>
                      <a:pt x="950552" y="502763"/>
                      <a:pt x="986483" y="481617"/>
                      <a:pt x="1045227" y="392844"/>
                    </a:cubicBezTo>
                    <a:cubicBezTo>
                      <a:pt x="1103971" y="304071"/>
                      <a:pt x="1142469" y="205773"/>
                      <a:pt x="1250452" y="269972"/>
                    </a:cubicBezTo>
                    <a:lnTo>
                      <a:pt x="1250452" y="1162369"/>
                    </a:lnTo>
                    <a:lnTo>
                      <a:pt x="0" y="439707"/>
                    </a:lnTo>
                    <a:lnTo>
                      <a:pt x="0" y="71375"/>
                    </a:lnTo>
                    <a:close/>
                  </a:path>
                </a:pathLst>
              </a:custGeom>
              <a:solidFill>
                <a:srgbClr val="F5F6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4" name="Google Shape;454;p15"/>
              <p:cNvSpPr/>
              <p:nvPr/>
            </p:nvSpPr>
            <p:spPr>
              <a:xfrm>
                <a:off x="5766443" y="2003281"/>
                <a:ext cx="882682" cy="1029375"/>
              </a:xfrm>
              <a:custGeom>
                <a:avLst/>
                <a:gdLst/>
                <a:ahLst/>
                <a:cxnLst/>
                <a:rect l="l" t="t" r="r" b="b"/>
                <a:pathLst>
                  <a:path w="882682" h="1029375" extrusionOk="0">
                    <a:moveTo>
                      <a:pt x="869090" y="1027764"/>
                    </a:moveTo>
                    <a:lnTo>
                      <a:pt x="13593" y="532464"/>
                    </a:lnTo>
                    <a:cubicBezTo>
                      <a:pt x="5209" y="526435"/>
                      <a:pt x="171" y="516796"/>
                      <a:pt x="0" y="506461"/>
                    </a:cubicBezTo>
                    <a:lnTo>
                      <a:pt x="0" y="11828"/>
                    </a:lnTo>
                    <a:cubicBezTo>
                      <a:pt x="0" y="2303"/>
                      <a:pt x="6084" y="-2745"/>
                      <a:pt x="13593" y="1541"/>
                    </a:cubicBezTo>
                    <a:lnTo>
                      <a:pt x="869090" y="496841"/>
                    </a:lnTo>
                    <a:cubicBezTo>
                      <a:pt x="877474" y="502870"/>
                      <a:pt x="882512" y="512510"/>
                      <a:pt x="882683" y="522844"/>
                    </a:cubicBezTo>
                    <a:lnTo>
                      <a:pt x="882683" y="1017668"/>
                    </a:lnTo>
                    <a:cubicBezTo>
                      <a:pt x="882683" y="1027479"/>
                      <a:pt x="876599" y="1032051"/>
                      <a:pt x="869090" y="1027764"/>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5" name="Google Shape;455;p15"/>
              <p:cNvSpPr/>
              <p:nvPr/>
            </p:nvSpPr>
            <p:spPr>
              <a:xfrm>
                <a:off x="6897600" y="3388613"/>
                <a:ext cx="1250451" cy="1106424"/>
              </a:xfrm>
              <a:custGeom>
                <a:avLst/>
                <a:gdLst/>
                <a:ahLst/>
                <a:cxnLst/>
                <a:rect l="l" t="t" r="r" b="b"/>
                <a:pathLst>
                  <a:path w="1250451" h="1106424" extrusionOk="0">
                    <a:moveTo>
                      <a:pt x="0" y="0"/>
                    </a:moveTo>
                    <a:lnTo>
                      <a:pt x="0" y="383096"/>
                    </a:lnTo>
                    <a:lnTo>
                      <a:pt x="1250452" y="1106424"/>
                    </a:lnTo>
                    <a:lnTo>
                      <a:pt x="1250452" y="214027"/>
                    </a:lnTo>
                  </a:path>
                </a:pathLst>
              </a:custGeom>
              <a:noFill/>
              <a:ln w="9525" cap="flat" cmpd="sng">
                <a:solidFill>
                  <a:srgbClr val="E9EAF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6" name="Google Shape;456;p15"/>
              <p:cNvSpPr/>
              <p:nvPr/>
            </p:nvSpPr>
            <p:spPr>
              <a:xfrm>
                <a:off x="7389036" y="3376326"/>
                <a:ext cx="9505" cy="678751"/>
              </a:xfrm>
              <a:custGeom>
                <a:avLst/>
                <a:gdLst/>
                <a:ahLst/>
                <a:cxnLst/>
                <a:rect l="l" t="t" r="r" b="b"/>
                <a:pathLst>
                  <a:path w="9505" h="678751" extrusionOk="0">
                    <a:moveTo>
                      <a:pt x="0" y="0"/>
                    </a:moveTo>
                    <a:lnTo>
                      <a:pt x="0" y="678752"/>
                    </a:lnTo>
                  </a:path>
                </a:pathLst>
              </a:custGeom>
              <a:noFill/>
              <a:ln w="9525" cap="flat" cmpd="sng">
                <a:solidFill>
                  <a:srgbClr val="E9EAF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7" name="Google Shape;457;p15"/>
              <p:cNvSpPr/>
              <p:nvPr/>
            </p:nvSpPr>
            <p:spPr>
              <a:xfrm>
                <a:off x="7771633" y="3805618"/>
                <a:ext cx="9505" cy="470725"/>
              </a:xfrm>
              <a:custGeom>
                <a:avLst/>
                <a:gdLst/>
                <a:ahLst/>
                <a:cxnLst/>
                <a:rect l="l" t="t" r="r" b="b"/>
                <a:pathLst>
                  <a:path w="9505" h="470725" extrusionOk="0">
                    <a:moveTo>
                      <a:pt x="0" y="0"/>
                    </a:moveTo>
                    <a:lnTo>
                      <a:pt x="0" y="470725"/>
                    </a:lnTo>
                  </a:path>
                </a:pathLst>
              </a:custGeom>
              <a:noFill/>
              <a:ln w="9525" cap="flat" cmpd="sng">
                <a:solidFill>
                  <a:srgbClr val="E9EAF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8" name="Google Shape;458;p15"/>
              <p:cNvSpPr/>
              <p:nvPr/>
            </p:nvSpPr>
            <p:spPr>
              <a:xfrm>
                <a:off x="6897600" y="3332663"/>
                <a:ext cx="1250451" cy="479359"/>
              </a:xfrm>
              <a:custGeom>
                <a:avLst/>
                <a:gdLst/>
                <a:ahLst/>
                <a:cxnLst/>
                <a:rect l="l" t="t" r="r" b="b"/>
                <a:pathLst>
                  <a:path w="1250451" h="479359" extrusionOk="0">
                    <a:moveTo>
                      <a:pt x="0" y="70905"/>
                    </a:moveTo>
                    <a:cubicBezTo>
                      <a:pt x="221859" y="208732"/>
                      <a:pt x="253227" y="-102831"/>
                      <a:pt x="494953" y="36996"/>
                    </a:cubicBezTo>
                    <a:cubicBezTo>
                      <a:pt x="736678" y="176823"/>
                      <a:pt x="703314" y="359036"/>
                      <a:pt x="881732" y="462288"/>
                    </a:cubicBezTo>
                    <a:cubicBezTo>
                      <a:pt x="1060151" y="565538"/>
                      <a:pt x="1064333" y="162250"/>
                      <a:pt x="1250452" y="269978"/>
                    </a:cubicBezTo>
                  </a:path>
                </a:pathLst>
              </a:custGeom>
              <a:noFill/>
              <a:ln w="14525" cap="flat" cmpd="sng">
                <a:solidFill>
                  <a:srgbClr val="E9EAF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9" name="Google Shape;459;p15"/>
              <p:cNvSpPr/>
              <p:nvPr/>
            </p:nvSpPr>
            <p:spPr>
              <a:xfrm rot="-1801764">
                <a:off x="7364922" y="3334621"/>
                <a:ext cx="48054" cy="83555"/>
              </a:xfrm>
              <a:custGeom>
                <a:avLst/>
                <a:gdLst/>
                <a:ahLst/>
                <a:cxnLst/>
                <a:rect l="l" t="t" r="r" b="b"/>
                <a:pathLst>
                  <a:path w="48097" h="83629" extrusionOk="0">
                    <a:moveTo>
                      <a:pt x="48098" y="41815"/>
                    </a:moveTo>
                    <a:cubicBezTo>
                      <a:pt x="48098" y="64908"/>
                      <a:pt x="37331" y="83629"/>
                      <a:pt x="24049" y="83629"/>
                    </a:cubicBezTo>
                    <a:cubicBezTo>
                      <a:pt x="10767" y="83629"/>
                      <a:pt x="0" y="64908"/>
                      <a:pt x="0" y="41815"/>
                    </a:cubicBezTo>
                    <a:cubicBezTo>
                      <a:pt x="0" y="18721"/>
                      <a:pt x="10767" y="0"/>
                      <a:pt x="24049" y="0"/>
                    </a:cubicBezTo>
                    <a:cubicBezTo>
                      <a:pt x="37331" y="0"/>
                      <a:pt x="48098" y="18721"/>
                      <a:pt x="48098" y="4181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0" name="Google Shape;460;p15"/>
              <p:cNvSpPr/>
              <p:nvPr/>
            </p:nvSpPr>
            <p:spPr>
              <a:xfrm rot="-1790023">
                <a:off x="8141346" y="3571007"/>
                <a:ext cx="48265" cy="83920"/>
              </a:xfrm>
              <a:custGeom>
                <a:avLst/>
                <a:gdLst/>
                <a:ahLst/>
                <a:cxnLst/>
                <a:rect l="l" t="t" r="r" b="b"/>
                <a:pathLst>
                  <a:path w="48263" h="83917" extrusionOk="0">
                    <a:moveTo>
                      <a:pt x="48265" y="41960"/>
                    </a:moveTo>
                    <a:cubicBezTo>
                      <a:pt x="48265" y="65133"/>
                      <a:pt x="37461" y="83919"/>
                      <a:pt x="24134" y="83919"/>
                    </a:cubicBezTo>
                    <a:cubicBezTo>
                      <a:pt x="10806" y="83919"/>
                      <a:pt x="2" y="65133"/>
                      <a:pt x="2" y="41960"/>
                    </a:cubicBezTo>
                    <a:cubicBezTo>
                      <a:pt x="2" y="18787"/>
                      <a:pt x="10806" y="1"/>
                      <a:pt x="24134" y="1"/>
                    </a:cubicBezTo>
                    <a:cubicBezTo>
                      <a:pt x="37461" y="1"/>
                      <a:pt x="48265" y="18787"/>
                      <a:pt x="48265" y="4196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1" name="Google Shape;461;p15"/>
              <p:cNvSpPr/>
              <p:nvPr/>
            </p:nvSpPr>
            <p:spPr>
              <a:xfrm rot="-1790023">
                <a:off x="7763340" y="3766404"/>
                <a:ext cx="48265" cy="83920"/>
              </a:xfrm>
              <a:custGeom>
                <a:avLst/>
                <a:gdLst/>
                <a:ahLst/>
                <a:cxnLst/>
                <a:rect l="l" t="t" r="r" b="b"/>
                <a:pathLst>
                  <a:path w="48263" h="83917" extrusionOk="0">
                    <a:moveTo>
                      <a:pt x="48265" y="41960"/>
                    </a:moveTo>
                    <a:cubicBezTo>
                      <a:pt x="48265" y="65133"/>
                      <a:pt x="37461" y="83919"/>
                      <a:pt x="24133" y="83919"/>
                    </a:cubicBezTo>
                    <a:cubicBezTo>
                      <a:pt x="10806" y="83919"/>
                      <a:pt x="2" y="65133"/>
                      <a:pt x="2" y="41960"/>
                    </a:cubicBezTo>
                    <a:cubicBezTo>
                      <a:pt x="2" y="18787"/>
                      <a:pt x="10806" y="1"/>
                      <a:pt x="24133" y="1"/>
                    </a:cubicBezTo>
                    <a:cubicBezTo>
                      <a:pt x="37461" y="1"/>
                      <a:pt x="48265" y="18787"/>
                      <a:pt x="48265" y="4196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2" name="Google Shape;462;p15"/>
              <p:cNvSpPr/>
              <p:nvPr/>
            </p:nvSpPr>
            <p:spPr>
              <a:xfrm rot="-1801764">
                <a:off x="6873548" y="3361832"/>
                <a:ext cx="48054" cy="83555"/>
              </a:xfrm>
              <a:custGeom>
                <a:avLst/>
                <a:gdLst/>
                <a:ahLst/>
                <a:cxnLst/>
                <a:rect l="l" t="t" r="r" b="b"/>
                <a:pathLst>
                  <a:path w="48097" h="83629" extrusionOk="0">
                    <a:moveTo>
                      <a:pt x="48098" y="41815"/>
                    </a:moveTo>
                    <a:cubicBezTo>
                      <a:pt x="48098" y="64908"/>
                      <a:pt x="37331" y="83629"/>
                      <a:pt x="24049" y="83629"/>
                    </a:cubicBezTo>
                    <a:cubicBezTo>
                      <a:pt x="10767" y="83629"/>
                      <a:pt x="0" y="64908"/>
                      <a:pt x="0" y="41815"/>
                    </a:cubicBezTo>
                    <a:cubicBezTo>
                      <a:pt x="0" y="18721"/>
                      <a:pt x="10767" y="0"/>
                      <a:pt x="24049" y="0"/>
                    </a:cubicBezTo>
                    <a:cubicBezTo>
                      <a:pt x="37331" y="0"/>
                      <a:pt x="48098" y="18721"/>
                      <a:pt x="48098" y="4181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3" name="Google Shape;463;p15"/>
              <p:cNvSpPr/>
              <p:nvPr/>
            </p:nvSpPr>
            <p:spPr>
              <a:xfrm>
                <a:off x="6868038" y="2430219"/>
                <a:ext cx="78705" cy="316778"/>
              </a:xfrm>
              <a:custGeom>
                <a:avLst/>
                <a:gdLst/>
                <a:ahLst/>
                <a:cxnLst/>
                <a:rect l="l" t="t" r="r" b="b"/>
                <a:pathLst>
                  <a:path w="78705" h="316778" extrusionOk="0">
                    <a:moveTo>
                      <a:pt x="64828" y="315171"/>
                    </a:moveTo>
                    <a:lnTo>
                      <a:pt x="13593" y="285548"/>
                    </a:lnTo>
                    <a:cubicBezTo>
                      <a:pt x="5209" y="279519"/>
                      <a:pt x="171" y="269880"/>
                      <a:pt x="0" y="259545"/>
                    </a:cubicBezTo>
                    <a:lnTo>
                      <a:pt x="0" y="11895"/>
                    </a:lnTo>
                    <a:cubicBezTo>
                      <a:pt x="0" y="1894"/>
                      <a:pt x="6083" y="-2678"/>
                      <a:pt x="13593" y="1608"/>
                    </a:cubicBezTo>
                    <a:lnTo>
                      <a:pt x="64828" y="31326"/>
                    </a:lnTo>
                    <a:cubicBezTo>
                      <a:pt x="73193" y="37136"/>
                      <a:pt x="78335" y="46566"/>
                      <a:pt x="78706" y="56758"/>
                    </a:cubicBezTo>
                    <a:lnTo>
                      <a:pt x="78706" y="304884"/>
                    </a:lnTo>
                    <a:cubicBezTo>
                      <a:pt x="78706" y="314885"/>
                      <a:pt x="72337" y="319457"/>
                      <a:pt x="64828" y="315171"/>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4" name="Google Shape;464;p15"/>
              <p:cNvSpPr/>
              <p:nvPr/>
            </p:nvSpPr>
            <p:spPr>
              <a:xfrm>
                <a:off x="6986477" y="2241366"/>
                <a:ext cx="78420" cy="573928"/>
              </a:xfrm>
              <a:custGeom>
                <a:avLst/>
                <a:gdLst/>
                <a:ahLst/>
                <a:cxnLst/>
                <a:rect l="l" t="t" r="r" b="b"/>
                <a:pathLst>
                  <a:path w="78420" h="573928" extrusionOk="0">
                    <a:moveTo>
                      <a:pt x="64828" y="572319"/>
                    </a:moveTo>
                    <a:lnTo>
                      <a:pt x="13593" y="542601"/>
                    </a:lnTo>
                    <a:cubicBezTo>
                      <a:pt x="5199" y="536629"/>
                      <a:pt x="152" y="527009"/>
                      <a:pt x="0" y="516693"/>
                    </a:cubicBezTo>
                    <a:lnTo>
                      <a:pt x="0" y="11868"/>
                    </a:lnTo>
                    <a:cubicBezTo>
                      <a:pt x="0" y="2343"/>
                      <a:pt x="6084" y="-2801"/>
                      <a:pt x="13593" y="1581"/>
                    </a:cubicBezTo>
                    <a:lnTo>
                      <a:pt x="64828" y="31299"/>
                    </a:lnTo>
                    <a:cubicBezTo>
                      <a:pt x="73211" y="37328"/>
                      <a:pt x="78249" y="46967"/>
                      <a:pt x="78421" y="57302"/>
                    </a:cubicBezTo>
                    <a:lnTo>
                      <a:pt x="78421" y="562127"/>
                    </a:lnTo>
                    <a:cubicBezTo>
                      <a:pt x="78041" y="572033"/>
                      <a:pt x="71957" y="576605"/>
                      <a:pt x="64828" y="572319"/>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5" name="Google Shape;465;p15"/>
              <p:cNvSpPr/>
              <p:nvPr/>
            </p:nvSpPr>
            <p:spPr>
              <a:xfrm>
                <a:off x="7222119" y="2426981"/>
                <a:ext cx="78420" cy="524860"/>
              </a:xfrm>
              <a:custGeom>
                <a:avLst/>
                <a:gdLst/>
                <a:ahLst/>
                <a:cxnLst/>
                <a:rect l="l" t="t" r="r" b="b"/>
                <a:pathLst>
                  <a:path w="78420" h="524860" extrusionOk="0">
                    <a:moveTo>
                      <a:pt x="64828" y="523197"/>
                    </a:moveTo>
                    <a:lnTo>
                      <a:pt x="13593" y="493574"/>
                    </a:lnTo>
                    <a:cubicBezTo>
                      <a:pt x="5181" y="487583"/>
                      <a:pt x="124" y="477915"/>
                      <a:pt x="0" y="467571"/>
                    </a:cubicBezTo>
                    <a:lnTo>
                      <a:pt x="0" y="11895"/>
                    </a:lnTo>
                    <a:cubicBezTo>
                      <a:pt x="0" y="1894"/>
                      <a:pt x="6083" y="-2678"/>
                      <a:pt x="13593" y="1608"/>
                    </a:cubicBezTo>
                    <a:lnTo>
                      <a:pt x="64828" y="31231"/>
                    </a:lnTo>
                    <a:cubicBezTo>
                      <a:pt x="73211" y="37260"/>
                      <a:pt x="78249" y="46899"/>
                      <a:pt x="78421" y="57234"/>
                    </a:cubicBezTo>
                    <a:lnTo>
                      <a:pt x="78421" y="513005"/>
                    </a:lnTo>
                    <a:cubicBezTo>
                      <a:pt x="78421" y="523006"/>
                      <a:pt x="72337" y="527578"/>
                      <a:pt x="64828" y="523197"/>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6" name="Google Shape;466;p15"/>
              <p:cNvSpPr/>
              <p:nvPr/>
            </p:nvSpPr>
            <p:spPr>
              <a:xfrm>
                <a:off x="7340177" y="2573447"/>
                <a:ext cx="78420" cy="446687"/>
              </a:xfrm>
              <a:custGeom>
                <a:avLst/>
                <a:gdLst/>
                <a:ahLst/>
                <a:cxnLst/>
                <a:rect l="l" t="t" r="r" b="b"/>
                <a:pathLst>
                  <a:path w="78420" h="446687" extrusionOk="0">
                    <a:moveTo>
                      <a:pt x="64827" y="445025"/>
                    </a:moveTo>
                    <a:lnTo>
                      <a:pt x="13593" y="415402"/>
                    </a:lnTo>
                    <a:cubicBezTo>
                      <a:pt x="5209" y="409373"/>
                      <a:pt x="171" y="399734"/>
                      <a:pt x="0" y="389399"/>
                    </a:cubicBezTo>
                    <a:lnTo>
                      <a:pt x="0" y="11828"/>
                    </a:lnTo>
                    <a:cubicBezTo>
                      <a:pt x="0" y="2303"/>
                      <a:pt x="6083" y="-2745"/>
                      <a:pt x="13593" y="1541"/>
                    </a:cubicBezTo>
                    <a:lnTo>
                      <a:pt x="64827" y="31259"/>
                    </a:lnTo>
                    <a:cubicBezTo>
                      <a:pt x="73221" y="37231"/>
                      <a:pt x="78268" y="46851"/>
                      <a:pt x="78421" y="57167"/>
                    </a:cubicBezTo>
                    <a:lnTo>
                      <a:pt x="78421" y="434738"/>
                    </a:lnTo>
                    <a:cubicBezTo>
                      <a:pt x="78421" y="444835"/>
                      <a:pt x="72337" y="449406"/>
                      <a:pt x="64827" y="44502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7" name="Google Shape;467;p15"/>
              <p:cNvSpPr/>
              <p:nvPr/>
            </p:nvSpPr>
            <p:spPr>
              <a:xfrm>
                <a:off x="7575249" y="2900319"/>
                <a:ext cx="78325" cy="255777"/>
              </a:xfrm>
              <a:custGeom>
                <a:avLst/>
                <a:gdLst/>
                <a:ahLst/>
                <a:cxnLst/>
                <a:rect l="l" t="t" r="r" b="b"/>
                <a:pathLst>
                  <a:path w="78325" h="255777" extrusionOk="0">
                    <a:moveTo>
                      <a:pt x="64828" y="254170"/>
                    </a:moveTo>
                    <a:lnTo>
                      <a:pt x="13498" y="224547"/>
                    </a:lnTo>
                    <a:cubicBezTo>
                      <a:pt x="5143" y="218508"/>
                      <a:pt x="133" y="208869"/>
                      <a:pt x="0" y="198544"/>
                    </a:cubicBezTo>
                    <a:lnTo>
                      <a:pt x="0" y="11949"/>
                    </a:lnTo>
                    <a:cubicBezTo>
                      <a:pt x="0" y="1853"/>
                      <a:pt x="5989" y="-2719"/>
                      <a:pt x="13498" y="1662"/>
                    </a:cubicBezTo>
                    <a:lnTo>
                      <a:pt x="64828" y="31285"/>
                    </a:lnTo>
                    <a:cubicBezTo>
                      <a:pt x="73145" y="37352"/>
                      <a:pt x="78145" y="46982"/>
                      <a:pt x="78325" y="57288"/>
                    </a:cubicBezTo>
                    <a:lnTo>
                      <a:pt x="78325" y="243883"/>
                    </a:lnTo>
                    <a:cubicBezTo>
                      <a:pt x="78325" y="253884"/>
                      <a:pt x="72242" y="258456"/>
                      <a:pt x="64828" y="254170"/>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8" name="Google Shape;468;p15"/>
              <p:cNvSpPr/>
              <p:nvPr/>
            </p:nvSpPr>
            <p:spPr>
              <a:xfrm>
                <a:off x="7693593" y="2520557"/>
                <a:ext cx="78420" cy="703833"/>
              </a:xfrm>
              <a:custGeom>
                <a:avLst/>
                <a:gdLst/>
                <a:ahLst/>
                <a:cxnLst/>
                <a:rect l="l" t="t" r="r" b="b"/>
                <a:pathLst>
                  <a:path w="78420" h="703833" extrusionOk="0">
                    <a:moveTo>
                      <a:pt x="64447" y="702226"/>
                    </a:moveTo>
                    <a:lnTo>
                      <a:pt x="13593" y="672508"/>
                    </a:lnTo>
                    <a:cubicBezTo>
                      <a:pt x="5199" y="666536"/>
                      <a:pt x="152" y="656916"/>
                      <a:pt x="0" y="646600"/>
                    </a:cubicBezTo>
                    <a:lnTo>
                      <a:pt x="0" y="11949"/>
                    </a:lnTo>
                    <a:cubicBezTo>
                      <a:pt x="0" y="1853"/>
                      <a:pt x="6083" y="-2719"/>
                      <a:pt x="13593" y="1662"/>
                    </a:cubicBezTo>
                    <a:lnTo>
                      <a:pt x="64828" y="31285"/>
                    </a:lnTo>
                    <a:cubicBezTo>
                      <a:pt x="73221" y="37305"/>
                      <a:pt x="78268" y="46954"/>
                      <a:pt x="78421" y="57288"/>
                    </a:cubicBezTo>
                    <a:lnTo>
                      <a:pt x="78421" y="691939"/>
                    </a:lnTo>
                    <a:cubicBezTo>
                      <a:pt x="78040" y="701940"/>
                      <a:pt x="71957" y="706512"/>
                      <a:pt x="64447" y="70222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9" name="Google Shape;469;p15"/>
              <p:cNvSpPr/>
              <p:nvPr/>
            </p:nvSpPr>
            <p:spPr>
              <a:xfrm>
                <a:off x="7981135" y="3135165"/>
                <a:ext cx="78420" cy="255818"/>
              </a:xfrm>
              <a:custGeom>
                <a:avLst/>
                <a:gdLst/>
                <a:ahLst/>
                <a:cxnLst/>
                <a:rect l="l" t="t" r="r" b="b"/>
                <a:pathLst>
                  <a:path w="78420" h="255818" extrusionOk="0">
                    <a:moveTo>
                      <a:pt x="64828" y="254211"/>
                    </a:moveTo>
                    <a:lnTo>
                      <a:pt x="13593" y="224493"/>
                    </a:lnTo>
                    <a:cubicBezTo>
                      <a:pt x="5199" y="218521"/>
                      <a:pt x="152" y="208900"/>
                      <a:pt x="0" y="198585"/>
                    </a:cubicBezTo>
                    <a:lnTo>
                      <a:pt x="0" y="11895"/>
                    </a:lnTo>
                    <a:cubicBezTo>
                      <a:pt x="0" y="1894"/>
                      <a:pt x="6083" y="-2678"/>
                      <a:pt x="13593" y="1608"/>
                    </a:cubicBezTo>
                    <a:lnTo>
                      <a:pt x="64828" y="31326"/>
                    </a:lnTo>
                    <a:cubicBezTo>
                      <a:pt x="73240" y="37317"/>
                      <a:pt x="78297" y="46985"/>
                      <a:pt x="78421" y="57329"/>
                    </a:cubicBezTo>
                    <a:lnTo>
                      <a:pt x="78421" y="243924"/>
                    </a:lnTo>
                    <a:cubicBezTo>
                      <a:pt x="78421" y="253925"/>
                      <a:pt x="72337" y="258497"/>
                      <a:pt x="64828" y="254211"/>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0" name="Google Shape;470;p15"/>
              <p:cNvSpPr/>
              <p:nvPr/>
            </p:nvSpPr>
            <p:spPr>
              <a:xfrm>
                <a:off x="8099193" y="3142308"/>
                <a:ext cx="78420" cy="316963"/>
              </a:xfrm>
              <a:custGeom>
                <a:avLst/>
                <a:gdLst/>
                <a:ahLst/>
                <a:cxnLst/>
                <a:rect l="l" t="t" r="r" b="b"/>
                <a:pathLst>
                  <a:path w="78420" h="316963" extrusionOk="0">
                    <a:moveTo>
                      <a:pt x="64828" y="315266"/>
                    </a:moveTo>
                    <a:lnTo>
                      <a:pt x="13593" y="285548"/>
                    </a:lnTo>
                    <a:cubicBezTo>
                      <a:pt x="5181" y="279557"/>
                      <a:pt x="124" y="269889"/>
                      <a:pt x="0" y="259545"/>
                    </a:cubicBezTo>
                    <a:lnTo>
                      <a:pt x="0" y="11895"/>
                    </a:lnTo>
                    <a:cubicBezTo>
                      <a:pt x="0" y="1894"/>
                      <a:pt x="6084" y="-2678"/>
                      <a:pt x="13593" y="1608"/>
                    </a:cubicBezTo>
                    <a:lnTo>
                      <a:pt x="64828" y="31230"/>
                    </a:lnTo>
                    <a:cubicBezTo>
                      <a:pt x="73211" y="37260"/>
                      <a:pt x="78249" y="46899"/>
                      <a:pt x="78421" y="57234"/>
                    </a:cubicBezTo>
                    <a:lnTo>
                      <a:pt x="78421" y="305360"/>
                    </a:lnTo>
                    <a:cubicBezTo>
                      <a:pt x="78421" y="315266"/>
                      <a:pt x="72337" y="319648"/>
                      <a:pt x="64828" y="31526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471" name="Google Shape;471;p15"/>
            <p:cNvSpPr/>
            <p:nvPr/>
          </p:nvSpPr>
          <p:spPr>
            <a:xfrm>
              <a:off x="2810939" y="4355647"/>
              <a:ext cx="905825" cy="524291"/>
            </a:xfrm>
            <a:custGeom>
              <a:avLst/>
              <a:gdLst/>
              <a:ahLst/>
              <a:cxnLst/>
              <a:rect l="l" t="t" r="r" b="b"/>
              <a:pathLst>
                <a:path w="905825" h="524291" extrusionOk="0">
                  <a:moveTo>
                    <a:pt x="456810" y="505052"/>
                  </a:moveTo>
                  <a:lnTo>
                    <a:pt x="32483" y="259879"/>
                  </a:lnTo>
                  <a:cubicBezTo>
                    <a:pt x="-15615" y="231970"/>
                    <a:pt x="-9626" y="183679"/>
                    <a:pt x="45981" y="151294"/>
                  </a:cubicBezTo>
                  <a:lnTo>
                    <a:pt x="261376" y="26611"/>
                  </a:lnTo>
                  <a:cubicBezTo>
                    <a:pt x="316889" y="-5488"/>
                    <a:pt x="400632" y="-9298"/>
                    <a:pt x="449015" y="19277"/>
                  </a:cubicBezTo>
                  <a:lnTo>
                    <a:pt x="873342" y="264832"/>
                  </a:lnTo>
                  <a:cubicBezTo>
                    <a:pt x="921440" y="292645"/>
                    <a:pt x="915451" y="341032"/>
                    <a:pt x="859844" y="373322"/>
                  </a:cubicBezTo>
                  <a:lnTo>
                    <a:pt x="644449" y="498004"/>
                  </a:lnTo>
                  <a:cubicBezTo>
                    <a:pt x="588937" y="529627"/>
                    <a:pt x="505193" y="533627"/>
                    <a:pt x="456810" y="505052"/>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2" name="Google Shape;472;p15"/>
            <p:cNvSpPr/>
            <p:nvPr/>
          </p:nvSpPr>
          <p:spPr>
            <a:xfrm>
              <a:off x="2999385" y="3858955"/>
              <a:ext cx="906089" cy="910207"/>
            </a:xfrm>
            <a:custGeom>
              <a:avLst/>
              <a:gdLst/>
              <a:ahLst/>
              <a:cxnLst/>
              <a:rect l="l" t="t" r="r" b="b"/>
              <a:pathLst>
                <a:path w="906089" h="910207" extrusionOk="0">
                  <a:moveTo>
                    <a:pt x="906089" y="695706"/>
                  </a:moveTo>
                  <a:lnTo>
                    <a:pt x="906089" y="102203"/>
                  </a:lnTo>
                  <a:lnTo>
                    <a:pt x="23" y="0"/>
                  </a:lnTo>
                  <a:lnTo>
                    <a:pt x="23" y="597218"/>
                  </a:lnTo>
                  <a:lnTo>
                    <a:pt x="23" y="597218"/>
                  </a:lnTo>
                  <a:cubicBezTo>
                    <a:pt x="-547" y="615506"/>
                    <a:pt x="9528" y="632936"/>
                    <a:pt x="32342" y="645891"/>
                  </a:cubicBezTo>
                  <a:lnTo>
                    <a:pt x="456668" y="891445"/>
                  </a:lnTo>
                  <a:cubicBezTo>
                    <a:pt x="504766" y="919258"/>
                    <a:pt x="588795" y="915734"/>
                    <a:pt x="644307" y="883634"/>
                  </a:cubicBezTo>
                  <a:lnTo>
                    <a:pt x="859702" y="758952"/>
                  </a:lnTo>
                  <a:cubicBezTo>
                    <a:pt x="890975" y="740855"/>
                    <a:pt x="906565" y="717518"/>
                    <a:pt x="905614" y="695706"/>
                  </a:cubicBez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3" name="Google Shape;473;p15"/>
            <p:cNvSpPr/>
            <p:nvPr/>
          </p:nvSpPr>
          <p:spPr>
            <a:xfrm>
              <a:off x="2999385" y="3718383"/>
              <a:ext cx="905566" cy="524522"/>
            </a:xfrm>
            <a:custGeom>
              <a:avLst/>
              <a:gdLst/>
              <a:ahLst/>
              <a:cxnLst/>
              <a:rect l="l" t="t" r="r" b="b"/>
              <a:pathLst>
                <a:path w="905566" h="524522" extrusionOk="0">
                  <a:moveTo>
                    <a:pt x="905519" y="307545"/>
                  </a:moveTo>
                  <a:lnTo>
                    <a:pt x="905519" y="242775"/>
                  </a:lnTo>
                  <a:lnTo>
                    <a:pt x="835843" y="242775"/>
                  </a:lnTo>
                  <a:lnTo>
                    <a:pt x="448874" y="18842"/>
                  </a:lnTo>
                  <a:cubicBezTo>
                    <a:pt x="400776" y="-9066"/>
                    <a:pt x="316747" y="-5542"/>
                    <a:pt x="261235" y="26557"/>
                  </a:cubicBezTo>
                  <a:lnTo>
                    <a:pt x="45839" y="151716"/>
                  </a:lnTo>
                  <a:cubicBezTo>
                    <a:pt x="42009" y="153897"/>
                    <a:pt x="38296" y="156279"/>
                    <a:pt x="34718" y="158860"/>
                  </a:cubicBezTo>
                  <a:lnTo>
                    <a:pt x="23" y="141048"/>
                  </a:lnTo>
                  <a:cubicBezTo>
                    <a:pt x="23" y="141048"/>
                    <a:pt x="23" y="209533"/>
                    <a:pt x="23" y="211819"/>
                  </a:cubicBezTo>
                  <a:lnTo>
                    <a:pt x="23" y="211819"/>
                  </a:lnTo>
                  <a:cubicBezTo>
                    <a:pt x="-547" y="229916"/>
                    <a:pt x="9528" y="247347"/>
                    <a:pt x="32342" y="260301"/>
                  </a:cubicBezTo>
                  <a:lnTo>
                    <a:pt x="456668" y="505760"/>
                  </a:lnTo>
                  <a:cubicBezTo>
                    <a:pt x="504766" y="533573"/>
                    <a:pt x="588795" y="530049"/>
                    <a:pt x="644307" y="497950"/>
                  </a:cubicBezTo>
                  <a:lnTo>
                    <a:pt x="859702" y="373363"/>
                  </a:lnTo>
                  <a:cubicBezTo>
                    <a:pt x="891926" y="354313"/>
                    <a:pt x="907230" y="330500"/>
                    <a:pt x="905424" y="308021"/>
                  </a:cubicBezTo>
                  <a:close/>
                </a:path>
              </a:pathLst>
            </a:custGeom>
            <a:solidFill>
              <a:srgbClr val="EDF0F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4" name="Google Shape;474;p15"/>
            <p:cNvSpPr/>
            <p:nvPr/>
          </p:nvSpPr>
          <p:spPr>
            <a:xfrm>
              <a:off x="2999243" y="3647851"/>
              <a:ext cx="905825" cy="524031"/>
            </a:xfrm>
            <a:custGeom>
              <a:avLst/>
              <a:gdLst/>
              <a:ahLst/>
              <a:cxnLst/>
              <a:rect l="l" t="t" r="r" b="b"/>
              <a:pathLst>
                <a:path w="905825" h="524031" extrusionOk="0">
                  <a:moveTo>
                    <a:pt x="456810" y="505236"/>
                  </a:moveTo>
                  <a:lnTo>
                    <a:pt x="32483" y="259777"/>
                  </a:lnTo>
                  <a:cubicBezTo>
                    <a:pt x="-15615" y="231964"/>
                    <a:pt x="-9626" y="183577"/>
                    <a:pt x="45981" y="151192"/>
                  </a:cubicBezTo>
                  <a:lnTo>
                    <a:pt x="261376" y="26605"/>
                  </a:lnTo>
                  <a:cubicBezTo>
                    <a:pt x="316889" y="-5589"/>
                    <a:pt x="400917" y="-9018"/>
                    <a:pt x="449015" y="18795"/>
                  </a:cubicBezTo>
                  <a:lnTo>
                    <a:pt x="873342" y="264254"/>
                  </a:lnTo>
                  <a:cubicBezTo>
                    <a:pt x="921440" y="292067"/>
                    <a:pt x="915451" y="340454"/>
                    <a:pt x="859844" y="372839"/>
                  </a:cubicBezTo>
                  <a:lnTo>
                    <a:pt x="644449" y="497426"/>
                  </a:lnTo>
                  <a:cubicBezTo>
                    <a:pt x="588937" y="529620"/>
                    <a:pt x="504908" y="533050"/>
                    <a:pt x="456810" y="505236"/>
                  </a:cubicBezTo>
                  <a:close/>
                </a:path>
              </a:pathLst>
            </a:custGeom>
            <a:solidFill>
              <a:srgbClr val="E2E5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5" name="Google Shape;475;p15"/>
            <p:cNvSpPr/>
            <p:nvPr/>
          </p:nvSpPr>
          <p:spPr>
            <a:xfrm>
              <a:off x="3230772" y="3780524"/>
              <a:ext cx="129655" cy="75042"/>
            </a:xfrm>
            <a:custGeom>
              <a:avLst/>
              <a:gdLst/>
              <a:ahLst/>
              <a:cxnLst/>
              <a:rect l="l" t="t" r="r" b="b"/>
              <a:pathLst>
                <a:path w="129655" h="75042" extrusionOk="0">
                  <a:moveTo>
                    <a:pt x="129655" y="37474"/>
                  </a:moveTo>
                  <a:lnTo>
                    <a:pt x="129655" y="13852"/>
                  </a:lnTo>
                  <a:lnTo>
                    <a:pt x="115207" y="13852"/>
                  </a:lnTo>
                  <a:lnTo>
                    <a:pt x="110739" y="10994"/>
                  </a:lnTo>
                  <a:cubicBezTo>
                    <a:pt x="81909" y="-3665"/>
                    <a:pt x="47841" y="-3665"/>
                    <a:pt x="19011" y="10994"/>
                  </a:cubicBezTo>
                  <a:cubicBezTo>
                    <a:pt x="16293" y="12575"/>
                    <a:pt x="13716" y="14395"/>
                    <a:pt x="11312" y="16424"/>
                  </a:cubicBezTo>
                  <a:lnTo>
                    <a:pt x="0" y="13852"/>
                  </a:lnTo>
                  <a:lnTo>
                    <a:pt x="0" y="37474"/>
                  </a:lnTo>
                  <a:cubicBezTo>
                    <a:pt x="1084" y="49123"/>
                    <a:pt x="8346" y="59286"/>
                    <a:pt x="19011" y="64049"/>
                  </a:cubicBezTo>
                  <a:cubicBezTo>
                    <a:pt x="47841" y="78708"/>
                    <a:pt x="81909" y="78708"/>
                    <a:pt x="110739" y="64049"/>
                  </a:cubicBezTo>
                  <a:cubicBezTo>
                    <a:pt x="121405" y="59305"/>
                    <a:pt x="128648" y="49123"/>
                    <a:pt x="129655" y="37474"/>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6" name="Google Shape;476;p15"/>
            <p:cNvSpPr/>
            <p:nvPr/>
          </p:nvSpPr>
          <p:spPr>
            <a:xfrm>
              <a:off x="3230772" y="3756847"/>
              <a:ext cx="129655" cy="75056"/>
            </a:xfrm>
            <a:custGeom>
              <a:avLst/>
              <a:gdLst/>
              <a:ahLst/>
              <a:cxnLst/>
              <a:rect l="l" t="t" r="r" b="b"/>
              <a:pathLst>
                <a:path w="129655" h="75056" extrusionOk="0">
                  <a:moveTo>
                    <a:pt x="129655" y="37528"/>
                  </a:moveTo>
                  <a:cubicBezTo>
                    <a:pt x="129655" y="58255"/>
                    <a:pt x="100631" y="75057"/>
                    <a:pt x="64828" y="75057"/>
                  </a:cubicBezTo>
                  <a:cubicBezTo>
                    <a:pt x="29024" y="75057"/>
                    <a:pt x="0" y="58255"/>
                    <a:pt x="0" y="37528"/>
                  </a:cubicBezTo>
                  <a:cubicBezTo>
                    <a:pt x="0" y="16802"/>
                    <a:pt x="29024" y="0"/>
                    <a:pt x="64828" y="0"/>
                  </a:cubicBezTo>
                  <a:cubicBezTo>
                    <a:pt x="100631" y="0"/>
                    <a:pt x="129655" y="16802"/>
                    <a:pt x="129655" y="37528"/>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7" name="Google Shape;477;p15"/>
            <p:cNvSpPr/>
            <p:nvPr/>
          </p:nvSpPr>
          <p:spPr>
            <a:xfrm>
              <a:off x="3393243" y="3872036"/>
              <a:ext cx="129623" cy="74995"/>
            </a:xfrm>
            <a:custGeom>
              <a:avLst/>
              <a:gdLst/>
              <a:ahLst/>
              <a:cxnLst/>
              <a:rect l="l" t="t" r="r" b="b"/>
              <a:pathLst>
                <a:path w="129623" h="74995" extrusionOk="0">
                  <a:moveTo>
                    <a:pt x="128018" y="45689"/>
                  </a:moveTo>
                  <a:cubicBezTo>
                    <a:pt x="124482" y="53623"/>
                    <a:pt x="118341" y="60110"/>
                    <a:pt x="110623" y="64072"/>
                  </a:cubicBezTo>
                  <a:cubicBezTo>
                    <a:pt x="81812" y="78636"/>
                    <a:pt x="47801" y="78636"/>
                    <a:pt x="18990" y="64072"/>
                  </a:cubicBezTo>
                  <a:cubicBezTo>
                    <a:pt x="11271" y="60110"/>
                    <a:pt x="5131" y="53623"/>
                    <a:pt x="1595" y="45689"/>
                  </a:cubicBezTo>
                  <a:cubicBezTo>
                    <a:pt x="-3158" y="33497"/>
                    <a:pt x="2735" y="20448"/>
                    <a:pt x="18990" y="10923"/>
                  </a:cubicBezTo>
                  <a:cubicBezTo>
                    <a:pt x="47801" y="-3641"/>
                    <a:pt x="81812" y="-3641"/>
                    <a:pt x="110623" y="10923"/>
                  </a:cubicBezTo>
                  <a:cubicBezTo>
                    <a:pt x="126972" y="19971"/>
                    <a:pt x="132771" y="33021"/>
                    <a:pt x="128018" y="45689"/>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8" name="Google Shape;478;p15"/>
            <p:cNvSpPr/>
            <p:nvPr/>
          </p:nvSpPr>
          <p:spPr>
            <a:xfrm>
              <a:off x="3395112" y="3888323"/>
              <a:ext cx="126148" cy="58707"/>
            </a:xfrm>
            <a:custGeom>
              <a:avLst/>
              <a:gdLst/>
              <a:ahLst/>
              <a:cxnLst/>
              <a:rect l="l" t="t" r="r" b="b"/>
              <a:pathLst>
                <a:path w="126148" h="58707" extrusionOk="0">
                  <a:moveTo>
                    <a:pt x="126149" y="29401"/>
                  </a:moveTo>
                  <a:cubicBezTo>
                    <a:pt x="122613" y="37336"/>
                    <a:pt x="116472" y="43822"/>
                    <a:pt x="108754" y="47784"/>
                  </a:cubicBezTo>
                  <a:cubicBezTo>
                    <a:pt x="79942" y="62348"/>
                    <a:pt x="45932" y="62348"/>
                    <a:pt x="17120" y="47784"/>
                  </a:cubicBezTo>
                  <a:cubicBezTo>
                    <a:pt x="6959" y="47051"/>
                    <a:pt x="-683" y="38202"/>
                    <a:pt x="48" y="28030"/>
                  </a:cubicBezTo>
                  <a:cubicBezTo>
                    <a:pt x="704" y="18867"/>
                    <a:pt x="7976" y="11580"/>
                    <a:pt x="17120" y="10923"/>
                  </a:cubicBezTo>
                  <a:cubicBezTo>
                    <a:pt x="45932" y="-3641"/>
                    <a:pt x="79942" y="-3641"/>
                    <a:pt x="108754" y="10923"/>
                  </a:cubicBezTo>
                  <a:cubicBezTo>
                    <a:pt x="116491" y="14904"/>
                    <a:pt x="122632" y="21429"/>
                    <a:pt x="126149" y="2940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9" name="Google Shape;479;p15"/>
            <p:cNvSpPr/>
            <p:nvPr/>
          </p:nvSpPr>
          <p:spPr>
            <a:xfrm>
              <a:off x="3543979" y="3964737"/>
              <a:ext cx="129655" cy="75042"/>
            </a:xfrm>
            <a:custGeom>
              <a:avLst/>
              <a:gdLst/>
              <a:ahLst/>
              <a:cxnLst/>
              <a:rect l="l" t="t" r="r" b="b"/>
              <a:pathLst>
                <a:path w="129655" h="75042" extrusionOk="0">
                  <a:moveTo>
                    <a:pt x="129655" y="37474"/>
                  </a:moveTo>
                  <a:lnTo>
                    <a:pt x="129655" y="13852"/>
                  </a:lnTo>
                  <a:lnTo>
                    <a:pt x="115207" y="13852"/>
                  </a:lnTo>
                  <a:lnTo>
                    <a:pt x="110739" y="10994"/>
                  </a:lnTo>
                  <a:cubicBezTo>
                    <a:pt x="81909" y="-3665"/>
                    <a:pt x="47841" y="-3665"/>
                    <a:pt x="19011" y="10994"/>
                  </a:cubicBezTo>
                  <a:cubicBezTo>
                    <a:pt x="16321" y="12585"/>
                    <a:pt x="13745" y="14366"/>
                    <a:pt x="11312" y="16328"/>
                  </a:cubicBezTo>
                  <a:lnTo>
                    <a:pt x="0" y="13852"/>
                  </a:lnTo>
                  <a:lnTo>
                    <a:pt x="0" y="37474"/>
                  </a:lnTo>
                  <a:cubicBezTo>
                    <a:pt x="1084" y="49123"/>
                    <a:pt x="8346" y="59286"/>
                    <a:pt x="19011" y="64049"/>
                  </a:cubicBezTo>
                  <a:cubicBezTo>
                    <a:pt x="47841" y="78708"/>
                    <a:pt x="81909" y="78708"/>
                    <a:pt x="110739" y="64049"/>
                  </a:cubicBezTo>
                  <a:cubicBezTo>
                    <a:pt x="121405" y="59305"/>
                    <a:pt x="128648" y="49123"/>
                    <a:pt x="129655" y="37474"/>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0" name="Google Shape;480;p15"/>
            <p:cNvSpPr/>
            <p:nvPr/>
          </p:nvSpPr>
          <p:spPr>
            <a:xfrm>
              <a:off x="3543979" y="3941061"/>
              <a:ext cx="129655" cy="75056"/>
            </a:xfrm>
            <a:custGeom>
              <a:avLst/>
              <a:gdLst/>
              <a:ahLst/>
              <a:cxnLst/>
              <a:rect l="l" t="t" r="r" b="b"/>
              <a:pathLst>
                <a:path w="129655" h="75056" extrusionOk="0">
                  <a:moveTo>
                    <a:pt x="129655" y="37529"/>
                  </a:moveTo>
                  <a:cubicBezTo>
                    <a:pt x="129655" y="58255"/>
                    <a:pt x="100631" y="75057"/>
                    <a:pt x="64828" y="75057"/>
                  </a:cubicBezTo>
                  <a:cubicBezTo>
                    <a:pt x="29024" y="75057"/>
                    <a:pt x="0" y="58255"/>
                    <a:pt x="0" y="37529"/>
                  </a:cubicBezTo>
                  <a:cubicBezTo>
                    <a:pt x="0" y="16802"/>
                    <a:pt x="29024" y="0"/>
                    <a:pt x="64828" y="0"/>
                  </a:cubicBezTo>
                  <a:cubicBezTo>
                    <a:pt x="100631" y="0"/>
                    <a:pt x="129655" y="16802"/>
                    <a:pt x="129655" y="37529"/>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1" name="Google Shape;481;p15"/>
            <p:cNvSpPr/>
            <p:nvPr/>
          </p:nvSpPr>
          <p:spPr>
            <a:xfrm>
              <a:off x="5673026" y="4464079"/>
              <a:ext cx="468241" cy="270891"/>
            </a:xfrm>
            <a:custGeom>
              <a:avLst/>
              <a:gdLst/>
              <a:ahLst/>
              <a:cxnLst/>
              <a:rect l="l" t="t" r="r" b="b"/>
              <a:pathLst>
                <a:path w="468241" h="270891" extrusionOk="0">
                  <a:moveTo>
                    <a:pt x="468242" y="135445"/>
                  </a:moveTo>
                  <a:cubicBezTo>
                    <a:pt x="468242" y="210250"/>
                    <a:pt x="363422" y="270891"/>
                    <a:pt x="234121" y="270891"/>
                  </a:cubicBezTo>
                  <a:cubicBezTo>
                    <a:pt x="104819" y="270891"/>
                    <a:pt x="0" y="210250"/>
                    <a:pt x="0" y="135445"/>
                  </a:cubicBezTo>
                  <a:cubicBezTo>
                    <a:pt x="0" y="60641"/>
                    <a:pt x="104819" y="0"/>
                    <a:pt x="234121" y="0"/>
                  </a:cubicBezTo>
                  <a:cubicBezTo>
                    <a:pt x="363422" y="0"/>
                    <a:pt x="468242" y="60641"/>
                    <a:pt x="468242" y="135445"/>
                  </a:cubicBez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2" name="Google Shape;482;p15"/>
            <p:cNvSpPr/>
            <p:nvPr/>
          </p:nvSpPr>
          <p:spPr>
            <a:xfrm>
              <a:off x="5819482" y="3280817"/>
              <a:ext cx="243195" cy="356577"/>
            </a:xfrm>
            <a:custGeom>
              <a:avLst/>
              <a:gdLst/>
              <a:ahLst/>
              <a:cxnLst/>
              <a:rect l="l" t="t" r="r" b="b"/>
              <a:pathLst>
                <a:path w="243195" h="356577" extrusionOk="0">
                  <a:moveTo>
                    <a:pt x="85669" y="11781"/>
                  </a:moveTo>
                  <a:cubicBezTo>
                    <a:pt x="95174" y="-3744"/>
                    <a:pt x="169318" y="-14031"/>
                    <a:pt x="193652" y="48738"/>
                  </a:cubicBezTo>
                  <a:cubicBezTo>
                    <a:pt x="203157" y="72551"/>
                    <a:pt x="201446" y="133416"/>
                    <a:pt x="209145" y="171611"/>
                  </a:cubicBezTo>
                  <a:cubicBezTo>
                    <a:pt x="216845" y="209806"/>
                    <a:pt x="235000" y="231523"/>
                    <a:pt x="241559" y="262479"/>
                  </a:cubicBezTo>
                  <a:cubicBezTo>
                    <a:pt x="248118" y="293436"/>
                    <a:pt x="237472" y="345442"/>
                    <a:pt x="162854" y="354681"/>
                  </a:cubicBezTo>
                  <a:cubicBezTo>
                    <a:pt x="88236" y="363921"/>
                    <a:pt x="30917" y="337632"/>
                    <a:pt x="13332" y="313819"/>
                  </a:cubicBezTo>
                  <a:cubicBezTo>
                    <a:pt x="-4253" y="290007"/>
                    <a:pt x="-4634" y="239334"/>
                    <a:pt x="13332" y="212092"/>
                  </a:cubicBezTo>
                  <a:cubicBezTo>
                    <a:pt x="31297" y="184851"/>
                    <a:pt x="45556" y="162848"/>
                    <a:pt x="45080" y="127415"/>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3" name="Google Shape;483;p15"/>
            <p:cNvSpPr/>
            <p:nvPr/>
          </p:nvSpPr>
          <p:spPr>
            <a:xfrm>
              <a:off x="5837923" y="3277536"/>
              <a:ext cx="116085" cy="143945"/>
            </a:xfrm>
            <a:custGeom>
              <a:avLst/>
              <a:gdLst/>
              <a:ahLst/>
              <a:cxnLst/>
              <a:rect l="l" t="t" r="r" b="b"/>
              <a:pathLst>
                <a:path w="116085" h="143945" extrusionOk="0">
                  <a:moveTo>
                    <a:pt x="116086" y="4300"/>
                  </a:moveTo>
                  <a:cubicBezTo>
                    <a:pt x="116086" y="4300"/>
                    <a:pt x="60383" y="-11798"/>
                    <a:pt x="26639" y="18301"/>
                  </a:cubicBezTo>
                  <a:cubicBezTo>
                    <a:pt x="3978" y="39285"/>
                    <a:pt x="-5176" y="71137"/>
                    <a:pt x="2875" y="100979"/>
                  </a:cubicBezTo>
                  <a:cubicBezTo>
                    <a:pt x="7343" y="118600"/>
                    <a:pt x="16373" y="142603"/>
                    <a:pt x="30346" y="143936"/>
                  </a:cubicBezTo>
                  <a:cubicBezTo>
                    <a:pt x="44319" y="145270"/>
                    <a:pt x="116086" y="4300"/>
                    <a:pt x="116086" y="4300"/>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4" name="Google Shape;484;p15"/>
            <p:cNvSpPr/>
            <p:nvPr/>
          </p:nvSpPr>
          <p:spPr>
            <a:xfrm>
              <a:off x="5860663" y="3433950"/>
              <a:ext cx="143677" cy="161015"/>
            </a:xfrm>
            <a:custGeom>
              <a:avLst/>
              <a:gdLst/>
              <a:ahLst/>
              <a:cxnLst/>
              <a:rect l="l" t="t" r="r" b="b"/>
              <a:pathLst>
                <a:path w="143677" h="161015" extrusionOk="0">
                  <a:moveTo>
                    <a:pt x="114638" y="0"/>
                  </a:moveTo>
                  <a:cubicBezTo>
                    <a:pt x="114638" y="0"/>
                    <a:pt x="110931" y="62103"/>
                    <a:pt x="112072" y="66675"/>
                  </a:cubicBezTo>
                  <a:cubicBezTo>
                    <a:pt x="113212" y="71247"/>
                    <a:pt x="136406" y="76200"/>
                    <a:pt x="142965" y="81153"/>
                  </a:cubicBezTo>
                  <a:cubicBezTo>
                    <a:pt x="149524" y="86106"/>
                    <a:pt x="109220" y="149638"/>
                    <a:pt x="88783" y="158972"/>
                  </a:cubicBezTo>
                  <a:cubicBezTo>
                    <a:pt x="68346" y="168307"/>
                    <a:pt x="4944" y="144399"/>
                    <a:pt x="477" y="112871"/>
                  </a:cubicBezTo>
                  <a:cubicBezTo>
                    <a:pt x="-3515" y="83725"/>
                    <a:pt x="18632" y="61151"/>
                    <a:pt x="27187" y="53245"/>
                  </a:cubicBezTo>
                  <a:cubicBezTo>
                    <a:pt x="32995" y="52692"/>
                    <a:pt x="38841" y="52531"/>
                    <a:pt x="44678" y="52769"/>
                  </a:cubicBezTo>
                  <a:lnTo>
                    <a:pt x="46579" y="22670"/>
                  </a:lnTo>
                  <a:cubicBezTo>
                    <a:pt x="74335" y="13811"/>
                    <a:pt x="114638" y="0"/>
                    <a:pt x="114638" y="0"/>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5" name="Google Shape;485;p15"/>
            <p:cNvSpPr/>
            <p:nvPr/>
          </p:nvSpPr>
          <p:spPr>
            <a:xfrm>
              <a:off x="5729287" y="3551002"/>
              <a:ext cx="121787" cy="284211"/>
            </a:xfrm>
            <a:custGeom>
              <a:avLst/>
              <a:gdLst/>
              <a:ahLst/>
              <a:cxnLst/>
              <a:rect l="l" t="t" r="r" b="b"/>
              <a:pathLst>
                <a:path w="121787" h="284211" extrusionOk="0">
                  <a:moveTo>
                    <a:pt x="96303" y="391"/>
                  </a:moveTo>
                  <a:cubicBezTo>
                    <a:pt x="96303" y="-1418"/>
                    <a:pt x="86797" y="3630"/>
                    <a:pt x="86797" y="3725"/>
                  </a:cubicBezTo>
                  <a:cubicBezTo>
                    <a:pt x="86797" y="3820"/>
                    <a:pt x="82330" y="163269"/>
                    <a:pt x="74535" y="177747"/>
                  </a:cubicBezTo>
                  <a:lnTo>
                    <a:pt x="74535" y="177747"/>
                  </a:lnTo>
                  <a:cubicBezTo>
                    <a:pt x="54669" y="211560"/>
                    <a:pt x="2103" y="268901"/>
                    <a:pt x="772" y="275283"/>
                  </a:cubicBezTo>
                  <a:cubicBezTo>
                    <a:pt x="-3125" y="294333"/>
                    <a:pt x="8092" y="277283"/>
                    <a:pt x="26152" y="275283"/>
                  </a:cubicBezTo>
                  <a:cubicBezTo>
                    <a:pt x="36323" y="274044"/>
                    <a:pt x="96113" y="213466"/>
                    <a:pt x="109516" y="199654"/>
                  </a:cubicBezTo>
                  <a:lnTo>
                    <a:pt x="110371" y="200131"/>
                  </a:lnTo>
                  <a:lnTo>
                    <a:pt x="110371" y="198607"/>
                  </a:lnTo>
                  <a:lnTo>
                    <a:pt x="112082" y="196797"/>
                  </a:lnTo>
                  <a:cubicBezTo>
                    <a:pt x="112424" y="192482"/>
                    <a:pt x="112424" y="188158"/>
                    <a:pt x="112082" y="183843"/>
                  </a:cubicBezTo>
                  <a:cubicBezTo>
                    <a:pt x="137272" y="10583"/>
                    <a:pt x="106664" y="-942"/>
                    <a:pt x="96303" y="391"/>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6" name="Google Shape;486;p15"/>
            <p:cNvSpPr/>
            <p:nvPr/>
          </p:nvSpPr>
          <p:spPr>
            <a:xfrm>
              <a:off x="5818929" y="3486611"/>
              <a:ext cx="209320" cy="241045"/>
            </a:xfrm>
            <a:custGeom>
              <a:avLst/>
              <a:gdLst/>
              <a:ahLst/>
              <a:cxnLst/>
              <a:rect l="l" t="t" r="r" b="b"/>
              <a:pathLst>
                <a:path w="209320" h="241045" extrusionOk="0">
                  <a:moveTo>
                    <a:pt x="164832" y="20110"/>
                  </a:moveTo>
                  <a:cubicBezTo>
                    <a:pt x="182322" y="22777"/>
                    <a:pt x="202189" y="32111"/>
                    <a:pt x="204945" y="41636"/>
                  </a:cubicBezTo>
                  <a:cubicBezTo>
                    <a:pt x="212141" y="76098"/>
                    <a:pt x="210439" y="111835"/>
                    <a:pt x="200002" y="145459"/>
                  </a:cubicBezTo>
                  <a:cubicBezTo>
                    <a:pt x="184889" y="185464"/>
                    <a:pt x="174718" y="210895"/>
                    <a:pt x="165973" y="228136"/>
                  </a:cubicBezTo>
                  <a:cubicBezTo>
                    <a:pt x="165973" y="228136"/>
                    <a:pt x="90594" y="260521"/>
                    <a:pt x="29758" y="222706"/>
                  </a:cubicBezTo>
                  <a:cubicBezTo>
                    <a:pt x="29758" y="222706"/>
                    <a:pt x="25576" y="179844"/>
                    <a:pt x="25291" y="156889"/>
                  </a:cubicBezTo>
                  <a:cubicBezTo>
                    <a:pt x="-30792" y="107835"/>
                    <a:pt x="17211" y="47351"/>
                    <a:pt x="64739" y="393"/>
                  </a:cubicBezTo>
                  <a:cubicBezTo>
                    <a:pt x="70433" y="-131"/>
                    <a:pt x="76155" y="-131"/>
                    <a:pt x="81849" y="393"/>
                  </a:cubicBezTo>
                  <a:cubicBezTo>
                    <a:pt x="81849" y="393"/>
                    <a:pt x="39454" y="50685"/>
                    <a:pt x="68921" y="79260"/>
                  </a:cubicBezTo>
                  <a:cubicBezTo>
                    <a:pt x="132133" y="59638"/>
                    <a:pt x="144680" y="31063"/>
                    <a:pt x="164832" y="20110"/>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7" name="Google Shape;487;p15"/>
            <p:cNvSpPr/>
            <p:nvPr/>
          </p:nvSpPr>
          <p:spPr>
            <a:xfrm>
              <a:off x="5856166" y="3289038"/>
              <a:ext cx="154042" cy="190250"/>
            </a:xfrm>
            <a:custGeom>
              <a:avLst/>
              <a:gdLst/>
              <a:ahLst/>
              <a:cxnLst/>
              <a:rect l="l" t="t" r="r" b="b"/>
              <a:pathLst>
                <a:path w="154042" h="190250" extrusionOk="0">
                  <a:moveTo>
                    <a:pt x="3263" y="67854"/>
                  </a:moveTo>
                  <a:lnTo>
                    <a:pt x="3263" y="67854"/>
                  </a:lnTo>
                  <a:cubicBezTo>
                    <a:pt x="9442" y="27945"/>
                    <a:pt x="38244" y="-2250"/>
                    <a:pt x="79308" y="132"/>
                  </a:cubicBezTo>
                  <a:cubicBezTo>
                    <a:pt x="122872" y="2484"/>
                    <a:pt x="156274" y="39784"/>
                    <a:pt x="153926" y="83437"/>
                  </a:cubicBezTo>
                  <a:cubicBezTo>
                    <a:pt x="152586" y="108288"/>
                    <a:pt x="139668" y="131053"/>
                    <a:pt x="119041" y="144912"/>
                  </a:cubicBezTo>
                  <a:cubicBezTo>
                    <a:pt x="117624" y="150960"/>
                    <a:pt x="115486" y="156808"/>
                    <a:pt x="112672" y="162342"/>
                  </a:cubicBezTo>
                  <a:cubicBezTo>
                    <a:pt x="98129" y="179297"/>
                    <a:pt x="59441" y="190060"/>
                    <a:pt x="46704" y="190251"/>
                  </a:cubicBezTo>
                  <a:cubicBezTo>
                    <a:pt x="35677" y="190251"/>
                    <a:pt x="26172" y="180059"/>
                    <a:pt x="15811" y="162914"/>
                  </a:cubicBezTo>
                  <a:cubicBezTo>
                    <a:pt x="-5672" y="127195"/>
                    <a:pt x="-158" y="87571"/>
                    <a:pt x="3263" y="67854"/>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8" name="Google Shape;488;p15"/>
            <p:cNvSpPr/>
            <p:nvPr/>
          </p:nvSpPr>
          <p:spPr>
            <a:xfrm>
              <a:off x="5862376" y="3287995"/>
              <a:ext cx="154704" cy="145954"/>
            </a:xfrm>
            <a:custGeom>
              <a:avLst/>
              <a:gdLst/>
              <a:ahLst/>
              <a:cxnLst/>
              <a:rect l="l" t="t" r="r" b="b"/>
              <a:pathLst>
                <a:path w="154704" h="145954" extrusionOk="0">
                  <a:moveTo>
                    <a:pt x="85930" y="1937"/>
                  </a:moveTo>
                  <a:cubicBezTo>
                    <a:pt x="114447" y="7557"/>
                    <a:pt x="138400" y="15748"/>
                    <a:pt x="146290" y="44038"/>
                  </a:cubicBezTo>
                  <a:cubicBezTo>
                    <a:pt x="151613" y="63659"/>
                    <a:pt x="158647" y="101188"/>
                    <a:pt x="151993" y="116523"/>
                  </a:cubicBezTo>
                  <a:lnTo>
                    <a:pt x="147811" y="127857"/>
                  </a:lnTo>
                  <a:lnTo>
                    <a:pt x="112926" y="145955"/>
                  </a:lnTo>
                  <a:cubicBezTo>
                    <a:pt x="112926" y="145955"/>
                    <a:pt x="96576" y="132334"/>
                    <a:pt x="101709" y="92424"/>
                  </a:cubicBezTo>
                  <a:cubicBezTo>
                    <a:pt x="101510" y="87043"/>
                    <a:pt x="99798" y="81823"/>
                    <a:pt x="96766" y="77375"/>
                  </a:cubicBezTo>
                  <a:cubicBezTo>
                    <a:pt x="94580" y="73594"/>
                    <a:pt x="92954" y="69517"/>
                    <a:pt x="91919" y="65278"/>
                  </a:cubicBezTo>
                  <a:cubicBezTo>
                    <a:pt x="87774" y="54496"/>
                    <a:pt x="79685" y="45704"/>
                    <a:pt x="69295" y="40704"/>
                  </a:cubicBezTo>
                  <a:cubicBezTo>
                    <a:pt x="43345" y="26130"/>
                    <a:pt x="5323" y="38704"/>
                    <a:pt x="0" y="44038"/>
                  </a:cubicBezTo>
                  <a:cubicBezTo>
                    <a:pt x="15142" y="11452"/>
                    <a:pt x="50959" y="-6102"/>
                    <a:pt x="85930" y="1937"/>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9" name="Google Shape;489;p15"/>
            <p:cNvSpPr/>
            <p:nvPr/>
          </p:nvSpPr>
          <p:spPr>
            <a:xfrm>
              <a:off x="5888298" y="4552945"/>
              <a:ext cx="121626" cy="93085"/>
            </a:xfrm>
            <a:custGeom>
              <a:avLst/>
              <a:gdLst/>
              <a:ahLst/>
              <a:cxnLst/>
              <a:rect l="l" t="t" r="r" b="b"/>
              <a:pathLst>
                <a:path w="121626" h="93085" extrusionOk="0">
                  <a:moveTo>
                    <a:pt x="112478" y="2"/>
                  </a:moveTo>
                  <a:cubicBezTo>
                    <a:pt x="97840" y="11908"/>
                    <a:pt x="75121" y="3717"/>
                    <a:pt x="74456" y="4765"/>
                  </a:cubicBezTo>
                  <a:cubicBezTo>
                    <a:pt x="57422" y="19395"/>
                    <a:pt x="39590" y="33073"/>
                    <a:pt x="21035" y="45722"/>
                  </a:cubicBezTo>
                  <a:cubicBezTo>
                    <a:pt x="11529" y="52866"/>
                    <a:pt x="-2254" y="62486"/>
                    <a:pt x="313" y="76202"/>
                  </a:cubicBezTo>
                  <a:cubicBezTo>
                    <a:pt x="4875" y="100872"/>
                    <a:pt x="44228" y="93347"/>
                    <a:pt x="59057" y="85727"/>
                  </a:cubicBezTo>
                  <a:cubicBezTo>
                    <a:pt x="73886" y="78107"/>
                    <a:pt x="86053" y="65725"/>
                    <a:pt x="100121" y="57152"/>
                  </a:cubicBezTo>
                  <a:cubicBezTo>
                    <a:pt x="110102" y="50961"/>
                    <a:pt x="119987" y="47627"/>
                    <a:pt x="121604" y="35054"/>
                  </a:cubicBezTo>
                  <a:cubicBezTo>
                    <a:pt x="122079" y="27149"/>
                    <a:pt x="115045" y="-284"/>
                    <a:pt x="112478" y="2"/>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0" name="Google Shape;490;p15"/>
            <p:cNvSpPr/>
            <p:nvPr/>
          </p:nvSpPr>
          <p:spPr>
            <a:xfrm>
              <a:off x="5888421" y="4582665"/>
              <a:ext cx="121131" cy="63346"/>
            </a:xfrm>
            <a:custGeom>
              <a:avLst/>
              <a:gdLst/>
              <a:ahLst/>
              <a:cxnLst/>
              <a:rect l="l" t="t" r="r" b="b"/>
              <a:pathLst>
                <a:path w="121131" h="63346" extrusionOk="0">
                  <a:moveTo>
                    <a:pt x="120910" y="0"/>
                  </a:moveTo>
                  <a:cubicBezTo>
                    <a:pt x="118914" y="12192"/>
                    <a:pt x="109219" y="15526"/>
                    <a:pt x="99238" y="21717"/>
                  </a:cubicBezTo>
                  <a:cubicBezTo>
                    <a:pt x="84979" y="30575"/>
                    <a:pt x="72432" y="43434"/>
                    <a:pt x="57604" y="50959"/>
                  </a:cubicBezTo>
                  <a:cubicBezTo>
                    <a:pt x="42775" y="58484"/>
                    <a:pt x="9601" y="64770"/>
                    <a:pt x="0" y="47244"/>
                  </a:cubicBezTo>
                  <a:cubicBezTo>
                    <a:pt x="5228" y="70961"/>
                    <a:pt x="43916" y="63532"/>
                    <a:pt x="58554" y="56007"/>
                  </a:cubicBezTo>
                  <a:cubicBezTo>
                    <a:pt x="73193" y="48482"/>
                    <a:pt x="85550" y="36004"/>
                    <a:pt x="99618" y="27432"/>
                  </a:cubicBezTo>
                  <a:cubicBezTo>
                    <a:pt x="109599" y="21241"/>
                    <a:pt x="119484" y="17907"/>
                    <a:pt x="121101" y="5334"/>
                  </a:cubicBezTo>
                  <a:cubicBezTo>
                    <a:pt x="121177" y="3553"/>
                    <a:pt x="121110" y="1772"/>
                    <a:pt x="120910"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1" name="Google Shape;491;p15"/>
            <p:cNvSpPr/>
            <p:nvPr/>
          </p:nvSpPr>
          <p:spPr>
            <a:xfrm>
              <a:off x="5795742" y="4532466"/>
              <a:ext cx="111395" cy="86487"/>
            </a:xfrm>
            <a:custGeom>
              <a:avLst/>
              <a:gdLst/>
              <a:ahLst/>
              <a:cxnLst/>
              <a:rect l="l" t="t" r="r" b="b"/>
              <a:pathLst>
                <a:path w="111395" h="86487" extrusionOk="0">
                  <a:moveTo>
                    <a:pt x="102659" y="2"/>
                  </a:moveTo>
                  <a:cubicBezTo>
                    <a:pt x="89257" y="10956"/>
                    <a:pt x="69105" y="4765"/>
                    <a:pt x="68154" y="5812"/>
                  </a:cubicBezTo>
                  <a:cubicBezTo>
                    <a:pt x="52537" y="19109"/>
                    <a:pt x="36225" y="31578"/>
                    <a:pt x="19296" y="43151"/>
                  </a:cubicBezTo>
                  <a:cubicBezTo>
                    <a:pt x="10931" y="49723"/>
                    <a:pt x="-2091" y="58486"/>
                    <a:pt x="285" y="71059"/>
                  </a:cubicBezTo>
                  <a:cubicBezTo>
                    <a:pt x="4467" y="93633"/>
                    <a:pt x="40493" y="86680"/>
                    <a:pt x="54181" y="79822"/>
                  </a:cubicBezTo>
                  <a:cubicBezTo>
                    <a:pt x="67869" y="72964"/>
                    <a:pt x="78800" y="61438"/>
                    <a:pt x="91728" y="53437"/>
                  </a:cubicBezTo>
                  <a:cubicBezTo>
                    <a:pt x="101234" y="47722"/>
                    <a:pt x="109884" y="44770"/>
                    <a:pt x="111309" y="33149"/>
                  </a:cubicBezTo>
                  <a:cubicBezTo>
                    <a:pt x="112260" y="26101"/>
                    <a:pt x="105036" y="-283"/>
                    <a:pt x="102659" y="2"/>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2" name="Google Shape;492;p15"/>
            <p:cNvSpPr/>
            <p:nvPr/>
          </p:nvSpPr>
          <p:spPr>
            <a:xfrm>
              <a:off x="5796313" y="4560948"/>
              <a:ext cx="110894" cy="58013"/>
            </a:xfrm>
            <a:custGeom>
              <a:avLst/>
              <a:gdLst/>
              <a:ahLst/>
              <a:cxnLst/>
              <a:rect l="l" t="t" r="r" b="b"/>
              <a:pathLst>
                <a:path w="110894" h="58013" extrusionOk="0">
                  <a:moveTo>
                    <a:pt x="110644" y="0"/>
                  </a:moveTo>
                  <a:cubicBezTo>
                    <a:pt x="108838" y="11144"/>
                    <a:pt x="99903" y="14192"/>
                    <a:pt x="90778" y="19812"/>
                  </a:cubicBezTo>
                  <a:cubicBezTo>
                    <a:pt x="77755" y="28004"/>
                    <a:pt x="66254" y="39719"/>
                    <a:pt x="52756" y="46672"/>
                  </a:cubicBezTo>
                  <a:cubicBezTo>
                    <a:pt x="39258" y="53626"/>
                    <a:pt x="8840" y="59341"/>
                    <a:pt x="0" y="43244"/>
                  </a:cubicBezTo>
                  <a:cubicBezTo>
                    <a:pt x="4753" y="64961"/>
                    <a:pt x="40208" y="58198"/>
                    <a:pt x="53706" y="51340"/>
                  </a:cubicBezTo>
                  <a:cubicBezTo>
                    <a:pt x="67204" y="44482"/>
                    <a:pt x="78325" y="32956"/>
                    <a:pt x="91253" y="24955"/>
                  </a:cubicBezTo>
                  <a:cubicBezTo>
                    <a:pt x="100758" y="19240"/>
                    <a:pt x="109408" y="16288"/>
                    <a:pt x="110834" y="4667"/>
                  </a:cubicBezTo>
                  <a:cubicBezTo>
                    <a:pt x="110958" y="3105"/>
                    <a:pt x="110891" y="1543"/>
                    <a:pt x="110644" y="0"/>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3" name="Google Shape;493;p15"/>
            <p:cNvSpPr/>
            <p:nvPr/>
          </p:nvSpPr>
          <p:spPr>
            <a:xfrm>
              <a:off x="5813683" y="3728558"/>
              <a:ext cx="237954" cy="833275"/>
            </a:xfrm>
            <a:custGeom>
              <a:avLst/>
              <a:gdLst/>
              <a:ahLst/>
              <a:cxnLst/>
              <a:rect l="l" t="t" r="r" b="b"/>
              <a:pathLst>
                <a:path w="237954" h="833275" extrusionOk="0">
                  <a:moveTo>
                    <a:pt x="6013" y="123825"/>
                  </a:moveTo>
                  <a:cubicBezTo>
                    <a:pt x="12477" y="73342"/>
                    <a:pt x="31013" y="0"/>
                    <a:pt x="31013" y="0"/>
                  </a:cubicBezTo>
                  <a:cubicBezTo>
                    <a:pt x="48541" y="8201"/>
                    <a:pt x="67495" y="12897"/>
                    <a:pt x="86810" y="13811"/>
                  </a:cubicBezTo>
                  <a:cubicBezTo>
                    <a:pt x="115136" y="13716"/>
                    <a:pt x="143396" y="10973"/>
                    <a:pt x="171219" y="5620"/>
                  </a:cubicBezTo>
                  <a:cubicBezTo>
                    <a:pt x="180287" y="21517"/>
                    <a:pt x="190220" y="36909"/>
                    <a:pt x="200971" y="51721"/>
                  </a:cubicBezTo>
                  <a:cubicBezTo>
                    <a:pt x="215515" y="71914"/>
                    <a:pt x="243746" y="116109"/>
                    <a:pt x="236902" y="193357"/>
                  </a:cubicBezTo>
                  <a:cubicBezTo>
                    <a:pt x="232435" y="243840"/>
                    <a:pt x="204203" y="458248"/>
                    <a:pt x="204203" y="458248"/>
                  </a:cubicBezTo>
                  <a:cubicBezTo>
                    <a:pt x="215201" y="494290"/>
                    <a:pt x="221056" y="531714"/>
                    <a:pt x="221598" y="569405"/>
                  </a:cubicBezTo>
                  <a:cubicBezTo>
                    <a:pt x="218937" y="614229"/>
                    <a:pt x="213024" y="658796"/>
                    <a:pt x="203918" y="702755"/>
                  </a:cubicBezTo>
                  <a:lnTo>
                    <a:pt x="187093" y="824389"/>
                  </a:lnTo>
                  <a:cubicBezTo>
                    <a:pt x="187093" y="824389"/>
                    <a:pt x="164660" y="840676"/>
                    <a:pt x="149071" y="829151"/>
                  </a:cubicBezTo>
                  <a:lnTo>
                    <a:pt x="151067" y="710089"/>
                  </a:lnTo>
                  <a:cubicBezTo>
                    <a:pt x="149166" y="680942"/>
                    <a:pt x="146219" y="637984"/>
                    <a:pt x="144413" y="610552"/>
                  </a:cubicBezTo>
                  <a:cubicBezTo>
                    <a:pt x="141371" y="565785"/>
                    <a:pt x="133387" y="494824"/>
                    <a:pt x="131106" y="477202"/>
                  </a:cubicBezTo>
                  <a:cubicBezTo>
                    <a:pt x="128824" y="459581"/>
                    <a:pt x="123121" y="428434"/>
                    <a:pt x="120364" y="393763"/>
                  </a:cubicBezTo>
                  <a:cubicBezTo>
                    <a:pt x="117608" y="359092"/>
                    <a:pt x="104680" y="182594"/>
                    <a:pt x="104680" y="182594"/>
                  </a:cubicBezTo>
                  <a:lnTo>
                    <a:pt x="102874" y="215646"/>
                  </a:lnTo>
                  <a:cubicBezTo>
                    <a:pt x="102874" y="215646"/>
                    <a:pt x="101068" y="269272"/>
                    <a:pt x="93369" y="335470"/>
                  </a:cubicBezTo>
                  <a:cubicBezTo>
                    <a:pt x="85669" y="401669"/>
                    <a:pt x="83008" y="430720"/>
                    <a:pt x="83008" y="430720"/>
                  </a:cubicBezTo>
                  <a:cubicBezTo>
                    <a:pt x="90308" y="444074"/>
                    <a:pt x="95412" y="458514"/>
                    <a:pt x="98121" y="473488"/>
                  </a:cubicBezTo>
                  <a:cubicBezTo>
                    <a:pt x="99452" y="487775"/>
                    <a:pt x="115707" y="600932"/>
                    <a:pt x="106011" y="658463"/>
                  </a:cubicBezTo>
                  <a:lnTo>
                    <a:pt x="85954" y="804863"/>
                  </a:lnTo>
                  <a:cubicBezTo>
                    <a:pt x="75869" y="811882"/>
                    <a:pt x="63018" y="813587"/>
                    <a:pt x="51449" y="809434"/>
                  </a:cubicBezTo>
                  <a:lnTo>
                    <a:pt x="39663" y="661892"/>
                  </a:lnTo>
                  <a:cubicBezTo>
                    <a:pt x="31773" y="605790"/>
                    <a:pt x="15043" y="486823"/>
                    <a:pt x="12477" y="471392"/>
                  </a:cubicBezTo>
                  <a:cubicBezTo>
                    <a:pt x="6773" y="440226"/>
                    <a:pt x="3408" y="408670"/>
                    <a:pt x="2401" y="376999"/>
                  </a:cubicBezTo>
                  <a:cubicBezTo>
                    <a:pt x="-1782" y="312991"/>
                    <a:pt x="-451" y="174212"/>
                    <a:pt x="6013" y="123825"/>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4" name="Google Shape;494;p15"/>
            <p:cNvSpPr/>
            <p:nvPr/>
          </p:nvSpPr>
          <p:spPr>
            <a:xfrm>
              <a:off x="5803516" y="3708175"/>
              <a:ext cx="253612" cy="553963"/>
            </a:xfrm>
            <a:custGeom>
              <a:avLst/>
              <a:gdLst/>
              <a:ahLst/>
              <a:cxnLst/>
              <a:rect l="l" t="t" r="r" b="b"/>
              <a:pathLst>
                <a:path w="253612" h="553963" extrusionOk="0">
                  <a:moveTo>
                    <a:pt x="181386" y="6572"/>
                  </a:moveTo>
                  <a:lnTo>
                    <a:pt x="224731" y="93726"/>
                  </a:lnTo>
                  <a:cubicBezTo>
                    <a:pt x="224731" y="93726"/>
                    <a:pt x="291270" y="190690"/>
                    <a:pt x="222355" y="439960"/>
                  </a:cubicBezTo>
                  <a:lnTo>
                    <a:pt x="235187" y="516922"/>
                  </a:lnTo>
                  <a:cubicBezTo>
                    <a:pt x="235187" y="516922"/>
                    <a:pt x="105532" y="600265"/>
                    <a:pt x="18746" y="516922"/>
                  </a:cubicBezTo>
                  <a:cubicBezTo>
                    <a:pt x="18746" y="516922"/>
                    <a:pt x="-11291" y="286512"/>
                    <a:pt x="4678" y="180308"/>
                  </a:cubicBezTo>
                  <a:cubicBezTo>
                    <a:pt x="13613" y="119272"/>
                    <a:pt x="27121" y="59007"/>
                    <a:pt x="45077" y="0"/>
                  </a:cubicBezTo>
                  <a:cubicBezTo>
                    <a:pt x="45077" y="0"/>
                    <a:pt x="66369" y="23527"/>
                    <a:pt x="175683" y="8001"/>
                  </a:cubicBezTo>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5" name="Google Shape;495;p15"/>
            <p:cNvSpPr/>
            <p:nvPr/>
          </p:nvSpPr>
          <p:spPr>
            <a:xfrm>
              <a:off x="5812662" y="3486508"/>
              <a:ext cx="71005" cy="74600"/>
            </a:xfrm>
            <a:custGeom>
              <a:avLst/>
              <a:gdLst/>
              <a:ahLst/>
              <a:cxnLst/>
              <a:rect l="l" t="t" r="r" b="b"/>
              <a:pathLst>
                <a:path w="71005" h="74600" extrusionOk="0">
                  <a:moveTo>
                    <a:pt x="71006" y="496"/>
                  </a:moveTo>
                  <a:cubicBezTo>
                    <a:pt x="71006" y="496"/>
                    <a:pt x="36596" y="-10077"/>
                    <a:pt x="0" y="66409"/>
                  </a:cubicBezTo>
                  <a:lnTo>
                    <a:pt x="13688" y="74600"/>
                  </a:lnTo>
                  <a:cubicBezTo>
                    <a:pt x="13688" y="74600"/>
                    <a:pt x="49714" y="20117"/>
                    <a:pt x="71006" y="496"/>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6" name="Google Shape;496;p15"/>
            <p:cNvSpPr/>
            <p:nvPr/>
          </p:nvSpPr>
          <p:spPr>
            <a:xfrm>
              <a:off x="5614947" y="3815235"/>
              <a:ext cx="254367" cy="147732"/>
            </a:xfrm>
            <a:custGeom>
              <a:avLst/>
              <a:gdLst/>
              <a:ahLst/>
              <a:cxnLst/>
              <a:rect l="l" t="t" r="r" b="b"/>
              <a:pathLst>
                <a:path w="254367" h="147732" extrusionOk="0">
                  <a:moveTo>
                    <a:pt x="0" y="86201"/>
                  </a:moveTo>
                  <a:lnTo>
                    <a:pt x="148096" y="0"/>
                  </a:lnTo>
                  <a:lnTo>
                    <a:pt x="254368" y="61436"/>
                  </a:lnTo>
                  <a:lnTo>
                    <a:pt x="106272" y="147733"/>
                  </a:lnTo>
                  <a:lnTo>
                    <a:pt x="0" y="86201"/>
                  </a:ln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7" name="Google Shape;497;p15"/>
            <p:cNvSpPr/>
            <p:nvPr/>
          </p:nvSpPr>
          <p:spPr>
            <a:xfrm>
              <a:off x="5694413" y="3821487"/>
              <a:ext cx="53706" cy="44771"/>
            </a:xfrm>
            <a:custGeom>
              <a:avLst/>
              <a:gdLst/>
              <a:ahLst/>
              <a:cxnLst/>
              <a:rect l="l" t="t" r="r" b="b"/>
              <a:pathLst>
                <a:path w="53706" h="44771" extrusionOk="0">
                  <a:moveTo>
                    <a:pt x="49524" y="35"/>
                  </a:moveTo>
                  <a:cubicBezTo>
                    <a:pt x="40237" y="968"/>
                    <a:pt x="31254" y="3892"/>
                    <a:pt x="23194" y="8607"/>
                  </a:cubicBezTo>
                  <a:cubicBezTo>
                    <a:pt x="20228" y="11198"/>
                    <a:pt x="17053" y="13522"/>
                    <a:pt x="13688" y="15561"/>
                  </a:cubicBezTo>
                  <a:cubicBezTo>
                    <a:pt x="12262" y="16227"/>
                    <a:pt x="10836" y="17180"/>
                    <a:pt x="9315" y="17846"/>
                  </a:cubicBezTo>
                  <a:cubicBezTo>
                    <a:pt x="7053" y="18675"/>
                    <a:pt x="5000" y="20009"/>
                    <a:pt x="3327" y="21752"/>
                  </a:cubicBezTo>
                  <a:cubicBezTo>
                    <a:pt x="1673" y="24200"/>
                    <a:pt x="780" y="27086"/>
                    <a:pt x="760" y="30038"/>
                  </a:cubicBezTo>
                  <a:cubicBezTo>
                    <a:pt x="0" y="33572"/>
                    <a:pt x="-190" y="37211"/>
                    <a:pt x="190" y="40802"/>
                  </a:cubicBezTo>
                  <a:cubicBezTo>
                    <a:pt x="1521" y="46136"/>
                    <a:pt x="7034" y="45660"/>
                    <a:pt x="9696" y="41945"/>
                  </a:cubicBezTo>
                  <a:cubicBezTo>
                    <a:pt x="11141" y="40088"/>
                    <a:pt x="11968" y="37821"/>
                    <a:pt x="12072" y="35468"/>
                  </a:cubicBezTo>
                  <a:cubicBezTo>
                    <a:pt x="12234" y="30905"/>
                    <a:pt x="14562" y="26686"/>
                    <a:pt x="18346" y="24133"/>
                  </a:cubicBezTo>
                  <a:lnTo>
                    <a:pt x="53706" y="2130"/>
                  </a:lnTo>
                  <a:cubicBezTo>
                    <a:pt x="52870" y="644"/>
                    <a:pt x="51216" y="-184"/>
                    <a:pt x="49524" y="35"/>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8" name="Google Shape;498;p15"/>
            <p:cNvSpPr/>
            <p:nvPr/>
          </p:nvSpPr>
          <p:spPr>
            <a:xfrm>
              <a:off x="5775008" y="3530248"/>
              <a:ext cx="253611" cy="322722"/>
            </a:xfrm>
            <a:custGeom>
              <a:avLst/>
              <a:gdLst/>
              <a:ahLst/>
              <a:cxnLst/>
              <a:rect l="l" t="t" r="r" b="b"/>
              <a:pathLst>
                <a:path w="253611" h="322722" extrusionOk="0">
                  <a:moveTo>
                    <a:pt x="250673" y="25527"/>
                  </a:moveTo>
                  <a:cubicBezTo>
                    <a:pt x="245826" y="5334"/>
                    <a:pt x="230046" y="11811"/>
                    <a:pt x="216453" y="0"/>
                  </a:cubicBezTo>
                  <a:cubicBezTo>
                    <a:pt x="184990" y="44672"/>
                    <a:pt x="205902" y="165449"/>
                    <a:pt x="210180" y="178308"/>
                  </a:cubicBezTo>
                  <a:lnTo>
                    <a:pt x="89270" y="255556"/>
                  </a:lnTo>
                  <a:lnTo>
                    <a:pt x="89270" y="255556"/>
                  </a:lnTo>
                  <a:lnTo>
                    <a:pt x="81095" y="260604"/>
                  </a:lnTo>
                  <a:cubicBezTo>
                    <a:pt x="67331" y="269662"/>
                    <a:pt x="52131" y="276301"/>
                    <a:pt x="36134" y="280225"/>
                  </a:cubicBezTo>
                  <a:cubicBezTo>
                    <a:pt x="24062" y="281654"/>
                    <a:pt x="17788" y="298704"/>
                    <a:pt x="4860" y="300228"/>
                  </a:cubicBezTo>
                  <a:cubicBezTo>
                    <a:pt x="2075" y="300333"/>
                    <a:pt x="-92" y="302666"/>
                    <a:pt x="3" y="305457"/>
                  </a:cubicBezTo>
                  <a:cubicBezTo>
                    <a:pt x="51" y="306753"/>
                    <a:pt x="602" y="307991"/>
                    <a:pt x="1533" y="308896"/>
                  </a:cubicBezTo>
                  <a:cubicBezTo>
                    <a:pt x="6667" y="313849"/>
                    <a:pt x="20545" y="309753"/>
                    <a:pt x="30050" y="298704"/>
                  </a:cubicBezTo>
                  <a:cubicBezTo>
                    <a:pt x="30002" y="298952"/>
                    <a:pt x="30002" y="299218"/>
                    <a:pt x="30050" y="299466"/>
                  </a:cubicBezTo>
                  <a:cubicBezTo>
                    <a:pt x="30202" y="303057"/>
                    <a:pt x="32227" y="306314"/>
                    <a:pt x="35373" y="308038"/>
                  </a:cubicBezTo>
                  <a:cubicBezTo>
                    <a:pt x="36067" y="308458"/>
                    <a:pt x="36846" y="308724"/>
                    <a:pt x="37655" y="308800"/>
                  </a:cubicBezTo>
                  <a:cubicBezTo>
                    <a:pt x="37655" y="309610"/>
                    <a:pt x="37883" y="310401"/>
                    <a:pt x="38320" y="311087"/>
                  </a:cubicBezTo>
                  <a:cubicBezTo>
                    <a:pt x="39708" y="313925"/>
                    <a:pt x="42417" y="315887"/>
                    <a:pt x="45544" y="316325"/>
                  </a:cubicBezTo>
                  <a:lnTo>
                    <a:pt x="45544" y="316325"/>
                  </a:lnTo>
                  <a:cubicBezTo>
                    <a:pt x="46941" y="320335"/>
                    <a:pt x="50820" y="322945"/>
                    <a:pt x="55050" y="322707"/>
                  </a:cubicBezTo>
                  <a:cubicBezTo>
                    <a:pt x="57825" y="322564"/>
                    <a:pt x="60439" y="321373"/>
                    <a:pt x="62369" y="319373"/>
                  </a:cubicBezTo>
                  <a:cubicBezTo>
                    <a:pt x="72682" y="315430"/>
                    <a:pt x="81789" y="308867"/>
                    <a:pt x="88794" y="300323"/>
                  </a:cubicBezTo>
                  <a:cubicBezTo>
                    <a:pt x="94982" y="293875"/>
                    <a:pt x="101522" y="287769"/>
                    <a:pt x="108375" y="282035"/>
                  </a:cubicBezTo>
                  <a:cubicBezTo>
                    <a:pt x="141170" y="267843"/>
                    <a:pt x="239552" y="225742"/>
                    <a:pt x="243924" y="219742"/>
                  </a:cubicBezTo>
                  <a:cubicBezTo>
                    <a:pt x="250768" y="210693"/>
                    <a:pt x="257707" y="54102"/>
                    <a:pt x="250673" y="25527"/>
                  </a:cubicBezTo>
                  <a:close/>
                </a:path>
              </a:pathLst>
            </a:custGeom>
            <a:solidFill>
              <a:srgbClr val="FFCEA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9" name="Google Shape;499;p15"/>
            <p:cNvSpPr/>
            <p:nvPr/>
          </p:nvSpPr>
          <p:spPr>
            <a:xfrm>
              <a:off x="5965891" y="3514431"/>
              <a:ext cx="72720" cy="103595"/>
            </a:xfrm>
            <a:custGeom>
              <a:avLst/>
              <a:gdLst/>
              <a:ahLst/>
              <a:cxnLst/>
              <a:rect l="l" t="t" r="r" b="b"/>
              <a:pathLst>
                <a:path w="72720" h="103595" extrusionOk="0">
                  <a:moveTo>
                    <a:pt x="70816" y="95541"/>
                  </a:moveTo>
                  <a:cubicBezTo>
                    <a:pt x="70816" y="95541"/>
                    <a:pt x="32129" y="112876"/>
                    <a:pt x="0" y="96684"/>
                  </a:cubicBezTo>
                  <a:lnTo>
                    <a:pt x="4658" y="36009"/>
                  </a:lnTo>
                  <a:cubicBezTo>
                    <a:pt x="4658" y="36009"/>
                    <a:pt x="5133" y="3434"/>
                    <a:pt x="34125" y="195"/>
                  </a:cubicBezTo>
                  <a:cubicBezTo>
                    <a:pt x="63117" y="-3043"/>
                    <a:pt x="78325" y="34200"/>
                    <a:pt x="70816" y="95541"/>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500" name="Google Shape;500;p15"/>
            <p:cNvGrpSpPr/>
            <p:nvPr/>
          </p:nvGrpSpPr>
          <p:grpSpPr>
            <a:xfrm flipH="1">
              <a:off x="2865273" y="3434801"/>
              <a:ext cx="598186" cy="1340314"/>
              <a:chOff x="4210728" y="4525714"/>
              <a:chExt cx="546438" cy="1224366"/>
            </a:xfrm>
          </p:grpSpPr>
          <p:sp>
            <p:nvSpPr>
              <p:cNvPr id="501" name="Google Shape;501;p15"/>
              <p:cNvSpPr/>
              <p:nvPr/>
            </p:nvSpPr>
            <p:spPr>
              <a:xfrm>
                <a:off x="4672107" y="4726590"/>
                <a:ext cx="85002" cy="305847"/>
              </a:xfrm>
              <a:custGeom>
                <a:avLst/>
                <a:gdLst/>
                <a:ahLst/>
                <a:cxnLst/>
                <a:rect l="l" t="t" r="r" b="b"/>
                <a:pathLst>
                  <a:path w="85002" h="305847" extrusionOk="0">
                    <a:moveTo>
                      <a:pt x="18764" y="0"/>
                    </a:moveTo>
                    <a:cubicBezTo>
                      <a:pt x="37814" y="5429"/>
                      <a:pt x="48482" y="26289"/>
                      <a:pt x="65056" y="70961"/>
                    </a:cubicBezTo>
                    <a:cubicBezTo>
                      <a:pt x="78848" y="111490"/>
                      <a:pt x="85582" y="154076"/>
                      <a:pt x="84963" y="196882"/>
                    </a:cubicBezTo>
                    <a:cubicBezTo>
                      <a:pt x="79629" y="238982"/>
                      <a:pt x="62198" y="271748"/>
                      <a:pt x="20098" y="305848"/>
                    </a:cubicBezTo>
                    <a:lnTo>
                      <a:pt x="0" y="268986"/>
                    </a:lnTo>
                    <a:cubicBezTo>
                      <a:pt x="0" y="268986"/>
                      <a:pt x="41243" y="232600"/>
                      <a:pt x="45434" y="190500"/>
                    </a:cubicBezTo>
                    <a:cubicBezTo>
                      <a:pt x="47815" y="166878"/>
                      <a:pt x="20098" y="87249"/>
                      <a:pt x="20098" y="85058"/>
                    </a:cubicBezTo>
                    <a:cubicBezTo>
                      <a:pt x="20098" y="82867"/>
                      <a:pt x="18764" y="0"/>
                      <a:pt x="18764" y="0"/>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2" name="Google Shape;502;p15"/>
              <p:cNvSpPr/>
              <p:nvPr/>
            </p:nvSpPr>
            <p:spPr>
              <a:xfrm>
                <a:off x="4408366" y="5679962"/>
                <a:ext cx="123900" cy="70118"/>
              </a:xfrm>
              <a:custGeom>
                <a:avLst/>
                <a:gdLst/>
                <a:ahLst/>
                <a:cxnLst/>
                <a:rect l="l" t="t" r="r" b="b"/>
                <a:pathLst>
                  <a:path w="123900" h="70118" extrusionOk="0">
                    <a:moveTo>
                      <a:pt x="117628" y="16845"/>
                    </a:moveTo>
                    <a:cubicBezTo>
                      <a:pt x="104783" y="20750"/>
                      <a:pt x="90877" y="18874"/>
                      <a:pt x="79528" y="11701"/>
                    </a:cubicBezTo>
                    <a:cubicBezTo>
                      <a:pt x="69241" y="11701"/>
                      <a:pt x="8757" y="-12016"/>
                      <a:pt x="1137" y="8082"/>
                    </a:cubicBezTo>
                    <a:cubicBezTo>
                      <a:pt x="-5531" y="25703"/>
                      <a:pt x="18758" y="42086"/>
                      <a:pt x="31617" y="45229"/>
                    </a:cubicBezTo>
                    <a:cubicBezTo>
                      <a:pt x="60192" y="51992"/>
                      <a:pt x="80766" y="66089"/>
                      <a:pt x="92196" y="68470"/>
                    </a:cubicBezTo>
                    <a:cubicBezTo>
                      <a:pt x="100966" y="71585"/>
                      <a:pt x="110703" y="70232"/>
                      <a:pt x="118294" y="64851"/>
                    </a:cubicBezTo>
                    <a:cubicBezTo>
                      <a:pt x="126200" y="56850"/>
                      <a:pt x="125533" y="27322"/>
                      <a:pt x="117628" y="16845"/>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3" name="Google Shape;503;p15"/>
              <p:cNvSpPr/>
              <p:nvPr/>
            </p:nvSpPr>
            <p:spPr>
              <a:xfrm>
                <a:off x="4408245" y="5691663"/>
                <a:ext cx="121939" cy="58416"/>
              </a:xfrm>
              <a:custGeom>
                <a:avLst/>
                <a:gdLst/>
                <a:ahLst/>
                <a:cxnLst/>
                <a:rect l="l" t="t" r="r" b="b"/>
                <a:pathLst>
                  <a:path w="121939" h="58416" extrusionOk="0">
                    <a:moveTo>
                      <a:pt x="92127" y="51911"/>
                    </a:moveTo>
                    <a:cubicBezTo>
                      <a:pt x="80697" y="49530"/>
                      <a:pt x="59837" y="35433"/>
                      <a:pt x="31548" y="28575"/>
                    </a:cubicBezTo>
                    <a:cubicBezTo>
                      <a:pt x="20784" y="26003"/>
                      <a:pt x="2020" y="14097"/>
                      <a:pt x="210" y="0"/>
                    </a:cubicBezTo>
                    <a:cubicBezTo>
                      <a:pt x="-2361" y="16193"/>
                      <a:pt x="19260" y="30575"/>
                      <a:pt x="31548" y="33528"/>
                    </a:cubicBezTo>
                    <a:cubicBezTo>
                      <a:pt x="60123" y="40291"/>
                      <a:pt x="80697" y="54388"/>
                      <a:pt x="92127" y="56769"/>
                    </a:cubicBezTo>
                    <a:cubicBezTo>
                      <a:pt x="100896" y="59884"/>
                      <a:pt x="110634" y="58531"/>
                      <a:pt x="118225" y="53150"/>
                    </a:cubicBezTo>
                    <a:cubicBezTo>
                      <a:pt x="119933" y="51188"/>
                      <a:pt x="121200" y="48882"/>
                      <a:pt x="121940" y="46387"/>
                    </a:cubicBezTo>
                    <a:cubicBezTo>
                      <a:pt x="113425" y="52816"/>
                      <a:pt x="102380" y="54864"/>
                      <a:pt x="92127" y="51911"/>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4" name="Google Shape;504;p15"/>
              <p:cNvSpPr/>
              <p:nvPr/>
            </p:nvSpPr>
            <p:spPr>
              <a:xfrm>
                <a:off x="4566152" y="5600798"/>
                <a:ext cx="119416" cy="67472"/>
              </a:xfrm>
              <a:custGeom>
                <a:avLst/>
                <a:gdLst/>
                <a:ahLst/>
                <a:cxnLst/>
                <a:rect l="l" t="t" r="r" b="b"/>
                <a:pathLst>
                  <a:path w="119416" h="67472" extrusionOk="0">
                    <a:moveTo>
                      <a:pt x="113384" y="16189"/>
                    </a:moveTo>
                    <a:cubicBezTo>
                      <a:pt x="102146" y="20047"/>
                      <a:pt x="89728" y="18161"/>
                      <a:pt x="80142" y="11141"/>
                    </a:cubicBezTo>
                    <a:cubicBezTo>
                      <a:pt x="70617" y="11141"/>
                      <a:pt x="8419" y="-11529"/>
                      <a:pt x="1085" y="7807"/>
                    </a:cubicBezTo>
                    <a:cubicBezTo>
                      <a:pt x="-5297" y="24762"/>
                      <a:pt x="18039" y="40383"/>
                      <a:pt x="30422" y="43431"/>
                    </a:cubicBezTo>
                    <a:cubicBezTo>
                      <a:pt x="57663" y="50003"/>
                      <a:pt x="78047" y="63624"/>
                      <a:pt x="88715" y="65910"/>
                    </a:cubicBezTo>
                    <a:cubicBezTo>
                      <a:pt x="97172" y="68882"/>
                      <a:pt x="106547" y="67567"/>
                      <a:pt x="113861" y="62385"/>
                    </a:cubicBezTo>
                    <a:cubicBezTo>
                      <a:pt x="121671" y="54670"/>
                      <a:pt x="121004" y="26286"/>
                      <a:pt x="113384" y="16189"/>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5" name="Google Shape;505;p15"/>
              <p:cNvSpPr/>
              <p:nvPr/>
            </p:nvSpPr>
            <p:spPr>
              <a:xfrm>
                <a:off x="4566197" y="5611939"/>
                <a:ext cx="117340" cy="56332"/>
              </a:xfrm>
              <a:custGeom>
                <a:avLst/>
                <a:gdLst/>
                <a:ahLst/>
                <a:cxnLst/>
                <a:rect l="l" t="t" r="r" b="b"/>
                <a:pathLst>
                  <a:path w="117340" h="56332" extrusionOk="0">
                    <a:moveTo>
                      <a:pt x="88670" y="50102"/>
                    </a:moveTo>
                    <a:cubicBezTo>
                      <a:pt x="77717" y="47720"/>
                      <a:pt x="57619" y="34195"/>
                      <a:pt x="30377" y="27622"/>
                    </a:cubicBezTo>
                    <a:cubicBezTo>
                      <a:pt x="19995" y="25051"/>
                      <a:pt x="1802" y="13621"/>
                      <a:pt x="183" y="0"/>
                    </a:cubicBezTo>
                    <a:cubicBezTo>
                      <a:pt x="-2198" y="15621"/>
                      <a:pt x="19233" y="29528"/>
                      <a:pt x="30377" y="32290"/>
                    </a:cubicBezTo>
                    <a:cubicBezTo>
                      <a:pt x="57619" y="38862"/>
                      <a:pt x="78002" y="52483"/>
                      <a:pt x="88670" y="54769"/>
                    </a:cubicBezTo>
                    <a:cubicBezTo>
                      <a:pt x="97128" y="57741"/>
                      <a:pt x="106503" y="56426"/>
                      <a:pt x="113816" y="51245"/>
                    </a:cubicBezTo>
                    <a:cubicBezTo>
                      <a:pt x="115496" y="49368"/>
                      <a:pt x="116703" y="47111"/>
                      <a:pt x="117341" y="44672"/>
                    </a:cubicBezTo>
                    <a:cubicBezTo>
                      <a:pt x="109187" y="50930"/>
                      <a:pt x="98547" y="52940"/>
                      <a:pt x="88670" y="50102"/>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6" name="Google Shape;506;p15"/>
              <p:cNvSpPr/>
              <p:nvPr/>
            </p:nvSpPr>
            <p:spPr>
              <a:xfrm>
                <a:off x="4483409" y="4968525"/>
                <a:ext cx="238054" cy="732926"/>
              </a:xfrm>
              <a:custGeom>
                <a:avLst/>
                <a:gdLst/>
                <a:ahLst/>
                <a:cxnLst/>
                <a:rect l="l" t="t" r="r" b="b"/>
                <a:pathLst>
                  <a:path w="238054" h="732926" extrusionOk="0">
                    <a:moveTo>
                      <a:pt x="216416" y="495014"/>
                    </a:moveTo>
                    <a:cubicBezTo>
                      <a:pt x="216443" y="471802"/>
                      <a:pt x="212447" y="448761"/>
                      <a:pt x="204605" y="426911"/>
                    </a:cubicBezTo>
                    <a:cubicBezTo>
                      <a:pt x="204605" y="426911"/>
                      <a:pt x="212415" y="333661"/>
                      <a:pt x="218416" y="272415"/>
                    </a:cubicBezTo>
                    <a:cubicBezTo>
                      <a:pt x="227179" y="182118"/>
                      <a:pt x="241086" y="173164"/>
                      <a:pt x="237466" y="118300"/>
                    </a:cubicBezTo>
                    <a:cubicBezTo>
                      <a:pt x="233847" y="67437"/>
                      <a:pt x="204891" y="34480"/>
                      <a:pt x="197366" y="0"/>
                    </a:cubicBezTo>
                    <a:lnTo>
                      <a:pt x="50014" y="11621"/>
                    </a:lnTo>
                    <a:cubicBezTo>
                      <a:pt x="50014" y="11621"/>
                      <a:pt x="37155" y="53435"/>
                      <a:pt x="20582" y="136684"/>
                    </a:cubicBezTo>
                    <a:cubicBezTo>
                      <a:pt x="4008" y="219932"/>
                      <a:pt x="2865" y="318897"/>
                      <a:pt x="4199" y="449961"/>
                    </a:cubicBezTo>
                    <a:cubicBezTo>
                      <a:pt x="4199" y="483775"/>
                      <a:pt x="-1516" y="513112"/>
                      <a:pt x="389" y="597313"/>
                    </a:cubicBezTo>
                    <a:cubicBezTo>
                      <a:pt x="1722" y="653891"/>
                      <a:pt x="4961" y="723233"/>
                      <a:pt x="4961" y="723233"/>
                    </a:cubicBezTo>
                    <a:cubicBezTo>
                      <a:pt x="26487" y="741712"/>
                      <a:pt x="41442" y="728091"/>
                      <a:pt x="41442" y="728091"/>
                    </a:cubicBezTo>
                    <a:cubicBezTo>
                      <a:pt x="41442" y="728091"/>
                      <a:pt x="79542" y="560451"/>
                      <a:pt x="84780" y="521970"/>
                    </a:cubicBezTo>
                    <a:cubicBezTo>
                      <a:pt x="88780" y="500682"/>
                      <a:pt x="87003" y="478707"/>
                      <a:pt x="79637" y="458343"/>
                    </a:cubicBezTo>
                    <a:cubicBezTo>
                      <a:pt x="79637" y="458343"/>
                      <a:pt x="90686" y="405670"/>
                      <a:pt x="98687" y="364236"/>
                    </a:cubicBezTo>
                    <a:cubicBezTo>
                      <a:pt x="108212" y="313658"/>
                      <a:pt x="133453" y="204502"/>
                      <a:pt x="133453" y="204502"/>
                    </a:cubicBezTo>
                    <a:cubicBezTo>
                      <a:pt x="133453" y="204502"/>
                      <a:pt x="129167" y="372237"/>
                      <a:pt x="136501" y="405289"/>
                    </a:cubicBezTo>
                    <a:cubicBezTo>
                      <a:pt x="143835" y="438340"/>
                      <a:pt x="145074" y="467106"/>
                      <a:pt x="151360" y="512064"/>
                    </a:cubicBezTo>
                    <a:cubicBezTo>
                      <a:pt x="158885" y="566356"/>
                      <a:pt x="162314" y="645890"/>
                      <a:pt x="162314" y="645890"/>
                    </a:cubicBezTo>
                    <a:cubicBezTo>
                      <a:pt x="184793" y="660178"/>
                      <a:pt x="194794" y="649224"/>
                      <a:pt x="194794" y="649224"/>
                    </a:cubicBezTo>
                    <a:cubicBezTo>
                      <a:pt x="194794" y="649224"/>
                      <a:pt x="216416" y="542544"/>
                      <a:pt x="216416" y="495014"/>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7" name="Google Shape;507;p15"/>
              <p:cNvSpPr/>
              <p:nvPr/>
            </p:nvSpPr>
            <p:spPr>
              <a:xfrm>
                <a:off x="4484426" y="4968525"/>
                <a:ext cx="236925" cy="409866"/>
              </a:xfrm>
              <a:custGeom>
                <a:avLst/>
                <a:gdLst/>
                <a:ahLst/>
                <a:cxnLst/>
                <a:rect l="l" t="t" r="r" b="b"/>
                <a:pathLst>
                  <a:path w="236925" h="409866" extrusionOk="0">
                    <a:moveTo>
                      <a:pt x="195968" y="0"/>
                    </a:moveTo>
                    <a:cubicBezTo>
                      <a:pt x="211399" y="15812"/>
                      <a:pt x="236926" y="63913"/>
                      <a:pt x="236926" y="136684"/>
                    </a:cubicBezTo>
                    <a:cubicBezTo>
                      <a:pt x="236926" y="218599"/>
                      <a:pt x="225020" y="202025"/>
                      <a:pt x="219305" y="292227"/>
                    </a:cubicBezTo>
                    <a:lnTo>
                      <a:pt x="213590" y="382429"/>
                    </a:lnTo>
                    <a:cubicBezTo>
                      <a:pt x="213590" y="382429"/>
                      <a:pt x="90431" y="441198"/>
                      <a:pt x="2611" y="386715"/>
                    </a:cubicBezTo>
                    <a:cubicBezTo>
                      <a:pt x="-5200" y="369665"/>
                      <a:pt x="5564" y="179927"/>
                      <a:pt x="20994" y="112490"/>
                    </a:cubicBezTo>
                    <a:cubicBezTo>
                      <a:pt x="36425" y="45053"/>
                      <a:pt x="46997" y="12002"/>
                      <a:pt x="46997" y="12002"/>
                    </a:cubicBezTo>
                    <a:cubicBezTo>
                      <a:pt x="46997" y="12002"/>
                      <a:pt x="160250" y="42577"/>
                      <a:pt x="195968" y="0"/>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8" name="Google Shape;508;p15"/>
              <p:cNvSpPr/>
              <p:nvPr/>
            </p:nvSpPr>
            <p:spPr>
              <a:xfrm>
                <a:off x="4531702" y="4525767"/>
                <a:ext cx="160521" cy="258577"/>
              </a:xfrm>
              <a:custGeom>
                <a:avLst/>
                <a:gdLst/>
                <a:ahLst/>
                <a:cxnLst/>
                <a:rect l="l" t="t" r="r" b="b"/>
                <a:pathLst>
                  <a:path w="160521" h="258577" extrusionOk="0">
                    <a:moveTo>
                      <a:pt x="150502" y="199966"/>
                    </a:moveTo>
                    <a:cubicBezTo>
                      <a:pt x="119070" y="198061"/>
                      <a:pt x="116022" y="203299"/>
                      <a:pt x="113545" y="192155"/>
                    </a:cubicBezTo>
                    <a:cubicBezTo>
                      <a:pt x="112688" y="188155"/>
                      <a:pt x="110878" y="160532"/>
                      <a:pt x="110878" y="160532"/>
                    </a:cubicBezTo>
                    <a:cubicBezTo>
                      <a:pt x="113780" y="156846"/>
                      <a:pt x="116422" y="152960"/>
                      <a:pt x="118784" y="148912"/>
                    </a:cubicBezTo>
                    <a:cubicBezTo>
                      <a:pt x="140167" y="136015"/>
                      <a:pt x="154268" y="113831"/>
                      <a:pt x="156884" y="88999"/>
                    </a:cubicBezTo>
                    <a:cubicBezTo>
                      <a:pt x="161490" y="44708"/>
                      <a:pt x="129348" y="5065"/>
                      <a:pt x="85065" y="417"/>
                    </a:cubicBezTo>
                    <a:cubicBezTo>
                      <a:pt x="43441" y="-3869"/>
                      <a:pt x="12771" y="25373"/>
                      <a:pt x="4579" y="65568"/>
                    </a:cubicBezTo>
                    <a:cubicBezTo>
                      <a:pt x="198" y="85380"/>
                      <a:pt x="-4374" y="125861"/>
                      <a:pt x="8008" y="158341"/>
                    </a:cubicBezTo>
                    <a:cubicBezTo>
                      <a:pt x="14961" y="176725"/>
                      <a:pt x="21438" y="189583"/>
                      <a:pt x="38012" y="188917"/>
                    </a:cubicBezTo>
                    <a:cubicBezTo>
                      <a:pt x="43543" y="188422"/>
                      <a:pt x="49023" y="187469"/>
                      <a:pt x="54395" y="186059"/>
                    </a:cubicBezTo>
                    <a:cubicBezTo>
                      <a:pt x="55283" y="193679"/>
                      <a:pt x="55602" y="201347"/>
                      <a:pt x="55347" y="209015"/>
                    </a:cubicBezTo>
                    <a:cubicBezTo>
                      <a:pt x="55347" y="217111"/>
                      <a:pt x="56300" y="221111"/>
                      <a:pt x="40488" y="230827"/>
                    </a:cubicBezTo>
                    <a:cubicBezTo>
                      <a:pt x="24677" y="240542"/>
                      <a:pt x="64301" y="260354"/>
                      <a:pt x="90114" y="258449"/>
                    </a:cubicBezTo>
                    <a:cubicBezTo>
                      <a:pt x="115927" y="256544"/>
                      <a:pt x="144883" y="240923"/>
                      <a:pt x="152883" y="224255"/>
                    </a:cubicBezTo>
                    <a:cubicBezTo>
                      <a:pt x="161646" y="205586"/>
                      <a:pt x="165266" y="200823"/>
                      <a:pt x="150502" y="199966"/>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9" name="Google Shape;509;p15"/>
              <p:cNvSpPr/>
              <p:nvPr/>
            </p:nvSpPr>
            <p:spPr>
              <a:xfrm>
                <a:off x="4695825" y="4756088"/>
                <a:ext cx="61341" cy="108805"/>
              </a:xfrm>
              <a:custGeom>
                <a:avLst/>
                <a:gdLst/>
                <a:ahLst/>
                <a:cxnLst/>
                <a:rect l="l" t="t" r="r" b="b"/>
                <a:pathLst>
                  <a:path w="61341" h="108805" extrusionOk="0">
                    <a:moveTo>
                      <a:pt x="9525" y="108806"/>
                    </a:moveTo>
                    <a:cubicBezTo>
                      <a:pt x="9525" y="108806"/>
                      <a:pt x="45053" y="100805"/>
                      <a:pt x="61341" y="84993"/>
                    </a:cubicBezTo>
                    <a:cubicBezTo>
                      <a:pt x="61341" y="84993"/>
                      <a:pt x="40196" y="18318"/>
                      <a:pt x="26670" y="1745"/>
                    </a:cubicBezTo>
                    <a:cubicBezTo>
                      <a:pt x="13144" y="-14829"/>
                      <a:pt x="0" y="92137"/>
                      <a:pt x="0" y="92137"/>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0" name="Google Shape;510;p15"/>
              <p:cNvSpPr/>
              <p:nvPr/>
            </p:nvSpPr>
            <p:spPr>
              <a:xfrm>
                <a:off x="4523612" y="4724507"/>
                <a:ext cx="191546" cy="273865"/>
              </a:xfrm>
              <a:custGeom>
                <a:avLst/>
                <a:gdLst/>
                <a:ahLst/>
                <a:cxnLst/>
                <a:rect l="l" t="t" r="r" b="b"/>
                <a:pathLst>
                  <a:path w="191546" h="273865" extrusionOk="0">
                    <a:moveTo>
                      <a:pt x="127349" y="560"/>
                    </a:moveTo>
                    <a:cubicBezTo>
                      <a:pt x="133160" y="7799"/>
                      <a:pt x="133826" y="16847"/>
                      <a:pt x="111443" y="22562"/>
                    </a:cubicBezTo>
                    <a:cubicBezTo>
                      <a:pt x="95161" y="27192"/>
                      <a:pt x="77760" y="25839"/>
                      <a:pt x="62389" y="18753"/>
                    </a:cubicBezTo>
                    <a:cubicBezTo>
                      <a:pt x="44747" y="26210"/>
                      <a:pt x="27792" y="35202"/>
                      <a:pt x="11716" y="45613"/>
                    </a:cubicBezTo>
                    <a:cubicBezTo>
                      <a:pt x="-7334" y="108478"/>
                      <a:pt x="8001" y="116574"/>
                      <a:pt x="0" y="161628"/>
                    </a:cubicBezTo>
                    <a:cubicBezTo>
                      <a:pt x="3143" y="184297"/>
                      <a:pt x="6858" y="242780"/>
                      <a:pt x="7810" y="256020"/>
                    </a:cubicBezTo>
                    <a:cubicBezTo>
                      <a:pt x="50578" y="285929"/>
                      <a:pt x="137350" y="275737"/>
                      <a:pt x="156781" y="244019"/>
                    </a:cubicBezTo>
                    <a:cubicBezTo>
                      <a:pt x="157130" y="233455"/>
                      <a:pt x="158116" y="222930"/>
                      <a:pt x="159734" y="212491"/>
                    </a:cubicBezTo>
                    <a:cubicBezTo>
                      <a:pt x="180118" y="136862"/>
                      <a:pt x="196025" y="117241"/>
                      <a:pt x="190405" y="60091"/>
                    </a:cubicBezTo>
                    <a:cubicBezTo>
                      <a:pt x="187166" y="27515"/>
                      <a:pt x="184595" y="11132"/>
                      <a:pt x="167259" y="2369"/>
                    </a:cubicBezTo>
                    <a:cubicBezTo>
                      <a:pt x="154092" y="26"/>
                      <a:pt x="140675" y="-583"/>
                      <a:pt x="127349" y="560"/>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1" name="Google Shape;511;p15"/>
              <p:cNvSpPr/>
              <p:nvPr/>
            </p:nvSpPr>
            <p:spPr>
              <a:xfrm>
                <a:off x="4210728" y="4780936"/>
                <a:ext cx="368747" cy="265455"/>
              </a:xfrm>
              <a:custGeom>
                <a:avLst/>
                <a:gdLst/>
                <a:ahLst/>
                <a:cxnLst/>
                <a:rect l="l" t="t" r="r" b="b"/>
                <a:pathLst>
                  <a:path w="368747" h="265455" extrusionOk="0">
                    <a:moveTo>
                      <a:pt x="47613" y="190066"/>
                    </a:moveTo>
                    <a:cubicBezTo>
                      <a:pt x="57313" y="192152"/>
                      <a:pt x="66860" y="194885"/>
                      <a:pt x="76188" y="198257"/>
                    </a:cubicBezTo>
                    <a:cubicBezTo>
                      <a:pt x="84940" y="202858"/>
                      <a:pt x="94355" y="206077"/>
                      <a:pt x="104097" y="207782"/>
                    </a:cubicBezTo>
                    <a:cubicBezTo>
                      <a:pt x="114574" y="209402"/>
                      <a:pt x="130957" y="203972"/>
                      <a:pt x="159246" y="190637"/>
                    </a:cubicBezTo>
                    <a:cubicBezTo>
                      <a:pt x="190224" y="174759"/>
                      <a:pt x="218251" y="153690"/>
                      <a:pt x="242114" y="128344"/>
                    </a:cubicBezTo>
                    <a:cubicBezTo>
                      <a:pt x="269228" y="96083"/>
                      <a:pt x="293451" y="61507"/>
                      <a:pt x="314504" y="24998"/>
                    </a:cubicBezTo>
                    <a:cubicBezTo>
                      <a:pt x="326791" y="2614"/>
                      <a:pt x="342317" y="-3006"/>
                      <a:pt x="355842" y="1375"/>
                    </a:cubicBezTo>
                    <a:cubicBezTo>
                      <a:pt x="372035" y="6710"/>
                      <a:pt x="374035" y="22807"/>
                      <a:pt x="355842" y="52906"/>
                    </a:cubicBezTo>
                    <a:cubicBezTo>
                      <a:pt x="332617" y="92225"/>
                      <a:pt x="304799" y="128639"/>
                      <a:pt x="272975" y="161396"/>
                    </a:cubicBezTo>
                    <a:cubicBezTo>
                      <a:pt x="247871" y="186503"/>
                      <a:pt x="218651" y="207115"/>
                      <a:pt x="186583" y="222356"/>
                    </a:cubicBezTo>
                    <a:cubicBezTo>
                      <a:pt x="163712" y="234252"/>
                      <a:pt x="139230" y="242758"/>
                      <a:pt x="113907" y="247597"/>
                    </a:cubicBezTo>
                    <a:cubicBezTo>
                      <a:pt x="105049" y="249502"/>
                      <a:pt x="99048" y="253216"/>
                      <a:pt x="82665" y="258932"/>
                    </a:cubicBezTo>
                    <a:cubicBezTo>
                      <a:pt x="66375" y="264856"/>
                      <a:pt x="48897" y="266790"/>
                      <a:pt x="31707" y="264551"/>
                    </a:cubicBezTo>
                    <a:cubicBezTo>
                      <a:pt x="17514" y="261789"/>
                      <a:pt x="12657" y="258550"/>
                      <a:pt x="12085" y="255026"/>
                    </a:cubicBezTo>
                    <a:cubicBezTo>
                      <a:pt x="11514" y="251502"/>
                      <a:pt x="14371" y="249025"/>
                      <a:pt x="21039" y="249502"/>
                    </a:cubicBezTo>
                    <a:cubicBezTo>
                      <a:pt x="31538" y="251169"/>
                      <a:pt x="42255" y="250912"/>
                      <a:pt x="52662" y="248740"/>
                    </a:cubicBezTo>
                    <a:cubicBezTo>
                      <a:pt x="52662" y="248740"/>
                      <a:pt x="37993" y="248264"/>
                      <a:pt x="29325" y="247216"/>
                    </a:cubicBezTo>
                    <a:cubicBezTo>
                      <a:pt x="21541" y="246368"/>
                      <a:pt x="13911" y="244444"/>
                      <a:pt x="6656" y="241501"/>
                    </a:cubicBezTo>
                    <a:cubicBezTo>
                      <a:pt x="-297" y="238548"/>
                      <a:pt x="-2869" y="227594"/>
                      <a:pt x="4179" y="227975"/>
                    </a:cubicBezTo>
                    <a:cubicBezTo>
                      <a:pt x="11228" y="228356"/>
                      <a:pt x="15990" y="230452"/>
                      <a:pt x="28944" y="231785"/>
                    </a:cubicBezTo>
                    <a:cubicBezTo>
                      <a:pt x="35778" y="232614"/>
                      <a:pt x="42685" y="232614"/>
                      <a:pt x="49518" y="231785"/>
                    </a:cubicBezTo>
                    <a:cubicBezTo>
                      <a:pt x="40949" y="230376"/>
                      <a:pt x="32508" y="228271"/>
                      <a:pt x="24277" y="225499"/>
                    </a:cubicBezTo>
                    <a:cubicBezTo>
                      <a:pt x="17463" y="223689"/>
                      <a:pt x="11333" y="219917"/>
                      <a:pt x="6656" y="214640"/>
                    </a:cubicBezTo>
                    <a:cubicBezTo>
                      <a:pt x="4275" y="211878"/>
                      <a:pt x="4941" y="205115"/>
                      <a:pt x="13228" y="206830"/>
                    </a:cubicBezTo>
                    <a:cubicBezTo>
                      <a:pt x="23208" y="210307"/>
                      <a:pt x="33569" y="212583"/>
                      <a:pt x="44089" y="213592"/>
                    </a:cubicBezTo>
                    <a:cubicBezTo>
                      <a:pt x="54662" y="213592"/>
                      <a:pt x="62187" y="212735"/>
                      <a:pt x="60853" y="211116"/>
                    </a:cubicBezTo>
                    <a:cubicBezTo>
                      <a:pt x="59520" y="209497"/>
                      <a:pt x="53233" y="209687"/>
                      <a:pt x="45232" y="205211"/>
                    </a:cubicBezTo>
                    <a:cubicBezTo>
                      <a:pt x="37231" y="200734"/>
                      <a:pt x="32469" y="192066"/>
                      <a:pt x="35707" y="187875"/>
                    </a:cubicBezTo>
                    <a:cubicBezTo>
                      <a:pt x="38946" y="183684"/>
                      <a:pt x="38946" y="186827"/>
                      <a:pt x="47613" y="190066"/>
                    </a:cubicBezTo>
                    <a:close/>
                  </a:path>
                </a:pathLst>
              </a:custGeom>
              <a:solidFill>
                <a:srgbClr val="9C644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2" name="Google Shape;512;p15"/>
              <p:cNvSpPr/>
              <p:nvPr/>
            </p:nvSpPr>
            <p:spPr>
              <a:xfrm>
                <a:off x="4484370" y="4765472"/>
                <a:ext cx="100785" cy="104755"/>
              </a:xfrm>
              <a:custGeom>
                <a:avLst/>
                <a:gdLst/>
                <a:ahLst/>
                <a:cxnLst/>
                <a:rect l="l" t="t" r="r" b="b"/>
                <a:pathLst>
                  <a:path w="100785" h="104755" extrusionOk="0">
                    <a:moveTo>
                      <a:pt x="65151" y="104756"/>
                    </a:moveTo>
                    <a:cubicBezTo>
                      <a:pt x="40403" y="101165"/>
                      <a:pt x="17516" y="89554"/>
                      <a:pt x="0" y="71704"/>
                    </a:cubicBezTo>
                    <a:lnTo>
                      <a:pt x="39433" y="17030"/>
                    </a:lnTo>
                    <a:cubicBezTo>
                      <a:pt x="39433" y="17030"/>
                      <a:pt x="61627" y="-10973"/>
                      <a:pt x="90964" y="4838"/>
                    </a:cubicBezTo>
                    <a:cubicBezTo>
                      <a:pt x="90964" y="4838"/>
                      <a:pt x="113062" y="7220"/>
                      <a:pt x="90964" y="53511"/>
                    </a:cubicBezTo>
                    <a:cubicBezTo>
                      <a:pt x="83445" y="71113"/>
                      <a:pt x="74824" y="88230"/>
                      <a:pt x="65151" y="104756"/>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13" name="Google Shape;513;p15"/>
              <p:cNvSpPr/>
              <p:nvPr/>
            </p:nvSpPr>
            <p:spPr>
              <a:xfrm>
                <a:off x="4524935" y="4525714"/>
                <a:ext cx="201012" cy="328692"/>
              </a:xfrm>
              <a:custGeom>
                <a:avLst/>
                <a:gdLst/>
                <a:ahLst/>
                <a:cxnLst/>
                <a:rect l="l" t="t" r="r" b="b"/>
                <a:pathLst>
                  <a:path w="201012" h="328692" extrusionOk="0">
                    <a:moveTo>
                      <a:pt x="3726" y="41904"/>
                    </a:moveTo>
                    <a:cubicBezTo>
                      <a:pt x="6992" y="22359"/>
                      <a:pt x="25260" y="8995"/>
                      <a:pt x="44874" y="11805"/>
                    </a:cubicBezTo>
                    <a:cubicBezTo>
                      <a:pt x="58646" y="2566"/>
                      <a:pt x="75264" y="-1454"/>
                      <a:pt x="91737" y="470"/>
                    </a:cubicBezTo>
                    <a:cubicBezTo>
                      <a:pt x="129170" y="4376"/>
                      <a:pt x="153649" y="29045"/>
                      <a:pt x="164984" y="66193"/>
                    </a:cubicBezTo>
                    <a:cubicBezTo>
                      <a:pt x="170544" y="84833"/>
                      <a:pt x="174245" y="103978"/>
                      <a:pt x="176033" y="123343"/>
                    </a:cubicBezTo>
                    <a:cubicBezTo>
                      <a:pt x="187272" y="206686"/>
                      <a:pt x="217562" y="272790"/>
                      <a:pt x="189273" y="297555"/>
                    </a:cubicBezTo>
                    <a:cubicBezTo>
                      <a:pt x="160983" y="322320"/>
                      <a:pt x="83450" y="338036"/>
                      <a:pt x="51065" y="322510"/>
                    </a:cubicBezTo>
                    <a:cubicBezTo>
                      <a:pt x="18680" y="306985"/>
                      <a:pt x="77735" y="163348"/>
                      <a:pt x="13632" y="83528"/>
                    </a:cubicBezTo>
                    <a:cubicBezTo>
                      <a:pt x="-1418" y="64574"/>
                      <a:pt x="-2847" y="51334"/>
                      <a:pt x="3726" y="41904"/>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extLst>
      <p:ext uri="{BB962C8B-B14F-4D97-AF65-F5344CB8AC3E}">
        <p14:creationId xmlns:p14="http://schemas.microsoft.com/office/powerpoint/2010/main" val="33377611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BD84671-1D47-4DBB-A87A-0A04BD1367F0}"/>
              </a:ext>
            </a:extLst>
          </p:cNvPr>
          <p:cNvPicPr>
            <a:picLocks noChangeAspect="1"/>
          </p:cNvPicPr>
          <p:nvPr/>
        </p:nvPicPr>
        <p:blipFill>
          <a:blip r:embed="rId3"/>
          <a:stretch>
            <a:fillRect/>
          </a:stretch>
        </p:blipFill>
        <p:spPr>
          <a:xfrm>
            <a:off x="301483" y="524080"/>
            <a:ext cx="5115805" cy="3694748"/>
          </a:xfrm>
          <a:prstGeom prst="rect">
            <a:avLst/>
          </a:prstGeom>
        </p:spPr>
      </p:pic>
      <p:sp>
        <p:nvSpPr>
          <p:cNvPr id="4" name="Rectangle 3"/>
          <p:cNvSpPr/>
          <p:nvPr/>
        </p:nvSpPr>
        <p:spPr>
          <a:xfrm>
            <a:off x="392812" y="1158726"/>
            <a:ext cx="5558118" cy="600635"/>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2E705330-EAA5-155A-5940-6AD93AC47244}"/>
              </a:ext>
            </a:extLst>
          </p:cNvPr>
          <p:cNvSpPr txBox="1"/>
          <p:nvPr/>
        </p:nvSpPr>
        <p:spPr>
          <a:xfrm>
            <a:off x="5950930" y="1239408"/>
            <a:ext cx="1359668" cy="307777"/>
          </a:xfrm>
          <a:prstGeom prst="rect">
            <a:avLst/>
          </a:prstGeom>
          <a:noFill/>
        </p:spPr>
        <p:txBody>
          <a:bodyPr wrap="none" rtlCol="0">
            <a:spAutoFit/>
          </a:bodyPr>
          <a:lstStyle/>
          <a:p>
            <a:r>
              <a:rPr lang="en-US" b="1" dirty="0">
                <a:solidFill>
                  <a:srgbClr val="007BB9"/>
                </a:solidFill>
              </a:rPr>
              <a:t>PILIH KOLOM</a:t>
            </a:r>
            <a:endParaRPr lang="en-ID" b="1" dirty="0">
              <a:solidFill>
                <a:srgbClr val="007BB9"/>
              </a:solidFill>
            </a:endParaRPr>
          </a:p>
        </p:txBody>
      </p:sp>
      <p:sp>
        <p:nvSpPr>
          <p:cNvPr id="5" name="TextBox 4">
            <a:extLst>
              <a:ext uri="{FF2B5EF4-FFF2-40B4-BE49-F238E27FC236}">
                <a16:creationId xmlns:a16="http://schemas.microsoft.com/office/drawing/2014/main" id="{DD79E37E-7DFF-CA1D-340D-1CB1C968DFAC}"/>
              </a:ext>
            </a:extLst>
          </p:cNvPr>
          <p:cNvSpPr txBox="1"/>
          <p:nvPr/>
        </p:nvSpPr>
        <p:spPr>
          <a:xfrm>
            <a:off x="3918214" y="1987863"/>
            <a:ext cx="1132041" cy="307777"/>
          </a:xfrm>
          <a:prstGeom prst="rect">
            <a:avLst/>
          </a:prstGeom>
          <a:noFill/>
        </p:spPr>
        <p:txBody>
          <a:bodyPr wrap="none" rtlCol="0">
            <a:spAutoFit/>
          </a:bodyPr>
          <a:lstStyle/>
          <a:p>
            <a:r>
              <a:rPr lang="en-US" b="1" dirty="0">
                <a:solidFill>
                  <a:srgbClr val="007BB9"/>
                </a:solidFill>
              </a:rPr>
              <a:t>PILIH ROW</a:t>
            </a:r>
            <a:endParaRPr lang="en-ID" b="1" dirty="0">
              <a:solidFill>
                <a:srgbClr val="007BB9"/>
              </a:solidFill>
            </a:endParaRPr>
          </a:p>
        </p:txBody>
      </p:sp>
      <p:sp>
        <p:nvSpPr>
          <p:cNvPr id="6" name="TextBox 5">
            <a:extLst>
              <a:ext uri="{FF2B5EF4-FFF2-40B4-BE49-F238E27FC236}">
                <a16:creationId xmlns:a16="http://schemas.microsoft.com/office/drawing/2014/main" id="{9F0A32FC-DF00-4F08-F8E8-26BD8D40A48A}"/>
              </a:ext>
            </a:extLst>
          </p:cNvPr>
          <p:cNvSpPr txBox="1"/>
          <p:nvPr/>
        </p:nvSpPr>
        <p:spPr>
          <a:xfrm>
            <a:off x="2537875" y="2651125"/>
            <a:ext cx="1143262" cy="307777"/>
          </a:xfrm>
          <a:prstGeom prst="rect">
            <a:avLst/>
          </a:prstGeom>
          <a:noFill/>
        </p:spPr>
        <p:txBody>
          <a:bodyPr wrap="none" rtlCol="0">
            <a:spAutoFit/>
          </a:bodyPr>
          <a:lstStyle/>
          <a:p>
            <a:r>
              <a:rPr lang="en-US" b="1" dirty="0">
                <a:solidFill>
                  <a:srgbClr val="007BB9"/>
                </a:solidFill>
              </a:rPr>
              <a:t>AGREGASI</a:t>
            </a:r>
            <a:endParaRPr lang="en-ID" b="1" dirty="0">
              <a:solidFill>
                <a:srgbClr val="007BB9"/>
              </a:solidFill>
            </a:endParaRPr>
          </a:p>
        </p:txBody>
      </p:sp>
    </p:spTree>
    <p:extLst>
      <p:ext uri="{BB962C8B-B14F-4D97-AF65-F5344CB8AC3E}">
        <p14:creationId xmlns:p14="http://schemas.microsoft.com/office/powerpoint/2010/main" val="1598261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5" name="Rectangle 5">
            <a:extLst>
              <a:ext uri="{FF2B5EF4-FFF2-40B4-BE49-F238E27FC236}">
                <a16:creationId xmlns:a16="http://schemas.microsoft.com/office/drawing/2014/main" id="{40E1B55C-53FF-403A-BC17-9A1A10DD5613}"/>
              </a:ext>
            </a:extLst>
          </p:cNvPr>
          <p:cNvSpPr>
            <a:spLocks noGrp="1" noChangeArrowheads="1"/>
          </p:cNvSpPr>
          <p:nvPr>
            <p:ph type="title"/>
          </p:nvPr>
        </p:nvSpPr>
        <p:spPr/>
        <p:txBody>
          <a:bodyPr>
            <a:normAutofit/>
          </a:bodyPr>
          <a:lstStyle/>
          <a:p>
            <a:r>
              <a:rPr lang="en-US" altLang="en-US" sz="3200" err="1"/>
              <a:t>Anatomi</a:t>
            </a:r>
            <a:r>
              <a:rPr lang="en-US" altLang="en-US" sz="3200"/>
              <a:t> </a:t>
            </a:r>
            <a:r>
              <a:rPr lang="en-US" altLang="en-US" sz="3200">
                <a:latin typeface="Courier New" panose="02070309020205020404" pitchFamily="49" charset="0"/>
              </a:rPr>
              <a:t>SELECT</a:t>
            </a:r>
            <a:r>
              <a:rPr lang="en-US" altLang="en-US" sz="3200"/>
              <a:t> Statement</a:t>
            </a:r>
          </a:p>
        </p:txBody>
      </p:sp>
      <p:grpSp>
        <p:nvGrpSpPr>
          <p:cNvPr id="2" name="Group 1">
            <a:extLst>
              <a:ext uri="{FF2B5EF4-FFF2-40B4-BE49-F238E27FC236}">
                <a16:creationId xmlns:a16="http://schemas.microsoft.com/office/drawing/2014/main" id="{48561F6F-A74A-4368-AF6E-C0921A729C66}"/>
              </a:ext>
            </a:extLst>
          </p:cNvPr>
          <p:cNvGrpSpPr/>
          <p:nvPr/>
        </p:nvGrpSpPr>
        <p:grpSpPr>
          <a:xfrm>
            <a:off x="273651" y="2134011"/>
            <a:ext cx="8596697" cy="1756502"/>
            <a:chOff x="559383" y="2228902"/>
            <a:chExt cx="8191016" cy="1673612"/>
          </a:xfrm>
        </p:grpSpPr>
        <p:sp>
          <p:nvSpPr>
            <p:cNvPr id="312324" name="Rectangle 4">
              <a:extLst>
                <a:ext uri="{FF2B5EF4-FFF2-40B4-BE49-F238E27FC236}">
                  <a16:creationId xmlns:a16="http://schemas.microsoft.com/office/drawing/2014/main" id="{7720BA4F-65A8-4406-9BA8-7BBBC87A14BF}"/>
                </a:ext>
              </a:extLst>
            </p:cNvPr>
            <p:cNvSpPr>
              <a:spLocks noChangeArrowheads="1"/>
            </p:cNvSpPr>
            <p:nvPr/>
          </p:nvSpPr>
          <p:spPr bwMode="blackGray">
            <a:xfrm>
              <a:off x="1963731" y="2228902"/>
              <a:ext cx="6602730" cy="836806"/>
            </a:xfrm>
            <a:prstGeom prst="rect">
              <a:avLst/>
            </a:prstGeom>
            <a:solidFill>
              <a:schemeClr val="accent1">
                <a:lumMod val="20000"/>
                <a:lumOff val="80000"/>
              </a:schemeClr>
            </a:solidFill>
            <a:ln w="28575">
              <a:solidFill>
                <a:schemeClr val="accent1"/>
              </a:solidFill>
              <a:miter lim="800000"/>
              <a:headEnd/>
              <a:tailEnd/>
            </a:ln>
            <a:effectLst/>
          </p:spPr>
          <p:txBody>
            <a:bodyPr wrap="none" lIns="69056" tIns="34529" rIns="69056" bIns="34529"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eaLnBrk="0" hangingPunct="0">
                <a:buClrTx/>
                <a:buFontTx/>
                <a:buNone/>
              </a:pPr>
              <a:r>
                <a:rPr lang="en-US" altLang="en-US" sz="1350" b="1">
                  <a:solidFill>
                    <a:srgbClr val="000000"/>
                  </a:solidFill>
                  <a:latin typeface="Courier New" panose="02070309020205020404" pitchFamily="49" charset="0"/>
                </a:rPr>
                <a:t>SELECT</a:t>
              </a:r>
              <a:r>
                <a:rPr lang="en-US" altLang="en-US" sz="1350">
                  <a:solidFill>
                    <a:srgbClr val="000000"/>
                  </a:solidFill>
                  <a:latin typeface="Courier New" panose="02070309020205020404" pitchFamily="49" charset="0"/>
                </a:rPr>
                <a:t> EMPLOYEE_ID, FIRST_NAME, HIRE_DATE, JOB_ID, SALARY</a:t>
              </a:r>
            </a:p>
            <a:p>
              <a:pPr eaLnBrk="0" hangingPunct="0">
                <a:buClrTx/>
                <a:buFontTx/>
                <a:buNone/>
              </a:pPr>
              <a:r>
                <a:rPr lang="en-US" altLang="en-US" sz="1350" b="1">
                  <a:solidFill>
                    <a:srgbClr val="000000"/>
                  </a:solidFill>
                  <a:latin typeface="Courier New" panose="02070309020205020404" pitchFamily="49" charset="0"/>
                </a:rPr>
                <a:t>FROM</a:t>
              </a:r>
              <a:r>
                <a:rPr lang="en-US" altLang="en-US" sz="1350">
                  <a:solidFill>
                    <a:srgbClr val="000000"/>
                  </a:solidFill>
                  <a:latin typeface="Courier New" panose="02070309020205020404" pitchFamily="49" charset="0"/>
                </a:rPr>
                <a:t> EMPLOYEES</a:t>
              </a:r>
            </a:p>
            <a:p>
              <a:pPr eaLnBrk="0" hangingPunct="0">
                <a:buClrTx/>
                <a:buFontTx/>
                <a:buNone/>
              </a:pPr>
              <a:r>
                <a:rPr lang="en-US" altLang="en-US" sz="1350" b="1">
                  <a:solidFill>
                    <a:srgbClr val="000000"/>
                  </a:solidFill>
                  <a:latin typeface="Courier New" panose="02070309020205020404" pitchFamily="49" charset="0"/>
                </a:rPr>
                <a:t>WHERE</a:t>
              </a:r>
              <a:r>
                <a:rPr lang="en-US" altLang="en-US" sz="1350">
                  <a:solidFill>
                    <a:srgbClr val="000000"/>
                  </a:solidFill>
                  <a:latin typeface="Courier New" panose="02070309020205020404" pitchFamily="49" charset="0"/>
                </a:rPr>
                <a:t> SALARY &gt; 10000;</a:t>
              </a:r>
              <a:endParaRPr lang="en-US" altLang="en-US" sz="1350" i="1">
                <a:solidFill>
                  <a:srgbClr val="000000"/>
                </a:solidFill>
                <a:latin typeface="Courier New" panose="02070309020205020404" pitchFamily="49" charset="0"/>
              </a:endParaRPr>
            </a:p>
          </p:txBody>
        </p:sp>
        <p:sp>
          <p:nvSpPr>
            <p:cNvPr id="6" name="TextBox 5"/>
            <p:cNvSpPr txBox="1"/>
            <p:nvPr/>
          </p:nvSpPr>
          <p:spPr>
            <a:xfrm>
              <a:off x="559383" y="2519467"/>
              <a:ext cx="670709" cy="261610"/>
            </a:xfrm>
            <a:prstGeom prst="rect">
              <a:avLst/>
            </a:prstGeom>
            <a:noFill/>
          </p:spPr>
          <p:txBody>
            <a:bodyPr wrap="square" rtlCol="0">
              <a:spAutoFit/>
            </a:bodyPr>
            <a:lstStyle/>
            <a:p>
              <a:r>
                <a:rPr lang="en-US" sz="1100">
                  <a:latin typeface="Barlow Light" panose="00000400000000000000" pitchFamily="2" charset="0"/>
                </a:rPr>
                <a:t>Clause</a:t>
              </a:r>
              <a:endParaRPr lang="en-ID" sz="1100">
                <a:latin typeface="Barlow Light" panose="00000400000000000000" pitchFamily="2" charset="0"/>
              </a:endParaRPr>
            </a:p>
          </p:txBody>
        </p:sp>
        <p:cxnSp>
          <p:nvCxnSpPr>
            <p:cNvPr id="4" name="Straight Connector 3"/>
            <p:cNvCxnSpPr/>
            <p:nvPr/>
          </p:nvCxnSpPr>
          <p:spPr>
            <a:xfrm flipH="1">
              <a:off x="1167161" y="2401229"/>
              <a:ext cx="796570" cy="1486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a:stCxn id="312324" idx="1"/>
            </p:cNvCxnSpPr>
            <p:nvPr/>
          </p:nvCxnSpPr>
          <p:spPr>
            <a:xfrm flipH="1" flipV="1">
              <a:off x="1167161" y="2639122"/>
              <a:ext cx="796570" cy="81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flipV="1">
              <a:off x="2676293" y="3263590"/>
              <a:ext cx="1397619" cy="117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8318810" y="3065708"/>
              <a:ext cx="7434" cy="5547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7902089" y="3640904"/>
              <a:ext cx="848310" cy="261610"/>
            </a:xfrm>
            <a:prstGeom prst="rect">
              <a:avLst/>
            </a:prstGeom>
            <a:noFill/>
          </p:spPr>
          <p:txBody>
            <a:bodyPr wrap="square" rtlCol="0">
              <a:spAutoFit/>
            </a:bodyPr>
            <a:lstStyle/>
            <a:p>
              <a:r>
                <a:rPr lang="en-US" sz="1100">
                  <a:latin typeface="Barlow Light" panose="00000400000000000000" pitchFamily="2" charset="0"/>
                </a:rPr>
                <a:t>Statement</a:t>
              </a:r>
              <a:endParaRPr lang="en-ID" sz="1100">
                <a:latin typeface="Barlow Light" panose="00000400000000000000" pitchFamily="2" charset="0"/>
              </a:endParaRPr>
            </a:p>
          </p:txBody>
        </p:sp>
        <p:cxnSp>
          <p:nvCxnSpPr>
            <p:cNvPr id="19" name="Straight Connector 18"/>
            <p:cNvCxnSpPr/>
            <p:nvPr/>
          </p:nvCxnSpPr>
          <p:spPr>
            <a:xfrm flipV="1">
              <a:off x="2676293" y="2950885"/>
              <a:ext cx="0" cy="31195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4073912" y="2950885"/>
              <a:ext cx="0" cy="33385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3375102" y="3262434"/>
              <a:ext cx="0" cy="33385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2769014" y="3596285"/>
              <a:ext cx="1212175" cy="261610"/>
            </a:xfrm>
            <a:prstGeom prst="rect">
              <a:avLst/>
            </a:prstGeom>
            <a:noFill/>
          </p:spPr>
          <p:txBody>
            <a:bodyPr wrap="square" rtlCol="0">
              <a:spAutoFit/>
            </a:bodyPr>
            <a:lstStyle/>
            <a:p>
              <a:r>
                <a:rPr lang="en-US" sz="1100">
                  <a:latin typeface="Barlow Light" panose="00000400000000000000" pitchFamily="2" charset="0"/>
                </a:rPr>
                <a:t>Search Condition</a:t>
              </a:r>
              <a:endParaRPr lang="en-ID" sz="1100">
                <a:latin typeface="Barlow Light" panose="00000400000000000000" pitchFamily="2" charset="0"/>
              </a:endParaRPr>
            </a:p>
          </p:txBody>
        </p:sp>
        <p:cxnSp>
          <p:nvCxnSpPr>
            <p:cNvPr id="26" name="Straight Connector 25"/>
            <p:cNvCxnSpPr/>
            <p:nvPr/>
          </p:nvCxnSpPr>
          <p:spPr>
            <a:xfrm flipH="1" flipV="1">
              <a:off x="1167161" y="2763913"/>
              <a:ext cx="796570" cy="10107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58981882"/>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5" name="Rectangle 5">
            <a:extLst>
              <a:ext uri="{FF2B5EF4-FFF2-40B4-BE49-F238E27FC236}">
                <a16:creationId xmlns:a16="http://schemas.microsoft.com/office/drawing/2014/main" id="{40E1B55C-53FF-403A-BC17-9A1A10DD5613}"/>
              </a:ext>
            </a:extLst>
          </p:cNvPr>
          <p:cNvSpPr>
            <a:spLocks noGrp="1" noChangeArrowheads="1"/>
          </p:cNvSpPr>
          <p:nvPr>
            <p:ph type="title"/>
          </p:nvPr>
        </p:nvSpPr>
        <p:spPr>
          <a:xfrm>
            <a:off x="457200" y="605600"/>
            <a:ext cx="7980556" cy="1082700"/>
          </a:xfrm>
        </p:spPr>
        <p:txBody>
          <a:bodyPr>
            <a:normAutofit/>
          </a:bodyPr>
          <a:lstStyle/>
          <a:p>
            <a:r>
              <a:rPr lang="en-US" altLang="en-US" sz="2600" dirty="0" err="1"/>
              <a:t>Anatomi</a:t>
            </a:r>
            <a:r>
              <a:rPr lang="en-US" altLang="en-US" sz="2600" dirty="0"/>
              <a:t> </a:t>
            </a:r>
            <a:r>
              <a:rPr lang="en-US" altLang="en-US" sz="2600" dirty="0">
                <a:latin typeface="Courier New" panose="02070309020205020404" pitchFamily="49" charset="0"/>
              </a:rPr>
              <a:t>SELECT</a:t>
            </a:r>
            <a:r>
              <a:rPr lang="en-US" altLang="en-US" sz="2600" dirty="0"/>
              <a:t> Statement – </a:t>
            </a:r>
            <a:r>
              <a:rPr lang="en-US" altLang="en-US" sz="2600" dirty="0" err="1"/>
              <a:t>Fungsi</a:t>
            </a:r>
            <a:r>
              <a:rPr lang="en-US" altLang="en-US" sz="2600" dirty="0"/>
              <a:t>/</a:t>
            </a:r>
            <a:r>
              <a:rPr lang="en-US" altLang="en-US" sz="2600" dirty="0" err="1"/>
              <a:t>Kegunaan</a:t>
            </a:r>
            <a:endParaRPr lang="en-US" altLang="en-US" sz="2600" dirty="0"/>
          </a:p>
        </p:txBody>
      </p:sp>
      <p:grpSp>
        <p:nvGrpSpPr>
          <p:cNvPr id="3" name="Group 2">
            <a:extLst>
              <a:ext uri="{FF2B5EF4-FFF2-40B4-BE49-F238E27FC236}">
                <a16:creationId xmlns:a16="http://schemas.microsoft.com/office/drawing/2014/main" id="{98A5B198-678C-4C79-9DB9-58650526D799}"/>
              </a:ext>
            </a:extLst>
          </p:cNvPr>
          <p:cNvGrpSpPr/>
          <p:nvPr/>
        </p:nvGrpSpPr>
        <p:grpSpPr>
          <a:xfrm>
            <a:off x="437408" y="1179811"/>
            <a:ext cx="8000348" cy="2783878"/>
            <a:chOff x="566113" y="1412571"/>
            <a:chExt cx="8000348" cy="2783878"/>
          </a:xfrm>
        </p:grpSpPr>
        <p:sp>
          <p:nvSpPr>
            <p:cNvPr id="312324" name="Rectangle 4">
              <a:extLst>
                <a:ext uri="{FF2B5EF4-FFF2-40B4-BE49-F238E27FC236}">
                  <a16:creationId xmlns:a16="http://schemas.microsoft.com/office/drawing/2014/main" id="{7720BA4F-65A8-4406-9BA8-7BBBC87A14BF}"/>
                </a:ext>
              </a:extLst>
            </p:cNvPr>
            <p:cNvSpPr>
              <a:spLocks noChangeArrowheads="1"/>
            </p:cNvSpPr>
            <p:nvPr/>
          </p:nvSpPr>
          <p:spPr bwMode="blackGray">
            <a:xfrm>
              <a:off x="1963731" y="2228902"/>
              <a:ext cx="6602730" cy="836806"/>
            </a:xfrm>
            <a:prstGeom prst="rect">
              <a:avLst/>
            </a:prstGeom>
            <a:solidFill>
              <a:schemeClr val="accent1">
                <a:lumMod val="20000"/>
                <a:lumOff val="80000"/>
              </a:schemeClr>
            </a:solidFill>
            <a:ln w="28575">
              <a:solidFill>
                <a:schemeClr val="accent1"/>
              </a:solidFill>
              <a:miter lim="800000"/>
              <a:headEnd/>
              <a:tailEnd/>
            </a:ln>
            <a:effectLst/>
          </p:spPr>
          <p:txBody>
            <a:bodyPr wrap="none" lIns="69056" tIns="34529" rIns="69056" bIns="34529"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eaLnBrk="0" hangingPunct="0">
                <a:buClrTx/>
                <a:buFontTx/>
                <a:buNone/>
              </a:pPr>
              <a:r>
                <a:rPr lang="en-US" altLang="en-US" sz="1350" b="1" dirty="0">
                  <a:solidFill>
                    <a:srgbClr val="000000"/>
                  </a:solidFill>
                  <a:latin typeface="Courier New" panose="02070309020205020404" pitchFamily="49" charset="0"/>
                </a:rPr>
                <a:t>SELECT</a:t>
              </a:r>
              <a:r>
                <a:rPr lang="en-US" altLang="en-US" sz="1350" dirty="0">
                  <a:solidFill>
                    <a:srgbClr val="000000"/>
                  </a:solidFill>
                  <a:latin typeface="Courier New" panose="02070309020205020404" pitchFamily="49" charset="0"/>
                </a:rPr>
                <a:t> EMPLOYEE_ID, FIRST_NAME, HIRE_DATE, JOB_ID, SALARY</a:t>
              </a:r>
            </a:p>
            <a:p>
              <a:pPr eaLnBrk="0" hangingPunct="0">
                <a:buClrTx/>
                <a:buFontTx/>
                <a:buNone/>
              </a:pPr>
              <a:r>
                <a:rPr lang="en-US" altLang="en-US" sz="1350" b="1" dirty="0">
                  <a:solidFill>
                    <a:srgbClr val="000000"/>
                  </a:solidFill>
                  <a:latin typeface="Courier New" panose="02070309020205020404" pitchFamily="49" charset="0"/>
                </a:rPr>
                <a:t>FROM</a:t>
              </a:r>
              <a:r>
                <a:rPr lang="en-US" altLang="en-US" sz="1350" dirty="0">
                  <a:solidFill>
                    <a:srgbClr val="000000"/>
                  </a:solidFill>
                  <a:latin typeface="Courier New" panose="02070309020205020404" pitchFamily="49" charset="0"/>
                </a:rPr>
                <a:t> HR.EMPLOYEES</a:t>
              </a:r>
            </a:p>
            <a:p>
              <a:pPr eaLnBrk="0" hangingPunct="0">
                <a:buClrTx/>
                <a:buFontTx/>
                <a:buNone/>
              </a:pPr>
              <a:r>
                <a:rPr lang="en-US" altLang="en-US" sz="1350" b="1" dirty="0">
                  <a:solidFill>
                    <a:srgbClr val="000000"/>
                  </a:solidFill>
                  <a:latin typeface="Courier New" panose="02070309020205020404" pitchFamily="49" charset="0"/>
                </a:rPr>
                <a:t>WHERE</a:t>
              </a:r>
              <a:r>
                <a:rPr lang="en-US" altLang="en-US" sz="1350" dirty="0">
                  <a:solidFill>
                    <a:srgbClr val="000000"/>
                  </a:solidFill>
                  <a:latin typeface="Courier New" panose="02070309020205020404" pitchFamily="49" charset="0"/>
                </a:rPr>
                <a:t> SALARY &gt; 10000;</a:t>
              </a:r>
              <a:endParaRPr lang="en-US" altLang="en-US" sz="1350" i="1" dirty="0">
                <a:solidFill>
                  <a:srgbClr val="000000"/>
                </a:solidFill>
                <a:latin typeface="Courier New" panose="02070309020205020404" pitchFamily="49" charset="0"/>
              </a:endParaRPr>
            </a:p>
          </p:txBody>
        </p:sp>
        <p:sp>
          <p:nvSpPr>
            <p:cNvPr id="6" name="TextBox 5"/>
            <p:cNvSpPr txBox="1"/>
            <p:nvPr/>
          </p:nvSpPr>
          <p:spPr>
            <a:xfrm>
              <a:off x="566113" y="2350721"/>
              <a:ext cx="825190" cy="600164"/>
            </a:xfrm>
            <a:prstGeom prst="rect">
              <a:avLst/>
            </a:prstGeom>
            <a:noFill/>
          </p:spPr>
          <p:txBody>
            <a:bodyPr wrap="square" rtlCol="0">
              <a:spAutoFit/>
            </a:bodyPr>
            <a:lstStyle/>
            <a:p>
              <a:r>
                <a:rPr lang="en-US" sz="1100">
                  <a:latin typeface="Barlow Light" panose="00000400000000000000" pitchFamily="2" charset="0"/>
                </a:rPr>
                <a:t>Tabel yang digunakan</a:t>
              </a:r>
              <a:endParaRPr lang="en-ID" sz="1100">
                <a:latin typeface="Barlow Light" panose="00000400000000000000" pitchFamily="2" charset="0"/>
              </a:endParaRPr>
            </a:p>
          </p:txBody>
        </p:sp>
        <p:cxnSp>
          <p:nvCxnSpPr>
            <p:cNvPr id="7" name="Straight Connector 6"/>
            <p:cNvCxnSpPr>
              <a:stCxn id="312324" idx="1"/>
            </p:cNvCxnSpPr>
            <p:nvPr/>
          </p:nvCxnSpPr>
          <p:spPr>
            <a:xfrm flipH="1" flipV="1">
              <a:off x="1167161" y="2639122"/>
              <a:ext cx="796570" cy="81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flipV="1">
              <a:off x="2676293" y="3263590"/>
              <a:ext cx="1397619" cy="117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2676293" y="2950885"/>
              <a:ext cx="0" cy="31195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4073912" y="2950885"/>
              <a:ext cx="0" cy="33385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3375102" y="3262434"/>
              <a:ext cx="0" cy="33385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2769013" y="3596285"/>
              <a:ext cx="2174693" cy="600164"/>
            </a:xfrm>
            <a:prstGeom prst="rect">
              <a:avLst/>
            </a:prstGeom>
            <a:noFill/>
          </p:spPr>
          <p:txBody>
            <a:bodyPr wrap="square" rtlCol="0">
              <a:spAutoFit/>
            </a:bodyPr>
            <a:lstStyle/>
            <a:p>
              <a:r>
                <a:rPr lang="en-US" sz="1100" dirty="0">
                  <a:latin typeface="Barlow Light" panose="00000400000000000000" pitchFamily="2" charset="0"/>
                </a:rPr>
                <a:t>Row yang </a:t>
              </a:r>
              <a:r>
                <a:rPr lang="en-US" sz="1100" dirty="0" err="1">
                  <a:latin typeface="Barlow Light" panose="00000400000000000000" pitchFamily="2" charset="0"/>
                </a:rPr>
                <a:t>akan</a:t>
              </a:r>
              <a:r>
                <a:rPr lang="en-US" sz="1100" dirty="0">
                  <a:latin typeface="Barlow Light" panose="00000400000000000000" pitchFamily="2" charset="0"/>
                </a:rPr>
                <a:t> </a:t>
              </a:r>
              <a:r>
                <a:rPr lang="en-US" sz="1100" dirty="0" err="1">
                  <a:latin typeface="Barlow Light" panose="00000400000000000000" pitchFamily="2" charset="0"/>
                </a:rPr>
                <a:t>diambil</a:t>
              </a:r>
              <a:r>
                <a:rPr lang="en-US" sz="1100" dirty="0">
                  <a:latin typeface="Barlow Light" panose="00000400000000000000" pitchFamily="2" charset="0"/>
                </a:rPr>
                <a:t> </a:t>
              </a:r>
              <a:r>
                <a:rPr lang="en-US" sz="1100" dirty="0" err="1">
                  <a:latin typeface="Barlow Light" panose="00000400000000000000" pitchFamily="2" charset="0"/>
                </a:rPr>
                <a:t>adalah</a:t>
              </a:r>
              <a:r>
                <a:rPr lang="en-US" sz="1100" dirty="0">
                  <a:latin typeface="Barlow Light" panose="00000400000000000000" pitchFamily="2" charset="0"/>
                </a:rPr>
                <a:t> row </a:t>
              </a:r>
              <a:r>
                <a:rPr lang="en-US" sz="1100" dirty="0" err="1">
                  <a:latin typeface="Barlow Light" panose="00000400000000000000" pitchFamily="2" charset="0"/>
                </a:rPr>
                <a:t>dengan</a:t>
              </a:r>
              <a:r>
                <a:rPr lang="en-US" sz="1100" dirty="0">
                  <a:latin typeface="Barlow Light" panose="00000400000000000000" pitchFamily="2" charset="0"/>
                </a:rPr>
                <a:t> </a:t>
              </a:r>
              <a:r>
                <a:rPr lang="en-US" sz="1100" dirty="0" err="1">
                  <a:latin typeface="Barlow Light" panose="00000400000000000000" pitchFamily="2" charset="0"/>
                </a:rPr>
                <a:t>gaji</a:t>
              </a:r>
              <a:r>
                <a:rPr lang="en-US" sz="1100" dirty="0">
                  <a:latin typeface="Barlow Light" panose="00000400000000000000" pitchFamily="2" charset="0"/>
                </a:rPr>
                <a:t> di </a:t>
              </a:r>
              <a:r>
                <a:rPr lang="en-US" sz="1100" dirty="0" err="1">
                  <a:latin typeface="Barlow Light" panose="00000400000000000000" pitchFamily="2" charset="0"/>
                </a:rPr>
                <a:t>atas</a:t>
              </a:r>
              <a:r>
                <a:rPr lang="en-US" sz="1100" dirty="0">
                  <a:latin typeface="Barlow Light" panose="00000400000000000000" pitchFamily="2" charset="0"/>
                </a:rPr>
                <a:t> 10.000</a:t>
              </a:r>
            </a:p>
            <a:p>
              <a:r>
                <a:rPr lang="en-US" sz="1100" dirty="0">
                  <a:latin typeface="Barlow Light" panose="00000400000000000000" pitchFamily="2" charset="0"/>
                </a:rPr>
                <a:t>(</a:t>
              </a:r>
              <a:r>
                <a:rPr lang="en-US" sz="1100" dirty="0" err="1">
                  <a:latin typeface="Barlow Light" panose="00000400000000000000" pitchFamily="2" charset="0"/>
                </a:rPr>
                <a:t>kriteria</a:t>
              </a:r>
              <a:r>
                <a:rPr lang="en-US" sz="1100" dirty="0">
                  <a:latin typeface="Barlow Light" panose="00000400000000000000" pitchFamily="2" charset="0"/>
                </a:rPr>
                <a:t> </a:t>
              </a:r>
              <a:r>
                <a:rPr lang="en-US" sz="1100" dirty="0" err="1">
                  <a:latin typeface="Barlow Light" panose="00000400000000000000" pitchFamily="2" charset="0"/>
                </a:rPr>
                <a:t>pemeriksaan</a:t>
              </a:r>
              <a:r>
                <a:rPr lang="en-US" sz="1100" dirty="0">
                  <a:latin typeface="Barlow Light" panose="00000400000000000000" pitchFamily="2" charset="0"/>
                </a:rPr>
                <a:t>)</a:t>
              </a:r>
              <a:endParaRPr lang="en-ID" sz="1100" dirty="0">
                <a:latin typeface="Barlow Light" panose="00000400000000000000" pitchFamily="2" charset="0"/>
              </a:endParaRPr>
            </a:p>
          </p:txBody>
        </p:sp>
        <p:cxnSp>
          <p:nvCxnSpPr>
            <p:cNvPr id="15" name="Straight Connector 14"/>
            <p:cNvCxnSpPr/>
            <p:nvPr/>
          </p:nvCxnSpPr>
          <p:spPr>
            <a:xfrm flipH="1" flipV="1">
              <a:off x="2769014" y="1995533"/>
              <a:ext cx="5133075" cy="1434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2769013" y="1987794"/>
              <a:ext cx="0" cy="31195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V="1">
              <a:off x="7894448" y="2002661"/>
              <a:ext cx="0" cy="311957"/>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5335551" y="1668810"/>
              <a:ext cx="0" cy="33385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4203599" y="1412571"/>
              <a:ext cx="2546606" cy="261610"/>
            </a:xfrm>
            <a:prstGeom prst="rect">
              <a:avLst/>
            </a:prstGeom>
            <a:noFill/>
          </p:spPr>
          <p:txBody>
            <a:bodyPr wrap="square" rtlCol="0">
              <a:spAutoFit/>
            </a:bodyPr>
            <a:lstStyle/>
            <a:p>
              <a:r>
                <a:rPr lang="en-US" sz="1100">
                  <a:latin typeface="Barlow Light" panose="00000400000000000000" pitchFamily="2" charset="0"/>
                </a:rPr>
                <a:t>Kolom/field yang akan ditampilkan</a:t>
              </a:r>
              <a:endParaRPr lang="en-ID" sz="1100">
                <a:latin typeface="Barlow Light" panose="00000400000000000000" pitchFamily="2" charset="0"/>
              </a:endParaRPr>
            </a:p>
          </p:txBody>
        </p:sp>
      </p:grpSp>
      <p:pic>
        <p:nvPicPr>
          <p:cNvPr id="5" name="Picture 4"/>
          <p:cNvPicPr>
            <a:picLocks noChangeAspect="1"/>
          </p:cNvPicPr>
          <p:nvPr/>
        </p:nvPicPr>
        <p:blipFill>
          <a:blip r:embed="rId3"/>
          <a:stretch>
            <a:fillRect/>
          </a:stretch>
        </p:blipFill>
        <p:spPr>
          <a:xfrm>
            <a:off x="5676183" y="2897743"/>
            <a:ext cx="3367662" cy="2198722"/>
          </a:xfrm>
          <a:prstGeom prst="rect">
            <a:avLst/>
          </a:prstGeom>
          <a:ln w="9525"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22757988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8" name="Rectangle 4">
            <a:extLst>
              <a:ext uri="{FF2B5EF4-FFF2-40B4-BE49-F238E27FC236}">
                <a16:creationId xmlns:a16="http://schemas.microsoft.com/office/drawing/2014/main" id="{6F61C679-87CE-4A93-A96B-1A9D9A08E518}"/>
              </a:ext>
            </a:extLst>
          </p:cNvPr>
          <p:cNvSpPr>
            <a:spLocks noGrp="1" noChangeArrowheads="1"/>
          </p:cNvSpPr>
          <p:nvPr>
            <p:ph type="title"/>
          </p:nvPr>
        </p:nvSpPr>
        <p:spPr/>
        <p:txBody>
          <a:bodyPr/>
          <a:lstStyle/>
          <a:p>
            <a:r>
              <a:rPr lang="en-US" altLang="en-US" dirty="0"/>
              <a:t>Writing SQL Statements</a:t>
            </a:r>
          </a:p>
        </p:txBody>
      </p:sp>
      <p:sp>
        <p:nvSpPr>
          <p:cNvPr id="318469" name="Rectangle 5">
            <a:extLst>
              <a:ext uri="{FF2B5EF4-FFF2-40B4-BE49-F238E27FC236}">
                <a16:creationId xmlns:a16="http://schemas.microsoft.com/office/drawing/2014/main" id="{5D672768-D230-4DAA-9AC5-808357EB50B6}"/>
              </a:ext>
            </a:extLst>
          </p:cNvPr>
          <p:cNvSpPr>
            <a:spLocks noGrp="1" noChangeArrowheads="1"/>
          </p:cNvSpPr>
          <p:nvPr>
            <p:ph idx="1"/>
          </p:nvPr>
        </p:nvSpPr>
        <p:spPr>
          <a:xfrm>
            <a:off x="-1" y="1146950"/>
            <a:ext cx="8824823" cy="3830492"/>
          </a:xfrm>
        </p:spPr>
        <p:txBody>
          <a:bodyPr/>
          <a:lstStyle/>
          <a:p>
            <a:pPr lvl="1"/>
            <a:r>
              <a:rPr lang="en-US" altLang="en-US" sz="2300" dirty="0"/>
              <a:t>SQL statements are not case-sensitive.</a:t>
            </a:r>
          </a:p>
          <a:p>
            <a:pPr lvl="1"/>
            <a:r>
              <a:rPr lang="en-US" altLang="en-US" sz="2300" dirty="0"/>
              <a:t>SQL statements can be entered on one or more lines.</a:t>
            </a:r>
          </a:p>
          <a:p>
            <a:pPr lvl="1"/>
            <a:r>
              <a:rPr lang="en-US" altLang="en-US" sz="2300" dirty="0"/>
              <a:t>Keywords cannot be abbreviated or split across lines.</a:t>
            </a:r>
          </a:p>
          <a:p>
            <a:pPr lvl="1"/>
            <a:r>
              <a:rPr lang="en-US" altLang="en-US" sz="2300" dirty="0"/>
              <a:t>Clauses are usually placed on separate lines.</a:t>
            </a:r>
          </a:p>
          <a:p>
            <a:pPr lvl="1"/>
            <a:r>
              <a:rPr lang="en-US" altLang="en-US" sz="2300" dirty="0"/>
              <a:t>Indents are used to enhance readability.</a:t>
            </a:r>
          </a:p>
          <a:p>
            <a:pPr lvl="1"/>
            <a:r>
              <a:rPr lang="en-US" altLang="en-US" sz="2300" dirty="0"/>
              <a:t>In SQL Developer, SQL statements can optionally be terminated by a semicolon (;). Semicolons are required when you execute multiple SQL statements.</a:t>
            </a:r>
          </a:p>
        </p:txBody>
      </p:sp>
    </p:spTree>
    <p:extLst>
      <p:ext uri="{BB962C8B-B14F-4D97-AF65-F5344CB8AC3E}">
        <p14:creationId xmlns:p14="http://schemas.microsoft.com/office/powerpoint/2010/main" val="2998981310"/>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8" name="Rectangle 4">
            <a:extLst>
              <a:ext uri="{FF2B5EF4-FFF2-40B4-BE49-F238E27FC236}">
                <a16:creationId xmlns:a16="http://schemas.microsoft.com/office/drawing/2014/main" id="{6F61C679-87CE-4A93-A96B-1A9D9A08E518}"/>
              </a:ext>
            </a:extLst>
          </p:cNvPr>
          <p:cNvSpPr>
            <a:spLocks noGrp="1" noChangeArrowheads="1"/>
          </p:cNvSpPr>
          <p:nvPr>
            <p:ph type="title"/>
          </p:nvPr>
        </p:nvSpPr>
        <p:spPr>
          <a:xfrm>
            <a:off x="448275" y="338936"/>
            <a:ext cx="5640900" cy="1082700"/>
          </a:xfrm>
        </p:spPr>
        <p:txBody>
          <a:bodyPr/>
          <a:lstStyle/>
          <a:p>
            <a:r>
              <a:rPr lang="en-US" altLang="en-US" dirty="0"/>
              <a:t>SQL Query Order of  Execution</a:t>
            </a:r>
          </a:p>
        </p:txBody>
      </p:sp>
      <p:sp>
        <p:nvSpPr>
          <p:cNvPr id="11" name="Bent-Up Arrow 10"/>
          <p:cNvSpPr/>
          <p:nvPr/>
        </p:nvSpPr>
        <p:spPr>
          <a:xfrm rot="5400000">
            <a:off x="1169670" y="1488040"/>
            <a:ext cx="306470" cy="664610"/>
          </a:xfrm>
          <a:prstGeom prst="bentUp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 name="Rounded Rectangle 3"/>
          <p:cNvSpPr/>
          <p:nvPr/>
        </p:nvSpPr>
        <p:spPr>
          <a:xfrm>
            <a:off x="518160" y="1299680"/>
            <a:ext cx="1463040" cy="3886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Barlow Light" panose="00000400000000000000" pitchFamily="2" charset="0"/>
              </a:rPr>
              <a:t>JOIN + FROM</a:t>
            </a:r>
            <a:endParaRPr lang="en-ID">
              <a:latin typeface="Barlow Light" panose="00000400000000000000" pitchFamily="2" charset="0"/>
            </a:endParaRPr>
          </a:p>
        </p:txBody>
      </p:sp>
      <p:sp>
        <p:nvSpPr>
          <p:cNvPr id="14" name="Bent-Up Arrow 13"/>
          <p:cNvSpPr/>
          <p:nvPr/>
        </p:nvSpPr>
        <p:spPr>
          <a:xfrm rot="5400000">
            <a:off x="2310745" y="1967631"/>
            <a:ext cx="306470" cy="664610"/>
          </a:xfrm>
          <a:prstGeom prst="bentUp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5" name="Rounded Rectangle 14"/>
          <p:cNvSpPr/>
          <p:nvPr/>
        </p:nvSpPr>
        <p:spPr>
          <a:xfrm>
            <a:off x="1659235" y="1779271"/>
            <a:ext cx="1463040" cy="3886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Barlow Light" panose="00000400000000000000" pitchFamily="2" charset="0"/>
              </a:rPr>
              <a:t>WHERE</a:t>
            </a:r>
            <a:endParaRPr lang="en-ID">
              <a:latin typeface="Barlow Light" panose="00000400000000000000" pitchFamily="2" charset="0"/>
            </a:endParaRPr>
          </a:p>
        </p:txBody>
      </p:sp>
      <p:sp>
        <p:nvSpPr>
          <p:cNvPr id="16" name="Bent-Up Arrow 15"/>
          <p:cNvSpPr/>
          <p:nvPr/>
        </p:nvSpPr>
        <p:spPr>
          <a:xfrm rot="5400000">
            <a:off x="3447795" y="2443413"/>
            <a:ext cx="306470" cy="664610"/>
          </a:xfrm>
          <a:prstGeom prst="bentUp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7" name="Rounded Rectangle 16"/>
          <p:cNvSpPr/>
          <p:nvPr/>
        </p:nvSpPr>
        <p:spPr>
          <a:xfrm>
            <a:off x="2796285" y="2255053"/>
            <a:ext cx="1463040" cy="3886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Barlow Light" panose="00000400000000000000" pitchFamily="2" charset="0"/>
              </a:rPr>
              <a:t>GROUP BY</a:t>
            </a:r>
            <a:endParaRPr lang="en-ID">
              <a:latin typeface="Barlow Light" panose="00000400000000000000" pitchFamily="2" charset="0"/>
            </a:endParaRPr>
          </a:p>
        </p:txBody>
      </p:sp>
      <p:sp>
        <p:nvSpPr>
          <p:cNvPr id="18" name="Bent-Up Arrow 17"/>
          <p:cNvSpPr/>
          <p:nvPr/>
        </p:nvSpPr>
        <p:spPr>
          <a:xfrm rot="5400000">
            <a:off x="4584845" y="2930626"/>
            <a:ext cx="306470" cy="664610"/>
          </a:xfrm>
          <a:prstGeom prst="bentUp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9" name="Rounded Rectangle 18"/>
          <p:cNvSpPr/>
          <p:nvPr/>
        </p:nvSpPr>
        <p:spPr>
          <a:xfrm>
            <a:off x="3933335" y="2742266"/>
            <a:ext cx="1463040" cy="3886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Barlow Light" panose="00000400000000000000" pitchFamily="2" charset="0"/>
              </a:rPr>
              <a:t>HAVING</a:t>
            </a:r>
            <a:endParaRPr lang="en-ID">
              <a:latin typeface="Barlow Light" panose="00000400000000000000" pitchFamily="2" charset="0"/>
            </a:endParaRPr>
          </a:p>
        </p:txBody>
      </p:sp>
      <p:sp>
        <p:nvSpPr>
          <p:cNvPr id="20" name="Bent-Up Arrow 19"/>
          <p:cNvSpPr/>
          <p:nvPr/>
        </p:nvSpPr>
        <p:spPr>
          <a:xfrm rot="5400000">
            <a:off x="5721895" y="3417839"/>
            <a:ext cx="306470" cy="664610"/>
          </a:xfrm>
          <a:prstGeom prst="bentUp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1" name="Rounded Rectangle 20"/>
          <p:cNvSpPr/>
          <p:nvPr/>
        </p:nvSpPr>
        <p:spPr>
          <a:xfrm>
            <a:off x="5070385" y="3229479"/>
            <a:ext cx="1463040" cy="3886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rlow Light" panose="00000400000000000000" pitchFamily="2" charset="0"/>
              </a:rPr>
              <a:t>SELECT</a:t>
            </a:r>
            <a:endParaRPr lang="en-ID" dirty="0">
              <a:latin typeface="Barlow Light" panose="00000400000000000000" pitchFamily="2" charset="0"/>
            </a:endParaRPr>
          </a:p>
        </p:txBody>
      </p:sp>
      <p:sp>
        <p:nvSpPr>
          <p:cNvPr id="22" name="Bent-Up Arrow 21"/>
          <p:cNvSpPr/>
          <p:nvPr/>
        </p:nvSpPr>
        <p:spPr>
          <a:xfrm rot="5400000">
            <a:off x="6858945" y="3930520"/>
            <a:ext cx="306470" cy="664610"/>
          </a:xfrm>
          <a:prstGeom prst="bentUp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ounded Rectangle 22"/>
          <p:cNvSpPr/>
          <p:nvPr/>
        </p:nvSpPr>
        <p:spPr>
          <a:xfrm>
            <a:off x="6207435" y="3742160"/>
            <a:ext cx="1463040" cy="3886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rlow Light" panose="00000400000000000000" pitchFamily="2" charset="0"/>
              </a:rPr>
              <a:t>ORDER BY</a:t>
            </a:r>
            <a:endParaRPr lang="en-ID" dirty="0">
              <a:latin typeface="Barlow Light" panose="00000400000000000000" pitchFamily="2" charset="0"/>
            </a:endParaRPr>
          </a:p>
        </p:txBody>
      </p:sp>
      <p:sp>
        <p:nvSpPr>
          <p:cNvPr id="25" name="Rounded Rectangle 24"/>
          <p:cNvSpPr/>
          <p:nvPr/>
        </p:nvSpPr>
        <p:spPr>
          <a:xfrm>
            <a:off x="7344485" y="4221750"/>
            <a:ext cx="1463040" cy="3886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dirty="0">
                <a:latin typeface="Barlow Light" panose="00000400000000000000" pitchFamily="2" charset="0"/>
              </a:rPr>
              <a:t>TOP</a:t>
            </a:r>
            <a:endParaRPr lang="en-ID" dirty="0">
              <a:latin typeface="Barlow Light" panose="00000400000000000000" pitchFamily="2" charset="0"/>
            </a:endParaRPr>
          </a:p>
        </p:txBody>
      </p:sp>
      <p:sp>
        <p:nvSpPr>
          <p:cNvPr id="26" name="TextBox 25"/>
          <p:cNvSpPr txBox="1"/>
          <p:nvPr/>
        </p:nvSpPr>
        <p:spPr>
          <a:xfrm>
            <a:off x="2691165" y="1337560"/>
            <a:ext cx="2695695" cy="261610"/>
          </a:xfrm>
          <a:prstGeom prst="rect">
            <a:avLst/>
          </a:prstGeom>
          <a:noFill/>
        </p:spPr>
        <p:txBody>
          <a:bodyPr wrap="square" rtlCol="0">
            <a:spAutoFit/>
          </a:bodyPr>
          <a:lstStyle/>
          <a:p>
            <a:r>
              <a:rPr lang="en-US" sz="1100" dirty="0">
                <a:latin typeface="Barlow Light" panose="00000400000000000000" pitchFamily="2" charset="0"/>
              </a:rPr>
              <a:t>Chose and join tables to get data</a:t>
            </a:r>
            <a:endParaRPr lang="en-ID" sz="1100" dirty="0">
              <a:latin typeface="Barlow Light" panose="00000400000000000000" pitchFamily="2" charset="0"/>
            </a:endParaRPr>
          </a:p>
        </p:txBody>
      </p:sp>
      <p:sp>
        <p:nvSpPr>
          <p:cNvPr id="27" name="TextBox 26"/>
          <p:cNvSpPr txBox="1"/>
          <p:nvPr/>
        </p:nvSpPr>
        <p:spPr>
          <a:xfrm>
            <a:off x="3819515" y="1817016"/>
            <a:ext cx="1369705" cy="261610"/>
          </a:xfrm>
          <a:prstGeom prst="rect">
            <a:avLst/>
          </a:prstGeom>
          <a:noFill/>
        </p:spPr>
        <p:txBody>
          <a:bodyPr wrap="square" rtlCol="0">
            <a:spAutoFit/>
          </a:bodyPr>
          <a:lstStyle/>
          <a:p>
            <a:r>
              <a:rPr lang="en-US" sz="1100" dirty="0">
                <a:latin typeface="Barlow Light" panose="00000400000000000000" pitchFamily="2" charset="0"/>
              </a:rPr>
              <a:t>Filter the data</a:t>
            </a:r>
            <a:endParaRPr lang="en-ID" sz="1100" dirty="0">
              <a:latin typeface="Barlow Light" panose="00000400000000000000" pitchFamily="2" charset="0"/>
            </a:endParaRPr>
          </a:p>
        </p:txBody>
      </p:sp>
      <p:sp>
        <p:nvSpPr>
          <p:cNvPr id="28" name="TextBox 27"/>
          <p:cNvSpPr txBox="1"/>
          <p:nvPr/>
        </p:nvSpPr>
        <p:spPr>
          <a:xfrm>
            <a:off x="4910110" y="2322366"/>
            <a:ext cx="1829850" cy="261610"/>
          </a:xfrm>
          <a:prstGeom prst="rect">
            <a:avLst/>
          </a:prstGeom>
          <a:noFill/>
        </p:spPr>
        <p:txBody>
          <a:bodyPr wrap="square" rtlCol="0">
            <a:spAutoFit/>
          </a:bodyPr>
          <a:lstStyle/>
          <a:p>
            <a:r>
              <a:rPr lang="en-US" sz="1100">
                <a:latin typeface="Barlow Light" panose="00000400000000000000" pitchFamily="2" charset="0"/>
              </a:rPr>
              <a:t>Aggregate the base data</a:t>
            </a:r>
            <a:endParaRPr lang="en-ID" sz="1100">
              <a:latin typeface="Barlow Light" panose="00000400000000000000" pitchFamily="2" charset="0"/>
            </a:endParaRPr>
          </a:p>
        </p:txBody>
      </p:sp>
      <p:sp>
        <p:nvSpPr>
          <p:cNvPr id="29" name="TextBox 28"/>
          <p:cNvSpPr txBox="1"/>
          <p:nvPr/>
        </p:nvSpPr>
        <p:spPr>
          <a:xfrm>
            <a:off x="6077640" y="2798148"/>
            <a:ext cx="2555820" cy="261610"/>
          </a:xfrm>
          <a:prstGeom prst="rect">
            <a:avLst/>
          </a:prstGeom>
          <a:noFill/>
        </p:spPr>
        <p:txBody>
          <a:bodyPr wrap="square" rtlCol="0">
            <a:spAutoFit/>
          </a:bodyPr>
          <a:lstStyle/>
          <a:p>
            <a:r>
              <a:rPr lang="en-US" sz="1100">
                <a:latin typeface="Barlow Light" panose="00000400000000000000" pitchFamily="2" charset="0"/>
              </a:rPr>
              <a:t>Filter the aggregated data</a:t>
            </a:r>
            <a:endParaRPr lang="en-ID" sz="1100">
              <a:latin typeface="Barlow Light" panose="00000400000000000000" pitchFamily="2" charset="0"/>
            </a:endParaRPr>
          </a:p>
        </p:txBody>
      </p:sp>
      <p:sp>
        <p:nvSpPr>
          <p:cNvPr id="30" name="TextBox 29"/>
          <p:cNvSpPr txBox="1"/>
          <p:nvPr/>
        </p:nvSpPr>
        <p:spPr>
          <a:xfrm>
            <a:off x="2926080" y="3596909"/>
            <a:ext cx="1325625" cy="261610"/>
          </a:xfrm>
          <a:prstGeom prst="rect">
            <a:avLst/>
          </a:prstGeom>
          <a:noFill/>
        </p:spPr>
        <p:txBody>
          <a:bodyPr wrap="square" rtlCol="0">
            <a:spAutoFit/>
          </a:bodyPr>
          <a:lstStyle/>
          <a:p>
            <a:r>
              <a:rPr lang="en-US" sz="1100">
                <a:latin typeface="Barlow Light" panose="00000400000000000000" pitchFamily="2" charset="0"/>
              </a:rPr>
              <a:t>Returns final data</a:t>
            </a:r>
            <a:endParaRPr lang="en-ID" sz="1100">
              <a:latin typeface="Barlow Light" panose="00000400000000000000" pitchFamily="2" charset="0"/>
            </a:endParaRPr>
          </a:p>
        </p:txBody>
      </p:sp>
      <p:cxnSp>
        <p:nvCxnSpPr>
          <p:cNvPr id="34" name="Straight Connector 33"/>
          <p:cNvCxnSpPr>
            <a:endCxn id="26" idx="1"/>
          </p:cNvCxnSpPr>
          <p:nvPr/>
        </p:nvCxnSpPr>
        <p:spPr>
          <a:xfrm>
            <a:off x="1981200" y="1464458"/>
            <a:ext cx="709965" cy="3907"/>
          </a:xfrm>
          <a:prstGeom prst="line">
            <a:avLst/>
          </a:prstGeom>
        </p:spPr>
        <p:style>
          <a:lnRef idx="2">
            <a:schemeClr val="dk1"/>
          </a:lnRef>
          <a:fillRef idx="0">
            <a:schemeClr val="dk1"/>
          </a:fillRef>
          <a:effectRef idx="1">
            <a:schemeClr val="dk1"/>
          </a:effectRef>
          <a:fontRef idx="minor">
            <a:schemeClr val="tx1"/>
          </a:fontRef>
        </p:style>
      </p:cxnSp>
      <p:cxnSp>
        <p:nvCxnSpPr>
          <p:cNvPr id="37" name="Straight Connector 36"/>
          <p:cNvCxnSpPr/>
          <p:nvPr/>
        </p:nvCxnSpPr>
        <p:spPr>
          <a:xfrm>
            <a:off x="3115913" y="1973581"/>
            <a:ext cx="709965" cy="3907"/>
          </a:xfrm>
          <a:prstGeom prst="line">
            <a:avLst/>
          </a:prstGeom>
        </p:spPr>
        <p:style>
          <a:lnRef idx="2">
            <a:schemeClr val="dk1"/>
          </a:lnRef>
          <a:fillRef idx="0">
            <a:schemeClr val="dk1"/>
          </a:fillRef>
          <a:effectRef idx="1">
            <a:schemeClr val="dk1"/>
          </a:effectRef>
          <a:fontRef idx="minor">
            <a:schemeClr val="tx1"/>
          </a:fontRef>
        </p:style>
      </p:cxnSp>
      <p:cxnSp>
        <p:nvCxnSpPr>
          <p:cNvPr id="38" name="Straight Connector 37"/>
          <p:cNvCxnSpPr/>
          <p:nvPr/>
        </p:nvCxnSpPr>
        <p:spPr>
          <a:xfrm>
            <a:off x="4251705" y="2446056"/>
            <a:ext cx="709965" cy="3907"/>
          </a:xfrm>
          <a:prstGeom prst="line">
            <a:avLst/>
          </a:prstGeom>
        </p:spPr>
        <p:style>
          <a:lnRef idx="2">
            <a:schemeClr val="dk1"/>
          </a:lnRef>
          <a:fillRef idx="0">
            <a:schemeClr val="dk1"/>
          </a:fillRef>
          <a:effectRef idx="1">
            <a:schemeClr val="dk1"/>
          </a:effectRef>
          <a:fontRef idx="minor">
            <a:schemeClr val="tx1"/>
          </a:fontRef>
        </p:style>
      </p:cxnSp>
      <p:cxnSp>
        <p:nvCxnSpPr>
          <p:cNvPr id="39" name="Straight Connector 38"/>
          <p:cNvCxnSpPr/>
          <p:nvPr/>
        </p:nvCxnSpPr>
        <p:spPr>
          <a:xfrm>
            <a:off x="5382805" y="2942245"/>
            <a:ext cx="709965" cy="3907"/>
          </a:xfrm>
          <a:prstGeom prst="line">
            <a:avLst/>
          </a:prstGeom>
        </p:spPr>
        <p:style>
          <a:lnRef idx="2">
            <a:schemeClr val="dk1"/>
          </a:lnRef>
          <a:fillRef idx="0">
            <a:schemeClr val="dk1"/>
          </a:fillRef>
          <a:effectRef idx="1">
            <a:schemeClr val="dk1"/>
          </a:effectRef>
          <a:fontRef idx="minor">
            <a:schemeClr val="tx1"/>
          </a:fontRef>
        </p:style>
      </p:cxnSp>
      <p:cxnSp>
        <p:nvCxnSpPr>
          <p:cNvPr id="40" name="Straight Connector 39"/>
          <p:cNvCxnSpPr/>
          <p:nvPr/>
        </p:nvCxnSpPr>
        <p:spPr>
          <a:xfrm flipV="1">
            <a:off x="4251705" y="3492804"/>
            <a:ext cx="818680" cy="228178"/>
          </a:xfrm>
          <a:prstGeom prst="line">
            <a:avLst/>
          </a:prstGeom>
        </p:spPr>
        <p:style>
          <a:lnRef idx="2">
            <a:schemeClr val="dk1"/>
          </a:lnRef>
          <a:fillRef idx="0">
            <a:schemeClr val="dk1"/>
          </a:fillRef>
          <a:effectRef idx="1">
            <a:schemeClr val="dk1"/>
          </a:effectRef>
          <a:fontRef idx="minor">
            <a:schemeClr val="tx1"/>
          </a:fontRef>
        </p:style>
      </p:cxnSp>
      <p:sp>
        <p:nvSpPr>
          <p:cNvPr id="42" name="TextBox 41"/>
          <p:cNvSpPr txBox="1"/>
          <p:nvPr/>
        </p:nvSpPr>
        <p:spPr>
          <a:xfrm>
            <a:off x="4000500" y="4160634"/>
            <a:ext cx="1388255" cy="261610"/>
          </a:xfrm>
          <a:prstGeom prst="rect">
            <a:avLst/>
          </a:prstGeom>
          <a:noFill/>
        </p:spPr>
        <p:txBody>
          <a:bodyPr wrap="square" rtlCol="0">
            <a:spAutoFit/>
          </a:bodyPr>
          <a:lstStyle/>
          <a:p>
            <a:r>
              <a:rPr lang="en-US" sz="1100">
                <a:latin typeface="Barlow Light" panose="00000400000000000000" pitchFamily="2" charset="0"/>
              </a:rPr>
              <a:t>Sorts the final data</a:t>
            </a:r>
            <a:endParaRPr lang="en-ID" sz="1100">
              <a:latin typeface="Barlow Light" panose="00000400000000000000" pitchFamily="2" charset="0"/>
            </a:endParaRPr>
          </a:p>
        </p:txBody>
      </p:sp>
      <p:cxnSp>
        <p:nvCxnSpPr>
          <p:cNvPr id="43" name="Straight Connector 42"/>
          <p:cNvCxnSpPr/>
          <p:nvPr/>
        </p:nvCxnSpPr>
        <p:spPr>
          <a:xfrm flipV="1">
            <a:off x="5388755" y="4056529"/>
            <a:ext cx="818680" cy="228178"/>
          </a:xfrm>
          <a:prstGeom prst="line">
            <a:avLst/>
          </a:prstGeom>
        </p:spPr>
        <p:style>
          <a:lnRef idx="2">
            <a:schemeClr val="dk1"/>
          </a:lnRef>
          <a:fillRef idx="0">
            <a:schemeClr val="dk1"/>
          </a:fillRef>
          <a:effectRef idx="1">
            <a:schemeClr val="dk1"/>
          </a:effectRef>
          <a:fontRef idx="minor">
            <a:schemeClr val="tx1"/>
          </a:fontRef>
        </p:style>
      </p:cxnSp>
      <p:sp>
        <p:nvSpPr>
          <p:cNvPr id="44" name="TextBox 43"/>
          <p:cNvSpPr txBox="1"/>
          <p:nvPr/>
        </p:nvSpPr>
        <p:spPr>
          <a:xfrm>
            <a:off x="4000500" y="4642153"/>
            <a:ext cx="2525305" cy="261610"/>
          </a:xfrm>
          <a:prstGeom prst="rect">
            <a:avLst/>
          </a:prstGeom>
          <a:noFill/>
        </p:spPr>
        <p:txBody>
          <a:bodyPr wrap="square" rtlCol="0">
            <a:spAutoFit/>
          </a:bodyPr>
          <a:lstStyle/>
          <a:p>
            <a:r>
              <a:rPr lang="en-US" sz="1100">
                <a:latin typeface="Barlow Light" panose="00000400000000000000" pitchFamily="2" charset="0"/>
              </a:rPr>
              <a:t>Limit the returned data to a row count</a:t>
            </a:r>
            <a:endParaRPr lang="en-ID" sz="1100">
              <a:latin typeface="Barlow Light" panose="00000400000000000000" pitchFamily="2" charset="0"/>
            </a:endParaRPr>
          </a:p>
        </p:txBody>
      </p:sp>
      <p:cxnSp>
        <p:nvCxnSpPr>
          <p:cNvPr id="45" name="Straight Connector 44"/>
          <p:cNvCxnSpPr/>
          <p:nvPr/>
        </p:nvCxnSpPr>
        <p:spPr>
          <a:xfrm flipV="1">
            <a:off x="6525805" y="4538048"/>
            <a:ext cx="818680" cy="228178"/>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943885964"/>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5" name="Rectangle 5">
            <a:extLst>
              <a:ext uri="{FF2B5EF4-FFF2-40B4-BE49-F238E27FC236}">
                <a16:creationId xmlns:a16="http://schemas.microsoft.com/office/drawing/2014/main" id="{40E1B55C-53FF-403A-BC17-9A1A10DD5613}"/>
              </a:ext>
            </a:extLst>
          </p:cNvPr>
          <p:cNvSpPr>
            <a:spLocks noGrp="1" noChangeArrowheads="1"/>
          </p:cNvSpPr>
          <p:nvPr>
            <p:ph type="title"/>
          </p:nvPr>
        </p:nvSpPr>
        <p:spPr/>
        <p:txBody>
          <a:bodyPr>
            <a:normAutofit/>
          </a:bodyPr>
          <a:lstStyle/>
          <a:p>
            <a:r>
              <a:rPr lang="en-US" altLang="en-US" sz="3200"/>
              <a:t>Basic </a:t>
            </a:r>
            <a:r>
              <a:rPr lang="en-US" altLang="en-US" sz="3200">
                <a:latin typeface="Courier New" panose="02070309020205020404" pitchFamily="49" charset="0"/>
              </a:rPr>
              <a:t>SELECT</a:t>
            </a:r>
            <a:r>
              <a:rPr lang="en-US" altLang="en-US" sz="3200"/>
              <a:t> Statement</a:t>
            </a:r>
          </a:p>
        </p:txBody>
      </p:sp>
      <p:sp>
        <p:nvSpPr>
          <p:cNvPr id="312326" name="Rectangle 6">
            <a:extLst>
              <a:ext uri="{FF2B5EF4-FFF2-40B4-BE49-F238E27FC236}">
                <a16:creationId xmlns:a16="http://schemas.microsoft.com/office/drawing/2014/main" id="{50294308-3103-4061-BA81-3F3AD00981C3}"/>
              </a:ext>
            </a:extLst>
          </p:cNvPr>
          <p:cNvSpPr>
            <a:spLocks noGrp="1" noChangeArrowheads="1"/>
          </p:cNvSpPr>
          <p:nvPr>
            <p:ph idx="1"/>
          </p:nvPr>
        </p:nvSpPr>
        <p:spPr>
          <a:xfrm>
            <a:off x="382866" y="2389869"/>
            <a:ext cx="6883717" cy="571500"/>
          </a:xfrm>
        </p:spPr>
        <p:txBody>
          <a:bodyPr/>
          <a:lstStyle/>
          <a:p>
            <a:pPr lvl="1"/>
            <a:r>
              <a:rPr lang="en-US" altLang="en-US">
                <a:latin typeface="Courier New" panose="02070309020205020404" pitchFamily="49" charset="0"/>
              </a:rPr>
              <a:t>SELECT</a:t>
            </a:r>
            <a:r>
              <a:rPr lang="en-US" altLang="en-US"/>
              <a:t> identifies the columns to be displayed.</a:t>
            </a:r>
          </a:p>
          <a:p>
            <a:pPr lvl="1"/>
            <a:r>
              <a:rPr lang="en-US" altLang="en-US">
                <a:latin typeface="Courier New" panose="02070309020205020404" pitchFamily="49" charset="0"/>
              </a:rPr>
              <a:t>FROM</a:t>
            </a:r>
            <a:r>
              <a:rPr lang="en-US" altLang="en-US"/>
              <a:t> identifies the table containing those columns.</a:t>
            </a:r>
          </a:p>
        </p:txBody>
      </p:sp>
      <p:sp>
        <p:nvSpPr>
          <p:cNvPr id="312324" name="Rectangle 4">
            <a:extLst>
              <a:ext uri="{FF2B5EF4-FFF2-40B4-BE49-F238E27FC236}">
                <a16:creationId xmlns:a16="http://schemas.microsoft.com/office/drawing/2014/main" id="{7720BA4F-65A8-4406-9BA8-7BBBC87A14BF}"/>
              </a:ext>
            </a:extLst>
          </p:cNvPr>
          <p:cNvSpPr>
            <a:spLocks noChangeArrowheads="1"/>
          </p:cNvSpPr>
          <p:nvPr/>
        </p:nvSpPr>
        <p:spPr bwMode="blackGray">
          <a:xfrm>
            <a:off x="801965" y="1665969"/>
            <a:ext cx="7237849" cy="550069"/>
          </a:xfrm>
          <a:prstGeom prst="rect">
            <a:avLst/>
          </a:prstGeom>
          <a:solidFill>
            <a:schemeClr val="accent1">
              <a:lumMod val="20000"/>
              <a:lumOff val="80000"/>
            </a:schemeClr>
          </a:solidFill>
          <a:ln w="28575">
            <a:solidFill>
              <a:srgbClr val="000000"/>
            </a:solidFill>
            <a:miter lim="800000"/>
            <a:headEnd/>
            <a:tailEnd/>
          </a:ln>
          <a:effectLst/>
        </p:spPr>
        <p:txBody>
          <a:bodyPr wrap="none" lIns="69056" tIns="34529" rIns="69056" bIns="34529"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eaLnBrk="0" hangingPunct="0">
              <a:buClrTx/>
              <a:buFontTx/>
              <a:buNone/>
            </a:pPr>
            <a:r>
              <a:rPr lang="en-US" altLang="en-US" sz="1800" dirty="0">
                <a:solidFill>
                  <a:srgbClr val="000000"/>
                </a:solidFill>
                <a:latin typeface="Courier New" panose="02070309020205020404" pitchFamily="49" charset="0"/>
              </a:rPr>
              <a:t>SELECT *|{[DISTINCT] </a:t>
            </a:r>
            <a:r>
              <a:rPr lang="en-US" altLang="en-US" sz="1800" i="1" dirty="0" err="1">
                <a:solidFill>
                  <a:srgbClr val="000000"/>
                </a:solidFill>
                <a:latin typeface="Courier New" panose="02070309020205020404" pitchFamily="49" charset="0"/>
              </a:rPr>
              <a:t>column</a:t>
            </a:r>
            <a:r>
              <a:rPr lang="en-US" altLang="en-US" sz="1800" dirty="0" err="1">
                <a:solidFill>
                  <a:srgbClr val="000000"/>
                </a:solidFill>
                <a:latin typeface="Courier New" panose="02070309020205020404" pitchFamily="49" charset="0"/>
              </a:rPr>
              <a:t>|</a:t>
            </a:r>
            <a:r>
              <a:rPr lang="en-US" altLang="en-US" sz="1800" i="1" dirty="0" err="1">
                <a:solidFill>
                  <a:srgbClr val="000000"/>
                </a:solidFill>
                <a:latin typeface="Courier New" panose="02070309020205020404" pitchFamily="49" charset="0"/>
              </a:rPr>
              <a:t>expression</a:t>
            </a:r>
            <a:r>
              <a:rPr lang="en-US" altLang="en-US" sz="1800" dirty="0">
                <a:solidFill>
                  <a:srgbClr val="000000"/>
                </a:solidFill>
                <a:latin typeface="Courier New" panose="02070309020205020404" pitchFamily="49" charset="0"/>
              </a:rPr>
              <a:t> [</a:t>
            </a:r>
            <a:r>
              <a:rPr lang="en-US" altLang="en-US" sz="1800" i="1" dirty="0">
                <a:solidFill>
                  <a:srgbClr val="000000"/>
                </a:solidFill>
                <a:latin typeface="Courier New" panose="02070309020205020404" pitchFamily="49" charset="0"/>
              </a:rPr>
              <a:t>alias</a:t>
            </a:r>
            <a:r>
              <a:rPr lang="en-US" altLang="en-US" sz="1800" dirty="0">
                <a:solidFill>
                  <a:srgbClr val="000000"/>
                </a:solidFill>
                <a:latin typeface="Courier New" panose="02070309020205020404" pitchFamily="49" charset="0"/>
              </a:rPr>
              <a:t>],...}</a:t>
            </a:r>
          </a:p>
          <a:p>
            <a:pPr eaLnBrk="0" hangingPunct="0">
              <a:buClrTx/>
              <a:buFontTx/>
              <a:buNone/>
            </a:pPr>
            <a:r>
              <a:rPr lang="en-US" altLang="en-US" sz="1800" dirty="0">
                <a:solidFill>
                  <a:srgbClr val="000000"/>
                </a:solidFill>
                <a:latin typeface="Courier New" panose="02070309020205020404" pitchFamily="49" charset="0"/>
              </a:rPr>
              <a:t>FROM    </a:t>
            </a:r>
            <a:r>
              <a:rPr lang="en-US" altLang="en-US" sz="1800" i="1" dirty="0">
                <a:solidFill>
                  <a:srgbClr val="000000"/>
                </a:solidFill>
                <a:latin typeface="Courier New" panose="02070309020205020404" pitchFamily="49" charset="0"/>
              </a:rPr>
              <a:t>table;</a:t>
            </a: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2">
            <a:extLst>
              <a:ext uri="{FF2B5EF4-FFF2-40B4-BE49-F238E27FC236}">
                <a16:creationId xmlns:a16="http://schemas.microsoft.com/office/drawing/2014/main" id="{6CD5D0AB-3419-457B-90F1-6EFEC5CEEAFA}"/>
              </a:ext>
            </a:extLst>
          </p:cNvPr>
          <p:cNvSpPr>
            <a:spLocks noGrp="1" noChangeArrowheads="1"/>
          </p:cNvSpPr>
          <p:nvPr>
            <p:ph type="title"/>
          </p:nvPr>
        </p:nvSpPr>
        <p:spPr/>
        <p:txBody>
          <a:bodyPr/>
          <a:lstStyle/>
          <a:p>
            <a:r>
              <a:rPr lang="en-US" altLang="en-US" sz="3200"/>
              <a:t>Selecting All Columns</a:t>
            </a:r>
          </a:p>
        </p:txBody>
      </p:sp>
      <p:sp>
        <p:nvSpPr>
          <p:cNvPr id="314373" name="Rectangle 5">
            <a:extLst>
              <a:ext uri="{FF2B5EF4-FFF2-40B4-BE49-F238E27FC236}">
                <a16:creationId xmlns:a16="http://schemas.microsoft.com/office/drawing/2014/main" id="{680E137A-BC88-4C50-B36A-3357CBA5A8E6}"/>
              </a:ext>
            </a:extLst>
          </p:cNvPr>
          <p:cNvSpPr>
            <a:spLocks noChangeArrowheads="1"/>
          </p:cNvSpPr>
          <p:nvPr/>
        </p:nvSpPr>
        <p:spPr bwMode="blackWhite">
          <a:xfrm flipH="1" flipV="1">
            <a:off x="2370535" y="1407319"/>
            <a:ext cx="201215" cy="185738"/>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14374" name="Rectangle 6">
            <a:extLst>
              <a:ext uri="{FF2B5EF4-FFF2-40B4-BE49-F238E27FC236}">
                <a16:creationId xmlns:a16="http://schemas.microsoft.com/office/drawing/2014/main" id="{616D4E03-A692-44B3-9E85-069ADD8A8E3F}"/>
              </a:ext>
            </a:extLst>
          </p:cNvPr>
          <p:cNvSpPr>
            <a:spLocks noChangeArrowheads="1"/>
          </p:cNvSpPr>
          <p:nvPr/>
        </p:nvSpPr>
        <p:spPr bwMode="blackGray">
          <a:xfrm>
            <a:off x="1509623" y="1306916"/>
            <a:ext cx="5903703" cy="951333"/>
          </a:xfrm>
          <a:prstGeom prst="rect">
            <a:avLst/>
          </a:prstGeom>
          <a:solidFill>
            <a:schemeClr val="accent1">
              <a:lumMod val="20000"/>
              <a:lumOff val="80000"/>
            </a:schemeClr>
          </a:solidFill>
          <a:ln w="28575">
            <a:solidFill>
              <a:srgbClr val="000000"/>
            </a:solidFill>
            <a:miter lim="800000"/>
            <a:headEnd/>
            <a:tailEnd/>
          </a:ln>
          <a:effectLst/>
        </p:spPr>
        <p:txBody>
          <a:bodyPr wrap="none" lIns="69056" tIns="34529" rIns="69056" bIns="34529"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eaLnBrk="0" hangingPunct="0">
              <a:buClrTx/>
              <a:buFontTx/>
              <a:buNone/>
            </a:pPr>
            <a:r>
              <a:rPr lang="en-US" altLang="en-US" sz="3200" dirty="0">
                <a:solidFill>
                  <a:srgbClr val="000000"/>
                </a:solidFill>
                <a:latin typeface="Courier New" panose="02070309020205020404" pitchFamily="49" charset="0"/>
              </a:rPr>
              <a:t>SELECT *</a:t>
            </a:r>
          </a:p>
          <a:p>
            <a:pPr eaLnBrk="0" hangingPunct="0">
              <a:buClrTx/>
              <a:buFontTx/>
              <a:buNone/>
            </a:pPr>
            <a:r>
              <a:rPr lang="en-US" altLang="en-US" sz="3200" dirty="0">
                <a:solidFill>
                  <a:srgbClr val="000000"/>
                </a:solidFill>
                <a:latin typeface="Courier New" panose="02070309020205020404" pitchFamily="49" charset="0"/>
              </a:rPr>
              <a:t>FROM   </a:t>
            </a:r>
            <a:r>
              <a:rPr lang="en-US" altLang="en-US" sz="3200" dirty="0" err="1">
                <a:solidFill>
                  <a:srgbClr val="000000"/>
                </a:solidFill>
                <a:latin typeface="Courier New" panose="02070309020205020404" pitchFamily="49" charset="0"/>
              </a:rPr>
              <a:t>hr.departments</a:t>
            </a:r>
            <a:r>
              <a:rPr lang="en-US" altLang="en-US" sz="3200" dirty="0">
                <a:solidFill>
                  <a:srgbClr val="000000"/>
                </a:solidFill>
                <a:latin typeface="Courier New" panose="02070309020205020404" pitchFamily="49" charset="0"/>
              </a:rPr>
              <a:t>;</a:t>
            </a:r>
          </a:p>
        </p:txBody>
      </p:sp>
      <p:sp>
        <p:nvSpPr>
          <p:cNvPr id="314375" name="Rectangle 7">
            <a:extLst>
              <a:ext uri="{FF2B5EF4-FFF2-40B4-BE49-F238E27FC236}">
                <a16:creationId xmlns:a16="http://schemas.microsoft.com/office/drawing/2014/main" id="{B2744C4E-0D1A-435B-B6B9-A7E6FD163670}"/>
              </a:ext>
            </a:extLst>
          </p:cNvPr>
          <p:cNvSpPr>
            <a:spLocks noChangeArrowheads="1"/>
          </p:cNvSpPr>
          <p:nvPr/>
        </p:nvSpPr>
        <p:spPr bwMode="gray">
          <a:xfrm flipH="1" flipV="1">
            <a:off x="3275601" y="1360480"/>
            <a:ext cx="314122" cy="279415"/>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pic>
        <p:nvPicPr>
          <p:cNvPr id="314378" name="Picture 10">
            <a:extLst>
              <a:ext uri="{FF2B5EF4-FFF2-40B4-BE49-F238E27FC236}">
                <a16:creationId xmlns:a16="http://schemas.microsoft.com/office/drawing/2014/main" id="{134D5DD1-7198-44AE-85F3-3107FD33DF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1591573" y="2571750"/>
            <a:ext cx="5564146" cy="216012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a:extLst>
              <a:ext uri="{FF2B5EF4-FFF2-40B4-BE49-F238E27FC236}">
                <a16:creationId xmlns:a16="http://schemas.microsoft.com/office/drawing/2014/main" id="{37CD14F0-81D4-4B86-95A5-0D1A7D535AFB}"/>
              </a:ext>
            </a:extLst>
          </p:cNvPr>
          <p:cNvSpPr>
            <a:spLocks noChangeArrowheads="1"/>
          </p:cNvSpPr>
          <p:nvPr/>
        </p:nvSpPr>
        <p:spPr bwMode="blackGray">
          <a:xfrm>
            <a:off x="594531" y="1291540"/>
            <a:ext cx="2373113" cy="584597"/>
          </a:xfrm>
          <a:prstGeom prst="rect">
            <a:avLst/>
          </a:prstGeom>
          <a:solidFill>
            <a:schemeClr val="accent1">
              <a:lumMod val="20000"/>
              <a:lumOff val="80000"/>
            </a:schemeClr>
          </a:solidFill>
          <a:ln w="28575">
            <a:solidFill>
              <a:srgbClr val="000000"/>
            </a:solidFill>
            <a:miter lim="800000"/>
            <a:headEnd/>
            <a:tailEnd/>
          </a:ln>
          <a:effectLst/>
        </p:spPr>
        <p:txBody>
          <a:bodyPr wrap="none" lIns="69056" tIns="34529" rIns="69056" bIns="34529"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eaLnBrk="0" hangingPunct="0">
              <a:buClrTx/>
              <a:buFontTx/>
              <a:buNone/>
            </a:pPr>
            <a:r>
              <a:rPr lang="en-US" altLang="en-US" sz="1350" dirty="0">
                <a:solidFill>
                  <a:srgbClr val="000000"/>
                </a:solidFill>
                <a:latin typeface="Courier New" panose="02070309020205020404" pitchFamily="49" charset="0"/>
              </a:rPr>
              <a:t>SELECT </a:t>
            </a:r>
            <a:r>
              <a:rPr lang="en-US" altLang="en-US" sz="1350" dirty="0" err="1">
                <a:solidFill>
                  <a:srgbClr val="000000"/>
                </a:solidFill>
                <a:latin typeface="Courier New" panose="02070309020205020404" pitchFamily="49" charset="0"/>
              </a:rPr>
              <a:t>department_id</a:t>
            </a:r>
            <a:endParaRPr lang="en-US" altLang="en-US" sz="1350" dirty="0">
              <a:solidFill>
                <a:srgbClr val="000000"/>
              </a:solidFill>
              <a:latin typeface="Courier New" panose="02070309020205020404" pitchFamily="49" charset="0"/>
            </a:endParaRPr>
          </a:p>
          <a:p>
            <a:pPr eaLnBrk="0" hangingPunct="0">
              <a:buClrTx/>
              <a:buFontTx/>
              <a:buNone/>
            </a:pPr>
            <a:r>
              <a:rPr lang="en-US" altLang="en-US" sz="1350" dirty="0">
                <a:solidFill>
                  <a:srgbClr val="000000"/>
                </a:solidFill>
                <a:latin typeface="Courier New" panose="02070309020205020404" pitchFamily="49" charset="0"/>
              </a:rPr>
              <a:t>FROM   employees;</a:t>
            </a:r>
          </a:p>
        </p:txBody>
      </p:sp>
      <p:sp>
        <p:nvSpPr>
          <p:cNvPr id="326673" name="Rectangle 17">
            <a:extLst>
              <a:ext uri="{FF2B5EF4-FFF2-40B4-BE49-F238E27FC236}">
                <a16:creationId xmlns:a16="http://schemas.microsoft.com/office/drawing/2014/main" id="{B44B61C8-3859-45D6-9DEC-E928840E49DA}"/>
              </a:ext>
            </a:extLst>
          </p:cNvPr>
          <p:cNvSpPr>
            <a:spLocks noGrp="1" noChangeArrowheads="1"/>
          </p:cNvSpPr>
          <p:nvPr>
            <p:ph type="title"/>
          </p:nvPr>
        </p:nvSpPr>
        <p:spPr>
          <a:xfrm>
            <a:off x="457200" y="605600"/>
            <a:ext cx="7194430" cy="517946"/>
          </a:xfrm>
        </p:spPr>
        <p:txBody>
          <a:bodyPr/>
          <a:lstStyle/>
          <a:p>
            <a:r>
              <a:rPr lang="en-US" altLang="en-US" sz="3200"/>
              <a:t>Select Distinct – Duplicate row</a:t>
            </a:r>
          </a:p>
        </p:txBody>
      </p:sp>
      <p:sp>
        <p:nvSpPr>
          <p:cNvPr id="326661" name="Rectangle 5">
            <a:extLst>
              <a:ext uri="{FF2B5EF4-FFF2-40B4-BE49-F238E27FC236}">
                <a16:creationId xmlns:a16="http://schemas.microsoft.com/office/drawing/2014/main" id="{DAD79056-494F-4AC8-9D7A-0DF59E1DEB29}"/>
              </a:ext>
            </a:extLst>
          </p:cNvPr>
          <p:cNvSpPr>
            <a:spLocks noChangeArrowheads="1"/>
          </p:cNvSpPr>
          <p:nvPr/>
        </p:nvSpPr>
        <p:spPr bwMode="blackGray">
          <a:xfrm>
            <a:off x="4739489" y="1289891"/>
            <a:ext cx="3232417" cy="556022"/>
          </a:xfrm>
          <a:prstGeom prst="rect">
            <a:avLst/>
          </a:prstGeom>
          <a:solidFill>
            <a:schemeClr val="accent1">
              <a:lumMod val="20000"/>
              <a:lumOff val="80000"/>
            </a:schemeClr>
          </a:solidFill>
          <a:ln w="28575">
            <a:solidFill>
              <a:srgbClr val="000000"/>
            </a:solidFill>
            <a:miter lim="800000"/>
            <a:headEnd/>
            <a:tailEnd/>
          </a:ln>
          <a:effectLst/>
        </p:spPr>
        <p:txBody>
          <a:bodyPr wrap="none" lIns="69056" tIns="34529" rIns="69056" bIns="34529"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eaLnBrk="0" hangingPunct="0">
              <a:buClrTx/>
              <a:buFontTx/>
              <a:buNone/>
            </a:pPr>
            <a:r>
              <a:rPr lang="en-US" altLang="en-US" sz="1350">
                <a:solidFill>
                  <a:srgbClr val="000000"/>
                </a:solidFill>
                <a:latin typeface="Courier New" panose="02070309020205020404" pitchFamily="49" charset="0"/>
              </a:rPr>
              <a:t>SELECT DISTINCT department_id</a:t>
            </a:r>
          </a:p>
          <a:p>
            <a:pPr eaLnBrk="0" hangingPunct="0">
              <a:buClrTx/>
              <a:buFontTx/>
              <a:buNone/>
            </a:pPr>
            <a:r>
              <a:rPr lang="en-US" altLang="en-US" sz="1350">
                <a:solidFill>
                  <a:srgbClr val="000000"/>
                </a:solidFill>
                <a:latin typeface="Courier New" panose="02070309020205020404" pitchFamily="49" charset="0"/>
              </a:rPr>
              <a:t>FROM   employees;</a:t>
            </a:r>
          </a:p>
        </p:txBody>
      </p:sp>
      <p:sp>
        <p:nvSpPr>
          <p:cNvPr id="326664" name="Text Box 8">
            <a:extLst>
              <a:ext uri="{FF2B5EF4-FFF2-40B4-BE49-F238E27FC236}">
                <a16:creationId xmlns:a16="http://schemas.microsoft.com/office/drawing/2014/main" id="{42DFEA6E-5688-485E-8056-473BEC279A92}"/>
              </a:ext>
            </a:extLst>
          </p:cNvPr>
          <p:cNvSpPr txBox="1">
            <a:spLocks noChangeArrowheads="1"/>
          </p:cNvSpPr>
          <p:nvPr/>
        </p:nvSpPr>
        <p:spPr bwMode="gray">
          <a:xfrm>
            <a:off x="2228850" y="2854248"/>
            <a:ext cx="275035" cy="296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9525" tIns="9525" rIns="9525" bIns="9525">
            <a:spAutoFit/>
          </a:bodyP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buClr>
                <a:srgbClr val="000000"/>
              </a:buClr>
            </a:pPr>
            <a:r>
              <a:rPr lang="en-US" altLang="en-US" sz="1800">
                <a:latin typeface="Arial" panose="020B0604020202020204" pitchFamily="34" charset="0"/>
              </a:rPr>
              <a:t>…</a:t>
            </a:r>
          </a:p>
        </p:txBody>
      </p:sp>
      <p:sp>
        <p:nvSpPr>
          <p:cNvPr id="326669" name="Text Box 13">
            <a:extLst>
              <a:ext uri="{FF2B5EF4-FFF2-40B4-BE49-F238E27FC236}">
                <a16:creationId xmlns:a16="http://schemas.microsoft.com/office/drawing/2014/main" id="{613ADB31-CD0C-42E5-84DF-C22701193B90}"/>
              </a:ext>
            </a:extLst>
          </p:cNvPr>
          <p:cNvSpPr txBox="1">
            <a:spLocks noChangeArrowheads="1"/>
          </p:cNvSpPr>
          <p:nvPr/>
        </p:nvSpPr>
        <p:spPr bwMode="gray">
          <a:xfrm>
            <a:off x="1203230" y="4325641"/>
            <a:ext cx="275035" cy="296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9525" tIns="9525" rIns="9525" bIns="9525">
            <a:spAutoFit/>
          </a:bodyP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buClr>
                <a:srgbClr val="000000"/>
              </a:buClr>
            </a:pPr>
            <a:r>
              <a:rPr lang="en-US" altLang="en-US" sz="1800">
                <a:latin typeface="Arial" panose="020B0604020202020204" pitchFamily="34" charset="0"/>
              </a:rPr>
              <a:t>…</a:t>
            </a:r>
          </a:p>
        </p:txBody>
      </p:sp>
      <p:sp>
        <p:nvSpPr>
          <p:cNvPr id="326671" name="Oval 15">
            <a:extLst>
              <a:ext uri="{FF2B5EF4-FFF2-40B4-BE49-F238E27FC236}">
                <a16:creationId xmlns:a16="http://schemas.microsoft.com/office/drawing/2014/main" id="{3E24DA5B-A183-4496-BAEE-45811E3CD86C}"/>
              </a:ext>
            </a:extLst>
          </p:cNvPr>
          <p:cNvSpPr>
            <a:spLocks noChangeArrowheads="1"/>
          </p:cNvSpPr>
          <p:nvPr/>
        </p:nvSpPr>
        <p:spPr bwMode="blackWhite">
          <a:xfrm>
            <a:off x="2783692" y="1404707"/>
            <a:ext cx="367904" cy="370285"/>
          </a:xfrm>
          <a:prstGeom prst="ellipse">
            <a:avLst/>
          </a:prstGeom>
          <a:solidFill>
            <a:srgbClr val="CCCC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4529" tIns="34529" rIns="34529" bIns="34529" anchor="ct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eaLnBrk="0" hangingPunct="0">
              <a:lnSpc>
                <a:spcPct val="95000"/>
              </a:lnSpc>
              <a:buClrTx/>
              <a:buFontTx/>
              <a:buNone/>
            </a:pPr>
            <a:r>
              <a:rPr lang="en-US" altLang="en-US" sz="1800">
                <a:latin typeface="Arial" panose="020B0604020202020204" pitchFamily="34" charset="0"/>
              </a:rPr>
              <a:t>1</a:t>
            </a:r>
          </a:p>
        </p:txBody>
      </p:sp>
      <p:sp>
        <p:nvSpPr>
          <p:cNvPr id="326672" name="Oval 16">
            <a:extLst>
              <a:ext uri="{FF2B5EF4-FFF2-40B4-BE49-F238E27FC236}">
                <a16:creationId xmlns:a16="http://schemas.microsoft.com/office/drawing/2014/main" id="{0E4C341C-E353-476E-881A-C6623F538A2B}"/>
              </a:ext>
            </a:extLst>
          </p:cNvPr>
          <p:cNvSpPr>
            <a:spLocks noChangeArrowheads="1"/>
          </p:cNvSpPr>
          <p:nvPr/>
        </p:nvSpPr>
        <p:spPr bwMode="blackWhite">
          <a:xfrm>
            <a:off x="7786764" y="1404707"/>
            <a:ext cx="370284" cy="370285"/>
          </a:xfrm>
          <a:prstGeom prst="ellipse">
            <a:avLst/>
          </a:prstGeom>
          <a:solidFill>
            <a:srgbClr val="CCCC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4529" tIns="34529" rIns="34529" bIns="34529" anchor="ct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eaLnBrk="0" hangingPunct="0">
              <a:lnSpc>
                <a:spcPct val="95000"/>
              </a:lnSpc>
              <a:buClrTx/>
              <a:buFontTx/>
              <a:buNone/>
            </a:pPr>
            <a:r>
              <a:rPr lang="en-US" altLang="en-US" sz="1800">
                <a:latin typeface="Arial" panose="020B0604020202020204" pitchFamily="34" charset="0"/>
              </a:rPr>
              <a:t>2</a:t>
            </a:r>
          </a:p>
        </p:txBody>
      </p:sp>
      <p:pic>
        <p:nvPicPr>
          <p:cNvPr id="2" name="Picture 1"/>
          <p:cNvPicPr>
            <a:picLocks noChangeAspect="1"/>
          </p:cNvPicPr>
          <p:nvPr/>
        </p:nvPicPr>
        <p:blipFill rotWithShape="1">
          <a:blip r:embed="rId3"/>
          <a:srcRect b="25677"/>
          <a:stretch/>
        </p:blipFill>
        <p:spPr>
          <a:xfrm>
            <a:off x="1105961" y="1988924"/>
            <a:ext cx="1390650" cy="2484835"/>
          </a:xfrm>
          <a:prstGeom prst="rect">
            <a:avLst/>
          </a:prstGeom>
        </p:spPr>
      </p:pic>
      <p:pic>
        <p:nvPicPr>
          <p:cNvPr id="3" name="Picture 2"/>
          <p:cNvPicPr>
            <a:picLocks noChangeAspect="1"/>
          </p:cNvPicPr>
          <p:nvPr/>
        </p:nvPicPr>
        <p:blipFill>
          <a:blip r:embed="rId4"/>
          <a:stretch>
            <a:fillRect/>
          </a:stretch>
        </p:blipFill>
        <p:spPr>
          <a:xfrm>
            <a:off x="5741803" y="1980571"/>
            <a:ext cx="1514475" cy="2676525"/>
          </a:xfrm>
          <a:prstGeom prst="rect">
            <a:avLst/>
          </a:prstGeom>
        </p:spPr>
      </p:pic>
      <p:sp>
        <p:nvSpPr>
          <p:cNvPr id="17" name="Rectangle 4">
            <a:extLst>
              <a:ext uri="{FF2B5EF4-FFF2-40B4-BE49-F238E27FC236}">
                <a16:creationId xmlns:a16="http://schemas.microsoft.com/office/drawing/2014/main" id="{4827BCEB-F62F-407D-AA89-7E52B2976F21}"/>
              </a:ext>
            </a:extLst>
          </p:cNvPr>
          <p:cNvSpPr>
            <a:spLocks noChangeArrowheads="1"/>
          </p:cNvSpPr>
          <p:nvPr/>
        </p:nvSpPr>
        <p:spPr bwMode="gray">
          <a:xfrm>
            <a:off x="5483079" y="1345150"/>
            <a:ext cx="955505" cy="238688"/>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Tree>
    <p:extLst>
      <p:ext uri="{BB962C8B-B14F-4D97-AF65-F5344CB8AC3E}">
        <p14:creationId xmlns:p14="http://schemas.microsoft.com/office/powerpoint/2010/main" val="3817030879"/>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9" name="Rectangle 3">
            <a:extLst>
              <a:ext uri="{FF2B5EF4-FFF2-40B4-BE49-F238E27FC236}">
                <a16:creationId xmlns:a16="http://schemas.microsoft.com/office/drawing/2014/main" id="{77D55C06-4F4C-41C5-82B1-9F5957D4D38A}"/>
              </a:ext>
            </a:extLst>
          </p:cNvPr>
          <p:cNvSpPr>
            <a:spLocks noGrp="1" noChangeArrowheads="1"/>
          </p:cNvSpPr>
          <p:nvPr>
            <p:ph type="title"/>
          </p:nvPr>
        </p:nvSpPr>
        <p:spPr/>
        <p:txBody>
          <a:bodyPr/>
          <a:lstStyle/>
          <a:p>
            <a:r>
              <a:rPr lang="en-US" altLang="en-US" sz="3200"/>
              <a:t>Selecting Specific Columns</a:t>
            </a:r>
          </a:p>
        </p:txBody>
      </p:sp>
      <p:sp>
        <p:nvSpPr>
          <p:cNvPr id="316421" name="Rectangle 5">
            <a:extLst>
              <a:ext uri="{FF2B5EF4-FFF2-40B4-BE49-F238E27FC236}">
                <a16:creationId xmlns:a16="http://schemas.microsoft.com/office/drawing/2014/main" id="{D59CA918-29E7-4562-AB25-0607CC944914}"/>
              </a:ext>
            </a:extLst>
          </p:cNvPr>
          <p:cNvSpPr>
            <a:spLocks noChangeArrowheads="1"/>
          </p:cNvSpPr>
          <p:nvPr/>
        </p:nvSpPr>
        <p:spPr bwMode="gray">
          <a:xfrm>
            <a:off x="2343150" y="1437085"/>
            <a:ext cx="2800350" cy="240506"/>
          </a:xfrm>
          <a:prstGeom prst="rect">
            <a:avLst/>
          </a:prstGeom>
          <a:noFill/>
          <a:ln w="28575">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16422" name="Rectangle 6">
            <a:extLst>
              <a:ext uri="{FF2B5EF4-FFF2-40B4-BE49-F238E27FC236}">
                <a16:creationId xmlns:a16="http://schemas.microsoft.com/office/drawing/2014/main" id="{B1DBB57D-6EE7-4283-A0F0-462E0454D31D}"/>
              </a:ext>
            </a:extLst>
          </p:cNvPr>
          <p:cNvSpPr>
            <a:spLocks noChangeArrowheads="1"/>
          </p:cNvSpPr>
          <p:nvPr/>
        </p:nvSpPr>
        <p:spPr bwMode="blackGray">
          <a:xfrm>
            <a:off x="757237" y="1402556"/>
            <a:ext cx="7334340" cy="909323"/>
          </a:xfrm>
          <a:prstGeom prst="rect">
            <a:avLst/>
          </a:prstGeom>
          <a:solidFill>
            <a:schemeClr val="accent1">
              <a:lumMod val="20000"/>
              <a:lumOff val="80000"/>
            </a:schemeClr>
          </a:solidFill>
          <a:ln w="28575">
            <a:solidFill>
              <a:srgbClr val="000000"/>
            </a:solidFill>
            <a:miter lim="800000"/>
            <a:headEnd/>
            <a:tailEnd/>
          </a:ln>
          <a:effectLst/>
        </p:spPr>
        <p:txBody>
          <a:bodyPr wrap="none" lIns="69056" tIns="34529" rIns="69056" bIns="34529"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eaLnBrk="0" hangingPunct="0">
              <a:buClrTx/>
              <a:buFontTx/>
              <a:buNone/>
            </a:pPr>
            <a:r>
              <a:rPr lang="en-US" altLang="en-US" sz="2800" dirty="0">
                <a:solidFill>
                  <a:srgbClr val="000000"/>
                </a:solidFill>
                <a:latin typeface="Courier New" panose="02070309020205020404" pitchFamily="49" charset="0"/>
              </a:rPr>
              <a:t>SELECT </a:t>
            </a:r>
            <a:r>
              <a:rPr lang="en-US" altLang="en-US" sz="2800" dirty="0" err="1">
                <a:solidFill>
                  <a:srgbClr val="000000"/>
                </a:solidFill>
                <a:latin typeface="Courier New" panose="02070309020205020404" pitchFamily="49" charset="0"/>
              </a:rPr>
              <a:t>department_id</a:t>
            </a:r>
            <a:r>
              <a:rPr lang="en-US" altLang="en-US" sz="2800" dirty="0">
                <a:solidFill>
                  <a:srgbClr val="000000"/>
                </a:solidFill>
                <a:latin typeface="Courier New" panose="02070309020205020404" pitchFamily="49" charset="0"/>
              </a:rPr>
              <a:t>, </a:t>
            </a:r>
            <a:r>
              <a:rPr lang="en-US" altLang="en-US" sz="2800" dirty="0" err="1">
                <a:solidFill>
                  <a:srgbClr val="000000"/>
                </a:solidFill>
                <a:latin typeface="Courier New" panose="02070309020205020404" pitchFamily="49" charset="0"/>
              </a:rPr>
              <a:t>location_id</a:t>
            </a:r>
            <a:endParaRPr lang="en-US" altLang="en-US" sz="2800" dirty="0">
              <a:solidFill>
                <a:srgbClr val="000000"/>
              </a:solidFill>
              <a:latin typeface="Courier New" panose="02070309020205020404" pitchFamily="49" charset="0"/>
            </a:endParaRPr>
          </a:p>
          <a:p>
            <a:pPr eaLnBrk="0" hangingPunct="0">
              <a:buClrTx/>
              <a:buFontTx/>
              <a:buNone/>
            </a:pPr>
            <a:r>
              <a:rPr lang="en-US" altLang="en-US" sz="2800" dirty="0">
                <a:solidFill>
                  <a:srgbClr val="000000"/>
                </a:solidFill>
                <a:latin typeface="Courier New" panose="02070309020205020404" pitchFamily="49" charset="0"/>
              </a:rPr>
              <a:t>FROM   </a:t>
            </a:r>
            <a:r>
              <a:rPr lang="en-US" altLang="en-US" sz="2800" dirty="0" err="1">
                <a:solidFill>
                  <a:srgbClr val="000000"/>
                </a:solidFill>
                <a:latin typeface="Courier New" panose="02070309020205020404" pitchFamily="49" charset="0"/>
              </a:rPr>
              <a:t>hr.departments</a:t>
            </a:r>
            <a:r>
              <a:rPr lang="en-US" altLang="en-US" sz="2800" dirty="0">
                <a:solidFill>
                  <a:srgbClr val="000000"/>
                </a:solidFill>
                <a:latin typeface="Courier New" panose="02070309020205020404" pitchFamily="49" charset="0"/>
              </a:rPr>
              <a:t>;</a:t>
            </a:r>
          </a:p>
        </p:txBody>
      </p:sp>
      <p:sp>
        <p:nvSpPr>
          <p:cNvPr id="316423" name="Rectangle 7">
            <a:extLst>
              <a:ext uri="{FF2B5EF4-FFF2-40B4-BE49-F238E27FC236}">
                <a16:creationId xmlns:a16="http://schemas.microsoft.com/office/drawing/2014/main" id="{5437F991-9ED5-4F3A-944B-C85CB84D82D3}"/>
              </a:ext>
            </a:extLst>
          </p:cNvPr>
          <p:cNvSpPr>
            <a:spLocks noChangeArrowheads="1"/>
          </p:cNvSpPr>
          <p:nvPr/>
        </p:nvSpPr>
        <p:spPr bwMode="gray">
          <a:xfrm>
            <a:off x="2231141" y="1453149"/>
            <a:ext cx="5722414" cy="436036"/>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pic>
        <p:nvPicPr>
          <p:cNvPr id="316425" name="Picture 9">
            <a:extLst>
              <a:ext uri="{FF2B5EF4-FFF2-40B4-BE49-F238E27FC236}">
                <a16:creationId xmlns:a16="http://schemas.microsoft.com/office/drawing/2014/main" id="{97A7135C-B611-4B5D-B055-4D3F874808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2661517" y="2485256"/>
            <a:ext cx="3586163" cy="26017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a:extLst>
              <a:ext uri="{FF2B5EF4-FFF2-40B4-BE49-F238E27FC236}">
                <a16:creationId xmlns:a16="http://schemas.microsoft.com/office/drawing/2014/main" id="{37CD14F0-81D4-4B86-95A5-0D1A7D535AFB}"/>
              </a:ext>
            </a:extLst>
          </p:cNvPr>
          <p:cNvSpPr>
            <a:spLocks noChangeArrowheads="1"/>
          </p:cNvSpPr>
          <p:nvPr/>
        </p:nvSpPr>
        <p:spPr bwMode="blackGray">
          <a:xfrm>
            <a:off x="1800225" y="1338263"/>
            <a:ext cx="5457825" cy="584597"/>
          </a:xfrm>
          <a:prstGeom prst="rect">
            <a:avLst/>
          </a:prstGeom>
          <a:solidFill>
            <a:schemeClr val="accent1">
              <a:lumMod val="20000"/>
              <a:lumOff val="80000"/>
            </a:schemeClr>
          </a:solidFill>
          <a:ln w="28575">
            <a:solidFill>
              <a:srgbClr val="000000"/>
            </a:solidFill>
            <a:miter lim="800000"/>
            <a:headEnd/>
            <a:tailEnd/>
          </a:ln>
          <a:effectLst/>
        </p:spPr>
        <p:txBody>
          <a:bodyPr wrap="none" lIns="69056" tIns="34529" rIns="69056" bIns="34529"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eaLnBrk="0" hangingPunct="0">
              <a:buClrTx/>
              <a:buFontTx/>
              <a:buNone/>
            </a:pPr>
            <a:r>
              <a:rPr lang="en-US" altLang="en-US" sz="1350" dirty="0">
                <a:solidFill>
                  <a:srgbClr val="000000"/>
                </a:solidFill>
                <a:latin typeface="Courier New" panose="02070309020205020404" pitchFamily="49" charset="0"/>
              </a:rPr>
              <a:t>SELECT </a:t>
            </a:r>
            <a:r>
              <a:rPr lang="en-US" altLang="en-US" sz="1350" dirty="0" err="1">
                <a:solidFill>
                  <a:srgbClr val="000000"/>
                </a:solidFill>
                <a:latin typeface="Courier New" panose="02070309020205020404" pitchFamily="49" charset="0"/>
              </a:rPr>
              <a:t>last_name</a:t>
            </a:r>
            <a:r>
              <a:rPr lang="en-US" altLang="en-US" sz="1350" dirty="0">
                <a:solidFill>
                  <a:srgbClr val="000000"/>
                </a:solidFill>
                <a:latin typeface="Courier New" panose="02070309020205020404" pitchFamily="49" charset="0"/>
              </a:rPr>
              <a:t>, </a:t>
            </a:r>
            <a:r>
              <a:rPr lang="en-US" altLang="en-US" sz="1350" dirty="0" err="1">
                <a:solidFill>
                  <a:srgbClr val="000000"/>
                </a:solidFill>
                <a:latin typeface="Courier New" panose="02070309020205020404" pitchFamily="49" charset="0"/>
              </a:rPr>
              <a:t>job_id</a:t>
            </a:r>
            <a:r>
              <a:rPr lang="en-US" altLang="en-US" sz="1350" dirty="0">
                <a:solidFill>
                  <a:srgbClr val="000000"/>
                </a:solidFill>
                <a:latin typeface="Courier New" panose="02070309020205020404" pitchFamily="49" charset="0"/>
              </a:rPr>
              <a:t>, salary, </a:t>
            </a:r>
            <a:r>
              <a:rPr lang="en-US" altLang="en-US" sz="1350" dirty="0" err="1">
                <a:solidFill>
                  <a:srgbClr val="000000"/>
                </a:solidFill>
                <a:latin typeface="Courier New" panose="02070309020205020404" pitchFamily="49" charset="0"/>
              </a:rPr>
              <a:t>commission_pct</a:t>
            </a:r>
            <a:endParaRPr lang="en-US" altLang="en-US" sz="1350" dirty="0">
              <a:solidFill>
                <a:srgbClr val="000000"/>
              </a:solidFill>
              <a:latin typeface="Courier New" panose="02070309020205020404" pitchFamily="49" charset="0"/>
            </a:endParaRPr>
          </a:p>
          <a:p>
            <a:pPr eaLnBrk="0" hangingPunct="0">
              <a:buClrTx/>
              <a:buFontTx/>
              <a:buNone/>
            </a:pPr>
            <a:r>
              <a:rPr lang="en-US" altLang="en-US" sz="1350" dirty="0">
                <a:solidFill>
                  <a:srgbClr val="000000"/>
                </a:solidFill>
                <a:latin typeface="Courier New" panose="02070309020205020404" pitchFamily="49" charset="0"/>
              </a:rPr>
              <a:t>FROM   </a:t>
            </a:r>
            <a:r>
              <a:rPr lang="en-US" altLang="en-US" sz="1350" dirty="0" err="1">
                <a:solidFill>
                  <a:srgbClr val="000000"/>
                </a:solidFill>
                <a:latin typeface="Courier New" panose="02070309020205020404" pitchFamily="49" charset="0"/>
              </a:rPr>
              <a:t>hr.employees</a:t>
            </a:r>
            <a:r>
              <a:rPr lang="en-US" altLang="en-US" sz="1350" dirty="0">
                <a:solidFill>
                  <a:srgbClr val="000000"/>
                </a:solidFill>
                <a:latin typeface="Courier New" panose="02070309020205020404" pitchFamily="49" charset="0"/>
              </a:rPr>
              <a:t>;</a:t>
            </a:r>
          </a:p>
        </p:txBody>
      </p:sp>
      <p:sp>
        <p:nvSpPr>
          <p:cNvPr id="326673" name="Rectangle 17">
            <a:extLst>
              <a:ext uri="{FF2B5EF4-FFF2-40B4-BE49-F238E27FC236}">
                <a16:creationId xmlns:a16="http://schemas.microsoft.com/office/drawing/2014/main" id="{B44B61C8-3859-45D6-9DEC-E928840E49DA}"/>
              </a:ext>
            </a:extLst>
          </p:cNvPr>
          <p:cNvSpPr>
            <a:spLocks noGrp="1" noChangeArrowheads="1"/>
          </p:cNvSpPr>
          <p:nvPr>
            <p:ph type="title"/>
          </p:nvPr>
        </p:nvSpPr>
        <p:spPr>
          <a:xfrm>
            <a:off x="457200" y="605600"/>
            <a:ext cx="5640900" cy="390576"/>
          </a:xfrm>
        </p:spPr>
        <p:txBody>
          <a:bodyPr/>
          <a:lstStyle/>
          <a:p>
            <a:r>
              <a:rPr lang="en-US" altLang="en-US" sz="3200"/>
              <a:t>Null Value</a:t>
            </a:r>
          </a:p>
        </p:txBody>
      </p:sp>
      <p:sp>
        <p:nvSpPr>
          <p:cNvPr id="326660" name="Rectangle 4">
            <a:extLst>
              <a:ext uri="{FF2B5EF4-FFF2-40B4-BE49-F238E27FC236}">
                <a16:creationId xmlns:a16="http://schemas.microsoft.com/office/drawing/2014/main" id="{4827BCEB-F62F-407D-AA89-7E52B2976F21}"/>
              </a:ext>
            </a:extLst>
          </p:cNvPr>
          <p:cNvSpPr>
            <a:spLocks noChangeArrowheads="1"/>
          </p:cNvSpPr>
          <p:nvPr/>
        </p:nvSpPr>
        <p:spPr bwMode="gray">
          <a:xfrm>
            <a:off x="5326575" y="1371005"/>
            <a:ext cx="1543050" cy="259556"/>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pic>
        <p:nvPicPr>
          <p:cNvPr id="2" name="Picture 1"/>
          <p:cNvPicPr>
            <a:picLocks noChangeAspect="1"/>
          </p:cNvPicPr>
          <p:nvPr/>
        </p:nvPicPr>
        <p:blipFill>
          <a:blip r:embed="rId3"/>
          <a:stretch>
            <a:fillRect/>
          </a:stretch>
        </p:blipFill>
        <p:spPr>
          <a:xfrm>
            <a:off x="2901059" y="2127908"/>
            <a:ext cx="3133725" cy="2790825"/>
          </a:xfrm>
          <a:prstGeom prst="rect">
            <a:avLst/>
          </a:prstGeom>
        </p:spPr>
      </p:pic>
    </p:spTree>
    <p:extLst>
      <p:ext uri="{BB962C8B-B14F-4D97-AF65-F5344CB8AC3E}">
        <p14:creationId xmlns:p14="http://schemas.microsoft.com/office/powerpoint/2010/main" val="3615454512"/>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86" name="Rectangle 26">
            <a:extLst>
              <a:ext uri="{FF2B5EF4-FFF2-40B4-BE49-F238E27FC236}">
                <a16:creationId xmlns:a16="http://schemas.microsoft.com/office/drawing/2014/main" id="{D163B9A4-51F6-4D70-9DAE-ECF46D5E3813}"/>
              </a:ext>
            </a:extLst>
          </p:cNvPr>
          <p:cNvSpPr>
            <a:spLocks noGrp="1" noChangeArrowheads="1"/>
          </p:cNvSpPr>
          <p:nvPr>
            <p:ph type="title"/>
          </p:nvPr>
        </p:nvSpPr>
        <p:spPr/>
        <p:txBody>
          <a:bodyPr>
            <a:normAutofit/>
          </a:bodyPr>
          <a:lstStyle/>
          <a:p>
            <a:r>
              <a:rPr lang="en-US" altLang="en-US" sz="3200"/>
              <a:t>Arithmetic Expressions</a:t>
            </a:r>
          </a:p>
        </p:txBody>
      </p:sp>
      <p:sp>
        <p:nvSpPr>
          <p:cNvPr id="322587" name="Rectangle 27">
            <a:extLst>
              <a:ext uri="{FF2B5EF4-FFF2-40B4-BE49-F238E27FC236}">
                <a16:creationId xmlns:a16="http://schemas.microsoft.com/office/drawing/2014/main" id="{0A84F6B9-79E8-46D6-9E27-3233A97863E0}"/>
              </a:ext>
            </a:extLst>
          </p:cNvPr>
          <p:cNvSpPr>
            <a:spLocks noGrp="1" noChangeArrowheads="1"/>
          </p:cNvSpPr>
          <p:nvPr>
            <p:ph idx="1"/>
          </p:nvPr>
        </p:nvSpPr>
        <p:spPr>
          <a:xfrm>
            <a:off x="469105" y="1078703"/>
            <a:ext cx="7967527" cy="521494"/>
          </a:xfrm>
        </p:spPr>
        <p:txBody>
          <a:bodyPr/>
          <a:lstStyle/>
          <a:p>
            <a:r>
              <a:rPr lang="en-US" altLang="en-US" sz="2800"/>
              <a:t>Create expressions with number and date data by using arithmetic operators.</a:t>
            </a:r>
          </a:p>
        </p:txBody>
      </p:sp>
      <p:grpSp>
        <p:nvGrpSpPr>
          <p:cNvPr id="2" name="Group 1">
            <a:extLst>
              <a:ext uri="{FF2B5EF4-FFF2-40B4-BE49-F238E27FC236}">
                <a16:creationId xmlns:a16="http://schemas.microsoft.com/office/drawing/2014/main" id="{07D94CB3-C839-4DC7-934E-FF6AF73DB0F6}"/>
              </a:ext>
            </a:extLst>
          </p:cNvPr>
          <p:cNvGrpSpPr/>
          <p:nvPr/>
        </p:nvGrpSpPr>
        <p:grpSpPr>
          <a:xfrm>
            <a:off x="2394160" y="2436242"/>
            <a:ext cx="4355680" cy="1848299"/>
            <a:chOff x="2924175" y="2033588"/>
            <a:chExt cx="3257550" cy="1382316"/>
          </a:xfrm>
        </p:grpSpPr>
        <p:sp>
          <p:nvSpPr>
            <p:cNvPr id="322565" name="Rectangle 5">
              <a:extLst>
                <a:ext uri="{FF2B5EF4-FFF2-40B4-BE49-F238E27FC236}">
                  <a16:creationId xmlns:a16="http://schemas.microsoft.com/office/drawing/2014/main" id="{57AFE249-E314-47F0-ABA1-C9713FD0BE64}"/>
                </a:ext>
              </a:extLst>
            </p:cNvPr>
            <p:cNvSpPr>
              <a:spLocks noChangeArrowheads="1"/>
            </p:cNvSpPr>
            <p:nvPr/>
          </p:nvSpPr>
          <p:spPr bwMode="blackWhite">
            <a:xfrm>
              <a:off x="3952875" y="2868216"/>
              <a:ext cx="2228850" cy="273844"/>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defTabSz="228600">
                <a:buClr>
                  <a:srgbClr val="000000"/>
                </a:buClr>
                <a:defRPr sz="2000">
                  <a:solidFill>
                    <a:schemeClr val="tx1"/>
                  </a:solidFill>
                  <a:latin typeface="Arial" panose="020B0604020202020204" pitchFamily="34" charset="0"/>
                </a:defRPr>
              </a:lvl1pPr>
              <a:lvl2pPr marL="114300" algn="l" defTabSz="228600">
                <a:buChar char="•"/>
                <a:defRPr sz="2000">
                  <a:solidFill>
                    <a:schemeClr val="tx1"/>
                  </a:solidFill>
                  <a:latin typeface="Arial" panose="020B0604020202020204" pitchFamily="34" charset="0"/>
                </a:defRPr>
              </a:lvl2pPr>
              <a:lvl3pPr marL="685800" algn="l" defTabSz="228600">
                <a:buChar char="–"/>
                <a:defRPr>
                  <a:solidFill>
                    <a:schemeClr val="tx1"/>
                  </a:solidFill>
                  <a:latin typeface="Arial" panose="020B0604020202020204" pitchFamily="34" charset="0"/>
                </a:defRPr>
              </a:lvl3pPr>
              <a:lvl4pPr marL="1143000" algn="l" defTabSz="228600">
                <a:buClr>
                  <a:schemeClr val="accent2"/>
                </a:buClr>
                <a:buSzPct val="45000"/>
                <a:buChar char="—"/>
                <a:defRPr sz="1600">
                  <a:solidFill>
                    <a:schemeClr val="tx1"/>
                  </a:solidFill>
                  <a:latin typeface="Arial" panose="020B0604020202020204" pitchFamily="34" charset="0"/>
                </a:defRPr>
              </a:lvl4pPr>
              <a:lvl5pPr marL="1257300" algn="l" defTabSz="228600">
                <a:buClr>
                  <a:schemeClr val="accent2"/>
                </a:buClr>
                <a:buSzPct val="5500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r>
                <a:rPr lang="en-US" altLang="en-US"/>
                <a:t>Multiply</a:t>
              </a:r>
            </a:p>
          </p:txBody>
        </p:sp>
        <p:sp>
          <p:nvSpPr>
            <p:cNvPr id="322566" name="Rectangle 6">
              <a:extLst>
                <a:ext uri="{FF2B5EF4-FFF2-40B4-BE49-F238E27FC236}">
                  <a16:creationId xmlns:a16="http://schemas.microsoft.com/office/drawing/2014/main" id="{51B1CB82-2B8D-47BC-8CBC-E0F620243FC5}"/>
                </a:ext>
              </a:extLst>
            </p:cNvPr>
            <p:cNvSpPr>
              <a:spLocks noChangeArrowheads="1"/>
            </p:cNvSpPr>
            <p:nvPr/>
          </p:nvSpPr>
          <p:spPr bwMode="blackWhite">
            <a:xfrm>
              <a:off x="2924175" y="2868216"/>
              <a:ext cx="1028700" cy="273844"/>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defTabSz="228600">
                <a:buClr>
                  <a:srgbClr val="000000"/>
                </a:buClr>
                <a:defRPr sz="2000">
                  <a:solidFill>
                    <a:schemeClr val="tx1"/>
                  </a:solidFill>
                  <a:latin typeface="Arial" panose="020B0604020202020204" pitchFamily="34" charset="0"/>
                </a:defRPr>
              </a:lvl1pPr>
              <a:lvl2pPr marL="114300" algn="l" defTabSz="228600">
                <a:buChar char="•"/>
                <a:defRPr sz="2000">
                  <a:solidFill>
                    <a:schemeClr val="tx1"/>
                  </a:solidFill>
                  <a:latin typeface="Arial" panose="020B0604020202020204" pitchFamily="34" charset="0"/>
                </a:defRPr>
              </a:lvl2pPr>
              <a:lvl3pPr marL="685800" algn="l" defTabSz="228600">
                <a:buChar char="–"/>
                <a:defRPr>
                  <a:solidFill>
                    <a:schemeClr val="tx1"/>
                  </a:solidFill>
                  <a:latin typeface="Arial" panose="020B0604020202020204" pitchFamily="34" charset="0"/>
                </a:defRPr>
              </a:lvl3pPr>
              <a:lvl4pPr marL="1143000" algn="l" defTabSz="228600">
                <a:buClr>
                  <a:schemeClr val="accent2"/>
                </a:buClr>
                <a:buSzPct val="45000"/>
                <a:buChar char="—"/>
                <a:defRPr sz="1600">
                  <a:solidFill>
                    <a:schemeClr val="tx1"/>
                  </a:solidFill>
                  <a:latin typeface="Arial" panose="020B0604020202020204" pitchFamily="34" charset="0"/>
                </a:defRPr>
              </a:lvl4pPr>
              <a:lvl5pPr marL="1257300" algn="l" defTabSz="228600">
                <a:buClr>
                  <a:schemeClr val="accent2"/>
                </a:buClr>
                <a:buSzPct val="5500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algn="ctr"/>
              <a:r>
                <a:rPr lang="en-US" altLang="en-US"/>
                <a:t>*</a:t>
              </a:r>
            </a:p>
          </p:txBody>
        </p:sp>
        <p:sp>
          <p:nvSpPr>
            <p:cNvPr id="322567" name="Rectangle 7">
              <a:extLst>
                <a:ext uri="{FF2B5EF4-FFF2-40B4-BE49-F238E27FC236}">
                  <a16:creationId xmlns:a16="http://schemas.microsoft.com/office/drawing/2014/main" id="{96540058-613B-4F95-AD0D-21185FACC3DF}"/>
                </a:ext>
              </a:extLst>
            </p:cNvPr>
            <p:cNvSpPr>
              <a:spLocks noChangeArrowheads="1"/>
            </p:cNvSpPr>
            <p:nvPr/>
          </p:nvSpPr>
          <p:spPr bwMode="blackWhite">
            <a:xfrm>
              <a:off x="3952875" y="3142060"/>
              <a:ext cx="2228850" cy="273844"/>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defTabSz="228600">
                <a:buClr>
                  <a:srgbClr val="000000"/>
                </a:buClr>
                <a:defRPr sz="2000">
                  <a:solidFill>
                    <a:schemeClr val="tx1"/>
                  </a:solidFill>
                  <a:latin typeface="Arial" panose="020B0604020202020204" pitchFamily="34" charset="0"/>
                </a:defRPr>
              </a:lvl1pPr>
              <a:lvl2pPr marL="114300" algn="l" defTabSz="228600">
                <a:buChar char="•"/>
                <a:defRPr sz="2000">
                  <a:solidFill>
                    <a:schemeClr val="tx1"/>
                  </a:solidFill>
                  <a:latin typeface="Arial" panose="020B0604020202020204" pitchFamily="34" charset="0"/>
                </a:defRPr>
              </a:lvl2pPr>
              <a:lvl3pPr marL="685800" algn="l" defTabSz="228600">
                <a:buChar char="–"/>
                <a:defRPr>
                  <a:solidFill>
                    <a:schemeClr val="tx1"/>
                  </a:solidFill>
                  <a:latin typeface="Arial" panose="020B0604020202020204" pitchFamily="34" charset="0"/>
                </a:defRPr>
              </a:lvl3pPr>
              <a:lvl4pPr marL="1143000" algn="l" defTabSz="228600">
                <a:buClr>
                  <a:schemeClr val="accent2"/>
                </a:buClr>
                <a:buSzPct val="45000"/>
                <a:buChar char="—"/>
                <a:defRPr sz="1600">
                  <a:solidFill>
                    <a:schemeClr val="tx1"/>
                  </a:solidFill>
                  <a:latin typeface="Arial" panose="020B0604020202020204" pitchFamily="34" charset="0"/>
                </a:defRPr>
              </a:lvl4pPr>
              <a:lvl5pPr marL="1257300" algn="l" defTabSz="228600">
                <a:buClr>
                  <a:schemeClr val="accent2"/>
                </a:buClr>
                <a:buSzPct val="5500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r>
                <a:rPr lang="en-US" altLang="en-US"/>
                <a:t>Divide</a:t>
              </a:r>
            </a:p>
          </p:txBody>
        </p:sp>
        <p:sp>
          <p:nvSpPr>
            <p:cNvPr id="322568" name="Rectangle 8">
              <a:extLst>
                <a:ext uri="{FF2B5EF4-FFF2-40B4-BE49-F238E27FC236}">
                  <a16:creationId xmlns:a16="http://schemas.microsoft.com/office/drawing/2014/main" id="{42901BC0-946A-4958-8ABF-0D684E6BA938}"/>
                </a:ext>
              </a:extLst>
            </p:cNvPr>
            <p:cNvSpPr>
              <a:spLocks noChangeArrowheads="1"/>
            </p:cNvSpPr>
            <p:nvPr/>
          </p:nvSpPr>
          <p:spPr bwMode="blackWhite">
            <a:xfrm>
              <a:off x="2924175" y="3142060"/>
              <a:ext cx="1028700" cy="273844"/>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defTabSz="228600">
                <a:buClr>
                  <a:srgbClr val="000000"/>
                </a:buClr>
                <a:defRPr sz="2000">
                  <a:solidFill>
                    <a:schemeClr val="tx1"/>
                  </a:solidFill>
                  <a:latin typeface="Arial" panose="020B0604020202020204" pitchFamily="34" charset="0"/>
                </a:defRPr>
              </a:lvl1pPr>
              <a:lvl2pPr marL="114300" algn="l" defTabSz="228600">
                <a:buChar char="•"/>
                <a:defRPr sz="2000">
                  <a:solidFill>
                    <a:schemeClr val="tx1"/>
                  </a:solidFill>
                  <a:latin typeface="Arial" panose="020B0604020202020204" pitchFamily="34" charset="0"/>
                </a:defRPr>
              </a:lvl2pPr>
              <a:lvl3pPr marL="685800" algn="l" defTabSz="228600">
                <a:buChar char="–"/>
                <a:defRPr>
                  <a:solidFill>
                    <a:schemeClr val="tx1"/>
                  </a:solidFill>
                  <a:latin typeface="Arial" panose="020B0604020202020204" pitchFamily="34" charset="0"/>
                </a:defRPr>
              </a:lvl3pPr>
              <a:lvl4pPr marL="1143000" algn="l" defTabSz="228600">
                <a:buClr>
                  <a:schemeClr val="accent2"/>
                </a:buClr>
                <a:buSzPct val="45000"/>
                <a:buChar char="—"/>
                <a:defRPr sz="1600">
                  <a:solidFill>
                    <a:schemeClr val="tx1"/>
                  </a:solidFill>
                  <a:latin typeface="Arial" panose="020B0604020202020204" pitchFamily="34" charset="0"/>
                </a:defRPr>
              </a:lvl4pPr>
              <a:lvl5pPr marL="1257300" algn="l" defTabSz="228600">
                <a:buClr>
                  <a:schemeClr val="accent2"/>
                </a:buClr>
                <a:buSzPct val="5500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lvl="1" algn="ctr">
                <a:buFont typeface="Arial" panose="020B0604020202020204" pitchFamily="34" charset="0"/>
                <a:buNone/>
              </a:pPr>
              <a:r>
                <a:rPr lang="en-US" altLang="en-US"/>
                <a:t>/</a:t>
              </a:r>
            </a:p>
          </p:txBody>
        </p:sp>
        <p:sp>
          <p:nvSpPr>
            <p:cNvPr id="322569" name="Rectangle 9">
              <a:extLst>
                <a:ext uri="{FF2B5EF4-FFF2-40B4-BE49-F238E27FC236}">
                  <a16:creationId xmlns:a16="http://schemas.microsoft.com/office/drawing/2014/main" id="{FB9F2739-D394-48F3-80F6-02ABCB4025F1}"/>
                </a:ext>
              </a:extLst>
            </p:cNvPr>
            <p:cNvSpPr>
              <a:spLocks noChangeArrowheads="1"/>
            </p:cNvSpPr>
            <p:nvPr/>
          </p:nvSpPr>
          <p:spPr bwMode="blackWhite">
            <a:xfrm>
              <a:off x="3952875" y="2581275"/>
              <a:ext cx="2228850" cy="286941"/>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defTabSz="228600">
                <a:buClr>
                  <a:srgbClr val="000000"/>
                </a:buClr>
                <a:defRPr sz="2000">
                  <a:solidFill>
                    <a:schemeClr val="tx1"/>
                  </a:solidFill>
                  <a:latin typeface="Arial" panose="020B0604020202020204" pitchFamily="34" charset="0"/>
                </a:defRPr>
              </a:lvl1pPr>
              <a:lvl2pPr marL="114300" algn="l" defTabSz="228600">
                <a:buChar char="•"/>
                <a:defRPr sz="2000">
                  <a:solidFill>
                    <a:schemeClr val="tx1"/>
                  </a:solidFill>
                  <a:latin typeface="Arial" panose="020B0604020202020204" pitchFamily="34" charset="0"/>
                </a:defRPr>
              </a:lvl2pPr>
              <a:lvl3pPr marL="685800" algn="l" defTabSz="228600">
                <a:buChar char="–"/>
                <a:defRPr>
                  <a:solidFill>
                    <a:schemeClr val="tx1"/>
                  </a:solidFill>
                  <a:latin typeface="Arial" panose="020B0604020202020204" pitchFamily="34" charset="0"/>
                </a:defRPr>
              </a:lvl3pPr>
              <a:lvl4pPr marL="1143000" algn="l" defTabSz="228600">
                <a:buClr>
                  <a:schemeClr val="accent2"/>
                </a:buClr>
                <a:buSzPct val="45000"/>
                <a:buChar char="—"/>
                <a:defRPr sz="1600">
                  <a:solidFill>
                    <a:schemeClr val="tx1"/>
                  </a:solidFill>
                  <a:latin typeface="Arial" panose="020B0604020202020204" pitchFamily="34" charset="0"/>
                </a:defRPr>
              </a:lvl4pPr>
              <a:lvl5pPr marL="1257300" algn="l" defTabSz="228600">
                <a:buClr>
                  <a:schemeClr val="accent2"/>
                </a:buClr>
                <a:buSzPct val="5500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r>
                <a:rPr lang="en-US" altLang="en-US"/>
                <a:t>Subtract</a:t>
              </a:r>
            </a:p>
          </p:txBody>
        </p:sp>
        <p:sp>
          <p:nvSpPr>
            <p:cNvPr id="322570" name="Rectangle 10">
              <a:extLst>
                <a:ext uri="{FF2B5EF4-FFF2-40B4-BE49-F238E27FC236}">
                  <a16:creationId xmlns:a16="http://schemas.microsoft.com/office/drawing/2014/main" id="{6D95E0C4-ECD3-40BE-BD98-1AD9C871ADA4}"/>
                </a:ext>
              </a:extLst>
            </p:cNvPr>
            <p:cNvSpPr>
              <a:spLocks noChangeArrowheads="1"/>
            </p:cNvSpPr>
            <p:nvPr/>
          </p:nvSpPr>
          <p:spPr bwMode="blackWhite">
            <a:xfrm>
              <a:off x="2924175" y="2581275"/>
              <a:ext cx="1028700" cy="286941"/>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defTabSz="228600">
                <a:buClr>
                  <a:srgbClr val="000000"/>
                </a:buClr>
                <a:defRPr sz="2000">
                  <a:solidFill>
                    <a:schemeClr val="tx1"/>
                  </a:solidFill>
                  <a:latin typeface="Arial" panose="020B0604020202020204" pitchFamily="34" charset="0"/>
                </a:defRPr>
              </a:lvl1pPr>
              <a:lvl2pPr marL="114300" algn="l" defTabSz="228600">
                <a:buChar char="•"/>
                <a:defRPr sz="2000">
                  <a:solidFill>
                    <a:schemeClr val="tx1"/>
                  </a:solidFill>
                  <a:latin typeface="Arial" panose="020B0604020202020204" pitchFamily="34" charset="0"/>
                </a:defRPr>
              </a:lvl2pPr>
              <a:lvl3pPr marL="685800" algn="l" defTabSz="228600">
                <a:buChar char="–"/>
                <a:defRPr>
                  <a:solidFill>
                    <a:schemeClr val="tx1"/>
                  </a:solidFill>
                  <a:latin typeface="Arial" panose="020B0604020202020204" pitchFamily="34" charset="0"/>
                </a:defRPr>
              </a:lvl3pPr>
              <a:lvl4pPr marL="1143000" algn="l" defTabSz="228600">
                <a:buClr>
                  <a:schemeClr val="accent2"/>
                </a:buClr>
                <a:buSzPct val="45000"/>
                <a:buChar char="—"/>
                <a:defRPr sz="1600">
                  <a:solidFill>
                    <a:schemeClr val="tx1"/>
                  </a:solidFill>
                  <a:latin typeface="Arial" panose="020B0604020202020204" pitchFamily="34" charset="0"/>
                </a:defRPr>
              </a:lvl4pPr>
              <a:lvl5pPr marL="1257300" algn="l" defTabSz="228600">
                <a:buClr>
                  <a:schemeClr val="accent2"/>
                </a:buClr>
                <a:buSzPct val="5500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lvl="1" algn="ctr">
                <a:buFont typeface="Arial" panose="020B0604020202020204" pitchFamily="34" charset="0"/>
                <a:buNone/>
              </a:pPr>
              <a:r>
                <a:rPr lang="en-US" altLang="en-US"/>
                <a:t>-</a:t>
              </a:r>
            </a:p>
          </p:txBody>
        </p:sp>
        <p:sp>
          <p:nvSpPr>
            <p:cNvPr id="322571" name="Rectangle 11">
              <a:extLst>
                <a:ext uri="{FF2B5EF4-FFF2-40B4-BE49-F238E27FC236}">
                  <a16:creationId xmlns:a16="http://schemas.microsoft.com/office/drawing/2014/main" id="{F0015F16-60D4-4781-9DA5-644480271521}"/>
                </a:ext>
              </a:extLst>
            </p:cNvPr>
            <p:cNvSpPr>
              <a:spLocks noChangeArrowheads="1"/>
            </p:cNvSpPr>
            <p:nvPr/>
          </p:nvSpPr>
          <p:spPr bwMode="blackWhite">
            <a:xfrm>
              <a:off x="3952875" y="2307432"/>
              <a:ext cx="2228850" cy="273844"/>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defTabSz="228600">
                <a:buClr>
                  <a:srgbClr val="000000"/>
                </a:buClr>
                <a:defRPr sz="2000">
                  <a:solidFill>
                    <a:schemeClr val="tx1"/>
                  </a:solidFill>
                  <a:latin typeface="Arial" panose="020B0604020202020204" pitchFamily="34" charset="0"/>
                </a:defRPr>
              </a:lvl1pPr>
              <a:lvl2pPr marL="114300" algn="l" defTabSz="228600">
                <a:buChar char="•"/>
                <a:defRPr sz="2000">
                  <a:solidFill>
                    <a:schemeClr val="tx1"/>
                  </a:solidFill>
                  <a:latin typeface="Arial" panose="020B0604020202020204" pitchFamily="34" charset="0"/>
                </a:defRPr>
              </a:lvl2pPr>
              <a:lvl3pPr marL="685800" algn="l" defTabSz="228600">
                <a:buChar char="–"/>
                <a:defRPr>
                  <a:solidFill>
                    <a:schemeClr val="tx1"/>
                  </a:solidFill>
                  <a:latin typeface="Arial" panose="020B0604020202020204" pitchFamily="34" charset="0"/>
                </a:defRPr>
              </a:lvl3pPr>
              <a:lvl4pPr marL="1143000" algn="l" defTabSz="228600">
                <a:buClr>
                  <a:schemeClr val="accent2"/>
                </a:buClr>
                <a:buSzPct val="45000"/>
                <a:buChar char="—"/>
                <a:defRPr sz="1600">
                  <a:solidFill>
                    <a:schemeClr val="tx1"/>
                  </a:solidFill>
                  <a:latin typeface="Arial" panose="020B0604020202020204" pitchFamily="34" charset="0"/>
                </a:defRPr>
              </a:lvl4pPr>
              <a:lvl5pPr marL="1257300" algn="l" defTabSz="228600">
                <a:buClr>
                  <a:schemeClr val="accent2"/>
                </a:buClr>
                <a:buSzPct val="5500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r>
                <a:rPr lang="en-US" altLang="en-US"/>
                <a:t>Add</a:t>
              </a:r>
            </a:p>
          </p:txBody>
        </p:sp>
        <p:sp>
          <p:nvSpPr>
            <p:cNvPr id="322572" name="Rectangle 12">
              <a:extLst>
                <a:ext uri="{FF2B5EF4-FFF2-40B4-BE49-F238E27FC236}">
                  <a16:creationId xmlns:a16="http://schemas.microsoft.com/office/drawing/2014/main" id="{AADF4FF4-A189-4394-8EC4-69312398FBF6}"/>
                </a:ext>
              </a:extLst>
            </p:cNvPr>
            <p:cNvSpPr>
              <a:spLocks noChangeArrowheads="1"/>
            </p:cNvSpPr>
            <p:nvPr/>
          </p:nvSpPr>
          <p:spPr bwMode="blackWhite">
            <a:xfrm>
              <a:off x="2924175" y="2307432"/>
              <a:ext cx="1028700" cy="273844"/>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defTabSz="228600">
                <a:buClr>
                  <a:srgbClr val="000000"/>
                </a:buClr>
                <a:defRPr sz="2000">
                  <a:solidFill>
                    <a:schemeClr val="tx1"/>
                  </a:solidFill>
                  <a:latin typeface="Arial" panose="020B0604020202020204" pitchFamily="34" charset="0"/>
                </a:defRPr>
              </a:lvl1pPr>
              <a:lvl2pPr marL="114300" algn="l" defTabSz="228600">
                <a:buChar char="•"/>
                <a:defRPr sz="2000">
                  <a:solidFill>
                    <a:schemeClr val="tx1"/>
                  </a:solidFill>
                  <a:latin typeface="Arial" panose="020B0604020202020204" pitchFamily="34" charset="0"/>
                </a:defRPr>
              </a:lvl2pPr>
              <a:lvl3pPr marL="685800" algn="l" defTabSz="228600">
                <a:buChar char="–"/>
                <a:defRPr>
                  <a:solidFill>
                    <a:schemeClr val="tx1"/>
                  </a:solidFill>
                  <a:latin typeface="Arial" panose="020B0604020202020204" pitchFamily="34" charset="0"/>
                </a:defRPr>
              </a:lvl3pPr>
              <a:lvl4pPr marL="1143000" algn="l" defTabSz="228600">
                <a:buClr>
                  <a:schemeClr val="accent2"/>
                </a:buClr>
                <a:buSzPct val="45000"/>
                <a:buChar char="—"/>
                <a:defRPr sz="1600">
                  <a:solidFill>
                    <a:schemeClr val="tx1"/>
                  </a:solidFill>
                  <a:latin typeface="Arial" panose="020B0604020202020204" pitchFamily="34" charset="0"/>
                </a:defRPr>
              </a:lvl4pPr>
              <a:lvl5pPr marL="1257300" algn="l" defTabSz="228600">
                <a:buClr>
                  <a:schemeClr val="accent2"/>
                </a:buClr>
                <a:buSzPct val="5500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lvl="1" algn="ctr">
                <a:buFont typeface="Arial" panose="020B0604020202020204" pitchFamily="34" charset="0"/>
                <a:buNone/>
              </a:pPr>
              <a:r>
                <a:rPr lang="en-US" altLang="en-US"/>
                <a:t>+</a:t>
              </a:r>
            </a:p>
          </p:txBody>
        </p:sp>
        <p:sp>
          <p:nvSpPr>
            <p:cNvPr id="322573" name="Rectangle 13">
              <a:extLst>
                <a:ext uri="{FF2B5EF4-FFF2-40B4-BE49-F238E27FC236}">
                  <a16:creationId xmlns:a16="http://schemas.microsoft.com/office/drawing/2014/main" id="{3CF667F9-8014-43BD-81EA-B8AA012E6CC7}"/>
                </a:ext>
              </a:extLst>
            </p:cNvPr>
            <p:cNvSpPr>
              <a:spLocks noChangeArrowheads="1"/>
            </p:cNvSpPr>
            <p:nvPr/>
          </p:nvSpPr>
          <p:spPr bwMode="gray">
            <a:xfrm>
              <a:off x="3952875" y="2033588"/>
              <a:ext cx="2228850" cy="273844"/>
            </a:xfrm>
            <a:prstGeom prst="rect">
              <a:avLst/>
            </a:prstGeom>
            <a:solidFill>
              <a:schemeClr val="accent2"/>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defTabSz="228600">
                <a:buClr>
                  <a:srgbClr val="000000"/>
                </a:buClr>
                <a:defRPr sz="2000">
                  <a:solidFill>
                    <a:schemeClr val="tx1"/>
                  </a:solidFill>
                  <a:latin typeface="Arial" panose="020B0604020202020204" pitchFamily="34" charset="0"/>
                </a:defRPr>
              </a:lvl1pPr>
              <a:lvl2pPr marL="114300" algn="l" defTabSz="228600">
                <a:buChar char="•"/>
                <a:defRPr sz="2000">
                  <a:solidFill>
                    <a:schemeClr val="tx1"/>
                  </a:solidFill>
                  <a:latin typeface="Arial" panose="020B0604020202020204" pitchFamily="34" charset="0"/>
                </a:defRPr>
              </a:lvl2pPr>
              <a:lvl3pPr marL="685800" algn="l" defTabSz="228600">
                <a:buChar char="–"/>
                <a:defRPr>
                  <a:solidFill>
                    <a:schemeClr val="tx1"/>
                  </a:solidFill>
                  <a:latin typeface="Arial" panose="020B0604020202020204" pitchFamily="34" charset="0"/>
                </a:defRPr>
              </a:lvl3pPr>
              <a:lvl4pPr marL="1143000" algn="l" defTabSz="228600">
                <a:buClr>
                  <a:schemeClr val="accent2"/>
                </a:buClr>
                <a:buSzPct val="45000"/>
                <a:buChar char="—"/>
                <a:defRPr sz="1600">
                  <a:solidFill>
                    <a:schemeClr val="tx1"/>
                  </a:solidFill>
                  <a:latin typeface="Arial" panose="020B0604020202020204" pitchFamily="34" charset="0"/>
                </a:defRPr>
              </a:lvl4pPr>
              <a:lvl5pPr marL="1257300" algn="l" defTabSz="228600">
                <a:buClr>
                  <a:schemeClr val="accent2"/>
                </a:buClr>
                <a:buSzPct val="5500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r>
                <a:rPr lang="en-US" altLang="en-US">
                  <a:solidFill>
                    <a:schemeClr val="bg1"/>
                  </a:solidFill>
                </a:rPr>
                <a:t>Description</a:t>
              </a:r>
            </a:p>
          </p:txBody>
        </p:sp>
        <p:sp>
          <p:nvSpPr>
            <p:cNvPr id="322574" name="Rectangle 14">
              <a:extLst>
                <a:ext uri="{FF2B5EF4-FFF2-40B4-BE49-F238E27FC236}">
                  <a16:creationId xmlns:a16="http://schemas.microsoft.com/office/drawing/2014/main" id="{E157C729-EA60-4DFE-A05B-4BC0098754F5}"/>
                </a:ext>
              </a:extLst>
            </p:cNvPr>
            <p:cNvSpPr>
              <a:spLocks noChangeArrowheads="1"/>
            </p:cNvSpPr>
            <p:nvPr/>
          </p:nvSpPr>
          <p:spPr bwMode="gray">
            <a:xfrm>
              <a:off x="2924175" y="2033588"/>
              <a:ext cx="1028700" cy="273844"/>
            </a:xfrm>
            <a:prstGeom prst="rect">
              <a:avLst/>
            </a:prstGeom>
            <a:solidFill>
              <a:schemeClr val="accent2"/>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l" defTabSz="228600">
                <a:buClr>
                  <a:srgbClr val="000000"/>
                </a:buClr>
                <a:defRPr sz="2000">
                  <a:solidFill>
                    <a:schemeClr val="tx1"/>
                  </a:solidFill>
                  <a:latin typeface="Arial" panose="020B0604020202020204" pitchFamily="34" charset="0"/>
                </a:defRPr>
              </a:lvl1pPr>
              <a:lvl2pPr marL="114300" algn="l" defTabSz="228600">
                <a:buChar char="•"/>
                <a:defRPr sz="2000">
                  <a:solidFill>
                    <a:schemeClr val="tx1"/>
                  </a:solidFill>
                  <a:latin typeface="Arial" panose="020B0604020202020204" pitchFamily="34" charset="0"/>
                </a:defRPr>
              </a:lvl2pPr>
              <a:lvl3pPr marL="685800" algn="l" defTabSz="228600">
                <a:buChar char="–"/>
                <a:defRPr>
                  <a:solidFill>
                    <a:schemeClr val="tx1"/>
                  </a:solidFill>
                  <a:latin typeface="Arial" panose="020B0604020202020204" pitchFamily="34" charset="0"/>
                </a:defRPr>
              </a:lvl3pPr>
              <a:lvl4pPr marL="1143000" algn="l" defTabSz="228600">
                <a:buClr>
                  <a:schemeClr val="accent2"/>
                </a:buClr>
                <a:buSzPct val="45000"/>
                <a:buChar char="—"/>
                <a:defRPr sz="1600">
                  <a:solidFill>
                    <a:schemeClr val="tx1"/>
                  </a:solidFill>
                  <a:latin typeface="Arial" panose="020B0604020202020204" pitchFamily="34" charset="0"/>
                </a:defRPr>
              </a:lvl4pPr>
              <a:lvl5pPr marL="1257300" algn="l" defTabSz="228600">
                <a:buClr>
                  <a:schemeClr val="accent2"/>
                </a:buClr>
                <a:buSzPct val="5500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r>
                <a:rPr lang="en-US" altLang="en-US">
                  <a:solidFill>
                    <a:schemeClr val="bg1"/>
                  </a:solidFill>
                </a:rPr>
                <a:t>Operator</a:t>
              </a:r>
            </a:p>
          </p:txBody>
        </p:sp>
        <p:sp>
          <p:nvSpPr>
            <p:cNvPr id="322575" name="Line 15">
              <a:extLst>
                <a:ext uri="{FF2B5EF4-FFF2-40B4-BE49-F238E27FC236}">
                  <a16:creationId xmlns:a16="http://schemas.microsoft.com/office/drawing/2014/main" id="{08106B9A-8AF7-43A6-9B67-FF4F51C74998}"/>
                </a:ext>
              </a:extLst>
            </p:cNvPr>
            <p:cNvSpPr>
              <a:spLocks noChangeShapeType="1"/>
            </p:cNvSpPr>
            <p:nvPr/>
          </p:nvSpPr>
          <p:spPr bwMode="blackWhite">
            <a:xfrm>
              <a:off x="2924175" y="2307431"/>
              <a:ext cx="3257550" cy="0"/>
            </a:xfrm>
            <a:prstGeom prst="line">
              <a:avLst/>
            </a:prstGeom>
            <a:noFill/>
            <a:ln w="571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00"/>
            </a:p>
          </p:txBody>
        </p:sp>
        <p:sp>
          <p:nvSpPr>
            <p:cNvPr id="322576" name="Line 16">
              <a:extLst>
                <a:ext uri="{FF2B5EF4-FFF2-40B4-BE49-F238E27FC236}">
                  <a16:creationId xmlns:a16="http://schemas.microsoft.com/office/drawing/2014/main" id="{A36B5048-647F-4FC1-8853-A66386B82587}"/>
                </a:ext>
              </a:extLst>
            </p:cNvPr>
            <p:cNvSpPr>
              <a:spLocks noChangeShapeType="1"/>
            </p:cNvSpPr>
            <p:nvPr/>
          </p:nvSpPr>
          <p:spPr bwMode="blackWhite">
            <a:xfrm>
              <a:off x="2924175" y="2581275"/>
              <a:ext cx="325755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00"/>
            </a:p>
          </p:txBody>
        </p:sp>
        <p:sp>
          <p:nvSpPr>
            <p:cNvPr id="322577" name="Line 17">
              <a:extLst>
                <a:ext uri="{FF2B5EF4-FFF2-40B4-BE49-F238E27FC236}">
                  <a16:creationId xmlns:a16="http://schemas.microsoft.com/office/drawing/2014/main" id="{235528E5-7E20-43C2-A730-A5621E2EDDE7}"/>
                </a:ext>
              </a:extLst>
            </p:cNvPr>
            <p:cNvSpPr>
              <a:spLocks noChangeShapeType="1"/>
            </p:cNvSpPr>
            <p:nvPr/>
          </p:nvSpPr>
          <p:spPr bwMode="blackWhite">
            <a:xfrm>
              <a:off x="2924175" y="2868216"/>
              <a:ext cx="325755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00"/>
            </a:p>
          </p:txBody>
        </p:sp>
        <p:sp>
          <p:nvSpPr>
            <p:cNvPr id="322578" name="Line 18">
              <a:extLst>
                <a:ext uri="{FF2B5EF4-FFF2-40B4-BE49-F238E27FC236}">
                  <a16:creationId xmlns:a16="http://schemas.microsoft.com/office/drawing/2014/main" id="{7C51A736-7B27-4D58-B34C-B3516D2FDC0C}"/>
                </a:ext>
              </a:extLst>
            </p:cNvPr>
            <p:cNvSpPr>
              <a:spLocks noChangeShapeType="1"/>
            </p:cNvSpPr>
            <p:nvPr/>
          </p:nvSpPr>
          <p:spPr bwMode="blackWhite">
            <a:xfrm>
              <a:off x="2924175" y="3415904"/>
              <a:ext cx="3257550"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00"/>
            </a:p>
          </p:txBody>
        </p:sp>
        <p:sp>
          <p:nvSpPr>
            <p:cNvPr id="322579" name="Line 19">
              <a:extLst>
                <a:ext uri="{FF2B5EF4-FFF2-40B4-BE49-F238E27FC236}">
                  <a16:creationId xmlns:a16="http://schemas.microsoft.com/office/drawing/2014/main" id="{EDD93B90-DCD5-4F4A-9B11-332F5425C12C}"/>
                </a:ext>
              </a:extLst>
            </p:cNvPr>
            <p:cNvSpPr>
              <a:spLocks noChangeShapeType="1"/>
            </p:cNvSpPr>
            <p:nvPr/>
          </p:nvSpPr>
          <p:spPr bwMode="blackWhite">
            <a:xfrm>
              <a:off x="2924175" y="2033588"/>
              <a:ext cx="0" cy="273844"/>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00"/>
            </a:p>
          </p:txBody>
        </p:sp>
        <p:sp>
          <p:nvSpPr>
            <p:cNvPr id="322580" name="Line 20">
              <a:extLst>
                <a:ext uri="{FF2B5EF4-FFF2-40B4-BE49-F238E27FC236}">
                  <a16:creationId xmlns:a16="http://schemas.microsoft.com/office/drawing/2014/main" id="{335DE0ED-F1AB-4D71-B0E9-83B066D1FCF3}"/>
                </a:ext>
              </a:extLst>
            </p:cNvPr>
            <p:cNvSpPr>
              <a:spLocks noChangeShapeType="1"/>
            </p:cNvSpPr>
            <p:nvPr/>
          </p:nvSpPr>
          <p:spPr bwMode="blackWhite">
            <a:xfrm>
              <a:off x="3952875" y="2033588"/>
              <a:ext cx="0" cy="1382316"/>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00"/>
            </a:p>
          </p:txBody>
        </p:sp>
        <p:sp>
          <p:nvSpPr>
            <p:cNvPr id="322581" name="Line 21">
              <a:extLst>
                <a:ext uri="{FF2B5EF4-FFF2-40B4-BE49-F238E27FC236}">
                  <a16:creationId xmlns:a16="http://schemas.microsoft.com/office/drawing/2014/main" id="{94678616-027B-4C30-98F9-E2D91BC9751F}"/>
                </a:ext>
              </a:extLst>
            </p:cNvPr>
            <p:cNvSpPr>
              <a:spLocks noChangeShapeType="1"/>
            </p:cNvSpPr>
            <p:nvPr/>
          </p:nvSpPr>
          <p:spPr bwMode="blackWhite">
            <a:xfrm>
              <a:off x="6181725" y="2033588"/>
              <a:ext cx="0" cy="273844"/>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00"/>
            </a:p>
          </p:txBody>
        </p:sp>
        <p:sp>
          <p:nvSpPr>
            <p:cNvPr id="322582" name="Line 22">
              <a:extLst>
                <a:ext uri="{FF2B5EF4-FFF2-40B4-BE49-F238E27FC236}">
                  <a16:creationId xmlns:a16="http://schemas.microsoft.com/office/drawing/2014/main" id="{9CD63594-85EF-4294-92B3-F8405F5C376F}"/>
                </a:ext>
              </a:extLst>
            </p:cNvPr>
            <p:cNvSpPr>
              <a:spLocks noChangeShapeType="1"/>
            </p:cNvSpPr>
            <p:nvPr/>
          </p:nvSpPr>
          <p:spPr bwMode="blackWhite">
            <a:xfrm>
              <a:off x="2924175" y="3142060"/>
              <a:ext cx="325755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00"/>
            </a:p>
          </p:txBody>
        </p:sp>
        <p:sp>
          <p:nvSpPr>
            <p:cNvPr id="322583" name="Line 23">
              <a:extLst>
                <a:ext uri="{FF2B5EF4-FFF2-40B4-BE49-F238E27FC236}">
                  <a16:creationId xmlns:a16="http://schemas.microsoft.com/office/drawing/2014/main" id="{E31CE918-22BA-4BB4-99BE-00B4894ED3A7}"/>
                </a:ext>
              </a:extLst>
            </p:cNvPr>
            <p:cNvSpPr>
              <a:spLocks noChangeShapeType="1"/>
            </p:cNvSpPr>
            <p:nvPr/>
          </p:nvSpPr>
          <p:spPr bwMode="blackWhite">
            <a:xfrm>
              <a:off x="2924175" y="2033588"/>
              <a:ext cx="325755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00"/>
            </a:p>
          </p:txBody>
        </p:sp>
        <p:sp>
          <p:nvSpPr>
            <p:cNvPr id="322584" name="Line 24">
              <a:extLst>
                <a:ext uri="{FF2B5EF4-FFF2-40B4-BE49-F238E27FC236}">
                  <a16:creationId xmlns:a16="http://schemas.microsoft.com/office/drawing/2014/main" id="{FCDBD501-FB09-4C53-991F-70AD2B025BFE}"/>
                </a:ext>
              </a:extLst>
            </p:cNvPr>
            <p:cNvSpPr>
              <a:spLocks noChangeShapeType="1"/>
            </p:cNvSpPr>
            <p:nvPr/>
          </p:nvSpPr>
          <p:spPr bwMode="blackWhite">
            <a:xfrm>
              <a:off x="2924175" y="2307432"/>
              <a:ext cx="0" cy="1108472"/>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00"/>
            </a:p>
          </p:txBody>
        </p:sp>
        <p:sp>
          <p:nvSpPr>
            <p:cNvPr id="322585" name="Line 25">
              <a:extLst>
                <a:ext uri="{FF2B5EF4-FFF2-40B4-BE49-F238E27FC236}">
                  <a16:creationId xmlns:a16="http://schemas.microsoft.com/office/drawing/2014/main" id="{0EEB3BD1-5B2B-4ABE-88FC-FA4E0ABB9616}"/>
                </a:ext>
              </a:extLst>
            </p:cNvPr>
            <p:cNvSpPr>
              <a:spLocks noChangeShapeType="1"/>
            </p:cNvSpPr>
            <p:nvPr/>
          </p:nvSpPr>
          <p:spPr bwMode="blackWhite">
            <a:xfrm>
              <a:off x="6181725" y="2307432"/>
              <a:ext cx="0" cy="1108472"/>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600"/>
            </a:p>
          </p:txBody>
        </p:sp>
      </p:gr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a:extLst>
              <a:ext uri="{FF2B5EF4-FFF2-40B4-BE49-F238E27FC236}">
                <a16:creationId xmlns:a16="http://schemas.microsoft.com/office/drawing/2014/main" id="{886C9E9A-42C3-41A5-8FA6-4C67CE981515}"/>
              </a:ext>
            </a:extLst>
          </p:cNvPr>
          <p:cNvSpPr>
            <a:spLocks noChangeArrowheads="1"/>
          </p:cNvSpPr>
          <p:nvPr/>
        </p:nvSpPr>
        <p:spPr bwMode="blackGray">
          <a:xfrm>
            <a:off x="575274" y="1397794"/>
            <a:ext cx="8249549" cy="879624"/>
          </a:xfrm>
          <a:prstGeom prst="rect">
            <a:avLst/>
          </a:prstGeom>
          <a:solidFill>
            <a:schemeClr val="accent1">
              <a:lumMod val="20000"/>
              <a:lumOff val="80000"/>
            </a:schemeClr>
          </a:solidFill>
          <a:ln w="28575">
            <a:solidFill>
              <a:srgbClr val="000000"/>
            </a:solidFill>
            <a:miter lim="800000"/>
            <a:headEnd/>
            <a:tailEnd/>
          </a:ln>
          <a:effectLst/>
        </p:spPr>
        <p:txBody>
          <a:bodyPr wrap="none" lIns="69056" tIns="34529" rIns="69056" bIns="34529"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eaLnBrk="0" hangingPunct="0">
              <a:buClrTx/>
              <a:buFontTx/>
              <a:buNone/>
            </a:pPr>
            <a:r>
              <a:rPr lang="en-US" altLang="en-US" sz="2800" dirty="0">
                <a:solidFill>
                  <a:srgbClr val="000000"/>
                </a:solidFill>
                <a:latin typeface="Courier New" panose="02070309020205020404" pitchFamily="49" charset="0"/>
              </a:rPr>
              <a:t>SELECT </a:t>
            </a:r>
            <a:r>
              <a:rPr lang="en-US" altLang="en-US" sz="2800" dirty="0" err="1">
                <a:solidFill>
                  <a:srgbClr val="000000"/>
                </a:solidFill>
                <a:latin typeface="Courier New" panose="02070309020205020404" pitchFamily="49" charset="0"/>
              </a:rPr>
              <a:t>last_name</a:t>
            </a:r>
            <a:r>
              <a:rPr lang="en-US" altLang="en-US" sz="2800" dirty="0">
                <a:solidFill>
                  <a:srgbClr val="000000"/>
                </a:solidFill>
                <a:latin typeface="Courier New" panose="02070309020205020404" pitchFamily="49" charset="0"/>
              </a:rPr>
              <a:t>, salary, salary + 300</a:t>
            </a:r>
          </a:p>
          <a:p>
            <a:pPr eaLnBrk="0" hangingPunct="0">
              <a:buClrTx/>
              <a:buFontTx/>
              <a:buNone/>
            </a:pPr>
            <a:r>
              <a:rPr lang="en-US" altLang="en-US" sz="2800" dirty="0">
                <a:solidFill>
                  <a:srgbClr val="000000"/>
                </a:solidFill>
                <a:latin typeface="Courier New" panose="02070309020205020404" pitchFamily="49" charset="0"/>
              </a:rPr>
              <a:t>FROM   </a:t>
            </a:r>
            <a:r>
              <a:rPr lang="en-US" altLang="en-US" sz="2800" dirty="0" err="1">
                <a:solidFill>
                  <a:srgbClr val="000000"/>
                </a:solidFill>
                <a:latin typeface="Courier New" panose="02070309020205020404" pitchFamily="49" charset="0"/>
              </a:rPr>
              <a:t>hr.employees</a:t>
            </a:r>
            <a:r>
              <a:rPr lang="en-US" altLang="en-US" sz="2800" dirty="0">
                <a:solidFill>
                  <a:srgbClr val="000000"/>
                </a:solidFill>
                <a:latin typeface="Courier New" panose="02070309020205020404" pitchFamily="49" charset="0"/>
              </a:rPr>
              <a:t>;</a:t>
            </a:r>
          </a:p>
        </p:txBody>
      </p:sp>
      <p:sp>
        <p:nvSpPr>
          <p:cNvPr id="324611" name="Rectangle 3">
            <a:extLst>
              <a:ext uri="{FF2B5EF4-FFF2-40B4-BE49-F238E27FC236}">
                <a16:creationId xmlns:a16="http://schemas.microsoft.com/office/drawing/2014/main" id="{61FF4C65-73D0-4B41-8056-03A913D995CE}"/>
              </a:ext>
            </a:extLst>
          </p:cNvPr>
          <p:cNvSpPr>
            <a:spLocks noGrp="1" noChangeArrowheads="1"/>
          </p:cNvSpPr>
          <p:nvPr>
            <p:ph type="title"/>
          </p:nvPr>
        </p:nvSpPr>
        <p:spPr/>
        <p:txBody>
          <a:bodyPr/>
          <a:lstStyle/>
          <a:p>
            <a:r>
              <a:rPr lang="en-US" altLang="en-US" sz="3200"/>
              <a:t>Using Arithmetic Operators</a:t>
            </a:r>
          </a:p>
        </p:txBody>
      </p:sp>
      <p:sp>
        <p:nvSpPr>
          <p:cNvPr id="324612" name="Rectangle 4">
            <a:extLst>
              <a:ext uri="{FF2B5EF4-FFF2-40B4-BE49-F238E27FC236}">
                <a16:creationId xmlns:a16="http://schemas.microsoft.com/office/drawing/2014/main" id="{58224F13-F197-4FAD-87D2-EBE9FBB9BE6F}"/>
              </a:ext>
            </a:extLst>
          </p:cNvPr>
          <p:cNvSpPr>
            <a:spLocks noChangeArrowheads="1"/>
          </p:cNvSpPr>
          <p:nvPr/>
        </p:nvSpPr>
        <p:spPr bwMode="gray">
          <a:xfrm>
            <a:off x="6098099" y="1447794"/>
            <a:ext cx="2657711" cy="393582"/>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24614" name="Text Box 6">
            <a:extLst>
              <a:ext uri="{FF2B5EF4-FFF2-40B4-BE49-F238E27FC236}">
                <a16:creationId xmlns:a16="http://schemas.microsoft.com/office/drawing/2014/main" id="{672B6DF8-0BF0-41A6-9442-4D9EBBBE9DD9}"/>
              </a:ext>
            </a:extLst>
          </p:cNvPr>
          <p:cNvSpPr txBox="1">
            <a:spLocks noChangeArrowheads="1"/>
          </p:cNvSpPr>
          <p:nvPr/>
        </p:nvSpPr>
        <p:spPr bwMode="gray">
          <a:xfrm>
            <a:off x="3086100" y="3886201"/>
            <a:ext cx="275035" cy="296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9525" tIns="9525" rIns="9525" bIns="9525">
            <a:spAutoFit/>
          </a:bodyP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buClr>
                <a:srgbClr val="000000"/>
              </a:buClr>
            </a:pPr>
            <a:r>
              <a:rPr lang="en-US" altLang="en-US" sz="1800">
                <a:latin typeface="Arial" panose="020B0604020202020204" pitchFamily="34" charset="0"/>
              </a:rPr>
              <a:t>…</a:t>
            </a:r>
          </a:p>
        </p:txBody>
      </p:sp>
      <p:pic>
        <p:nvPicPr>
          <p:cNvPr id="324618" name="Picture 10">
            <a:extLst>
              <a:ext uri="{FF2B5EF4-FFF2-40B4-BE49-F238E27FC236}">
                <a16:creationId xmlns:a16="http://schemas.microsoft.com/office/drawing/2014/main" id="{1C62C2D9-C64D-4B3C-82A2-A21DA74ECA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2640153" y="2430494"/>
            <a:ext cx="3620808" cy="26432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a:extLst>
              <a:ext uri="{FF2B5EF4-FFF2-40B4-BE49-F238E27FC236}">
                <a16:creationId xmlns:a16="http://schemas.microsoft.com/office/drawing/2014/main" id="{37CD14F0-81D4-4B86-95A5-0D1A7D535AFB}"/>
              </a:ext>
            </a:extLst>
          </p:cNvPr>
          <p:cNvSpPr>
            <a:spLocks noChangeArrowheads="1"/>
          </p:cNvSpPr>
          <p:nvPr/>
        </p:nvSpPr>
        <p:spPr bwMode="blackGray">
          <a:xfrm>
            <a:off x="1800225" y="1338263"/>
            <a:ext cx="5457825" cy="584597"/>
          </a:xfrm>
          <a:prstGeom prst="rect">
            <a:avLst/>
          </a:prstGeom>
          <a:solidFill>
            <a:schemeClr val="accent1">
              <a:lumMod val="20000"/>
              <a:lumOff val="80000"/>
            </a:schemeClr>
          </a:solidFill>
          <a:ln w="28575">
            <a:solidFill>
              <a:srgbClr val="000000"/>
            </a:solidFill>
            <a:miter lim="800000"/>
            <a:headEnd/>
            <a:tailEnd/>
          </a:ln>
          <a:effectLst/>
        </p:spPr>
        <p:txBody>
          <a:bodyPr wrap="none" lIns="69056" tIns="34529" rIns="69056" bIns="34529"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eaLnBrk="0" hangingPunct="0">
              <a:buClrTx/>
              <a:buFontTx/>
              <a:buNone/>
            </a:pPr>
            <a:r>
              <a:rPr lang="en-US" altLang="en-US" sz="1350" dirty="0">
                <a:solidFill>
                  <a:srgbClr val="000000"/>
                </a:solidFill>
                <a:latin typeface="Courier New" panose="02070309020205020404" pitchFamily="49" charset="0"/>
              </a:rPr>
              <a:t>SELECT </a:t>
            </a:r>
            <a:r>
              <a:rPr lang="en-US" altLang="en-US" sz="1350" dirty="0" err="1">
                <a:solidFill>
                  <a:srgbClr val="000000"/>
                </a:solidFill>
                <a:latin typeface="Courier New" panose="02070309020205020404" pitchFamily="49" charset="0"/>
              </a:rPr>
              <a:t>last_name</a:t>
            </a:r>
            <a:r>
              <a:rPr lang="en-US" altLang="en-US" sz="1350" dirty="0">
                <a:solidFill>
                  <a:srgbClr val="000000"/>
                </a:solidFill>
                <a:latin typeface="Courier New" panose="02070309020205020404" pitchFamily="49" charset="0"/>
              </a:rPr>
              <a:t>, salary, 12*salary+100</a:t>
            </a:r>
          </a:p>
          <a:p>
            <a:pPr eaLnBrk="0" hangingPunct="0">
              <a:buClrTx/>
              <a:buFontTx/>
              <a:buNone/>
            </a:pPr>
            <a:r>
              <a:rPr lang="en-US" altLang="en-US" sz="1350" dirty="0">
                <a:solidFill>
                  <a:srgbClr val="000000"/>
                </a:solidFill>
                <a:latin typeface="Courier New" panose="02070309020205020404" pitchFamily="49" charset="0"/>
              </a:rPr>
              <a:t>FROM   </a:t>
            </a:r>
            <a:r>
              <a:rPr lang="en-US" altLang="en-US" sz="1350" dirty="0" err="1">
                <a:solidFill>
                  <a:srgbClr val="000000"/>
                </a:solidFill>
                <a:latin typeface="Courier New" panose="02070309020205020404" pitchFamily="49" charset="0"/>
              </a:rPr>
              <a:t>hr.employees</a:t>
            </a:r>
            <a:r>
              <a:rPr lang="en-US" altLang="en-US" sz="1350" dirty="0">
                <a:solidFill>
                  <a:srgbClr val="000000"/>
                </a:solidFill>
                <a:latin typeface="Courier New" panose="02070309020205020404" pitchFamily="49" charset="0"/>
              </a:rPr>
              <a:t>;</a:t>
            </a:r>
          </a:p>
        </p:txBody>
      </p:sp>
      <p:sp>
        <p:nvSpPr>
          <p:cNvPr id="326673" name="Rectangle 17">
            <a:extLst>
              <a:ext uri="{FF2B5EF4-FFF2-40B4-BE49-F238E27FC236}">
                <a16:creationId xmlns:a16="http://schemas.microsoft.com/office/drawing/2014/main" id="{B44B61C8-3859-45D6-9DEC-E928840E49DA}"/>
              </a:ext>
            </a:extLst>
          </p:cNvPr>
          <p:cNvSpPr>
            <a:spLocks noGrp="1" noChangeArrowheads="1"/>
          </p:cNvSpPr>
          <p:nvPr>
            <p:ph type="title"/>
          </p:nvPr>
        </p:nvSpPr>
        <p:spPr/>
        <p:txBody>
          <a:bodyPr/>
          <a:lstStyle/>
          <a:p>
            <a:r>
              <a:rPr lang="en-US" altLang="en-US" sz="3200" dirty="0"/>
              <a:t>Operator Precedence</a:t>
            </a:r>
          </a:p>
        </p:txBody>
      </p:sp>
      <p:sp>
        <p:nvSpPr>
          <p:cNvPr id="326660" name="Rectangle 4">
            <a:extLst>
              <a:ext uri="{FF2B5EF4-FFF2-40B4-BE49-F238E27FC236}">
                <a16:creationId xmlns:a16="http://schemas.microsoft.com/office/drawing/2014/main" id="{4827BCEB-F62F-407D-AA89-7E52B2976F21}"/>
              </a:ext>
            </a:extLst>
          </p:cNvPr>
          <p:cNvSpPr>
            <a:spLocks noChangeArrowheads="1"/>
          </p:cNvSpPr>
          <p:nvPr/>
        </p:nvSpPr>
        <p:spPr bwMode="gray">
          <a:xfrm>
            <a:off x="4496991" y="1388269"/>
            <a:ext cx="1543050" cy="259556"/>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26661" name="Rectangle 5">
            <a:extLst>
              <a:ext uri="{FF2B5EF4-FFF2-40B4-BE49-F238E27FC236}">
                <a16:creationId xmlns:a16="http://schemas.microsoft.com/office/drawing/2014/main" id="{DAD79056-494F-4AC8-9D7A-0DF59E1DEB29}"/>
              </a:ext>
            </a:extLst>
          </p:cNvPr>
          <p:cNvSpPr>
            <a:spLocks noChangeArrowheads="1"/>
          </p:cNvSpPr>
          <p:nvPr/>
        </p:nvSpPr>
        <p:spPr bwMode="blackGray">
          <a:xfrm>
            <a:off x="1800225" y="3169763"/>
            <a:ext cx="5457825" cy="556022"/>
          </a:xfrm>
          <a:prstGeom prst="rect">
            <a:avLst/>
          </a:prstGeom>
          <a:solidFill>
            <a:schemeClr val="accent1">
              <a:lumMod val="20000"/>
              <a:lumOff val="80000"/>
            </a:schemeClr>
          </a:solidFill>
          <a:ln w="28575">
            <a:solidFill>
              <a:srgbClr val="000000"/>
            </a:solidFill>
            <a:miter lim="800000"/>
            <a:headEnd/>
            <a:tailEnd/>
          </a:ln>
          <a:effectLst/>
        </p:spPr>
        <p:txBody>
          <a:bodyPr wrap="none" lIns="69056" tIns="34529" rIns="69056" bIns="34529"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eaLnBrk="0" hangingPunct="0">
              <a:buClrTx/>
              <a:buFontTx/>
              <a:buNone/>
            </a:pPr>
            <a:r>
              <a:rPr lang="en-US" altLang="en-US" sz="1350" dirty="0">
                <a:solidFill>
                  <a:srgbClr val="000000"/>
                </a:solidFill>
                <a:latin typeface="Courier New" panose="02070309020205020404" pitchFamily="49" charset="0"/>
              </a:rPr>
              <a:t>SELECT </a:t>
            </a:r>
            <a:r>
              <a:rPr lang="en-US" altLang="en-US" sz="1350" dirty="0" err="1">
                <a:solidFill>
                  <a:srgbClr val="000000"/>
                </a:solidFill>
                <a:latin typeface="Courier New" panose="02070309020205020404" pitchFamily="49" charset="0"/>
              </a:rPr>
              <a:t>last_name</a:t>
            </a:r>
            <a:r>
              <a:rPr lang="en-US" altLang="en-US" sz="1350" dirty="0">
                <a:solidFill>
                  <a:srgbClr val="000000"/>
                </a:solidFill>
                <a:latin typeface="Courier New" panose="02070309020205020404" pitchFamily="49" charset="0"/>
              </a:rPr>
              <a:t>, salary, 12*(salary+100)</a:t>
            </a:r>
          </a:p>
          <a:p>
            <a:pPr eaLnBrk="0" hangingPunct="0">
              <a:buClrTx/>
              <a:buFontTx/>
              <a:buNone/>
            </a:pPr>
            <a:r>
              <a:rPr lang="en-US" altLang="en-US" sz="1350" dirty="0">
                <a:solidFill>
                  <a:srgbClr val="000000"/>
                </a:solidFill>
                <a:latin typeface="Courier New" panose="02070309020205020404" pitchFamily="49" charset="0"/>
              </a:rPr>
              <a:t>FROM   </a:t>
            </a:r>
            <a:r>
              <a:rPr lang="en-US" altLang="en-US" sz="1350" dirty="0" err="1">
                <a:solidFill>
                  <a:srgbClr val="000000"/>
                </a:solidFill>
                <a:latin typeface="Courier New" panose="02070309020205020404" pitchFamily="49" charset="0"/>
              </a:rPr>
              <a:t>hr.employees</a:t>
            </a:r>
            <a:r>
              <a:rPr lang="en-US" altLang="en-US" sz="1350" dirty="0">
                <a:solidFill>
                  <a:srgbClr val="000000"/>
                </a:solidFill>
                <a:latin typeface="Courier New" panose="02070309020205020404" pitchFamily="49" charset="0"/>
              </a:rPr>
              <a:t>;</a:t>
            </a:r>
          </a:p>
        </p:txBody>
      </p:sp>
      <p:sp>
        <p:nvSpPr>
          <p:cNvPr id="326662" name="Rectangle 6">
            <a:extLst>
              <a:ext uri="{FF2B5EF4-FFF2-40B4-BE49-F238E27FC236}">
                <a16:creationId xmlns:a16="http://schemas.microsoft.com/office/drawing/2014/main" id="{7A206A4E-741D-482A-B9BD-9A043D000618}"/>
              </a:ext>
            </a:extLst>
          </p:cNvPr>
          <p:cNvSpPr>
            <a:spLocks noChangeArrowheads="1"/>
          </p:cNvSpPr>
          <p:nvPr/>
        </p:nvSpPr>
        <p:spPr bwMode="gray">
          <a:xfrm>
            <a:off x="4488657" y="3227494"/>
            <a:ext cx="1740694" cy="259556"/>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26664" name="Text Box 8">
            <a:extLst>
              <a:ext uri="{FF2B5EF4-FFF2-40B4-BE49-F238E27FC236}">
                <a16:creationId xmlns:a16="http://schemas.microsoft.com/office/drawing/2014/main" id="{42DFEA6E-5688-485E-8056-473BEC279A92}"/>
              </a:ext>
            </a:extLst>
          </p:cNvPr>
          <p:cNvSpPr txBox="1">
            <a:spLocks noChangeArrowheads="1"/>
          </p:cNvSpPr>
          <p:nvPr/>
        </p:nvSpPr>
        <p:spPr bwMode="gray">
          <a:xfrm>
            <a:off x="2228850" y="2854248"/>
            <a:ext cx="275035" cy="296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9525" tIns="9525" rIns="9525" bIns="9525">
            <a:spAutoFit/>
          </a:bodyP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buClr>
                <a:srgbClr val="000000"/>
              </a:buClr>
            </a:pPr>
            <a:r>
              <a:rPr lang="en-US" altLang="en-US" sz="1800">
                <a:latin typeface="Arial" panose="020B0604020202020204" pitchFamily="34" charset="0"/>
              </a:rPr>
              <a:t>…</a:t>
            </a:r>
          </a:p>
        </p:txBody>
      </p:sp>
      <p:sp>
        <p:nvSpPr>
          <p:cNvPr id="326669" name="Text Box 13">
            <a:extLst>
              <a:ext uri="{FF2B5EF4-FFF2-40B4-BE49-F238E27FC236}">
                <a16:creationId xmlns:a16="http://schemas.microsoft.com/office/drawing/2014/main" id="{613ADB31-CD0C-42E5-84DF-C22701193B90}"/>
              </a:ext>
            </a:extLst>
          </p:cNvPr>
          <p:cNvSpPr txBox="1">
            <a:spLocks noChangeArrowheads="1"/>
          </p:cNvSpPr>
          <p:nvPr/>
        </p:nvSpPr>
        <p:spPr bwMode="gray">
          <a:xfrm>
            <a:off x="2344341" y="4657927"/>
            <a:ext cx="275035" cy="296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9525" tIns="9525" rIns="9525" bIns="9525">
            <a:spAutoFit/>
          </a:bodyP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buClr>
                <a:srgbClr val="000000"/>
              </a:buClr>
            </a:pPr>
            <a:r>
              <a:rPr lang="en-US" altLang="en-US" sz="1800">
                <a:latin typeface="Arial" panose="020B0604020202020204" pitchFamily="34" charset="0"/>
              </a:rPr>
              <a:t>…</a:t>
            </a:r>
          </a:p>
        </p:txBody>
      </p:sp>
      <p:sp>
        <p:nvSpPr>
          <p:cNvPr id="326671" name="Oval 15">
            <a:extLst>
              <a:ext uri="{FF2B5EF4-FFF2-40B4-BE49-F238E27FC236}">
                <a16:creationId xmlns:a16="http://schemas.microsoft.com/office/drawing/2014/main" id="{3E24DA5B-A183-4496-BAEE-45811E3CD86C}"/>
              </a:ext>
            </a:extLst>
          </p:cNvPr>
          <p:cNvSpPr>
            <a:spLocks noChangeArrowheads="1"/>
          </p:cNvSpPr>
          <p:nvPr/>
        </p:nvSpPr>
        <p:spPr bwMode="blackWhite">
          <a:xfrm>
            <a:off x="6819900" y="1454944"/>
            <a:ext cx="367904" cy="370285"/>
          </a:xfrm>
          <a:prstGeom prst="ellipse">
            <a:avLst/>
          </a:prstGeom>
          <a:solidFill>
            <a:srgbClr val="CCCC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4529" tIns="34529" rIns="34529" bIns="34529" anchor="ct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eaLnBrk="0" hangingPunct="0">
              <a:lnSpc>
                <a:spcPct val="95000"/>
              </a:lnSpc>
              <a:buClrTx/>
              <a:buFontTx/>
              <a:buNone/>
            </a:pPr>
            <a:r>
              <a:rPr lang="en-US" altLang="en-US" sz="1800">
                <a:latin typeface="Arial" panose="020B0604020202020204" pitchFamily="34" charset="0"/>
              </a:rPr>
              <a:t>1</a:t>
            </a:r>
          </a:p>
        </p:txBody>
      </p:sp>
      <p:sp>
        <p:nvSpPr>
          <p:cNvPr id="326672" name="Oval 16">
            <a:extLst>
              <a:ext uri="{FF2B5EF4-FFF2-40B4-BE49-F238E27FC236}">
                <a16:creationId xmlns:a16="http://schemas.microsoft.com/office/drawing/2014/main" id="{0E4C341C-E353-476E-881A-C6623F538A2B}"/>
              </a:ext>
            </a:extLst>
          </p:cNvPr>
          <p:cNvSpPr>
            <a:spLocks noChangeArrowheads="1"/>
          </p:cNvSpPr>
          <p:nvPr/>
        </p:nvSpPr>
        <p:spPr bwMode="blackWhite">
          <a:xfrm>
            <a:off x="6817520" y="3227494"/>
            <a:ext cx="370284" cy="370285"/>
          </a:xfrm>
          <a:prstGeom prst="ellipse">
            <a:avLst/>
          </a:prstGeom>
          <a:solidFill>
            <a:srgbClr val="CCCC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4529" tIns="34529" rIns="34529" bIns="34529" anchor="ct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eaLnBrk="0" hangingPunct="0">
              <a:lnSpc>
                <a:spcPct val="95000"/>
              </a:lnSpc>
              <a:buClrTx/>
              <a:buFontTx/>
              <a:buNone/>
            </a:pPr>
            <a:r>
              <a:rPr lang="en-US" altLang="en-US" sz="1800">
                <a:latin typeface="Arial" panose="020B0604020202020204" pitchFamily="34" charset="0"/>
              </a:rPr>
              <a:t>2</a:t>
            </a:r>
          </a:p>
        </p:txBody>
      </p:sp>
      <p:pic>
        <p:nvPicPr>
          <p:cNvPr id="2" name="Picture 1"/>
          <p:cNvPicPr>
            <a:picLocks noChangeAspect="1"/>
          </p:cNvPicPr>
          <p:nvPr/>
        </p:nvPicPr>
        <p:blipFill>
          <a:blip r:embed="rId3"/>
          <a:stretch>
            <a:fillRect/>
          </a:stretch>
        </p:blipFill>
        <p:spPr>
          <a:xfrm>
            <a:off x="2344341" y="1949475"/>
            <a:ext cx="3695700" cy="942975"/>
          </a:xfrm>
          <a:prstGeom prst="rect">
            <a:avLst/>
          </a:prstGeom>
        </p:spPr>
      </p:pic>
      <p:pic>
        <p:nvPicPr>
          <p:cNvPr id="3" name="Picture 2"/>
          <p:cNvPicPr>
            <a:picLocks noChangeAspect="1"/>
          </p:cNvPicPr>
          <p:nvPr/>
        </p:nvPicPr>
        <p:blipFill>
          <a:blip r:embed="rId4"/>
          <a:stretch>
            <a:fillRect/>
          </a:stretch>
        </p:blipFill>
        <p:spPr>
          <a:xfrm>
            <a:off x="2344341" y="3745065"/>
            <a:ext cx="2562225" cy="923925"/>
          </a:xfrm>
          <a:prstGeom prst="rect">
            <a:avLst/>
          </a:prstGeom>
        </p:spPr>
      </p:pic>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8" name="Rectangle 4">
            <a:extLst>
              <a:ext uri="{FF2B5EF4-FFF2-40B4-BE49-F238E27FC236}">
                <a16:creationId xmlns:a16="http://schemas.microsoft.com/office/drawing/2014/main" id="{6F61C679-87CE-4A93-A96B-1A9D9A08E518}"/>
              </a:ext>
            </a:extLst>
          </p:cNvPr>
          <p:cNvSpPr>
            <a:spLocks noGrp="1" noChangeArrowheads="1"/>
          </p:cNvSpPr>
          <p:nvPr>
            <p:ph type="title"/>
          </p:nvPr>
        </p:nvSpPr>
        <p:spPr/>
        <p:txBody>
          <a:bodyPr>
            <a:normAutofit/>
          </a:bodyPr>
          <a:lstStyle/>
          <a:p>
            <a:r>
              <a:rPr lang="en-US" altLang="en-US" sz="3200"/>
              <a:t>Column Alias</a:t>
            </a:r>
          </a:p>
        </p:txBody>
      </p:sp>
      <p:sp>
        <p:nvSpPr>
          <p:cNvPr id="318469" name="Rectangle 5">
            <a:extLst>
              <a:ext uri="{FF2B5EF4-FFF2-40B4-BE49-F238E27FC236}">
                <a16:creationId xmlns:a16="http://schemas.microsoft.com/office/drawing/2014/main" id="{5D672768-D230-4DAA-9AC5-808357EB50B6}"/>
              </a:ext>
            </a:extLst>
          </p:cNvPr>
          <p:cNvSpPr>
            <a:spLocks noGrp="1" noChangeArrowheads="1"/>
          </p:cNvSpPr>
          <p:nvPr>
            <p:ph idx="1"/>
          </p:nvPr>
        </p:nvSpPr>
        <p:spPr>
          <a:xfrm>
            <a:off x="457200" y="1146950"/>
            <a:ext cx="8229600" cy="3467029"/>
          </a:xfrm>
        </p:spPr>
        <p:txBody>
          <a:bodyPr/>
          <a:lstStyle/>
          <a:p>
            <a:pPr lvl="1"/>
            <a:r>
              <a:rPr lang="en-US" altLang="en-US" sz="2600"/>
              <a:t>Renames a column heading</a:t>
            </a:r>
          </a:p>
          <a:p>
            <a:pPr lvl="1"/>
            <a:r>
              <a:rPr lang="en-US" altLang="en-US" sz="2600"/>
              <a:t>Is useful with calculations</a:t>
            </a:r>
          </a:p>
          <a:p>
            <a:pPr lvl="1"/>
            <a:r>
              <a:rPr lang="en-US" altLang="en-US" sz="2600"/>
              <a:t>Immediately follows the column name (There can also be the optional AS keyword between the column name and the alias.)</a:t>
            </a:r>
          </a:p>
          <a:p>
            <a:pPr lvl="1"/>
            <a:r>
              <a:rPr lang="en-US" altLang="en-US" sz="2600"/>
              <a:t>Requires double quotation marks if it contains spaces or  special characters, or if it is case-sensitive</a:t>
            </a:r>
          </a:p>
        </p:txBody>
      </p:sp>
    </p:spTree>
    <p:extLst>
      <p:ext uri="{BB962C8B-B14F-4D97-AF65-F5344CB8AC3E}">
        <p14:creationId xmlns:p14="http://schemas.microsoft.com/office/powerpoint/2010/main" val="2537995606"/>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a:extLst>
              <a:ext uri="{FF2B5EF4-FFF2-40B4-BE49-F238E27FC236}">
                <a16:creationId xmlns:a16="http://schemas.microsoft.com/office/drawing/2014/main" id="{37CD14F0-81D4-4B86-95A5-0D1A7D535AFB}"/>
              </a:ext>
            </a:extLst>
          </p:cNvPr>
          <p:cNvSpPr>
            <a:spLocks noChangeArrowheads="1"/>
          </p:cNvSpPr>
          <p:nvPr/>
        </p:nvSpPr>
        <p:spPr bwMode="blackGray">
          <a:xfrm>
            <a:off x="1800225" y="1338263"/>
            <a:ext cx="5457825" cy="584597"/>
          </a:xfrm>
          <a:prstGeom prst="rect">
            <a:avLst/>
          </a:prstGeom>
          <a:solidFill>
            <a:schemeClr val="accent1">
              <a:lumMod val="20000"/>
              <a:lumOff val="80000"/>
            </a:schemeClr>
          </a:solidFill>
          <a:ln w="28575">
            <a:solidFill>
              <a:srgbClr val="000000"/>
            </a:solidFill>
            <a:miter lim="800000"/>
            <a:headEnd/>
            <a:tailEnd/>
          </a:ln>
          <a:effectLst/>
        </p:spPr>
        <p:txBody>
          <a:bodyPr wrap="none" lIns="69056" tIns="34529" rIns="69056" bIns="34529"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eaLnBrk="0" hangingPunct="0">
              <a:buClrTx/>
              <a:buFontTx/>
              <a:buNone/>
            </a:pPr>
            <a:r>
              <a:rPr lang="en-US" altLang="en-US" sz="1350" dirty="0">
                <a:solidFill>
                  <a:srgbClr val="000000"/>
                </a:solidFill>
                <a:latin typeface="Courier New" panose="02070309020205020404" pitchFamily="49" charset="0"/>
              </a:rPr>
              <a:t>SELECT </a:t>
            </a:r>
            <a:r>
              <a:rPr lang="en-US" altLang="en-US" sz="1350" dirty="0" err="1">
                <a:solidFill>
                  <a:srgbClr val="000000"/>
                </a:solidFill>
                <a:latin typeface="Courier New" panose="02070309020205020404" pitchFamily="49" charset="0"/>
              </a:rPr>
              <a:t>last_name</a:t>
            </a:r>
            <a:r>
              <a:rPr lang="en-US" altLang="en-US" sz="1350" dirty="0">
                <a:solidFill>
                  <a:srgbClr val="000000"/>
                </a:solidFill>
                <a:latin typeface="Courier New" panose="02070309020205020404" pitchFamily="49" charset="0"/>
              </a:rPr>
              <a:t> AS name, </a:t>
            </a:r>
            <a:r>
              <a:rPr lang="en-US" altLang="en-US" sz="1350" dirty="0" err="1">
                <a:solidFill>
                  <a:srgbClr val="000000"/>
                </a:solidFill>
                <a:latin typeface="Courier New" panose="02070309020205020404" pitchFamily="49" charset="0"/>
              </a:rPr>
              <a:t>commission_pct</a:t>
            </a:r>
            <a:r>
              <a:rPr lang="en-US" altLang="en-US" sz="1350" dirty="0">
                <a:solidFill>
                  <a:srgbClr val="000000"/>
                </a:solidFill>
                <a:latin typeface="Courier New" panose="02070309020205020404" pitchFamily="49" charset="0"/>
              </a:rPr>
              <a:t> comm</a:t>
            </a:r>
          </a:p>
          <a:p>
            <a:pPr eaLnBrk="0" hangingPunct="0">
              <a:buClrTx/>
              <a:buFontTx/>
              <a:buNone/>
            </a:pPr>
            <a:r>
              <a:rPr lang="en-US" altLang="en-US" sz="1350" dirty="0">
                <a:solidFill>
                  <a:srgbClr val="000000"/>
                </a:solidFill>
                <a:latin typeface="Courier New" panose="02070309020205020404" pitchFamily="49" charset="0"/>
              </a:rPr>
              <a:t>FROM   </a:t>
            </a:r>
            <a:r>
              <a:rPr lang="en-US" altLang="en-US" sz="1350" dirty="0" err="1">
                <a:solidFill>
                  <a:srgbClr val="000000"/>
                </a:solidFill>
                <a:latin typeface="Courier New" panose="02070309020205020404" pitchFamily="49" charset="0"/>
              </a:rPr>
              <a:t>hr.employees</a:t>
            </a:r>
            <a:r>
              <a:rPr lang="en-US" altLang="en-US" sz="1350" dirty="0">
                <a:solidFill>
                  <a:srgbClr val="000000"/>
                </a:solidFill>
                <a:latin typeface="Courier New" panose="02070309020205020404" pitchFamily="49" charset="0"/>
              </a:rPr>
              <a:t>;</a:t>
            </a:r>
          </a:p>
        </p:txBody>
      </p:sp>
      <p:sp>
        <p:nvSpPr>
          <p:cNvPr id="326673" name="Rectangle 17">
            <a:extLst>
              <a:ext uri="{FF2B5EF4-FFF2-40B4-BE49-F238E27FC236}">
                <a16:creationId xmlns:a16="http://schemas.microsoft.com/office/drawing/2014/main" id="{B44B61C8-3859-45D6-9DEC-E928840E49DA}"/>
              </a:ext>
            </a:extLst>
          </p:cNvPr>
          <p:cNvSpPr>
            <a:spLocks noGrp="1" noChangeArrowheads="1"/>
          </p:cNvSpPr>
          <p:nvPr>
            <p:ph type="title"/>
          </p:nvPr>
        </p:nvSpPr>
        <p:spPr>
          <a:xfrm>
            <a:off x="457200" y="605600"/>
            <a:ext cx="5640900" cy="517946"/>
          </a:xfrm>
        </p:spPr>
        <p:txBody>
          <a:bodyPr/>
          <a:lstStyle/>
          <a:p>
            <a:r>
              <a:rPr lang="en-US" altLang="en-US" sz="3200"/>
              <a:t>Column Alias</a:t>
            </a:r>
          </a:p>
        </p:txBody>
      </p:sp>
      <p:sp>
        <p:nvSpPr>
          <p:cNvPr id="326660" name="Rectangle 4">
            <a:extLst>
              <a:ext uri="{FF2B5EF4-FFF2-40B4-BE49-F238E27FC236}">
                <a16:creationId xmlns:a16="http://schemas.microsoft.com/office/drawing/2014/main" id="{4827BCEB-F62F-407D-AA89-7E52B2976F21}"/>
              </a:ext>
            </a:extLst>
          </p:cNvPr>
          <p:cNvSpPr>
            <a:spLocks noChangeArrowheads="1"/>
          </p:cNvSpPr>
          <p:nvPr/>
        </p:nvSpPr>
        <p:spPr bwMode="gray">
          <a:xfrm>
            <a:off x="3900216" y="1371005"/>
            <a:ext cx="517446" cy="259556"/>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326661" name="Rectangle 5">
            <a:extLst>
              <a:ext uri="{FF2B5EF4-FFF2-40B4-BE49-F238E27FC236}">
                <a16:creationId xmlns:a16="http://schemas.microsoft.com/office/drawing/2014/main" id="{DAD79056-494F-4AC8-9D7A-0DF59E1DEB29}"/>
              </a:ext>
            </a:extLst>
          </p:cNvPr>
          <p:cNvSpPr>
            <a:spLocks noChangeArrowheads="1"/>
          </p:cNvSpPr>
          <p:nvPr/>
        </p:nvSpPr>
        <p:spPr bwMode="blackGray">
          <a:xfrm>
            <a:off x="1800225" y="3169763"/>
            <a:ext cx="5457825" cy="556022"/>
          </a:xfrm>
          <a:prstGeom prst="rect">
            <a:avLst/>
          </a:prstGeom>
          <a:solidFill>
            <a:schemeClr val="accent1">
              <a:lumMod val="20000"/>
              <a:lumOff val="80000"/>
            </a:schemeClr>
          </a:solidFill>
          <a:ln w="28575">
            <a:solidFill>
              <a:srgbClr val="000000"/>
            </a:solidFill>
            <a:miter lim="800000"/>
            <a:headEnd/>
            <a:tailEnd/>
          </a:ln>
          <a:effectLst/>
        </p:spPr>
        <p:txBody>
          <a:bodyPr wrap="none" lIns="69056" tIns="34529" rIns="69056" bIns="34529" anchor="ctr"/>
          <a:lstStyle>
            <a:lvl1pPr algn="l">
              <a:spcBef>
                <a:spcPct val="0"/>
              </a:spcBef>
              <a:tabLst>
                <a:tab pos="1200150" algn="l"/>
              </a:tabLst>
              <a:defRPr sz="2400">
                <a:solidFill>
                  <a:schemeClr val="tx1"/>
                </a:solidFill>
                <a:latin typeface="Times New Roman" panose="02020603050405020304" pitchFamily="18" charset="0"/>
              </a:defRPr>
            </a:lvl1pPr>
            <a:lvl2pPr algn="l">
              <a:spcBef>
                <a:spcPct val="0"/>
              </a:spcBef>
              <a:tabLst>
                <a:tab pos="1200150" algn="l"/>
              </a:tabLst>
              <a:defRPr sz="2400">
                <a:solidFill>
                  <a:schemeClr val="tx1"/>
                </a:solidFill>
                <a:latin typeface="Times New Roman" panose="02020603050405020304" pitchFamily="18" charset="0"/>
              </a:defRPr>
            </a:lvl2pPr>
            <a:lvl3pPr algn="l">
              <a:spcBef>
                <a:spcPct val="0"/>
              </a:spcBef>
              <a:tabLst>
                <a:tab pos="1200150" algn="l"/>
              </a:tabLst>
              <a:defRPr sz="2400">
                <a:solidFill>
                  <a:schemeClr val="tx1"/>
                </a:solidFill>
                <a:latin typeface="Times New Roman" panose="02020603050405020304" pitchFamily="18" charset="0"/>
              </a:defRPr>
            </a:lvl3pPr>
            <a:lvl4pPr algn="l">
              <a:spcBef>
                <a:spcPct val="0"/>
              </a:spcBef>
              <a:tabLst>
                <a:tab pos="1200150" algn="l"/>
              </a:tabLst>
              <a:defRPr sz="2400">
                <a:solidFill>
                  <a:schemeClr val="tx1"/>
                </a:solidFill>
                <a:latin typeface="Times New Roman" panose="02020603050405020304" pitchFamily="18" charset="0"/>
              </a:defRPr>
            </a:lvl4pPr>
            <a:lvl5pPr algn="l">
              <a:spcBef>
                <a:spcPct val="0"/>
              </a:spcBef>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pPr eaLnBrk="0" hangingPunct="0">
              <a:buClrTx/>
              <a:buFontTx/>
              <a:buNone/>
            </a:pPr>
            <a:r>
              <a:rPr lang="en-US" altLang="en-US" sz="1350" dirty="0">
                <a:solidFill>
                  <a:srgbClr val="000000"/>
                </a:solidFill>
                <a:latin typeface="Courier New" panose="02070309020205020404" pitchFamily="49" charset="0"/>
              </a:rPr>
              <a:t>SELECT </a:t>
            </a:r>
            <a:r>
              <a:rPr lang="en-US" altLang="en-US" sz="1350" dirty="0" err="1">
                <a:solidFill>
                  <a:srgbClr val="000000"/>
                </a:solidFill>
                <a:latin typeface="Courier New" panose="02070309020205020404" pitchFamily="49" charset="0"/>
              </a:rPr>
              <a:t>last_name</a:t>
            </a:r>
            <a:r>
              <a:rPr lang="en-US" altLang="en-US" sz="1350" dirty="0">
                <a:solidFill>
                  <a:srgbClr val="000000"/>
                </a:solidFill>
                <a:latin typeface="Courier New" panose="02070309020205020404" pitchFamily="49" charset="0"/>
              </a:rPr>
              <a:t> "Name" , salary*12 "Annual Salary"</a:t>
            </a:r>
          </a:p>
          <a:p>
            <a:pPr eaLnBrk="0" hangingPunct="0">
              <a:buClrTx/>
              <a:buFontTx/>
              <a:buNone/>
            </a:pPr>
            <a:r>
              <a:rPr lang="en-US" altLang="en-US" sz="1350" dirty="0">
                <a:solidFill>
                  <a:srgbClr val="000000"/>
                </a:solidFill>
                <a:latin typeface="Courier New" panose="02070309020205020404" pitchFamily="49" charset="0"/>
              </a:rPr>
              <a:t>FROM   </a:t>
            </a:r>
            <a:r>
              <a:rPr lang="en-US" altLang="en-US" sz="1350" dirty="0" err="1">
                <a:solidFill>
                  <a:srgbClr val="000000"/>
                </a:solidFill>
                <a:latin typeface="Courier New" panose="02070309020205020404" pitchFamily="49" charset="0"/>
              </a:rPr>
              <a:t>hr.employees</a:t>
            </a:r>
            <a:r>
              <a:rPr lang="en-US" altLang="en-US" sz="1350" dirty="0">
                <a:solidFill>
                  <a:srgbClr val="000000"/>
                </a:solidFill>
                <a:latin typeface="Courier New" panose="02070309020205020404" pitchFamily="49" charset="0"/>
              </a:rPr>
              <a:t>;</a:t>
            </a:r>
          </a:p>
        </p:txBody>
      </p:sp>
      <p:sp>
        <p:nvSpPr>
          <p:cNvPr id="326664" name="Text Box 8">
            <a:extLst>
              <a:ext uri="{FF2B5EF4-FFF2-40B4-BE49-F238E27FC236}">
                <a16:creationId xmlns:a16="http://schemas.microsoft.com/office/drawing/2014/main" id="{42DFEA6E-5688-485E-8056-473BEC279A92}"/>
              </a:ext>
            </a:extLst>
          </p:cNvPr>
          <p:cNvSpPr txBox="1">
            <a:spLocks noChangeArrowheads="1"/>
          </p:cNvSpPr>
          <p:nvPr/>
        </p:nvSpPr>
        <p:spPr bwMode="gray">
          <a:xfrm>
            <a:off x="2228850" y="2854248"/>
            <a:ext cx="275035" cy="296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9525" tIns="9525" rIns="9525" bIns="9525">
            <a:spAutoFit/>
          </a:bodyP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buClr>
                <a:srgbClr val="000000"/>
              </a:buClr>
            </a:pPr>
            <a:r>
              <a:rPr lang="en-US" altLang="en-US" sz="1800">
                <a:latin typeface="Arial" panose="020B0604020202020204" pitchFamily="34" charset="0"/>
              </a:rPr>
              <a:t>…</a:t>
            </a:r>
          </a:p>
        </p:txBody>
      </p:sp>
      <p:sp>
        <p:nvSpPr>
          <p:cNvPr id="326669" name="Text Box 13">
            <a:extLst>
              <a:ext uri="{FF2B5EF4-FFF2-40B4-BE49-F238E27FC236}">
                <a16:creationId xmlns:a16="http://schemas.microsoft.com/office/drawing/2014/main" id="{613ADB31-CD0C-42E5-84DF-C22701193B90}"/>
              </a:ext>
            </a:extLst>
          </p:cNvPr>
          <p:cNvSpPr txBox="1">
            <a:spLocks noChangeArrowheads="1"/>
          </p:cNvSpPr>
          <p:nvPr/>
        </p:nvSpPr>
        <p:spPr bwMode="gray">
          <a:xfrm>
            <a:off x="2344341" y="4657927"/>
            <a:ext cx="275035" cy="296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med" len="lg"/>
              </a14:hiddenLine>
            </a:ext>
            <a:ext uri="{AF507438-7753-43E0-B8FC-AC1667EBCBE1}">
              <a14:hiddenEffects xmlns:a14="http://schemas.microsoft.com/office/drawing/2010/main">
                <a:effectLst>
                  <a:outerShdw dist="53882" dir="2700000" algn="ctr" rotWithShape="0">
                    <a:schemeClr val="bg2"/>
                  </a:outerShdw>
                </a:effectLst>
              </a14:hiddenEffects>
            </a:ext>
          </a:extLst>
        </p:spPr>
        <p:txBody>
          <a:bodyPr lIns="9525" tIns="9525" rIns="9525" bIns="9525">
            <a:spAutoFit/>
          </a:bodyP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a:buClr>
                <a:srgbClr val="000000"/>
              </a:buClr>
            </a:pPr>
            <a:r>
              <a:rPr lang="en-US" altLang="en-US" sz="1800">
                <a:latin typeface="Arial" panose="020B0604020202020204" pitchFamily="34" charset="0"/>
              </a:rPr>
              <a:t>…</a:t>
            </a:r>
          </a:p>
        </p:txBody>
      </p:sp>
      <p:sp>
        <p:nvSpPr>
          <p:cNvPr id="326671" name="Oval 15">
            <a:extLst>
              <a:ext uri="{FF2B5EF4-FFF2-40B4-BE49-F238E27FC236}">
                <a16:creationId xmlns:a16="http://schemas.microsoft.com/office/drawing/2014/main" id="{3E24DA5B-A183-4496-BAEE-45811E3CD86C}"/>
              </a:ext>
            </a:extLst>
          </p:cNvPr>
          <p:cNvSpPr>
            <a:spLocks noChangeArrowheads="1"/>
          </p:cNvSpPr>
          <p:nvPr/>
        </p:nvSpPr>
        <p:spPr bwMode="blackWhite">
          <a:xfrm>
            <a:off x="7395038" y="1445418"/>
            <a:ext cx="367904" cy="370285"/>
          </a:xfrm>
          <a:prstGeom prst="ellipse">
            <a:avLst/>
          </a:prstGeom>
          <a:solidFill>
            <a:srgbClr val="CCCC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4529" tIns="34529" rIns="34529" bIns="34529" anchor="ct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eaLnBrk="0" hangingPunct="0">
              <a:lnSpc>
                <a:spcPct val="95000"/>
              </a:lnSpc>
              <a:buClrTx/>
              <a:buFontTx/>
              <a:buNone/>
            </a:pPr>
            <a:r>
              <a:rPr lang="en-US" altLang="en-US" sz="1800">
                <a:latin typeface="Arial" panose="020B0604020202020204" pitchFamily="34" charset="0"/>
              </a:rPr>
              <a:t>1</a:t>
            </a:r>
          </a:p>
        </p:txBody>
      </p:sp>
      <p:sp>
        <p:nvSpPr>
          <p:cNvPr id="326672" name="Oval 16">
            <a:extLst>
              <a:ext uri="{FF2B5EF4-FFF2-40B4-BE49-F238E27FC236}">
                <a16:creationId xmlns:a16="http://schemas.microsoft.com/office/drawing/2014/main" id="{0E4C341C-E353-476E-881A-C6623F538A2B}"/>
              </a:ext>
            </a:extLst>
          </p:cNvPr>
          <p:cNvSpPr>
            <a:spLocks noChangeArrowheads="1"/>
          </p:cNvSpPr>
          <p:nvPr/>
        </p:nvSpPr>
        <p:spPr bwMode="blackWhite">
          <a:xfrm>
            <a:off x="7370559" y="3277195"/>
            <a:ext cx="370284" cy="370285"/>
          </a:xfrm>
          <a:prstGeom prst="ellipse">
            <a:avLst/>
          </a:prstGeom>
          <a:solidFill>
            <a:srgbClr val="CCCCFF"/>
          </a:solidFill>
          <a:ln w="28575">
            <a:solidFill>
              <a:srgbClr val="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4529" tIns="34529" rIns="34529" bIns="34529" anchor="ctr"/>
          <a:lstStyle>
            <a:lvl1pPr algn="l" defTabSz="822325">
              <a:spcBef>
                <a:spcPct val="0"/>
              </a:spcBef>
              <a:defRPr sz="2400">
                <a:solidFill>
                  <a:schemeClr val="tx1"/>
                </a:solidFill>
                <a:latin typeface="Times New Roman" panose="02020603050405020304" pitchFamily="18" charset="0"/>
              </a:defRPr>
            </a:lvl1pPr>
            <a:lvl2pPr marL="411163" algn="l" defTabSz="822325">
              <a:spcBef>
                <a:spcPct val="0"/>
              </a:spcBef>
              <a:defRPr sz="2400">
                <a:solidFill>
                  <a:schemeClr val="tx1"/>
                </a:solidFill>
                <a:latin typeface="Times New Roman" panose="02020603050405020304" pitchFamily="18" charset="0"/>
              </a:defRPr>
            </a:lvl2pPr>
            <a:lvl3pPr marL="822325" algn="l" defTabSz="822325">
              <a:spcBef>
                <a:spcPct val="0"/>
              </a:spcBef>
              <a:defRPr sz="2400">
                <a:solidFill>
                  <a:schemeClr val="tx1"/>
                </a:solidFill>
                <a:latin typeface="Times New Roman" panose="02020603050405020304" pitchFamily="18" charset="0"/>
              </a:defRPr>
            </a:lvl3pPr>
            <a:lvl4pPr marL="1235075" algn="l" defTabSz="822325">
              <a:spcBef>
                <a:spcPct val="0"/>
              </a:spcBef>
              <a:defRPr sz="2400">
                <a:solidFill>
                  <a:schemeClr val="tx1"/>
                </a:solidFill>
                <a:latin typeface="Times New Roman" panose="02020603050405020304" pitchFamily="18" charset="0"/>
              </a:defRPr>
            </a:lvl4pPr>
            <a:lvl5pPr marL="1646238" algn="l" defTabSz="822325">
              <a:spcBef>
                <a:spcPct val="0"/>
              </a:spcBef>
              <a:defRPr sz="2400">
                <a:solidFill>
                  <a:schemeClr val="tx1"/>
                </a:solidFill>
                <a:latin typeface="Times New Roman" panose="02020603050405020304" pitchFamily="18" charset="0"/>
              </a:defRPr>
            </a:lvl5pPr>
            <a:lvl6pPr marL="2103438" defTabSz="822325" fontAlgn="base">
              <a:spcBef>
                <a:spcPct val="0"/>
              </a:spcBef>
              <a:spcAft>
                <a:spcPct val="0"/>
              </a:spcAft>
              <a:defRPr sz="2400">
                <a:solidFill>
                  <a:schemeClr val="tx1"/>
                </a:solidFill>
                <a:latin typeface="Times New Roman" panose="02020603050405020304" pitchFamily="18" charset="0"/>
              </a:defRPr>
            </a:lvl6pPr>
            <a:lvl7pPr marL="2560638" defTabSz="822325" fontAlgn="base">
              <a:spcBef>
                <a:spcPct val="0"/>
              </a:spcBef>
              <a:spcAft>
                <a:spcPct val="0"/>
              </a:spcAft>
              <a:defRPr sz="2400">
                <a:solidFill>
                  <a:schemeClr val="tx1"/>
                </a:solidFill>
                <a:latin typeface="Times New Roman" panose="02020603050405020304" pitchFamily="18" charset="0"/>
              </a:defRPr>
            </a:lvl7pPr>
            <a:lvl8pPr marL="3017838" defTabSz="822325" fontAlgn="base">
              <a:spcBef>
                <a:spcPct val="0"/>
              </a:spcBef>
              <a:spcAft>
                <a:spcPct val="0"/>
              </a:spcAft>
              <a:defRPr sz="2400">
                <a:solidFill>
                  <a:schemeClr val="tx1"/>
                </a:solidFill>
                <a:latin typeface="Times New Roman" panose="02020603050405020304" pitchFamily="18" charset="0"/>
              </a:defRPr>
            </a:lvl8pPr>
            <a:lvl9pPr marL="3475038" defTabSz="822325" fontAlgn="base">
              <a:spcBef>
                <a:spcPct val="0"/>
              </a:spcBef>
              <a:spcAft>
                <a:spcPct val="0"/>
              </a:spcAft>
              <a:defRPr sz="2400">
                <a:solidFill>
                  <a:schemeClr val="tx1"/>
                </a:solidFill>
                <a:latin typeface="Times New Roman" panose="02020603050405020304" pitchFamily="18" charset="0"/>
              </a:defRPr>
            </a:lvl9pPr>
          </a:lstStyle>
          <a:p>
            <a:pPr algn="ctr" eaLnBrk="0" hangingPunct="0">
              <a:lnSpc>
                <a:spcPct val="95000"/>
              </a:lnSpc>
              <a:buClrTx/>
              <a:buFontTx/>
              <a:buNone/>
            </a:pPr>
            <a:r>
              <a:rPr lang="en-US" altLang="en-US" sz="1800">
                <a:latin typeface="Arial" panose="020B0604020202020204" pitchFamily="34" charset="0"/>
              </a:rPr>
              <a:t>2</a:t>
            </a:r>
          </a:p>
        </p:txBody>
      </p:sp>
      <p:sp>
        <p:nvSpPr>
          <p:cNvPr id="13" name="Rectangle 4">
            <a:extLst>
              <a:ext uri="{FF2B5EF4-FFF2-40B4-BE49-F238E27FC236}">
                <a16:creationId xmlns:a16="http://schemas.microsoft.com/office/drawing/2014/main" id="{4827BCEB-F62F-407D-AA89-7E52B2976F21}"/>
              </a:ext>
            </a:extLst>
          </p:cNvPr>
          <p:cNvSpPr>
            <a:spLocks noChangeArrowheads="1"/>
          </p:cNvSpPr>
          <p:nvPr/>
        </p:nvSpPr>
        <p:spPr bwMode="gray">
          <a:xfrm>
            <a:off x="6068585" y="1371005"/>
            <a:ext cx="517446" cy="259556"/>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14" name="Rectangle 4">
            <a:extLst>
              <a:ext uri="{FF2B5EF4-FFF2-40B4-BE49-F238E27FC236}">
                <a16:creationId xmlns:a16="http://schemas.microsoft.com/office/drawing/2014/main" id="{4827BCEB-F62F-407D-AA89-7E52B2976F21}"/>
              </a:ext>
            </a:extLst>
          </p:cNvPr>
          <p:cNvSpPr>
            <a:spLocks noChangeArrowheads="1"/>
          </p:cNvSpPr>
          <p:nvPr/>
        </p:nvSpPr>
        <p:spPr bwMode="gray">
          <a:xfrm>
            <a:off x="3625452" y="3227494"/>
            <a:ext cx="638379" cy="259556"/>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sp>
        <p:nvSpPr>
          <p:cNvPr id="15" name="Rectangle 4">
            <a:extLst>
              <a:ext uri="{FF2B5EF4-FFF2-40B4-BE49-F238E27FC236}">
                <a16:creationId xmlns:a16="http://schemas.microsoft.com/office/drawing/2014/main" id="{4827BCEB-F62F-407D-AA89-7E52B2976F21}"/>
              </a:ext>
            </a:extLst>
          </p:cNvPr>
          <p:cNvSpPr>
            <a:spLocks noChangeArrowheads="1"/>
          </p:cNvSpPr>
          <p:nvPr/>
        </p:nvSpPr>
        <p:spPr bwMode="gray">
          <a:xfrm>
            <a:off x="5551138" y="3202782"/>
            <a:ext cx="1636665" cy="259556"/>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1050"/>
          </a:p>
        </p:txBody>
      </p:sp>
      <p:pic>
        <p:nvPicPr>
          <p:cNvPr id="4" name="Picture 3"/>
          <p:cNvPicPr>
            <a:picLocks noChangeAspect="1"/>
          </p:cNvPicPr>
          <p:nvPr/>
        </p:nvPicPr>
        <p:blipFill>
          <a:blip r:embed="rId3"/>
          <a:stretch>
            <a:fillRect/>
          </a:stretch>
        </p:blipFill>
        <p:spPr>
          <a:xfrm>
            <a:off x="1872354" y="1983496"/>
            <a:ext cx="2124075" cy="971550"/>
          </a:xfrm>
          <a:prstGeom prst="rect">
            <a:avLst/>
          </a:prstGeom>
        </p:spPr>
      </p:pic>
      <p:pic>
        <p:nvPicPr>
          <p:cNvPr id="5" name="Picture 4"/>
          <p:cNvPicPr>
            <a:picLocks noChangeAspect="1"/>
          </p:cNvPicPr>
          <p:nvPr/>
        </p:nvPicPr>
        <p:blipFill>
          <a:blip r:embed="rId4"/>
          <a:stretch>
            <a:fillRect/>
          </a:stretch>
        </p:blipFill>
        <p:spPr>
          <a:xfrm>
            <a:off x="1830532" y="3783516"/>
            <a:ext cx="2276475" cy="962025"/>
          </a:xfrm>
          <a:prstGeom prst="rect">
            <a:avLst/>
          </a:prstGeom>
        </p:spPr>
      </p:pic>
    </p:spTree>
    <p:extLst>
      <p:ext uri="{BB962C8B-B14F-4D97-AF65-F5344CB8AC3E}">
        <p14:creationId xmlns:p14="http://schemas.microsoft.com/office/powerpoint/2010/main" val="1822219994"/>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E5569-8718-A198-0933-65BD13341E64}"/>
              </a:ext>
            </a:extLst>
          </p:cNvPr>
          <p:cNvSpPr>
            <a:spLocks noGrp="1"/>
          </p:cNvSpPr>
          <p:nvPr>
            <p:ph type="title"/>
          </p:nvPr>
        </p:nvSpPr>
        <p:spPr/>
        <p:txBody>
          <a:bodyPr/>
          <a:lstStyle/>
          <a:p>
            <a:r>
              <a:rPr lang="en-US" dirty="0"/>
              <a:t>QUEST 1</a:t>
            </a:r>
            <a:endParaRPr lang="en-ID" dirty="0"/>
          </a:p>
        </p:txBody>
      </p:sp>
      <p:sp>
        <p:nvSpPr>
          <p:cNvPr id="3" name="Content Placeholder 2">
            <a:extLst>
              <a:ext uri="{FF2B5EF4-FFF2-40B4-BE49-F238E27FC236}">
                <a16:creationId xmlns:a16="http://schemas.microsoft.com/office/drawing/2014/main" id="{816B103D-47B3-C641-DCC1-8A2CC2E120CE}"/>
              </a:ext>
            </a:extLst>
          </p:cNvPr>
          <p:cNvSpPr>
            <a:spLocks noGrp="1"/>
          </p:cNvSpPr>
          <p:nvPr>
            <p:ph idx="1"/>
          </p:nvPr>
        </p:nvSpPr>
        <p:spPr>
          <a:xfrm>
            <a:off x="457200" y="1101558"/>
            <a:ext cx="8090672" cy="2679000"/>
          </a:xfrm>
        </p:spPr>
        <p:txBody>
          <a:bodyPr/>
          <a:lstStyle/>
          <a:p>
            <a:pPr marL="114300" indent="0">
              <a:buNone/>
            </a:pPr>
            <a:r>
              <a:rPr lang="en-US" dirty="0"/>
              <a:t>DARI TABEL HR.EMPLOYEES, TAMPILKAN:</a:t>
            </a:r>
          </a:p>
          <a:p>
            <a:r>
              <a:rPr lang="en-US" dirty="0"/>
              <a:t>SELURUH DATA DALAM TABEL </a:t>
            </a:r>
            <a:br>
              <a:rPr lang="en-US" dirty="0"/>
            </a:br>
            <a:r>
              <a:rPr lang="en-US" dirty="0"/>
              <a:t>(</a:t>
            </a:r>
            <a:r>
              <a:rPr lang="en-US" dirty="0" err="1"/>
              <a:t>gunakan</a:t>
            </a:r>
            <a:r>
              <a:rPr lang="en-US" dirty="0"/>
              <a:t> select all) </a:t>
            </a:r>
          </a:p>
          <a:p>
            <a:r>
              <a:rPr lang="en-US" dirty="0"/>
              <a:t>DAFTAR SEMUA JABATAN PEGAWAI</a:t>
            </a:r>
            <a:br>
              <a:rPr lang="en-US" dirty="0"/>
            </a:br>
            <a:r>
              <a:rPr lang="en-US" dirty="0"/>
              <a:t>(</a:t>
            </a:r>
            <a:r>
              <a:rPr lang="en-US" dirty="0" err="1"/>
              <a:t>kolom</a:t>
            </a:r>
            <a:r>
              <a:rPr lang="en-US" dirty="0"/>
              <a:t> </a:t>
            </a:r>
            <a:r>
              <a:rPr lang="en-US" dirty="0" err="1"/>
              <a:t>job_id</a:t>
            </a:r>
            <a:r>
              <a:rPr lang="en-US" dirty="0"/>
              <a:t>, </a:t>
            </a:r>
            <a:r>
              <a:rPr lang="en-US" dirty="0" err="1"/>
              <a:t>gunakan</a:t>
            </a:r>
            <a:r>
              <a:rPr lang="en-US" dirty="0"/>
              <a:t> select distinct)</a:t>
            </a:r>
          </a:p>
          <a:p>
            <a:r>
              <a:rPr lang="en-US" dirty="0"/>
              <a:t>DATA BERSIH NAMA DEPAN, NAMA BELAKANG, JABATAN, DAN GAJI PER TAHUN</a:t>
            </a:r>
            <a:br>
              <a:rPr lang="en-US" dirty="0"/>
            </a:br>
            <a:r>
              <a:rPr lang="en-US" dirty="0"/>
              <a:t>(</a:t>
            </a:r>
            <a:r>
              <a:rPr lang="en-US" dirty="0" err="1"/>
              <a:t>gunakan</a:t>
            </a:r>
            <a:r>
              <a:rPr lang="en-US" dirty="0"/>
              <a:t> select </a:t>
            </a:r>
            <a:r>
              <a:rPr lang="en-US" dirty="0" err="1"/>
              <a:t>ke</a:t>
            </a:r>
            <a:r>
              <a:rPr lang="en-US" dirty="0"/>
              <a:t> </a:t>
            </a:r>
            <a:r>
              <a:rPr lang="en-US" dirty="0" err="1"/>
              <a:t>kolom</a:t>
            </a:r>
            <a:r>
              <a:rPr lang="en-US" dirty="0"/>
              <a:t> </a:t>
            </a:r>
            <a:r>
              <a:rPr lang="en-US" dirty="0" err="1"/>
              <a:t>spesifik</a:t>
            </a:r>
            <a:r>
              <a:rPr lang="en-US" dirty="0"/>
              <a:t> + alias per </a:t>
            </a:r>
            <a:r>
              <a:rPr lang="en-US" dirty="0" err="1"/>
              <a:t>kolom</a:t>
            </a:r>
            <a:r>
              <a:rPr lang="en-US" dirty="0"/>
              <a:t> + </a:t>
            </a:r>
            <a:r>
              <a:rPr lang="en-US" dirty="0" err="1"/>
              <a:t>fungsi</a:t>
            </a:r>
            <a:r>
              <a:rPr lang="en-US" dirty="0"/>
              <a:t> </a:t>
            </a:r>
            <a:r>
              <a:rPr lang="en-US" dirty="0" err="1"/>
              <a:t>aritmatika</a:t>
            </a:r>
            <a:r>
              <a:rPr lang="en-US" dirty="0"/>
              <a:t>)</a:t>
            </a:r>
            <a:endParaRPr lang="en-US" i="1" dirty="0"/>
          </a:p>
          <a:p>
            <a:endParaRPr lang="en-US" i="1" dirty="0"/>
          </a:p>
          <a:p>
            <a:endParaRPr lang="en-ID" dirty="0"/>
          </a:p>
        </p:txBody>
      </p:sp>
      <p:sp>
        <p:nvSpPr>
          <p:cNvPr id="4" name="Slide Number Placeholder 3">
            <a:extLst>
              <a:ext uri="{FF2B5EF4-FFF2-40B4-BE49-F238E27FC236}">
                <a16:creationId xmlns:a16="http://schemas.microsoft.com/office/drawing/2014/main" id="{35735801-CF6A-7DC5-A716-3D680CB8FBBC}"/>
              </a:ext>
            </a:extLst>
          </p:cNvPr>
          <p:cNvSpPr>
            <a:spLocks noGrp="1"/>
          </p:cNvSpPr>
          <p:nvPr>
            <p:ph type="sldNum" sz="quarter" idx="12"/>
          </p:nvPr>
        </p:nvSpPr>
        <p:spPr/>
        <p:txBody>
          <a:bodyPr/>
          <a:lstStyle/>
          <a:p>
            <a:fld id="{4FAB73BC-B049-4115-A692-8D63A059BFB8}" type="slidenum">
              <a:rPr lang="en-US" smtClean="0"/>
              <a:pPr/>
              <a:t>18</a:t>
            </a:fld>
            <a:endParaRPr lang="en-US"/>
          </a:p>
        </p:txBody>
      </p:sp>
    </p:spTree>
    <p:extLst>
      <p:ext uri="{BB962C8B-B14F-4D97-AF65-F5344CB8AC3E}">
        <p14:creationId xmlns:p14="http://schemas.microsoft.com/office/powerpoint/2010/main" val="32494256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Restricting Data</a:t>
            </a:r>
          </a:p>
        </p:txBody>
      </p:sp>
      <p:sp>
        <p:nvSpPr>
          <p:cNvPr id="3" name="Subtitle 2">
            <a:extLst>
              <a:ext uri="{FF2B5EF4-FFF2-40B4-BE49-F238E27FC236}">
                <a16:creationId xmlns:a16="http://schemas.microsoft.com/office/drawing/2014/main" id="{55DCDF0D-E683-4180-84AB-AF7ABDB7E36B}"/>
              </a:ext>
            </a:extLst>
          </p:cNvPr>
          <p:cNvSpPr>
            <a:spLocks noGrp="1"/>
          </p:cNvSpPr>
          <p:nvPr>
            <p:ph type="subTitle" idx="1"/>
          </p:nvPr>
        </p:nvSpPr>
        <p:spPr/>
        <p:txBody>
          <a:bodyPr/>
          <a:lstStyle/>
          <a:p>
            <a:r>
              <a:rPr lang="en-AU"/>
              <a:t>WHERE Clause</a:t>
            </a:r>
          </a:p>
        </p:txBody>
      </p:sp>
      <p:sp>
        <p:nvSpPr>
          <p:cNvPr id="4" name="Slide Number Placeholder 3"/>
          <p:cNvSpPr>
            <a:spLocks noGrp="1"/>
          </p:cNvSpPr>
          <p:nvPr>
            <p:ph type="sldNum" idx="4294967295"/>
          </p:nvPr>
        </p:nvSpPr>
        <p:spPr>
          <a:xfrm>
            <a:off x="8686800" y="4637088"/>
            <a:ext cx="457200" cy="468312"/>
          </a:xfrm>
        </p:spPr>
        <p:txBody>
          <a:bodyPr/>
          <a:lstStyle/>
          <a:p>
            <a:pPr marL="0" lvl="0" indent="0" algn="r" rtl="0">
              <a:spcBef>
                <a:spcPts val="0"/>
              </a:spcBef>
              <a:spcAft>
                <a:spcPts val="0"/>
              </a:spcAft>
              <a:buNone/>
            </a:pPr>
            <a:fld id="{00000000-1234-1234-1234-123412341234}" type="slidenum">
              <a:rPr lang="en" smtClean="0"/>
              <a:t>19</a:t>
            </a:fld>
            <a:endParaRPr lang="en"/>
          </a:p>
        </p:txBody>
      </p:sp>
    </p:spTree>
    <p:extLst>
      <p:ext uri="{BB962C8B-B14F-4D97-AF65-F5344CB8AC3E}">
        <p14:creationId xmlns:p14="http://schemas.microsoft.com/office/powerpoint/2010/main" val="7827715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BD84671-1D47-4DBB-A87A-0A04BD1367F0}"/>
              </a:ext>
            </a:extLst>
          </p:cNvPr>
          <p:cNvPicPr>
            <a:picLocks noChangeAspect="1"/>
          </p:cNvPicPr>
          <p:nvPr/>
        </p:nvPicPr>
        <p:blipFill>
          <a:blip r:embed="rId3"/>
          <a:stretch>
            <a:fillRect/>
          </a:stretch>
        </p:blipFill>
        <p:spPr>
          <a:xfrm>
            <a:off x="276224" y="503872"/>
            <a:ext cx="5115805" cy="3694748"/>
          </a:xfrm>
          <a:prstGeom prst="rect">
            <a:avLst/>
          </a:prstGeom>
        </p:spPr>
      </p:pic>
      <p:sp>
        <p:nvSpPr>
          <p:cNvPr id="4" name="Rectangle 3"/>
          <p:cNvSpPr/>
          <p:nvPr/>
        </p:nvSpPr>
        <p:spPr>
          <a:xfrm>
            <a:off x="367553" y="1750611"/>
            <a:ext cx="5558118" cy="600635"/>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2CB1574-6FBC-8873-26EB-A20DFD0F8CE2}"/>
              </a:ext>
            </a:extLst>
          </p:cNvPr>
          <p:cNvSpPr txBox="1"/>
          <p:nvPr/>
        </p:nvSpPr>
        <p:spPr>
          <a:xfrm>
            <a:off x="2966012" y="583943"/>
            <a:ext cx="4577714" cy="461665"/>
          </a:xfrm>
          <a:prstGeom prst="rect">
            <a:avLst/>
          </a:prstGeom>
          <a:noFill/>
        </p:spPr>
        <p:txBody>
          <a:bodyPr wrap="square">
            <a:spAutoFit/>
          </a:bodyPr>
          <a:lstStyle/>
          <a:p>
            <a:r>
              <a:rPr kumimoji="0" lang="en-US" sz="2400" b="0" i="0" u="none" strike="noStrike" kern="0" cap="none" spc="0" normalizeH="0" baseline="0" noProof="0">
                <a:ln>
                  <a:noFill/>
                </a:ln>
                <a:solidFill>
                  <a:srgbClr val="007BB9"/>
                </a:solidFill>
                <a:effectLst/>
                <a:uLnTx/>
                <a:uFillTx/>
                <a:latin typeface="Raleway SemiBold"/>
                <a:sym typeface="Raleway SemiBold"/>
              </a:rPr>
              <a:t>- Restricting Data</a:t>
            </a:r>
            <a:endParaRPr lang="en-US" sz="800"/>
          </a:p>
        </p:txBody>
      </p:sp>
    </p:spTree>
    <p:extLst>
      <p:ext uri="{BB962C8B-B14F-4D97-AF65-F5344CB8AC3E}">
        <p14:creationId xmlns:p14="http://schemas.microsoft.com/office/powerpoint/2010/main" val="37775318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8" name="Rectangle 4">
            <a:extLst>
              <a:ext uri="{FF2B5EF4-FFF2-40B4-BE49-F238E27FC236}">
                <a16:creationId xmlns:a16="http://schemas.microsoft.com/office/drawing/2014/main" id="{6F61C679-87CE-4A93-A96B-1A9D9A08E518}"/>
              </a:ext>
            </a:extLst>
          </p:cNvPr>
          <p:cNvSpPr>
            <a:spLocks noGrp="1" noChangeArrowheads="1"/>
          </p:cNvSpPr>
          <p:nvPr>
            <p:ph type="title"/>
          </p:nvPr>
        </p:nvSpPr>
        <p:spPr>
          <a:xfrm>
            <a:off x="448275" y="338936"/>
            <a:ext cx="5640900" cy="1082700"/>
          </a:xfrm>
        </p:spPr>
        <p:txBody>
          <a:bodyPr/>
          <a:lstStyle/>
          <a:p>
            <a:r>
              <a:rPr lang="en-US" altLang="en-US" dirty="0"/>
              <a:t>SQL Query Order of  Execution</a:t>
            </a:r>
          </a:p>
        </p:txBody>
      </p:sp>
      <p:sp>
        <p:nvSpPr>
          <p:cNvPr id="11" name="Bent-Up Arrow 10"/>
          <p:cNvSpPr/>
          <p:nvPr/>
        </p:nvSpPr>
        <p:spPr>
          <a:xfrm rot="5400000">
            <a:off x="1169670" y="1488040"/>
            <a:ext cx="306470" cy="664610"/>
          </a:xfrm>
          <a:prstGeom prst="bentUp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 name="Rounded Rectangle 3"/>
          <p:cNvSpPr/>
          <p:nvPr/>
        </p:nvSpPr>
        <p:spPr>
          <a:xfrm>
            <a:off x="518160" y="1299680"/>
            <a:ext cx="1463040" cy="3886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Barlow Light" panose="00000400000000000000" pitchFamily="2" charset="0"/>
              </a:rPr>
              <a:t>JOIN + FROM</a:t>
            </a:r>
            <a:endParaRPr lang="en-ID">
              <a:latin typeface="Barlow Light" panose="00000400000000000000" pitchFamily="2" charset="0"/>
            </a:endParaRPr>
          </a:p>
        </p:txBody>
      </p:sp>
      <p:sp>
        <p:nvSpPr>
          <p:cNvPr id="14" name="Bent-Up Arrow 13"/>
          <p:cNvSpPr/>
          <p:nvPr/>
        </p:nvSpPr>
        <p:spPr>
          <a:xfrm rot="5400000">
            <a:off x="2310745" y="1967631"/>
            <a:ext cx="306470" cy="664610"/>
          </a:xfrm>
          <a:prstGeom prst="bentUp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5" name="Rounded Rectangle 14"/>
          <p:cNvSpPr/>
          <p:nvPr/>
        </p:nvSpPr>
        <p:spPr>
          <a:xfrm>
            <a:off x="1659235" y="1779271"/>
            <a:ext cx="1463040" cy="3886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Barlow Light" panose="00000400000000000000" pitchFamily="2" charset="0"/>
              </a:rPr>
              <a:t>WHERE</a:t>
            </a:r>
            <a:endParaRPr lang="en-ID">
              <a:latin typeface="Barlow Light" panose="00000400000000000000" pitchFamily="2" charset="0"/>
            </a:endParaRPr>
          </a:p>
        </p:txBody>
      </p:sp>
      <p:sp>
        <p:nvSpPr>
          <p:cNvPr id="16" name="Bent-Up Arrow 15"/>
          <p:cNvSpPr/>
          <p:nvPr/>
        </p:nvSpPr>
        <p:spPr>
          <a:xfrm rot="5400000">
            <a:off x="3447795" y="2443413"/>
            <a:ext cx="306470" cy="664610"/>
          </a:xfrm>
          <a:prstGeom prst="bentUp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7" name="Rounded Rectangle 16"/>
          <p:cNvSpPr/>
          <p:nvPr/>
        </p:nvSpPr>
        <p:spPr>
          <a:xfrm>
            <a:off x="2796285" y="2255053"/>
            <a:ext cx="1463040" cy="3886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Barlow Light" panose="00000400000000000000" pitchFamily="2" charset="0"/>
              </a:rPr>
              <a:t>GROUP BY</a:t>
            </a:r>
            <a:endParaRPr lang="en-ID">
              <a:latin typeface="Barlow Light" panose="00000400000000000000" pitchFamily="2" charset="0"/>
            </a:endParaRPr>
          </a:p>
        </p:txBody>
      </p:sp>
      <p:sp>
        <p:nvSpPr>
          <p:cNvPr id="18" name="Bent-Up Arrow 17"/>
          <p:cNvSpPr/>
          <p:nvPr/>
        </p:nvSpPr>
        <p:spPr>
          <a:xfrm rot="5400000">
            <a:off x="4584845" y="2930626"/>
            <a:ext cx="306470" cy="664610"/>
          </a:xfrm>
          <a:prstGeom prst="bentUp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9" name="Rounded Rectangle 18"/>
          <p:cNvSpPr/>
          <p:nvPr/>
        </p:nvSpPr>
        <p:spPr>
          <a:xfrm>
            <a:off x="3933335" y="2742266"/>
            <a:ext cx="1463040" cy="3886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Barlow Light" panose="00000400000000000000" pitchFamily="2" charset="0"/>
              </a:rPr>
              <a:t>HAVING</a:t>
            </a:r>
            <a:endParaRPr lang="en-ID">
              <a:latin typeface="Barlow Light" panose="00000400000000000000" pitchFamily="2" charset="0"/>
            </a:endParaRPr>
          </a:p>
        </p:txBody>
      </p:sp>
      <p:sp>
        <p:nvSpPr>
          <p:cNvPr id="20" name="Bent-Up Arrow 19"/>
          <p:cNvSpPr/>
          <p:nvPr/>
        </p:nvSpPr>
        <p:spPr>
          <a:xfrm rot="5400000">
            <a:off x="5721895" y="3417839"/>
            <a:ext cx="306470" cy="664610"/>
          </a:xfrm>
          <a:prstGeom prst="bentUp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1" name="Rounded Rectangle 20"/>
          <p:cNvSpPr/>
          <p:nvPr/>
        </p:nvSpPr>
        <p:spPr>
          <a:xfrm>
            <a:off x="5070385" y="3229479"/>
            <a:ext cx="1463040" cy="3886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rlow Light" panose="00000400000000000000" pitchFamily="2" charset="0"/>
              </a:rPr>
              <a:t>SELECT</a:t>
            </a:r>
            <a:endParaRPr lang="en-ID" dirty="0">
              <a:latin typeface="Barlow Light" panose="00000400000000000000" pitchFamily="2" charset="0"/>
            </a:endParaRPr>
          </a:p>
        </p:txBody>
      </p:sp>
      <p:sp>
        <p:nvSpPr>
          <p:cNvPr id="22" name="Bent-Up Arrow 21"/>
          <p:cNvSpPr/>
          <p:nvPr/>
        </p:nvSpPr>
        <p:spPr>
          <a:xfrm rot="5400000">
            <a:off x="6858945" y="3930520"/>
            <a:ext cx="306470" cy="664610"/>
          </a:xfrm>
          <a:prstGeom prst="bentUp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ounded Rectangle 22"/>
          <p:cNvSpPr/>
          <p:nvPr/>
        </p:nvSpPr>
        <p:spPr>
          <a:xfrm>
            <a:off x="6207435" y="3742160"/>
            <a:ext cx="1463040" cy="3886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rlow Light" panose="00000400000000000000" pitchFamily="2" charset="0"/>
              </a:rPr>
              <a:t>ORDER BY</a:t>
            </a:r>
            <a:endParaRPr lang="en-ID" dirty="0">
              <a:latin typeface="Barlow Light" panose="00000400000000000000" pitchFamily="2" charset="0"/>
            </a:endParaRPr>
          </a:p>
        </p:txBody>
      </p:sp>
      <p:sp>
        <p:nvSpPr>
          <p:cNvPr id="25" name="Rounded Rectangle 24"/>
          <p:cNvSpPr/>
          <p:nvPr/>
        </p:nvSpPr>
        <p:spPr>
          <a:xfrm>
            <a:off x="7344485" y="4221750"/>
            <a:ext cx="1463040" cy="3886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dirty="0">
                <a:latin typeface="Barlow Light" panose="00000400000000000000" pitchFamily="2" charset="0"/>
              </a:rPr>
              <a:t>TOP</a:t>
            </a:r>
            <a:endParaRPr lang="en-ID" dirty="0">
              <a:latin typeface="Barlow Light" panose="00000400000000000000" pitchFamily="2" charset="0"/>
            </a:endParaRPr>
          </a:p>
        </p:txBody>
      </p:sp>
      <p:sp>
        <p:nvSpPr>
          <p:cNvPr id="26" name="TextBox 25"/>
          <p:cNvSpPr txBox="1"/>
          <p:nvPr/>
        </p:nvSpPr>
        <p:spPr>
          <a:xfrm>
            <a:off x="2691165" y="1337560"/>
            <a:ext cx="2695695" cy="261610"/>
          </a:xfrm>
          <a:prstGeom prst="rect">
            <a:avLst/>
          </a:prstGeom>
          <a:noFill/>
        </p:spPr>
        <p:txBody>
          <a:bodyPr wrap="square" rtlCol="0">
            <a:spAutoFit/>
          </a:bodyPr>
          <a:lstStyle/>
          <a:p>
            <a:r>
              <a:rPr lang="en-US" sz="1100" dirty="0">
                <a:latin typeface="Barlow Light" panose="00000400000000000000" pitchFamily="2" charset="0"/>
              </a:rPr>
              <a:t>Chose and join tables to get data</a:t>
            </a:r>
            <a:endParaRPr lang="en-ID" sz="1100" dirty="0">
              <a:latin typeface="Barlow Light" panose="00000400000000000000" pitchFamily="2" charset="0"/>
            </a:endParaRPr>
          </a:p>
        </p:txBody>
      </p:sp>
      <p:sp>
        <p:nvSpPr>
          <p:cNvPr id="27" name="TextBox 26"/>
          <p:cNvSpPr txBox="1"/>
          <p:nvPr/>
        </p:nvSpPr>
        <p:spPr>
          <a:xfrm>
            <a:off x="3819515" y="1817016"/>
            <a:ext cx="1369705" cy="261610"/>
          </a:xfrm>
          <a:prstGeom prst="rect">
            <a:avLst/>
          </a:prstGeom>
          <a:noFill/>
        </p:spPr>
        <p:txBody>
          <a:bodyPr wrap="square" rtlCol="0">
            <a:spAutoFit/>
          </a:bodyPr>
          <a:lstStyle/>
          <a:p>
            <a:r>
              <a:rPr lang="en-US" sz="1100" dirty="0">
                <a:latin typeface="Barlow Light" panose="00000400000000000000" pitchFamily="2" charset="0"/>
              </a:rPr>
              <a:t>Filter the data</a:t>
            </a:r>
            <a:endParaRPr lang="en-ID" sz="1100" dirty="0">
              <a:latin typeface="Barlow Light" panose="00000400000000000000" pitchFamily="2" charset="0"/>
            </a:endParaRPr>
          </a:p>
        </p:txBody>
      </p:sp>
      <p:sp>
        <p:nvSpPr>
          <p:cNvPr id="28" name="TextBox 27"/>
          <p:cNvSpPr txBox="1"/>
          <p:nvPr/>
        </p:nvSpPr>
        <p:spPr>
          <a:xfrm>
            <a:off x="4910110" y="2322366"/>
            <a:ext cx="1829850" cy="261610"/>
          </a:xfrm>
          <a:prstGeom prst="rect">
            <a:avLst/>
          </a:prstGeom>
          <a:noFill/>
        </p:spPr>
        <p:txBody>
          <a:bodyPr wrap="square" rtlCol="0">
            <a:spAutoFit/>
          </a:bodyPr>
          <a:lstStyle/>
          <a:p>
            <a:r>
              <a:rPr lang="en-US" sz="1100">
                <a:latin typeface="Barlow Light" panose="00000400000000000000" pitchFamily="2" charset="0"/>
              </a:rPr>
              <a:t>Aggregate the base data</a:t>
            </a:r>
            <a:endParaRPr lang="en-ID" sz="1100">
              <a:latin typeface="Barlow Light" panose="00000400000000000000" pitchFamily="2" charset="0"/>
            </a:endParaRPr>
          </a:p>
        </p:txBody>
      </p:sp>
      <p:sp>
        <p:nvSpPr>
          <p:cNvPr id="29" name="TextBox 28"/>
          <p:cNvSpPr txBox="1"/>
          <p:nvPr/>
        </p:nvSpPr>
        <p:spPr>
          <a:xfrm>
            <a:off x="6077640" y="2798148"/>
            <a:ext cx="2555820" cy="261610"/>
          </a:xfrm>
          <a:prstGeom prst="rect">
            <a:avLst/>
          </a:prstGeom>
          <a:noFill/>
        </p:spPr>
        <p:txBody>
          <a:bodyPr wrap="square" rtlCol="0">
            <a:spAutoFit/>
          </a:bodyPr>
          <a:lstStyle/>
          <a:p>
            <a:r>
              <a:rPr lang="en-US" sz="1100">
                <a:latin typeface="Barlow Light" panose="00000400000000000000" pitchFamily="2" charset="0"/>
              </a:rPr>
              <a:t>Filter the aggregated data</a:t>
            </a:r>
            <a:endParaRPr lang="en-ID" sz="1100">
              <a:latin typeface="Barlow Light" panose="00000400000000000000" pitchFamily="2" charset="0"/>
            </a:endParaRPr>
          </a:p>
        </p:txBody>
      </p:sp>
      <p:sp>
        <p:nvSpPr>
          <p:cNvPr id="30" name="TextBox 29"/>
          <p:cNvSpPr txBox="1"/>
          <p:nvPr/>
        </p:nvSpPr>
        <p:spPr>
          <a:xfrm>
            <a:off x="2926080" y="3596909"/>
            <a:ext cx="1325625" cy="261610"/>
          </a:xfrm>
          <a:prstGeom prst="rect">
            <a:avLst/>
          </a:prstGeom>
          <a:noFill/>
        </p:spPr>
        <p:txBody>
          <a:bodyPr wrap="square" rtlCol="0">
            <a:spAutoFit/>
          </a:bodyPr>
          <a:lstStyle/>
          <a:p>
            <a:r>
              <a:rPr lang="en-US" sz="1100">
                <a:latin typeface="Barlow Light" panose="00000400000000000000" pitchFamily="2" charset="0"/>
              </a:rPr>
              <a:t>Returns final data</a:t>
            </a:r>
            <a:endParaRPr lang="en-ID" sz="1100">
              <a:latin typeface="Barlow Light" panose="00000400000000000000" pitchFamily="2" charset="0"/>
            </a:endParaRPr>
          </a:p>
        </p:txBody>
      </p:sp>
      <p:cxnSp>
        <p:nvCxnSpPr>
          <p:cNvPr id="34" name="Straight Connector 33"/>
          <p:cNvCxnSpPr>
            <a:endCxn id="26" idx="1"/>
          </p:cNvCxnSpPr>
          <p:nvPr/>
        </p:nvCxnSpPr>
        <p:spPr>
          <a:xfrm>
            <a:off x="1981200" y="1464458"/>
            <a:ext cx="709965" cy="3907"/>
          </a:xfrm>
          <a:prstGeom prst="line">
            <a:avLst/>
          </a:prstGeom>
        </p:spPr>
        <p:style>
          <a:lnRef idx="2">
            <a:schemeClr val="dk1"/>
          </a:lnRef>
          <a:fillRef idx="0">
            <a:schemeClr val="dk1"/>
          </a:fillRef>
          <a:effectRef idx="1">
            <a:schemeClr val="dk1"/>
          </a:effectRef>
          <a:fontRef idx="minor">
            <a:schemeClr val="tx1"/>
          </a:fontRef>
        </p:style>
      </p:cxnSp>
      <p:cxnSp>
        <p:nvCxnSpPr>
          <p:cNvPr id="37" name="Straight Connector 36"/>
          <p:cNvCxnSpPr/>
          <p:nvPr/>
        </p:nvCxnSpPr>
        <p:spPr>
          <a:xfrm>
            <a:off x="3115913" y="1973581"/>
            <a:ext cx="709965" cy="3907"/>
          </a:xfrm>
          <a:prstGeom prst="line">
            <a:avLst/>
          </a:prstGeom>
        </p:spPr>
        <p:style>
          <a:lnRef idx="2">
            <a:schemeClr val="dk1"/>
          </a:lnRef>
          <a:fillRef idx="0">
            <a:schemeClr val="dk1"/>
          </a:fillRef>
          <a:effectRef idx="1">
            <a:schemeClr val="dk1"/>
          </a:effectRef>
          <a:fontRef idx="minor">
            <a:schemeClr val="tx1"/>
          </a:fontRef>
        </p:style>
      </p:cxnSp>
      <p:cxnSp>
        <p:nvCxnSpPr>
          <p:cNvPr id="38" name="Straight Connector 37"/>
          <p:cNvCxnSpPr/>
          <p:nvPr/>
        </p:nvCxnSpPr>
        <p:spPr>
          <a:xfrm>
            <a:off x="4251705" y="2446056"/>
            <a:ext cx="709965" cy="3907"/>
          </a:xfrm>
          <a:prstGeom prst="line">
            <a:avLst/>
          </a:prstGeom>
        </p:spPr>
        <p:style>
          <a:lnRef idx="2">
            <a:schemeClr val="dk1"/>
          </a:lnRef>
          <a:fillRef idx="0">
            <a:schemeClr val="dk1"/>
          </a:fillRef>
          <a:effectRef idx="1">
            <a:schemeClr val="dk1"/>
          </a:effectRef>
          <a:fontRef idx="minor">
            <a:schemeClr val="tx1"/>
          </a:fontRef>
        </p:style>
      </p:cxnSp>
      <p:cxnSp>
        <p:nvCxnSpPr>
          <p:cNvPr id="39" name="Straight Connector 38"/>
          <p:cNvCxnSpPr/>
          <p:nvPr/>
        </p:nvCxnSpPr>
        <p:spPr>
          <a:xfrm>
            <a:off x="5382805" y="2942245"/>
            <a:ext cx="709965" cy="3907"/>
          </a:xfrm>
          <a:prstGeom prst="line">
            <a:avLst/>
          </a:prstGeom>
        </p:spPr>
        <p:style>
          <a:lnRef idx="2">
            <a:schemeClr val="dk1"/>
          </a:lnRef>
          <a:fillRef idx="0">
            <a:schemeClr val="dk1"/>
          </a:fillRef>
          <a:effectRef idx="1">
            <a:schemeClr val="dk1"/>
          </a:effectRef>
          <a:fontRef idx="minor">
            <a:schemeClr val="tx1"/>
          </a:fontRef>
        </p:style>
      </p:cxnSp>
      <p:cxnSp>
        <p:nvCxnSpPr>
          <p:cNvPr id="40" name="Straight Connector 39"/>
          <p:cNvCxnSpPr/>
          <p:nvPr/>
        </p:nvCxnSpPr>
        <p:spPr>
          <a:xfrm flipV="1">
            <a:off x="4251705" y="3492804"/>
            <a:ext cx="818680" cy="228178"/>
          </a:xfrm>
          <a:prstGeom prst="line">
            <a:avLst/>
          </a:prstGeom>
        </p:spPr>
        <p:style>
          <a:lnRef idx="2">
            <a:schemeClr val="dk1"/>
          </a:lnRef>
          <a:fillRef idx="0">
            <a:schemeClr val="dk1"/>
          </a:fillRef>
          <a:effectRef idx="1">
            <a:schemeClr val="dk1"/>
          </a:effectRef>
          <a:fontRef idx="minor">
            <a:schemeClr val="tx1"/>
          </a:fontRef>
        </p:style>
      </p:cxnSp>
      <p:sp>
        <p:nvSpPr>
          <p:cNvPr id="42" name="TextBox 41"/>
          <p:cNvSpPr txBox="1"/>
          <p:nvPr/>
        </p:nvSpPr>
        <p:spPr>
          <a:xfrm>
            <a:off x="4000500" y="4160634"/>
            <a:ext cx="1388255" cy="261610"/>
          </a:xfrm>
          <a:prstGeom prst="rect">
            <a:avLst/>
          </a:prstGeom>
          <a:noFill/>
        </p:spPr>
        <p:txBody>
          <a:bodyPr wrap="square" rtlCol="0">
            <a:spAutoFit/>
          </a:bodyPr>
          <a:lstStyle/>
          <a:p>
            <a:r>
              <a:rPr lang="en-US" sz="1100">
                <a:latin typeface="Barlow Light" panose="00000400000000000000" pitchFamily="2" charset="0"/>
              </a:rPr>
              <a:t>Sorts the final data</a:t>
            </a:r>
            <a:endParaRPr lang="en-ID" sz="1100">
              <a:latin typeface="Barlow Light" panose="00000400000000000000" pitchFamily="2" charset="0"/>
            </a:endParaRPr>
          </a:p>
        </p:txBody>
      </p:sp>
      <p:cxnSp>
        <p:nvCxnSpPr>
          <p:cNvPr id="43" name="Straight Connector 42"/>
          <p:cNvCxnSpPr/>
          <p:nvPr/>
        </p:nvCxnSpPr>
        <p:spPr>
          <a:xfrm flipV="1">
            <a:off x="5388755" y="4056529"/>
            <a:ext cx="818680" cy="228178"/>
          </a:xfrm>
          <a:prstGeom prst="line">
            <a:avLst/>
          </a:prstGeom>
        </p:spPr>
        <p:style>
          <a:lnRef idx="2">
            <a:schemeClr val="dk1"/>
          </a:lnRef>
          <a:fillRef idx="0">
            <a:schemeClr val="dk1"/>
          </a:fillRef>
          <a:effectRef idx="1">
            <a:schemeClr val="dk1"/>
          </a:effectRef>
          <a:fontRef idx="minor">
            <a:schemeClr val="tx1"/>
          </a:fontRef>
        </p:style>
      </p:cxnSp>
      <p:sp>
        <p:nvSpPr>
          <p:cNvPr id="44" name="TextBox 43"/>
          <p:cNvSpPr txBox="1"/>
          <p:nvPr/>
        </p:nvSpPr>
        <p:spPr>
          <a:xfrm>
            <a:off x="4000500" y="4642153"/>
            <a:ext cx="2525305" cy="261610"/>
          </a:xfrm>
          <a:prstGeom prst="rect">
            <a:avLst/>
          </a:prstGeom>
          <a:noFill/>
        </p:spPr>
        <p:txBody>
          <a:bodyPr wrap="square" rtlCol="0">
            <a:spAutoFit/>
          </a:bodyPr>
          <a:lstStyle/>
          <a:p>
            <a:r>
              <a:rPr lang="en-US" sz="1100">
                <a:latin typeface="Barlow Light" panose="00000400000000000000" pitchFamily="2" charset="0"/>
              </a:rPr>
              <a:t>Limit the returned data to a row count</a:t>
            </a:r>
            <a:endParaRPr lang="en-ID" sz="1100">
              <a:latin typeface="Barlow Light" panose="00000400000000000000" pitchFamily="2" charset="0"/>
            </a:endParaRPr>
          </a:p>
        </p:txBody>
      </p:sp>
      <p:cxnSp>
        <p:nvCxnSpPr>
          <p:cNvPr id="45" name="Straight Connector 44"/>
          <p:cNvCxnSpPr/>
          <p:nvPr/>
        </p:nvCxnSpPr>
        <p:spPr>
          <a:xfrm flipV="1">
            <a:off x="6525805" y="4538048"/>
            <a:ext cx="818680" cy="228178"/>
          </a:xfrm>
          <a:prstGeom prst="line">
            <a:avLst/>
          </a:prstGeom>
        </p:spPr>
        <p:style>
          <a:lnRef idx="2">
            <a:schemeClr val="dk1"/>
          </a:lnRef>
          <a:fillRef idx="0">
            <a:schemeClr val="dk1"/>
          </a:fillRef>
          <a:effectRef idx="1">
            <a:schemeClr val="dk1"/>
          </a:effectRef>
          <a:fontRef idx="minor">
            <a:schemeClr val="tx1"/>
          </a:fontRef>
        </p:style>
      </p:cxnSp>
      <p:sp>
        <p:nvSpPr>
          <p:cNvPr id="2" name="Oval 1">
            <a:extLst>
              <a:ext uri="{FF2B5EF4-FFF2-40B4-BE49-F238E27FC236}">
                <a16:creationId xmlns:a16="http://schemas.microsoft.com/office/drawing/2014/main" id="{B69E4298-6114-46CB-85ED-CF1BC35082C4}"/>
              </a:ext>
            </a:extLst>
          </p:cNvPr>
          <p:cNvSpPr/>
          <p:nvPr/>
        </p:nvSpPr>
        <p:spPr>
          <a:xfrm>
            <a:off x="1867885" y="1800696"/>
            <a:ext cx="1077072" cy="34696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ln>
                <a:solidFill>
                  <a:srgbClr val="FF0000"/>
                </a:solidFill>
              </a:ln>
            </a:endParaRPr>
          </a:p>
        </p:txBody>
      </p:sp>
    </p:spTree>
    <p:extLst>
      <p:ext uri="{BB962C8B-B14F-4D97-AF65-F5344CB8AC3E}">
        <p14:creationId xmlns:p14="http://schemas.microsoft.com/office/powerpoint/2010/main" val="2678568414"/>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6" name="Rectangle 6"/>
          <p:cNvSpPr>
            <a:spLocks noGrp="1" noChangeArrowheads="1"/>
          </p:cNvSpPr>
          <p:nvPr>
            <p:ph type="title"/>
          </p:nvPr>
        </p:nvSpPr>
        <p:spPr>
          <a:xfrm>
            <a:off x="457200" y="605600"/>
            <a:ext cx="6457950" cy="1082700"/>
          </a:xfrm>
        </p:spPr>
        <p:txBody>
          <a:bodyPr/>
          <a:lstStyle/>
          <a:p>
            <a:r>
              <a:rPr lang="en-US"/>
              <a:t>Limiting the Rows that Are Selected</a:t>
            </a:r>
          </a:p>
        </p:txBody>
      </p:sp>
      <p:sp>
        <p:nvSpPr>
          <p:cNvPr id="312327" name="Rectangle 7"/>
          <p:cNvSpPr>
            <a:spLocks noGrp="1" noChangeArrowheads="1"/>
          </p:cNvSpPr>
          <p:nvPr>
            <p:ph type="body" idx="1"/>
          </p:nvPr>
        </p:nvSpPr>
        <p:spPr>
          <a:xfrm>
            <a:off x="1600200" y="1087042"/>
            <a:ext cx="5938838" cy="1726406"/>
          </a:xfrm>
        </p:spPr>
        <p:txBody>
          <a:bodyPr/>
          <a:lstStyle/>
          <a:p>
            <a:pPr lvl="1"/>
            <a:r>
              <a:rPr lang="en-US"/>
              <a:t>Restrict the rows that are returned by using the </a:t>
            </a:r>
            <a:r>
              <a:rPr lang="en-US">
                <a:latin typeface="Courier New" panose="02070309020205020404" pitchFamily="49" charset="0"/>
              </a:rPr>
              <a:t>WHERE</a:t>
            </a:r>
            <a:r>
              <a:rPr lang="en-US"/>
              <a:t> clause:</a:t>
            </a:r>
          </a:p>
          <a:p>
            <a:pPr lvl="1"/>
            <a:endParaRPr lang="en-US"/>
          </a:p>
          <a:p>
            <a:pPr lvl="1"/>
            <a:endParaRPr lang="en-US"/>
          </a:p>
          <a:p>
            <a:pPr lvl="1"/>
            <a:endParaRPr lang="en-US"/>
          </a:p>
          <a:p>
            <a:pPr lvl="1"/>
            <a:r>
              <a:rPr lang="en-US"/>
              <a:t>The </a:t>
            </a:r>
            <a:r>
              <a:rPr lang="en-US">
                <a:latin typeface="Courier New" panose="02070309020205020404" pitchFamily="49" charset="0"/>
              </a:rPr>
              <a:t>WHERE</a:t>
            </a:r>
            <a:r>
              <a:rPr lang="en-US"/>
              <a:t> clause follows the </a:t>
            </a:r>
            <a:r>
              <a:rPr lang="en-US">
                <a:latin typeface="Courier New" panose="02070309020205020404" pitchFamily="49" charset="0"/>
              </a:rPr>
              <a:t>FROM</a:t>
            </a:r>
            <a:r>
              <a:rPr lang="en-US"/>
              <a:t> clause.</a:t>
            </a:r>
          </a:p>
        </p:txBody>
      </p:sp>
      <p:sp>
        <p:nvSpPr>
          <p:cNvPr id="312324" name="Rectangle 4"/>
          <p:cNvSpPr>
            <a:spLocks noChangeArrowheads="1"/>
          </p:cNvSpPr>
          <p:nvPr/>
        </p:nvSpPr>
        <p:spPr bwMode="blackGray">
          <a:xfrm>
            <a:off x="1688447" y="2105510"/>
            <a:ext cx="5447110" cy="692944"/>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69056" tIns="34529" rIns="69056" bIns="34529" anchor="ctr"/>
          <a:lstStyle>
            <a:lvl1pPr>
              <a:tabLst>
                <a:tab pos="1200150" algn="l"/>
              </a:tabLst>
              <a:defRPr sz="2400">
                <a:solidFill>
                  <a:schemeClr val="tx1"/>
                </a:solidFill>
                <a:latin typeface="Times New Roman" panose="02020603050405020304" pitchFamily="18" charset="0"/>
              </a:defRPr>
            </a:lvl1pPr>
            <a:lvl2pPr>
              <a:tabLst>
                <a:tab pos="1200150" algn="l"/>
              </a:tabLst>
              <a:defRPr sz="2400">
                <a:solidFill>
                  <a:schemeClr val="tx1"/>
                </a:solidFill>
                <a:latin typeface="Times New Roman" panose="02020603050405020304" pitchFamily="18" charset="0"/>
              </a:defRPr>
            </a:lvl2pPr>
            <a:lvl3pPr>
              <a:tabLst>
                <a:tab pos="1200150" algn="l"/>
              </a:tabLst>
              <a:defRPr sz="2400">
                <a:solidFill>
                  <a:schemeClr val="tx1"/>
                </a:solidFill>
                <a:latin typeface="Times New Roman" panose="02020603050405020304" pitchFamily="18" charset="0"/>
              </a:defRPr>
            </a:lvl3pPr>
            <a:lvl4pPr>
              <a:tabLst>
                <a:tab pos="1200150" algn="l"/>
              </a:tabLst>
              <a:defRPr sz="2400">
                <a:solidFill>
                  <a:schemeClr val="tx1"/>
                </a:solidFill>
                <a:latin typeface="Times New Roman" panose="02020603050405020304" pitchFamily="18" charset="0"/>
              </a:defRPr>
            </a:lvl4pPr>
            <a:lvl5pPr>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r>
              <a:rPr lang="en-US" sz="1350" dirty="0">
                <a:solidFill>
                  <a:srgbClr val="000000"/>
                </a:solidFill>
                <a:latin typeface="Courier New" panose="02070309020205020404" pitchFamily="49" charset="0"/>
              </a:rPr>
              <a:t>SELECT *|{[DISTINCT] </a:t>
            </a:r>
            <a:r>
              <a:rPr lang="en-US" sz="1350" i="1" dirty="0" err="1">
                <a:solidFill>
                  <a:srgbClr val="000000"/>
                </a:solidFill>
                <a:latin typeface="Courier New" panose="02070309020205020404" pitchFamily="49" charset="0"/>
              </a:rPr>
              <a:t>column|expression</a:t>
            </a:r>
            <a:r>
              <a:rPr lang="en-US" sz="1350" dirty="0">
                <a:solidFill>
                  <a:srgbClr val="000000"/>
                </a:solidFill>
                <a:latin typeface="Courier New" panose="02070309020205020404" pitchFamily="49" charset="0"/>
              </a:rPr>
              <a:t> [</a:t>
            </a:r>
            <a:r>
              <a:rPr lang="en-US" sz="1350" i="1" dirty="0">
                <a:solidFill>
                  <a:srgbClr val="000000"/>
                </a:solidFill>
                <a:latin typeface="Courier New" panose="02070309020205020404" pitchFamily="49" charset="0"/>
              </a:rPr>
              <a:t>alias</a:t>
            </a:r>
            <a:r>
              <a:rPr lang="en-US" sz="1350" dirty="0">
                <a:solidFill>
                  <a:srgbClr val="000000"/>
                </a:solidFill>
                <a:latin typeface="Courier New" panose="02070309020205020404" pitchFamily="49" charset="0"/>
              </a:rPr>
              <a:t>],...}</a:t>
            </a:r>
          </a:p>
          <a:p>
            <a:r>
              <a:rPr lang="en-US" sz="1350" dirty="0">
                <a:solidFill>
                  <a:srgbClr val="000000"/>
                </a:solidFill>
                <a:latin typeface="Courier New" panose="02070309020205020404" pitchFamily="49" charset="0"/>
              </a:rPr>
              <a:t>FROM   </a:t>
            </a:r>
            <a:r>
              <a:rPr lang="en-US" sz="1350" i="1" dirty="0">
                <a:solidFill>
                  <a:srgbClr val="000000"/>
                </a:solidFill>
                <a:latin typeface="Courier New" panose="02070309020205020404" pitchFamily="49" charset="0"/>
              </a:rPr>
              <a:t>table</a:t>
            </a:r>
            <a:endParaRPr lang="en-US" sz="1350" dirty="0">
              <a:solidFill>
                <a:srgbClr val="000000"/>
              </a:solidFill>
              <a:latin typeface="Courier New" panose="02070309020205020404" pitchFamily="49" charset="0"/>
            </a:endParaRPr>
          </a:p>
          <a:p>
            <a:r>
              <a:rPr lang="en-US" sz="1350" dirty="0">
                <a:solidFill>
                  <a:srgbClr val="000000"/>
                </a:solidFill>
                <a:latin typeface="Courier New" panose="02070309020205020404" pitchFamily="49" charset="0"/>
              </a:rPr>
              <a:t>[WHERE </a:t>
            </a:r>
            <a:r>
              <a:rPr lang="en-US" sz="1350" i="1" dirty="0">
                <a:solidFill>
                  <a:srgbClr val="000000"/>
                </a:solidFill>
                <a:latin typeface="Courier New" panose="02070309020205020404" pitchFamily="49" charset="0"/>
              </a:rPr>
              <a:t>condition(s)</a:t>
            </a:r>
            <a:r>
              <a:rPr lang="en-US" sz="1350" dirty="0">
                <a:solidFill>
                  <a:srgbClr val="000000"/>
                </a:solidFill>
                <a:latin typeface="Courier New" panose="02070309020205020404" pitchFamily="49" charset="0"/>
              </a:rPr>
              <a:t>];</a:t>
            </a:r>
          </a:p>
        </p:txBody>
      </p:sp>
      <p:sp>
        <p:nvSpPr>
          <p:cNvPr id="312325" name="Rectangle 5"/>
          <p:cNvSpPr>
            <a:spLocks noChangeArrowheads="1"/>
          </p:cNvSpPr>
          <p:nvPr/>
        </p:nvSpPr>
        <p:spPr bwMode="gray">
          <a:xfrm>
            <a:off x="1747978" y="2537707"/>
            <a:ext cx="2228850" cy="223838"/>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p>
            <a:endParaRPr lang="en-US" sz="1050"/>
          </a:p>
        </p:txBody>
      </p:sp>
    </p:spTree>
    <p:extLst>
      <p:ext uri="{BB962C8B-B14F-4D97-AF65-F5344CB8AC3E}">
        <p14:creationId xmlns:p14="http://schemas.microsoft.com/office/powerpoint/2010/main" val="3383069042"/>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2"/>
          <p:cNvSpPr>
            <a:spLocks noChangeArrowheads="1"/>
          </p:cNvSpPr>
          <p:nvPr/>
        </p:nvSpPr>
        <p:spPr bwMode="blackGray">
          <a:xfrm>
            <a:off x="1760163" y="1935956"/>
            <a:ext cx="5454254" cy="692944"/>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69056" tIns="34529" rIns="69056" bIns="34529" anchor="ctr"/>
          <a:lstStyle>
            <a:lvl1pPr>
              <a:tabLst>
                <a:tab pos="1200150" algn="l"/>
              </a:tabLst>
              <a:defRPr sz="2400">
                <a:solidFill>
                  <a:schemeClr val="tx1"/>
                </a:solidFill>
                <a:latin typeface="Times New Roman" panose="02020603050405020304" pitchFamily="18" charset="0"/>
              </a:defRPr>
            </a:lvl1pPr>
            <a:lvl2pPr>
              <a:tabLst>
                <a:tab pos="1200150" algn="l"/>
              </a:tabLst>
              <a:defRPr sz="2400">
                <a:solidFill>
                  <a:schemeClr val="tx1"/>
                </a:solidFill>
                <a:latin typeface="Times New Roman" panose="02020603050405020304" pitchFamily="18" charset="0"/>
              </a:defRPr>
            </a:lvl2pPr>
            <a:lvl3pPr>
              <a:tabLst>
                <a:tab pos="1200150" algn="l"/>
              </a:tabLst>
              <a:defRPr sz="2400">
                <a:solidFill>
                  <a:schemeClr val="tx1"/>
                </a:solidFill>
                <a:latin typeface="Times New Roman" panose="02020603050405020304" pitchFamily="18" charset="0"/>
              </a:defRPr>
            </a:lvl3pPr>
            <a:lvl4pPr>
              <a:tabLst>
                <a:tab pos="1200150" algn="l"/>
              </a:tabLst>
              <a:defRPr sz="2400">
                <a:solidFill>
                  <a:schemeClr val="tx1"/>
                </a:solidFill>
                <a:latin typeface="Times New Roman" panose="02020603050405020304" pitchFamily="18" charset="0"/>
              </a:defRPr>
            </a:lvl4pPr>
            <a:lvl5pPr>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r>
              <a:rPr lang="en-US" sz="1350" dirty="0">
                <a:solidFill>
                  <a:srgbClr val="000000"/>
                </a:solidFill>
                <a:latin typeface="Courier New" panose="02070309020205020404" pitchFamily="49" charset="0"/>
              </a:rPr>
              <a:t>SELECT </a:t>
            </a:r>
            <a:r>
              <a:rPr lang="en-US" sz="1350" dirty="0" err="1">
                <a:solidFill>
                  <a:srgbClr val="000000"/>
                </a:solidFill>
                <a:latin typeface="Courier New" panose="02070309020205020404" pitchFamily="49" charset="0"/>
              </a:rPr>
              <a:t>employee_id</a:t>
            </a:r>
            <a:r>
              <a:rPr lang="en-US" sz="1350" dirty="0">
                <a:solidFill>
                  <a:srgbClr val="000000"/>
                </a:solidFill>
                <a:latin typeface="Courier New" panose="02070309020205020404" pitchFamily="49" charset="0"/>
              </a:rPr>
              <a:t>, </a:t>
            </a:r>
            <a:r>
              <a:rPr lang="en-US" sz="1350" dirty="0" err="1">
                <a:solidFill>
                  <a:srgbClr val="000000"/>
                </a:solidFill>
                <a:latin typeface="Courier New" panose="02070309020205020404" pitchFamily="49" charset="0"/>
              </a:rPr>
              <a:t>last_name</a:t>
            </a:r>
            <a:r>
              <a:rPr lang="en-US" sz="1350" dirty="0">
                <a:solidFill>
                  <a:srgbClr val="000000"/>
                </a:solidFill>
                <a:latin typeface="Courier New" panose="02070309020205020404" pitchFamily="49" charset="0"/>
              </a:rPr>
              <a:t>, </a:t>
            </a:r>
            <a:r>
              <a:rPr lang="en-US" sz="1350" dirty="0" err="1">
                <a:solidFill>
                  <a:srgbClr val="000000"/>
                </a:solidFill>
                <a:latin typeface="Courier New" panose="02070309020205020404" pitchFamily="49" charset="0"/>
              </a:rPr>
              <a:t>job_id</a:t>
            </a:r>
            <a:r>
              <a:rPr lang="en-US" sz="1350" dirty="0">
                <a:solidFill>
                  <a:srgbClr val="000000"/>
                </a:solidFill>
                <a:latin typeface="Courier New" panose="02070309020205020404" pitchFamily="49" charset="0"/>
              </a:rPr>
              <a:t>, </a:t>
            </a:r>
            <a:r>
              <a:rPr lang="en-US" sz="1350" dirty="0" err="1">
                <a:solidFill>
                  <a:srgbClr val="000000"/>
                </a:solidFill>
                <a:latin typeface="Courier New" panose="02070309020205020404" pitchFamily="49" charset="0"/>
              </a:rPr>
              <a:t>department_id</a:t>
            </a:r>
            <a:endParaRPr lang="en-US" sz="1350" dirty="0">
              <a:solidFill>
                <a:srgbClr val="000000"/>
              </a:solidFill>
              <a:latin typeface="Courier New" panose="02070309020205020404" pitchFamily="49" charset="0"/>
            </a:endParaRPr>
          </a:p>
          <a:p>
            <a:r>
              <a:rPr lang="en-US" sz="1350" dirty="0">
                <a:solidFill>
                  <a:srgbClr val="000000"/>
                </a:solidFill>
                <a:latin typeface="Courier New" panose="02070309020205020404" pitchFamily="49" charset="0"/>
              </a:rPr>
              <a:t>FROM   </a:t>
            </a:r>
            <a:r>
              <a:rPr lang="en-US" sz="1350" dirty="0" err="1">
                <a:solidFill>
                  <a:srgbClr val="000000"/>
                </a:solidFill>
                <a:latin typeface="Courier New" panose="02070309020205020404" pitchFamily="49" charset="0"/>
              </a:rPr>
              <a:t>hr.employees</a:t>
            </a:r>
            <a:endParaRPr lang="en-US" sz="1350" dirty="0">
              <a:solidFill>
                <a:srgbClr val="000000"/>
              </a:solidFill>
              <a:latin typeface="Courier New" panose="02070309020205020404" pitchFamily="49" charset="0"/>
            </a:endParaRPr>
          </a:p>
          <a:p>
            <a:r>
              <a:rPr lang="en-US" sz="1350" dirty="0">
                <a:solidFill>
                  <a:srgbClr val="000000"/>
                </a:solidFill>
                <a:latin typeface="Courier New" panose="02070309020205020404" pitchFamily="49" charset="0"/>
              </a:rPr>
              <a:t>WHERE  </a:t>
            </a:r>
            <a:r>
              <a:rPr lang="en-US" sz="1350" dirty="0" err="1">
                <a:solidFill>
                  <a:srgbClr val="000000"/>
                </a:solidFill>
                <a:latin typeface="Courier New" panose="02070309020205020404" pitchFamily="49" charset="0"/>
              </a:rPr>
              <a:t>department_id</a:t>
            </a:r>
            <a:r>
              <a:rPr lang="en-US" sz="1350" dirty="0">
                <a:solidFill>
                  <a:srgbClr val="000000"/>
                </a:solidFill>
                <a:latin typeface="Courier New" panose="02070309020205020404" pitchFamily="49" charset="0"/>
              </a:rPr>
              <a:t> = 90 ;</a:t>
            </a:r>
          </a:p>
        </p:txBody>
      </p:sp>
      <p:sp>
        <p:nvSpPr>
          <p:cNvPr id="314371" name="Rectangle 3"/>
          <p:cNvSpPr>
            <a:spLocks noGrp="1" noChangeArrowheads="1"/>
          </p:cNvSpPr>
          <p:nvPr>
            <p:ph type="title"/>
          </p:nvPr>
        </p:nvSpPr>
        <p:spPr>
          <a:xfrm>
            <a:off x="457200" y="605600"/>
            <a:ext cx="7040880" cy="1082700"/>
          </a:xfrm>
        </p:spPr>
        <p:txBody>
          <a:bodyPr/>
          <a:lstStyle/>
          <a:p>
            <a:r>
              <a:rPr lang="en-US"/>
              <a:t>Using the </a:t>
            </a:r>
            <a:r>
              <a:rPr lang="en-US">
                <a:latin typeface="Courier New" panose="02070309020205020404" pitchFamily="49" charset="0"/>
              </a:rPr>
              <a:t>WHERE</a:t>
            </a:r>
            <a:r>
              <a:rPr lang="en-US"/>
              <a:t> Clause</a:t>
            </a:r>
          </a:p>
        </p:txBody>
      </p:sp>
      <p:sp>
        <p:nvSpPr>
          <p:cNvPr id="314372" name="Rectangle 4"/>
          <p:cNvSpPr>
            <a:spLocks noChangeArrowheads="1"/>
          </p:cNvSpPr>
          <p:nvPr/>
        </p:nvSpPr>
        <p:spPr bwMode="gray">
          <a:xfrm>
            <a:off x="1788739" y="2393156"/>
            <a:ext cx="2689622" cy="202406"/>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p>
            <a:endParaRPr lang="en-US" sz="1050"/>
          </a:p>
        </p:txBody>
      </p:sp>
      <p:pic>
        <p:nvPicPr>
          <p:cNvPr id="314375" name="Picture 7" descr="C:\project-SQLFund1\images\img-02-05.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1590515" y="2876556"/>
            <a:ext cx="5623902" cy="11217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5955470"/>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2"/>
          <p:cNvSpPr>
            <a:spLocks noChangeArrowheads="1"/>
          </p:cNvSpPr>
          <p:nvPr/>
        </p:nvSpPr>
        <p:spPr bwMode="blackGray">
          <a:xfrm>
            <a:off x="2084784" y="3394262"/>
            <a:ext cx="5454254" cy="692944"/>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69056" tIns="34529" rIns="69056" bIns="34529" anchor="ctr"/>
          <a:lstStyle>
            <a:lvl1pPr>
              <a:tabLst>
                <a:tab pos="1200150" algn="l"/>
              </a:tabLst>
              <a:defRPr sz="2400">
                <a:solidFill>
                  <a:schemeClr val="tx1"/>
                </a:solidFill>
                <a:latin typeface="Times New Roman" panose="02020603050405020304" pitchFamily="18" charset="0"/>
              </a:defRPr>
            </a:lvl1pPr>
            <a:lvl2pPr>
              <a:tabLst>
                <a:tab pos="1200150" algn="l"/>
              </a:tabLst>
              <a:defRPr sz="2400">
                <a:solidFill>
                  <a:schemeClr val="tx1"/>
                </a:solidFill>
                <a:latin typeface="Times New Roman" panose="02020603050405020304" pitchFamily="18" charset="0"/>
              </a:defRPr>
            </a:lvl2pPr>
            <a:lvl3pPr>
              <a:tabLst>
                <a:tab pos="1200150" algn="l"/>
              </a:tabLst>
              <a:defRPr sz="2400">
                <a:solidFill>
                  <a:schemeClr val="tx1"/>
                </a:solidFill>
                <a:latin typeface="Times New Roman" panose="02020603050405020304" pitchFamily="18" charset="0"/>
              </a:defRPr>
            </a:lvl3pPr>
            <a:lvl4pPr>
              <a:tabLst>
                <a:tab pos="1200150" algn="l"/>
              </a:tabLst>
              <a:defRPr sz="2400">
                <a:solidFill>
                  <a:schemeClr val="tx1"/>
                </a:solidFill>
                <a:latin typeface="Times New Roman" panose="02020603050405020304" pitchFamily="18" charset="0"/>
              </a:defRPr>
            </a:lvl4pPr>
            <a:lvl5pPr>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r>
              <a:rPr lang="en-US" sz="1350" dirty="0">
                <a:solidFill>
                  <a:srgbClr val="000000"/>
                </a:solidFill>
                <a:latin typeface="Courier New" panose="02070309020205020404" pitchFamily="49" charset="0"/>
              </a:rPr>
              <a:t>SELECT </a:t>
            </a:r>
            <a:r>
              <a:rPr lang="en-US" sz="1350" dirty="0" err="1">
                <a:solidFill>
                  <a:srgbClr val="000000"/>
                </a:solidFill>
                <a:latin typeface="Courier New" panose="02070309020205020404" pitchFamily="49" charset="0"/>
              </a:rPr>
              <a:t>last_name</a:t>
            </a:r>
            <a:r>
              <a:rPr lang="en-US" sz="1350" dirty="0">
                <a:solidFill>
                  <a:srgbClr val="000000"/>
                </a:solidFill>
                <a:latin typeface="Courier New" panose="02070309020205020404" pitchFamily="49" charset="0"/>
              </a:rPr>
              <a:t>, </a:t>
            </a:r>
            <a:r>
              <a:rPr lang="en-US" sz="1350" dirty="0" err="1">
                <a:solidFill>
                  <a:srgbClr val="000000"/>
                </a:solidFill>
                <a:latin typeface="Courier New" panose="02070309020205020404" pitchFamily="49" charset="0"/>
              </a:rPr>
              <a:t>job_id</a:t>
            </a:r>
            <a:r>
              <a:rPr lang="en-US" sz="1350" dirty="0">
                <a:solidFill>
                  <a:srgbClr val="000000"/>
                </a:solidFill>
                <a:latin typeface="Courier New" panose="02070309020205020404" pitchFamily="49" charset="0"/>
              </a:rPr>
              <a:t>, </a:t>
            </a:r>
            <a:r>
              <a:rPr lang="en-US" sz="1350" dirty="0" err="1">
                <a:solidFill>
                  <a:srgbClr val="000000"/>
                </a:solidFill>
                <a:latin typeface="Courier New" panose="02070309020205020404" pitchFamily="49" charset="0"/>
              </a:rPr>
              <a:t>department_id</a:t>
            </a:r>
            <a:endParaRPr lang="en-US" sz="1350" dirty="0">
              <a:solidFill>
                <a:srgbClr val="000000"/>
              </a:solidFill>
              <a:latin typeface="Courier New" panose="02070309020205020404" pitchFamily="49" charset="0"/>
            </a:endParaRPr>
          </a:p>
          <a:p>
            <a:r>
              <a:rPr lang="en-US" sz="1350" dirty="0">
                <a:solidFill>
                  <a:srgbClr val="000000"/>
                </a:solidFill>
                <a:latin typeface="Courier New" panose="02070309020205020404" pitchFamily="49" charset="0"/>
              </a:rPr>
              <a:t>FROM   </a:t>
            </a:r>
            <a:r>
              <a:rPr lang="en-US" sz="1350" dirty="0" err="1">
                <a:solidFill>
                  <a:srgbClr val="000000"/>
                </a:solidFill>
                <a:latin typeface="Courier New" panose="02070309020205020404" pitchFamily="49" charset="0"/>
              </a:rPr>
              <a:t>hr.employees</a:t>
            </a:r>
            <a:endParaRPr lang="en-US" sz="1350" dirty="0">
              <a:solidFill>
                <a:srgbClr val="000000"/>
              </a:solidFill>
              <a:latin typeface="Courier New" panose="02070309020205020404" pitchFamily="49" charset="0"/>
            </a:endParaRPr>
          </a:p>
          <a:p>
            <a:r>
              <a:rPr lang="en-US" sz="1350" dirty="0">
                <a:solidFill>
                  <a:srgbClr val="000000"/>
                </a:solidFill>
                <a:latin typeface="Courier New" panose="02070309020205020404" pitchFamily="49" charset="0"/>
              </a:rPr>
              <a:t>WHERE  </a:t>
            </a:r>
            <a:r>
              <a:rPr lang="en-US" sz="1350" dirty="0" err="1">
                <a:solidFill>
                  <a:srgbClr val="000000"/>
                </a:solidFill>
                <a:latin typeface="Courier New" panose="02070309020205020404" pitchFamily="49" charset="0"/>
              </a:rPr>
              <a:t>last_name</a:t>
            </a:r>
            <a:r>
              <a:rPr lang="en-US" sz="1350" dirty="0">
                <a:solidFill>
                  <a:srgbClr val="000000"/>
                </a:solidFill>
                <a:latin typeface="Courier New" panose="02070309020205020404" pitchFamily="49" charset="0"/>
              </a:rPr>
              <a:t> = 'Whalen' ;</a:t>
            </a:r>
          </a:p>
        </p:txBody>
      </p:sp>
      <p:sp>
        <p:nvSpPr>
          <p:cNvPr id="316422" name="Rectangle 6"/>
          <p:cNvSpPr>
            <a:spLocks noGrp="1" noChangeArrowheads="1"/>
          </p:cNvSpPr>
          <p:nvPr>
            <p:ph type="title"/>
          </p:nvPr>
        </p:nvSpPr>
        <p:spPr/>
        <p:txBody>
          <a:bodyPr/>
          <a:lstStyle/>
          <a:p>
            <a:r>
              <a:rPr lang="en-US"/>
              <a:t>Character Strings and Dates</a:t>
            </a:r>
          </a:p>
        </p:txBody>
      </p:sp>
      <p:sp>
        <p:nvSpPr>
          <p:cNvPr id="316423" name="Rectangle 7"/>
          <p:cNvSpPr>
            <a:spLocks noGrp="1" noChangeArrowheads="1"/>
          </p:cNvSpPr>
          <p:nvPr>
            <p:ph type="body" idx="1"/>
          </p:nvPr>
        </p:nvSpPr>
        <p:spPr>
          <a:xfrm>
            <a:off x="1600200" y="1087041"/>
            <a:ext cx="5938838" cy="1375172"/>
          </a:xfrm>
        </p:spPr>
        <p:txBody>
          <a:bodyPr/>
          <a:lstStyle/>
          <a:p>
            <a:pPr lvl="1"/>
            <a:r>
              <a:rPr lang="en-US" dirty="0"/>
              <a:t>Character strings and date values are enclosed with single quotation marks.</a:t>
            </a:r>
          </a:p>
          <a:p>
            <a:pPr lvl="1"/>
            <a:r>
              <a:rPr lang="en-US" dirty="0"/>
              <a:t>Character values are case-sensitive and date values are format-sensitive.</a:t>
            </a:r>
          </a:p>
          <a:p>
            <a:pPr lvl="1"/>
            <a:r>
              <a:rPr lang="en-US" dirty="0"/>
              <a:t>The default date display format is </a:t>
            </a:r>
            <a:r>
              <a:rPr lang="en-US" dirty="0">
                <a:latin typeface="Courier New" panose="02070309020205020404" pitchFamily="49" charset="0"/>
              </a:rPr>
              <a:t>DD-MON-RR</a:t>
            </a:r>
            <a:r>
              <a:rPr lang="en-US" dirty="0"/>
              <a:t>.</a:t>
            </a:r>
          </a:p>
        </p:txBody>
      </p:sp>
      <p:sp>
        <p:nvSpPr>
          <p:cNvPr id="316421" name="Rectangle 5"/>
          <p:cNvSpPr>
            <a:spLocks noChangeArrowheads="1"/>
          </p:cNvSpPr>
          <p:nvPr/>
        </p:nvSpPr>
        <p:spPr bwMode="gray">
          <a:xfrm>
            <a:off x="4073129" y="3819316"/>
            <a:ext cx="878681" cy="217884"/>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p>
            <a:endParaRPr lang="en-US" sz="1050"/>
          </a:p>
        </p:txBody>
      </p:sp>
      <p:sp>
        <p:nvSpPr>
          <p:cNvPr id="316425" name="Rectangle 9"/>
          <p:cNvSpPr>
            <a:spLocks noChangeArrowheads="1"/>
          </p:cNvSpPr>
          <p:nvPr/>
        </p:nvSpPr>
        <p:spPr bwMode="blackGray">
          <a:xfrm>
            <a:off x="2108597" y="4308662"/>
            <a:ext cx="5454254" cy="692944"/>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69056" tIns="34529" rIns="69056" bIns="34529" anchor="ctr"/>
          <a:lstStyle>
            <a:lvl1pPr>
              <a:tabLst>
                <a:tab pos="1200150" algn="l"/>
              </a:tabLst>
              <a:defRPr sz="2400">
                <a:solidFill>
                  <a:schemeClr val="tx1"/>
                </a:solidFill>
                <a:latin typeface="Times New Roman" panose="02020603050405020304" pitchFamily="18" charset="0"/>
              </a:defRPr>
            </a:lvl1pPr>
            <a:lvl2pPr>
              <a:tabLst>
                <a:tab pos="1200150" algn="l"/>
              </a:tabLst>
              <a:defRPr sz="2400">
                <a:solidFill>
                  <a:schemeClr val="tx1"/>
                </a:solidFill>
                <a:latin typeface="Times New Roman" panose="02020603050405020304" pitchFamily="18" charset="0"/>
              </a:defRPr>
            </a:lvl2pPr>
            <a:lvl3pPr>
              <a:tabLst>
                <a:tab pos="1200150" algn="l"/>
              </a:tabLst>
              <a:defRPr sz="2400">
                <a:solidFill>
                  <a:schemeClr val="tx1"/>
                </a:solidFill>
                <a:latin typeface="Times New Roman" panose="02020603050405020304" pitchFamily="18" charset="0"/>
              </a:defRPr>
            </a:lvl3pPr>
            <a:lvl4pPr>
              <a:tabLst>
                <a:tab pos="1200150" algn="l"/>
              </a:tabLst>
              <a:defRPr sz="2400">
                <a:solidFill>
                  <a:schemeClr val="tx1"/>
                </a:solidFill>
                <a:latin typeface="Times New Roman" panose="02020603050405020304" pitchFamily="18" charset="0"/>
              </a:defRPr>
            </a:lvl4pPr>
            <a:lvl5pPr>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r>
              <a:rPr lang="en-US" sz="1350" dirty="0">
                <a:solidFill>
                  <a:srgbClr val="000000"/>
                </a:solidFill>
                <a:latin typeface="Courier New" panose="02070309020205020404" pitchFamily="49" charset="0"/>
              </a:rPr>
              <a:t>SELECT </a:t>
            </a:r>
            <a:r>
              <a:rPr lang="en-US" sz="1350" dirty="0" err="1">
                <a:solidFill>
                  <a:srgbClr val="000000"/>
                </a:solidFill>
                <a:latin typeface="Courier New" panose="02070309020205020404" pitchFamily="49" charset="0"/>
              </a:rPr>
              <a:t>last_name</a:t>
            </a:r>
            <a:r>
              <a:rPr lang="en-US" sz="1350" dirty="0">
                <a:solidFill>
                  <a:srgbClr val="000000"/>
                </a:solidFill>
                <a:latin typeface="Courier New" panose="02070309020205020404" pitchFamily="49" charset="0"/>
              </a:rPr>
              <a:t> </a:t>
            </a:r>
          </a:p>
          <a:p>
            <a:r>
              <a:rPr lang="en-US" sz="1350" dirty="0">
                <a:solidFill>
                  <a:srgbClr val="000000"/>
                </a:solidFill>
                <a:latin typeface="Courier New" panose="02070309020205020404" pitchFamily="49" charset="0"/>
              </a:rPr>
              <a:t>FROM   </a:t>
            </a:r>
            <a:r>
              <a:rPr lang="en-US" sz="1350" dirty="0" err="1">
                <a:solidFill>
                  <a:srgbClr val="000000"/>
                </a:solidFill>
                <a:latin typeface="Courier New" panose="02070309020205020404" pitchFamily="49" charset="0"/>
              </a:rPr>
              <a:t>hr.employees</a:t>
            </a:r>
            <a:endParaRPr lang="en-US" sz="1350" dirty="0">
              <a:solidFill>
                <a:srgbClr val="000000"/>
              </a:solidFill>
              <a:latin typeface="Courier New" panose="02070309020205020404" pitchFamily="49" charset="0"/>
            </a:endParaRPr>
          </a:p>
          <a:p>
            <a:r>
              <a:rPr lang="en-US" sz="1350" dirty="0">
                <a:solidFill>
                  <a:srgbClr val="000000"/>
                </a:solidFill>
                <a:latin typeface="Courier New" panose="02070309020205020404" pitchFamily="49" charset="0"/>
              </a:rPr>
              <a:t>WHERE  </a:t>
            </a:r>
            <a:r>
              <a:rPr lang="en-US" sz="1350" dirty="0" err="1">
                <a:solidFill>
                  <a:srgbClr val="000000"/>
                </a:solidFill>
                <a:latin typeface="Courier New" panose="02070309020205020404" pitchFamily="49" charset="0"/>
              </a:rPr>
              <a:t>hire_date</a:t>
            </a:r>
            <a:r>
              <a:rPr lang="en-US" sz="1350" dirty="0">
                <a:solidFill>
                  <a:srgbClr val="000000"/>
                </a:solidFill>
                <a:latin typeface="Courier New" panose="02070309020205020404" pitchFamily="49" charset="0"/>
              </a:rPr>
              <a:t> = '17-FEB-96' ;</a:t>
            </a:r>
          </a:p>
        </p:txBody>
      </p:sp>
      <p:sp>
        <p:nvSpPr>
          <p:cNvPr id="316426" name="Rectangle 10"/>
          <p:cNvSpPr>
            <a:spLocks noChangeArrowheads="1"/>
          </p:cNvSpPr>
          <p:nvPr/>
        </p:nvSpPr>
        <p:spPr bwMode="gray">
          <a:xfrm>
            <a:off x="4108847" y="4708712"/>
            <a:ext cx="1200150" cy="285750"/>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p>
            <a:endParaRPr lang="en-US" sz="1050"/>
          </a:p>
        </p:txBody>
      </p:sp>
    </p:spTree>
    <p:extLst>
      <p:ext uri="{BB962C8B-B14F-4D97-AF65-F5344CB8AC3E}">
        <p14:creationId xmlns:p14="http://schemas.microsoft.com/office/powerpoint/2010/main" val="4001719587"/>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Rectangle 2"/>
          <p:cNvSpPr>
            <a:spLocks noGrp="1" noChangeArrowheads="1"/>
          </p:cNvSpPr>
          <p:nvPr>
            <p:ph type="title"/>
          </p:nvPr>
        </p:nvSpPr>
        <p:spPr>
          <a:xfrm>
            <a:off x="546846" y="623572"/>
            <a:ext cx="6802639" cy="1082700"/>
          </a:xfrm>
        </p:spPr>
        <p:txBody>
          <a:bodyPr/>
          <a:lstStyle/>
          <a:p>
            <a:r>
              <a:rPr lang="en-US"/>
              <a:t>Comparison Operators</a:t>
            </a:r>
          </a:p>
        </p:txBody>
      </p:sp>
      <p:sp>
        <p:nvSpPr>
          <p:cNvPr id="318468" name="Rectangle 4"/>
          <p:cNvSpPr>
            <a:spLocks noChangeArrowheads="1"/>
          </p:cNvSpPr>
          <p:nvPr/>
        </p:nvSpPr>
        <p:spPr bwMode="blackWhite">
          <a:xfrm>
            <a:off x="3588782" y="3062604"/>
            <a:ext cx="2562225" cy="273844"/>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0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2pPr>
            <a:lvl3pPr marL="685800" defTabSz="228600">
              <a:spcBef>
                <a:spcPct val="20000"/>
              </a:spcBef>
              <a:buClr>
                <a:srgbClr val="FF0000"/>
              </a:buClr>
              <a:buFont typeface="Arial" panose="020B0604020202020204" pitchFamily="34" charset="0"/>
              <a:buChar char="–"/>
              <a:defRPr>
                <a:solidFill>
                  <a:schemeClr val="tx1"/>
                </a:solidFill>
                <a:latin typeface="Arial" panose="020B0604020202020204" pitchFamily="34" charset="0"/>
              </a:defRPr>
            </a:lvl3pPr>
            <a:lvl4pPr marL="1143000" defTabSz="228600">
              <a:spcBef>
                <a:spcPct val="20000"/>
              </a:spcBef>
              <a:buClr>
                <a:schemeClr val="accent2"/>
              </a:buClr>
              <a:buSzPct val="45000"/>
              <a:buFont typeface="Arial" panose="020B0604020202020204" pitchFamily="34" charset="0"/>
              <a:buChar char="—"/>
              <a:defRPr sz="1600">
                <a:solidFill>
                  <a:schemeClr val="tx1"/>
                </a:solidFill>
                <a:latin typeface="Arial" panose="020B0604020202020204" pitchFamily="34" charset="0"/>
              </a:defRPr>
            </a:lvl4pPr>
            <a:lvl5pPr marL="1257300" defTabSz="228600">
              <a:spcBef>
                <a:spcPct val="20000"/>
              </a:spcBef>
              <a:buClr>
                <a:schemeClr val="accent2"/>
              </a:buClr>
              <a:buSzPct val="55000"/>
              <a:buFont typeface="Arial" panose="020B0604020202020204" pitchFamily="34" charset="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eaLnBrk="1" hangingPunct="1"/>
            <a:r>
              <a:rPr lang="en-US" sz="1200"/>
              <a:t>Not equal to</a:t>
            </a:r>
          </a:p>
        </p:txBody>
      </p:sp>
      <p:sp>
        <p:nvSpPr>
          <p:cNvPr id="318469" name="Rectangle 5"/>
          <p:cNvSpPr>
            <a:spLocks noChangeArrowheads="1"/>
          </p:cNvSpPr>
          <p:nvPr/>
        </p:nvSpPr>
        <p:spPr bwMode="blackWhite">
          <a:xfrm>
            <a:off x="2417207" y="3062604"/>
            <a:ext cx="1171575" cy="273844"/>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0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2pPr>
            <a:lvl3pPr marL="685800" defTabSz="228600">
              <a:spcBef>
                <a:spcPct val="20000"/>
              </a:spcBef>
              <a:buClr>
                <a:srgbClr val="FF0000"/>
              </a:buClr>
              <a:buFont typeface="Arial" panose="020B0604020202020204" pitchFamily="34" charset="0"/>
              <a:buChar char="–"/>
              <a:defRPr>
                <a:solidFill>
                  <a:schemeClr val="tx1"/>
                </a:solidFill>
                <a:latin typeface="Arial" panose="020B0604020202020204" pitchFamily="34" charset="0"/>
              </a:defRPr>
            </a:lvl3pPr>
            <a:lvl4pPr marL="1143000" defTabSz="228600">
              <a:spcBef>
                <a:spcPct val="20000"/>
              </a:spcBef>
              <a:buClr>
                <a:schemeClr val="accent2"/>
              </a:buClr>
              <a:buSzPct val="45000"/>
              <a:buFont typeface="Arial" panose="020B0604020202020204" pitchFamily="34" charset="0"/>
              <a:buChar char="—"/>
              <a:defRPr sz="1600">
                <a:solidFill>
                  <a:schemeClr val="tx1"/>
                </a:solidFill>
                <a:latin typeface="Arial" panose="020B0604020202020204" pitchFamily="34" charset="0"/>
              </a:defRPr>
            </a:lvl4pPr>
            <a:lvl5pPr marL="1257300" defTabSz="228600">
              <a:spcBef>
                <a:spcPct val="20000"/>
              </a:spcBef>
              <a:buClr>
                <a:schemeClr val="accent2"/>
              </a:buClr>
              <a:buSzPct val="55000"/>
              <a:buFont typeface="Arial" panose="020B0604020202020204" pitchFamily="34" charset="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lvl="1" algn="ctr" eaLnBrk="1" hangingPunct="1">
              <a:buFont typeface="Arial" panose="020B0604020202020204" pitchFamily="34" charset="0"/>
              <a:buNone/>
            </a:pPr>
            <a:r>
              <a:rPr lang="en-US" sz="1200"/>
              <a:t>&lt;&gt;</a:t>
            </a:r>
          </a:p>
        </p:txBody>
      </p:sp>
      <p:sp>
        <p:nvSpPr>
          <p:cNvPr id="318470" name="Rectangle 6"/>
          <p:cNvSpPr>
            <a:spLocks noChangeArrowheads="1"/>
          </p:cNvSpPr>
          <p:nvPr/>
        </p:nvSpPr>
        <p:spPr bwMode="blackWhite">
          <a:xfrm>
            <a:off x="3588782" y="3336447"/>
            <a:ext cx="2562225" cy="479822"/>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0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2pPr>
            <a:lvl3pPr marL="685800" defTabSz="228600">
              <a:spcBef>
                <a:spcPct val="20000"/>
              </a:spcBef>
              <a:buClr>
                <a:srgbClr val="FF0000"/>
              </a:buClr>
              <a:buFont typeface="Arial" panose="020B0604020202020204" pitchFamily="34" charset="0"/>
              <a:buChar char="–"/>
              <a:defRPr>
                <a:solidFill>
                  <a:schemeClr val="tx1"/>
                </a:solidFill>
                <a:latin typeface="Arial" panose="020B0604020202020204" pitchFamily="34" charset="0"/>
              </a:defRPr>
            </a:lvl3pPr>
            <a:lvl4pPr marL="1143000" defTabSz="228600">
              <a:spcBef>
                <a:spcPct val="20000"/>
              </a:spcBef>
              <a:buClr>
                <a:schemeClr val="accent2"/>
              </a:buClr>
              <a:buSzPct val="45000"/>
              <a:buFont typeface="Arial" panose="020B0604020202020204" pitchFamily="34" charset="0"/>
              <a:buChar char="—"/>
              <a:defRPr sz="1600">
                <a:solidFill>
                  <a:schemeClr val="tx1"/>
                </a:solidFill>
                <a:latin typeface="Arial" panose="020B0604020202020204" pitchFamily="34" charset="0"/>
              </a:defRPr>
            </a:lvl4pPr>
            <a:lvl5pPr marL="1257300" defTabSz="228600">
              <a:spcBef>
                <a:spcPct val="20000"/>
              </a:spcBef>
              <a:buClr>
                <a:schemeClr val="accent2"/>
              </a:buClr>
              <a:buSzPct val="55000"/>
              <a:buFont typeface="Arial" panose="020B0604020202020204" pitchFamily="34" charset="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eaLnBrk="1" hangingPunct="1"/>
            <a:r>
              <a:rPr lang="en-US" sz="1200">
                <a:solidFill>
                  <a:srgbClr val="000000"/>
                </a:solidFill>
              </a:rPr>
              <a:t>Between two values (inclusive)</a:t>
            </a:r>
          </a:p>
        </p:txBody>
      </p:sp>
      <p:sp>
        <p:nvSpPr>
          <p:cNvPr id="318471" name="Rectangle 7"/>
          <p:cNvSpPr>
            <a:spLocks noChangeArrowheads="1"/>
          </p:cNvSpPr>
          <p:nvPr/>
        </p:nvSpPr>
        <p:spPr bwMode="blackWhite">
          <a:xfrm>
            <a:off x="2417207" y="3336447"/>
            <a:ext cx="1171575" cy="479822"/>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0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2pPr>
            <a:lvl3pPr marL="685800" defTabSz="228600">
              <a:spcBef>
                <a:spcPct val="20000"/>
              </a:spcBef>
              <a:buClr>
                <a:srgbClr val="FF0000"/>
              </a:buClr>
              <a:buFont typeface="Arial" panose="020B0604020202020204" pitchFamily="34" charset="0"/>
              <a:buChar char="–"/>
              <a:defRPr>
                <a:solidFill>
                  <a:schemeClr val="tx1"/>
                </a:solidFill>
                <a:latin typeface="Arial" panose="020B0604020202020204" pitchFamily="34" charset="0"/>
              </a:defRPr>
            </a:lvl3pPr>
            <a:lvl4pPr marL="1143000" defTabSz="228600">
              <a:spcBef>
                <a:spcPct val="20000"/>
              </a:spcBef>
              <a:buClr>
                <a:schemeClr val="accent2"/>
              </a:buClr>
              <a:buSzPct val="45000"/>
              <a:buFont typeface="Arial" panose="020B0604020202020204" pitchFamily="34" charset="0"/>
              <a:buChar char="—"/>
              <a:defRPr sz="1600">
                <a:solidFill>
                  <a:schemeClr val="tx1"/>
                </a:solidFill>
                <a:latin typeface="Arial" panose="020B0604020202020204" pitchFamily="34" charset="0"/>
              </a:defRPr>
            </a:lvl4pPr>
            <a:lvl5pPr marL="1257300" defTabSz="228600">
              <a:spcBef>
                <a:spcPct val="20000"/>
              </a:spcBef>
              <a:buClr>
                <a:schemeClr val="accent2"/>
              </a:buClr>
              <a:buSzPct val="55000"/>
              <a:buFont typeface="Arial" panose="020B0604020202020204" pitchFamily="34" charset="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eaLnBrk="1" hangingPunct="1"/>
            <a:r>
              <a:rPr lang="en-US" sz="1200">
                <a:solidFill>
                  <a:srgbClr val="000000"/>
                </a:solidFill>
                <a:latin typeface="Courier New" panose="02070309020205020404" pitchFamily="49" charset="0"/>
              </a:rPr>
              <a:t>BETWEEN</a:t>
            </a:r>
            <a:br>
              <a:rPr lang="en-US" sz="1200">
                <a:solidFill>
                  <a:srgbClr val="000000"/>
                </a:solidFill>
                <a:latin typeface="Courier New" panose="02070309020205020404" pitchFamily="49" charset="0"/>
              </a:rPr>
            </a:br>
            <a:r>
              <a:rPr lang="en-US" sz="1200">
                <a:solidFill>
                  <a:srgbClr val="000000"/>
                </a:solidFill>
                <a:latin typeface="Courier New" panose="02070309020205020404" pitchFamily="49" charset="0"/>
              </a:rPr>
              <a:t>...AND...</a:t>
            </a:r>
          </a:p>
        </p:txBody>
      </p:sp>
      <p:sp>
        <p:nvSpPr>
          <p:cNvPr id="318472" name="Rectangle 8"/>
          <p:cNvSpPr>
            <a:spLocks noChangeArrowheads="1"/>
          </p:cNvSpPr>
          <p:nvPr/>
        </p:nvSpPr>
        <p:spPr bwMode="blackWhite">
          <a:xfrm>
            <a:off x="3588782" y="3816269"/>
            <a:ext cx="2562225" cy="315516"/>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0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2pPr>
            <a:lvl3pPr marL="685800" defTabSz="228600">
              <a:spcBef>
                <a:spcPct val="20000"/>
              </a:spcBef>
              <a:buClr>
                <a:srgbClr val="FF0000"/>
              </a:buClr>
              <a:buFont typeface="Arial" panose="020B0604020202020204" pitchFamily="34" charset="0"/>
              <a:buChar char="–"/>
              <a:defRPr>
                <a:solidFill>
                  <a:schemeClr val="tx1"/>
                </a:solidFill>
                <a:latin typeface="Arial" panose="020B0604020202020204" pitchFamily="34" charset="0"/>
              </a:defRPr>
            </a:lvl3pPr>
            <a:lvl4pPr marL="1143000" defTabSz="228600">
              <a:spcBef>
                <a:spcPct val="20000"/>
              </a:spcBef>
              <a:buClr>
                <a:schemeClr val="accent2"/>
              </a:buClr>
              <a:buSzPct val="45000"/>
              <a:buFont typeface="Arial" panose="020B0604020202020204" pitchFamily="34" charset="0"/>
              <a:buChar char="—"/>
              <a:defRPr sz="1600">
                <a:solidFill>
                  <a:schemeClr val="tx1"/>
                </a:solidFill>
                <a:latin typeface="Arial" panose="020B0604020202020204" pitchFamily="34" charset="0"/>
              </a:defRPr>
            </a:lvl4pPr>
            <a:lvl5pPr marL="1257300" defTabSz="228600">
              <a:spcBef>
                <a:spcPct val="20000"/>
              </a:spcBef>
              <a:buClr>
                <a:schemeClr val="accent2"/>
              </a:buClr>
              <a:buSzPct val="55000"/>
              <a:buFont typeface="Arial" panose="020B0604020202020204" pitchFamily="34" charset="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a:lnSpc>
                <a:spcPct val="120000"/>
              </a:lnSpc>
              <a:spcBef>
                <a:spcPct val="60000"/>
              </a:spcBef>
              <a:buClrTx/>
              <a:buFontTx/>
              <a:buNone/>
            </a:pPr>
            <a:r>
              <a:rPr lang="en-US" sz="1200">
                <a:solidFill>
                  <a:srgbClr val="000000"/>
                </a:solidFill>
              </a:rPr>
              <a:t>Match any of a list of values </a:t>
            </a:r>
            <a:endParaRPr lang="en-US" sz="1200"/>
          </a:p>
        </p:txBody>
      </p:sp>
      <p:sp>
        <p:nvSpPr>
          <p:cNvPr id="318473" name="Rectangle 9"/>
          <p:cNvSpPr>
            <a:spLocks noChangeArrowheads="1"/>
          </p:cNvSpPr>
          <p:nvPr/>
        </p:nvSpPr>
        <p:spPr bwMode="blackWhite">
          <a:xfrm>
            <a:off x="2417207" y="3816269"/>
            <a:ext cx="1171575" cy="315516"/>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0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2pPr>
            <a:lvl3pPr marL="685800" defTabSz="228600">
              <a:spcBef>
                <a:spcPct val="20000"/>
              </a:spcBef>
              <a:buClr>
                <a:srgbClr val="FF0000"/>
              </a:buClr>
              <a:buFont typeface="Arial" panose="020B0604020202020204" pitchFamily="34" charset="0"/>
              <a:buChar char="–"/>
              <a:defRPr>
                <a:solidFill>
                  <a:schemeClr val="tx1"/>
                </a:solidFill>
                <a:latin typeface="Arial" panose="020B0604020202020204" pitchFamily="34" charset="0"/>
              </a:defRPr>
            </a:lvl3pPr>
            <a:lvl4pPr marL="1143000" defTabSz="228600">
              <a:spcBef>
                <a:spcPct val="20000"/>
              </a:spcBef>
              <a:buClr>
                <a:schemeClr val="accent2"/>
              </a:buClr>
              <a:buSzPct val="45000"/>
              <a:buFont typeface="Arial" panose="020B0604020202020204" pitchFamily="34" charset="0"/>
              <a:buChar char="—"/>
              <a:defRPr sz="1600">
                <a:solidFill>
                  <a:schemeClr val="tx1"/>
                </a:solidFill>
                <a:latin typeface="Arial" panose="020B0604020202020204" pitchFamily="34" charset="0"/>
              </a:defRPr>
            </a:lvl4pPr>
            <a:lvl5pPr marL="1257300" defTabSz="228600">
              <a:spcBef>
                <a:spcPct val="20000"/>
              </a:spcBef>
              <a:buClr>
                <a:schemeClr val="accent2"/>
              </a:buClr>
              <a:buSzPct val="55000"/>
              <a:buFont typeface="Arial" panose="020B0604020202020204" pitchFamily="34" charset="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a:lnSpc>
                <a:spcPct val="120000"/>
              </a:lnSpc>
              <a:spcBef>
                <a:spcPct val="60000"/>
              </a:spcBef>
              <a:buClrTx/>
              <a:buFontTx/>
              <a:buNone/>
            </a:pPr>
            <a:r>
              <a:rPr lang="en-US" sz="1200">
                <a:solidFill>
                  <a:srgbClr val="000000"/>
                </a:solidFill>
                <a:latin typeface="Courier New" panose="02070309020205020404" pitchFamily="49" charset="0"/>
              </a:rPr>
              <a:t>IN(set)</a:t>
            </a:r>
          </a:p>
        </p:txBody>
      </p:sp>
      <p:sp>
        <p:nvSpPr>
          <p:cNvPr id="318474" name="Rectangle 10"/>
          <p:cNvSpPr>
            <a:spLocks noChangeArrowheads="1"/>
          </p:cNvSpPr>
          <p:nvPr/>
        </p:nvSpPr>
        <p:spPr bwMode="blackWhite">
          <a:xfrm>
            <a:off x="3588782" y="4131785"/>
            <a:ext cx="2562225" cy="31551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0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2pPr>
            <a:lvl3pPr marL="685800" defTabSz="228600">
              <a:spcBef>
                <a:spcPct val="20000"/>
              </a:spcBef>
              <a:buClr>
                <a:srgbClr val="FF0000"/>
              </a:buClr>
              <a:buFont typeface="Arial" panose="020B0604020202020204" pitchFamily="34" charset="0"/>
              <a:buChar char="–"/>
              <a:defRPr>
                <a:solidFill>
                  <a:schemeClr val="tx1"/>
                </a:solidFill>
                <a:latin typeface="Arial" panose="020B0604020202020204" pitchFamily="34" charset="0"/>
              </a:defRPr>
            </a:lvl3pPr>
            <a:lvl4pPr marL="1143000" defTabSz="228600">
              <a:spcBef>
                <a:spcPct val="20000"/>
              </a:spcBef>
              <a:buClr>
                <a:schemeClr val="accent2"/>
              </a:buClr>
              <a:buSzPct val="45000"/>
              <a:buFont typeface="Arial" panose="020B0604020202020204" pitchFamily="34" charset="0"/>
              <a:buChar char="—"/>
              <a:defRPr sz="1600">
                <a:solidFill>
                  <a:schemeClr val="tx1"/>
                </a:solidFill>
                <a:latin typeface="Arial" panose="020B0604020202020204" pitchFamily="34" charset="0"/>
              </a:defRPr>
            </a:lvl4pPr>
            <a:lvl5pPr marL="1257300" defTabSz="228600">
              <a:spcBef>
                <a:spcPct val="20000"/>
              </a:spcBef>
              <a:buClr>
                <a:schemeClr val="accent2"/>
              </a:buClr>
              <a:buSzPct val="55000"/>
              <a:buFont typeface="Arial" panose="020B0604020202020204" pitchFamily="34" charset="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a:lnSpc>
                <a:spcPct val="120000"/>
              </a:lnSpc>
              <a:spcBef>
                <a:spcPct val="60000"/>
              </a:spcBef>
              <a:buClrTx/>
              <a:buFontTx/>
              <a:buNone/>
            </a:pPr>
            <a:r>
              <a:rPr lang="en-US" sz="1200">
                <a:solidFill>
                  <a:srgbClr val="000000"/>
                </a:solidFill>
              </a:rPr>
              <a:t>Match a character pattern </a:t>
            </a:r>
            <a:endParaRPr lang="en-US" sz="1200"/>
          </a:p>
        </p:txBody>
      </p:sp>
      <p:sp>
        <p:nvSpPr>
          <p:cNvPr id="318475" name="Rectangle 11"/>
          <p:cNvSpPr>
            <a:spLocks noChangeArrowheads="1"/>
          </p:cNvSpPr>
          <p:nvPr/>
        </p:nvSpPr>
        <p:spPr bwMode="blackWhite">
          <a:xfrm>
            <a:off x="2417207" y="4131785"/>
            <a:ext cx="1171575" cy="315515"/>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0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2pPr>
            <a:lvl3pPr marL="685800" defTabSz="228600">
              <a:spcBef>
                <a:spcPct val="20000"/>
              </a:spcBef>
              <a:buClr>
                <a:srgbClr val="FF0000"/>
              </a:buClr>
              <a:buFont typeface="Arial" panose="020B0604020202020204" pitchFamily="34" charset="0"/>
              <a:buChar char="–"/>
              <a:defRPr>
                <a:solidFill>
                  <a:schemeClr val="tx1"/>
                </a:solidFill>
                <a:latin typeface="Arial" panose="020B0604020202020204" pitchFamily="34" charset="0"/>
              </a:defRPr>
            </a:lvl3pPr>
            <a:lvl4pPr marL="1143000" defTabSz="228600">
              <a:spcBef>
                <a:spcPct val="20000"/>
              </a:spcBef>
              <a:buClr>
                <a:schemeClr val="accent2"/>
              </a:buClr>
              <a:buSzPct val="45000"/>
              <a:buFont typeface="Arial" panose="020B0604020202020204" pitchFamily="34" charset="0"/>
              <a:buChar char="—"/>
              <a:defRPr sz="1600">
                <a:solidFill>
                  <a:schemeClr val="tx1"/>
                </a:solidFill>
                <a:latin typeface="Arial" panose="020B0604020202020204" pitchFamily="34" charset="0"/>
              </a:defRPr>
            </a:lvl4pPr>
            <a:lvl5pPr marL="1257300" defTabSz="228600">
              <a:spcBef>
                <a:spcPct val="20000"/>
              </a:spcBef>
              <a:buClr>
                <a:schemeClr val="accent2"/>
              </a:buClr>
              <a:buSzPct val="55000"/>
              <a:buFont typeface="Arial" panose="020B0604020202020204" pitchFamily="34" charset="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a:lnSpc>
                <a:spcPct val="120000"/>
              </a:lnSpc>
              <a:spcBef>
                <a:spcPct val="60000"/>
              </a:spcBef>
              <a:buClrTx/>
              <a:buFontTx/>
              <a:buNone/>
            </a:pPr>
            <a:r>
              <a:rPr lang="en-US" sz="1200">
                <a:solidFill>
                  <a:srgbClr val="000000"/>
                </a:solidFill>
                <a:latin typeface="Courier New" panose="02070309020205020404" pitchFamily="49" charset="0"/>
              </a:rPr>
              <a:t>LIKE</a:t>
            </a:r>
          </a:p>
        </p:txBody>
      </p:sp>
      <p:sp>
        <p:nvSpPr>
          <p:cNvPr id="318476" name="Rectangle 12"/>
          <p:cNvSpPr>
            <a:spLocks noChangeArrowheads="1"/>
          </p:cNvSpPr>
          <p:nvPr/>
        </p:nvSpPr>
        <p:spPr bwMode="blackWhite">
          <a:xfrm>
            <a:off x="3588782" y="4447300"/>
            <a:ext cx="2562225" cy="315516"/>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0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2pPr>
            <a:lvl3pPr marL="685800" defTabSz="228600">
              <a:spcBef>
                <a:spcPct val="20000"/>
              </a:spcBef>
              <a:buClr>
                <a:srgbClr val="FF0000"/>
              </a:buClr>
              <a:buFont typeface="Arial" panose="020B0604020202020204" pitchFamily="34" charset="0"/>
              <a:buChar char="–"/>
              <a:defRPr>
                <a:solidFill>
                  <a:schemeClr val="tx1"/>
                </a:solidFill>
                <a:latin typeface="Arial" panose="020B0604020202020204" pitchFamily="34" charset="0"/>
              </a:defRPr>
            </a:lvl3pPr>
            <a:lvl4pPr marL="1143000" defTabSz="228600">
              <a:spcBef>
                <a:spcPct val="20000"/>
              </a:spcBef>
              <a:buClr>
                <a:schemeClr val="accent2"/>
              </a:buClr>
              <a:buSzPct val="45000"/>
              <a:buFont typeface="Arial" panose="020B0604020202020204" pitchFamily="34" charset="0"/>
              <a:buChar char="—"/>
              <a:defRPr sz="1600">
                <a:solidFill>
                  <a:schemeClr val="tx1"/>
                </a:solidFill>
                <a:latin typeface="Arial" panose="020B0604020202020204" pitchFamily="34" charset="0"/>
              </a:defRPr>
            </a:lvl4pPr>
            <a:lvl5pPr marL="1257300" defTabSz="228600">
              <a:spcBef>
                <a:spcPct val="20000"/>
              </a:spcBef>
              <a:buClr>
                <a:schemeClr val="accent2"/>
              </a:buClr>
              <a:buSzPct val="55000"/>
              <a:buFont typeface="Arial" panose="020B0604020202020204" pitchFamily="34" charset="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a:lnSpc>
                <a:spcPct val="120000"/>
              </a:lnSpc>
              <a:spcBef>
                <a:spcPct val="60000"/>
              </a:spcBef>
              <a:buClrTx/>
              <a:buFontTx/>
              <a:buNone/>
            </a:pPr>
            <a:r>
              <a:rPr lang="en-US" sz="1200">
                <a:solidFill>
                  <a:srgbClr val="000000"/>
                </a:solidFill>
              </a:rPr>
              <a:t>Is a null value </a:t>
            </a:r>
          </a:p>
        </p:txBody>
      </p:sp>
      <p:sp>
        <p:nvSpPr>
          <p:cNvPr id="318477" name="Rectangle 13"/>
          <p:cNvSpPr>
            <a:spLocks noChangeArrowheads="1"/>
          </p:cNvSpPr>
          <p:nvPr/>
        </p:nvSpPr>
        <p:spPr bwMode="blackWhite">
          <a:xfrm>
            <a:off x="2417207" y="4447300"/>
            <a:ext cx="1171575" cy="315516"/>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0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2pPr>
            <a:lvl3pPr marL="685800" defTabSz="228600">
              <a:spcBef>
                <a:spcPct val="20000"/>
              </a:spcBef>
              <a:buClr>
                <a:srgbClr val="FF0000"/>
              </a:buClr>
              <a:buFont typeface="Arial" panose="020B0604020202020204" pitchFamily="34" charset="0"/>
              <a:buChar char="–"/>
              <a:defRPr>
                <a:solidFill>
                  <a:schemeClr val="tx1"/>
                </a:solidFill>
                <a:latin typeface="Arial" panose="020B0604020202020204" pitchFamily="34" charset="0"/>
              </a:defRPr>
            </a:lvl3pPr>
            <a:lvl4pPr marL="1143000" defTabSz="228600">
              <a:spcBef>
                <a:spcPct val="20000"/>
              </a:spcBef>
              <a:buClr>
                <a:schemeClr val="accent2"/>
              </a:buClr>
              <a:buSzPct val="45000"/>
              <a:buFont typeface="Arial" panose="020B0604020202020204" pitchFamily="34" charset="0"/>
              <a:buChar char="—"/>
              <a:defRPr sz="1600">
                <a:solidFill>
                  <a:schemeClr val="tx1"/>
                </a:solidFill>
                <a:latin typeface="Arial" panose="020B0604020202020204" pitchFamily="34" charset="0"/>
              </a:defRPr>
            </a:lvl4pPr>
            <a:lvl5pPr marL="1257300" defTabSz="228600">
              <a:spcBef>
                <a:spcPct val="20000"/>
              </a:spcBef>
              <a:buClr>
                <a:schemeClr val="accent2"/>
              </a:buClr>
              <a:buSzPct val="55000"/>
              <a:buFont typeface="Arial" panose="020B0604020202020204" pitchFamily="34" charset="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eaLnBrk="1" hangingPunct="1"/>
            <a:r>
              <a:rPr lang="en-US" sz="1200">
                <a:solidFill>
                  <a:srgbClr val="000000"/>
                </a:solidFill>
                <a:latin typeface="Courier New" panose="02070309020205020404" pitchFamily="49" charset="0"/>
              </a:rPr>
              <a:t>IS NULL</a:t>
            </a:r>
          </a:p>
        </p:txBody>
      </p:sp>
      <p:sp>
        <p:nvSpPr>
          <p:cNvPr id="318478" name="Rectangle 14"/>
          <p:cNvSpPr>
            <a:spLocks noChangeArrowheads="1"/>
          </p:cNvSpPr>
          <p:nvPr/>
        </p:nvSpPr>
        <p:spPr bwMode="blackWhite">
          <a:xfrm>
            <a:off x="3588782" y="2514916"/>
            <a:ext cx="2562225" cy="273844"/>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0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2pPr>
            <a:lvl3pPr marL="685800" defTabSz="228600">
              <a:spcBef>
                <a:spcPct val="20000"/>
              </a:spcBef>
              <a:buClr>
                <a:srgbClr val="FF0000"/>
              </a:buClr>
              <a:buFont typeface="Arial" panose="020B0604020202020204" pitchFamily="34" charset="0"/>
              <a:buChar char="–"/>
              <a:defRPr>
                <a:solidFill>
                  <a:schemeClr val="tx1"/>
                </a:solidFill>
                <a:latin typeface="Arial" panose="020B0604020202020204" pitchFamily="34" charset="0"/>
              </a:defRPr>
            </a:lvl3pPr>
            <a:lvl4pPr marL="1143000" defTabSz="228600">
              <a:spcBef>
                <a:spcPct val="20000"/>
              </a:spcBef>
              <a:buClr>
                <a:schemeClr val="accent2"/>
              </a:buClr>
              <a:buSzPct val="45000"/>
              <a:buFont typeface="Arial" panose="020B0604020202020204" pitchFamily="34" charset="0"/>
              <a:buChar char="—"/>
              <a:defRPr sz="1600">
                <a:solidFill>
                  <a:schemeClr val="tx1"/>
                </a:solidFill>
                <a:latin typeface="Arial" panose="020B0604020202020204" pitchFamily="34" charset="0"/>
              </a:defRPr>
            </a:lvl4pPr>
            <a:lvl5pPr marL="1257300" defTabSz="228600">
              <a:spcBef>
                <a:spcPct val="20000"/>
              </a:spcBef>
              <a:buClr>
                <a:schemeClr val="accent2"/>
              </a:buClr>
              <a:buSzPct val="55000"/>
              <a:buFont typeface="Arial" panose="020B0604020202020204" pitchFamily="34" charset="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eaLnBrk="1" hangingPunct="1"/>
            <a:r>
              <a:rPr lang="en-US" sz="1200"/>
              <a:t>Less than</a:t>
            </a:r>
          </a:p>
        </p:txBody>
      </p:sp>
      <p:sp>
        <p:nvSpPr>
          <p:cNvPr id="318479" name="Rectangle 15"/>
          <p:cNvSpPr>
            <a:spLocks noChangeArrowheads="1"/>
          </p:cNvSpPr>
          <p:nvPr/>
        </p:nvSpPr>
        <p:spPr bwMode="blackWhite">
          <a:xfrm>
            <a:off x="2417207" y="2514916"/>
            <a:ext cx="1171575" cy="273844"/>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0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2pPr>
            <a:lvl3pPr marL="685800" defTabSz="228600">
              <a:spcBef>
                <a:spcPct val="20000"/>
              </a:spcBef>
              <a:buClr>
                <a:srgbClr val="FF0000"/>
              </a:buClr>
              <a:buFont typeface="Arial" panose="020B0604020202020204" pitchFamily="34" charset="0"/>
              <a:buChar char="–"/>
              <a:defRPr>
                <a:solidFill>
                  <a:schemeClr val="tx1"/>
                </a:solidFill>
                <a:latin typeface="Arial" panose="020B0604020202020204" pitchFamily="34" charset="0"/>
              </a:defRPr>
            </a:lvl3pPr>
            <a:lvl4pPr marL="1143000" defTabSz="228600">
              <a:spcBef>
                <a:spcPct val="20000"/>
              </a:spcBef>
              <a:buClr>
                <a:schemeClr val="accent2"/>
              </a:buClr>
              <a:buSzPct val="45000"/>
              <a:buFont typeface="Arial" panose="020B0604020202020204" pitchFamily="34" charset="0"/>
              <a:buChar char="—"/>
              <a:defRPr sz="1600">
                <a:solidFill>
                  <a:schemeClr val="tx1"/>
                </a:solidFill>
                <a:latin typeface="Arial" panose="020B0604020202020204" pitchFamily="34" charset="0"/>
              </a:defRPr>
            </a:lvl4pPr>
            <a:lvl5pPr marL="1257300" defTabSz="228600">
              <a:spcBef>
                <a:spcPct val="20000"/>
              </a:spcBef>
              <a:buClr>
                <a:schemeClr val="accent2"/>
              </a:buClr>
              <a:buSzPct val="55000"/>
              <a:buFont typeface="Arial" panose="020B0604020202020204" pitchFamily="34" charset="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lvl="1" algn="ctr" eaLnBrk="1" hangingPunct="1">
              <a:buFont typeface="Arial" panose="020B0604020202020204" pitchFamily="34" charset="0"/>
              <a:buNone/>
            </a:pPr>
            <a:r>
              <a:rPr lang="en-US" sz="1200"/>
              <a:t>&lt;</a:t>
            </a:r>
          </a:p>
        </p:txBody>
      </p:sp>
      <p:sp>
        <p:nvSpPr>
          <p:cNvPr id="318480" name="Rectangle 16"/>
          <p:cNvSpPr>
            <a:spLocks noChangeArrowheads="1"/>
          </p:cNvSpPr>
          <p:nvPr/>
        </p:nvSpPr>
        <p:spPr bwMode="blackWhite">
          <a:xfrm>
            <a:off x="3588782" y="2788760"/>
            <a:ext cx="2562225" cy="273844"/>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0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2pPr>
            <a:lvl3pPr marL="685800" defTabSz="228600">
              <a:spcBef>
                <a:spcPct val="20000"/>
              </a:spcBef>
              <a:buClr>
                <a:srgbClr val="FF0000"/>
              </a:buClr>
              <a:buFont typeface="Arial" panose="020B0604020202020204" pitchFamily="34" charset="0"/>
              <a:buChar char="–"/>
              <a:defRPr>
                <a:solidFill>
                  <a:schemeClr val="tx1"/>
                </a:solidFill>
                <a:latin typeface="Arial" panose="020B0604020202020204" pitchFamily="34" charset="0"/>
              </a:defRPr>
            </a:lvl3pPr>
            <a:lvl4pPr marL="1143000" defTabSz="228600">
              <a:spcBef>
                <a:spcPct val="20000"/>
              </a:spcBef>
              <a:buClr>
                <a:schemeClr val="accent2"/>
              </a:buClr>
              <a:buSzPct val="45000"/>
              <a:buFont typeface="Arial" panose="020B0604020202020204" pitchFamily="34" charset="0"/>
              <a:buChar char="—"/>
              <a:defRPr sz="1600">
                <a:solidFill>
                  <a:schemeClr val="tx1"/>
                </a:solidFill>
                <a:latin typeface="Arial" panose="020B0604020202020204" pitchFamily="34" charset="0"/>
              </a:defRPr>
            </a:lvl4pPr>
            <a:lvl5pPr marL="1257300" defTabSz="228600">
              <a:spcBef>
                <a:spcPct val="20000"/>
              </a:spcBef>
              <a:buClr>
                <a:schemeClr val="accent2"/>
              </a:buClr>
              <a:buSzPct val="55000"/>
              <a:buFont typeface="Arial" panose="020B0604020202020204" pitchFamily="34" charset="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eaLnBrk="1" hangingPunct="1"/>
            <a:r>
              <a:rPr lang="en-US" sz="1200"/>
              <a:t>Less than or equal to</a:t>
            </a:r>
          </a:p>
        </p:txBody>
      </p:sp>
      <p:sp>
        <p:nvSpPr>
          <p:cNvPr id="318481" name="Rectangle 17"/>
          <p:cNvSpPr>
            <a:spLocks noChangeArrowheads="1"/>
          </p:cNvSpPr>
          <p:nvPr/>
        </p:nvSpPr>
        <p:spPr bwMode="blackWhite">
          <a:xfrm>
            <a:off x="2417207" y="2788760"/>
            <a:ext cx="1171575" cy="273844"/>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0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2pPr>
            <a:lvl3pPr marL="685800" defTabSz="228600">
              <a:spcBef>
                <a:spcPct val="20000"/>
              </a:spcBef>
              <a:buClr>
                <a:srgbClr val="FF0000"/>
              </a:buClr>
              <a:buFont typeface="Arial" panose="020B0604020202020204" pitchFamily="34" charset="0"/>
              <a:buChar char="–"/>
              <a:defRPr>
                <a:solidFill>
                  <a:schemeClr val="tx1"/>
                </a:solidFill>
                <a:latin typeface="Arial" panose="020B0604020202020204" pitchFamily="34" charset="0"/>
              </a:defRPr>
            </a:lvl3pPr>
            <a:lvl4pPr marL="1143000" defTabSz="228600">
              <a:spcBef>
                <a:spcPct val="20000"/>
              </a:spcBef>
              <a:buClr>
                <a:schemeClr val="accent2"/>
              </a:buClr>
              <a:buSzPct val="45000"/>
              <a:buFont typeface="Arial" panose="020B0604020202020204" pitchFamily="34" charset="0"/>
              <a:buChar char="—"/>
              <a:defRPr sz="1600">
                <a:solidFill>
                  <a:schemeClr val="tx1"/>
                </a:solidFill>
                <a:latin typeface="Arial" panose="020B0604020202020204" pitchFamily="34" charset="0"/>
              </a:defRPr>
            </a:lvl4pPr>
            <a:lvl5pPr marL="1257300" defTabSz="228600">
              <a:spcBef>
                <a:spcPct val="20000"/>
              </a:spcBef>
              <a:buClr>
                <a:schemeClr val="accent2"/>
              </a:buClr>
              <a:buSzPct val="55000"/>
              <a:buFont typeface="Arial" panose="020B0604020202020204" pitchFamily="34" charset="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lvl="1" algn="ctr" eaLnBrk="1" hangingPunct="1">
              <a:buFont typeface="Arial" panose="020B0604020202020204" pitchFamily="34" charset="0"/>
              <a:buNone/>
            </a:pPr>
            <a:r>
              <a:rPr lang="en-US" sz="1200"/>
              <a:t>&lt;=</a:t>
            </a:r>
          </a:p>
        </p:txBody>
      </p:sp>
      <p:sp>
        <p:nvSpPr>
          <p:cNvPr id="318482" name="Rectangle 18"/>
          <p:cNvSpPr>
            <a:spLocks noChangeArrowheads="1"/>
          </p:cNvSpPr>
          <p:nvPr/>
        </p:nvSpPr>
        <p:spPr bwMode="blackWhite">
          <a:xfrm>
            <a:off x="3588782" y="2241073"/>
            <a:ext cx="2562225" cy="273844"/>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0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2pPr>
            <a:lvl3pPr marL="685800" defTabSz="228600">
              <a:spcBef>
                <a:spcPct val="20000"/>
              </a:spcBef>
              <a:buClr>
                <a:srgbClr val="FF0000"/>
              </a:buClr>
              <a:buFont typeface="Arial" panose="020B0604020202020204" pitchFamily="34" charset="0"/>
              <a:buChar char="–"/>
              <a:defRPr>
                <a:solidFill>
                  <a:schemeClr val="tx1"/>
                </a:solidFill>
                <a:latin typeface="Arial" panose="020B0604020202020204" pitchFamily="34" charset="0"/>
              </a:defRPr>
            </a:lvl3pPr>
            <a:lvl4pPr marL="1143000" defTabSz="228600">
              <a:spcBef>
                <a:spcPct val="20000"/>
              </a:spcBef>
              <a:buClr>
                <a:schemeClr val="accent2"/>
              </a:buClr>
              <a:buSzPct val="45000"/>
              <a:buFont typeface="Arial" panose="020B0604020202020204" pitchFamily="34" charset="0"/>
              <a:buChar char="—"/>
              <a:defRPr sz="1600">
                <a:solidFill>
                  <a:schemeClr val="tx1"/>
                </a:solidFill>
                <a:latin typeface="Arial" panose="020B0604020202020204" pitchFamily="34" charset="0"/>
              </a:defRPr>
            </a:lvl4pPr>
            <a:lvl5pPr marL="1257300" defTabSz="228600">
              <a:spcBef>
                <a:spcPct val="20000"/>
              </a:spcBef>
              <a:buClr>
                <a:schemeClr val="accent2"/>
              </a:buClr>
              <a:buSzPct val="55000"/>
              <a:buFont typeface="Arial" panose="020B0604020202020204" pitchFamily="34" charset="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eaLnBrk="1" hangingPunct="1"/>
            <a:r>
              <a:rPr lang="en-US" sz="1200"/>
              <a:t>Greater than or equal to</a:t>
            </a:r>
          </a:p>
        </p:txBody>
      </p:sp>
      <p:sp>
        <p:nvSpPr>
          <p:cNvPr id="318483" name="Rectangle 19"/>
          <p:cNvSpPr>
            <a:spLocks noChangeArrowheads="1"/>
          </p:cNvSpPr>
          <p:nvPr/>
        </p:nvSpPr>
        <p:spPr bwMode="blackWhite">
          <a:xfrm>
            <a:off x="2417207" y="2241073"/>
            <a:ext cx="1171575" cy="273844"/>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0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2pPr>
            <a:lvl3pPr marL="685800" defTabSz="228600">
              <a:spcBef>
                <a:spcPct val="20000"/>
              </a:spcBef>
              <a:buClr>
                <a:srgbClr val="FF0000"/>
              </a:buClr>
              <a:buFont typeface="Arial" panose="020B0604020202020204" pitchFamily="34" charset="0"/>
              <a:buChar char="–"/>
              <a:defRPr>
                <a:solidFill>
                  <a:schemeClr val="tx1"/>
                </a:solidFill>
                <a:latin typeface="Arial" panose="020B0604020202020204" pitchFamily="34" charset="0"/>
              </a:defRPr>
            </a:lvl3pPr>
            <a:lvl4pPr marL="1143000" defTabSz="228600">
              <a:spcBef>
                <a:spcPct val="20000"/>
              </a:spcBef>
              <a:buClr>
                <a:schemeClr val="accent2"/>
              </a:buClr>
              <a:buSzPct val="45000"/>
              <a:buFont typeface="Arial" panose="020B0604020202020204" pitchFamily="34" charset="0"/>
              <a:buChar char="—"/>
              <a:defRPr sz="1600">
                <a:solidFill>
                  <a:schemeClr val="tx1"/>
                </a:solidFill>
                <a:latin typeface="Arial" panose="020B0604020202020204" pitchFamily="34" charset="0"/>
              </a:defRPr>
            </a:lvl4pPr>
            <a:lvl5pPr marL="1257300" defTabSz="228600">
              <a:spcBef>
                <a:spcPct val="20000"/>
              </a:spcBef>
              <a:buClr>
                <a:schemeClr val="accent2"/>
              </a:buClr>
              <a:buSzPct val="55000"/>
              <a:buFont typeface="Arial" panose="020B0604020202020204" pitchFamily="34" charset="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algn="ctr" eaLnBrk="1" hangingPunct="1"/>
            <a:r>
              <a:rPr lang="en-US" sz="1200"/>
              <a:t>&gt;=</a:t>
            </a:r>
          </a:p>
        </p:txBody>
      </p:sp>
      <p:sp>
        <p:nvSpPr>
          <p:cNvPr id="318484" name="Rectangle 20"/>
          <p:cNvSpPr>
            <a:spLocks noChangeArrowheads="1"/>
          </p:cNvSpPr>
          <p:nvPr/>
        </p:nvSpPr>
        <p:spPr bwMode="blackWhite">
          <a:xfrm>
            <a:off x="3588782" y="1954131"/>
            <a:ext cx="2562225" cy="286941"/>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0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2pPr>
            <a:lvl3pPr marL="685800" defTabSz="228600">
              <a:spcBef>
                <a:spcPct val="20000"/>
              </a:spcBef>
              <a:buClr>
                <a:srgbClr val="FF0000"/>
              </a:buClr>
              <a:buFont typeface="Arial" panose="020B0604020202020204" pitchFamily="34" charset="0"/>
              <a:buChar char="–"/>
              <a:defRPr>
                <a:solidFill>
                  <a:schemeClr val="tx1"/>
                </a:solidFill>
                <a:latin typeface="Arial" panose="020B0604020202020204" pitchFamily="34" charset="0"/>
              </a:defRPr>
            </a:lvl3pPr>
            <a:lvl4pPr marL="1143000" defTabSz="228600">
              <a:spcBef>
                <a:spcPct val="20000"/>
              </a:spcBef>
              <a:buClr>
                <a:schemeClr val="accent2"/>
              </a:buClr>
              <a:buSzPct val="45000"/>
              <a:buFont typeface="Arial" panose="020B0604020202020204" pitchFamily="34" charset="0"/>
              <a:buChar char="—"/>
              <a:defRPr sz="1600">
                <a:solidFill>
                  <a:schemeClr val="tx1"/>
                </a:solidFill>
                <a:latin typeface="Arial" panose="020B0604020202020204" pitchFamily="34" charset="0"/>
              </a:defRPr>
            </a:lvl4pPr>
            <a:lvl5pPr marL="1257300" defTabSz="228600">
              <a:spcBef>
                <a:spcPct val="20000"/>
              </a:spcBef>
              <a:buClr>
                <a:schemeClr val="accent2"/>
              </a:buClr>
              <a:buSzPct val="55000"/>
              <a:buFont typeface="Arial" panose="020B0604020202020204" pitchFamily="34" charset="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eaLnBrk="1" hangingPunct="1"/>
            <a:r>
              <a:rPr lang="en-US" sz="1200"/>
              <a:t>Greater than</a:t>
            </a:r>
          </a:p>
        </p:txBody>
      </p:sp>
      <p:sp>
        <p:nvSpPr>
          <p:cNvPr id="318485" name="Rectangle 21"/>
          <p:cNvSpPr>
            <a:spLocks noChangeArrowheads="1"/>
          </p:cNvSpPr>
          <p:nvPr/>
        </p:nvSpPr>
        <p:spPr bwMode="blackWhite">
          <a:xfrm>
            <a:off x="2417207" y="1954131"/>
            <a:ext cx="1171575" cy="286941"/>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0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2pPr>
            <a:lvl3pPr marL="685800" defTabSz="228600">
              <a:spcBef>
                <a:spcPct val="20000"/>
              </a:spcBef>
              <a:buClr>
                <a:srgbClr val="FF0000"/>
              </a:buClr>
              <a:buFont typeface="Arial" panose="020B0604020202020204" pitchFamily="34" charset="0"/>
              <a:buChar char="–"/>
              <a:defRPr>
                <a:solidFill>
                  <a:schemeClr val="tx1"/>
                </a:solidFill>
                <a:latin typeface="Arial" panose="020B0604020202020204" pitchFamily="34" charset="0"/>
              </a:defRPr>
            </a:lvl3pPr>
            <a:lvl4pPr marL="1143000" defTabSz="228600">
              <a:spcBef>
                <a:spcPct val="20000"/>
              </a:spcBef>
              <a:buClr>
                <a:schemeClr val="accent2"/>
              </a:buClr>
              <a:buSzPct val="45000"/>
              <a:buFont typeface="Arial" panose="020B0604020202020204" pitchFamily="34" charset="0"/>
              <a:buChar char="—"/>
              <a:defRPr sz="1600">
                <a:solidFill>
                  <a:schemeClr val="tx1"/>
                </a:solidFill>
                <a:latin typeface="Arial" panose="020B0604020202020204" pitchFamily="34" charset="0"/>
              </a:defRPr>
            </a:lvl4pPr>
            <a:lvl5pPr marL="1257300" defTabSz="228600">
              <a:spcBef>
                <a:spcPct val="20000"/>
              </a:spcBef>
              <a:buClr>
                <a:schemeClr val="accent2"/>
              </a:buClr>
              <a:buSzPct val="55000"/>
              <a:buFont typeface="Arial" panose="020B0604020202020204" pitchFamily="34" charset="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lvl="1" algn="ctr" eaLnBrk="1" hangingPunct="1">
              <a:buFont typeface="Arial" panose="020B0604020202020204" pitchFamily="34" charset="0"/>
              <a:buNone/>
            </a:pPr>
            <a:r>
              <a:rPr lang="en-US" sz="1200"/>
              <a:t>&gt;</a:t>
            </a:r>
          </a:p>
        </p:txBody>
      </p:sp>
      <p:sp>
        <p:nvSpPr>
          <p:cNvPr id="318486" name="Rectangle 22"/>
          <p:cNvSpPr>
            <a:spLocks noChangeArrowheads="1"/>
          </p:cNvSpPr>
          <p:nvPr/>
        </p:nvSpPr>
        <p:spPr bwMode="blackWhite">
          <a:xfrm>
            <a:off x="3588782" y="1673144"/>
            <a:ext cx="2562225" cy="280988"/>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0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2pPr>
            <a:lvl3pPr marL="685800" defTabSz="228600">
              <a:spcBef>
                <a:spcPct val="20000"/>
              </a:spcBef>
              <a:buClr>
                <a:srgbClr val="FF0000"/>
              </a:buClr>
              <a:buFont typeface="Arial" panose="020B0604020202020204" pitchFamily="34" charset="0"/>
              <a:buChar char="–"/>
              <a:defRPr>
                <a:solidFill>
                  <a:schemeClr val="tx1"/>
                </a:solidFill>
                <a:latin typeface="Arial" panose="020B0604020202020204" pitchFamily="34" charset="0"/>
              </a:defRPr>
            </a:lvl3pPr>
            <a:lvl4pPr marL="1143000" defTabSz="228600">
              <a:spcBef>
                <a:spcPct val="20000"/>
              </a:spcBef>
              <a:buClr>
                <a:schemeClr val="accent2"/>
              </a:buClr>
              <a:buSzPct val="45000"/>
              <a:buFont typeface="Arial" panose="020B0604020202020204" pitchFamily="34" charset="0"/>
              <a:buChar char="—"/>
              <a:defRPr sz="1600">
                <a:solidFill>
                  <a:schemeClr val="tx1"/>
                </a:solidFill>
                <a:latin typeface="Arial" panose="020B0604020202020204" pitchFamily="34" charset="0"/>
              </a:defRPr>
            </a:lvl4pPr>
            <a:lvl5pPr marL="1257300" defTabSz="228600">
              <a:spcBef>
                <a:spcPct val="20000"/>
              </a:spcBef>
              <a:buClr>
                <a:schemeClr val="accent2"/>
              </a:buClr>
              <a:buSzPct val="55000"/>
              <a:buFont typeface="Arial" panose="020B0604020202020204" pitchFamily="34" charset="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eaLnBrk="1" hangingPunct="1"/>
            <a:r>
              <a:rPr lang="en-US" sz="1200"/>
              <a:t>Equal to</a:t>
            </a:r>
          </a:p>
        </p:txBody>
      </p:sp>
      <p:sp>
        <p:nvSpPr>
          <p:cNvPr id="318487" name="Rectangle 23"/>
          <p:cNvSpPr>
            <a:spLocks noChangeArrowheads="1"/>
          </p:cNvSpPr>
          <p:nvPr/>
        </p:nvSpPr>
        <p:spPr bwMode="blackWhite">
          <a:xfrm>
            <a:off x="2417207" y="1673144"/>
            <a:ext cx="1171575" cy="280988"/>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0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2pPr>
            <a:lvl3pPr marL="685800" defTabSz="228600">
              <a:spcBef>
                <a:spcPct val="20000"/>
              </a:spcBef>
              <a:buClr>
                <a:srgbClr val="FF0000"/>
              </a:buClr>
              <a:buFont typeface="Arial" panose="020B0604020202020204" pitchFamily="34" charset="0"/>
              <a:buChar char="–"/>
              <a:defRPr>
                <a:solidFill>
                  <a:schemeClr val="tx1"/>
                </a:solidFill>
                <a:latin typeface="Arial" panose="020B0604020202020204" pitchFamily="34" charset="0"/>
              </a:defRPr>
            </a:lvl3pPr>
            <a:lvl4pPr marL="1143000" defTabSz="228600">
              <a:spcBef>
                <a:spcPct val="20000"/>
              </a:spcBef>
              <a:buClr>
                <a:schemeClr val="accent2"/>
              </a:buClr>
              <a:buSzPct val="45000"/>
              <a:buFont typeface="Arial" panose="020B0604020202020204" pitchFamily="34" charset="0"/>
              <a:buChar char="—"/>
              <a:defRPr sz="1600">
                <a:solidFill>
                  <a:schemeClr val="tx1"/>
                </a:solidFill>
                <a:latin typeface="Arial" panose="020B0604020202020204" pitchFamily="34" charset="0"/>
              </a:defRPr>
            </a:lvl4pPr>
            <a:lvl5pPr marL="1257300" defTabSz="228600">
              <a:spcBef>
                <a:spcPct val="20000"/>
              </a:spcBef>
              <a:buClr>
                <a:schemeClr val="accent2"/>
              </a:buClr>
              <a:buSzPct val="55000"/>
              <a:buFont typeface="Arial" panose="020B0604020202020204" pitchFamily="34" charset="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lvl="1" algn="ctr" eaLnBrk="1" hangingPunct="1">
              <a:buFont typeface="Arial" panose="020B0604020202020204" pitchFamily="34" charset="0"/>
              <a:buNone/>
            </a:pPr>
            <a:r>
              <a:rPr lang="en-US" sz="1200"/>
              <a:t>=</a:t>
            </a:r>
          </a:p>
        </p:txBody>
      </p:sp>
      <p:sp>
        <p:nvSpPr>
          <p:cNvPr id="318488" name="Rectangle 24"/>
          <p:cNvSpPr>
            <a:spLocks noChangeArrowheads="1"/>
          </p:cNvSpPr>
          <p:nvPr/>
        </p:nvSpPr>
        <p:spPr bwMode="gray">
          <a:xfrm>
            <a:off x="3588782" y="1399300"/>
            <a:ext cx="2562225" cy="273844"/>
          </a:xfrm>
          <a:prstGeom prst="rect">
            <a:avLst/>
          </a:prstGeom>
          <a:solidFill>
            <a:schemeClr val="accent2"/>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0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2pPr>
            <a:lvl3pPr marL="685800" defTabSz="228600">
              <a:spcBef>
                <a:spcPct val="20000"/>
              </a:spcBef>
              <a:buClr>
                <a:srgbClr val="FF0000"/>
              </a:buClr>
              <a:buFont typeface="Arial" panose="020B0604020202020204" pitchFamily="34" charset="0"/>
              <a:buChar char="–"/>
              <a:defRPr>
                <a:solidFill>
                  <a:schemeClr val="tx1"/>
                </a:solidFill>
                <a:latin typeface="Arial" panose="020B0604020202020204" pitchFamily="34" charset="0"/>
              </a:defRPr>
            </a:lvl3pPr>
            <a:lvl4pPr marL="1143000" defTabSz="228600">
              <a:spcBef>
                <a:spcPct val="20000"/>
              </a:spcBef>
              <a:buClr>
                <a:schemeClr val="accent2"/>
              </a:buClr>
              <a:buSzPct val="45000"/>
              <a:buFont typeface="Arial" panose="020B0604020202020204" pitchFamily="34" charset="0"/>
              <a:buChar char="—"/>
              <a:defRPr sz="1600">
                <a:solidFill>
                  <a:schemeClr val="tx1"/>
                </a:solidFill>
                <a:latin typeface="Arial" panose="020B0604020202020204" pitchFamily="34" charset="0"/>
              </a:defRPr>
            </a:lvl4pPr>
            <a:lvl5pPr marL="1257300" defTabSz="228600">
              <a:spcBef>
                <a:spcPct val="20000"/>
              </a:spcBef>
              <a:buClr>
                <a:schemeClr val="accent2"/>
              </a:buClr>
              <a:buSzPct val="55000"/>
              <a:buFont typeface="Arial" panose="020B0604020202020204" pitchFamily="34" charset="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eaLnBrk="1" hangingPunct="1"/>
            <a:r>
              <a:rPr lang="en-US" sz="1350">
                <a:solidFill>
                  <a:schemeClr val="bg1"/>
                </a:solidFill>
              </a:rPr>
              <a:t>Meaning</a:t>
            </a:r>
          </a:p>
        </p:txBody>
      </p:sp>
      <p:sp>
        <p:nvSpPr>
          <p:cNvPr id="318489" name="Rectangle 25"/>
          <p:cNvSpPr>
            <a:spLocks noChangeArrowheads="1"/>
          </p:cNvSpPr>
          <p:nvPr/>
        </p:nvSpPr>
        <p:spPr bwMode="gray">
          <a:xfrm>
            <a:off x="2417207" y="1399300"/>
            <a:ext cx="1171575" cy="273844"/>
          </a:xfrm>
          <a:prstGeom prst="rect">
            <a:avLst/>
          </a:prstGeom>
          <a:solidFill>
            <a:schemeClr val="accent2"/>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0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2pPr>
            <a:lvl3pPr marL="685800" defTabSz="228600">
              <a:spcBef>
                <a:spcPct val="20000"/>
              </a:spcBef>
              <a:buClr>
                <a:srgbClr val="FF0000"/>
              </a:buClr>
              <a:buFont typeface="Arial" panose="020B0604020202020204" pitchFamily="34" charset="0"/>
              <a:buChar char="–"/>
              <a:defRPr>
                <a:solidFill>
                  <a:schemeClr val="tx1"/>
                </a:solidFill>
                <a:latin typeface="Arial" panose="020B0604020202020204" pitchFamily="34" charset="0"/>
              </a:defRPr>
            </a:lvl3pPr>
            <a:lvl4pPr marL="1143000" defTabSz="228600">
              <a:spcBef>
                <a:spcPct val="20000"/>
              </a:spcBef>
              <a:buClr>
                <a:schemeClr val="accent2"/>
              </a:buClr>
              <a:buSzPct val="45000"/>
              <a:buFont typeface="Arial" panose="020B0604020202020204" pitchFamily="34" charset="0"/>
              <a:buChar char="—"/>
              <a:defRPr sz="1600">
                <a:solidFill>
                  <a:schemeClr val="tx1"/>
                </a:solidFill>
                <a:latin typeface="Arial" panose="020B0604020202020204" pitchFamily="34" charset="0"/>
              </a:defRPr>
            </a:lvl4pPr>
            <a:lvl5pPr marL="1257300" defTabSz="228600">
              <a:spcBef>
                <a:spcPct val="20000"/>
              </a:spcBef>
              <a:buClr>
                <a:schemeClr val="accent2"/>
              </a:buClr>
              <a:buSzPct val="55000"/>
              <a:buFont typeface="Arial" panose="020B0604020202020204" pitchFamily="34" charset="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eaLnBrk="1" hangingPunct="1"/>
            <a:r>
              <a:rPr lang="en-US" sz="1350">
                <a:solidFill>
                  <a:schemeClr val="bg1"/>
                </a:solidFill>
              </a:rPr>
              <a:t>Operator</a:t>
            </a:r>
          </a:p>
        </p:txBody>
      </p:sp>
      <p:sp>
        <p:nvSpPr>
          <p:cNvPr id="318490" name="Line 26"/>
          <p:cNvSpPr>
            <a:spLocks noChangeShapeType="1"/>
          </p:cNvSpPr>
          <p:nvPr/>
        </p:nvSpPr>
        <p:spPr bwMode="blackWhite">
          <a:xfrm>
            <a:off x="2417207" y="1673144"/>
            <a:ext cx="3733800" cy="0"/>
          </a:xfrm>
          <a:prstGeom prst="line">
            <a:avLst/>
          </a:prstGeom>
          <a:noFill/>
          <a:ln w="571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318491" name="Line 27"/>
          <p:cNvSpPr>
            <a:spLocks noChangeShapeType="1"/>
          </p:cNvSpPr>
          <p:nvPr/>
        </p:nvSpPr>
        <p:spPr bwMode="blackWhite">
          <a:xfrm>
            <a:off x="2417207" y="1954131"/>
            <a:ext cx="37338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318492" name="Line 28"/>
          <p:cNvSpPr>
            <a:spLocks noChangeShapeType="1"/>
          </p:cNvSpPr>
          <p:nvPr/>
        </p:nvSpPr>
        <p:spPr bwMode="blackWhite">
          <a:xfrm>
            <a:off x="2417207" y="2241072"/>
            <a:ext cx="37338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318493" name="Line 29"/>
          <p:cNvSpPr>
            <a:spLocks noChangeShapeType="1"/>
          </p:cNvSpPr>
          <p:nvPr/>
        </p:nvSpPr>
        <p:spPr bwMode="blackWhite">
          <a:xfrm>
            <a:off x="2417207" y="4762816"/>
            <a:ext cx="3733800"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318494" name="Line 30"/>
          <p:cNvSpPr>
            <a:spLocks noChangeShapeType="1"/>
          </p:cNvSpPr>
          <p:nvPr/>
        </p:nvSpPr>
        <p:spPr bwMode="blackWhite">
          <a:xfrm>
            <a:off x="2417207" y="1399300"/>
            <a:ext cx="0" cy="273844"/>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318495" name="Line 31"/>
          <p:cNvSpPr>
            <a:spLocks noChangeShapeType="1"/>
          </p:cNvSpPr>
          <p:nvPr/>
        </p:nvSpPr>
        <p:spPr bwMode="blackWhite">
          <a:xfrm>
            <a:off x="3588782" y="1399300"/>
            <a:ext cx="0" cy="3363516"/>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318496" name="Line 32"/>
          <p:cNvSpPr>
            <a:spLocks noChangeShapeType="1"/>
          </p:cNvSpPr>
          <p:nvPr/>
        </p:nvSpPr>
        <p:spPr bwMode="blackWhite">
          <a:xfrm>
            <a:off x="6151007" y="1399300"/>
            <a:ext cx="0" cy="273844"/>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318497" name="Line 33"/>
          <p:cNvSpPr>
            <a:spLocks noChangeShapeType="1"/>
          </p:cNvSpPr>
          <p:nvPr/>
        </p:nvSpPr>
        <p:spPr bwMode="blackWhite">
          <a:xfrm>
            <a:off x="2417207" y="2514916"/>
            <a:ext cx="37338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318498" name="Line 34"/>
          <p:cNvSpPr>
            <a:spLocks noChangeShapeType="1"/>
          </p:cNvSpPr>
          <p:nvPr/>
        </p:nvSpPr>
        <p:spPr bwMode="blackWhite">
          <a:xfrm>
            <a:off x="2417207" y="3062604"/>
            <a:ext cx="3733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sz="1050"/>
          </a:p>
        </p:txBody>
      </p:sp>
      <p:sp>
        <p:nvSpPr>
          <p:cNvPr id="318499" name="Line 35"/>
          <p:cNvSpPr>
            <a:spLocks noChangeShapeType="1"/>
          </p:cNvSpPr>
          <p:nvPr/>
        </p:nvSpPr>
        <p:spPr bwMode="blackWhite">
          <a:xfrm>
            <a:off x="2417207" y="2788760"/>
            <a:ext cx="3733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sz="1050"/>
          </a:p>
        </p:txBody>
      </p:sp>
      <p:sp>
        <p:nvSpPr>
          <p:cNvPr id="318500" name="Line 36"/>
          <p:cNvSpPr>
            <a:spLocks noChangeShapeType="1"/>
          </p:cNvSpPr>
          <p:nvPr/>
        </p:nvSpPr>
        <p:spPr bwMode="blackWhite">
          <a:xfrm>
            <a:off x="2417207" y="4447300"/>
            <a:ext cx="3733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sz="1050"/>
          </a:p>
        </p:txBody>
      </p:sp>
      <p:sp>
        <p:nvSpPr>
          <p:cNvPr id="318501" name="Line 37"/>
          <p:cNvSpPr>
            <a:spLocks noChangeShapeType="1"/>
          </p:cNvSpPr>
          <p:nvPr/>
        </p:nvSpPr>
        <p:spPr bwMode="blackWhite">
          <a:xfrm>
            <a:off x="2417207" y="4131785"/>
            <a:ext cx="3733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sz="1050"/>
          </a:p>
        </p:txBody>
      </p:sp>
      <p:sp>
        <p:nvSpPr>
          <p:cNvPr id="318502" name="Line 38"/>
          <p:cNvSpPr>
            <a:spLocks noChangeShapeType="1"/>
          </p:cNvSpPr>
          <p:nvPr/>
        </p:nvSpPr>
        <p:spPr bwMode="blackWhite">
          <a:xfrm>
            <a:off x="2417207" y="3816269"/>
            <a:ext cx="3733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sz="1050"/>
          </a:p>
        </p:txBody>
      </p:sp>
      <p:sp>
        <p:nvSpPr>
          <p:cNvPr id="318503" name="Line 39"/>
          <p:cNvSpPr>
            <a:spLocks noChangeShapeType="1"/>
          </p:cNvSpPr>
          <p:nvPr/>
        </p:nvSpPr>
        <p:spPr bwMode="blackWhite">
          <a:xfrm>
            <a:off x="2417207" y="3336447"/>
            <a:ext cx="37338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a:lstStyle/>
          <a:p>
            <a:endParaRPr lang="en-US" sz="1050"/>
          </a:p>
        </p:txBody>
      </p:sp>
      <p:sp>
        <p:nvSpPr>
          <p:cNvPr id="318504" name="Line 40"/>
          <p:cNvSpPr>
            <a:spLocks noChangeShapeType="1"/>
          </p:cNvSpPr>
          <p:nvPr/>
        </p:nvSpPr>
        <p:spPr bwMode="blackWhite">
          <a:xfrm>
            <a:off x="2417207" y="1399300"/>
            <a:ext cx="37338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318505" name="Line 41"/>
          <p:cNvSpPr>
            <a:spLocks noChangeShapeType="1"/>
          </p:cNvSpPr>
          <p:nvPr/>
        </p:nvSpPr>
        <p:spPr bwMode="blackWhite">
          <a:xfrm>
            <a:off x="2417207" y="1673144"/>
            <a:ext cx="0" cy="3089672"/>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318506" name="Line 42"/>
          <p:cNvSpPr>
            <a:spLocks noChangeShapeType="1"/>
          </p:cNvSpPr>
          <p:nvPr/>
        </p:nvSpPr>
        <p:spPr bwMode="blackWhite">
          <a:xfrm>
            <a:off x="6151007" y="1673144"/>
            <a:ext cx="0" cy="3089672"/>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Tree>
    <p:extLst>
      <p:ext uri="{BB962C8B-B14F-4D97-AF65-F5344CB8AC3E}">
        <p14:creationId xmlns:p14="http://schemas.microsoft.com/office/powerpoint/2010/main" val="2937897438"/>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Rectangle 2"/>
          <p:cNvSpPr>
            <a:spLocks noChangeArrowheads="1"/>
          </p:cNvSpPr>
          <p:nvPr/>
        </p:nvSpPr>
        <p:spPr bwMode="blackGray">
          <a:xfrm>
            <a:off x="1383646" y="1783553"/>
            <a:ext cx="5454254" cy="692944"/>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69056" tIns="34529" rIns="69056" bIns="34529" anchor="ctr"/>
          <a:lstStyle>
            <a:lvl1pPr>
              <a:tabLst>
                <a:tab pos="1200150" algn="l"/>
              </a:tabLst>
              <a:defRPr sz="2400">
                <a:solidFill>
                  <a:schemeClr val="tx1"/>
                </a:solidFill>
                <a:latin typeface="Times New Roman" panose="02020603050405020304" pitchFamily="18" charset="0"/>
              </a:defRPr>
            </a:lvl1pPr>
            <a:lvl2pPr>
              <a:tabLst>
                <a:tab pos="1200150" algn="l"/>
              </a:tabLst>
              <a:defRPr sz="2400">
                <a:solidFill>
                  <a:schemeClr val="tx1"/>
                </a:solidFill>
                <a:latin typeface="Times New Roman" panose="02020603050405020304" pitchFamily="18" charset="0"/>
              </a:defRPr>
            </a:lvl2pPr>
            <a:lvl3pPr>
              <a:tabLst>
                <a:tab pos="1200150" algn="l"/>
              </a:tabLst>
              <a:defRPr sz="2400">
                <a:solidFill>
                  <a:schemeClr val="tx1"/>
                </a:solidFill>
                <a:latin typeface="Times New Roman" panose="02020603050405020304" pitchFamily="18" charset="0"/>
              </a:defRPr>
            </a:lvl3pPr>
            <a:lvl4pPr>
              <a:tabLst>
                <a:tab pos="1200150" algn="l"/>
              </a:tabLst>
              <a:defRPr sz="2400">
                <a:solidFill>
                  <a:schemeClr val="tx1"/>
                </a:solidFill>
                <a:latin typeface="Times New Roman" panose="02020603050405020304" pitchFamily="18" charset="0"/>
              </a:defRPr>
            </a:lvl4pPr>
            <a:lvl5pPr>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r>
              <a:rPr lang="en-US" sz="1350" dirty="0">
                <a:solidFill>
                  <a:srgbClr val="000000"/>
                </a:solidFill>
                <a:latin typeface="Courier New" panose="02070309020205020404" pitchFamily="49" charset="0"/>
              </a:rPr>
              <a:t>SELECT </a:t>
            </a:r>
            <a:r>
              <a:rPr lang="en-US" sz="1350" dirty="0" err="1">
                <a:solidFill>
                  <a:srgbClr val="000000"/>
                </a:solidFill>
                <a:latin typeface="Courier New" panose="02070309020205020404" pitchFamily="49" charset="0"/>
              </a:rPr>
              <a:t>last_name</a:t>
            </a:r>
            <a:r>
              <a:rPr lang="en-US" sz="1350" dirty="0">
                <a:solidFill>
                  <a:srgbClr val="000000"/>
                </a:solidFill>
                <a:latin typeface="Courier New" panose="02070309020205020404" pitchFamily="49" charset="0"/>
              </a:rPr>
              <a:t>, salary</a:t>
            </a:r>
          </a:p>
          <a:p>
            <a:r>
              <a:rPr lang="en-US" sz="1350" dirty="0">
                <a:solidFill>
                  <a:srgbClr val="000000"/>
                </a:solidFill>
                <a:latin typeface="Courier New" panose="02070309020205020404" pitchFamily="49" charset="0"/>
              </a:rPr>
              <a:t>FROM   </a:t>
            </a:r>
            <a:r>
              <a:rPr lang="en-US" sz="1350" dirty="0" err="1">
                <a:solidFill>
                  <a:srgbClr val="000000"/>
                </a:solidFill>
                <a:latin typeface="Courier New" panose="02070309020205020404" pitchFamily="49" charset="0"/>
              </a:rPr>
              <a:t>hr.employees</a:t>
            </a:r>
            <a:endParaRPr lang="en-US" sz="1350" dirty="0">
              <a:solidFill>
                <a:srgbClr val="000000"/>
              </a:solidFill>
              <a:latin typeface="Courier New" panose="02070309020205020404" pitchFamily="49" charset="0"/>
            </a:endParaRPr>
          </a:p>
          <a:p>
            <a:r>
              <a:rPr lang="en-US" sz="1350" dirty="0">
                <a:solidFill>
                  <a:srgbClr val="000000"/>
                </a:solidFill>
                <a:latin typeface="Courier New" panose="02070309020205020404" pitchFamily="49" charset="0"/>
              </a:rPr>
              <a:t>WHERE  salary &lt;= 3000 ;</a:t>
            </a:r>
          </a:p>
        </p:txBody>
      </p:sp>
      <p:sp>
        <p:nvSpPr>
          <p:cNvPr id="320515" name="Rectangle 3"/>
          <p:cNvSpPr>
            <a:spLocks noGrp="1" noChangeArrowheads="1"/>
          </p:cNvSpPr>
          <p:nvPr>
            <p:ph type="title"/>
          </p:nvPr>
        </p:nvSpPr>
        <p:spPr>
          <a:xfrm>
            <a:off x="457200" y="605600"/>
            <a:ext cx="8343900" cy="1082700"/>
          </a:xfrm>
        </p:spPr>
        <p:txBody>
          <a:bodyPr/>
          <a:lstStyle/>
          <a:p>
            <a:r>
              <a:rPr lang="en-US"/>
              <a:t>Using Comparison Operators</a:t>
            </a:r>
          </a:p>
        </p:txBody>
      </p:sp>
      <p:sp>
        <p:nvSpPr>
          <p:cNvPr id="320516" name="Rectangle 4"/>
          <p:cNvSpPr>
            <a:spLocks noChangeArrowheads="1"/>
          </p:cNvSpPr>
          <p:nvPr/>
        </p:nvSpPr>
        <p:spPr bwMode="gray">
          <a:xfrm>
            <a:off x="2829065" y="2212178"/>
            <a:ext cx="857250" cy="216694"/>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p>
            <a:endParaRPr lang="en-US" sz="1050"/>
          </a:p>
        </p:txBody>
      </p:sp>
      <p:pic>
        <p:nvPicPr>
          <p:cNvPr id="320519" name="Picture 7" descr="C:\project-SQLFund1\images\img-02-08.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1958788" y="2626515"/>
            <a:ext cx="4757628" cy="1326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3506352"/>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71" name="Rectangle 11"/>
          <p:cNvSpPr>
            <a:spLocks noGrp="1" noChangeArrowheads="1"/>
          </p:cNvSpPr>
          <p:nvPr>
            <p:ph type="title"/>
          </p:nvPr>
        </p:nvSpPr>
        <p:spPr>
          <a:xfrm>
            <a:off x="457200" y="605600"/>
            <a:ext cx="7806690" cy="1082700"/>
          </a:xfrm>
        </p:spPr>
        <p:txBody>
          <a:bodyPr/>
          <a:lstStyle/>
          <a:p>
            <a:r>
              <a:rPr lang="en-US"/>
              <a:t>Range Conditions Using the </a:t>
            </a:r>
            <a:r>
              <a:rPr lang="en-US">
                <a:latin typeface="Courier New" panose="02070309020205020404" pitchFamily="49" charset="0"/>
              </a:rPr>
              <a:t>BETWEEN</a:t>
            </a:r>
            <a:r>
              <a:rPr lang="en-US"/>
              <a:t> Operator</a:t>
            </a:r>
          </a:p>
        </p:txBody>
      </p:sp>
      <p:sp>
        <p:nvSpPr>
          <p:cNvPr id="322572" name="Rectangle 12"/>
          <p:cNvSpPr>
            <a:spLocks noGrp="1" noChangeArrowheads="1"/>
          </p:cNvSpPr>
          <p:nvPr>
            <p:ph type="body" idx="1"/>
          </p:nvPr>
        </p:nvSpPr>
        <p:spPr>
          <a:xfrm>
            <a:off x="1600200" y="1087041"/>
            <a:ext cx="5938838" cy="521494"/>
          </a:xfrm>
        </p:spPr>
        <p:txBody>
          <a:bodyPr/>
          <a:lstStyle/>
          <a:p>
            <a:r>
              <a:rPr lang="en-US" dirty="0"/>
              <a:t>Use the </a:t>
            </a:r>
            <a:r>
              <a:rPr lang="en-US" dirty="0">
                <a:latin typeface="Courier New" panose="02070309020205020404" pitchFamily="49" charset="0"/>
              </a:rPr>
              <a:t>BETWEEN</a:t>
            </a:r>
            <a:r>
              <a:rPr lang="en-US" dirty="0"/>
              <a:t> operator to display rows based on a range of values:</a:t>
            </a:r>
          </a:p>
        </p:txBody>
      </p:sp>
      <p:grpSp>
        <p:nvGrpSpPr>
          <p:cNvPr id="2" name="Group 1"/>
          <p:cNvGrpSpPr/>
          <p:nvPr/>
        </p:nvGrpSpPr>
        <p:grpSpPr>
          <a:xfrm>
            <a:off x="1715339" y="2026023"/>
            <a:ext cx="5671577" cy="2653553"/>
            <a:chOff x="1051952" y="2026023"/>
            <a:chExt cx="5454254" cy="2302669"/>
          </a:xfrm>
        </p:grpSpPr>
        <p:sp>
          <p:nvSpPr>
            <p:cNvPr id="322562" name="Rectangle 2"/>
            <p:cNvSpPr>
              <a:spLocks noChangeArrowheads="1"/>
            </p:cNvSpPr>
            <p:nvPr/>
          </p:nvSpPr>
          <p:spPr bwMode="blackGray">
            <a:xfrm>
              <a:off x="1051952" y="2026023"/>
              <a:ext cx="5454254" cy="692944"/>
            </a:xfrm>
            <a:prstGeom prst="rect">
              <a:avLst/>
            </a:prstGeom>
            <a:solidFill>
              <a:schemeClr val="tx2"/>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69056" tIns="34529" rIns="69056" bIns="34529" anchor="ctr"/>
            <a:lstStyle>
              <a:lvl1pPr>
                <a:tabLst>
                  <a:tab pos="1200150" algn="l"/>
                </a:tabLst>
                <a:defRPr sz="2400">
                  <a:solidFill>
                    <a:schemeClr val="tx1"/>
                  </a:solidFill>
                  <a:latin typeface="Times New Roman" panose="02020603050405020304" pitchFamily="18" charset="0"/>
                </a:defRPr>
              </a:lvl1pPr>
              <a:lvl2pPr>
                <a:tabLst>
                  <a:tab pos="1200150" algn="l"/>
                </a:tabLst>
                <a:defRPr sz="2400">
                  <a:solidFill>
                    <a:schemeClr val="tx1"/>
                  </a:solidFill>
                  <a:latin typeface="Times New Roman" panose="02020603050405020304" pitchFamily="18" charset="0"/>
                </a:defRPr>
              </a:lvl2pPr>
              <a:lvl3pPr>
                <a:tabLst>
                  <a:tab pos="1200150" algn="l"/>
                </a:tabLst>
                <a:defRPr sz="2400">
                  <a:solidFill>
                    <a:schemeClr val="tx1"/>
                  </a:solidFill>
                  <a:latin typeface="Times New Roman" panose="02020603050405020304" pitchFamily="18" charset="0"/>
                </a:defRPr>
              </a:lvl3pPr>
              <a:lvl4pPr>
                <a:tabLst>
                  <a:tab pos="1200150" algn="l"/>
                </a:tabLst>
                <a:defRPr sz="2400">
                  <a:solidFill>
                    <a:schemeClr val="tx1"/>
                  </a:solidFill>
                  <a:latin typeface="Times New Roman" panose="02020603050405020304" pitchFamily="18" charset="0"/>
                </a:defRPr>
              </a:lvl4pPr>
              <a:lvl5pPr>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r>
                <a:rPr lang="en-US" sz="1350" dirty="0">
                  <a:solidFill>
                    <a:srgbClr val="FF0000"/>
                  </a:solidFill>
                  <a:latin typeface="Courier New" panose="02070309020205020404" pitchFamily="49" charset="0"/>
                </a:rPr>
                <a:t>SELECT </a:t>
              </a:r>
              <a:r>
                <a:rPr lang="en-US" sz="1350" dirty="0" err="1">
                  <a:solidFill>
                    <a:srgbClr val="FF0000"/>
                  </a:solidFill>
                  <a:latin typeface="Courier New" panose="02070309020205020404" pitchFamily="49" charset="0"/>
                </a:rPr>
                <a:t>last_name</a:t>
              </a:r>
              <a:r>
                <a:rPr lang="en-US" sz="1350" dirty="0">
                  <a:solidFill>
                    <a:srgbClr val="FF0000"/>
                  </a:solidFill>
                  <a:latin typeface="Courier New" panose="02070309020205020404" pitchFamily="49" charset="0"/>
                </a:rPr>
                <a:t>, salary</a:t>
              </a:r>
            </a:p>
            <a:p>
              <a:r>
                <a:rPr lang="en-US" sz="1350" dirty="0">
                  <a:solidFill>
                    <a:srgbClr val="FF0000"/>
                  </a:solidFill>
                  <a:latin typeface="Courier New" panose="02070309020205020404" pitchFamily="49" charset="0"/>
                </a:rPr>
                <a:t>FROM   </a:t>
              </a:r>
              <a:r>
                <a:rPr lang="en-US" sz="1350" dirty="0" err="1">
                  <a:solidFill>
                    <a:srgbClr val="FF0000"/>
                  </a:solidFill>
                  <a:latin typeface="Courier New" panose="02070309020205020404" pitchFamily="49" charset="0"/>
                </a:rPr>
                <a:t>hr.employees</a:t>
              </a:r>
              <a:endParaRPr lang="en-US" sz="1350" dirty="0">
                <a:solidFill>
                  <a:srgbClr val="FF0000"/>
                </a:solidFill>
                <a:latin typeface="Courier New" panose="02070309020205020404" pitchFamily="49" charset="0"/>
              </a:endParaRPr>
            </a:p>
            <a:p>
              <a:r>
                <a:rPr lang="en-US" sz="1350" dirty="0">
                  <a:solidFill>
                    <a:srgbClr val="FF0000"/>
                  </a:solidFill>
                  <a:latin typeface="Courier New" panose="02070309020205020404" pitchFamily="49" charset="0"/>
                </a:rPr>
                <a:t>WHERE  salary BETWEEN 2500 AND 3500 ;</a:t>
              </a:r>
            </a:p>
          </p:txBody>
        </p:sp>
        <p:sp>
          <p:nvSpPr>
            <p:cNvPr id="322565" name="Rectangle 5"/>
            <p:cNvSpPr>
              <a:spLocks noChangeArrowheads="1"/>
            </p:cNvSpPr>
            <p:nvPr/>
          </p:nvSpPr>
          <p:spPr bwMode="auto">
            <a:xfrm>
              <a:off x="3019036" y="2968998"/>
              <a:ext cx="785471" cy="231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algn="ctr">
                <a:spcBef>
                  <a:spcPct val="60000"/>
                </a:spcBef>
              </a:pPr>
              <a:r>
                <a:rPr lang="en-US" sz="1050">
                  <a:solidFill>
                    <a:schemeClr val="tx1"/>
                  </a:solidFill>
                  <a:latin typeface="Arial" panose="020B0604020202020204" pitchFamily="34" charset="0"/>
                </a:rPr>
                <a:t>Lower limit</a:t>
              </a:r>
            </a:p>
          </p:txBody>
        </p:sp>
        <p:sp>
          <p:nvSpPr>
            <p:cNvPr id="322566" name="Line 6"/>
            <p:cNvSpPr>
              <a:spLocks noChangeShapeType="1"/>
            </p:cNvSpPr>
            <p:nvPr/>
          </p:nvSpPr>
          <p:spPr bwMode="gray">
            <a:xfrm flipH="1">
              <a:off x="3421297" y="2722539"/>
              <a:ext cx="3572" cy="247650"/>
            </a:xfrm>
            <a:prstGeom prst="line">
              <a:avLst/>
            </a:prstGeom>
            <a:noFill/>
            <a:ln w="28575">
              <a:solidFill>
                <a:srgbClr val="FF0033"/>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322567" name="Rectangle 7"/>
            <p:cNvSpPr>
              <a:spLocks noChangeArrowheads="1"/>
            </p:cNvSpPr>
            <p:nvPr/>
          </p:nvSpPr>
          <p:spPr bwMode="auto">
            <a:xfrm>
              <a:off x="4259667" y="2968998"/>
              <a:ext cx="785471" cy="231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9056" tIns="34529" rIns="69056" bIns="34529">
              <a:spAutoFit/>
            </a:bodyPr>
            <a:lstStyle/>
            <a:p>
              <a:pPr algn="ctr">
                <a:spcBef>
                  <a:spcPct val="60000"/>
                </a:spcBef>
              </a:pPr>
              <a:r>
                <a:rPr lang="en-US" sz="1050">
                  <a:solidFill>
                    <a:schemeClr val="tx1"/>
                  </a:solidFill>
                  <a:latin typeface="Arial" panose="020B0604020202020204" pitchFamily="34" charset="0"/>
                </a:rPr>
                <a:t>Upper limit</a:t>
              </a:r>
            </a:p>
          </p:txBody>
        </p:sp>
        <p:sp>
          <p:nvSpPr>
            <p:cNvPr id="322568" name="Rectangle 8"/>
            <p:cNvSpPr>
              <a:spLocks noChangeArrowheads="1"/>
            </p:cNvSpPr>
            <p:nvPr/>
          </p:nvSpPr>
          <p:spPr bwMode="gray">
            <a:xfrm>
              <a:off x="2368561" y="2485858"/>
              <a:ext cx="2424335" cy="200964"/>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p>
              <a:endParaRPr lang="en-US" sz="1050"/>
            </a:p>
          </p:txBody>
        </p:sp>
        <p:sp>
          <p:nvSpPr>
            <p:cNvPr id="322570" name="Line 10"/>
            <p:cNvSpPr>
              <a:spLocks noChangeShapeType="1"/>
            </p:cNvSpPr>
            <p:nvPr/>
          </p:nvSpPr>
          <p:spPr bwMode="gray">
            <a:xfrm flipH="1">
              <a:off x="4654784" y="2722539"/>
              <a:ext cx="3572" cy="247650"/>
            </a:xfrm>
            <a:prstGeom prst="line">
              <a:avLst/>
            </a:prstGeom>
            <a:noFill/>
            <a:ln w="28575">
              <a:solidFill>
                <a:srgbClr val="FF0033"/>
              </a:solidFill>
              <a:round/>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pic>
          <p:nvPicPr>
            <p:cNvPr id="322573" name="Picture 13" descr="C:\project-SQLFund1\images\img-02-09.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2961715" y="3436914"/>
              <a:ext cx="1988344" cy="891778"/>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70044854"/>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ChangeArrowheads="1"/>
          </p:cNvSpPr>
          <p:nvPr/>
        </p:nvSpPr>
        <p:spPr bwMode="blackGray">
          <a:xfrm>
            <a:off x="1804987" y="1657350"/>
            <a:ext cx="5462588" cy="692944"/>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69056" tIns="34529" rIns="69056" bIns="34529" anchor="ctr"/>
          <a:lstStyle>
            <a:lvl1pPr>
              <a:tabLst>
                <a:tab pos="1200150" algn="l"/>
              </a:tabLst>
              <a:defRPr sz="2400">
                <a:solidFill>
                  <a:schemeClr val="tx1"/>
                </a:solidFill>
                <a:latin typeface="Times New Roman" panose="02020603050405020304" pitchFamily="18" charset="0"/>
              </a:defRPr>
            </a:lvl1pPr>
            <a:lvl2pPr>
              <a:tabLst>
                <a:tab pos="1200150" algn="l"/>
              </a:tabLst>
              <a:defRPr sz="2400">
                <a:solidFill>
                  <a:schemeClr val="tx1"/>
                </a:solidFill>
                <a:latin typeface="Times New Roman" panose="02020603050405020304" pitchFamily="18" charset="0"/>
              </a:defRPr>
            </a:lvl2pPr>
            <a:lvl3pPr>
              <a:tabLst>
                <a:tab pos="1200150" algn="l"/>
              </a:tabLst>
              <a:defRPr sz="2400">
                <a:solidFill>
                  <a:schemeClr val="tx1"/>
                </a:solidFill>
                <a:latin typeface="Times New Roman" panose="02020603050405020304" pitchFamily="18" charset="0"/>
              </a:defRPr>
            </a:lvl3pPr>
            <a:lvl4pPr>
              <a:tabLst>
                <a:tab pos="1200150" algn="l"/>
              </a:tabLst>
              <a:defRPr sz="2400">
                <a:solidFill>
                  <a:schemeClr val="tx1"/>
                </a:solidFill>
                <a:latin typeface="Times New Roman" panose="02020603050405020304" pitchFamily="18" charset="0"/>
              </a:defRPr>
            </a:lvl4pPr>
            <a:lvl5pPr>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r>
              <a:rPr lang="en-US" sz="1350" dirty="0">
                <a:solidFill>
                  <a:srgbClr val="000000"/>
                </a:solidFill>
                <a:latin typeface="Courier New" panose="02070309020205020404" pitchFamily="49" charset="0"/>
              </a:rPr>
              <a:t>SELECT </a:t>
            </a:r>
            <a:r>
              <a:rPr lang="en-US" sz="1350" dirty="0" err="1">
                <a:solidFill>
                  <a:srgbClr val="000000"/>
                </a:solidFill>
                <a:latin typeface="Courier New" panose="02070309020205020404" pitchFamily="49" charset="0"/>
              </a:rPr>
              <a:t>employee_id</a:t>
            </a:r>
            <a:r>
              <a:rPr lang="en-US" sz="1350" dirty="0">
                <a:solidFill>
                  <a:srgbClr val="000000"/>
                </a:solidFill>
                <a:latin typeface="Courier New" panose="02070309020205020404" pitchFamily="49" charset="0"/>
              </a:rPr>
              <a:t>, </a:t>
            </a:r>
            <a:r>
              <a:rPr lang="en-US" sz="1350" dirty="0" err="1">
                <a:solidFill>
                  <a:srgbClr val="000000"/>
                </a:solidFill>
                <a:latin typeface="Courier New" panose="02070309020205020404" pitchFamily="49" charset="0"/>
              </a:rPr>
              <a:t>last_name</a:t>
            </a:r>
            <a:r>
              <a:rPr lang="en-US" sz="1350" dirty="0">
                <a:solidFill>
                  <a:srgbClr val="000000"/>
                </a:solidFill>
                <a:latin typeface="Courier New" panose="02070309020205020404" pitchFamily="49" charset="0"/>
              </a:rPr>
              <a:t>, salary, </a:t>
            </a:r>
            <a:r>
              <a:rPr lang="en-US" sz="1350" dirty="0" err="1">
                <a:solidFill>
                  <a:srgbClr val="000000"/>
                </a:solidFill>
                <a:latin typeface="Courier New" panose="02070309020205020404" pitchFamily="49" charset="0"/>
              </a:rPr>
              <a:t>manager_id</a:t>
            </a:r>
            <a:endParaRPr lang="en-US" sz="1350" dirty="0">
              <a:solidFill>
                <a:srgbClr val="000000"/>
              </a:solidFill>
              <a:latin typeface="Courier New" panose="02070309020205020404" pitchFamily="49" charset="0"/>
            </a:endParaRPr>
          </a:p>
          <a:p>
            <a:r>
              <a:rPr lang="en-US" sz="1350" dirty="0">
                <a:solidFill>
                  <a:srgbClr val="000000"/>
                </a:solidFill>
                <a:latin typeface="Courier New" panose="02070309020205020404" pitchFamily="49" charset="0"/>
              </a:rPr>
              <a:t>FROM   </a:t>
            </a:r>
            <a:r>
              <a:rPr lang="en-US" sz="1350" dirty="0" err="1">
                <a:solidFill>
                  <a:srgbClr val="000000"/>
                </a:solidFill>
                <a:latin typeface="Courier New" panose="02070309020205020404" pitchFamily="49" charset="0"/>
              </a:rPr>
              <a:t>hr.employees</a:t>
            </a:r>
            <a:endParaRPr lang="en-US" sz="1350" dirty="0">
              <a:solidFill>
                <a:srgbClr val="000000"/>
              </a:solidFill>
              <a:latin typeface="Courier New" panose="02070309020205020404" pitchFamily="49" charset="0"/>
            </a:endParaRPr>
          </a:p>
          <a:p>
            <a:r>
              <a:rPr lang="en-US" sz="1350" dirty="0">
                <a:solidFill>
                  <a:srgbClr val="000000"/>
                </a:solidFill>
                <a:latin typeface="Courier New" panose="02070309020205020404" pitchFamily="49" charset="0"/>
              </a:rPr>
              <a:t>WHERE  </a:t>
            </a:r>
            <a:r>
              <a:rPr lang="en-US" sz="1350" dirty="0" err="1">
                <a:solidFill>
                  <a:srgbClr val="000000"/>
                </a:solidFill>
                <a:latin typeface="Courier New" panose="02070309020205020404" pitchFamily="49" charset="0"/>
              </a:rPr>
              <a:t>manager_id</a:t>
            </a:r>
            <a:r>
              <a:rPr lang="en-US" sz="1350" dirty="0">
                <a:solidFill>
                  <a:srgbClr val="000000"/>
                </a:solidFill>
                <a:latin typeface="Courier New" panose="02070309020205020404" pitchFamily="49" charset="0"/>
              </a:rPr>
              <a:t> IN (100, 101, 201) ;</a:t>
            </a:r>
          </a:p>
        </p:txBody>
      </p:sp>
      <p:sp>
        <p:nvSpPr>
          <p:cNvPr id="324616" name="Rectangle 8"/>
          <p:cNvSpPr>
            <a:spLocks noGrp="1" noChangeArrowheads="1"/>
          </p:cNvSpPr>
          <p:nvPr>
            <p:ph type="title"/>
          </p:nvPr>
        </p:nvSpPr>
        <p:spPr>
          <a:xfrm>
            <a:off x="457200" y="605600"/>
            <a:ext cx="7555230" cy="1082700"/>
          </a:xfrm>
        </p:spPr>
        <p:txBody>
          <a:bodyPr/>
          <a:lstStyle/>
          <a:p>
            <a:r>
              <a:rPr lang="en-US"/>
              <a:t>Membership Condition Using the </a:t>
            </a:r>
            <a:r>
              <a:rPr lang="en-US">
                <a:latin typeface="Courier New" panose="02070309020205020404" pitchFamily="49" charset="0"/>
              </a:rPr>
              <a:t>IN</a:t>
            </a:r>
            <a:r>
              <a:rPr lang="en-US"/>
              <a:t> Operator</a:t>
            </a:r>
          </a:p>
        </p:txBody>
      </p:sp>
      <p:sp>
        <p:nvSpPr>
          <p:cNvPr id="324617" name="Rectangle 9"/>
          <p:cNvSpPr>
            <a:spLocks noGrp="1" noChangeArrowheads="1"/>
          </p:cNvSpPr>
          <p:nvPr>
            <p:ph type="body" idx="1"/>
          </p:nvPr>
        </p:nvSpPr>
        <p:spPr>
          <a:xfrm>
            <a:off x="1600200" y="1087041"/>
            <a:ext cx="5938838" cy="270272"/>
          </a:xfrm>
        </p:spPr>
        <p:txBody>
          <a:bodyPr/>
          <a:lstStyle/>
          <a:p>
            <a:r>
              <a:rPr lang="en-US"/>
              <a:t>Use the </a:t>
            </a:r>
            <a:r>
              <a:rPr lang="en-US">
                <a:latin typeface="Courier New" panose="02070309020205020404" pitchFamily="49" charset="0"/>
              </a:rPr>
              <a:t>IN</a:t>
            </a:r>
            <a:r>
              <a:rPr lang="en-US"/>
              <a:t> operator to test for values in a list:</a:t>
            </a:r>
          </a:p>
        </p:txBody>
      </p:sp>
      <p:sp>
        <p:nvSpPr>
          <p:cNvPr id="324613" name="Rectangle 5"/>
          <p:cNvSpPr>
            <a:spLocks noChangeArrowheads="1"/>
          </p:cNvSpPr>
          <p:nvPr/>
        </p:nvSpPr>
        <p:spPr bwMode="gray">
          <a:xfrm>
            <a:off x="3687366" y="2083594"/>
            <a:ext cx="1872853" cy="223838"/>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p>
            <a:endParaRPr lang="en-US" sz="1050"/>
          </a:p>
        </p:txBody>
      </p:sp>
      <p:pic>
        <p:nvPicPr>
          <p:cNvPr id="324618" name="Picture 10" descr="C:\project-SQLFund1\images\img-02-10.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2571750" y="2571750"/>
            <a:ext cx="3531394" cy="1671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7059254"/>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946" name="Rectangle 2"/>
          <p:cNvSpPr>
            <a:spLocks noChangeArrowheads="1"/>
          </p:cNvSpPr>
          <p:nvPr/>
        </p:nvSpPr>
        <p:spPr bwMode="blackGray">
          <a:xfrm>
            <a:off x="1769128" y="1688300"/>
            <a:ext cx="5454254" cy="953691"/>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69056" tIns="34529" rIns="69056" bIns="34529" anchor="ctr"/>
          <a:lstStyle>
            <a:lvl1pPr>
              <a:tabLst>
                <a:tab pos="1200150" algn="l"/>
              </a:tabLst>
              <a:defRPr sz="2400">
                <a:solidFill>
                  <a:schemeClr val="tx1"/>
                </a:solidFill>
                <a:latin typeface="Times New Roman" panose="02020603050405020304" pitchFamily="18" charset="0"/>
              </a:defRPr>
            </a:lvl1pPr>
            <a:lvl2pPr>
              <a:tabLst>
                <a:tab pos="1200150" algn="l"/>
              </a:tabLst>
              <a:defRPr sz="2400">
                <a:solidFill>
                  <a:schemeClr val="tx1"/>
                </a:solidFill>
                <a:latin typeface="Times New Roman" panose="02020603050405020304" pitchFamily="18" charset="0"/>
              </a:defRPr>
            </a:lvl2pPr>
            <a:lvl3pPr>
              <a:tabLst>
                <a:tab pos="1200150" algn="l"/>
              </a:tabLst>
              <a:defRPr sz="2400">
                <a:solidFill>
                  <a:schemeClr val="tx1"/>
                </a:solidFill>
                <a:latin typeface="Times New Roman" panose="02020603050405020304" pitchFamily="18" charset="0"/>
              </a:defRPr>
            </a:lvl3pPr>
            <a:lvl4pPr>
              <a:tabLst>
                <a:tab pos="1200150" algn="l"/>
              </a:tabLst>
              <a:defRPr sz="2400">
                <a:solidFill>
                  <a:schemeClr val="tx1"/>
                </a:solidFill>
                <a:latin typeface="Times New Roman" panose="02020603050405020304" pitchFamily="18" charset="0"/>
              </a:defRPr>
            </a:lvl4pPr>
            <a:lvl5pPr>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r>
              <a:rPr lang="en-US" sz="1350" dirty="0">
                <a:solidFill>
                  <a:srgbClr val="000000"/>
                </a:solidFill>
                <a:latin typeface="Courier New" panose="02070309020205020404" pitchFamily="49" charset="0"/>
              </a:rPr>
              <a:t>SELECT </a:t>
            </a:r>
            <a:r>
              <a:rPr lang="en-US" sz="1350" dirty="0" err="1">
                <a:solidFill>
                  <a:srgbClr val="000000"/>
                </a:solidFill>
                <a:latin typeface="Courier New" panose="02070309020205020404" pitchFamily="49" charset="0"/>
              </a:rPr>
              <a:t>last_name</a:t>
            </a:r>
            <a:r>
              <a:rPr lang="en-US" sz="1350" dirty="0">
                <a:solidFill>
                  <a:srgbClr val="000000"/>
                </a:solidFill>
                <a:latin typeface="Courier New" panose="02070309020205020404" pitchFamily="49" charset="0"/>
              </a:rPr>
              <a:t>, </a:t>
            </a:r>
            <a:r>
              <a:rPr lang="en-US" sz="1350" dirty="0" err="1">
                <a:solidFill>
                  <a:srgbClr val="000000"/>
                </a:solidFill>
                <a:latin typeface="Courier New" panose="02070309020205020404" pitchFamily="49" charset="0"/>
              </a:rPr>
              <a:t>job_id</a:t>
            </a:r>
            <a:endParaRPr lang="en-US" sz="1350" dirty="0">
              <a:solidFill>
                <a:srgbClr val="000000"/>
              </a:solidFill>
              <a:latin typeface="Courier New" panose="02070309020205020404" pitchFamily="49" charset="0"/>
            </a:endParaRPr>
          </a:p>
          <a:p>
            <a:r>
              <a:rPr lang="en-US" sz="1350" dirty="0">
                <a:solidFill>
                  <a:srgbClr val="000000"/>
                </a:solidFill>
                <a:latin typeface="Courier New" panose="02070309020205020404" pitchFamily="49" charset="0"/>
              </a:rPr>
              <a:t>FROM   employees</a:t>
            </a:r>
          </a:p>
          <a:p>
            <a:r>
              <a:rPr lang="en-US" sz="1350" dirty="0">
                <a:solidFill>
                  <a:srgbClr val="000000"/>
                </a:solidFill>
                <a:latin typeface="Courier New" panose="02070309020205020404" pitchFamily="49" charset="0"/>
              </a:rPr>
              <a:t>WHERE  </a:t>
            </a:r>
            <a:r>
              <a:rPr lang="en-US" sz="1350" dirty="0" err="1">
                <a:solidFill>
                  <a:srgbClr val="000000"/>
                </a:solidFill>
                <a:latin typeface="Courier New" panose="02070309020205020404" pitchFamily="49" charset="0"/>
              </a:rPr>
              <a:t>job_id</a:t>
            </a:r>
            <a:r>
              <a:rPr lang="en-US" sz="1350" dirty="0">
                <a:solidFill>
                  <a:srgbClr val="000000"/>
                </a:solidFill>
                <a:latin typeface="Courier New" panose="02070309020205020404" pitchFamily="49" charset="0"/>
              </a:rPr>
              <a:t> </a:t>
            </a:r>
          </a:p>
          <a:p>
            <a:r>
              <a:rPr lang="en-US" sz="1350" dirty="0">
                <a:solidFill>
                  <a:srgbClr val="000000"/>
                </a:solidFill>
                <a:latin typeface="Courier New" panose="02070309020205020404" pitchFamily="49" charset="0"/>
              </a:rPr>
              <a:t>       NOT IN ('IT_PROG', 'ST_CLERK', 'SA_REP') ;</a:t>
            </a:r>
          </a:p>
        </p:txBody>
      </p:sp>
      <p:sp>
        <p:nvSpPr>
          <p:cNvPr id="338947" name="Rectangle 3"/>
          <p:cNvSpPr>
            <a:spLocks noGrp="1" noChangeArrowheads="1"/>
          </p:cNvSpPr>
          <p:nvPr>
            <p:ph type="title"/>
          </p:nvPr>
        </p:nvSpPr>
        <p:spPr/>
        <p:txBody>
          <a:bodyPr/>
          <a:lstStyle/>
          <a:p>
            <a:r>
              <a:rPr lang="en-US" sz="3600"/>
              <a:t>Using the </a:t>
            </a:r>
            <a:r>
              <a:rPr lang="en-US" sz="3600">
                <a:latin typeface="Courier New" panose="02070309020205020404" pitchFamily="49" charset="0"/>
              </a:rPr>
              <a:t>NOT</a:t>
            </a:r>
            <a:r>
              <a:rPr lang="en-US" sz="3600"/>
              <a:t> Operator</a:t>
            </a:r>
          </a:p>
        </p:txBody>
      </p:sp>
      <p:sp>
        <p:nvSpPr>
          <p:cNvPr id="338948" name="Rectangle 4"/>
          <p:cNvSpPr>
            <a:spLocks noChangeArrowheads="1"/>
          </p:cNvSpPr>
          <p:nvPr/>
        </p:nvSpPr>
        <p:spPr bwMode="gray">
          <a:xfrm>
            <a:off x="2494220" y="2162169"/>
            <a:ext cx="4447600" cy="446485"/>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p>
            <a:endParaRPr lang="en-US" sz="1050"/>
          </a:p>
        </p:txBody>
      </p:sp>
      <p:pic>
        <p:nvPicPr>
          <p:cNvPr id="338952" name="Picture 8" descr="C:\project-SQLFund1\images\img-02-17.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3450291" y="2786056"/>
            <a:ext cx="1894285" cy="1971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2128063"/>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Rectangle 2"/>
          <p:cNvSpPr>
            <a:spLocks noChangeArrowheads="1"/>
          </p:cNvSpPr>
          <p:nvPr/>
        </p:nvSpPr>
        <p:spPr bwMode="blackGray">
          <a:xfrm>
            <a:off x="1804987" y="3730438"/>
            <a:ext cx="5454254" cy="692944"/>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69056" tIns="34529" rIns="69056" bIns="34529" anchor="ctr"/>
          <a:lstStyle>
            <a:lvl1pPr>
              <a:tabLst>
                <a:tab pos="1200150" algn="l"/>
              </a:tabLst>
              <a:defRPr sz="2400">
                <a:solidFill>
                  <a:schemeClr val="tx1"/>
                </a:solidFill>
                <a:latin typeface="Times New Roman" panose="02020603050405020304" pitchFamily="18" charset="0"/>
              </a:defRPr>
            </a:lvl1pPr>
            <a:lvl2pPr>
              <a:tabLst>
                <a:tab pos="1200150" algn="l"/>
              </a:tabLst>
              <a:defRPr sz="2400">
                <a:solidFill>
                  <a:schemeClr val="tx1"/>
                </a:solidFill>
                <a:latin typeface="Times New Roman" panose="02020603050405020304" pitchFamily="18" charset="0"/>
              </a:defRPr>
            </a:lvl2pPr>
            <a:lvl3pPr>
              <a:tabLst>
                <a:tab pos="1200150" algn="l"/>
              </a:tabLst>
              <a:defRPr sz="2400">
                <a:solidFill>
                  <a:schemeClr val="tx1"/>
                </a:solidFill>
                <a:latin typeface="Times New Roman" panose="02020603050405020304" pitchFamily="18" charset="0"/>
              </a:defRPr>
            </a:lvl3pPr>
            <a:lvl4pPr>
              <a:tabLst>
                <a:tab pos="1200150" algn="l"/>
              </a:tabLst>
              <a:defRPr sz="2400">
                <a:solidFill>
                  <a:schemeClr val="tx1"/>
                </a:solidFill>
                <a:latin typeface="Times New Roman" panose="02020603050405020304" pitchFamily="18" charset="0"/>
              </a:defRPr>
            </a:lvl4pPr>
            <a:lvl5pPr>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r>
              <a:rPr lang="en-US" sz="1350" dirty="0">
                <a:solidFill>
                  <a:srgbClr val="000000"/>
                </a:solidFill>
                <a:latin typeface="Courier New" panose="02070309020205020404" pitchFamily="49" charset="0"/>
              </a:rPr>
              <a:t>SELECT	</a:t>
            </a:r>
            <a:r>
              <a:rPr lang="en-US" sz="1350" dirty="0" err="1">
                <a:solidFill>
                  <a:srgbClr val="000000"/>
                </a:solidFill>
                <a:latin typeface="Courier New" panose="02070309020205020404" pitchFamily="49" charset="0"/>
              </a:rPr>
              <a:t>first_name</a:t>
            </a:r>
            <a:endParaRPr lang="en-US" sz="1350" dirty="0">
              <a:solidFill>
                <a:srgbClr val="000000"/>
              </a:solidFill>
              <a:latin typeface="Courier New" panose="02070309020205020404" pitchFamily="49" charset="0"/>
            </a:endParaRPr>
          </a:p>
          <a:p>
            <a:r>
              <a:rPr lang="en-US" sz="1350" dirty="0">
                <a:solidFill>
                  <a:srgbClr val="000000"/>
                </a:solidFill>
                <a:latin typeface="Courier New" panose="02070309020205020404" pitchFamily="49" charset="0"/>
              </a:rPr>
              <a:t>FROM 	</a:t>
            </a:r>
            <a:r>
              <a:rPr lang="en-US" sz="1350" dirty="0" err="1">
                <a:solidFill>
                  <a:srgbClr val="000000"/>
                </a:solidFill>
                <a:latin typeface="Courier New" panose="02070309020205020404" pitchFamily="49" charset="0"/>
              </a:rPr>
              <a:t>hr.employees</a:t>
            </a:r>
            <a:endParaRPr lang="en-US" sz="1350" dirty="0">
              <a:solidFill>
                <a:srgbClr val="000000"/>
              </a:solidFill>
              <a:latin typeface="Courier New" panose="02070309020205020404" pitchFamily="49" charset="0"/>
            </a:endParaRPr>
          </a:p>
          <a:p>
            <a:r>
              <a:rPr lang="en-US" sz="1350" dirty="0">
                <a:solidFill>
                  <a:srgbClr val="000000"/>
                </a:solidFill>
                <a:latin typeface="Courier New" panose="02070309020205020404" pitchFamily="49" charset="0"/>
              </a:rPr>
              <a:t>WHERE	</a:t>
            </a:r>
            <a:r>
              <a:rPr lang="en-US" sz="1350" dirty="0" err="1">
                <a:solidFill>
                  <a:srgbClr val="000000"/>
                </a:solidFill>
                <a:latin typeface="Courier New" panose="02070309020205020404" pitchFamily="49" charset="0"/>
              </a:rPr>
              <a:t>first_name</a:t>
            </a:r>
            <a:r>
              <a:rPr lang="en-US" sz="1350" dirty="0">
                <a:solidFill>
                  <a:srgbClr val="000000"/>
                </a:solidFill>
                <a:latin typeface="Courier New" panose="02070309020205020404" pitchFamily="49" charset="0"/>
              </a:rPr>
              <a:t> LIKE 'S%' ;</a:t>
            </a:r>
          </a:p>
        </p:txBody>
      </p:sp>
      <p:sp>
        <p:nvSpPr>
          <p:cNvPr id="326662" name="Rectangle 6"/>
          <p:cNvSpPr>
            <a:spLocks noGrp="1" noChangeArrowheads="1"/>
          </p:cNvSpPr>
          <p:nvPr>
            <p:ph type="title"/>
          </p:nvPr>
        </p:nvSpPr>
        <p:spPr>
          <a:xfrm>
            <a:off x="457200" y="605600"/>
            <a:ext cx="7081838" cy="1082700"/>
          </a:xfrm>
        </p:spPr>
        <p:txBody>
          <a:bodyPr/>
          <a:lstStyle/>
          <a:p>
            <a:r>
              <a:rPr lang="en-US"/>
              <a:t>Pattern Matching Using the </a:t>
            </a:r>
            <a:r>
              <a:rPr lang="en-US">
                <a:latin typeface="Courier New" panose="02070309020205020404" pitchFamily="49" charset="0"/>
              </a:rPr>
              <a:t>LIKE</a:t>
            </a:r>
            <a:r>
              <a:rPr lang="en-US"/>
              <a:t> Operator</a:t>
            </a:r>
          </a:p>
        </p:txBody>
      </p:sp>
      <p:sp>
        <p:nvSpPr>
          <p:cNvPr id="326663" name="Rectangle 7"/>
          <p:cNvSpPr>
            <a:spLocks noGrp="1" noChangeArrowheads="1"/>
          </p:cNvSpPr>
          <p:nvPr>
            <p:ph type="body" idx="1"/>
          </p:nvPr>
        </p:nvSpPr>
        <p:spPr>
          <a:xfrm>
            <a:off x="1600200" y="1087042"/>
            <a:ext cx="5938838" cy="1621631"/>
          </a:xfrm>
        </p:spPr>
        <p:txBody>
          <a:bodyPr/>
          <a:lstStyle/>
          <a:p>
            <a:pPr lvl="1"/>
            <a:r>
              <a:rPr lang="en-US" dirty="0"/>
              <a:t>Use the </a:t>
            </a:r>
            <a:r>
              <a:rPr lang="en-US" dirty="0">
                <a:latin typeface="Courier New" panose="02070309020205020404" pitchFamily="49" charset="0"/>
              </a:rPr>
              <a:t>LIKE</a:t>
            </a:r>
            <a:r>
              <a:rPr lang="en-US" dirty="0"/>
              <a:t> operator to perform wildcard searches of valid search string values.</a:t>
            </a:r>
          </a:p>
          <a:p>
            <a:pPr lvl="1"/>
            <a:r>
              <a:rPr lang="en-US" dirty="0"/>
              <a:t>Search conditions can contain either literal characters or numbers:</a:t>
            </a:r>
          </a:p>
          <a:p>
            <a:pPr lvl="2"/>
            <a:r>
              <a:rPr lang="en-US" dirty="0">
                <a:latin typeface="Courier New" panose="02070309020205020404" pitchFamily="49" charset="0"/>
              </a:rPr>
              <a:t>%</a:t>
            </a:r>
            <a:r>
              <a:rPr lang="en-US" dirty="0"/>
              <a:t> denotes zero or many characters.</a:t>
            </a:r>
          </a:p>
          <a:p>
            <a:pPr lvl="2"/>
            <a:r>
              <a:rPr lang="en-US" dirty="0">
                <a:latin typeface="Courier New" panose="02070309020205020404" pitchFamily="49" charset="0"/>
              </a:rPr>
              <a:t>_</a:t>
            </a:r>
            <a:r>
              <a:rPr lang="en-US" dirty="0"/>
              <a:t> denotes one character.</a:t>
            </a:r>
          </a:p>
        </p:txBody>
      </p:sp>
      <p:sp>
        <p:nvSpPr>
          <p:cNvPr id="326661" name="Rectangle 5"/>
          <p:cNvSpPr>
            <a:spLocks noChangeArrowheads="1"/>
          </p:cNvSpPr>
          <p:nvPr/>
        </p:nvSpPr>
        <p:spPr bwMode="gray">
          <a:xfrm>
            <a:off x="4187569" y="4184490"/>
            <a:ext cx="1053703" cy="189310"/>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p>
            <a:endParaRPr lang="en-US" sz="1050"/>
          </a:p>
        </p:txBody>
      </p:sp>
    </p:spTree>
    <p:extLst>
      <p:ext uri="{BB962C8B-B14F-4D97-AF65-F5344CB8AC3E}">
        <p14:creationId xmlns:p14="http://schemas.microsoft.com/office/powerpoint/2010/main" val="3193297469"/>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E5569-8718-A198-0933-65BD13341E64}"/>
              </a:ext>
            </a:extLst>
          </p:cNvPr>
          <p:cNvSpPr>
            <a:spLocks noGrp="1"/>
          </p:cNvSpPr>
          <p:nvPr>
            <p:ph type="title"/>
          </p:nvPr>
        </p:nvSpPr>
        <p:spPr/>
        <p:txBody>
          <a:bodyPr/>
          <a:lstStyle/>
          <a:p>
            <a:r>
              <a:rPr lang="en-US" dirty="0"/>
              <a:t>QUEST 2</a:t>
            </a:r>
            <a:endParaRPr lang="en-ID" dirty="0"/>
          </a:p>
        </p:txBody>
      </p:sp>
      <p:sp>
        <p:nvSpPr>
          <p:cNvPr id="3" name="Content Placeholder 2">
            <a:extLst>
              <a:ext uri="{FF2B5EF4-FFF2-40B4-BE49-F238E27FC236}">
                <a16:creationId xmlns:a16="http://schemas.microsoft.com/office/drawing/2014/main" id="{816B103D-47B3-C641-DCC1-8A2CC2E120CE}"/>
              </a:ext>
            </a:extLst>
          </p:cNvPr>
          <p:cNvSpPr>
            <a:spLocks noGrp="1"/>
          </p:cNvSpPr>
          <p:nvPr>
            <p:ph idx="1"/>
          </p:nvPr>
        </p:nvSpPr>
        <p:spPr>
          <a:xfrm>
            <a:off x="457199" y="1995750"/>
            <a:ext cx="6568831" cy="2679000"/>
          </a:xfrm>
        </p:spPr>
        <p:txBody>
          <a:bodyPr/>
          <a:lstStyle/>
          <a:p>
            <a:r>
              <a:rPr lang="en-US" dirty="0"/>
              <a:t>CARI PEGAWAI YANG PUNYA </a:t>
            </a:r>
            <a:r>
              <a:rPr lang="en-US" b="1" dirty="0"/>
              <a:t>FIRST_NAME </a:t>
            </a:r>
            <a:r>
              <a:rPr lang="en-US" dirty="0"/>
              <a:t>HURUF DEPANNYA L</a:t>
            </a:r>
          </a:p>
          <a:p>
            <a:r>
              <a:rPr lang="en-US" dirty="0"/>
              <a:t>LIHAT ADA BERAPA ORANG</a:t>
            </a:r>
            <a:endParaRPr lang="en-ID" dirty="0"/>
          </a:p>
        </p:txBody>
      </p:sp>
      <p:sp>
        <p:nvSpPr>
          <p:cNvPr id="4" name="Slide Number Placeholder 3">
            <a:extLst>
              <a:ext uri="{FF2B5EF4-FFF2-40B4-BE49-F238E27FC236}">
                <a16:creationId xmlns:a16="http://schemas.microsoft.com/office/drawing/2014/main" id="{35735801-CF6A-7DC5-A716-3D680CB8FBBC}"/>
              </a:ext>
            </a:extLst>
          </p:cNvPr>
          <p:cNvSpPr>
            <a:spLocks noGrp="1"/>
          </p:cNvSpPr>
          <p:nvPr>
            <p:ph type="sldNum" sz="quarter" idx="12"/>
          </p:nvPr>
        </p:nvSpPr>
        <p:spPr/>
        <p:txBody>
          <a:bodyPr/>
          <a:lstStyle/>
          <a:p>
            <a:fld id="{4FAB73BC-B049-4115-A692-8D63A059BFB8}" type="slidenum">
              <a:rPr lang="en-US" smtClean="0"/>
              <a:pPr/>
              <a:t>31</a:t>
            </a:fld>
            <a:endParaRPr lang="en-US"/>
          </a:p>
        </p:txBody>
      </p:sp>
    </p:spTree>
    <p:extLst>
      <p:ext uri="{BB962C8B-B14F-4D97-AF65-F5344CB8AC3E}">
        <p14:creationId xmlns:p14="http://schemas.microsoft.com/office/powerpoint/2010/main" val="18167327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4" name="Rectangle 2"/>
          <p:cNvSpPr>
            <a:spLocks noChangeArrowheads="1"/>
          </p:cNvSpPr>
          <p:nvPr/>
        </p:nvSpPr>
        <p:spPr bwMode="blackGray">
          <a:xfrm>
            <a:off x="1804987" y="1543050"/>
            <a:ext cx="5454254" cy="692944"/>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69056" tIns="34529" rIns="69056" bIns="34529" anchor="ctr"/>
          <a:lstStyle>
            <a:lvl1pPr>
              <a:tabLst>
                <a:tab pos="1200150" algn="l"/>
              </a:tabLst>
              <a:defRPr sz="2400">
                <a:solidFill>
                  <a:schemeClr val="tx1"/>
                </a:solidFill>
                <a:latin typeface="Times New Roman" panose="02020603050405020304" pitchFamily="18" charset="0"/>
              </a:defRPr>
            </a:lvl1pPr>
            <a:lvl2pPr>
              <a:tabLst>
                <a:tab pos="1200150" algn="l"/>
              </a:tabLst>
              <a:defRPr sz="2400">
                <a:solidFill>
                  <a:schemeClr val="tx1"/>
                </a:solidFill>
                <a:latin typeface="Times New Roman" panose="02020603050405020304" pitchFamily="18" charset="0"/>
              </a:defRPr>
            </a:lvl2pPr>
            <a:lvl3pPr>
              <a:tabLst>
                <a:tab pos="1200150" algn="l"/>
              </a:tabLst>
              <a:defRPr sz="2400">
                <a:solidFill>
                  <a:schemeClr val="tx1"/>
                </a:solidFill>
                <a:latin typeface="Times New Roman" panose="02020603050405020304" pitchFamily="18" charset="0"/>
              </a:defRPr>
            </a:lvl3pPr>
            <a:lvl4pPr>
              <a:tabLst>
                <a:tab pos="1200150" algn="l"/>
              </a:tabLst>
              <a:defRPr sz="2400">
                <a:solidFill>
                  <a:schemeClr val="tx1"/>
                </a:solidFill>
                <a:latin typeface="Times New Roman" panose="02020603050405020304" pitchFamily="18" charset="0"/>
              </a:defRPr>
            </a:lvl4pPr>
            <a:lvl5pPr>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r>
              <a:rPr lang="en-US" sz="1350" dirty="0">
                <a:solidFill>
                  <a:srgbClr val="000000"/>
                </a:solidFill>
                <a:latin typeface="Courier New" panose="02070309020205020404" pitchFamily="49" charset="0"/>
              </a:rPr>
              <a:t>SELECT </a:t>
            </a:r>
            <a:r>
              <a:rPr lang="en-US" sz="1350" dirty="0" err="1">
                <a:solidFill>
                  <a:srgbClr val="000000"/>
                </a:solidFill>
                <a:latin typeface="Courier New" panose="02070309020205020404" pitchFamily="49" charset="0"/>
              </a:rPr>
              <a:t>last_name</a:t>
            </a:r>
            <a:r>
              <a:rPr lang="en-US" sz="1350" dirty="0">
                <a:solidFill>
                  <a:srgbClr val="000000"/>
                </a:solidFill>
                <a:latin typeface="Courier New" panose="02070309020205020404" pitchFamily="49" charset="0"/>
              </a:rPr>
              <a:t>, </a:t>
            </a:r>
            <a:r>
              <a:rPr lang="en-US" sz="1350" dirty="0" err="1">
                <a:solidFill>
                  <a:srgbClr val="000000"/>
                </a:solidFill>
                <a:latin typeface="Courier New" panose="02070309020205020404" pitchFamily="49" charset="0"/>
              </a:rPr>
              <a:t>manager_id</a:t>
            </a:r>
            <a:endParaRPr lang="en-US" sz="1350" dirty="0">
              <a:solidFill>
                <a:srgbClr val="000000"/>
              </a:solidFill>
              <a:latin typeface="Courier New" panose="02070309020205020404" pitchFamily="49" charset="0"/>
            </a:endParaRPr>
          </a:p>
          <a:p>
            <a:r>
              <a:rPr lang="en-US" sz="1350" dirty="0">
                <a:solidFill>
                  <a:srgbClr val="000000"/>
                </a:solidFill>
                <a:latin typeface="Courier New" panose="02070309020205020404" pitchFamily="49" charset="0"/>
              </a:rPr>
              <a:t>FROM   employees</a:t>
            </a:r>
          </a:p>
          <a:p>
            <a:r>
              <a:rPr lang="en-US" sz="1350" dirty="0">
                <a:solidFill>
                  <a:srgbClr val="000000"/>
                </a:solidFill>
                <a:latin typeface="Courier New" panose="02070309020205020404" pitchFamily="49" charset="0"/>
              </a:rPr>
              <a:t>WHERE  </a:t>
            </a:r>
            <a:r>
              <a:rPr lang="en-US" sz="1350" dirty="0" err="1">
                <a:solidFill>
                  <a:srgbClr val="000000"/>
                </a:solidFill>
                <a:latin typeface="Courier New" panose="02070309020205020404" pitchFamily="49" charset="0"/>
              </a:rPr>
              <a:t>manager_id</a:t>
            </a:r>
            <a:r>
              <a:rPr lang="en-US" sz="1350" dirty="0">
                <a:solidFill>
                  <a:srgbClr val="000000"/>
                </a:solidFill>
                <a:latin typeface="Courier New" panose="02070309020205020404" pitchFamily="49" charset="0"/>
              </a:rPr>
              <a:t> IS NULL ;</a:t>
            </a:r>
          </a:p>
        </p:txBody>
      </p:sp>
      <p:sp>
        <p:nvSpPr>
          <p:cNvPr id="330759" name="Rectangle 7"/>
          <p:cNvSpPr>
            <a:spLocks noGrp="1" noChangeArrowheads="1"/>
          </p:cNvSpPr>
          <p:nvPr>
            <p:ph type="title"/>
          </p:nvPr>
        </p:nvSpPr>
        <p:spPr/>
        <p:txBody>
          <a:bodyPr/>
          <a:lstStyle/>
          <a:p>
            <a:r>
              <a:rPr lang="en-US" dirty="0"/>
              <a:t>Using the </a:t>
            </a:r>
            <a:r>
              <a:rPr lang="en-US" dirty="0">
                <a:latin typeface="Courier New" panose="02070309020205020404" pitchFamily="49" charset="0"/>
              </a:rPr>
              <a:t>NULL</a:t>
            </a:r>
            <a:r>
              <a:rPr lang="en-US" dirty="0"/>
              <a:t> Conditions</a:t>
            </a:r>
          </a:p>
        </p:txBody>
      </p:sp>
      <p:sp>
        <p:nvSpPr>
          <p:cNvPr id="330760" name="Rectangle 8"/>
          <p:cNvSpPr>
            <a:spLocks noGrp="1" noChangeArrowheads="1"/>
          </p:cNvSpPr>
          <p:nvPr>
            <p:ph type="body" idx="1"/>
          </p:nvPr>
        </p:nvSpPr>
        <p:spPr>
          <a:xfrm>
            <a:off x="1600200" y="1087041"/>
            <a:ext cx="5938838" cy="270272"/>
          </a:xfrm>
        </p:spPr>
        <p:txBody>
          <a:bodyPr/>
          <a:lstStyle/>
          <a:p>
            <a:r>
              <a:rPr lang="en-US"/>
              <a:t>Test for nulls with the </a:t>
            </a:r>
            <a:r>
              <a:rPr lang="en-US">
                <a:latin typeface="Courier New" panose="02070309020205020404" pitchFamily="49" charset="0"/>
              </a:rPr>
              <a:t>IS</a:t>
            </a:r>
            <a:r>
              <a:rPr lang="en-US"/>
              <a:t> </a:t>
            </a:r>
            <a:r>
              <a:rPr lang="en-US">
                <a:latin typeface="Courier New" panose="02070309020205020404" pitchFamily="49" charset="0"/>
              </a:rPr>
              <a:t>NULL</a:t>
            </a:r>
            <a:r>
              <a:rPr lang="en-US"/>
              <a:t> operator.</a:t>
            </a:r>
          </a:p>
        </p:txBody>
      </p:sp>
      <p:sp>
        <p:nvSpPr>
          <p:cNvPr id="330757" name="Rectangle 5"/>
          <p:cNvSpPr>
            <a:spLocks noChangeArrowheads="1"/>
          </p:cNvSpPr>
          <p:nvPr/>
        </p:nvSpPr>
        <p:spPr bwMode="gray">
          <a:xfrm>
            <a:off x="2512219" y="1982391"/>
            <a:ext cx="2002631" cy="223838"/>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p>
            <a:endParaRPr lang="en-US" sz="1050"/>
          </a:p>
        </p:txBody>
      </p:sp>
      <p:pic>
        <p:nvPicPr>
          <p:cNvPr id="330761" name="Picture 9" descr="C:\project-SQLFund1\images\img-02-13.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2197669" y="2818699"/>
            <a:ext cx="4668890" cy="10988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5554554"/>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802" name="Rectangle 2"/>
          <p:cNvSpPr>
            <a:spLocks noGrp="1" noChangeArrowheads="1"/>
          </p:cNvSpPr>
          <p:nvPr>
            <p:ph type="title"/>
          </p:nvPr>
        </p:nvSpPr>
        <p:spPr/>
        <p:txBody>
          <a:bodyPr/>
          <a:lstStyle/>
          <a:p>
            <a:r>
              <a:rPr lang="en-US" sz="3600"/>
              <a:t>Defining Conditions Using the Logical Operators</a:t>
            </a:r>
          </a:p>
        </p:txBody>
      </p:sp>
      <p:grpSp>
        <p:nvGrpSpPr>
          <p:cNvPr id="2" name="Group 1"/>
          <p:cNvGrpSpPr/>
          <p:nvPr/>
        </p:nvGrpSpPr>
        <p:grpSpPr>
          <a:xfrm>
            <a:off x="1481208" y="1688300"/>
            <a:ext cx="5574016" cy="2587865"/>
            <a:chOff x="1481208" y="1688300"/>
            <a:chExt cx="4038601" cy="1753791"/>
          </a:xfrm>
        </p:grpSpPr>
        <p:sp>
          <p:nvSpPr>
            <p:cNvPr id="332804" name="Rectangle 4"/>
            <p:cNvSpPr>
              <a:spLocks noChangeArrowheads="1"/>
            </p:cNvSpPr>
            <p:nvPr/>
          </p:nvSpPr>
          <p:spPr bwMode="blackWhite">
            <a:xfrm>
              <a:off x="2438471" y="2921788"/>
              <a:ext cx="3081338" cy="520303"/>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0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2pPr>
              <a:lvl3pPr marL="685800" defTabSz="228600">
                <a:spcBef>
                  <a:spcPct val="20000"/>
                </a:spcBef>
                <a:buClr>
                  <a:srgbClr val="FF0000"/>
                </a:buClr>
                <a:buFont typeface="Arial" panose="020B0604020202020204" pitchFamily="34" charset="0"/>
                <a:buChar char="–"/>
                <a:defRPr>
                  <a:solidFill>
                    <a:schemeClr val="tx1"/>
                  </a:solidFill>
                  <a:latin typeface="Arial" panose="020B0604020202020204" pitchFamily="34" charset="0"/>
                </a:defRPr>
              </a:lvl3pPr>
              <a:lvl4pPr marL="1143000" defTabSz="228600">
                <a:spcBef>
                  <a:spcPct val="20000"/>
                </a:spcBef>
                <a:buClr>
                  <a:schemeClr val="accent2"/>
                </a:buClr>
                <a:buSzPct val="45000"/>
                <a:buFont typeface="Arial" panose="020B0604020202020204" pitchFamily="34" charset="0"/>
                <a:buChar char="—"/>
                <a:defRPr sz="1600">
                  <a:solidFill>
                    <a:schemeClr val="tx1"/>
                  </a:solidFill>
                  <a:latin typeface="Arial" panose="020B0604020202020204" pitchFamily="34" charset="0"/>
                </a:defRPr>
              </a:lvl4pPr>
              <a:lvl5pPr marL="1257300" defTabSz="228600">
                <a:spcBef>
                  <a:spcPct val="20000"/>
                </a:spcBef>
                <a:buClr>
                  <a:schemeClr val="accent2"/>
                </a:buClr>
                <a:buSzPct val="55000"/>
                <a:buFont typeface="Arial" panose="020B0604020202020204" pitchFamily="34" charset="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a:lnSpc>
                  <a:spcPct val="110000"/>
                </a:lnSpc>
                <a:spcBef>
                  <a:spcPct val="60000"/>
                </a:spcBef>
                <a:buClrTx/>
                <a:buFontTx/>
                <a:buNone/>
              </a:pPr>
              <a:r>
                <a:rPr lang="en-US" sz="1800">
                  <a:solidFill>
                    <a:srgbClr val="000000"/>
                  </a:solidFill>
                </a:rPr>
                <a:t>Returns </a:t>
              </a:r>
              <a:r>
                <a:rPr lang="en-US" sz="1800">
                  <a:solidFill>
                    <a:srgbClr val="000000"/>
                  </a:solidFill>
                  <a:latin typeface="Courier New" panose="02070309020205020404" pitchFamily="49" charset="0"/>
                </a:rPr>
                <a:t>TRUE</a:t>
              </a:r>
              <a:r>
                <a:rPr lang="en-US" sz="1800">
                  <a:solidFill>
                    <a:srgbClr val="000000"/>
                  </a:solidFill>
                </a:rPr>
                <a:t> if the condition is false</a:t>
              </a:r>
              <a:endParaRPr lang="en-US" sz="1800"/>
            </a:p>
          </p:txBody>
        </p:sp>
        <p:sp>
          <p:nvSpPr>
            <p:cNvPr id="332805" name="Rectangle 5"/>
            <p:cNvSpPr>
              <a:spLocks noChangeArrowheads="1"/>
            </p:cNvSpPr>
            <p:nvPr/>
          </p:nvSpPr>
          <p:spPr bwMode="blackWhite">
            <a:xfrm>
              <a:off x="1481208" y="2921788"/>
              <a:ext cx="957263" cy="520303"/>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000">
                  <a:solidFill>
                    <a:schemeClr val="tx1"/>
                  </a:solidFill>
                  <a:latin typeface="Arial" panose="020B0604020202020204" pitchFamily="34" charset="0"/>
                </a:defRPr>
              </a:lvl1pPr>
              <a:lvl2pPr marL="344488"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2pPr>
              <a:lvl3pPr marL="685800" defTabSz="228600">
                <a:spcBef>
                  <a:spcPct val="20000"/>
                </a:spcBef>
                <a:buClr>
                  <a:srgbClr val="FF0000"/>
                </a:buClr>
                <a:buFont typeface="Arial" panose="020B0604020202020204" pitchFamily="34" charset="0"/>
                <a:buChar char="–"/>
                <a:defRPr>
                  <a:solidFill>
                    <a:schemeClr val="tx1"/>
                  </a:solidFill>
                  <a:latin typeface="Arial" panose="020B0604020202020204" pitchFamily="34" charset="0"/>
                </a:defRPr>
              </a:lvl3pPr>
              <a:lvl4pPr marL="1143000" defTabSz="228600">
                <a:spcBef>
                  <a:spcPct val="20000"/>
                </a:spcBef>
                <a:buClr>
                  <a:schemeClr val="accent2"/>
                </a:buClr>
                <a:buSzPct val="45000"/>
                <a:buFont typeface="Arial" panose="020B0604020202020204" pitchFamily="34" charset="0"/>
                <a:buChar char="—"/>
                <a:defRPr sz="1600">
                  <a:solidFill>
                    <a:schemeClr val="tx1"/>
                  </a:solidFill>
                  <a:latin typeface="Arial" panose="020B0604020202020204" pitchFamily="34" charset="0"/>
                </a:defRPr>
              </a:lvl4pPr>
              <a:lvl5pPr marL="1257300" defTabSz="228600">
                <a:spcBef>
                  <a:spcPct val="20000"/>
                </a:spcBef>
                <a:buClr>
                  <a:schemeClr val="accent2"/>
                </a:buClr>
                <a:buSzPct val="55000"/>
                <a:buFont typeface="Arial" panose="020B0604020202020204" pitchFamily="34" charset="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eaLnBrk="1" hangingPunct="1"/>
              <a:r>
                <a:rPr lang="en-US" sz="1800">
                  <a:latin typeface="Courier New" panose="02070309020205020404" pitchFamily="49" charset="0"/>
                </a:rPr>
                <a:t> NOT</a:t>
              </a:r>
            </a:p>
          </p:txBody>
        </p:sp>
        <p:sp>
          <p:nvSpPr>
            <p:cNvPr id="332806" name="Rectangle 6"/>
            <p:cNvSpPr>
              <a:spLocks noChangeArrowheads="1"/>
            </p:cNvSpPr>
            <p:nvPr/>
          </p:nvSpPr>
          <p:spPr bwMode="blackWhite">
            <a:xfrm>
              <a:off x="2438471" y="2441966"/>
              <a:ext cx="3081338" cy="479822"/>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0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2pPr>
              <a:lvl3pPr marL="685800" defTabSz="228600">
                <a:spcBef>
                  <a:spcPct val="20000"/>
                </a:spcBef>
                <a:buClr>
                  <a:srgbClr val="FF0000"/>
                </a:buClr>
                <a:buFont typeface="Arial" panose="020B0604020202020204" pitchFamily="34" charset="0"/>
                <a:buChar char="–"/>
                <a:defRPr>
                  <a:solidFill>
                    <a:schemeClr val="tx1"/>
                  </a:solidFill>
                  <a:latin typeface="Arial" panose="020B0604020202020204" pitchFamily="34" charset="0"/>
                </a:defRPr>
              </a:lvl3pPr>
              <a:lvl4pPr marL="1143000" defTabSz="228600">
                <a:spcBef>
                  <a:spcPct val="20000"/>
                </a:spcBef>
                <a:buClr>
                  <a:schemeClr val="accent2"/>
                </a:buClr>
                <a:buSzPct val="45000"/>
                <a:buFont typeface="Arial" panose="020B0604020202020204" pitchFamily="34" charset="0"/>
                <a:buChar char="—"/>
                <a:defRPr sz="1600">
                  <a:solidFill>
                    <a:schemeClr val="tx1"/>
                  </a:solidFill>
                  <a:latin typeface="Arial" panose="020B0604020202020204" pitchFamily="34" charset="0"/>
                </a:defRPr>
              </a:lvl4pPr>
              <a:lvl5pPr marL="1257300" defTabSz="228600">
                <a:spcBef>
                  <a:spcPct val="20000"/>
                </a:spcBef>
                <a:buClr>
                  <a:schemeClr val="accent2"/>
                </a:buClr>
                <a:buSzPct val="55000"/>
                <a:buFont typeface="Arial" panose="020B0604020202020204" pitchFamily="34" charset="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eaLnBrk="1" hangingPunct="1"/>
              <a:r>
                <a:rPr lang="en-US" sz="1800">
                  <a:solidFill>
                    <a:srgbClr val="000000"/>
                  </a:solidFill>
                </a:rPr>
                <a:t>Returns </a:t>
              </a:r>
              <a:r>
                <a:rPr lang="en-US" sz="1800">
                  <a:solidFill>
                    <a:srgbClr val="000000"/>
                  </a:solidFill>
                  <a:latin typeface="Courier New" panose="02070309020205020404" pitchFamily="49" charset="0"/>
                </a:rPr>
                <a:t>TRUE</a:t>
              </a:r>
              <a:r>
                <a:rPr lang="en-US" sz="1800">
                  <a:solidFill>
                    <a:srgbClr val="000000"/>
                  </a:solidFill>
                </a:rPr>
                <a:t> if </a:t>
              </a:r>
              <a:r>
                <a:rPr lang="en-US" sz="1800" i="1">
                  <a:solidFill>
                    <a:srgbClr val="000000"/>
                  </a:solidFill>
                </a:rPr>
                <a:t>either </a:t>
              </a:r>
              <a:r>
                <a:rPr lang="en-US" sz="1800">
                  <a:solidFill>
                    <a:srgbClr val="000000"/>
                  </a:solidFill>
                </a:rPr>
                <a:t>component condition is true</a:t>
              </a:r>
            </a:p>
          </p:txBody>
        </p:sp>
        <p:sp>
          <p:nvSpPr>
            <p:cNvPr id="332807" name="Rectangle 7"/>
            <p:cNvSpPr>
              <a:spLocks noChangeArrowheads="1"/>
            </p:cNvSpPr>
            <p:nvPr/>
          </p:nvSpPr>
          <p:spPr bwMode="blackWhite">
            <a:xfrm>
              <a:off x="1481208" y="2441966"/>
              <a:ext cx="957263" cy="479822"/>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0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2pPr>
              <a:lvl3pPr marL="685800" defTabSz="228600">
                <a:spcBef>
                  <a:spcPct val="20000"/>
                </a:spcBef>
                <a:buClr>
                  <a:srgbClr val="FF0000"/>
                </a:buClr>
                <a:buFont typeface="Arial" panose="020B0604020202020204" pitchFamily="34" charset="0"/>
                <a:buChar char="–"/>
                <a:defRPr>
                  <a:solidFill>
                    <a:schemeClr val="tx1"/>
                  </a:solidFill>
                  <a:latin typeface="Arial" panose="020B0604020202020204" pitchFamily="34" charset="0"/>
                </a:defRPr>
              </a:lvl3pPr>
              <a:lvl4pPr marL="1143000" defTabSz="228600">
                <a:spcBef>
                  <a:spcPct val="20000"/>
                </a:spcBef>
                <a:buClr>
                  <a:schemeClr val="accent2"/>
                </a:buClr>
                <a:buSzPct val="45000"/>
                <a:buFont typeface="Arial" panose="020B0604020202020204" pitchFamily="34" charset="0"/>
                <a:buChar char="—"/>
                <a:defRPr sz="1600">
                  <a:solidFill>
                    <a:schemeClr val="tx1"/>
                  </a:solidFill>
                  <a:latin typeface="Arial" panose="020B0604020202020204" pitchFamily="34" charset="0"/>
                </a:defRPr>
              </a:lvl4pPr>
              <a:lvl5pPr marL="1257300" defTabSz="228600">
                <a:spcBef>
                  <a:spcPct val="20000"/>
                </a:spcBef>
                <a:buClr>
                  <a:schemeClr val="accent2"/>
                </a:buClr>
                <a:buSzPct val="55000"/>
                <a:buFont typeface="Arial" panose="020B0604020202020204" pitchFamily="34" charset="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lvl="1" eaLnBrk="1" hangingPunct="1">
                <a:buFont typeface="Arial" panose="020B0604020202020204" pitchFamily="34" charset="0"/>
                <a:buNone/>
              </a:pPr>
              <a:r>
                <a:rPr lang="en-US" sz="1800">
                  <a:latin typeface="Courier New" panose="02070309020205020404" pitchFamily="49" charset="0"/>
                </a:rPr>
                <a:t>OR</a:t>
              </a:r>
            </a:p>
          </p:txBody>
        </p:sp>
        <p:sp>
          <p:nvSpPr>
            <p:cNvPr id="332808" name="Rectangle 8"/>
            <p:cNvSpPr>
              <a:spLocks noChangeArrowheads="1"/>
            </p:cNvSpPr>
            <p:nvPr/>
          </p:nvSpPr>
          <p:spPr bwMode="blackWhite">
            <a:xfrm>
              <a:off x="2438471" y="1962144"/>
              <a:ext cx="3081338" cy="479822"/>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0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2pPr>
              <a:lvl3pPr marL="685800" defTabSz="228600">
                <a:spcBef>
                  <a:spcPct val="20000"/>
                </a:spcBef>
                <a:buClr>
                  <a:srgbClr val="FF0000"/>
                </a:buClr>
                <a:buFont typeface="Arial" panose="020B0604020202020204" pitchFamily="34" charset="0"/>
                <a:buChar char="–"/>
                <a:defRPr>
                  <a:solidFill>
                    <a:schemeClr val="tx1"/>
                  </a:solidFill>
                  <a:latin typeface="Arial" panose="020B0604020202020204" pitchFamily="34" charset="0"/>
                </a:defRPr>
              </a:lvl3pPr>
              <a:lvl4pPr marL="1143000" defTabSz="228600">
                <a:spcBef>
                  <a:spcPct val="20000"/>
                </a:spcBef>
                <a:buClr>
                  <a:schemeClr val="accent2"/>
                </a:buClr>
                <a:buSzPct val="45000"/>
                <a:buFont typeface="Arial" panose="020B0604020202020204" pitchFamily="34" charset="0"/>
                <a:buChar char="—"/>
                <a:defRPr sz="1600">
                  <a:solidFill>
                    <a:schemeClr val="tx1"/>
                  </a:solidFill>
                  <a:latin typeface="Arial" panose="020B0604020202020204" pitchFamily="34" charset="0"/>
                </a:defRPr>
              </a:lvl4pPr>
              <a:lvl5pPr marL="1257300" defTabSz="228600">
                <a:spcBef>
                  <a:spcPct val="20000"/>
                </a:spcBef>
                <a:buClr>
                  <a:schemeClr val="accent2"/>
                </a:buClr>
                <a:buSzPct val="55000"/>
                <a:buFont typeface="Arial" panose="020B0604020202020204" pitchFamily="34" charset="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eaLnBrk="1" hangingPunct="1"/>
              <a:r>
                <a:rPr lang="en-US" sz="1800">
                  <a:solidFill>
                    <a:srgbClr val="000000"/>
                  </a:solidFill>
                </a:rPr>
                <a:t>Returns </a:t>
              </a:r>
              <a:r>
                <a:rPr lang="en-US" sz="1800">
                  <a:solidFill>
                    <a:srgbClr val="000000"/>
                  </a:solidFill>
                  <a:latin typeface="Courier New" panose="02070309020205020404" pitchFamily="49" charset="0"/>
                </a:rPr>
                <a:t>TRUE</a:t>
              </a:r>
              <a:r>
                <a:rPr lang="en-US" sz="1800">
                  <a:solidFill>
                    <a:srgbClr val="000000"/>
                  </a:solidFill>
                </a:rPr>
                <a:t> if </a:t>
              </a:r>
              <a:r>
                <a:rPr lang="en-US" sz="1800" i="1">
                  <a:solidFill>
                    <a:srgbClr val="000000"/>
                  </a:solidFill>
                </a:rPr>
                <a:t>both </a:t>
              </a:r>
              <a:r>
                <a:rPr lang="en-US" sz="1800">
                  <a:solidFill>
                    <a:srgbClr val="000000"/>
                  </a:solidFill>
                </a:rPr>
                <a:t>component conditions are true</a:t>
              </a:r>
            </a:p>
          </p:txBody>
        </p:sp>
        <p:sp>
          <p:nvSpPr>
            <p:cNvPr id="332809" name="Rectangle 9"/>
            <p:cNvSpPr>
              <a:spLocks noChangeArrowheads="1"/>
            </p:cNvSpPr>
            <p:nvPr/>
          </p:nvSpPr>
          <p:spPr bwMode="blackWhite">
            <a:xfrm>
              <a:off x="1481208" y="1962144"/>
              <a:ext cx="957263" cy="479822"/>
            </a:xfrm>
            <a:prstGeom prst="rect">
              <a:avLst/>
            </a:prstGeom>
            <a:solidFill>
              <a:srgbClr val="DDDDDD"/>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0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2pPr>
              <a:lvl3pPr marL="1196975" defTabSz="228600">
                <a:spcBef>
                  <a:spcPct val="20000"/>
                </a:spcBef>
                <a:buClr>
                  <a:srgbClr val="FF0000"/>
                </a:buClr>
                <a:buFont typeface="Arial" panose="020B0604020202020204" pitchFamily="34" charset="0"/>
                <a:buChar char="–"/>
                <a:defRPr>
                  <a:solidFill>
                    <a:schemeClr val="tx1"/>
                  </a:solidFill>
                  <a:latin typeface="Arial" panose="020B0604020202020204" pitchFamily="34" charset="0"/>
                </a:defRPr>
              </a:lvl3pPr>
              <a:lvl4pPr marL="1311275" defTabSz="228600">
                <a:spcBef>
                  <a:spcPct val="20000"/>
                </a:spcBef>
                <a:buClr>
                  <a:schemeClr val="accent2"/>
                </a:buClr>
                <a:buSzPct val="45000"/>
                <a:buFont typeface="Arial" panose="020B0604020202020204" pitchFamily="34" charset="0"/>
                <a:buChar char="—"/>
                <a:defRPr sz="1600">
                  <a:solidFill>
                    <a:schemeClr val="tx1"/>
                  </a:solidFill>
                  <a:latin typeface="Arial" panose="020B0604020202020204" pitchFamily="34" charset="0"/>
                </a:defRPr>
              </a:lvl4pPr>
              <a:lvl5pPr marL="1425575" defTabSz="228600">
                <a:spcBef>
                  <a:spcPct val="20000"/>
                </a:spcBef>
                <a:buClr>
                  <a:schemeClr val="accent2"/>
                </a:buClr>
                <a:buSzPct val="55000"/>
                <a:buFont typeface="Arial" panose="020B0604020202020204" pitchFamily="34" charset="0"/>
                <a:buChar char="—"/>
                <a:defRPr sz="1400">
                  <a:solidFill>
                    <a:schemeClr val="tx1"/>
                  </a:solidFill>
                  <a:latin typeface="Arial" panose="020B0604020202020204" pitchFamily="34" charset="0"/>
                </a:defRPr>
              </a:lvl5pPr>
              <a:lvl6pPr marL="1882775"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339975"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797175"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254375"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lvl="1" eaLnBrk="1" hangingPunct="1">
                <a:buFont typeface="Arial" panose="020B0604020202020204" pitchFamily="34" charset="0"/>
                <a:buNone/>
              </a:pPr>
              <a:r>
                <a:rPr lang="en-US" sz="1800">
                  <a:latin typeface="Courier New" panose="02070309020205020404" pitchFamily="49" charset="0"/>
                </a:rPr>
                <a:t>AND</a:t>
              </a:r>
            </a:p>
          </p:txBody>
        </p:sp>
        <p:sp>
          <p:nvSpPr>
            <p:cNvPr id="332810" name="Rectangle 10"/>
            <p:cNvSpPr>
              <a:spLocks noChangeArrowheads="1"/>
            </p:cNvSpPr>
            <p:nvPr/>
          </p:nvSpPr>
          <p:spPr bwMode="gray">
            <a:xfrm>
              <a:off x="2438471" y="1688300"/>
              <a:ext cx="3081338" cy="273844"/>
            </a:xfrm>
            <a:prstGeom prst="rect">
              <a:avLst/>
            </a:prstGeom>
            <a:solidFill>
              <a:schemeClr val="accent2"/>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0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2pPr>
              <a:lvl3pPr marL="685800" defTabSz="228600">
                <a:spcBef>
                  <a:spcPct val="20000"/>
                </a:spcBef>
                <a:buClr>
                  <a:srgbClr val="FF0000"/>
                </a:buClr>
                <a:buFont typeface="Arial" panose="020B0604020202020204" pitchFamily="34" charset="0"/>
                <a:buChar char="–"/>
                <a:defRPr>
                  <a:solidFill>
                    <a:schemeClr val="tx1"/>
                  </a:solidFill>
                  <a:latin typeface="Arial" panose="020B0604020202020204" pitchFamily="34" charset="0"/>
                </a:defRPr>
              </a:lvl3pPr>
              <a:lvl4pPr marL="1143000" defTabSz="228600">
                <a:spcBef>
                  <a:spcPct val="20000"/>
                </a:spcBef>
                <a:buClr>
                  <a:schemeClr val="accent2"/>
                </a:buClr>
                <a:buSzPct val="45000"/>
                <a:buFont typeface="Arial" panose="020B0604020202020204" pitchFamily="34" charset="0"/>
                <a:buChar char="—"/>
                <a:defRPr sz="1600">
                  <a:solidFill>
                    <a:schemeClr val="tx1"/>
                  </a:solidFill>
                  <a:latin typeface="Arial" panose="020B0604020202020204" pitchFamily="34" charset="0"/>
                </a:defRPr>
              </a:lvl4pPr>
              <a:lvl5pPr marL="1257300" defTabSz="228600">
                <a:spcBef>
                  <a:spcPct val="20000"/>
                </a:spcBef>
                <a:buClr>
                  <a:schemeClr val="accent2"/>
                </a:buClr>
                <a:buSzPct val="55000"/>
                <a:buFont typeface="Arial" panose="020B0604020202020204" pitchFamily="34" charset="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eaLnBrk="1" hangingPunct="1"/>
              <a:r>
                <a:rPr lang="en-US" sz="1800">
                  <a:solidFill>
                    <a:schemeClr val="bg1"/>
                  </a:solidFill>
                </a:rPr>
                <a:t>Meaning</a:t>
              </a:r>
            </a:p>
          </p:txBody>
        </p:sp>
        <p:sp>
          <p:nvSpPr>
            <p:cNvPr id="332811" name="Rectangle 11"/>
            <p:cNvSpPr>
              <a:spLocks noChangeArrowheads="1"/>
            </p:cNvSpPr>
            <p:nvPr/>
          </p:nvSpPr>
          <p:spPr bwMode="gray">
            <a:xfrm>
              <a:off x="1481208" y="1688300"/>
              <a:ext cx="957263" cy="273844"/>
            </a:xfrm>
            <a:prstGeom prst="rect">
              <a:avLst/>
            </a:prstGeom>
            <a:solidFill>
              <a:schemeClr val="accent2"/>
            </a:solidFill>
            <a:ln>
              <a:noFill/>
            </a:ln>
            <a:effectLst/>
            <a:extLst>
              <a:ext uri="{91240B29-F687-4F45-9708-019B960494DF}">
                <a14:hiddenLine xmlns:a14="http://schemas.microsoft.com/office/drawing/2010/main" w="28575">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228600">
                <a:spcBef>
                  <a:spcPct val="20000"/>
                </a:spcBef>
                <a:buClr>
                  <a:srgbClr val="000000"/>
                </a:buClr>
                <a:buFont typeface="Arial" panose="020B0604020202020204" pitchFamily="34" charset="0"/>
                <a:defRPr sz="2000">
                  <a:solidFill>
                    <a:schemeClr val="tx1"/>
                  </a:solidFill>
                  <a:latin typeface="Arial" panose="020B0604020202020204" pitchFamily="34" charset="0"/>
                </a:defRPr>
              </a:lvl1pPr>
              <a:lvl2pPr marL="114300" defTabSz="228600">
                <a:spcBef>
                  <a:spcPct val="20000"/>
                </a:spcBef>
                <a:buClr>
                  <a:srgbClr val="FF0000"/>
                </a:buClr>
                <a:buFont typeface="Arial" panose="020B0604020202020204" pitchFamily="34" charset="0"/>
                <a:buChar char="•"/>
                <a:defRPr sz="2000">
                  <a:solidFill>
                    <a:schemeClr val="tx1"/>
                  </a:solidFill>
                  <a:latin typeface="Arial" panose="020B0604020202020204" pitchFamily="34" charset="0"/>
                </a:defRPr>
              </a:lvl2pPr>
              <a:lvl3pPr marL="685800" defTabSz="228600">
                <a:spcBef>
                  <a:spcPct val="20000"/>
                </a:spcBef>
                <a:buClr>
                  <a:srgbClr val="FF0000"/>
                </a:buClr>
                <a:buFont typeface="Arial" panose="020B0604020202020204" pitchFamily="34" charset="0"/>
                <a:buChar char="–"/>
                <a:defRPr>
                  <a:solidFill>
                    <a:schemeClr val="tx1"/>
                  </a:solidFill>
                  <a:latin typeface="Arial" panose="020B0604020202020204" pitchFamily="34" charset="0"/>
                </a:defRPr>
              </a:lvl3pPr>
              <a:lvl4pPr marL="1143000" defTabSz="228600">
                <a:spcBef>
                  <a:spcPct val="20000"/>
                </a:spcBef>
                <a:buClr>
                  <a:schemeClr val="accent2"/>
                </a:buClr>
                <a:buSzPct val="45000"/>
                <a:buFont typeface="Arial" panose="020B0604020202020204" pitchFamily="34" charset="0"/>
                <a:buChar char="—"/>
                <a:defRPr sz="1600">
                  <a:solidFill>
                    <a:schemeClr val="tx1"/>
                  </a:solidFill>
                  <a:latin typeface="Arial" panose="020B0604020202020204" pitchFamily="34" charset="0"/>
                </a:defRPr>
              </a:lvl4pPr>
              <a:lvl5pPr marL="1257300" defTabSz="228600">
                <a:spcBef>
                  <a:spcPct val="20000"/>
                </a:spcBef>
                <a:buClr>
                  <a:schemeClr val="accent2"/>
                </a:buClr>
                <a:buSzPct val="55000"/>
                <a:buFont typeface="Arial" panose="020B0604020202020204" pitchFamily="34" charset="0"/>
                <a:buChar char="—"/>
                <a:defRPr sz="1400">
                  <a:solidFill>
                    <a:schemeClr val="tx1"/>
                  </a:solidFill>
                  <a:latin typeface="Arial" panose="020B0604020202020204" pitchFamily="34" charset="0"/>
                </a:defRPr>
              </a:lvl5pPr>
              <a:lvl6pPr marL="17145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6pPr>
              <a:lvl7pPr marL="21717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7pPr>
              <a:lvl8pPr marL="26289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8pPr>
              <a:lvl9pPr marL="3086100" defTabSz="228600" fontAlgn="base">
                <a:spcBef>
                  <a:spcPct val="20000"/>
                </a:spcBef>
                <a:spcAft>
                  <a:spcPct val="0"/>
                </a:spcAft>
                <a:buClr>
                  <a:schemeClr val="accent2"/>
                </a:buClr>
                <a:buSzPct val="55000"/>
                <a:buFont typeface="Arial" panose="020B0604020202020204" pitchFamily="34" charset="0"/>
                <a:buChar char="—"/>
                <a:defRPr sz="1400">
                  <a:solidFill>
                    <a:schemeClr val="tx1"/>
                  </a:solidFill>
                  <a:latin typeface="Arial" panose="020B0604020202020204" pitchFamily="34" charset="0"/>
                </a:defRPr>
              </a:lvl9pPr>
            </a:lstStyle>
            <a:p>
              <a:pPr eaLnBrk="1" hangingPunct="1"/>
              <a:r>
                <a:rPr lang="en-US" sz="1800">
                  <a:solidFill>
                    <a:schemeClr val="bg1"/>
                  </a:solidFill>
                </a:rPr>
                <a:t>Operator</a:t>
              </a:r>
            </a:p>
          </p:txBody>
        </p:sp>
        <p:sp>
          <p:nvSpPr>
            <p:cNvPr id="332812" name="Line 12"/>
            <p:cNvSpPr>
              <a:spLocks noChangeShapeType="1"/>
            </p:cNvSpPr>
            <p:nvPr/>
          </p:nvSpPr>
          <p:spPr bwMode="blackWhite">
            <a:xfrm>
              <a:off x="1481209" y="1962144"/>
              <a:ext cx="4038600" cy="0"/>
            </a:xfrm>
            <a:prstGeom prst="line">
              <a:avLst/>
            </a:prstGeom>
            <a:noFill/>
            <a:ln w="5715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2813" name="Line 13"/>
            <p:cNvSpPr>
              <a:spLocks noChangeShapeType="1"/>
            </p:cNvSpPr>
            <p:nvPr/>
          </p:nvSpPr>
          <p:spPr bwMode="blackWhite">
            <a:xfrm>
              <a:off x="1481209" y="2441965"/>
              <a:ext cx="40386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2814" name="Line 14"/>
            <p:cNvSpPr>
              <a:spLocks noChangeShapeType="1"/>
            </p:cNvSpPr>
            <p:nvPr/>
          </p:nvSpPr>
          <p:spPr bwMode="blackWhite">
            <a:xfrm>
              <a:off x="1481209" y="2921788"/>
              <a:ext cx="40386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2815" name="Line 15"/>
            <p:cNvSpPr>
              <a:spLocks noChangeShapeType="1"/>
            </p:cNvSpPr>
            <p:nvPr/>
          </p:nvSpPr>
          <p:spPr bwMode="blackWhite">
            <a:xfrm>
              <a:off x="1481209" y="3442090"/>
              <a:ext cx="4038600"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2816" name="Line 16"/>
            <p:cNvSpPr>
              <a:spLocks noChangeShapeType="1"/>
            </p:cNvSpPr>
            <p:nvPr/>
          </p:nvSpPr>
          <p:spPr bwMode="blackWhite">
            <a:xfrm>
              <a:off x="1481209" y="1688300"/>
              <a:ext cx="0" cy="273844"/>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2817" name="Line 17"/>
            <p:cNvSpPr>
              <a:spLocks noChangeShapeType="1"/>
            </p:cNvSpPr>
            <p:nvPr/>
          </p:nvSpPr>
          <p:spPr bwMode="blackWhite">
            <a:xfrm>
              <a:off x="2438471" y="1688301"/>
              <a:ext cx="0" cy="175379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2818" name="Line 18"/>
            <p:cNvSpPr>
              <a:spLocks noChangeShapeType="1"/>
            </p:cNvSpPr>
            <p:nvPr/>
          </p:nvSpPr>
          <p:spPr bwMode="blackWhite">
            <a:xfrm>
              <a:off x="5519809" y="1688300"/>
              <a:ext cx="0" cy="273844"/>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2819" name="Line 19"/>
            <p:cNvSpPr>
              <a:spLocks noChangeShapeType="1"/>
            </p:cNvSpPr>
            <p:nvPr/>
          </p:nvSpPr>
          <p:spPr bwMode="blackWhite">
            <a:xfrm>
              <a:off x="1481209" y="1688300"/>
              <a:ext cx="4038600" cy="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2820" name="Line 20"/>
            <p:cNvSpPr>
              <a:spLocks noChangeShapeType="1"/>
            </p:cNvSpPr>
            <p:nvPr/>
          </p:nvSpPr>
          <p:spPr bwMode="blackWhite">
            <a:xfrm>
              <a:off x="1481209" y="1962144"/>
              <a:ext cx="0" cy="1479947"/>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2821" name="Line 21"/>
            <p:cNvSpPr>
              <a:spLocks noChangeShapeType="1"/>
            </p:cNvSpPr>
            <p:nvPr/>
          </p:nvSpPr>
          <p:spPr bwMode="blackWhite">
            <a:xfrm>
              <a:off x="5519809" y="1962144"/>
              <a:ext cx="0" cy="1479947"/>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2828915347"/>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7" name="Rectangle 9"/>
          <p:cNvSpPr>
            <a:spLocks noGrp="1" noChangeArrowheads="1"/>
          </p:cNvSpPr>
          <p:nvPr>
            <p:ph type="title"/>
          </p:nvPr>
        </p:nvSpPr>
        <p:spPr/>
        <p:txBody>
          <a:bodyPr/>
          <a:lstStyle/>
          <a:p>
            <a:r>
              <a:rPr lang="en-US"/>
              <a:t>Using the </a:t>
            </a:r>
            <a:r>
              <a:rPr lang="en-US">
                <a:latin typeface="Courier New" panose="02070309020205020404" pitchFamily="49" charset="0"/>
              </a:rPr>
              <a:t>AND</a:t>
            </a:r>
            <a:r>
              <a:rPr lang="en-US"/>
              <a:t> Operator</a:t>
            </a:r>
          </a:p>
        </p:txBody>
      </p:sp>
      <p:sp>
        <p:nvSpPr>
          <p:cNvPr id="334858" name="Rectangle 10"/>
          <p:cNvSpPr>
            <a:spLocks noGrp="1" noChangeArrowheads="1"/>
          </p:cNvSpPr>
          <p:nvPr>
            <p:ph type="body" idx="1"/>
          </p:nvPr>
        </p:nvSpPr>
        <p:spPr>
          <a:xfrm>
            <a:off x="1600200" y="1087041"/>
            <a:ext cx="5938838" cy="270272"/>
          </a:xfrm>
        </p:spPr>
        <p:txBody>
          <a:bodyPr/>
          <a:lstStyle/>
          <a:p>
            <a:r>
              <a:rPr lang="en-US">
                <a:latin typeface="Courier New" panose="02070309020205020404" pitchFamily="49" charset="0"/>
              </a:rPr>
              <a:t>AND</a:t>
            </a:r>
            <a:r>
              <a:rPr lang="en-US"/>
              <a:t> requires both the component conditions to be true:</a:t>
            </a:r>
          </a:p>
        </p:txBody>
      </p:sp>
      <p:grpSp>
        <p:nvGrpSpPr>
          <p:cNvPr id="2" name="Group 1"/>
          <p:cNvGrpSpPr/>
          <p:nvPr/>
        </p:nvGrpSpPr>
        <p:grpSpPr>
          <a:xfrm>
            <a:off x="944374" y="1943100"/>
            <a:ext cx="7079037" cy="2870947"/>
            <a:chOff x="944375" y="1943100"/>
            <a:chExt cx="5454254" cy="1920479"/>
          </a:xfrm>
        </p:grpSpPr>
        <p:sp>
          <p:nvSpPr>
            <p:cNvPr id="334850" name="Rectangle 2"/>
            <p:cNvSpPr>
              <a:spLocks noChangeArrowheads="1"/>
            </p:cNvSpPr>
            <p:nvPr/>
          </p:nvSpPr>
          <p:spPr bwMode="blackGray">
            <a:xfrm>
              <a:off x="944375" y="1943100"/>
              <a:ext cx="5454254" cy="953691"/>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69056" tIns="34529" rIns="69056" bIns="34529" anchor="ctr"/>
            <a:lstStyle>
              <a:lvl1pPr>
                <a:tabLst>
                  <a:tab pos="1200150" algn="l"/>
                </a:tabLst>
                <a:defRPr sz="2400">
                  <a:solidFill>
                    <a:schemeClr val="tx1"/>
                  </a:solidFill>
                  <a:latin typeface="Times New Roman" panose="02020603050405020304" pitchFamily="18" charset="0"/>
                </a:defRPr>
              </a:lvl1pPr>
              <a:lvl2pPr>
                <a:tabLst>
                  <a:tab pos="1200150" algn="l"/>
                </a:tabLst>
                <a:defRPr sz="2400">
                  <a:solidFill>
                    <a:schemeClr val="tx1"/>
                  </a:solidFill>
                  <a:latin typeface="Times New Roman" panose="02020603050405020304" pitchFamily="18" charset="0"/>
                </a:defRPr>
              </a:lvl2pPr>
              <a:lvl3pPr>
                <a:tabLst>
                  <a:tab pos="1200150" algn="l"/>
                </a:tabLst>
                <a:defRPr sz="2400">
                  <a:solidFill>
                    <a:schemeClr val="tx1"/>
                  </a:solidFill>
                  <a:latin typeface="Times New Roman" panose="02020603050405020304" pitchFamily="18" charset="0"/>
                </a:defRPr>
              </a:lvl3pPr>
              <a:lvl4pPr>
                <a:tabLst>
                  <a:tab pos="1200150" algn="l"/>
                </a:tabLst>
                <a:defRPr sz="2400">
                  <a:solidFill>
                    <a:schemeClr val="tx1"/>
                  </a:solidFill>
                  <a:latin typeface="Times New Roman" panose="02020603050405020304" pitchFamily="18" charset="0"/>
                </a:defRPr>
              </a:lvl4pPr>
              <a:lvl5pPr>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r>
                <a:rPr lang="en-US" sz="1350">
                  <a:solidFill>
                    <a:srgbClr val="000000"/>
                  </a:solidFill>
                  <a:latin typeface="Courier New" panose="02070309020205020404" pitchFamily="49" charset="0"/>
                </a:rPr>
                <a:t>SELECT </a:t>
              </a:r>
              <a:r>
                <a:rPr lang="en-US" sz="1350" err="1">
                  <a:solidFill>
                    <a:srgbClr val="000000"/>
                  </a:solidFill>
                  <a:latin typeface="Courier New" panose="02070309020205020404" pitchFamily="49" charset="0"/>
                </a:rPr>
                <a:t>employee_id</a:t>
              </a:r>
              <a:r>
                <a:rPr lang="en-US" sz="1350">
                  <a:solidFill>
                    <a:srgbClr val="000000"/>
                  </a:solidFill>
                  <a:latin typeface="Courier New" panose="02070309020205020404" pitchFamily="49" charset="0"/>
                </a:rPr>
                <a:t>, </a:t>
              </a:r>
              <a:r>
                <a:rPr lang="en-US" sz="1350" err="1">
                  <a:solidFill>
                    <a:srgbClr val="000000"/>
                  </a:solidFill>
                  <a:latin typeface="Courier New" panose="02070309020205020404" pitchFamily="49" charset="0"/>
                </a:rPr>
                <a:t>last_name</a:t>
              </a:r>
              <a:r>
                <a:rPr lang="en-US" sz="1350">
                  <a:solidFill>
                    <a:srgbClr val="000000"/>
                  </a:solidFill>
                  <a:latin typeface="Courier New" panose="02070309020205020404" pitchFamily="49" charset="0"/>
                </a:rPr>
                <a:t>, </a:t>
              </a:r>
              <a:r>
                <a:rPr lang="en-US" sz="1350" err="1">
                  <a:solidFill>
                    <a:srgbClr val="000000"/>
                  </a:solidFill>
                  <a:latin typeface="Courier New" panose="02070309020205020404" pitchFamily="49" charset="0"/>
                </a:rPr>
                <a:t>job_id</a:t>
              </a:r>
              <a:r>
                <a:rPr lang="en-US" sz="1350">
                  <a:solidFill>
                    <a:srgbClr val="000000"/>
                  </a:solidFill>
                  <a:latin typeface="Courier New" panose="02070309020205020404" pitchFamily="49" charset="0"/>
                </a:rPr>
                <a:t>, salary</a:t>
              </a:r>
            </a:p>
            <a:p>
              <a:r>
                <a:rPr lang="en-US" sz="1350">
                  <a:solidFill>
                    <a:srgbClr val="000000"/>
                  </a:solidFill>
                  <a:latin typeface="Courier New" panose="02070309020205020404" pitchFamily="49" charset="0"/>
                </a:rPr>
                <a:t>FROM   employees</a:t>
              </a:r>
            </a:p>
            <a:p>
              <a:r>
                <a:rPr lang="en-US" sz="1350">
                  <a:solidFill>
                    <a:srgbClr val="000000"/>
                  </a:solidFill>
                  <a:latin typeface="Courier New" panose="02070309020205020404" pitchFamily="49" charset="0"/>
                </a:rPr>
                <a:t>WHERE  salary &gt;= 10000</a:t>
              </a:r>
            </a:p>
            <a:p>
              <a:r>
                <a:rPr lang="en-US" sz="1350">
                  <a:solidFill>
                    <a:srgbClr val="000000"/>
                  </a:solidFill>
                  <a:latin typeface="Courier New" panose="02070309020205020404" pitchFamily="49" charset="0"/>
                </a:rPr>
                <a:t>AND    </a:t>
              </a:r>
              <a:r>
                <a:rPr lang="en-US" sz="1350" err="1">
                  <a:solidFill>
                    <a:srgbClr val="000000"/>
                  </a:solidFill>
                  <a:latin typeface="Courier New" panose="02070309020205020404" pitchFamily="49" charset="0"/>
                </a:rPr>
                <a:t>job_id</a:t>
              </a:r>
              <a:r>
                <a:rPr lang="en-US" sz="1350">
                  <a:solidFill>
                    <a:srgbClr val="000000"/>
                  </a:solidFill>
                  <a:latin typeface="Courier New" panose="02070309020205020404" pitchFamily="49" charset="0"/>
                </a:rPr>
                <a:t> LIKE '%MAN%' ;</a:t>
              </a:r>
            </a:p>
          </p:txBody>
        </p:sp>
        <p:sp>
          <p:nvSpPr>
            <p:cNvPr id="334853" name="Rectangle 5"/>
            <p:cNvSpPr>
              <a:spLocks noChangeArrowheads="1"/>
            </p:cNvSpPr>
            <p:nvPr/>
          </p:nvSpPr>
          <p:spPr bwMode="gray">
            <a:xfrm>
              <a:off x="1449676" y="2386941"/>
              <a:ext cx="1996679" cy="419100"/>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p>
              <a:endParaRPr lang="en-US" sz="1050"/>
            </a:p>
          </p:txBody>
        </p:sp>
        <p:pic>
          <p:nvPicPr>
            <p:cNvPr id="334859" name="Picture 11" descr="C:\project-SQLFund1\images\img-02-15.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2054038" y="3263504"/>
              <a:ext cx="3198019" cy="60007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027195079"/>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898" name="Rectangle 2"/>
          <p:cNvSpPr>
            <a:spLocks noChangeArrowheads="1"/>
          </p:cNvSpPr>
          <p:nvPr/>
        </p:nvSpPr>
        <p:spPr bwMode="blackGray">
          <a:xfrm>
            <a:off x="1796023" y="2104465"/>
            <a:ext cx="5454254" cy="953691"/>
          </a:xfrm>
          <a:prstGeom prst="rect">
            <a:avLst/>
          </a:prstGeom>
          <a:solidFill>
            <a:schemeClr val="accent1"/>
          </a:solidFill>
          <a:ln w="28575">
            <a:solidFill>
              <a:srgbClr val="000000"/>
            </a:solidFill>
            <a:miter lim="800000"/>
            <a:headEnd/>
            <a:tailEnd/>
          </a:ln>
          <a:effectLst/>
          <a:extLst>
            <a:ext uri="{AF507438-7753-43E0-B8FC-AC1667EBCBE1}">
              <a14:hiddenEffects xmlns:a14="http://schemas.microsoft.com/office/drawing/2010/main">
                <a:effectLst>
                  <a:outerShdw dist="89803" dir="2700000" algn="ctr" rotWithShape="0">
                    <a:srgbClr val="000000"/>
                  </a:outerShdw>
                </a:effectLst>
              </a14:hiddenEffects>
            </a:ext>
          </a:extLst>
        </p:spPr>
        <p:txBody>
          <a:bodyPr wrap="none" lIns="69056" tIns="34529" rIns="69056" bIns="34529" anchor="ctr"/>
          <a:lstStyle>
            <a:lvl1pPr>
              <a:tabLst>
                <a:tab pos="1200150" algn="l"/>
              </a:tabLst>
              <a:defRPr sz="2400">
                <a:solidFill>
                  <a:schemeClr val="tx1"/>
                </a:solidFill>
                <a:latin typeface="Times New Roman" panose="02020603050405020304" pitchFamily="18" charset="0"/>
              </a:defRPr>
            </a:lvl1pPr>
            <a:lvl2pPr>
              <a:tabLst>
                <a:tab pos="1200150" algn="l"/>
              </a:tabLst>
              <a:defRPr sz="2400">
                <a:solidFill>
                  <a:schemeClr val="tx1"/>
                </a:solidFill>
                <a:latin typeface="Times New Roman" panose="02020603050405020304" pitchFamily="18" charset="0"/>
              </a:defRPr>
            </a:lvl2pPr>
            <a:lvl3pPr>
              <a:tabLst>
                <a:tab pos="1200150" algn="l"/>
              </a:tabLst>
              <a:defRPr sz="2400">
                <a:solidFill>
                  <a:schemeClr val="tx1"/>
                </a:solidFill>
                <a:latin typeface="Times New Roman" panose="02020603050405020304" pitchFamily="18" charset="0"/>
              </a:defRPr>
            </a:lvl3pPr>
            <a:lvl4pPr>
              <a:tabLst>
                <a:tab pos="1200150" algn="l"/>
              </a:tabLst>
              <a:defRPr sz="2400">
                <a:solidFill>
                  <a:schemeClr val="tx1"/>
                </a:solidFill>
                <a:latin typeface="Times New Roman" panose="02020603050405020304" pitchFamily="18" charset="0"/>
              </a:defRPr>
            </a:lvl4pPr>
            <a:lvl5pPr>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r>
              <a:rPr lang="en-US" sz="1350" dirty="0">
                <a:solidFill>
                  <a:srgbClr val="000000"/>
                </a:solidFill>
                <a:latin typeface="Courier New" panose="02070309020205020404" pitchFamily="49" charset="0"/>
              </a:rPr>
              <a:t>SELECT </a:t>
            </a:r>
            <a:r>
              <a:rPr lang="en-US" sz="1350" dirty="0" err="1">
                <a:solidFill>
                  <a:srgbClr val="000000"/>
                </a:solidFill>
                <a:latin typeface="Courier New" panose="02070309020205020404" pitchFamily="49" charset="0"/>
              </a:rPr>
              <a:t>employee_id</a:t>
            </a:r>
            <a:r>
              <a:rPr lang="en-US" sz="1350" dirty="0">
                <a:solidFill>
                  <a:srgbClr val="000000"/>
                </a:solidFill>
                <a:latin typeface="Courier New" panose="02070309020205020404" pitchFamily="49" charset="0"/>
              </a:rPr>
              <a:t>, </a:t>
            </a:r>
            <a:r>
              <a:rPr lang="en-US" sz="1350" dirty="0" err="1">
                <a:solidFill>
                  <a:srgbClr val="000000"/>
                </a:solidFill>
                <a:latin typeface="Courier New" panose="02070309020205020404" pitchFamily="49" charset="0"/>
              </a:rPr>
              <a:t>last_name</a:t>
            </a:r>
            <a:r>
              <a:rPr lang="en-US" sz="1350" dirty="0">
                <a:solidFill>
                  <a:srgbClr val="000000"/>
                </a:solidFill>
                <a:latin typeface="Courier New" panose="02070309020205020404" pitchFamily="49" charset="0"/>
              </a:rPr>
              <a:t>, </a:t>
            </a:r>
            <a:r>
              <a:rPr lang="en-US" sz="1350" dirty="0" err="1">
                <a:solidFill>
                  <a:srgbClr val="000000"/>
                </a:solidFill>
                <a:latin typeface="Courier New" panose="02070309020205020404" pitchFamily="49" charset="0"/>
              </a:rPr>
              <a:t>job_id</a:t>
            </a:r>
            <a:r>
              <a:rPr lang="en-US" sz="1350" dirty="0">
                <a:solidFill>
                  <a:srgbClr val="000000"/>
                </a:solidFill>
                <a:latin typeface="Courier New" panose="02070309020205020404" pitchFamily="49" charset="0"/>
              </a:rPr>
              <a:t>, salary</a:t>
            </a:r>
          </a:p>
          <a:p>
            <a:r>
              <a:rPr lang="en-US" sz="1350" dirty="0">
                <a:solidFill>
                  <a:srgbClr val="000000"/>
                </a:solidFill>
                <a:latin typeface="Courier New" panose="02070309020205020404" pitchFamily="49" charset="0"/>
              </a:rPr>
              <a:t>FROM   employees</a:t>
            </a:r>
          </a:p>
          <a:p>
            <a:r>
              <a:rPr lang="en-US" sz="1350" dirty="0">
                <a:solidFill>
                  <a:srgbClr val="000000"/>
                </a:solidFill>
                <a:latin typeface="Courier New" panose="02070309020205020404" pitchFamily="49" charset="0"/>
              </a:rPr>
              <a:t>WHERE  salary &gt;= 10000</a:t>
            </a:r>
          </a:p>
          <a:p>
            <a:r>
              <a:rPr lang="en-US" sz="1350" dirty="0">
                <a:solidFill>
                  <a:srgbClr val="000000"/>
                </a:solidFill>
                <a:latin typeface="Courier New" panose="02070309020205020404" pitchFamily="49" charset="0"/>
              </a:rPr>
              <a:t>OR     </a:t>
            </a:r>
            <a:r>
              <a:rPr lang="en-US" sz="1350" dirty="0" err="1">
                <a:solidFill>
                  <a:srgbClr val="000000"/>
                </a:solidFill>
                <a:latin typeface="Courier New" panose="02070309020205020404" pitchFamily="49" charset="0"/>
              </a:rPr>
              <a:t>job_id</a:t>
            </a:r>
            <a:r>
              <a:rPr lang="en-US" sz="1350" dirty="0">
                <a:solidFill>
                  <a:srgbClr val="000000"/>
                </a:solidFill>
                <a:latin typeface="Courier New" panose="02070309020205020404" pitchFamily="49" charset="0"/>
              </a:rPr>
              <a:t> LIKE '%MAN%' ;</a:t>
            </a:r>
          </a:p>
        </p:txBody>
      </p:sp>
      <p:sp>
        <p:nvSpPr>
          <p:cNvPr id="336905" name="Rectangle 9"/>
          <p:cNvSpPr>
            <a:spLocks noGrp="1" noChangeArrowheads="1"/>
          </p:cNvSpPr>
          <p:nvPr>
            <p:ph type="title"/>
          </p:nvPr>
        </p:nvSpPr>
        <p:spPr/>
        <p:txBody>
          <a:bodyPr/>
          <a:lstStyle/>
          <a:p>
            <a:r>
              <a:rPr lang="en-US"/>
              <a:t>Using the </a:t>
            </a:r>
            <a:r>
              <a:rPr lang="en-US">
                <a:latin typeface="Courier New" panose="02070309020205020404" pitchFamily="49" charset="0"/>
              </a:rPr>
              <a:t>OR</a:t>
            </a:r>
            <a:r>
              <a:rPr lang="en-US"/>
              <a:t> Operator</a:t>
            </a:r>
          </a:p>
        </p:txBody>
      </p:sp>
      <p:sp>
        <p:nvSpPr>
          <p:cNvPr id="336906" name="Rectangle 10"/>
          <p:cNvSpPr>
            <a:spLocks noGrp="1" noChangeArrowheads="1"/>
          </p:cNvSpPr>
          <p:nvPr>
            <p:ph type="body" idx="1"/>
          </p:nvPr>
        </p:nvSpPr>
        <p:spPr>
          <a:xfrm>
            <a:off x="1600200" y="1087041"/>
            <a:ext cx="5938838" cy="270272"/>
          </a:xfrm>
        </p:spPr>
        <p:txBody>
          <a:bodyPr/>
          <a:lstStyle/>
          <a:p>
            <a:r>
              <a:rPr lang="en-US">
                <a:latin typeface="Courier New" panose="02070309020205020404" pitchFamily="49" charset="0"/>
              </a:rPr>
              <a:t>OR</a:t>
            </a:r>
            <a:r>
              <a:rPr lang="en-US"/>
              <a:t> requires either component condition to be true:</a:t>
            </a:r>
          </a:p>
        </p:txBody>
      </p:sp>
      <p:sp>
        <p:nvSpPr>
          <p:cNvPr id="336901" name="Rectangle 5"/>
          <p:cNvSpPr>
            <a:spLocks noChangeArrowheads="1"/>
          </p:cNvSpPr>
          <p:nvPr/>
        </p:nvSpPr>
        <p:spPr bwMode="gray">
          <a:xfrm>
            <a:off x="2523496" y="2587859"/>
            <a:ext cx="2006203" cy="428625"/>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p>
            <a:endParaRPr lang="en-US" sz="1050"/>
          </a:p>
        </p:txBody>
      </p:sp>
      <p:pic>
        <p:nvPicPr>
          <p:cNvPr id="336907" name="Picture 11" descr="C:\project-SQLFund1\images\img-02-16.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gray">
          <a:xfrm>
            <a:off x="2848536" y="3247465"/>
            <a:ext cx="3198019" cy="1628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6814406"/>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BC3D508-1ACE-4523-8D38-1889CBD47806}"/>
              </a:ext>
            </a:extLst>
          </p:cNvPr>
          <p:cNvSpPr>
            <a:spLocks noGrp="1"/>
          </p:cNvSpPr>
          <p:nvPr>
            <p:ph type="title"/>
          </p:nvPr>
        </p:nvSpPr>
        <p:spPr/>
        <p:txBody>
          <a:bodyPr/>
          <a:lstStyle/>
          <a:p>
            <a:r>
              <a:rPr lang="en-US" dirty="0"/>
              <a:t>Quest 3!</a:t>
            </a:r>
          </a:p>
        </p:txBody>
      </p:sp>
      <p:sp>
        <p:nvSpPr>
          <p:cNvPr id="6" name="Text Placeholder 5">
            <a:extLst>
              <a:ext uri="{FF2B5EF4-FFF2-40B4-BE49-F238E27FC236}">
                <a16:creationId xmlns:a16="http://schemas.microsoft.com/office/drawing/2014/main" id="{DA473C2E-FDC9-4D83-95C5-6FDCE307D3DE}"/>
              </a:ext>
            </a:extLst>
          </p:cNvPr>
          <p:cNvSpPr>
            <a:spLocks noGrp="1"/>
          </p:cNvSpPr>
          <p:nvPr>
            <p:ph type="body" idx="1"/>
          </p:nvPr>
        </p:nvSpPr>
        <p:spPr>
          <a:xfrm>
            <a:off x="457200" y="1485004"/>
            <a:ext cx="5640900" cy="2640900"/>
          </a:xfrm>
        </p:spPr>
        <p:txBody>
          <a:bodyPr/>
          <a:lstStyle/>
          <a:p>
            <a:r>
              <a:rPr lang="en-US" dirty="0" err="1"/>
              <a:t>Siapakah</a:t>
            </a:r>
            <a:r>
              <a:rPr lang="en-US" dirty="0"/>
              <a:t> </a:t>
            </a:r>
            <a:r>
              <a:rPr lang="en-US" dirty="0" err="1"/>
              <a:t>pegawai</a:t>
            </a:r>
            <a:r>
              <a:rPr lang="en-US" dirty="0"/>
              <a:t> yang </a:t>
            </a:r>
            <a:r>
              <a:rPr lang="en-US" dirty="0" err="1"/>
              <a:t>tidak</a:t>
            </a:r>
            <a:r>
              <a:rPr lang="en-US" dirty="0"/>
              <a:t> </a:t>
            </a:r>
            <a:r>
              <a:rPr lang="en-US" dirty="0" err="1"/>
              <a:t>mempunyai</a:t>
            </a:r>
            <a:r>
              <a:rPr lang="en-US" dirty="0"/>
              <a:t> manager?</a:t>
            </a:r>
          </a:p>
          <a:p>
            <a:pPr marL="571500" indent="-457200">
              <a:buAutoNum type="alphaLcPeriod"/>
            </a:pPr>
            <a:r>
              <a:rPr lang="en-US" dirty="0"/>
              <a:t>Karen Colmenares</a:t>
            </a:r>
          </a:p>
          <a:p>
            <a:pPr marL="571500" indent="-457200">
              <a:buAutoNum type="alphaLcPeriod"/>
            </a:pPr>
            <a:r>
              <a:rPr lang="en-US" dirty="0"/>
              <a:t>Steven King</a:t>
            </a:r>
          </a:p>
          <a:p>
            <a:pPr marL="571500" indent="-457200">
              <a:buAutoNum type="alphaLcPeriod"/>
            </a:pPr>
            <a:r>
              <a:rPr lang="en-US" dirty="0"/>
              <a:t>Lex De </a:t>
            </a:r>
            <a:r>
              <a:rPr lang="en-US" dirty="0" err="1"/>
              <a:t>Haan</a:t>
            </a:r>
            <a:endParaRPr lang="en-US" dirty="0"/>
          </a:p>
          <a:p>
            <a:pPr marL="571500" indent="-457200">
              <a:buAutoNum type="alphaLcPeriod"/>
            </a:pPr>
            <a:r>
              <a:rPr lang="en-US" dirty="0"/>
              <a:t>Guy </a:t>
            </a:r>
            <a:r>
              <a:rPr lang="en-US" dirty="0" err="1"/>
              <a:t>Himuro</a:t>
            </a:r>
            <a:endParaRPr lang="en-US" dirty="0"/>
          </a:p>
        </p:txBody>
      </p:sp>
      <p:sp>
        <p:nvSpPr>
          <p:cNvPr id="4" name="Slide Number Placeholder 3">
            <a:extLst>
              <a:ext uri="{FF2B5EF4-FFF2-40B4-BE49-F238E27FC236}">
                <a16:creationId xmlns:a16="http://schemas.microsoft.com/office/drawing/2014/main" id="{8E96D24D-BF0E-4521-A42F-A1873672457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36</a:t>
            </a:fld>
            <a:endParaRPr lang="en"/>
          </a:p>
        </p:txBody>
      </p:sp>
    </p:spTree>
    <p:extLst>
      <p:ext uri="{BB962C8B-B14F-4D97-AF65-F5344CB8AC3E}">
        <p14:creationId xmlns:p14="http://schemas.microsoft.com/office/powerpoint/2010/main" val="21559792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9DA95CF-4585-43D3-AEB0-09C7984B35C0}"/>
              </a:ext>
            </a:extLst>
          </p:cNvPr>
          <p:cNvSpPr>
            <a:spLocks noGrp="1"/>
          </p:cNvSpPr>
          <p:nvPr>
            <p:ph type="ctrTitle"/>
          </p:nvPr>
        </p:nvSpPr>
        <p:spPr/>
        <p:txBody>
          <a:bodyPr/>
          <a:lstStyle/>
          <a:p>
            <a:r>
              <a:rPr lang="en-AU"/>
              <a:t>Ordering Data</a:t>
            </a:r>
          </a:p>
        </p:txBody>
      </p:sp>
      <p:sp>
        <p:nvSpPr>
          <p:cNvPr id="6" name="Subtitle 5">
            <a:extLst>
              <a:ext uri="{FF2B5EF4-FFF2-40B4-BE49-F238E27FC236}">
                <a16:creationId xmlns:a16="http://schemas.microsoft.com/office/drawing/2014/main" id="{BCA0F1C3-211D-4843-B98B-44D43640AA5D}"/>
              </a:ext>
            </a:extLst>
          </p:cNvPr>
          <p:cNvSpPr>
            <a:spLocks noGrp="1"/>
          </p:cNvSpPr>
          <p:nvPr>
            <p:ph type="subTitle" idx="1"/>
          </p:nvPr>
        </p:nvSpPr>
        <p:spPr/>
        <p:txBody>
          <a:bodyPr/>
          <a:lstStyle/>
          <a:p>
            <a:r>
              <a:rPr lang="en-AU"/>
              <a:t>ORDER CLAUSE</a:t>
            </a:r>
          </a:p>
        </p:txBody>
      </p:sp>
      <p:sp>
        <p:nvSpPr>
          <p:cNvPr id="4" name="Slide Number Placeholder 3">
            <a:extLst>
              <a:ext uri="{FF2B5EF4-FFF2-40B4-BE49-F238E27FC236}">
                <a16:creationId xmlns:a16="http://schemas.microsoft.com/office/drawing/2014/main" id="{AD6B9CFA-D023-4BA0-8212-A42BD7AE3407}"/>
              </a:ext>
            </a:extLst>
          </p:cNvPr>
          <p:cNvSpPr>
            <a:spLocks noGrp="1"/>
          </p:cNvSpPr>
          <p:nvPr>
            <p:ph type="sldNum" sz="quarter" idx="4294967295"/>
          </p:nvPr>
        </p:nvSpPr>
        <p:spPr>
          <a:xfrm>
            <a:off x="8686800" y="4637088"/>
            <a:ext cx="457200" cy="468312"/>
          </a:xfrm>
        </p:spPr>
        <p:txBody>
          <a:bodyPr/>
          <a:lstStyle/>
          <a:p>
            <a:fld id="{4FAB73BC-B049-4115-A692-8D63A059BFB8}" type="slidenum">
              <a:rPr lang="en-US" smtClean="0"/>
              <a:pPr/>
              <a:t>37</a:t>
            </a:fld>
            <a:endParaRPr lang="en-US"/>
          </a:p>
        </p:txBody>
      </p:sp>
    </p:spTree>
    <p:extLst>
      <p:ext uri="{BB962C8B-B14F-4D97-AF65-F5344CB8AC3E}">
        <p14:creationId xmlns:p14="http://schemas.microsoft.com/office/powerpoint/2010/main" val="31117148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0A082-B05B-2C09-8D81-09F6F29C1429}"/>
            </a:ext>
          </a:extLst>
        </p:cNvPr>
        <p:cNvGrpSpPr/>
        <p:nvPr/>
      </p:nvGrpSpPr>
      <p:grpSpPr>
        <a:xfrm>
          <a:off x="0" y="0"/>
          <a:ext cx="0" cy="0"/>
          <a:chOff x="0" y="0"/>
          <a:chExt cx="0" cy="0"/>
        </a:xfrm>
      </p:grpSpPr>
      <p:sp>
        <p:nvSpPr>
          <p:cNvPr id="318468" name="Rectangle 4">
            <a:extLst>
              <a:ext uri="{FF2B5EF4-FFF2-40B4-BE49-F238E27FC236}">
                <a16:creationId xmlns:a16="http://schemas.microsoft.com/office/drawing/2014/main" id="{FD1B1897-E3BE-0F30-3DA1-A33D07A0F9AC}"/>
              </a:ext>
            </a:extLst>
          </p:cNvPr>
          <p:cNvSpPr>
            <a:spLocks noGrp="1" noChangeArrowheads="1"/>
          </p:cNvSpPr>
          <p:nvPr>
            <p:ph type="title"/>
          </p:nvPr>
        </p:nvSpPr>
        <p:spPr>
          <a:xfrm>
            <a:off x="448275" y="338936"/>
            <a:ext cx="5640900" cy="1082700"/>
          </a:xfrm>
        </p:spPr>
        <p:txBody>
          <a:bodyPr/>
          <a:lstStyle/>
          <a:p>
            <a:r>
              <a:rPr lang="en-US" altLang="en-US" dirty="0"/>
              <a:t>SQL Query Order of  Execution</a:t>
            </a:r>
          </a:p>
        </p:txBody>
      </p:sp>
      <p:sp>
        <p:nvSpPr>
          <p:cNvPr id="11" name="Bent-Up Arrow 10">
            <a:extLst>
              <a:ext uri="{FF2B5EF4-FFF2-40B4-BE49-F238E27FC236}">
                <a16:creationId xmlns:a16="http://schemas.microsoft.com/office/drawing/2014/main" id="{FBE08848-DFFB-BB3F-9B36-FDCEA1F1EAC3}"/>
              </a:ext>
            </a:extLst>
          </p:cNvPr>
          <p:cNvSpPr/>
          <p:nvPr/>
        </p:nvSpPr>
        <p:spPr>
          <a:xfrm rot="5400000">
            <a:off x="1169670" y="1488040"/>
            <a:ext cx="306470" cy="664610"/>
          </a:xfrm>
          <a:prstGeom prst="bentUp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4" name="Rounded Rectangle 3">
            <a:extLst>
              <a:ext uri="{FF2B5EF4-FFF2-40B4-BE49-F238E27FC236}">
                <a16:creationId xmlns:a16="http://schemas.microsoft.com/office/drawing/2014/main" id="{70E6966D-4E1F-CE61-24F6-BD90D8AF407B}"/>
              </a:ext>
            </a:extLst>
          </p:cNvPr>
          <p:cNvSpPr/>
          <p:nvPr/>
        </p:nvSpPr>
        <p:spPr>
          <a:xfrm>
            <a:off x="518160" y="1299680"/>
            <a:ext cx="1463040" cy="3886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Barlow Light" panose="00000400000000000000" pitchFamily="2" charset="0"/>
              </a:rPr>
              <a:t>JOIN + FROM</a:t>
            </a:r>
            <a:endParaRPr lang="en-ID">
              <a:latin typeface="Barlow Light" panose="00000400000000000000" pitchFamily="2" charset="0"/>
            </a:endParaRPr>
          </a:p>
        </p:txBody>
      </p:sp>
      <p:sp>
        <p:nvSpPr>
          <p:cNvPr id="14" name="Bent-Up Arrow 13">
            <a:extLst>
              <a:ext uri="{FF2B5EF4-FFF2-40B4-BE49-F238E27FC236}">
                <a16:creationId xmlns:a16="http://schemas.microsoft.com/office/drawing/2014/main" id="{6470D9F1-B106-FEAA-1DBE-105EDE7A4DCA}"/>
              </a:ext>
            </a:extLst>
          </p:cNvPr>
          <p:cNvSpPr/>
          <p:nvPr/>
        </p:nvSpPr>
        <p:spPr>
          <a:xfrm rot="5400000">
            <a:off x="2310745" y="1967631"/>
            <a:ext cx="306470" cy="664610"/>
          </a:xfrm>
          <a:prstGeom prst="bentUp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5" name="Rounded Rectangle 14">
            <a:extLst>
              <a:ext uri="{FF2B5EF4-FFF2-40B4-BE49-F238E27FC236}">
                <a16:creationId xmlns:a16="http://schemas.microsoft.com/office/drawing/2014/main" id="{0A798340-6A91-5CF8-E017-5B84752492EE}"/>
              </a:ext>
            </a:extLst>
          </p:cNvPr>
          <p:cNvSpPr/>
          <p:nvPr/>
        </p:nvSpPr>
        <p:spPr>
          <a:xfrm>
            <a:off x="1659235" y="1779271"/>
            <a:ext cx="1463040" cy="3886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Barlow Light" panose="00000400000000000000" pitchFamily="2" charset="0"/>
              </a:rPr>
              <a:t>WHERE</a:t>
            </a:r>
            <a:endParaRPr lang="en-ID">
              <a:latin typeface="Barlow Light" panose="00000400000000000000" pitchFamily="2" charset="0"/>
            </a:endParaRPr>
          </a:p>
        </p:txBody>
      </p:sp>
      <p:sp>
        <p:nvSpPr>
          <p:cNvPr id="16" name="Bent-Up Arrow 15">
            <a:extLst>
              <a:ext uri="{FF2B5EF4-FFF2-40B4-BE49-F238E27FC236}">
                <a16:creationId xmlns:a16="http://schemas.microsoft.com/office/drawing/2014/main" id="{6818FDB6-FD72-FDC3-D05E-DC3293C60C6E}"/>
              </a:ext>
            </a:extLst>
          </p:cNvPr>
          <p:cNvSpPr/>
          <p:nvPr/>
        </p:nvSpPr>
        <p:spPr>
          <a:xfrm rot="5400000">
            <a:off x="3447795" y="2443413"/>
            <a:ext cx="306470" cy="664610"/>
          </a:xfrm>
          <a:prstGeom prst="bentUp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7" name="Rounded Rectangle 16">
            <a:extLst>
              <a:ext uri="{FF2B5EF4-FFF2-40B4-BE49-F238E27FC236}">
                <a16:creationId xmlns:a16="http://schemas.microsoft.com/office/drawing/2014/main" id="{117A6207-B6C0-D721-04F0-D9651E4C381A}"/>
              </a:ext>
            </a:extLst>
          </p:cNvPr>
          <p:cNvSpPr/>
          <p:nvPr/>
        </p:nvSpPr>
        <p:spPr>
          <a:xfrm>
            <a:off x="2796285" y="2255053"/>
            <a:ext cx="1463040" cy="3886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Barlow Light" panose="00000400000000000000" pitchFamily="2" charset="0"/>
              </a:rPr>
              <a:t>GROUP BY</a:t>
            </a:r>
            <a:endParaRPr lang="en-ID">
              <a:latin typeface="Barlow Light" panose="00000400000000000000" pitchFamily="2" charset="0"/>
            </a:endParaRPr>
          </a:p>
        </p:txBody>
      </p:sp>
      <p:sp>
        <p:nvSpPr>
          <p:cNvPr id="18" name="Bent-Up Arrow 17">
            <a:extLst>
              <a:ext uri="{FF2B5EF4-FFF2-40B4-BE49-F238E27FC236}">
                <a16:creationId xmlns:a16="http://schemas.microsoft.com/office/drawing/2014/main" id="{3DB9C1B6-3820-747B-114E-6D0507ECFDB4}"/>
              </a:ext>
            </a:extLst>
          </p:cNvPr>
          <p:cNvSpPr/>
          <p:nvPr/>
        </p:nvSpPr>
        <p:spPr>
          <a:xfrm rot="5400000">
            <a:off x="4584845" y="2930626"/>
            <a:ext cx="306470" cy="664610"/>
          </a:xfrm>
          <a:prstGeom prst="bentUp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19" name="Rounded Rectangle 18">
            <a:extLst>
              <a:ext uri="{FF2B5EF4-FFF2-40B4-BE49-F238E27FC236}">
                <a16:creationId xmlns:a16="http://schemas.microsoft.com/office/drawing/2014/main" id="{E4AC5D7F-6F2C-EA11-3E33-CF7551C2A40C}"/>
              </a:ext>
            </a:extLst>
          </p:cNvPr>
          <p:cNvSpPr/>
          <p:nvPr/>
        </p:nvSpPr>
        <p:spPr>
          <a:xfrm>
            <a:off x="3933335" y="2742266"/>
            <a:ext cx="1463040" cy="3886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Barlow Light" panose="00000400000000000000" pitchFamily="2" charset="0"/>
              </a:rPr>
              <a:t>HAVING</a:t>
            </a:r>
            <a:endParaRPr lang="en-ID">
              <a:latin typeface="Barlow Light" panose="00000400000000000000" pitchFamily="2" charset="0"/>
            </a:endParaRPr>
          </a:p>
        </p:txBody>
      </p:sp>
      <p:sp>
        <p:nvSpPr>
          <p:cNvPr id="20" name="Bent-Up Arrow 19">
            <a:extLst>
              <a:ext uri="{FF2B5EF4-FFF2-40B4-BE49-F238E27FC236}">
                <a16:creationId xmlns:a16="http://schemas.microsoft.com/office/drawing/2014/main" id="{BB88F6DB-22E9-8AD5-13D4-8CC7AA8CA33E}"/>
              </a:ext>
            </a:extLst>
          </p:cNvPr>
          <p:cNvSpPr/>
          <p:nvPr/>
        </p:nvSpPr>
        <p:spPr>
          <a:xfrm rot="5400000">
            <a:off x="5721895" y="3417839"/>
            <a:ext cx="306470" cy="664610"/>
          </a:xfrm>
          <a:prstGeom prst="bentUp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1" name="Rounded Rectangle 20">
            <a:extLst>
              <a:ext uri="{FF2B5EF4-FFF2-40B4-BE49-F238E27FC236}">
                <a16:creationId xmlns:a16="http://schemas.microsoft.com/office/drawing/2014/main" id="{AD76A7BB-080B-6AFE-58CC-05129AE04A48}"/>
              </a:ext>
            </a:extLst>
          </p:cNvPr>
          <p:cNvSpPr/>
          <p:nvPr/>
        </p:nvSpPr>
        <p:spPr>
          <a:xfrm>
            <a:off x="5070385" y="3229479"/>
            <a:ext cx="1463040" cy="3886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rlow Light" panose="00000400000000000000" pitchFamily="2" charset="0"/>
              </a:rPr>
              <a:t>SELECT</a:t>
            </a:r>
            <a:endParaRPr lang="en-ID" dirty="0">
              <a:latin typeface="Barlow Light" panose="00000400000000000000" pitchFamily="2" charset="0"/>
            </a:endParaRPr>
          </a:p>
        </p:txBody>
      </p:sp>
      <p:sp>
        <p:nvSpPr>
          <p:cNvPr id="22" name="Bent-Up Arrow 21">
            <a:extLst>
              <a:ext uri="{FF2B5EF4-FFF2-40B4-BE49-F238E27FC236}">
                <a16:creationId xmlns:a16="http://schemas.microsoft.com/office/drawing/2014/main" id="{C1F26062-C29B-4AD1-23F2-2FC372C17CE2}"/>
              </a:ext>
            </a:extLst>
          </p:cNvPr>
          <p:cNvSpPr/>
          <p:nvPr/>
        </p:nvSpPr>
        <p:spPr>
          <a:xfrm rot="5400000">
            <a:off x="6858945" y="3930520"/>
            <a:ext cx="306470" cy="664610"/>
          </a:xfrm>
          <a:prstGeom prst="bentUp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23" name="Rounded Rectangle 22">
            <a:extLst>
              <a:ext uri="{FF2B5EF4-FFF2-40B4-BE49-F238E27FC236}">
                <a16:creationId xmlns:a16="http://schemas.microsoft.com/office/drawing/2014/main" id="{78B13052-3DCD-1721-6602-750119C02D56}"/>
              </a:ext>
            </a:extLst>
          </p:cNvPr>
          <p:cNvSpPr/>
          <p:nvPr/>
        </p:nvSpPr>
        <p:spPr>
          <a:xfrm>
            <a:off x="6207435" y="3742160"/>
            <a:ext cx="1463040" cy="3886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Barlow Light" panose="00000400000000000000" pitchFamily="2" charset="0"/>
              </a:rPr>
              <a:t>ORDER BY</a:t>
            </a:r>
            <a:endParaRPr lang="en-ID" dirty="0">
              <a:latin typeface="Barlow Light" panose="00000400000000000000" pitchFamily="2" charset="0"/>
            </a:endParaRPr>
          </a:p>
        </p:txBody>
      </p:sp>
      <p:sp>
        <p:nvSpPr>
          <p:cNvPr id="25" name="Rounded Rectangle 24">
            <a:extLst>
              <a:ext uri="{FF2B5EF4-FFF2-40B4-BE49-F238E27FC236}">
                <a16:creationId xmlns:a16="http://schemas.microsoft.com/office/drawing/2014/main" id="{66FE9EBF-209C-9E93-3394-F24C9C8202B1}"/>
              </a:ext>
            </a:extLst>
          </p:cNvPr>
          <p:cNvSpPr/>
          <p:nvPr/>
        </p:nvSpPr>
        <p:spPr>
          <a:xfrm>
            <a:off x="7344485" y="4221750"/>
            <a:ext cx="1463040" cy="3886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dirty="0">
                <a:latin typeface="Barlow Light" panose="00000400000000000000" pitchFamily="2" charset="0"/>
              </a:rPr>
              <a:t>TOP</a:t>
            </a:r>
            <a:endParaRPr lang="en-ID" dirty="0">
              <a:latin typeface="Barlow Light" panose="00000400000000000000" pitchFamily="2" charset="0"/>
            </a:endParaRPr>
          </a:p>
        </p:txBody>
      </p:sp>
      <p:sp>
        <p:nvSpPr>
          <p:cNvPr id="26" name="TextBox 25">
            <a:extLst>
              <a:ext uri="{FF2B5EF4-FFF2-40B4-BE49-F238E27FC236}">
                <a16:creationId xmlns:a16="http://schemas.microsoft.com/office/drawing/2014/main" id="{599D5140-8E76-D250-EE25-66BE06803BF5}"/>
              </a:ext>
            </a:extLst>
          </p:cNvPr>
          <p:cNvSpPr txBox="1"/>
          <p:nvPr/>
        </p:nvSpPr>
        <p:spPr>
          <a:xfrm>
            <a:off x="2691165" y="1337560"/>
            <a:ext cx="2695695" cy="261610"/>
          </a:xfrm>
          <a:prstGeom prst="rect">
            <a:avLst/>
          </a:prstGeom>
          <a:noFill/>
        </p:spPr>
        <p:txBody>
          <a:bodyPr wrap="square" rtlCol="0">
            <a:spAutoFit/>
          </a:bodyPr>
          <a:lstStyle/>
          <a:p>
            <a:r>
              <a:rPr lang="en-US" sz="1100" dirty="0">
                <a:latin typeface="Barlow Light" panose="00000400000000000000" pitchFamily="2" charset="0"/>
              </a:rPr>
              <a:t>Chose and join tables to get data</a:t>
            </a:r>
            <a:endParaRPr lang="en-ID" sz="1100" dirty="0">
              <a:latin typeface="Barlow Light" panose="00000400000000000000" pitchFamily="2" charset="0"/>
            </a:endParaRPr>
          </a:p>
        </p:txBody>
      </p:sp>
      <p:sp>
        <p:nvSpPr>
          <p:cNvPr id="27" name="TextBox 26">
            <a:extLst>
              <a:ext uri="{FF2B5EF4-FFF2-40B4-BE49-F238E27FC236}">
                <a16:creationId xmlns:a16="http://schemas.microsoft.com/office/drawing/2014/main" id="{4A075067-7F4F-1439-1580-9B4C2F320037}"/>
              </a:ext>
            </a:extLst>
          </p:cNvPr>
          <p:cNvSpPr txBox="1"/>
          <p:nvPr/>
        </p:nvSpPr>
        <p:spPr>
          <a:xfrm>
            <a:off x="3819515" y="1817016"/>
            <a:ext cx="1369705" cy="261610"/>
          </a:xfrm>
          <a:prstGeom prst="rect">
            <a:avLst/>
          </a:prstGeom>
          <a:noFill/>
        </p:spPr>
        <p:txBody>
          <a:bodyPr wrap="square" rtlCol="0">
            <a:spAutoFit/>
          </a:bodyPr>
          <a:lstStyle/>
          <a:p>
            <a:r>
              <a:rPr lang="en-US" sz="1100" dirty="0">
                <a:latin typeface="Barlow Light" panose="00000400000000000000" pitchFamily="2" charset="0"/>
              </a:rPr>
              <a:t>Filter the data</a:t>
            </a:r>
            <a:endParaRPr lang="en-ID" sz="1100" dirty="0">
              <a:latin typeface="Barlow Light" panose="00000400000000000000" pitchFamily="2" charset="0"/>
            </a:endParaRPr>
          </a:p>
        </p:txBody>
      </p:sp>
      <p:sp>
        <p:nvSpPr>
          <p:cNvPr id="28" name="TextBox 27">
            <a:extLst>
              <a:ext uri="{FF2B5EF4-FFF2-40B4-BE49-F238E27FC236}">
                <a16:creationId xmlns:a16="http://schemas.microsoft.com/office/drawing/2014/main" id="{C404C8AC-5F04-D7D6-609F-D87C63D98C99}"/>
              </a:ext>
            </a:extLst>
          </p:cNvPr>
          <p:cNvSpPr txBox="1"/>
          <p:nvPr/>
        </p:nvSpPr>
        <p:spPr>
          <a:xfrm>
            <a:off x="4910110" y="2322366"/>
            <a:ext cx="1829850" cy="261610"/>
          </a:xfrm>
          <a:prstGeom prst="rect">
            <a:avLst/>
          </a:prstGeom>
          <a:noFill/>
        </p:spPr>
        <p:txBody>
          <a:bodyPr wrap="square" rtlCol="0">
            <a:spAutoFit/>
          </a:bodyPr>
          <a:lstStyle/>
          <a:p>
            <a:r>
              <a:rPr lang="en-US" sz="1100">
                <a:latin typeface="Barlow Light" panose="00000400000000000000" pitchFamily="2" charset="0"/>
              </a:rPr>
              <a:t>Aggregate the base data</a:t>
            </a:r>
            <a:endParaRPr lang="en-ID" sz="1100">
              <a:latin typeface="Barlow Light" panose="00000400000000000000" pitchFamily="2" charset="0"/>
            </a:endParaRPr>
          </a:p>
        </p:txBody>
      </p:sp>
      <p:sp>
        <p:nvSpPr>
          <p:cNvPr id="29" name="TextBox 28">
            <a:extLst>
              <a:ext uri="{FF2B5EF4-FFF2-40B4-BE49-F238E27FC236}">
                <a16:creationId xmlns:a16="http://schemas.microsoft.com/office/drawing/2014/main" id="{B8003054-A8FA-1434-B0F2-1BBA43B1E134}"/>
              </a:ext>
            </a:extLst>
          </p:cNvPr>
          <p:cNvSpPr txBox="1"/>
          <p:nvPr/>
        </p:nvSpPr>
        <p:spPr>
          <a:xfrm>
            <a:off x="6077640" y="2798148"/>
            <a:ext cx="2555820" cy="261610"/>
          </a:xfrm>
          <a:prstGeom prst="rect">
            <a:avLst/>
          </a:prstGeom>
          <a:noFill/>
        </p:spPr>
        <p:txBody>
          <a:bodyPr wrap="square" rtlCol="0">
            <a:spAutoFit/>
          </a:bodyPr>
          <a:lstStyle/>
          <a:p>
            <a:r>
              <a:rPr lang="en-US" sz="1100">
                <a:latin typeface="Barlow Light" panose="00000400000000000000" pitchFamily="2" charset="0"/>
              </a:rPr>
              <a:t>Filter the aggregated data</a:t>
            </a:r>
            <a:endParaRPr lang="en-ID" sz="1100">
              <a:latin typeface="Barlow Light" panose="00000400000000000000" pitchFamily="2" charset="0"/>
            </a:endParaRPr>
          </a:p>
        </p:txBody>
      </p:sp>
      <p:sp>
        <p:nvSpPr>
          <p:cNvPr id="30" name="TextBox 29">
            <a:extLst>
              <a:ext uri="{FF2B5EF4-FFF2-40B4-BE49-F238E27FC236}">
                <a16:creationId xmlns:a16="http://schemas.microsoft.com/office/drawing/2014/main" id="{43D78661-0E9C-BC20-FD49-7EAB356625FA}"/>
              </a:ext>
            </a:extLst>
          </p:cNvPr>
          <p:cNvSpPr txBox="1"/>
          <p:nvPr/>
        </p:nvSpPr>
        <p:spPr>
          <a:xfrm>
            <a:off x="2926080" y="3596909"/>
            <a:ext cx="1325625" cy="261610"/>
          </a:xfrm>
          <a:prstGeom prst="rect">
            <a:avLst/>
          </a:prstGeom>
          <a:noFill/>
        </p:spPr>
        <p:txBody>
          <a:bodyPr wrap="square" rtlCol="0">
            <a:spAutoFit/>
          </a:bodyPr>
          <a:lstStyle/>
          <a:p>
            <a:r>
              <a:rPr lang="en-US" sz="1100">
                <a:latin typeface="Barlow Light" panose="00000400000000000000" pitchFamily="2" charset="0"/>
              </a:rPr>
              <a:t>Returns final data</a:t>
            </a:r>
            <a:endParaRPr lang="en-ID" sz="1100">
              <a:latin typeface="Barlow Light" panose="00000400000000000000" pitchFamily="2" charset="0"/>
            </a:endParaRPr>
          </a:p>
        </p:txBody>
      </p:sp>
      <p:cxnSp>
        <p:nvCxnSpPr>
          <p:cNvPr id="34" name="Straight Connector 33">
            <a:extLst>
              <a:ext uri="{FF2B5EF4-FFF2-40B4-BE49-F238E27FC236}">
                <a16:creationId xmlns:a16="http://schemas.microsoft.com/office/drawing/2014/main" id="{C8733121-7ADA-0321-15A8-5FC95598845C}"/>
              </a:ext>
            </a:extLst>
          </p:cNvPr>
          <p:cNvCxnSpPr>
            <a:endCxn id="26" idx="1"/>
          </p:cNvCxnSpPr>
          <p:nvPr/>
        </p:nvCxnSpPr>
        <p:spPr>
          <a:xfrm>
            <a:off x="1981200" y="1464458"/>
            <a:ext cx="709965" cy="3907"/>
          </a:xfrm>
          <a:prstGeom prst="line">
            <a:avLst/>
          </a:prstGeom>
        </p:spPr>
        <p:style>
          <a:lnRef idx="2">
            <a:schemeClr val="dk1"/>
          </a:lnRef>
          <a:fillRef idx="0">
            <a:schemeClr val="dk1"/>
          </a:fillRef>
          <a:effectRef idx="1">
            <a:schemeClr val="dk1"/>
          </a:effectRef>
          <a:fontRef idx="minor">
            <a:schemeClr val="tx1"/>
          </a:fontRef>
        </p:style>
      </p:cxnSp>
      <p:cxnSp>
        <p:nvCxnSpPr>
          <p:cNvPr id="37" name="Straight Connector 36">
            <a:extLst>
              <a:ext uri="{FF2B5EF4-FFF2-40B4-BE49-F238E27FC236}">
                <a16:creationId xmlns:a16="http://schemas.microsoft.com/office/drawing/2014/main" id="{04D01C45-F670-0D32-C455-FC108F0F5B21}"/>
              </a:ext>
            </a:extLst>
          </p:cNvPr>
          <p:cNvCxnSpPr/>
          <p:nvPr/>
        </p:nvCxnSpPr>
        <p:spPr>
          <a:xfrm>
            <a:off x="3115913" y="1973581"/>
            <a:ext cx="709965" cy="3907"/>
          </a:xfrm>
          <a:prstGeom prst="line">
            <a:avLst/>
          </a:prstGeom>
        </p:spPr>
        <p:style>
          <a:lnRef idx="2">
            <a:schemeClr val="dk1"/>
          </a:lnRef>
          <a:fillRef idx="0">
            <a:schemeClr val="dk1"/>
          </a:fillRef>
          <a:effectRef idx="1">
            <a:schemeClr val="dk1"/>
          </a:effectRef>
          <a:fontRef idx="minor">
            <a:schemeClr val="tx1"/>
          </a:fontRef>
        </p:style>
      </p:cxnSp>
      <p:cxnSp>
        <p:nvCxnSpPr>
          <p:cNvPr id="38" name="Straight Connector 37">
            <a:extLst>
              <a:ext uri="{FF2B5EF4-FFF2-40B4-BE49-F238E27FC236}">
                <a16:creationId xmlns:a16="http://schemas.microsoft.com/office/drawing/2014/main" id="{DCE57558-1041-B9FD-092E-606A8379A622}"/>
              </a:ext>
            </a:extLst>
          </p:cNvPr>
          <p:cNvCxnSpPr/>
          <p:nvPr/>
        </p:nvCxnSpPr>
        <p:spPr>
          <a:xfrm>
            <a:off x="4251705" y="2446056"/>
            <a:ext cx="709965" cy="3907"/>
          </a:xfrm>
          <a:prstGeom prst="line">
            <a:avLst/>
          </a:prstGeom>
        </p:spPr>
        <p:style>
          <a:lnRef idx="2">
            <a:schemeClr val="dk1"/>
          </a:lnRef>
          <a:fillRef idx="0">
            <a:schemeClr val="dk1"/>
          </a:fillRef>
          <a:effectRef idx="1">
            <a:schemeClr val="dk1"/>
          </a:effectRef>
          <a:fontRef idx="minor">
            <a:schemeClr val="tx1"/>
          </a:fontRef>
        </p:style>
      </p:cxnSp>
      <p:cxnSp>
        <p:nvCxnSpPr>
          <p:cNvPr id="39" name="Straight Connector 38">
            <a:extLst>
              <a:ext uri="{FF2B5EF4-FFF2-40B4-BE49-F238E27FC236}">
                <a16:creationId xmlns:a16="http://schemas.microsoft.com/office/drawing/2014/main" id="{13ABDBB4-1D27-E1D1-73FE-3D787078241C}"/>
              </a:ext>
            </a:extLst>
          </p:cNvPr>
          <p:cNvCxnSpPr/>
          <p:nvPr/>
        </p:nvCxnSpPr>
        <p:spPr>
          <a:xfrm>
            <a:off x="5382805" y="2942245"/>
            <a:ext cx="709965" cy="3907"/>
          </a:xfrm>
          <a:prstGeom prst="line">
            <a:avLst/>
          </a:prstGeom>
        </p:spPr>
        <p:style>
          <a:lnRef idx="2">
            <a:schemeClr val="dk1"/>
          </a:lnRef>
          <a:fillRef idx="0">
            <a:schemeClr val="dk1"/>
          </a:fillRef>
          <a:effectRef idx="1">
            <a:schemeClr val="dk1"/>
          </a:effectRef>
          <a:fontRef idx="minor">
            <a:schemeClr val="tx1"/>
          </a:fontRef>
        </p:style>
      </p:cxnSp>
      <p:cxnSp>
        <p:nvCxnSpPr>
          <p:cNvPr id="40" name="Straight Connector 39">
            <a:extLst>
              <a:ext uri="{FF2B5EF4-FFF2-40B4-BE49-F238E27FC236}">
                <a16:creationId xmlns:a16="http://schemas.microsoft.com/office/drawing/2014/main" id="{621AA383-0800-15FB-5539-1307BEE78AE5}"/>
              </a:ext>
            </a:extLst>
          </p:cNvPr>
          <p:cNvCxnSpPr/>
          <p:nvPr/>
        </p:nvCxnSpPr>
        <p:spPr>
          <a:xfrm flipV="1">
            <a:off x="4251705" y="3492804"/>
            <a:ext cx="818680" cy="228178"/>
          </a:xfrm>
          <a:prstGeom prst="line">
            <a:avLst/>
          </a:prstGeom>
        </p:spPr>
        <p:style>
          <a:lnRef idx="2">
            <a:schemeClr val="dk1"/>
          </a:lnRef>
          <a:fillRef idx="0">
            <a:schemeClr val="dk1"/>
          </a:fillRef>
          <a:effectRef idx="1">
            <a:schemeClr val="dk1"/>
          </a:effectRef>
          <a:fontRef idx="minor">
            <a:schemeClr val="tx1"/>
          </a:fontRef>
        </p:style>
      </p:cxnSp>
      <p:sp>
        <p:nvSpPr>
          <p:cNvPr id="42" name="TextBox 41">
            <a:extLst>
              <a:ext uri="{FF2B5EF4-FFF2-40B4-BE49-F238E27FC236}">
                <a16:creationId xmlns:a16="http://schemas.microsoft.com/office/drawing/2014/main" id="{FDF180CD-484F-DF74-3D43-0465A6F8C662}"/>
              </a:ext>
            </a:extLst>
          </p:cNvPr>
          <p:cNvSpPr txBox="1"/>
          <p:nvPr/>
        </p:nvSpPr>
        <p:spPr>
          <a:xfrm>
            <a:off x="4000500" y="4160634"/>
            <a:ext cx="1388255" cy="261610"/>
          </a:xfrm>
          <a:prstGeom prst="rect">
            <a:avLst/>
          </a:prstGeom>
          <a:noFill/>
        </p:spPr>
        <p:txBody>
          <a:bodyPr wrap="square" rtlCol="0">
            <a:spAutoFit/>
          </a:bodyPr>
          <a:lstStyle/>
          <a:p>
            <a:r>
              <a:rPr lang="en-US" sz="1100">
                <a:latin typeface="Barlow Light" panose="00000400000000000000" pitchFamily="2" charset="0"/>
              </a:rPr>
              <a:t>Sorts the final data</a:t>
            </a:r>
            <a:endParaRPr lang="en-ID" sz="1100">
              <a:latin typeface="Barlow Light" panose="00000400000000000000" pitchFamily="2" charset="0"/>
            </a:endParaRPr>
          </a:p>
        </p:txBody>
      </p:sp>
      <p:cxnSp>
        <p:nvCxnSpPr>
          <p:cNvPr id="43" name="Straight Connector 42">
            <a:extLst>
              <a:ext uri="{FF2B5EF4-FFF2-40B4-BE49-F238E27FC236}">
                <a16:creationId xmlns:a16="http://schemas.microsoft.com/office/drawing/2014/main" id="{4FDDB88B-0D81-1014-6E1A-45ED4102BC55}"/>
              </a:ext>
            </a:extLst>
          </p:cNvPr>
          <p:cNvCxnSpPr/>
          <p:nvPr/>
        </p:nvCxnSpPr>
        <p:spPr>
          <a:xfrm flipV="1">
            <a:off x="5388755" y="4056529"/>
            <a:ext cx="818680" cy="228178"/>
          </a:xfrm>
          <a:prstGeom prst="line">
            <a:avLst/>
          </a:prstGeom>
        </p:spPr>
        <p:style>
          <a:lnRef idx="2">
            <a:schemeClr val="dk1"/>
          </a:lnRef>
          <a:fillRef idx="0">
            <a:schemeClr val="dk1"/>
          </a:fillRef>
          <a:effectRef idx="1">
            <a:schemeClr val="dk1"/>
          </a:effectRef>
          <a:fontRef idx="minor">
            <a:schemeClr val="tx1"/>
          </a:fontRef>
        </p:style>
      </p:cxnSp>
      <p:sp>
        <p:nvSpPr>
          <p:cNvPr id="44" name="TextBox 43">
            <a:extLst>
              <a:ext uri="{FF2B5EF4-FFF2-40B4-BE49-F238E27FC236}">
                <a16:creationId xmlns:a16="http://schemas.microsoft.com/office/drawing/2014/main" id="{8E99D260-56C1-E169-A74A-45FE6D0DF9ED}"/>
              </a:ext>
            </a:extLst>
          </p:cNvPr>
          <p:cNvSpPr txBox="1"/>
          <p:nvPr/>
        </p:nvSpPr>
        <p:spPr>
          <a:xfrm>
            <a:off x="4000500" y="4642153"/>
            <a:ext cx="2525305" cy="261610"/>
          </a:xfrm>
          <a:prstGeom prst="rect">
            <a:avLst/>
          </a:prstGeom>
          <a:noFill/>
        </p:spPr>
        <p:txBody>
          <a:bodyPr wrap="square" rtlCol="0">
            <a:spAutoFit/>
          </a:bodyPr>
          <a:lstStyle/>
          <a:p>
            <a:r>
              <a:rPr lang="en-US" sz="1100">
                <a:latin typeface="Barlow Light" panose="00000400000000000000" pitchFamily="2" charset="0"/>
              </a:rPr>
              <a:t>Limit the returned data to a row count</a:t>
            </a:r>
            <a:endParaRPr lang="en-ID" sz="1100">
              <a:latin typeface="Barlow Light" panose="00000400000000000000" pitchFamily="2" charset="0"/>
            </a:endParaRPr>
          </a:p>
        </p:txBody>
      </p:sp>
      <p:cxnSp>
        <p:nvCxnSpPr>
          <p:cNvPr id="45" name="Straight Connector 44">
            <a:extLst>
              <a:ext uri="{FF2B5EF4-FFF2-40B4-BE49-F238E27FC236}">
                <a16:creationId xmlns:a16="http://schemas.microsoft.com/office/drawing/2014/main" id="{B2BF38F3-9907-BF67-6CC6-60E98104A544}"/>
              </a:ext>
            </a:extLst>
          </p:cNvPr>
          <p:cNvCxnSpPr/>
          <p:nvPr/>
        </p:nvCxnSpPr>
        <p:spPr>
          <a:xfrm flipV="1">
            <a:off x="6525805" y="4538048"/>
            <a:ext cx="818680" cy="228178"/>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667867269"/>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BD84671-1D47-4DBB-A87A-0A04BD1367F0}"/>
              </a:ext>
            </a:extLst>
          </p:cNvPr>
          <p:cNvPicPr>
            <a:picLocks noChangeAspect="1"/>
          </p:cNvPicPr>
          <p:nvPr/>
        </p:nvPicPr>
        <p:blipFill>
          <a:blip r:embed="rId3"/>
          <a:stretch>
            <a:fillRect/>
          </a:stretch>
        </p:blipFill>
        <p:spPr>
          <a:xfrm>
            <a:off x="276224" y="503872"/>
            <a:ext cx="5115805" cy="3694748"/>
          </a:xfrm>
          <a:prstGeom prst="rect">
            <a:avLst/>
          </a:prstGeom>
        </p:spPr>
      </p:pic>
      <p:sp>
        <p:nvSpPr>
          <p:cNvPr id="4" name="Rectangle 3"/>
          <p:cNvSpPr/>
          <p:nvPr/>
        </p:nvSpPr>
        <p:spPr>
          <a:xfrm>
            <a:off x="367553" y="3540835"/>
            <a:ext cx="5558118" cy="600635"/>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2CB1574-6FBC-8873-26EB-A20DFD0F8CE2}"/>
              </a:ext>
            </a:extLst>
          </p:cNvPr>
          <p:cNvSpPr txBox="1"/>
          <p:nvPr/>
        </p:nvSpPr>
        <p:spPr>
          <a:xfrm>
            <a:off x="2966012" y="583943"/>
            <a:ext cx="4577714" cy="461665"/>
          </a:xfrm>
          <a:prstGeom prst="rect">
            <a:avLst/>
          </a:prstGeom>
          <a:noFill/>
        </p:spPr>
        <p:txBody>
          <a:bodyPr wrap="square">
            <a:spAutoFit/>
          </a:bodyPr>
          <a:lstStyle/>
          <a:p>
            <a:r>
              <a:rPr kumimoji="0" lang="en-US" sz="2400" b="0" i="0" u="none" strike="noStrike" kern="0" cap="none" spc="0" normalizeH="0" baseline="0" noProof="0">
                <a:ln>
                  <a:noFill/>
                </a:ln>
                <a:solidFill>
                  <a:srgbClr val="007BB9"/>
                </a:solidFill>
                <a:effectLst/>
                <a:uLnTx/>
                <a:uFillTx/>
                <a:latin typeface="Raleway SemiBold"/>
                <a:sym typeface="Raleway SemiBold"/>
              </a:rPr>
              <a:t>- Limiting Aggregated Data</a:t>
            </a:r>
            <a:endParaRPr lang="en-US" sz="800"/>
          </a:p>
        </p:txBody>
      </p:sp>
    </p:spTree>
    <p:extLst>
      <p:ext uri="{BB962C8B-B14F-4D97-AF65-F5344CB8AC3E}">
        <p14:creationId xmlns:p14="http://schemas.microsoft.com/office/powerpoint/2010/main" val="13475185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50448C-2033-4CA5-8270-D81B557C4E52}"/>
              </a:ext>
            </a:extLst>
          </p:cNvPr>
          <p:cNvSpPr>
            <a:spLocks noGrp="1"/>
          </p:cNvSpPr>
          <p:nvPr>
            <p:ph type="title"/>
          </p:nvPr>
        </p:nvSpPr>
        <p:spPr>
          <a:xfrm>
            <a:off x="471947" y="448085"/>
            <a:ext cx="5640900" cy="323549"/>
          </a:xfrm>
        </p:spPr>
        <p:txBody>
          <a:bodyPr/>
          <a:lstStyle/>
          <a:p>
            <a:r>
              <a:rPr lang="en-US" sz="3200" dirty="0">
                <a:solidFill>
                  <a:schemeClr val="accent4">
                    <a:lumMod val="50000"/>
                  </a:schemeClr>
                </a:solidFill>
              </a:rPr>
              <a:t>ORDER BY</a:t>
            </a:r>
            <a:br>
              <a:rPr lang="en-US" sz="3200" dirty="0">
                <a:solidFill>
                  <a:schemeClr val="accent4">
                    <a:lumMod val="50000"/>
                  </a:schemeClr>
                </a:solidFill>
              </a:rPr>
            </a:br>
            <a:r>
              <a:rPr lang="en-US" sz="1600" dirty="0"/>
              <a:t>Sorting Data</a:t>
            </a:r>
            <a:endParaRPr lang="en-US" sz="3200" dirty="0"/>
          </a:p>
        </p:txBody>
      </p:sp>
      <p:sp>
        <p:nvSpPr>
          <p:cNvPr id="3" name="Content Placeholder 2">
            <a:extLst>
              <a:ext uri="{FF2B5EF4-FFF2-40B4-BE49-F238E27FC236}">
                <a16:creationId xmlns:a16="http://schemas.microsoft.com/office/drawing/2014/main" id="{A83AF466-EB21-4B08-8240-07B13FBB7369}"/>
              </a:ext>
            </a:extLst>
          </p:cNvPr>
          <p:cNvSpPr>
            <a:spLocks noGrp="1"/>
          </p:cNvSpPr>
          <p:nvPr>
            <p:ph type="body" idx="1"/>
          </p:nvPr>
        </p:nvSpPr>
        <p:spPr>
          <a:xfrm>
            <a:off x="405579" y="1140687"/>
            <a:ext cx="5640900" cy="850345"/>
          </a:xfrm>
        </p:spPr>
        <p:txBody>
          <a:bodyPr/>
          <a:lstStyle/>
          <a:p>
            <a:pPr marL="114300" indent="0">
              <a:buNone/>
            </a:pPr>
            <a:r>
              <a:rPr lang="en-US" sz="1800" b="1" dirty="0" err="1"/>
              <a:t>Mengurutkan</a:t>
            </a:r>
            <a:r>
              <a:rPr lang="en-US" sz="1800" b="1" dirty="0"/>
              <a:t> data </a:t>
            </a:r>
            <a:r>
              <a:rPr lang="en-US" sz="1800" b="1" dirty="0" err="1"/>
              <a:t>menggunakan</a:t>
            </a:r>
            <a:r>
              <a:rPr lang="en-US" sz="1800" b="1" dirty="0"/>
              <a:t> ORDER BY:</a:t>
            </a:r>
          </a:p>
          <a:p>
            <a:pPr>
              <a:spcBef>
                <a:spcPts val="0"/>
              </a:spcBef>
            </a:pPr>
            <a:r>
              <a:rPr lang="en-US" sz="1400" b="1" dirty="0">
                <a:solidFill>
                  <a:schemeClr val="accent4">
                    <a:lumMod val="50000"/>
                  </a:schemeClr>
                </a:solidFill>
              </a:rPr>
              <a:t>ASC</a:t>
            </a:r>
            <a:r>
              <a:rPr lang="en-US" sz="1400" b="1" dirty="0">
                <a:solidFill>
                  <a:schemeClr val="tx1"/>
                </a:solidFill>
              </a:rPr>
              <a:t>: </a:t>
            </a:r>
            <a:r>
              <a:rPr lang="en-US" sz="1400" dirty="0">
                <a:solidFill>
                  <a:schemeClr val="tx1"/>
                </a:solidFill>
              </a:rPr>
              <a:t>Ascending order, default</a:t>
            </a:r>
          </a:p>
          <a:p>
            <a:pPr>
              <a:spcBef>
                <a:spcPts val="0"/>
              </a:spcBef>
            </a:pPr>
            <a:r>
              <a:rPr lang="en-US" sz="1400" b="1" dirty="0">
                <a:solidFill>
                  <a:schemeClr val="accent4">
                    <a:lumMod val="50000"/>
                  </a:schemeClr>
                </a:solidFill>
              </a:rPr>
              <a:t>DESC</a:t>
            </a:r>
            <a:r>
              <a:rPr lang="en-US" sz="1400" b="1" dirty="0">
                <a:solidFill>
                  <a:schemeClr val="tx1"/>
                </a:solidFill>
              </a:rPr>
              <a:t>: </a:t>
            </a:r>
            <a:r>
              <a:rPr lang="en-US" sz="1400" dirty="0">
                <a:solidFill>
                  <a:schemeClr val="tx1"/>
                </a:solidFill>
              </a:rPr>
              <a:t>Descending order</a:t>
            </a:r>
          </a:p>
        </p:txBody>
      </p:sp>
      <p:sp>
        <p:nvSpPr>
          <p:cNvPr id="4" name="Slide Number Placeholder 3">
            <a:extLst>
              <a:ext uri="{FF2B5EF4-FFF2-40B4-BE49-F238E27FC236}">
                <a16:creationId xmlns:a16="http://schemas.microsoft.com/office/drawing/2014/main" id="{1123F796-AC06-4E80-92D8-88D4B06D4CA7}"/>
              </a:ext>
            </a:extLst>
          </p:cNvPr>
          <p:cNvSpPr>
            <a:spLocks noGrp="1"/>
          </p:cNvSpPr>
          <p:nvPr>
            <p:ph type="sldNum" idx="12"/>
          </p:nvPr>
        </p:nvSpPr>
        <p:spPr/>
        <p:txBody>
          <a:bodyPr/>
          <a:lstStyle/>
          <a:p>
            <a:fld id="{4FAB73BC-B049-4115-A692-8D63A059BFB8}" type="slidenum">
              <a:rPr lang="en-US" smtClean="0"/>
              <a:pPr/>
              <a:t>40</a:t>
            </a:fld>
            <a:endParaRPr lang="en-US" dirty="0"/>
          </a:p>
        </p:txBody>
      </p:sp>
      <p:sp>
        <p:nvSpPr>
          <p:cNvPr id="6" name="TextBox 5">
            <a:extLst>
              <a:ext uri="{FF2B5EF4-FFF2-40B4-BE49-F238E27FC236}">
                <a16:creationId xmlns:a16="http://schemas.microsoft.com/office/drawing/2014/main" id="{21F63308-B96E-4DF6-A3DD-D08F84D91B1F}"/>
              </a:ext>
            </a:extLst>
          </p:cNvPr>
          <p:cNvSpPr txBox="1"/>
          <p:nvPr/>
        </p:nvSpPr>
        <p:spPr>
          <a:xfrm>
            <a:off x="280220" y="2118225"/>
            <a:ext cx="4601496" cy="307777"/>
          </a:xfrm>
          <a:prstGeom prst="rect">
            <a:avLst/>
          </a:prstGeom>
          <a:noFill/>
        </p:spPr>
        <p:txBody>
          <a:bodyPr wrap="square">
            <a:spAutoFit/>
          </a:bodyPr>
          <a:lstStyle/>
          <a:p>
            <a:pPr marL="114300" indent="0">
              <a:buNone/>
            </a:pPr>
            <a:r>
              <a:rPr lang="en-US" sz="1400" b="1" dirty="0" err="1"/>
              <a:t>Contoh</a:t>
            </a:r>
            <a:r>
              <a:rPr lang="en-US" sz="1400" b="1" dirty="0"/>
              <a:t>:</a:t>
            </a:r>
          </a:p>
        </p:txBody>
      </p:sp>
      <p:sp>
        <p:nvSpPr>
          <p:cNvPr id="7" name="Rectangle 5">
            <a:extLst>
              <a:ext uri="{FF2B5EF4-FFF2-40B4-BE49-F238E27FC236}">
                <a16:creationId xmlns:a16="http://schemas.microsoft.com/office/drawing/2014/main" id="{CA0BD8E3-BCB4-4E1A-B17C-105331C923EF}"/>
              </a:ext>
            </a:extLst>
          </p:cNvPr>
          <p:cNvSpPr>
            <a:spLocks noChangeArrowheads="1"/>
          </p:cNvSpPr>
          <p:nvPr/>
        </p:nvSpPr>
        <p:spPr bwMode="blackGray">
          <a:xfrm>
            <a:off x="471947" y="2426002"/>
            <a:ext cx="4771105" cy="582669"/>
          </a:xfrm>
          <a:prstGeom prst="rect">
            <a:avLst/>
          </a:prstGeom>
          <a:solidFill>
            <a:schemeClr val="accent5">
              <a:lumMod val="20000"/>
              <a:lumOff val="80000"/>
            </a:schemeClr>
          </a:solidFill>
          <a:ln w="28575">
            <a:solidFill>
              <a:srgbClr val="000000"/>
            </a:solidFill>
            <a:miter lim="800000"/>
            <a:headEnd/>
            <a:tailEnd/>
          </a:ln>
          <a:effectLst/>
        </p:spPr>
        <p:txBody>
          <a:bodyPr wrap="none" lIns="69056" tIns="34529" rIns="69056" bIns="34529" anchor="ctr"/>
          <a:lstStyle>
            <a:lvl1pPr>
              <a:tabLst>
                <a:tab pos="1200150" algn="l"/>
              </a:tabLst>
              <a:defRPr sz="2400">
                <a:solidFill>
                  <a:schemeClr val="tx1"/>
                </a:solidFill>
                <a:latin typeface="Times New Roman" panose="02020603050405020304" pitchFamily="18" charset="0"/>
              </a:defRPr>
            </a:lvl1pPr>
            <a:lvl2pPr>
              <a:tabLst>
                <a:tab pos="1200150" algn="l"/>
              </a:tabLst>
              <a:defRPr sz="2400">
                <a:solidFill>
                  <a:schemeClr val="tx1"/>
                </a:solidFill>
                <a:latin typeface="Times New Roman" panose="02020603050405020304" pitchFamily="18" charset="0"/>
              </a:defRPr>
            </a:lvl2pPr>
            <a:lvl3pPr>
              <a:tabLst>
                <a:tab pos="1200150" algn="l"/>
              </a:tabLst>
              <a:defRPr sz="2400">
                <a:solidFill>
                  <a:schemeClr val="tx1"/>
                </a:solidFill>
                <a:latin typeface="Times New Roman" panose="02020603050405020304" pitchFamily="18" charset="0"/>
              </a:defRPr>
            </a:lvl3pPr>
            <a:lvl4pPr>
              <a:tabLst>
                <a:tab pos="1200150" algn="l"/>
              </a:tabLst>
              <a:defRPr sz="2400">
                <a:solidFill>
                  <a:schemeClr val="tx1"/>
                </a:solidFill>
                <a:latin typeface="Times New Roman" panose="02020603050405020304" pitchFamily="18" charset="0"/>
              </a:defRPr>
            </a:lvl4pPr>
            <a:lvl5pPr>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r>
              <a:rPr lang="en-US" sz="1100" dirty="0">
                <a:solidFill>
                  <a:srgbClr val="000000"/>
                </a:solidFill>
                <a:latin typeface="Courier New" panose="02070309020205020404" pitchFamily="49" charset="0"/>
              </a:rPr>
              <a:t>SELECT   </a:t>
            </a:r>
            <a:r>
              <a:rPr lang="en-US" sz="1100" dirty="0" err="1">
                <a:solidFill>
                  <a:srgbClr val="000000"/>
                </a:solidFill>
                <a:latin typeface="Courier New" panose="02070309020205020404" pitchFamily="49" charset="0"/>
              </a:rPr>
              <a:t>last_name</a:t>
            </a:r>
            <a:r>
              <a:rPr lang="en-US" sz="1100" dirty="0">
                <a:solidFill>
                  <a:srgbClr val="000000"/>
                </a:solidFill>
                <a:latin typeface="Courier New" panose="02070309020205020404" pitchFamily="49" charset="0"/>
              </a:rPr>
              <a:t>, </a:t>
            </a:r>
            <a:r>
              <a:rPr lang="en-US" sz="1100" dirty="0" err="1">
                <a:solidFill>
                  <a:srgbClr val="000000"/>
                </a:solidFill>
                <a:latin typeface="Courier New" panose="02070309020205020404" pitchFamily="49" charset="0"/>
              </a:rPr>
              <a:t>job_id</a:t>
            </a:r>
            <a:r>
              <a:rPr lang="en-US" sz="1100" dirty="0">
                <a:solidFill>
                  <a:srgbClr val="000000"/>
                </a:solidFill>
                <a:latin typeface="Courier New" panose="02070309020205020404" pitchFamily="49" charset="0"/>
              </a:rPr>
              <a:t>, </a:t>
            </a:r>
            <a:r>
              <a:rPr lang="en-US" sz="1100" dirty="0" err="1">
                <a:solidFill>
                  <a:srgbClr val="000000"/>
                </a:solidFill>
                <a:latin typeface="Courier New" panose="02070309020205020404" pitchFamily="49" charset="0"/>
              </a:rPr>
              <a:t>department_id</a:t>
            </a:r>
            <a:r>
              <a:rPr lang="en-US" sz="1100" dirty="0">
                <a:solidFill>
                  <a:srgbClr val="000000"/>
                </a:solidFill>
                <a:latin typeface="Courier New" panose="02070309020205020404" pitchFamily="49" charset="0"/>
              </a:rPr>
              <a:t>, </a:t>
            </a:r>
            <a:r>
              <a:rPr lang="en-US" sz="1100" dirty="0" err="1">
                <a:solidFill>
                  <a:srgbClr val="000000"/>
                </a:solidFill>
                <a:latin typeface="Courier New" panose="02070309020205020404" pitchFamily="49" charset="0"/>
              </a:rPr>
              <a:t>hire_date</a:t>
            </a:r>
            <a:endParaRPr lang="en-US" sz="1100" dirty="0">
              <a:solidFill>
                <a:srgbClr val="000000"/>
              </a:solidFill>
              <a:latin typeface="Courier New" panose="02070309020205020404" pitchFamily="49" charset="0"/>
            </a:endParaRPr>
          </a:p>
          <a:p>
            <a:r>
              <a:rPr lang="en-US" sz="1100" dirty="0">
                <a:solidFill>
                  <a:srgbClr val="000000"/>
                </a:solidFill>
                <a:latin typeface="Courier New" panose="02070309020205020404" pitchFamily="49" charset="0"/>
              </a:rPr>
              <a:t>FROM     employees</a:t>
            </a:r>
          </a:p>
          <a:p>
            <a:r>
              <a:rPr lang="en-US" sz="1100" dirty="0">
                <a:solidFill>
                  <a:srgbClr val="000000"/>
                </a:solidFill>
                <a:latin typeface="Courier New" panose="02070309020205020404" pitchFamily="49" charset="0"/>
              </a:rPr>
              <a:t>ORDER BY </a:t>
            </a:r>
            <a:r>
              <a:rPr lang="en-US" sz="1100" dirty="0" err="1">
                <a:solidFill>
                  <a:srgbClr val="000000"/>
                </a:solidFill>
                <a:latin typeface="Courier New" panose="02070309020205020404" pitchFamily="49" charset="0"/>
              </a:rPr>
              <a:t>hire_date</a:t>
            </a:r>
            <a:r>
              <a:rPr lang="en-US" sz="1100" dirty="0">
                <a:solidFill>
                  <a:srgbClr val="000000"/>
                </a:solidFill>
                <a:latin typeface="Courier New" panose="02070309020205020404" pitchFamily="49" charset="0"/>
              </a:rPr>
              <a:t> ASC;</a:t>
            </a:r>
          </a:p>
        </p:txBody>
      </p:sp>
      <p:sp>
        <p:nvSpPr>
          <p:cNvPr id="8" name="Rectangle 6">
            <a:extLst>
              <a:ext uri="{FF2B5EF4-FFF2-40B4-BE49-F238E27FC236}">
                <a16:creationId xmlns:a16="http://schemas.microsoft.com/office/drawing/2014/main" id="{40E9747F-EE51-45E3-A1EC-96DB1D339766}"/>
              </a:ext>
            </a:extLst>
          </p:cNvPr>
          <p:cNvSpPr>
            <a:spLocks noChangeArrowheads="1"/>
          </p:cNvSpPr>
          <p:nvPr/>
        </p:nvSpPr>
        <p:spPr bwMode="gray">
          <a:xfrm>
            <a:off x="471947" y="2780565"/>
            <a:ext cx="2344581" cy="228106"/>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p>
            <a:endParaRPr lang="en-US" sz="1050"/>
          </a:p>
        </p:txBody>
      </p:sp>
      <p:sp>
        <p:nvSpPr>
          <p:cNvPr id="9" name="Rectangle 7">
            <a:extLst>
              <a:ext uri="{FF2B5EF4-FFF2-40B4-BE49-F238E27FC236}">
                <a16:creationId xmlns:a16="http://schemas.microsoft.com/office/drawing/2014/main" id="{0FDE1CF5-5494-4BFC-9E78-CC9E3E8298FF}"/>
              </a:ext>
            </a:extLst>
          </p:cNvPr>
          <p:cNvSpPr>
            <a:spLocks noChangeArrowheads="1"/>
          </p:cNvSpPr>
          <p:nvPr/>
        </p:nvSpPr>
        <p:spPr bwMode="blackGray">
          <a:xfrm>
            <a:off x="471947" y="3156157"/>
            <a:ext cx="4771105" cy="659606"/>
          </a:xfrm>
          <a:prstGeom prst="rect">
            <a:avLst/>
          </a:prstGeom>
          <a:solidFill>
            <a:schemeClr val="tx2"/>
          </a:solidFill>
          <a:ln w="28575">
            <a:solidFill>
              <a:srgbClr val="000000"/>
            </a:solidFill>
            <a:miter lim="800000"/>
            <a:headEnd/>
            <a:tailEnd/>
          </a:ln>
          <a:effectLst/>
        </p:spPr>
        <p:txBody>
          <a:bodyPr wrap="none" lIns="69056" tIns="34529" rIns="69056" bIns="34529" anchor="ctr"/>
          <a:lstStyle>
            <a:lvl1pPr>
              <a:tabLst>
                <a:tab pos="1200150" algn="l"/>
              </a:tabLst>
              <a:defRPr sz="2400">
                <a:solidFill>
                  <a:schemeClr val="tx1"/>
                </a:solidFill>
                <a:latin typeface="Times New Roman" panose="02020603050405020304" pitchFamily="18" charset="0"/>
              </a:defRPr>
            </a:lvl1pPr>
            <a:lvl2pPr>
              <a:tabLst>
                <a:tab pos="1200150" algn="l"/>
              </a:tabLst>
              <a:defRPr sz="2400">
                <a:solidFill>
                  <a:schemeClr val="tx1"/>
                </a:solidFill>
                <a:latin typeface="Times New Roman" panose="02020603050405020304" pitchFamily="18" charset="0"/>
              </a:defRPr>
            </a:lvl2pPr>
            <a:lvl3pPr>
              <a:tabLst>
                <a:tab pos="1200150" algn="l"/>
              </a:tabLst>
              <a:defRPr sz="2400">
                <a:solidFill>
                  <a:schemeClr val="tx1"/>
                </a:solidFill>
                <a:latin typeface="Times New Roman" panose="02020603050405020304" pitchFamily="18" charset="0"/>
              </a:defRPr>
            </a:lvl3pPr>
            <a:lvl4pPr>
              <a:tabLst>
                <a:tab pos="1200150" algn="l"/>
              </a:tabLst>
              <a:defRPr sz="2400">
                <a:solidFill>
                  <a:schemeClr val="tx1"/>
                </a:solidFill>
                <a:latin typeface="Times New Roman" panose="02020603050405020304" pitchFamily="18" charset="0"/>
              </a:defRPr>
            </a:lvl4pPr>
            <a:lvl5pPr>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r>
              <a:rPr lang="en-US" sz="1200" dirty="0">
                <a:solidFill>
                  <a:srgbClr val="000000"/>
                </a:solidFill>
                <a:latin typeface="Courier New" panose="02070309020205020404" pitchFamily="49" charset="0"/>
              </a:rPr>
              <a:t>SELECT </a:t>
            </a:r>
            <a:r>
              <a:rPr lang="en-US" sz="1200" dirty="0" err="1">
                <a:solidFill>
                  <a:srgbClr val="000000"/>
                </a:solidFill>
                <a:latin typeface="Courier New" panose="02070309020205020404" pitchFamily="49" charset="0"/>
              </a:rPr>
              <a:t>employee_id</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last_name</a:t>
            </a:r>
            <a:r>
              <a:rPr lang="en-US" sz="1200" dirty="0">
                <a:solidFill>
                  <a:srgbClr val="000000"/>
                </a:solidFill>
                <a:latin typeface="Courier New" panose="02070309020205020404" pitchFamily="49" charset="0"/>
              </a:rPr>
              <a:t>, salary*12 </a:t>
            </a:r>
            <a:r>
              <a:rPr lang="en-US" sz="1200" dirty="0" err="1">
                <a:solidFill>
                  <a:srgbClr val="000000"/>
                </a:solidFill>
                <a:latin typeface="Courier New" panose="02070309020205020404" pitchFamily="49" charset="0"/>
              </a:rPr>
              <a:t>annsal</a:t>
            </a:r>
            <a:endParaRPr lang="en-US" sz="1200" dirty="0">
              <a:solidFill>
                <a:srgbClr val="000000"/>
              </a:solidFill>
              <a:latin typeface="Courier New" panose="02070309020205020404" pitchFamily="49" charset="0"/>
            </a:endParaRPr>
          </a:p>
          <a:p>
            <a:r>
              <a:rPr lang="en-US" sz="1200" dirty="0">
                <a:solidFill>
                  <a:srgbClr val="000000"/>
                </a:solidFill>
                <a:latin typeface="Courier New" panose="02070309020205020404" pitchFamily="49" charset="0"/>
              </a:rPr>
              <a:t>FROM   employees</a:t>
            </a:r>
          </a:p>
          <a:p>
            <a:r>
              <a:rPr lang="en-US" sz="1200" dirty="0">
                <a:solidFill>
                  <a:srgbClr val="000000"/>
                </a:solidFill>
                <a:latin typeface="Courier New" panose="02070309020205020404" pitchFamily="49" charset="0"/>
              </a:rPr>
              <a:t>ORDER BY </a:t>
            </a:r>
            <a:r>
              <a:rPr lang="en-US" sz="1200" dirty="0" err="1">
                <a:solidFill>
                  <a:srgbClr val="000000"/>
                </a:solidFill>
                <a:latin typeface="Courier New" panose="02070309020205020404" pitchFamily="49" charset="0"/>
              </a:rPr>
              <a:t>annsal</a:t>
            </a:r>
            <a:r>
              <a:rPr lang="en-US" sz="1200" dirty="0">
                <a:solidFill>
                  <a:srgbClr val="000000"/>
                </a:solidFill>
                <a:latin typeface="Courier New" panose="02070309020205020404" pitchFamily="49" charset="0"/>
              </a:rPr>
              <a:t> ;</a:t>
            </a:r>
          </a:p>
        </p:txBody>
      </p:sp>
      <p:sp>
        <p:nvSpPr>
          <p:cNvPr id="10" name="Rectangle 9">
            <a:extLst>
              <a:ext uri="{FF2B5EF4-FFF2-40B4-BE49-F238E27FC236}">
                <a16:creationId xmlns:a16="http://schemas.microsoft.com/office/drawing/2014/main" id="{E3444795-C2A2-4F70-AC30-7B5360C8DE10}"/>
              </a:ext>
            </a:extLst>
          </p:cNvPr>
          <p:cNvSpPr>
            <a:spLocks noChangeArrowheads="1"/>
          </p:cNvSpPr>
          <p:nvPr/>
        </p:nvSpPr>
        <p:spPr bwMode="gray">
          <a:xfrm>
            <a:off x="4278818" y="3219803"/>
            <a:ext cx="586364" cy="223838"/>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p>
            <a:endParaRPr lang="en-US" sz="1050"/>
          </a:p>
        </p:txBody>
      </p:sp>
      <p:sp>
        <p:nvSpPr>
          <p:cNvPr id="11" name="Rectangle 10">
            <a:extLst>
              <a:ext uri="{FF2B5EF4-FFF2-40B4-BE49-F238E27FC236}">
                <a16:creationId xmlns:a16="http://schemas.microsoft.com/office/drawing/2014/main" id="{9743C45A-E260-4F90-A75A-D4166C41DF71}"/>
              </a:ext>
            </a:extLst>
          </p:cNvPr>
          <p:cNvSpPr>
            <a:spLocks noChangeArrowheads="1"/>
          </p:cNvSpPr>
          <p:nvPr/>
        </p:nvSpPr>
        <p:spPr bwMode="gray">
          <a:xfrm>
            <a:off x="1351055" y="3591925"/>
            <a:ext cx="586364" cy="223838"/>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p>
            <a:endParaRPr lang="en-US" sz="1050"/>
          </a:p>
        </p:txBody>
      </p:sp>
      <p:sp>
        <p:nvSpPr>
          <p:cNvPr id="12" name="Rectangle 2059">
            <a:extLst>
              <a:ext uri="{FF2B5EF4-FFF2-40B4-BE49-F238E27FC236}">
                <a16:creationId xmlns:a16="http://schemas.microsoft.com/office/drawing/2014/main" id="{16DA0D66-E149-43D4-9E82-1473E6C05840}"/>
              </a:ext>
            </a:extLst>
          </p:cNvPr>
          <p:cNvSpPr>
            <a:spLocks noChangeArrowheads="1"/>
          </p:cNvSpPr>
          <p:nvPr/>
        </p:nvSpPr>
        <p:spPr bwMode="blackGray">
          <a:xfrm>
            <a:off x="471947" y="4036151"/>
            <a:ext cx="4712111" cy="659606"/>
          </a:xfrm>
          <a:prstGeom prst="rect">
            <a:avLst/>
          </a:prstGeom>
          <a:solidFill>
            <a:schemeClr val="accent2">
              <a:lumMod val="20000"/>
              <a:lumOff val="80000"/>
            </a:schemeClr>
          </a:solidFill>
          <a:ln w="28575">
            <a:solidFill>
              <a:srgbClr val="000000"/>
            </a:solidFill>
            <a:miter lim="800000"/>
            <a:headEnd/>
            <a:tailEnd/>
          </a:ln>
          <a:effectLst/>
        </p:spPr>
        <p:txBody>
          <a:bodyPr wrap="none" lIns="69056" tIns="34529" rIns="69056" bIns="34529" anchor="ctr"/>
          <a:lstStyle>
            <a:lvl1pPr>
              <a:tabLst>
                <a:tab pos="1200150" algn="l"/>
              </a:tabLst>
              <a:defRPr sz="2400">
                <a:solidFill>
                  <a:schemeClr val="tx1"/>
                </a:solidFill>
                <a:latin typeface="Times New Roman" panose="02020603050405020304" pitchFamily="18" charset="0"/>
              </a:defRPr>
            </a:lvl1pPr>
            <a:lvl2pPr>
              <a:tabLst>
                <a:tab pos="1200150" algn="l"/>
              </a:tabLst>
              <a:defRPr sz="2400">
                <a:solidFill>
                  <a:schemeClr val="tx1"/>
                </a:solidFill>
                <a:latin typeface="Times New Roman" panose="02020603050405020304" pitchFamily="18" charset="0"/>
              </a:defRPr>
            </a:lvl2pPr>
            <a:lvl3pPr>
              <a:tabLst>
                <a:tab pos="1200150" algn="l"/>
              </a:tabLst>
              <a:defRPr sz="2400">
                <a:solidFill>
                  <a:schemeClr val="tx1"/>
                </a:solidFill>
                <a:latin typeface="Times New Roman" panose="02020603050405020304" pitchFamily="18" charset="0"/>
              </a:defRPr>
            </a:lvl3pPr>
            <a:lvl4pPr>
              <a:tabLst>
                <a:tab pos="1200150" algn="l"/>
              </a:tabLst>
              <a:defRPr sz="2400">
                <a:solidFill>
                  <a:schemeClr val="tx1"/>
                </a:solidFill>
                <a:latin typeface="Times New Roman" panose="02020603050405020304" pitchFamily="18" charset="0"/>
              </a:defRPr>
            </a:lvl4pPr>
            <a:lvl5pPr>
              <a:tabLst>
                <a:tab pos="1200150" algn="l"/>
              </a:tabLst>
              <a:defRPr sz="2400">
                <a:solidFill>
                  <a:schemeClr val="tx1"/>
                </a:solidFill>
                <a:latin typeface="Times New Roman" panose="02020603050405020304" pitchFamily="18" charset="0"/>
              </a:defRPr>
            </a:lvl5pPr>
            <a:lvl6pPr fontAlgn="base">
              <a:spcBef>
                <a:spcPct val="0"/>
              </a:spcBef>
              <a:spcAft>
                <a:spcPct val="0"/>
              </a:spcAft>
              <a:tabLst>
                <a:tab pos="1200150" algn="l"/>
              </a:tabLst>
              <a:defRPr sz="2400">
                <a:solidFill>
                  <a:schemeClr val="tx1"/>
                </a:solidFill>
                <a:latin typeface="Times New Roman" panose="02020603050405020304" pitchFamily="18" charset="0"/>
              </a:defRPr>
            </a:lvl6pPr>
            <a:lvl7pPr fontAlgn="base">
              <a:spcBef>
                <a:spcPct val="0"/>
              </a:spcBef>
              <a:spcAft>
                <a:spcPct val="0"/>
              </a:spcAft>
              <a:tabLst>
                <a:tab pos="1200150" algn="l"/>
              </a:tabLst>
              <a:defRPr sz="2400">
                <a:solidFill>
                  <a:schemeClr val="tx1"/>
                </a:solidFill>
                <a:latin typeface="Times New Roman" panose="02020603050405020304" pitchFamily="18" charset="0"/>
              </a:defRPr>
            </a:lvl7pPr>
            <a:lvl8pPr fontAlgn="base">
              <a:spcBef>
                <a:spcPct val="0"/>
              </a:spcBef>
              <a:spcAft>
                <a:spcPct val="0"/>
              </a:spcAft>
              <a:tabLst>
                <a:tab pos="1200150" algn="l"/>
              </a:tabLst>
              <a:defRPr sz="2400">
                <a:solidFill>
                  <a:schemeClr val="tx1"/>
                </a:solidFill>
                <a:latin typeface="Times New Roman" panose="02020603050405020304" pitchFamily="18" charset="0"/>
              </a:defRPr>
            </a:lvl8pPr>
            <a:lvl9pPr fontAlgn="base">
              <a:spcBef>
                <a:spcPct val="0"/>
              </a:spcBef>
              <a:spcAft>
                <a:spcPct val="0"/>
              </a:spcAft>
              <a:tabLst>
                <a:tab pos="1200150" algn="l"/>
              </a:tabLst>
              <a:defRPr sz="2400">
                <a:solidFill>
                  <a:schemeClr val="tx1"/>
                </a:solidFill>
                <a:latin typeface="Times New Roman" panose="02020603050405020304" pitchFamily="18" charset="0"/>
              </a:defRPr>
            </a:lvl9pPr>
          </a:lstStyle>
          <a:p>
            <a:r>
              <a:rPr lang="en-US" sz="1200" dirty="0">
                <a:solidFill>
                  <a:srgbClr val="000000"/>
                </a:solidFill>
                <a:latin typeface="Courier New" panose="02070309020205020404" pitchFamily="49" charset="0"/>
              </a:rPr>
              <a:t>SELECT </a:t>
            </a:r>
            <a:r>
              <a:rPr lang="en-US" sz="1200" dirty="0" err="1">
                <a:solidFill>
                  <a:srgbClr val="000000"/>
                </a:solidFill>
                <a:latin typeface="Courier New" panose="02070309020205020404" pitchFamily="49" charset="0"/>
              </a:rPr>
              <a:t>last_name</a:t>
            </a:r>
            <a:r>
              <a:rPr lang="en-US" sz="1200" dirty="0">
                <a:solidFill>
                  <a:srgbClr val="000000"/>
                </a:solidFill>
                <a:latin typeface="Courier New" panose="02070309020205020404" pitchFamily="49" charset="0"/>
              </a:rPr>
              <a:t>, </a:t>
            </a:r>
            <a:r>
              <a:rPr lang="en-US" sz="1200" dirty="0" err="1">
                <a:solidFill>
                  <a:srgbClr val="000000"/>
                </a:solidFill>
                <a:latin typeface="Courier New" panose="02070309020205020404" pitchFamily="49" charset="0"/>
              </a:rPr>
              <a:t>department_id</a:t>
            </a:r>
            <a:r>
              <a:rPr lang="en-US" sz="1200" dirty="0">
                <a:solidFill>
                  <a:srgbClr val="000000"/>
                </a:solidFill>
                <a:latin typeface="Courier New" panose="02070309020205020404" pitchFamily="49" charset="0"/>
              </a:rPr>
              <a:t>, salary</a:t>
            </a:r>
          </a:p>
          <a:p>
            <a:r>
              <a:rPr lang="en-US" sz="1200" dirty="0">
                <a:solidFill>
                  <a:srgbClr val="000000"/>
                </a:solidFill>
                <a:latin typeface="Courier New" panose="02070309020205020404" pitchFamily="49" charset="0"/>
              </a:rPr>
              <a:t>FROM   employees</a:t>
            </a:r>
          </a:p>
          <a:p>
            <a:r>
              <a:rPr lang="en-US" sz="1200" dirty="0">
                <a:solidFill>
                  <a:srgbClr val="000000"/>
                </a:solidFill>
                <a:latin typeface="Courier New" panose="02070309020205020404" pitchFamily="49" charset="0"/>
              </a:rPr>
              <a:t>ORDER BY </a:t>
            </a:r>
            <a:r>
              <a:rPr lang="en-US" sz="1200" b="1" dirty="0">
                <a:solidFill>
                  <a:srgbClr val="000000"/>
                </a:solidFill>
                <a:latin typeface="Courier New" panose="02070309020205020404" pitchFamily="49" charset="0"/>
              </a:rPr>
              <a:t>2</a:t>
            </a:r>
            <a:r>
              <a:rPr lang="en-US" sz="1200" dirty="0">
                <a:solidFill>
                  <a:srgbClr val="000000"/>
                </a:solidFill>
                <a:latin typeface="Courier New" panose="02070309020205020404" pitchFamily="49" charset="0"/>
              </a:rPr>
              <a:t>, salary DESC;</a:t>
            </a:r>
          </a:p>
        </p:txBody>
      </p:sp>
      <p:sp>
        <p:nvSpPr>
          <p:cNvPr id="13" name="Rectangle 2060">
            <a:extLst>
              <a:ext uri="{FF2B5EF4-FFF2-40B4-BE49-F238E27FC236}">
                <a16:creationId xmlns:a16="http://schemas.microsoft.com/office/drawing/2014/main" id="{8E6DFB00-E008-45B7-BC7E-817CFD2E32C1}"/>
              </a:ext>
            </a:extLst>
          </p:cNvPr>
          <p:cNvSpPr>
            <a:spLocks noChangeArrowheads="1"/>
          </p:cNvSpPr>
          <p:nvPr/>
        </p:nvSpPr>
        <p:spPr bwMode="gray">
          <a:xfrm>
            <a:off x="471947" y="4451448"/>
            <a:ext cx="3421627" cy="221845"/>
          </a:xfrm>
          <a:prstGeom prst="rect">
            <a:avLst/>
          </a:prstGeom>
          <a:noFill/>
          <a:ln w="28575">
            <a:solidFill>
              <a:schemeClr val="hlink"/>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53882" dir="2700000" algn="ctr" rotWithShape="0">
                    <a:schemeClr val="bg2"/>
                  </a:outerShdw>
                </a:effectLst>
              </a14:hiddenEffects>
            </a:ext>
          </a:extLst>
        </p:spPr>
        <p:txBody>
          <a:bodyPr wrap="none" anchor="ctr"/>
          <a:lstStyle/>
          <a:p>
            <a:endParaRPr lang="en-US" sz="1050"/>
          </a:p>
        </p:txBody>
      </p:sp>
      <p:sp>
        <p:nvSpPr>
          <p:cNvPr id="18" name="TextBox 17">
            <a:extLst>
              <a:ext uri="{FF2B5EF4-FFF2-40B4-BE49-F238E27FC236}">
                <a16:creationId xmlns:a16="http://schemas.microsoft.com/office/drawing/2014/main" id="{59A64CA9-A334-4007-8DA2-04D380AD532B}"/>
              </a:ext>
            </a:extLst>
          </p:cNvPr>
          <p:cNvSpPr txBox="1"/>
          <p:nvPr/>
        </p:nvSpPr>
        <p:spPr>
          <a:xfrm>
            <a:off x="5184058" y="2349678"/>
            <a:ext cx="2698955" cy="430887"/>
          </a:xfrm>
          <a:prstGeom prst="rect">
            <a:avLst/>
          </a:prstGeom>
          <a:noFill/>
        </p:spPr>
        <p:txBody>
          <a:bodyPr wrap="square">
            <a:spAutoFit/>
          </a:bodyPr>
          <a:lstStyle/>
          <a:p>
            <a:pPr marL="114300" indent="0">
              <a:buNone/>
            </a:pPr>
            <a:r>
              <a:rPr lang="en-US" sz="1100" dirty="0" err="1"/>
              <a:t>Mengurutkan</a:t>
            </a:r>
            <a:r>
              <a:rPr lang="en-US" sz="1100" dirty="0"/>
              <a:t> </a:t>
            </a:r>
            <a:r>
              <a:rPr lang="en-US" sz="1100" dirty="0" err="1"/>
              <a:t>berdasarkan</a:t>
            </a:r>
            <a:r>
              <a:rPr lang="en-US" sz="1100" dirty="0"/>
              <a:t> </a:t>
            </a:r>
            <a:r>
              <a:rPr lang="en-US" sz="1100" dirty="0" err="1"/>
              <a:t>kolom</a:t>
            </a:r>
            <a:r>
              <a:rPr lang="en-US" sz="1100" dirty="0"/>
              <a:t> </a:t>
            </a:r>
            <a:r>
              <a:rPr lang="en-US" sz="1100" dirty="0" err="1"/>
              <a:t>hire_date</a:t>
            </a:r>
            <a:r>
              <a:rPr lang="en-US" sz="1100" dirty="0"/>
              <a:t> </a:t>
            </a:r>
            <a:r>
              <a:rPr lang="en-US" sz="1100" dirty="0" err="1"/>
              <a:t>dengan</a:t>
            </a:r>
            <a:r>
              <a:rPr lang="en-US" sz="1100" dirty="0"/>
              <a:t> </a:t>
            </a:r>
            <a:r>
              <a:rPr lang="en-US" sz="1100" dirty="0" err="1"/>
              <a:t>urutan</a:t>
            </a:r>
            <a:r>
              <a:rPr lang="en-US" sz="1100" dirty="0"/>
              <a:t> ascending</a:t>
            </a:r>
          </a:p>
        </p:txBody>
      </p:sp>
      <p:sp>
        <p:nvSpPr>
          <p:cNvPr id="19" name="TextBox 18">
            <a:extLst>
              <a:ext uri="{FF2B5EF4-FFF2-40B4-BE49-F238E27FC236}">
                <a16:creationId xmlns:a16="http://schemas.microsoft.com/office/drawing/2014/main" id="{D3AE3DEF-0434-447D-A9F0-60F638EF24DB}"/>
              </a:ext>
            </a:extLst>
          </p:cNvPr>
          <p:cNvSpPr txBox="1"/>
          <p:nvPr/>
        </p:nvSpPr>
        <p:spPr>
          <a:xfrm>
            <a:off x="5184057" y="3116278"/>
            <a:ext cx="2698955" cy="430887"/>
          </a:xfrm>
          <a:prstGeom prst="rect">
            <a:avLst/>
          </a:prstGeom>
          <a:noFill/>
        </p:spPr>
        <p:txBody>
          <a:bodyPr wrap="square">
            <a:spAutoFit/>
          </a:bodyPr>
          <a:lstStyle/>
          <a:p>
            <a:pPr marL="114300" indent="0">
              <a:buNone/>
            </a:pPr>
            <a:r>
              <a:rPr lang="en-US" sz="1100" dirty="0" err="1"/>
              <a:t>Mengurutkan</a:t>
            </a:r>
            <a:r>
              <a:rPr lang="en-US" sz="1100" dirty="0"/>
              <a:t> </a:t>
            </a:r>
            <a:r>
              <a:rPr lang="en-US" sz="1100" dirty="0" err="1"/>
              <a:t>berdasarkan</a:t>
            </a:r>
            <a:r>
              <a:rPr lang="en-US" sz="1100" dirty="0"/>
              <a:t> </a:t>
            </a:r>
            <a:r>
              <a:rPr lang="en-US" sz="1100" dirty="0" err="1"/>
              <a:t>nama</a:t>
            </a:r>
            <a:r>
              <a:rPr lang="en-US" sz="1100" dirty="0"/>
              <a:t> alias </a:t>
            </a:r>
            <a:r>
              <a:rPr lang="en-US" sz="1100" dirty="0" err="1"/>
              <a:t>annsal</a:t>
            </a:r>
            <a:endParaRPr lang="en-US" sz="1100" dirty="0"/>
          </a:p>
        </p:txBody>
      </p:sp>
      <p:sp>
        <p:nvSpPr>
          <p:cNvPr id="20" name="TextBox 19">
            <a:extLst>
              <a:ext uri="{FF2B5EF4-FFF2-40B4-BE49-F238E27FC236}">
                <a16:creationId xmlns:a16="http://schemas.microsoft.com/office/drawing/2014/main" id="{C7D764CE-B7BC-4323-9EA8-8E9803029347}"/>
              </a:ext>
            </a:extLst>
          </p:cNvPr>
          <p:cNvSpPr txBox="1"/>
          <p:nvPr/>
        </p:nvSpPr>
        <p:spPr>
          <a:xfrm>
            <a:off x="5056238" y="3973596"/>
            <a:ext cx="2698955" cy="600164"/>
          </a:xfrm>
          <a:prstGeom prst="rect">
            <a:avLst/>
          </a:prstGeom>
          <a:noFill/>
        </p:spPr>
        <p:txBody>
          <a:bodyPr wrap="square">
            <a:spAutoFit/>
          </a:bodyPr>
          <a:lstStyle/>
          <a:p>
            <a:pPr marL="114300" indent="0">
              <a:buNone/>
            </a:pPr>
            <a:r>
              <a:rPr lang="en-US" sz="1100" dirty="0" err="1"/>
              <a:t>Mengurutkan</a:t>
            </a:r>
            <a:r>
              <a:rPr lang="en-US" sz="1100" dirty="0"/>
              <a:t> </a:t>
            </a:r>
            <a:r>
              <a:rPr lang="en-US" sz="1100" dirty="0" err="1"/>
              <a:t>menggunakan</a:t>
            </a:r>
            <a:r>
              <a:rPr lang="en-US" sz="1100" dirty="0"/>
              <a:t> </a:t>
            </a:r>
            <a:r>
              <a:rPr lang="en-US" sz="1100" dirty="0" err="1"/>
              <a:t>beberapa</a:t>
            </a:r>
            <a:r>
              <a:rPr lang="en-US" sz="1100" dirty="0"/>
              <a:t> </a:t>
            </a:r>
            <a:r>
              <a:rPr lang="en-US" sz="1100" dirty="0" err="1"/>
              <a:t>kolom</a:t>
            </a:r>
            <a:r>
              <a:rPr lang="en-US" sz="1100" dirty="0"/>
              <a:t>, salah </a:t>
            </a:r>
            <a:r>
              <a:rPr lang="en-US" sz="1100" dirty="0" err="1"/>
              <a:t>satunya</a:t>
            </a:r>
            <a:r>
              <a:rPr lang="en-US" sz="1100" dirty="0"/>
              <a:t> </a:t>
            </a:r>
            <a:r>
              <a:rPr lang="en-US" sz="1100" dirty="0" err="1"/>
              <a:t>menggunakan</a:t>
            </a:r>
            <a:r>
              <a:rPr lang="en-US" sz="1100" dirty="0"/>
              <a:t> </a:t>
            </a:r>
            <a:r>
              <a:rPr lang="en-US" sz="1100" dirty="0" err="1"/>
              <a:t>posisi</a:t>
            </a:r>
            <a:r>
              <a:rPr lang="en-US" sz="1100" dirty="0"/>
              <a:t> </a:t>
            </a:r>
            <a:r>
              <a:rPr lang="en-US" sz="1100" dirty="0" err="1"/>
              <a:t>dari</a:t>
            </a:r>
            <a:r>
              <a:rPr lang="en-US" sz="1100" dirty="0"/>
              <a:t> </a:t>
            </a:r>
            <a:r>
              <a:rPr lang="en-US" sz="1100" dirty="0" err="1"/>
              <a:t>kolom</a:t>
            </a:r>
            <a:r>
              <a:rPr lang="en-US" sz="1100" dirty="0"/>
              <a:t> di SELECT</a:t>
            </a:r>
          </a:p>
        </p:txBody>
      </p:sp>
    </p:spTree>
    <p:extLst>
      <p:ext uri="{BB962C8B-B14F-4D97-AF65-F5344CB8AC3E}">
        <p14:creationId xmlns:p14="http://schemas.microsoft.com/office/powerpoint/2010/main" val="12644396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93E23-73B9-81C1-3B8E-A3173CA4E62F}"/>
              </a:ext>
            </a:extLst>
          </p:cNvPr>
          <p:cNvSpPr>
            <a:spLocks noGrp="1"/>
          </p:cNvSpPr>
          <p:nvPr>
            <p:ph type="title"/>
          </p:nvPr>
        </p:nvSpPr>
        <p:spPr/>
        <p:txBody>
          <a:bodyPr>
            <a:normAutofit/>
          </a:bodyPr>
          <a:lstStyle/>
          <a:p>
            <a:r>
              <a:rPr lang="en-US" sz="4000" dirty="0"/>
              <a:t>Quest 4</a:t>
            </a:r>
          </a:p>
        </p:txBody>
      </p:sp>
      <p:sp>
        <p:nvSpPr>
          <p:cNvPr id="4" name="Slide Number Placeholder 3">
            <a:extLst>
              <a:ext uri="{FF2B5EF4-FFF2-40B4-BE49-F238E27FC236}">
                <a16:creationId xmlns:a16="http://schemas.microsoft.com/office/drawing/2014/main" id="{6B2FB6B9-E5EF-F14F-E045-8AFF42FF4B14}"/>
              </a:ext>
            </a:extLst>
          </p:cNvPr>
          <p:cNvSpPr>
            <a:spLocks noGrp="1"/>
          </p:cNvSpPr>
          <p:nvPr>
            <p:ph type="sldNum" sz="quarter" idx="12"/>
          </p:nvPr>
        </p:nvSpPr>
        <p:spPr/>
        <p:txBody>
          <a:bodyPr/>
          <a:lstStyle/>
          <a:p>
            <a:fld id="{4FAB73BC-B049-4115-A692-8D63A059BFB8}" type="slidenum">
              <a:rPr lang="en-US" smtClean="0"/>
              <a:pPr/>
              <a:t>41</a:t>
            </a:fld>
            <a:endParaRPr lang="en-US"/>
          </a:p>
        </p:txBody>
      </p:sp>
      <p:pic>
        <p:nvPicPr>
          <p:cNvPr id="6" name="Picture 5">
            <a:extLst>
              <a:ext uri="{FF2B5EF4-FFF2-40B4-BE49-F238E27FC236}">
                <a16:creationId xmlns:a16="http://schemas.microsoft.com/office/drawing/2014/main" id="{27E794C4-3847-0E0C-2ADA-CFF3D4EA31B8}"/>
              </a:ext>
            </a:extLst>
          </p:cNvPr>
          <p:cNvPicPr>
            <a:picLocks noChangeAspect="1"/>
          </p:cNvPicPr>
          <p:nvPr/>
        </p:nvPicPr>
        <p:blipFill>
          <a:blip r:embed="rId2"/>
          <a:stretch>
            <a:fillRect/>
          </a:stretch>
        </p:blipFill>
        <p:spPr>
          <a:xfrm>
            <a:off x="662056" y="1489616"/>
            <a:ext cx="6672434" cy="2613754"/>
          </a:xfrm>
          <a:prstGeom prst="rect">
            <a:avLst/>
          </a:prstGeom>
        </p:spPr>
      </p:pic>
    </p:spTree>
    <p:extLst>
      <p:ext uri="{BB962C8B-B14F-4D97-AF65-F5344CB8AC3E}">
        <p14:creationId xmlns:p14="http://schemas.microsoft.com/office/powerpoint/2010/main" val="8128083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058"/>
        <p:cNvGrpSpPr/>
        <p:nvPr/>
      </p:nvGrpSpPr>
      <p:grpSpPr>
        <a:xfrm>
          <a:off x="0" y="0"/>
          <a:ext cx="0" cy="0"/>
          <a:chOff x="0" y="0"/>
          <a:chExt cx="0" cy="0"/>
        </a:xfrm>
      </p:grpSpPr>
      <p:sp>
        <p:nvSpPr>
          <p:cNvPr id="2059" name="Google Shape;2059;p34"/>
          <p:cNvSpPr txBox="1">
            <a:spLocks noGrp="1"/>
          </p:cNvSpPr>
          <p:nvPr>
            <p:ph type="sldNum" idx="12"/>
          </p:nvPr>
        </p:nvSpPr>
        <p:spPr>
          <a:xfrm>
            <a:off x="8649025" y="4636750"/>
            <a:ext cx="456900" cy="46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
              <a:t>42</a:t>
            </a:fld>
            <a:endParaRPr/>
          </a:p>
        </p:txBody>
      </p:sp>
      <p:grpSp>
        <p:nvGrpSpPr>
          <p:cNvPr id="2060" name="Google Shape;2060;p34"/>
          <p:cNvGrpSpPr/>
          <p:nvPr/>
        </p:nvGrpSpPr>
        <p:grpSpPr>
          <a:xfrm>
            <a:off x="5410301" y="719490"/>
            <a:ext cx="3356124" cy="3829046"/>
            <a:chOff x="2602525" y="317054"/>
            <a:chExt cx="4174283" cy="4762495"/>
          </a:xfrm>
        </p:grpSpPr>
        <p:sp>
          <p:nvSpPr>
            <p:cNvPr id="2061" name="Google Shape;2061;p34"/>
            <p:cNvSpPr/>
            <p:nvPr/>
          </p:nvSpPr>
          <p:spPr>
            <a:xfrm>
              <a:off x="3677747" y="776267"/>
              <a:ext cx="2670951" cy="3350306"/>
            </a:xfrm>
            <a:custGeom>
              <a:avLst/>
              <a:gdLst/>
              <a:ahLst/>
              <a:cxnLst/>
              <a:rect l="l" t="t" r="r" b="b"/>
              <a:pathLst>
                <a:path w="2670951" h="3350306" extrusionOk="0">
                  <a:moveTo>
                    <a:pt x="2625857" y="1488073"/>
                  </a:moveTo>
                  <a:lnTo>
                    <a:pt x="60628" y="5983"/>
                  </a:lnTo>
                  <a:cubicBezTo>
                    <a:pt x="51862" y="-199"/>
                    <a:pt x="40631" y="-1694"/>
                    <a:pt x="30552" y="1983"/>
                  </a:cubicBezTo>
                  <a:lnTo>
                    <a:pt x="30552" y="1983"/>
                  </a:lnTo>
                  <a:lnTo>
                    <a:pt x="30552" y="1983"/>
                  </a:lnTo>
                  <a:lnTo>
                    <a:pt x="27982" y="3507"/>
                  </a:lnTo>
                  <a:lnTo>
                    <a:pt x="0" y="19699"/>
                  </a:lnTo>
                  <a:lnTo>
                    <a:pt x="16085" y="42464"/>
                  </a:lnTo>
                  <a:lnTo>
                    <a:pt x="16085" y="1769061"/>
                  </a:lnTo>
                  <a:cubicBezTo>
                    <a:pt x="17798" y="1800712"/>
                    <a:pt x="34483" y="1829649"/>
                    <a:pt x="61009" y="1846975"/>
                  </a:cubicBezTo>
                  <a:lnTo>
                    <a:pt x="2622716" y="3327351"/>
                  </a:lnTo>
                  <a:lnTo>
                    <a:pt x="2626333" y="3350306"/>
                  </a:lnTo>
                  <a:lnTo>
                    <a:pt x="2657456" y="3332304"/>
                  </a:lnTo>
                  <a:lnTo>
                    <a:pt x="2657456" y="3332304"/>
                  </a:lnTo>
                  <a:cubicBezTo>
                    <a:pt x="2666869" y="3325741"/>
                    <a:pt x="2671970" y="3314578"/>
                    <a:pt x="2670781" y="3303157"/>
                  </a:cubicBezTo>
                  <a:lnTo>
                    <a:pt x="2670781" y="1565988"/>
                  </a:lnTo>
                  <a:cubicBezTo>
                    <a:pt x="2669068" y="1534336"/>
                    <a:pt x="2652383" y="1505399"/>
                    <a:pt x="2625857" y="1488073"/>
                  </a:cubicBez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2" name="Google Shape;2062;p34"/>
            <p:cNvSpPr/>
            <p:nvPr/>
          </p:nvSpPr>
          <p:spPr>
            <a:xfrm>
              <a:off x="3662233" y="794118"/>
              <a:ext cx="2655076" cy="3335369"/>
            </a:xfrm>
            <a:custGeom>
              <a:avLst/>
              <a:gdLst/>
              <a:ahLst/>
              <a:cxnLst/>
              <a:rect l="l" t="t" r="r" b="b"/>
              <a:pathLst>
                <a:path w="2655076" h="3335369" extrusionOk="0">
                  <a:moveTo>
                    <a:pt x="2655077" y="1566234"/>
                  </a:moveTo>
                  <a:lnTo>
                    <a:pt x="2655077" y="3303309"/>
                  </a:lnTo>
                  <a:cubicBezTo>
                    <a:pt x="2655077" y="3331884"/>
                    <a:pt x="2635089" y="3343599"/>
                    <a:pt x="2610153" y="3329216"/>
                  </a:cubicBezTo>
                  <a:lnTo>
                    <a:pt x="44924" y="1847031"/>
                  </a:lnTo>
                  <a:cubicBezTo>
                    <a:pt x="18398" y="1829705"/>
                    <a:pt x="1713" y="1800768"/>
                    <a:pt x="0" y="1769117"/>
                  </a:cubicBezTo>
                  <a:lnTo>
                    <a:pt x="0" y="32138"/>
                  </a:lnTo>
                  <a:cubicBezTo>
                    <a:pt x="0" y="3563"/>
                    <a:pt x="20082" y="-8248"/>
                    <a:pt x="44924" y="6134"/>
                  </a:cubicBezTo>
                  <a:lnTo>
                    <a:pt x="2610153" y="1488320"/>
                  </a:lnTo>
                  <a:cubicBezTo>
                    <a:pt x="2636717" y="1505607"/>
                    <a:pt x="2653411" y="1534564"/>
                    <a:pt x="2655077" y="1566234"/>
                  </a:cubicBezTo>
                  <a:close/>
                </a:path>
              </a:pathLst>
            </a:custGeom>
            <a:solidFill>
              <a:srgbClr val="FAFBF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3" name="Google Shape;2063;p34"/>
            <p:cNvSpPr/>
            <p:nvPr/>
          </p:nvSpPr>
          <p:spPr>
            <a:xfrm>
              <a:off x="3763407" y="1012375"/>
              <a:ext cx="1575095" cy="1000982"/>
            </a:xfrm>
            <a:custGeom>
              <a:avLst/>
              <a:gdLst/>
              <a:ahLst/>
              <a:cxnLst/>
              <a:rect l="l" t="t" r="r" b="b"/>
              <a:pathLst>
                <a:path w="1575095" h="1000982" extrusionOk="0">
                  <a:moveTo>
                    <a:pt x="1575095" y="1000982"/>
                  </a:moveTo>
                  <a:lnTo>
                    <a:pt x="0" y="90869"/>
                  </a:lnTo>
                  <a:lnTo>
                    <a:pt x="0" y="0"/>
                  </a:lnTo>
                  <a:lnTo>
                    <a:pt x="1575095" y="910114"/>
                  </a:lnTo>
                  <a:lnTo>
                    <a:pt x="1575095" y="1000982"/>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4" name="Google Shape;2064;p34"/>
            <p:cNvSpPr/>
            <p:nvPr/>
          </p:nvSpPr>
          <p:spPr>
            <a:xfrm>
              <a:off x="3763407" y="1170775"/>
              <a:ext cx="1493432" cy="908399"/>
            </a:xfrm>
            <a:custGeom>
              <a:avLst/>
              <a:gdLst/>
              <a:ahLst/>
              <a:cxnLst/>
              <a:rect l="l" t="t" r="r" b="b"/>
              <a:pathLst>
                <a:path w="1493432" h="908399" extrusionOk="0">
                  <a:moveTo>
                    <a:pt x="1493433" y="908399"/>
                  </a:moveTo>
                  <a:lnTo>
                    <a:pt x="0" y="45434"/>
                  </a:lnTo>
                  <a:lnTo>
                    <a:pt x="0" y="0"/>
                  </a:lnTo>
                  <a:lnTo>
                    <a:pt x="1493433" y="862965"/>
                  </a:lnTo>
                  <a:lnTo>
                    <a:pt x="1493433" y="908399"/>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5" name="Google Shape;2065;p34"/>
            <p:cNvSpPr/>
            <p:nvPr/>
          </p:nvSpPr>
          <p:spPr>
            <a:xfrm>
              <a:off x="3763407" y="1252119"/>
              <a:ext cx="1319638" cy="808005"/>
            </a:xfrm>
            <a:custGeom>
              <a:avLst/>
              <a:gdLst/>
              <a:ahLst/>
              <a:cxnLst/>
              <a:rect l="l" t="t" r="r" b="b"/>
              <a:pathLst>
                <a:path w="1319638" h="808005" extrusionOk="0">
                  <a:moveTo>
                    <a:pt x="1319638" y="808006"/>
                  </a:moveTo>
                  <a:lnTo>
                    <a:pt x="0" y="45434"/>
                  </a:lnTo>
                  <a:lnTo>
                    <a:pt x="0" y="0"/>
                  </a:lnTo>
                  <a:lnTo>
                    <a:pt x="1319638" y="762572"/>
                  </a:lnTo>
                  <a:lnTo>
                    <a:pt x="1319638" y="808006"/>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6" name="Google Shape;2066;p34"/>
            <p:cNvSpPr/>
            <p:nvPr/>
          </p:nvSpPr>
          <p:spPr>
            <a:xfrm>
              <a:off x="3763407" y="1333558"/>
              <a:ext cx="1235786" cy="759428"/>
            </a:xfrm>
            <a:custGeom>
              <a:avLst/>
              <a:gdLst/>
              <a:ahLst/>
              <a:cxnLst/>
              <a:rect l="l" t="t" r="r" b="b"/>
              <a:pathLst>
                <a:path w="1235786" h="759428" extrusionOk="0">
                  <a:moveTo>
                    <a:pt x="1235787" y="759428"/>
                  </a:moveTo>
                  <a:lnTo>
                    <a:pt x="0" y="45434"/>
                  </a:lnTo>
                  <a:lnTo>
                    <a:pt x="0" y="0"/>
                  </a:lnTo>
                  <a:lnTo>
                    <a:pt x="1235787" y="713994"/>
                  </a:lnTo>
                  <a:lnTo>
                    <a:pt x="1235787" y="759428"/>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7" name="Google Shape;2067;p34"/>
            <p:cNvSpPr/>
            <p:nvPr/>
          </p:nvSpPr>
          <p:spPr>
            <a:xfrm>
              <a:off x="5632982" y="2768594"/>
              <a:ext cx="578775" cy="425291"/>
            </a:xfrm>
            <a:custGeom>
              <a:avLst/>
              <a:gdLst/>
              <a:ahLst/>
              <a:cxnLst/>
              <a:rect l="l" t="t" r="r" b="b"/>
              <a:pathLst>
                <a:path w="578775" h="425291" extrusionOk="0">
                  <a:moveTo>
                    <a:pt x="578775" y="425291"/>
                  </a:moveTo>
                  <a:lnTo>
                    <a:pt x="0" y="90869"/>
                  </a:lnTo>
                  <a:lnTo>
                    <a:pt x="0" y="0"/>
                  </a:lnTo>
                  <a:lnTo>
                    <a:pt x="578775" y="334328"/>
                  </a:lnTo>
                  <a:lnTo>
                    <a:pt x="578775" y="425291"/>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8" name="Google Shape;2068;p34"/>
            <p:cNvSpPr/>
            <p:nvPr/>
          </p:nvSpPr>
          <p:spPr>
            <a:xfrm>
              <a:off x="5632982" y="2926995"/>
              <a:ext cx="548794" cy="362521"/>
            </a:xfrm>
            <a:custGeom>
              <a:avLst/>
              <a:gdLst/>
              <a:ahLst/>
              <a:cxnLst/>
              <a:rect l="l" t="t" r="r" b="b"/>
              <a:pathLst>
                <a:path w="548794" h="362521" extrusionOk="0">
                  <a:moveTo>
                    <a:pt x="548795" y="362521"/>
                  </a:moveTo>
                  <a:lnTo>
                    <a:pt x="0" y="45434"/>
                  </a:lnTo>
                  <a:lnTo>
                    <a:pt x="0" y="0"/>
                  </a:lnTo>
                  <a:lnTo>
                    <a:pt x="548795" y="317087"/>
                  </a:lnTo>
                  <a:lnTo>
                    <a:pt x="548795" y="362521"/>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69" name="Google Shape;2069;p34"/>
            <p:cNvSpPr/>
            <p:nvPr/>
          </p:nvSpPr>
          <p:spPr>
            <a:xfrm>
              <a:off x="5632982" y="3008338"/>
              <a:ext cx="484930" cy="325659"/>
            </a:xfrm>
            <a:custGeom>
              <a:avLst/>
              <a:gdLst/>
              <a:ahLst/>
              <a:cxnLst/>
              <a:rect l="l" t="t" r="r" b="b"/>
              <a:pathLst>
                <a:path w="484930" h="325659" extrusionOk="0">
                  <a:moveTo>
                    <a:pt x="484930" y="325660"/>
                  </a:moveTo>
                  <a:lnTo>
                    <a:pt x="0" y="45434"/>
                  </a:lnTo>
                  <a:lnTo>
                    <a:pt x="0" y="0"/>
                  </a:lnTo>
                  <a:lnTo>
                    <a:pt x="484930" y="280226"/>
                  </a:lnTo>
                  <a:lnTo>
                    <a:pt x="484930" y="325660"/>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0" name="Google Shape;2070;p34"/>
            <p:cNvSpPr/>
            <p:nvPr/>
          </p:nvSpPr>
          <p:spPr>
            <a:xfrm>
              <a:off x="5632982" y="3089777"/>
              <a:ext cx="454092" cy="307752"/>
            </a:xfrm>
            <a:custGeom>
              <a:avLst/>
              <a:gdLst/>
              <a:ahLst/>
              <a:cxnLst/>
              <a:rect l="l" t="t" r="r" b="b"/>
              <a:pathLst>
                <a:path w="454092" h="307752" extrusionOk="0">
                  <a:moveTo>
                    <a:pt x="454093" y="307753"/>
                  </a:moveTo>
                  <a:lnTo>
                    <a:pt x="0" y="45434"/>
                  </a:lnTo>
                  <a:lnTo>
                    <a:pt x="0" y="0"/>
                  </a:lnTo>
                  <a:lnTo>
                    <a:pt x="454093" y="262319"/>
                  </a:lnTo>
                  <a:lnTo>
                    <a:pt x="454093" y="307753"/>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1" name="Google Shape;2071;p34"/>
            <p:cNvSpPr/>
            <p:nvPr/>
          </p:nvSpPr>
          <p:spPr>
            <a:xfrm>
              <a:off x="3763407" y="1505008"/>
              <a:ext cx="1575095" cy="1000982"/>
            </a:xfrm>
            <a:custGeom>
              <a:avLst/>
              <a:gdLst/>
              <a:ahLst/>
              <a:cxnLst/>
              <a:rect l="l" t="t" r="r" b="b"/>
              <a:pathLst>
                <a:path w="1575095" h="1000982" extrusionOk="0">
                  <a:moveTo>
                    <a:pt x="1575095" y="1000982"/>
                  </a:moveTo>
                  <a:lnTo>
                    <a:pt x="0" y="90868"/>
                  </a:lnTo>
                  <a:lnTo>
                    <a:pt x="0" y="0"/>
                  </a:lnTo>
                  <a:lnTo>
                    <a:pt x="1575095" y="910114"/>
                  </a:lnTo>
                  <a:lnTo>
                    <a:pt x="1575095" y="1000982"/>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2" name="Google Shape;2072;p34"/>
            <p:cNvSpPr/>
            <p:nvPr/>
          </p:nvSpPr>
          <p:spPr>
            <a:xfrm>
              <a:off x="3763407" y="1663408"/>
              <a:ext cx="1493432" cy="908399"/>
            </a:xfrm>
            <a:custGeom>
              <a:avLst/>
              <a:gdLst/>
              <a:ahLst/>
              <a:cxnLst/>
              <a:rect l="l" t="t" r="r" b="b"/>
              <a:pathLst>
                <a:path w="1493432" h="908399" extrusionOk="0">
                  <a:moveTo>
                    <a:pt x="1493433" y="908399"/>
                  </a:moveTo>
                  <a:lnTo>
                    <a:pt x="0" y="45529"/>
                  </a:lnTo>
                  <a:lnTo>
                    <a:pt x="0" y="0"/>
                  </a:lnTo>
                  <a:lnTo>
                    <a:pt x="1493433" y="862965"/>
                  </a:lnTo>
                  <a:lnTo>
                    <a:pt x="1493433" y="908399"/>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3" name="Google Shape;2073;p34"/>
            <p:cNvSpPr/>
            <p:nvPr/>
          </p:nvSpPr>
          <p:spPr>
            <a:xfrm>
              <a:off x="3763407" y="1744847"/>
              <a:ext cx="1319638" cy="807910"/>
            </a:xfrm>
            <a:custGeom>
              <a:avLst/>
              <a:gdLst/>
              <a:ahLst/>
              <a:cxnLst/>
              <a:rect l="l" t="t" r="r" b="b"/>
              <a:pathLst>
                <a:path w="1319638" h="807910" extrusionOk="0">
                  <a:moveTo>
                    <a:pt x="1319638" y="807911"/>
                  </a:moveTo>
                  <a:lnTo>
                    <a:pt x="0" y="45434"/>
                  </a:lnTo>
                  <a:lnTo>
                    <a:pt x="0" y="0"/>
                  </a:lnTo>
                  <a:lnTo>
                    <a:pt x="1319638" y="762476"/>
                  </a:lnTo>
                  <a:lnTo>
                    <a:pt x="1319638" y="807911"/>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4" name="Google Shape;2074;p34"/>
            <p:cNvSpPr/>
            <p:nvPr/>
          </p:nvSpPr>
          <p:spPr>
            <a:xfrm>
              <a:off x="3763407" y="1826191"/>
              <a:ext cx="1235786" cy="759523"/>
            </a:xfrm>
            <a:custGeom>
              <a:avLst/>
              <a:gdLst/>
              <a:ahLst/>
              <a:cxnLst/>
              <a:rect l="l" t="t" r="r" b="b"/>
              <a:pathLst>
                <a:path w="1235786" h="759523" extrusionOk="0">
                  <a:moveTo>
                    <a:pt x="1235787" y="759523"/>
                  </a:moveTo>
                  <a:lnTo>
                    <a:pt x="0" y="45434"/>
                  </a:lnTo>
                  <a:lnTo>
                    <a:pt x="0" y="0"/>
                  </a:lnTo>
                  <a:lnTo>
                    <a:pt x="1235787" y="713994"/>
                  </a:lnTo>
                  <a:lnTo>
                    <a:pt x="1235787" y="759523"/>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5" name="Google Shape;2075;p34"/>
            <p:cNvSpPr/>
            <p:nvPr/>
          </p:nvSpPr>
          <p:spPr>
            <a:xfrm>
              <a:off x="3763407" y="1997641"/>
              <a:ext cx="1575095" cy="1001077"/>
            </a:xfrm>
            <a:custGeom>
              <a:avLst/>
              <a:gdLst/>
              <a:ahLst/>
              <a:cxnLst/>
              <a:rect l="l" t="t" r="r" b="b"/>
              <a:pathLst>
                <a:path w="1575095" h="1001077" extrusionOk="0">
                  <a:moveTo>
                    <a:pt x="1575095" y="1001078"/>
                  </a:moveTo>
                  <a:lnTo>
                    <a:pt x="0" y="90964"/>
                  </a:lnTo>
                  <a:lnTo>
                    <a:pt x="0" y="0"/>
                  </a:lnTo>
                  <a:lnTo>
                    <a:pt x="1575095" y="910209"/>
                  </a:lnTo>
                  <a:lnTo>
                    <a:pt x="1575095" y="1001078"/>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6" name="Google Shape;2076;p34"/>
            <p:cNvSpPr/>
            <p:nvPr/>
          </p:nvSpPr>
          <p:spPr>
            <a:xfrm>
              <a:off x="3763407" y="2156137"/>
              <a:ext cx="1493432" cy="908399"/>
            </a:xfrm>
            <a:custGeom>
              <a:avLst/>
              <a:gdLst/>
              <a:ahLst/>
              <a:cxnLst/>
              <a:rect l="l" t="t" r="r" b="b"/>
              <a:pathLst>
                <a:path w="1493432" h="908399" extrusionOk="0">
                  <a:moveTo>
                    <a:pt x="1493433" y="908399"/>
                  </a:moveTo>
                  <a:lnTo>
                    <a:pt x="0" y="45434"/>
                  </a:lnTo>
                  <a:lnTo>
                    <a:pt x="0" y="0"/>
                  </a:lnTo>
                  <a:lnTo>
                    <a:pt x="1493433" y="862870"/>
                  </a:lnTo>
                  <a:lnTo>
                    <a:pt x="1493433" y="908399"/>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7" name="Google Shape;2077;p34"/>
            <p:cNvSpPr/>
            <p:nvPr/>
          </p:nvSpPr>
          <p:spPr>
            <a:xfrm>
              <a:off x="3763407" y="2237480"/>
              <a:ext cx="1319638" cy="808005"/>
            </a:xfrm>
            <a:custGeom>
              <a:avLst/>
              <a:gdLst/>
              <a:ahLst/>
              <a:cxnLst/>
              <a:rect l="l" t="t" r="r" b="b"/>
              <a:pathLst>
                <a:path w="1319638" h="808005" extrusionOk="0">
                  <a:moveTo>
                    <a:pt x="1319638" y="808006"/>
                  </a:moveTo>
                  <a:lnTo>
                    <a:pt x="0" y="45434"/>
                  </a:lnTo>
                  <a:lnTo>
                    <a:pt x="0" y="0"/>
                  </a:lnTo>
                  <a:lnTo>
                    <a:pt x="1319638" y="762476"/>
                  </a:lnTo>
                  <a:lnTo>
                    <a:pt x="1319638" y="808006"/>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8" name="Google Shape;2078;p34"/>
            <p:cNvSpPr/>
            <p:nvPr/>
          </p:nvSpPr>
          <p:spPr>
            <a:xfrm>
              <a:off x="3763407" y="2318824"/>
              <a:ext cx="1235786" cy="759523"/>
            </a:xfrm>
            <a:custGeom>
              <a:avLst/>
              <a:gdLst/>
              <a:ahLst/>
              <a:cxnLst/>
              <a:rect l="l" t="t" r="r" b="b"/>
              <a:pathLst>
                <a:path w="1235786" h="759523" extrusionOk="0">
                  <a:moveTo>
                    <a:pt x="1235787" y="759523"/>
                  </a:moveTo>
                  <a:lnTo>
                    <a:pt x="0" y="45529"/>
                  </a:lnTo>
                  <a:lnTo>
                    <a:pt x="0" y="0"/>
                  </a:lnTo>
                  <a:lnTo>
                    <a:pt x="1235787" y="714089"/>
                  </a:lnTo>
                  <a:lnTo>
                    <a:pt x="1235787" y="759523"/>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79" name="Google Shape;2079;p34"/>
            <p:cNvSpPr/>
            <p:nvPr/>
          </p:nvSpPr>
          <p:spPr>
            <a:xfrm>
              <a:off x="3763407" y="2490369"/>
              <a:ext cx="1575095" cy="1000982"/>
            </a:xfrm>
            <a:custGeom>
              <a:avLst/>
              <a:gdLst/>
              <a:ahLst/>
              <a:cxnLst/>
              <a:rect l="l" t="t" r="r" b="b"/>
              <a:pathLst>
                <a:path w="1575095" h="1000982" extrusionOk="0">
                  <a:moveTo>
                    <a:pt x="1575095" y="1000982"/>
                  </a:moveTo>
                  <a:lnTo>
                    <a:pt x="0" y="90869"/>
                  </a:lnTo>
                  <a:lnTo>
                    <a:pt x="0" y="0"/>
                  </a:lnTo>
                  <a:lnTo>
                    <a:pt x="1575095" y="910114"/>
                  </a:lnTo>
                  <a:lnTo>
                    <a:pt x="1575095" y="1000982"/>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0" name="Google Shape;2080;p34"/>
            <p:cNvSpPr/>
            <p:nvPr/>
          </p:nvSpPr>
          <p:spPr>
            <a:xfrm>
              <a:off x="3763407" y="2648770"/>
              <a:ext cx="1493528" cy="887920"/>
            </a:xfrm>
            <a:custGeom>
              <a:avLst/>
              <a:gdLst/>
              <a:ahLst/>
              <a:cxnLst/>
              <a:rect l="l" t="t" r="r" b="b"/>
              <a:pathLst>
                <a:path w="1493528" h="887920" extrusionOk="0">
                  <a:moveTo>
                    <a:pt x="1493528" y="862965"/>
                  </a:moveTo>
                  <a:lnTo>
                    <a:pt x="1493528" y="887920"/>
                  </a:lnTo>
                  <a:lnTo>
                    <a:pt x="0" y="24955"/>
                  </a:lnTo>
                  <a:lnTo>
                    <a:pt x="0" y="0"/>
                  </a:lnTo>
                  <a:lnTo>
                    <a:pt x="1493528" y="862965"/>
                  </a:ln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1" name="Google Shape;2081;p34"/>
            <p:cNvSpPr/>
            <p:nvPr/>
          </p:nvSpPr>
          <p:spPr>
            <a:xfrm>
              <a:off x="5633267" y="2100963"/>
              <a:ext cx="578489" cy="901329"/>
            </a:xfrm>
            <a:custGeom>
              <a:avLst/>
              <a:gdLst/>
              <a:ahLst/>
              <a:cxnLst/>
              <a:rect l="l" t="t" r="r" b="b"/>
              <a:pathLst>
                <a:path w="578489" h="901329" extrusionOk="0">
                  <a:moveTo>
                    <a:pt x="560502" y="899184"/>
                  </a:moveTo>
                  <a:lnTo>
                    <a:pt x="17989" y="585621"/>
                  </a:lnTo>
                  <a:cubicBezTo>
                    <a:pt x="6910" y="577639"/>
                    <a:pt x="247" y="564895"/>
                    <a:pt x="0" y="551236"/>
                  </a:cubicBezTo>
                  <a:lnTo>
                    <a:pt x="0" y="15645"/>
                  </a:lnTo>
                  <a:cubicBezTo>
                    <a:pt x="0" y="2405"/>
                    <a:pt x="8090" y="-3405"/>
                    <a:pt x="17989" y="2024"/>
                  </a:cubicBezTo>
                  <a:lnTo>
                    <a:pt x="560502" y="315587"/>
                  </a:lnTo>
                  <a:cubicBezTo>
                    <a:pt x="571580" y="323569"/>
                    <a:pt x="578242" y="336314"/>
                    <a:pt x="578490" y="349973"/>
                  </a:cubicBezTo>
                  <a:lnTo>
                    <a:pt x="578490" y="885563"/>
                  </a:lnTo>
                  <a:cubicBezTo>
                    <a:pt x="578490" y="898803"/>
                    <a:pt x="570400" y="904899"/>
                    <a:pt x="560502" y="899184"/>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2" name="Google Shape;2082;p34"/>
            <p:cNvSpPr/>
            <p:nvPr/>
          </p:nvSpPr>
          <p:spPr>
            <a:xfrm>
              <a:off x="3680697" y="317054"/>
              <a:ext cx="2667830" cy="1909376"/>
            </a:xfrm>
            <a:custGeom>
              <a:avLst/>
              <a:gdLst/>
              <a:ahLst/>
              <a:cxnLst/>
              <a:rect l="l" t="t" r="r" b="b"/>
              <a:pathLst>
                <a:path w="2667830" h="1909376" extrusionOk="0">
                  <a:moveTo>
                    <a:pt x="2622906" y="1487514"/>
                  </a:moveTo>
                  <a:lnTo>
                    <a:pt x="57678" y="5329"/>
                  </a:lnTo>
                  <a:cubicBezTo>
                    <a:pt x="49302" y="-517"/>
                    <a:pt x="38518" y="-1633"/>
                    <a:pt x="29124" y="2376"/>
                  </a:cubicBezTo>
                  <a:lnTo>
                    <a:pt x="29124" y="2376"/>
                  </a:lnTo>
                  <a:lnTo>
                    <a:pt x="29124" y="2376"/>
                  </a:lnTo>
                  <a:lnTo>
                    <a:pt x="28553" y="2376"/>
                  </a:lnTo>
                  <a:lnTo>
                    <a:pt x="0" y="18378"/>
                  </a:lnTo>
                  <a:lnTo>
                    <a:pt x="12563" y="38762"/>
                  </a:lnTo>
                  <a:lnTo>
                    <a:pt x="12563" y="320416"/>
                  </a:lnTo>
                  <a:cubicBezTo>
                    <a:pt x="12563" y="353468"/>
                    <a:pt x="32741" y="391949"/>
                    <a:pt x="57583" y="406141"/>
                  </a:cubicBezTo>
                  <a:lnTo>
                    <a:pt x="2617386" y="1885374"/>
                  </a:lnTo>
                  <a:lnTo>
                    <a:pt x="2618719" y="1909377"/>
                  </a:lnTo>
                  <a:lnTo>
                    <a:pt x="2651174" y="1891470"/>
                  </a:lnTo>
                  <a:lnTo>
                    <a:pt x="2651936" y="1890993"/>
                  </a:lnTo>
                  <a:lnTo>
                    <a:pt x="2652888" y="1890517"/>
                  </a:lnTo>
                  <a:lnTo>
                    <a:pt x="2652888" y="1890517"/>
                  </a:lnTo>
                  <a:cubicBezTo>
                    <a:pt x="2662405" y="1884897"/>
                    <a:pt x="2667830" y="1872324"/>
                    <a:pt x="2667830" y="1854608"/>
                  </a:cubicBezTo>
                  <a:lnTo>
                    <a:pt x="2667830" y="1573525"/>
                  </a:lnTo>
                  <a:cubicBezTo>
                    <a:pt x="2667830" y="1540378"/>
                    <a:pt x="2647653" y="1501897"/>
                    <a:pt x="2622906" y="1487514"/>
                  </a:cubicBez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3" name="Google Shape;2083;p34"/>
            <p:cNvSpPr/>
            <p:nvPr/>
          </p:nvSpPr>
          <p:spPr>
            <a:xfrm>
              <a:off x="3662233" y="334831"/>
              <a:ext cx="2655171" cy="1893451"/>
            </a:xfrm>
            <a:custGeom>
              <a:avLst/>
              <a:gdLst/>
              <a:ahLst/>
              <a:cxnLst/>
              <a:rect l="l" t="t" r="r" b="b"/>
              <a:pathLst>
                <a:path w="2655171" h="1893451" extrusionOk="0">
                  <a:moveTo>
                    <a:pt x="2610153" y="1888076"/>
                  </a:moveTo>
                  <a:lnTo>
                    <a:pt x="44924" y="405890"/>
                  </a:lnTo>
                  <a:cubicBezTo>
                    <a:pt x="20082" y="391508"/>
                    <a:pt x="0" y="353027"/>
                    <a:pt x="0" y="320165"/>
                  </a:cubicBezTo>
                  <a:lnTo>
                    <a:pt x="0" y="39368"/>
                  </a:lnTo>
                  <a:cubicBezTo>
                    <a:pt x="0" y="6317"/>
                    <a:pt x="20082" y="-8923"/>
                    <a:pt x="44924" y="5364"/>
                  </a:cubicBezTo>
                  <a:lnTo>
                    <a:pt x="2610153" y="1487168"/>
                  </a:lnTo>
                  <a:cubicBezTo>
                    <a:pt x="2634994" y="1501551"/>
                    <a:pt x="2655172" y="1540032"/>
                    <a:pt x="2655172" y="1572893"/>
                  </a:cubicBezTo>
                  <a:lnTo>
                    <a:pt x="2655172" y="1853976"/>
                  </a:lnTo>
                  <a:cubicBezTo>
                    <a:pt x="2655172" y="1887218"/>
                    <a:pt x="2634994" y="1902363"/>
                    <a:pt x="2610153" y="1888076"/>
                  </a:cubicBezTo>
                  <a:close/>
                </a:path>
              </a:pathLst>
            </a:custGeom>
            <a:solidFill>
              <a:srgbClr val="FAFBF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4" name="Google Shape;2084;p34"/>
            <p:cNvSpPr/>
            <p:nvPr/>
          </p:nvSpPr>
          <p:spPr>
            <a:xfrm>
              <a:off x="3763692" y="506668"/>
              <a:ext cx="2448064" cy="1546988"/>
            </a:xfrm>
            <a:custGeom>
              <a:avLst/>
              <a:gdLst/>
              <a:ahLst/>
              <a:cxnLst/>
              <a:rect l="l" t="t" r="r" b="b"/>
              <a:pathLst>
                <a:path w="2448064" h="1546988" extrusionOk="0">
                  <a:moveTo>
                    <a:pt x="2430077" y="1544789"/>
                  </a:moveTo>
                  <a:lnTo>
                    <a:pt x="17703" y="150995"/>
                  </a:lnTo>
                  <a:cubicBezTo>
                    <a:pt x="6701" y="142981"/>
                    <a:pt x="133" y="130229"/>
                    <a:pt x="0" y="116610"/>
                  </a:cubicBezTo>
                  <a:lnTo>
                    <a:pt x="0" y="15645"/>
                  </a:lnTo>
                  <a:cubicBezTo>
                    <a:pt x="0" y="2405"/>
                    <a:pt x="7995" y="-3405"/>
                    <a:pt x="17989" y="2024"/>
                  </a:cubicBezTo>
                  <a:lnTo>
                    <a:pt x="2430077" y="1395913"/>
                  </a:lnTo>
                  <a:cubicBezTo>
                    <a:pt x="2441174" y="1403876"/>
                    <a:pt x="2447846" y="1416630"/>
                    <a:pt x="2448065" y="1430298"/>
                  </a:cubicBezTo>
                  <a:lnTo>
                    <a:pt x="2448065" y="1531168"/>
                  </a:lnTo>
                  <a:cubicBezTo>
                    <a:pt x="2448065" y="1544503"/>
                    <a:pt x="2439975" y="1550599"/>
                    <a:pt x="2430077" y="1544789"/>
                  </a:cubicBezTo>
                  <a:close/>
                </a:path>
              </a:pathLst>
            </a:custGeom>
            <a:solidFill>
              <a:srgbClr val="E9EA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5" name="Google Shape;2085;p34"/>
            <p:cNvSpPr/>
            <p:nvPr/>
          </p:nvSpPr>
          <p:spPr>
            <a:xfrm>
              <a:off x="6042246" y="1815046"/>
              <a:ext cx="173984" cy="241344"/>
            </a:xfrm>
            <a:custGeom>
              <a:avLst/>
              <a:gdLst/>
              <a:ahLst/>
              <a:cxnLst/>
              <a:rect l="l" t="t" r="r" b="b"/>
              <a:pathLst>
                <a:path w="173984" h="241344" extrusionOk="0">
                  <a:moveTo>
                    <a:pt x="155996" y="239077"/>
                  </a:moveTo>
                  <a:lnTo>
                    <a:pt x="0" y="148876"/>
                  </a:lnTo>
                  <a:lnTo>
                    <a:pt x="0" y="0"/>
                  </a:lnTo>
                  <a:lnTo>
                    <a:pt x="155996" y="90106"/>
                  </a:lnTo>
                  <a:cubicBezTo>
                    <a:pt x="167094" y="98069"/>
                    <a:pt x="173766" y="110823"/>
                    <a:pt x="173985" y="124492"/>
                  </a:cubicBezTo>
                  <a:lnTo>
                    <a:pt x="173985" y="225457"/>
                  </a:lnTo>
                  <a:cubicBezTo>
                    <a:pt x="173985" y="238696"/>
                    <a:pt x="165895" y="245078"/>
                    <a:pt x="155996" y="239077"/>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6" name="Google Shape;2086;p34"/>
            <p:cNvSpPr/>
            <p:nvPr/>
          </p:nvSpPr>
          <p:spPr>
            <a:xfrm>
              <a:off x="3824606" y="578160"/>
              <a:ext cx="40165" cy="72472"/>
            </a:xfrm>
            <a:custGeom>
              <a:avLst/>
              <a:gdLst/>
              <a:ahLst/>
              <a:cxnLst/>
              <a:rect l="l" t="t" r="r" b="b"/>
              <a:pathLst>
                <a:path w="40165" h="72472" extrusionOk="0">
                  <a:moveTo>
                    <a:pt x="19702" y="39213"/>
                  </a:moveTo>
                  <a:cubicBezTo>
                    <a:pt x="14343" y="34706"/>
                    <a:pt x="9642" y="29481"/>
                    <a:pt x="5711" y="23687"/>
                  </a:cubicBezTo>
                  <a:cubicBezTo>
                    <a:pt x="3103" y="19577"/>
                    <a:pt x="1656" y="14838"/>
                    <a:pt x="1523" y="9971"/>
                  </a:cubicBezTo>
                  <a:cubicBezTo>
                    <a:pt x="1523" y="4892"/>
                    <a:pt x="3236" y="1716"/>
                    <a:pt x="6663" y="446"/>
                  </a:cubicBezTo>
                  <a:cubicBezTo>
                    <a:pt x="11402" y="-686"/>
                    <a:pt x="16390" y="362"/>
                    <a:pt x="20273" y="3304"/>
                  </a:cubicBezTo>
                  <a:cubicBezTo>
                    <a:pt x="27820" y="7698"/>
                    <a:pt x="33779" y="14365"/>
                    <a:pt x="37310" y="22354"/>
                  </a:cubicBezTo>
                  <a:cubicBezTo>
                    <a:pt x="38899" y="25889"/>
                    <a:pt x="39746" y="29716"/>
                    <a:pt x="39784" y="33593"/>
                  </a:cubicBezTo>
                  <a:lnTo>
                    <a:pt x="32456" y="29307"/>
                  </a:lnTo>
                  <a:cubicBezTo>
                    <a:pt x="32446" y="25435"/>
                    <a:pt x="31361" y="21642"/>
                    <a:pt x="29315" y="18353"/>
                  </a:cubicBezTo>
                  <a:cubicBezTo>
                    <a:pt x="27059" y="14814"/>
                    <a:pt x="23947" y="11899"/>
                    <a:pt x="20273" y="9876"/>
                  </a:cubicBezTo>
                  <a:cubicBezTo>
                    <a:pt x="17893" y="8035"/>
                    <a:pt x="14867" y="7244"/>
                    <a:pt x="11897" y="7685"/>
                  </a:cubicBezTo>
                  <a:cubicBezTo>
                    <a:pt x="9899" y="8352"/>
                    <a:pt x="8852" y="10352"/>
                    <a:pt x="8852" y="13591"/>
                  </a:cubicBezTo>
                  <a:cubicBezTo>
                    <a:pt x="8956" y="16577"/>
                    <a:pt x="9946" y="19463"/>
                    <a:pt x="11707" y="21878"/>
                  </a:cubicBezTo>
                  <a:cubicBezTo>
                    <a:pt x="14410" y="25801"/>
                    <a:pt x="17608" y="29356"/>
                    <a:pt x="21225" y="32450"/>
                  </a:cubicBezTo>
                  <a:cubicBezTo>
                    <a:pt x="25289" y="35896"/>
                    <a:pt x="29077" y="39653"/>
                    <a:pt x="32551" y="43690"/>
                  </a:cubicBezTo>
                  <a:cubicBezTo>
                    <a:pt x="34911" y="46585"/>
                    <a:pt x="36862" y="49789"/>
                    <a:pt x="38357" y="53215"/>
                  </a:cubicBezTo>
                  <a:cubicBezTo>
                    <a:pt x="39565" y="56243"/>
                    <a:pt x="40184" y="59478"/>
                    <a:pt x="40165" y="62740"/>
                  </a:cubicBezTo>
                  <a:cubicBezTo>
                    <a:pt x="40165" y="67883"/>
                    <a:pt x="38452" y="71027"/>
                    <a:pt x="34930" y="72265"/>
                  </a:cubicBezTo>
                  <a:cubicBezTo>
                    <a:pt x="30000" y="73000"/>
                    <a:pt x="24975" y="71769"/>
                    <a:pt x="20939" y="68836"/>
                  </a:cubicBezTo>
                  <a:cubicBezTo>
                    <a:pt x="16989" y="66477"/>
                    <a:pt x="13392" y="63558"/>
                    <a:pt x="10279" y="60168"/>
                  </a:cubicBezTo>
                  <a:cubicBezTo>
                    <a:pt x="7177" y="56803"/>
                    <a:pt x="4607" y="52980"/>
                    <a:pt x="2665" y="48833"/>
                  </a:cubicBezTo>
                  <a:cubicBezTo>
                    <a:pt x="980" y="45220"/>
                    <a:pt x="76" y="41293"/>
                    <a:pt x="0" y="37308"/>
                  </a:cubicBezTo>
                  <a:lnTo>
                    <a:pt x="7329" y="41594"/>
                  </a:lnTo>
                  <a:cubicBezTo>
                    <a:pt x="7395" y="45632"/>
                    <a:pt x="8690" y="49553"/>
                    <a:pt x="11041" y="52834"/>
                  </a:cubicBezTo>
                  <a:cubicBezTo>
                    <a:pt x="13468" y="56677"/>
                    <a:pt x="16713" y="59932"/>
                    <a:pt x="20558" y="62359"/>
                  </a:cubicBezTo>
                  <a:cubicBezTo>
                    <a:pt x="23109" y="64223"/>
                    <a:pt x="26269" y="65072"/>
                    <a:pt x="29410" y="64740"/>
                  </a:cubicBezTo>
                  <a:cubicBezTo>
                    <a:pt x="31504" y="64073"/>
                    <a:pt x="32456" y="62168"/>
                    <a:pt x="32456" y="59025"/>
                  </a:cubicBezTo>
                  <a:cubicBezTo>
                    <a:pt x="32427" y="55849"/>
                    <a:pt x="31437" y="52758"/>
                    <a:pt x="29600" y="50167"/>
                  </a:cubicBezTo>
                  <a:cubicBezTo>
                    <a:pt x="26726" y="46153"/>
                    <a:pt x="23404" y="42479"/>
                    <a:pt x="19702" y="39213"/>
                  </a:cubicBezTo>
                  <a:close/>
                </a:path>
              </a:pathLst>
            </a:custGeom>
            <a:solidFill>
              <a:srgbClr val="B0B3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7" name="Google Shape;2087;p34"/>
            <p:cNvSpPr/>
            <p:nvPr/>
          </p:nvSpPr>
          <p:spPr>
            <a:xfrm>
              <a:off x="3871213" y="621212"/>
              <a:ext cx="35348" cy="54941"/>
            </a:xfrm>
            <a:custGeom>
              <a:avLst/>
              <a:gdLst/>
              <a:ahLst/>
              <a:cxnLst/>
              <a:rect l="l" t="t" r="r" b="b"/>
              <a:pathLst>
                <a:path w="35348" h="54941" extrusionOk="0">
                  <a:moveTo>
                    <a:pt x="18875" y="51977"/>
                  </a:moveTo>
                  <a:cubicBezTo>
                    <a:pt x="13135" y="48563"/>
                    <a:pt x="8434" y="43659"/>
                    <a:pt x="5264" y="37785"/>
                  </a:cubicBezTo>
                  <a:cubicBezTo>
                    <a:pt x="1838" y="31676"/>
                    <a:pt x="39" y="24788"/>
                    <a:pt x="29" y="17782"/>
                  </a:cubicBezTo>
                  <a:lnTo>
                    <a:pt x="29" y="16354"/>
                  </a:lnTo>
                  <a:cubicBezTo>
                    <a:pt x="-170" y="12433"/>
                    <a:pt x="648" y="8529"/>
                    <a:pt x="2409" y="5019"/>
                  </a:cubicBezTo>
                  <a:cubicBezTo>
                    <a:pt x="3665" y="2461"/>
                    <a:pt x="6073" y="656"/>
                    <a:pt x="8881" y="161"/>
                  </a:cubicBezTo>
                  <a:cubicBezTo>
                    <a:pt x="12203" y="-359"/>
                    <a:pt x="15601" y="390"/>
                    <a:pt x="18399" y="2257"/>
                  </a:cubicBezTo>
                  <a:cubicBezTo>
                    <a:pt x="23757" y="5352"/>
                    <a:pt x="28097" y="9957"/>
                    <a:pt x="30867" y="15496"/>
                  </a:cubicBezTo>
                  <a:cubicBezTo>
                    <a:pt x="33932" y="21744"/>
                    <a:pt x="35474" y="28634"/>
                    <a:pt x="35340" y="35594"/>
                  </a:cubicBezTo>
                  <a:lnTo>
                    <a:pt x="35340" y="38737"/>
                  </a:lnTo>
                  <a:lnTo>
                    <a:pt x="6692" y="22831"/>
                  </a:lnTo>
                  <a:cubicBezTo>
                    <a:pt x="6797" y="27522"/>
                    <a:pt x="8005" y="32121"/>
                    <a:pt x="10213" y="36261"/>
                  </a:cubicBezTo>
                  <a:cubicBezTo>
                    <a:pt x="12136" y="40198"/>
                    <a:pt x="15134" y="43503"/>
                    <a:pt x="18875" y="45786"/>
                  </a:cubicBezTo>
                  <a:cubicBezTo>
                    <a:pt x="20721" y="47055"/>
                    <a:pt x="22920" y="47720"/>
                    <a:pt x="25156" y="47691"/>
                  </a:cubicBezTo>
                  <a:cubicBezTo>
                    <a:pt x="26870" y="47538"/>
                    <a:pt x="28488" y="46798"/>
                    <a:pt x="29725" y="45595"/>
                  </a:cubicBezTo>
                  <a:lnTo>
                    <a:pt x="34008" y="51977"/>
                  </a:lnTo>
                  <a:cubicBezTo>
                    <a:pt x="30962" y="55882"/>
                    <a:pt x="25727" y="55978"/>
                    <a:pt x="18875" y="51977"/>
                  </a:cubicBezTo>
                  <a:close/>
                  <a:moveTo>
                    <a:pt x="18018" y="8924"/>
                  </a:moveTo>
                  <a:cubicBezTo>
                    <a:pt x="15962" y="7338"/>
                    <a:pt x="13164" y="7114"/>
                    <a:pt x="10880" y="8353"/>
                  </a:cubicBezTo>
                  <a:cubicBezTo>
                    <a:pt x="8567" y="10355"/>
                    <a:pt x="7273" y="13292"/>
                    <a:pt x="7358" y="16354"/>
                  </a:cubicBezTo>
                  <a:lnTo>
                    <a:pt x="27916" y="28260"/>
                  </a:lnTo>
                  <a:lnTo>
                    <a:pt x="27916" y="27593"/>
                  </a:lnTo>
                  <a:cubicBezTo>
                    <a:pt x="27821" y="23668"/>
                    <a:pt x="26812" y="19820"/>
                    <a:pt x="24966" y="16354"/>
                  </a:cubicBezTo>
                  <a:cubicBezTo>
                    <a:pt x="23405" y="13263"/>
                    <a:pt x="20997" y="10684"/>
                    <a:pt x="18018" y="8924"/>
                  </a:cubicBezTo>
                  <a:close/>
                </a:path>
              </a:pathLst>
            </a:custGeom>
            <a:solidFill>
              <a:srgbClr val="B0B3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8" name="Google Shape;2088;p34"/>
            <p:cNvSpPr/>
            <p:nvPr/>
          </p:nvSpPr>
          <p:spPr>
            <a:xfrm>
              <a:off x="3913502" y="644554"/>
              <a:ext cx="33883" cy="60925"/>
            </a:xfrm>
            <a:custGeom>
              <a:avLst/>
              <a:gdLst/>
              <a:ahLst/>
              <a:cxnLst/>
              <a:rect l="l" t="t" r="r" b="b"/>
              <a:pathLst>
                <a:path w="33883" h="60925" extrusionOk="0">
                  <a:moveTo>
                    <a:pt x="26174" y="56353"/>
                  </a:moveTo>
                  <a:cubicBezTo>
                    <a:pt x="25593" y="54563"/>
                    <a:pt x="25241" y="52707"/>
                    <a:pt x="25127" y="50829"/>
                  </a:cubicBezTo>
                  <a:cubicBezTo>
                    <a:pt x="21386" y="52815"/>
                    <a:pt x="16837" y="52482"/>
                    <a:pt x="13420" y="49972"/>
                  </a:cubicBezTo>
                  <a:cubicBezTo>
                    <a:pt x="9537" y="47601"/>
                    <a:pt x="6272" y="44336"/>
                    <a:pt x="3902" y="40447"/>
                  </a:cubicBezTo>
                  <a:cubicBezTo>
                    <a:pt x="1418" y="36827"/>
                    <a:pt x="57" y="32551"/>
                    <a:pt x="0" y="28159"/>
                  </a:cubicBezTo>
                  <a:cubicBezTo>
                    <a:pt x="0" y="23206"/>
                    <a:pt x="1618" y="20349"/>
                    <a:pt x="4854" y="19492"/>
                  </a:cubicBezTo>
                  <a:cubicBezTo>
                    <a:pt x="9737" y="19010"/>
                    <a:pt x="14629" y="20368"/>
                    <a:pt x="18560" y="23302"/>
                  </a:cubicBezTo>
                  <a:lnTo>
                    <a:pt x="25412" y="27207"/>
                  </a:lnTo>
                  <a:lnTo>
                    <a:pt x="25412" y="23492"/>
                  </a:lnTo>
                  <a:cubicBezTo>
                    <a:pt x="25403" y="20678"/>
                    <a:pt x="24651" y="17915"/>
                    <a:pt x="23223" y="15491"/>
                  </a:cubicBezTo>
                  <a:cubicBezTo>
                    <a:pt x="21662" y="12855"/>
                    <a:pt x="19435" y="10684"/>
                    <a:pt x="16751" y="9205"/>
                  </a:cubicBezTo>
                  <a:cubicBezTo>
                    <a:pt x="14895" y="7913"/>
                    <a:pt x="12601" y="7401"/>
                    <a:pt x="10374" y="7776"/>
                  </a:cubicBezTo>
                  <a:cubicBezTo>
                    <a:pt x="8728" y="8273"/>
                    <a:pt x="7690" y="9882"/>
                    <a:pt x="7900" y="11586"/>
                  </a:cubicBezTo>
                  <a:lnTo>
                    <a:pt x="761" y="7490"/>
                  </a:lnTo>
                  <a:cubicBezTo>
                    <a:pt x="676" y="5394"/>
                    <a:pt x="1466" y="3356"/>
                    <a:pt x="2950" y="1870"/>
                  </a:cubicBezTo>
                  <a:cubicBezTo>
                    <a:pt x="4607" y="446"/>
                    <a:pt x="6786" y="-213"/>
                    <a:pt x="8947" y="61"/>
                  </a:cubicBezTo>
                  <a:cubicBezTo>
                    <a:pt x="11850" y="393"/>
                    <a:pt x="14648" y="1369"/>
                    <a:pt x="17132" y="2918"/>
                  </a:cubicBezTo>
                  <a:cubicBezTo>
                    <a:pt x="21681" y="5399"/>
                    <a:pt x="25517" y="9008"/>
                    <a:pt x="28268" y="13396"/>
                  </a:cubicBezTo>
                  <a:cubicBezTo>
                    <a:pt x="30895" y="17497"/>
                    <a:pt x="32341" y="22242"/>
                    <a:pt x="32455" y="27112"/>
                  </a:cubicBezTo>
                  <a:lnTo>
                    <a:pt x="32455" y="49019"/>
                  </a:lnTo>
                  <a:cubicBezTo>
                    <a:pt x="32379" y="52815"/>
                    <a:pt x="32865" y="56602"/>
                    <a:pt x="33883" y="60259"/>
                  </a:cubicBezTo>
                  <a:lnTo>
                    <a:pt x="33883" y="60925"/>
                  </a:lnTo>
                  <a:close/>
                  <a:moveTo>
                    <a:pt x="14467" y="43971"/>
                  </a:moveTo>
                  <a:cubicBezTo>
                    <a:pt x="16342" y="45144"/>
                    <a:pt x="18541" y="45710"/>
                    <a:pt x="20749" y="45590"/>
                  </a:cubicBezTo>
                  <a:cubicBezTo>
                    <a:pt x="22547" y="45530"/>
                    <a:pt x="24185" y="44514"/>
                    <a:pt x="25032" y="42923"/>
                  </a:cubicBezTo>
                  <a:lnTo>
                    <a:pt x="25032" y="33398"/>
                  </a:lnTo>
                  <a:lnTo>
                    <a:pt x="19511" y="30160"/>
                  </a:lnTo>
                  <a:cubicBezTo>
                    <a:pt x="10945" y="25207"/>
                    <a:pt x="6662" y="25683"/>
                    <a:pt x="6662" y="31493"/>
                  </a:cubicBezTo>
                  <a:cubicBezTo>
                    <a:pt x="6653" y="34072"/>
                    <a:pt x="7414" y="36593"/>
                    <a:pt x="8851" y="38732"/>
                  </a:cubicBezTo>
                  <a:cubicBezTo>
                    <a:pt x="10270" y="40907"/>
                    <a:pt x="12202" y="42704"/>
                    <a:pt x="14467" y="43971"/>
                  </a:cubicBezTo>
                  <a:close/>
                </a:path>
              </a:pathLst>
            </a:custGeom>
            <a:solidFill>
              <a:srgbClr val="B0B3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89" name="Google Shape;2089;p34"/>
            <p:cNvSpPr/>
            <p:nvPr/>
          </p:nvSpPr>
          <p:spPr>
            <a:xfrm>
              <a:off x="3956522" y="663093"/>
              <a:ext cx="19892" cy="51720"/>
            </a:xfrm>
            <a:custGeom>
              <a:avLst/>
              <a:gdLst/>
              <a:ahLst/>
              <a:cxnLst/>
              <a:rect l="l" t="t" r="r" b="b"/>
              <a:pathLst>
                <a:path w="19892" h="51720" extrusionOk="0">
                  <a:moveTo>
                    <a:pt x="19892" y="18955"/>
                  </a:moveTo>
                  <a:cubicBezTo>
                    <a:pt x="18807" y="18085"/>
                    <a:pt x="17656" y="17290"/>
                    <a:pt x="16466" y="16573"/>
                  </a:cubicBezTo>
                  <a:cubicBezTo>
                    <a:pt x="11897" y="13906"/>
                    <a:pt x="8728" y="14383"/>
                    <a:pt x="6948" y="18002"/>
                  </a:cubicBezTo>
                  <a:lnTo>
                    <a:pt x="6948" y="51721"/>
                  </a:lnTo>
                  <a:lnTo>
                    <a:pt x="0" y="47625"/>
                  </a:lnTo>
                  <a:lnTo>
                    <a:pt x="0" y="0"/>
                  </a:lnTo>
                  <a:lnTo>
                    <a:pt x="6758" y="3905"/>
                  </a:lnTo>
                  <a:lnTo>
                    <a:pt x="6758" y="9430"/>
                  </a:lnTo>
                  <a:cubicBezTo>
                    <a:pt x="9042" y="6572"/>
                    <a:pt x="12278" y="6286"/>
                    <a:pt x="16275" y="8763"/>
                  </a:cubicBezTo>
                  <a:cubicBezTo>
                    <a:pt x="17408" y="9388"/>
                    <a:pt x="18436" y="10192"/>
                    <a:pt x="19321" y="11144"/>
                  </a:cubicBezTo>
                  <a:close/>
                </a:path>
              </a:pathLst>
            </a:custGeom>
            <a:solidFill>
              <a:srgbClr val="B0B3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0" name="Google Shape;2090;p34"/>
            <p:cNvSpPr/>
            <p:nvPr/>
          </p:nvSpPr>
          <p:spPr>
            <a:xfrm>
              <a:off x="3980286" y="683824"/>
              <a:ext cx="34675" cy="54516"/>
            </a:xfrm>
            <a:custGeom>
              <a:avLst/>
              <a:gdLst/>
              <a:ahLst/>
              <a:cxnLst/>
              <a:rect l="l" t="t" r="r" b="b"/>
              <a:pathLst>
                <a:path w="34675" h="54516" extrusionOk="0">
                  <a:moveTo>
                    <a:pt x="18400" y="45467"/>
                  </a:moveTo>
                  <a:cubicBezTo>
                    <a:pt x="20304" y="46811"/>
                    <a:pt x="22721" y="47231"/>
                    <a:pt x="24967" y="46610"/>
                  </a:cubicBezTo>
                  <a:cubicBezTo>
                    <a:pt x="26918" y="45847"/>
                    <a:pt x="28175" y="43941"/>
                    <a:pt x="28108" y="41848"/>
                  </a:cubicBezTo>
                  <a:lnTo>
                    <a:pt x="34675" y="45658"/>
                  </a:lnTo>
                  <a:cubicBezTo>
                    <a:pt x="34694" y="48006"/>
                    <a:pt x="33847" y="50279"/>
                    <a:pt x="32296" y="52040"/>
                  </a:cubicBezTo>
                  <a:cubicBezTo>
                    <a:pt x="30716" y="53647"/>
                    <a:pt x="28555" y="54541"/>
                    <a:pt x="26300" y="54516"/>
                  </a:cubicBezTo>
                  <a:cubicBezTo>
                    <a:pt x="23501" y="54441"/>
                    <a:pt x="20770" y="53619"/>
                    <a:pt x="18400" y="52135"/>
                  </a:cubicBezTo>
                  <a:cubicBezTo>
                    <a:pt x="12680" y="48793"/>
                    <a:pt x="8054" y="43862"/>
                    <a:pt x="5075" y="37943"/>
                  </a:cubicBezTo>
                  <a:cubicBezTo>
                    <a:pt x="1715" y="31610"/>
                    <a:pt x="-17" y="24539"/>
                    <a:pt x="31" y="17369"/>
                  </a:cubicBezTo>
                  <a:lnTo>
                    <a:pt x="31" y="15940"/>
                  </a:lnTo>
                  <a:cubicBezTo>
                    <a:pt x="-169" y="12060"/>
                    <a:pt x="611" y="8193"/>
                    <a:pt x="2315" y="4700"/>
                  </a:cubicBezTo>
                  <a:cubicBezTo>
                    <a:pt x="3467" y="2168"/>
                    <a:pt x="5836" y="405"/>
                    <a:pt x="8597" y="33"/>
                  </a:cubicBezTo>
                  <a:cubicBezTo>
                    <a:pt x="11966" y="-190"/>
                    <a:pt x="15316" y="715"/>
                    <a:pt x="18114" y="2605"/>
                  </a:cubicBezTo>
                  <a:cubicBezTo>
                    <a:pt x="22864" y="5371"/>
                    <a:pt x="26823" y="9306"/>
                    <a:pt x="29631" y="14035"/>
                  </a:cubicBezTo>
                  <a:cubicBezTo>
                    <a:pt x="32543" y="18605"/>
                    <a:pt x="34219" y="23859"/>
                    <a:pt x="34485" y="29275"/>
                  </a:cubicBezTo>
                  <a:lnTo>
                    <a:pt x="27918" y="25465"/>
                  </a:lnTo>
                  <a:cubicBezTo>
                    <a:pt x="27651" y="22098"/>
                    <a:pt x="26604" y="18839"/>
                    <a:pt x="24872" y="15940"/>
                  </a:cubicBezTo>
                  <a:cubicBezTo>
                    <a:pt x="23207" y="13144"/>
                    <a:pt x="20884" y="10792"/>
                    <a:pt x="18114" y="9082"/>
                  </a:cubicBezTo>
                  <a:cubicBezTo>
                    <a:pt x="14564" y="7113"/>
                    <a:pt x="11804" y="7113"/>
                    <a:pt x="9834" y="9082"/>
                  </a:cubicBezTo>
                  <a:cubicBezTo>
                    <a:pt x="7464" y="12284"/>
                    <a:pt x="6408" y="16270"/>
                    <a:pt x="6883" y="20226"/>
                  </a:cubicBezTo>
                  <a:lnTo>
                    <a:pt x="6883" y="21750"/>
                  </a:lnTo>
                  <a:cubicBezTo>
                    <a:pt x="6798" y="26703"/>
                    <a:pt x="7807" y="31614"/>
                    <a:pt x="9834" y="36133"/>
                  </a:cubicBezTo>
                  <a:cubicBezTo>
                    <a:pt x="11652" y="40058"/>
                    <a:pt x="14650" y="43321"/>
                    <a:pt x="18400" y="45467"/>
                  </a:cubicBezTo>
                  <a:close/>
                </a:path>
              </a:pathLst>
            </a:custGeom>
            <a:solidFill>
              <a:srgbClr val="B0B3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1" name="Google Shape;2091;p34"/>
            <p:cNvSpPr/>
            <p:nvPr/>
          </p:nvSpPr>
          <p:spPr>
            <a:xfrm>
              <a:off x="4022575" y="681666"/>
              <a:ext cx="32718" cy="85915"/>
            </a:xfrm>
            <a:custGeom>
              <a:avLst/>
              <a:gdLst/>
              <a:ahLst/>
              <a:cxnLst/>
              <a:rect l="l" t="t" r="r" b="b"/>
              <a:pathLst>
                <a:path w="32718" h="85915" extrusionOk="0">
                  <a:moveTo>
                    <a:pt x="7614" y="29718"/>
                  </a:moveTo>
                  <a:cubicBezTo>
                    <a:pt x="11145" y="26777"/>
                    <a:pt x="16266" y="26777"/>
                    <a:pt x="19797" y="29718"/>
                  </a:cubicBezTo>
                  <a:cubicBezTo>
                    <a:pt x="28411" y="34878"/>
                    <a:pt x="33388" y="44461"/>
                    <a:pt x="32646" y="54483"/>
                  </a:cubicBezTo>
                  <a:lnTo>
                    <a:pt x="32646" y="85916"/>
                  </a:lnTo>
                  <a:lnTo>
                    <a:pt x="25603" y="81820"/>
                  </a:lnTo>
                  <a:lnTo>
                    <a:pt x="25603" y="50387"/>
                  </a:lnTo>
                  <a:cubicBezTo>
                    <a:pt x="25698" y="47343"/>
                    <a:pt x="25003" y="44327"/>
                    <a:pt x="23604" y="41624"/>
                  </a:cubicBezTo>
                  <a:cubicBezTo>
                    <a:pt x="22034" y="39026"/>
                    <a:pt x="19797" y="36890"/>
                    <a:pt x="17132" y="35433"/>
                  </a:cubicBezTo>
                  <a:cubicBezTo>
                    <a:pt x="15352" y="34286"/>
                    <a:pt x="13230" y="33814"/>
                    <a:pt x="11136" y="34100"/>
                  </a:cubicBezTo>
                  <a:cubicBezTo>
                    <a:pt x="9356" y="34510"/>
                    <a:pt x="7852" y="35699"/>
                    <a:pt x="7043" y="37338"/>
                  </a:cubicBezTo>
                  <a:lnTo>
                    <a:pt x="7043" y="71152"/>
                  </a:lnTo>
                  <a:lnTo>
                    <a:pt x="0" y="67056"/>
                  </a:lnTo>
                  <a:lnTo>
                    <a:pt x="0" y="0"/>
                  </a:lnTo>
                  <a:lnTo>
                    <a:pt x="7043" y="4001"/>
                  </a:lnTo>
                  <a:close/>
                </a:path>
              </a:pathLst>
            </a:custGeom>
            <a:solidFill>
              <a:srgbClr val="B0B3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2" name="Google Shape;2092;p34"/>
            <p:cNvSpPr/>
            <p:nvPr/>
          </p:nvSpPr>
          <p:spPr>
            <a:xfrm>
              <a:off x="4065860" y="766513"/>
              <a:ext cx="8800" cy="10615"/>
            </a:xfrm>
            <a:custGeom>
              <a:avLst/>
              <a:gdLst/>
              <a:ahLst/>
              <a:cxnLst/>
              <a:rect l="l" t="t" r="r" b="b"/>
              <a:pathLst>
                <a:path w="8800" h="10615" extrusionOk="0">
                  <a:moveTo>
                    <a:pt x="21" y="3164"/>
                  </a:moveTo>
                  <a:cubicBezTo>
                    <a:pt x="-103" y="2053"/>
                    <a:pt x="326" y="951"/>
                    <a:pt x="1163" y="212"/>
                  </a:cubicBezTo>
                  <a:cubicBezTo>
                    <a:pt x="1829" y="-265"/>
                    <a:pt x="2971" y="212"/>
                    <a:pt x="4399" y="212"/>
                  </a:cubicBezTo>
                  <a:cubicBezTo>
                    <a:pt x="5741" y="1038"/>
                    <a:pt x="6845" y="2183"/>
                    <a:pt x="7635" y="3545"/>
                  </a:cubicBezTo>
                  <a:cubicBezTo>
                    <a:pt x="8378" y="4818"/>
                    <a:pt x="8768" y="6263"/>
                    <a:pt x="8777" y="7736"/>
                  </a:cubicBezTo>
                  <a:cubicBezTo>
                    <a:pt x="8911" y="8767"/>
                    <a:pt x="8473" y="9788"/>
                    <a:pt x="7635" y="10403"/>
                  </a:cubicBezTo>
                  <a:cubicBezTo>
                    <a:pt x="6874" y="10880"/>
                    <a:pt x="5827" y="10403"/>
                    <a:pt x="4399" y="10403"/>
                  </a:cubicBezTo>
                  <a:cubicBezTo>
                    <a:pt x="3029" y="9659"/>
                    <a:pt x="1906" y="8534"/>
                    <a:pt x="1163" y="7165"/>
                  </a:cubicBezTo>
                  <a:cubicBezTo>
                    <a:pt x="440" y="5955"/>
                    <a:pt x="40" y="4575"/>
                    <a:pt x="21" y="3164"/>
                  </a:cubicBezTo>
                  <a:close/>
                </a:path>
              </a:pathLst>
            </a:custGeom>
            <a:solidFill>
              <a:srgbClr val="B0B3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3" name="Google Shape;2093;p34"/>
            <p:cNvSpPr/>
            <p:nvPr/>
          </p:nvSpPr>
          <p:spPr>
            <a:xfrm>
              <a:off x="4086317" y="778377"/>
              <a:ext cx="8807" cy="10445"/>
            </a:xfrm>
            <a:custGeom>
              <a:avLst/>
              <a:gdLst/>
              <a:ahLst/>
              <a:cxnLst/>
              <a:rect l="l" t="t" r="r" b="b"/>
              <a:pathLst>
                <a:path w="8807" h="10445" extrusionOk="0">
                  <a:moveTo>
                    <a:pt x="27" y="3111"/>
                  </a:moveTo>
                  <a:cubicBezTo>
                    <a:pt x="-116" y="2025"/>
                    <a:pt x="313" y="942"/>
                    <a:pt x="1169" y="254"/>
                  </a:cubicBezTo>
                  <a:cubicBezTo>
                    <a:pt x="1835" y="-317"/>
                    <a:pt x="2978" y="254"/>
                    <a:pt x="4405" y="254"/>
                  </a:cubicBezTo>
                  <a:cubicBezTo>
                    <a:pt x="7051" y="1848"/>
                    <a:pt x="8707" y="4687"/>
                    <a:pt x="8784" y="7779"/>
                  </a:cubicBezTo>
                  <a:cubicBezTo>
                    <a:pt x="8917" y="8809"/>
                    <a:pt x="8479" y="9830"/>
                    <a:pt x="7641" y="10446"/>
                  </a:cubicBezTo>
                  <a:cubicBezTo>
                    <a:pt x="6975" y="10446"/>
                    <a:pt x="5833" y="10446"/>
                    <a:pt x="4405" y="10446"/>
                  </a:cubicBezTo>
                  <a:cubicBezTo>
                    <a:pt x="3035" y="9701"/>
                    <a:pt x="1912" y="8576"/>
                    <a:pt x="1169" y="7207"/>
                  </a:cubicBezTo>
                  <a:cubicBezTo>
                    <a:pt x="427" y="5970"/>
                    <a:pt x="27" y="4555"/>
                    <a:pt x="27" y="3111"/>
                  </a:cubicBezTo>
                  <a:close/>
                </a:path>
              </a:pathLst>
            </a:custGeom>
            <a:solidFill>
              <a:srgbClr val="B0B3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4" name="Google Shape;2094;p34"/>
            <p:cNvSpPr/>
            <p:nvPr/>
          </p:nvSpPr>
          <p:spPr>
            <a:xfrm>
              <a:off x="4106781" y="790188"/>
              <a:ext cx="8804" cy="10445"/>
            </a:xfrm>
            <a:custGeom>
              <a:avLst/>
              <a:gdLst/>
              <a:ahLst/>
              <a:cxnLst/>
              <a:rect l="l" t="t" r="r" b="b"/>
              <a:pathLst>
                <a:path w="8804" h="10445" extrusionOk="0">
                  <a:moveTo>
                    <a:pt x="27" y="3111"/>
                  </a:moveTo>
                  <a:cubicBezTo>
                    <a:pt x="-116" y="2025"/>
                    <a:pt x="313" y="942"/>
                    <a:pt x="1169" y="254"/>
                  </a:cubicBezTo>
                  <a:cubicBezTo>
                    <a:pt x="1835" y="-318"/>
                    <a:pt x="2978" y="254"/>
                    <a:pt x="4405" y="254"/>
                  </a:cubicBezTo>
                  <a:cubicBezTo>
                    <a:pt x="5795" y="976"/>
                    <a:pt x="6918" y="2107"/>
                    <a:pt x="7641" y="3493"/>
                  </a:cubicBezTo>
                  <a:cubicBezTo>
                    <a:pt x="8374" y="4770"/>
                    <a:pt x="8764" y="6212"/>
                    <a:pt x="8783" y="7683"/>
                  </a:cubicBezTo>
                  <a:cubicBezTo>
                    <a:pt x="8907" y="8741"/>
                    <a:pt x="8479" y="9788"/>
                    <a:pt x="7641" y="10446"/>
                  </a:cubicBezTo>
                  <a:cubicBezTo>
                    <a:pt x="6975" y="10446"/>
                    <a:pt x="5833" y="10446"/>
                    <a:pt x="4405" y="9874"/>
                  </a:cubicBezTo>
                  <a:cubicBezTo>
                    <a:pt x="3035" y="9129"/>
                    <a:pt x="1912" y="8004"/>
                    <a:pt x="1169" y="6636"/>
                  </a:cubicBezTo>
                  <a:cubicBezTo>
                    <a:pt x="522" y="5567"/>
                    <a:pt x="132" y="4359"/>
                    <a:pt x="27" y="3111"/>
                  </a:cubicBezTo>
                  <a:close/>
                </a:path>
              </a:pathLst>
            </a:custGeom>
            <a:solidFill>
              <a:srgbClr val="B0B3C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5" name="Google Shape;2095;p34"/>
            <p:cNvSpPr/>
            <p:nvPr/>
          </p:nvSpPr>
          <p:spPr>
            <a:xfrm>
              <a:off x="6091738" y="1886219"/>
              <a:ext cx="73770" cy="113063"/>
            </a:xfrm>
            <a:custGeom>
              <a:avLst/>
              <a:gdLst/>
              <a:ahLst/>
              <a:cxnLst/>
              <a:rect l="l" t="t" r="r" b="b"/>
              <a:pathLst>
                <a:path w="73770" h="113063" extrusionOk="0">
                  <a:moveTo>
                    <a:pt x="72240" y="104944"/>
                  </a:moveTo>
                  <a:lnTo>
                    <a:pt x="57011" y="78751"/>
                  </a:lnTo>
                  <a:cubicBezTo>
                    <a:pt x="61932" y="73683"/>
                    <a:pt x="64435" y="66739"/>
                    <a:pt x="63864" y="59701"/>
                  </a:cubicBezTo>
                  <a:cubicBezTo>
                    <a:pt x="62646" y="37222"/>
                    <a:pt x="50806" y="16676"/>
                    <a:pt x="31980" y="4360"/>
                  </a:cubicBezTo>
                  <a:cubicBezTo>
                    <a:pt x="14277" y="-5831"/>
                    <a:pt x="0" y="2455"/>
                    <a:pt x="0" y="22839"/>
                  </a:cubicBezTo>
                  <a:cubicBezTo>
                    <a:pt x="1142" y="45585"/>
                    <a:pt x="13201" y="66378"/>
                    <a:pt x="32360" y="78655"/>
                  </a:cubicBezTo>
                  <a:cubicBezTo>
                    <a:pt x="37776" y="82303"/>
                    <a:pt x="44410" y="83675"/>
                    <a:pt x="50825" y="82465"/>
                  </a:cubicBezTo>
                  <a:lnTo>
                    <a:pt x="66148" y="109040"/>
                  </a:lnTo>
                  <a:cubicBezTo>
                    <a:pt x="67957" y="112088"/>
                    <a:pt x="70812" y="113803"/>
                    <a:pt x="72621" y="112755"/>
                  </a:cubicBezTo>
                  <a:cubicBezTo>
                    <a:pt x="74429" y="111707"/>
                    <a:pt x="73953" y="108088"/>
                    <a:pt x="72240" y="104944"/>
                  </a:cubicBezTo>
                  <a:close/>
                  <a:moveTo>
                    <a:pt x="49683" y="70273"/>
                  </a:moveTo>
                  <a:cubicBezTo>
                    <a:pt x="49131" y="70083"/>
                    <a:pt x="48522" y="70083"/>
                    <a:pt x="47970" y="70273"/>
                  </a:cubicBezTo>
                  <a:cubicBezTo>
                    <a:pt x="47532" y="70578"/>
                    <a:pt x="47198" y="71007"/>
                    <a:pt x="47018" y="71512"/>
                  </a:cubicBezTo>
                  <a:cubicBezTo>
                    <a:pt x="42011" y="72845"/>
                    <a:pt x="36682" y="71978"/>
                    <a:pt x="32360" y="69130"/>
                  </a:cubicBezTo>
                  <a:cubicBezTo>
                    <a:pt x="18198" y="59910"/>
                    <a:pt x="9289" y="44480"/>
                    <a:pt x="8376" y="27601"/>
                  </a:cubicBezTo>
                  <a:cubicBezTo>
                    <a:pt x="8376" y="12266"/>
                    <a:pt x="19131" y="6075"/>
                    <a:pt x="32360" y="13790"/>
                  </a:cubicBezTo>
                  <a:cubicBezTo>
                    <a:pt x="46494" y="23020"/>
                    <a:pt x="55374" y="38450"/>
                    <a:pt x="56250" y="55319"/>
                  </a:cubicBezTo>
                  <a:cubicBezTo>
                    <a:pt x="56678" y="61082"/>
                    <a:pt x="54213" y="66682"/>
                    <a:pt x="49683" y="70273"/>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6" name="Google Shape;2096;p34"/>
            <p:cNvSpPr/>
            <p:nvPr/>
          </p:nvSpPr>
          <p:spPr>
            <a:xfrm>
              <a:off x="5099606" y="2084115"/>
              <a:ext cx="833576" cy="1053763"/>
            </a:xfrm>
            <a:custGeom>
              <a:avLst/>
              <a:gdLst/>
              <a:ahLst/>
              <a:cxnLst/>
              <a:rect l="l" t="t" r="r" b="b"/>
              <a:pathLst>
                <a:path w="833576" h="1053763" extrusionOk="0">
                  <a:moveTo>
                    <a:pt x="724017" y="325006"/>
                  </a:moveTo>
                  <a:cubicBezTo>
                    <a:pt x="569829" y="64973"/>
                    <a:pt x="310279" y="-65519"/>
                    <a:pt x="144289" y="32684"/>
                  </a:cubicBezTo>
                  <a:lnTo>
                    <a:pt x="0" y="115646"/>
                  </a:lnTo>
                  <a:lnTo>
                    <a:pt x="55298" y="207753"/>
                  </a:lnTo>
                  <a:cubicBezTo>
                    <a:pt x="64198" y="193570"/>
                    <a:pt x="74743" y="180502"/>
                    <a:pt x="86707" y="168796"/>
                  </a:cubicBezTo>
                  <a:cubicBezTo>
                    <a:pt x="226999" y="123266"/>
                    <a:pt x="419829" y="231947"/>
                    <a:pt x="538801" y="432067"/>
                  </a:cubicBezTo>
                  <a:cubicBezTo>
                    <a:pt x="657773" y="632187"/>
                    <a:pt x="660248" y="853929"/>
                    <a:pt x="553173" y="955370"/>
                  </a:cubicBezTo>
                  <a:cubicBezTo>
                    <a:pt x="539087" y="959809"/>
                    <a:pt x="524572" y="962714"/>
                    <a:pt x="509867" y="964038"/>
                  </a:cubicBezTo>
                  <a:lnTo>
                    <a:pt x="563833" y="1053764"/>
                  </a:lnTo>
                  <a:lnTo>
                    <a:pt x="702507" y="974230"/>
                  </a:lnTo>
                  <a:cubicBezTo>
                    <a:pt x="868496" y="875646"/>
                    <a:pt x="878109" y="584943"/>
                    <a:pt x="724017" y="325006"/>
                  </a:cubicBez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7" name="Google Shape;2097;p34"/>
            <p:cNvSpPr/>
            <p:nvPr/>
          </p:nvSpPr>
          <p:spPr>
            <a:xfrm>
              <a:off x="4974070" y="2163744"/>
              <a:ext cx="820424" cy="1006964"/>
            </a:xfrm>
            <a:custGeom>
              <a:avLst/>
              <a:gdLst/>
              <a:ahLst/>
              <a:cxnLst/>
              <a:rect l="l" t="t" r="r" b="b"/>
              <a:pathLst>
                <a:path w="820424" h="1006964" extrusionOk="0">
                  <a:moveTo>
                    <a:pt x="710783" y="325006"/>
                  </a:moveTo>
                  <a:cubicBezTo>
                    <a:pt x="556595" y="64973"/>
                    <a:pt x="297046" y="-65519"/>
                    <a:pt x="131056" y="32684"/>
                  </a:cubicBezTo>
                  <a:cubicBezTo>
                    <a:pt x="-34934" y="130886"/>
                    <a:pt x="-44547" y="421970"/>
                    <a:pt x="109641" y="682003"/>
                  </a:cubicBezTo>
                  <a:cubicBezTo>
                    <a:pt x="263829" y="942035"/>
                    <a:pt x="523378" y="1072528"/>
                    <a:pt x="689368" y="974230"/>
                  </a:cubicBezTo>
                  <a:cubicBezTo>
                    <a:pt x="855358" y="875932"/>
                    <a:pt x="864971" y="584848"/>
                    <a:pt x="710783" y="325006"/>
                  </a:cubicBezTo>
                  <a:close/>
                  <a:moveTo>
                    <a:pt x="678708" y="875836"/>
                  </a:moveTo>
                  <a:cubicBezTo>
                    <a:pt x="538321" y="921366"/>
                    <a:pt x="345586" y="812686"/>
                    <a:pt x="226614" y="612470"/>
                  </a:cubicBezTo>
                  <a:cubicBezTo>
                    <a:pt x="107642" y="412255"/>
                    <a:pt x="105168" y="190703"/>
                    <a:pt x="212242" y="89262"/>
                  </a:cubicBezTo>
                  <a:cubicBezTo>
                    <a:pt x="352534" y="43733"/>
                    <a:pt x="545364" y="152413"/>
                    <a:pt x="664336" y="352533"/>
                  </a:cubicBezTo>
                  <a:cubicBezTo>
                    <a:pt x="783309" y="552653"/>
                    <a:pt x="785783" y="774300"/>
                    <a:pt x="678708" y="875741"/>
                  </a:cubicBez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8" name="Google Shape;2098;p34"/>
            <p:cNvSpPr/>
            <p:nvPr/>
          </p:nvSpPr>
          <p:spPr>
            <a:xfrm>
              <a:off x="5034477" y="2242227"/>
              <a:ext cx="618491" cy="852150"/>
            </a:xfrm>
            <a:custGeom>
              <a:avLst/>
              <a:gdLst/>
              <a:ahLst/>
              <a:cxnLst/>
              <a:rect l="l" t="t" r="r" b="b"/>
              <a:pathLst>
                <a:path w="618491" h="852150" extrusionOk="0">
                  <a:moveTo>
                    <a:pt x="166398" y="533892"/>
                  </a:moveTo>
                  <a:cubicBezTo>
                    <a:pt x="47711" y="333866"/>
                    <a:pt x="44951" y="112124"/>
                    <a:pt x="152026" y="10683"/>
                  </a:cubicBezTo>
                  <a:cubicBezTo>
                    <a:pt x="213225" y="-9224"/>
                    <a:pt x="284513" y="301"/>
                    <a:pt x="355230" y="33924"/>
                  </a:cubicBezTo>
                  <a:cubicBezTo>
                    <a:pt x="268428" y="-7414"/>
                    <a:pt x="180960" y="-12844"/>
                    <a:pt x="112146" y="28019"/>
                  </a:cubicBezTo>
                  <a:cubicBezTo>
                    <a:pt x="-29192" y="111934"/>
                    <a:pt x="-38139" y="358250"/>
                    <a:pt x="92159" y="577992"/>
                  </a:cubicBezTo>
                  <a:cubicBezTo>
                    <a:pt x="222457" y="797734"/>
                    <a:pt x="442794" y="907938"/>
                    <a:pt x="584133" y="824023"/>
                  </a:cubicBezTo>
                  <a:cubicBezTo>
                    <a:pt x="596563" y="816432"/>
                    <a:pt x="608089" y="807450"/>
                    <a:pt x="618492" y="797258"/>
                  </a:cubicBezTo>
                  <a:cubicBezTo>
                    <a:pt x="477914" y="842787"/>
                    <a:pt x="284894" y="734107"/>
                    <a:pt x="166398" y="533892"/>
                  </a:cubicBezTo>
                  <a:close/>
                </a:path>
              </a:pathLst>
            </a:custGeom>
            <a:solidFill>
              <a:srgbClr val="A1A5B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99" name="Google Shape;2099;p34"/>
            <p:cNvSpPr/>
            <p:nvPr/>
          </p:nvSpPr>
          <p:spPr>
            <a:xfrm>
              <a:off x="5108865" y="2242623"/>
              <a:ext cx="621582" cy="807149"/>
            </a:xfrm>
            <a:custGeom>
              <a:avLst/>
              <a:gdLst/>
              <a:ahLst/>
              <a:cxnLst/>
              <a:rect l="l" t="t" r="r" b="b"/>
              <a:pathLst>
                <a:path w="621582" h="807149" extrusionOk="0">
                  <a:moveTo>
                    <a:pt x="529828" y="273559"/>
                  </a:moveTo>
                  <a:cubicBezTo>
                    <a:pt x="411141" y="73534"/>
                    <a:pt x="218026" y="-35242"/>
                    <a:pt x="77734" y="10288"/>
                  </a:cubicBezTo>
                  <a:cubicBezTo>
                    <a:pt x="-29341" y="111729"/>
                    <a:pt x="-26962" y="333376"/>
                    <a:pt x="92106" y="533496"/>
                  </a:cubicBezTo>
                  <a:cubicBezTo>
                    <a:pt x="211173" y="733616"/>
                    <a:pt x="403813" y="842392"/>
                    <a:pt x="544200" y="796862"/>
                  </a:cubicBezTo>
                  <a:cubicBezTo>
                    <a:pt x="650989" y="695421"/>
                    <a:pt x="648229" y="473774"/>
                    <a:pt x="529828" y="273559"/>
                  </a:cubicBezTo>
                  <a:close/>
                </a:path>
              </a:pathLst>
            </a:custGeom>
            <a:solidFill>
              <a:srgbClr val="3E7EFF">
                <a:alpha val="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0" name="Google Shape;2100;p34"/>
            <p:cNvSpPr/>
            <p:nvPr/>
          </p:nvSpPr>
          <p:spPr>
            <a:xfrm>
              <a:off x="5831808" y="2838412"/>
              <a:ext cx="311135" cy="259746"/>
            </a:xfrm>
            <a:custGeom>
              <a:avLst/>
              <a:gdLst/>
              <a:ahLst/>
              <a:cxnLst/>
              <a:rect l="l" t="t" r="r" b="b"/>
              <a:pathLst>
                <a:path w="311135" h="259746" extrusionOk="0">
                  <a:moveTo>
                    <a:pt x="0" y="0"/>
                  </a:moveTo>
                  <a:lnTo>
                    <a:pt x="311136" y="179546"/>
                  </a:lnTo>
                  <a:lnTo>
                    <a:pt x="311136" y="259747"/>
                  </a:lnTo>
                  <a:lnTo>
                    <a:pt x="0" y="80201"/>
                  </a:lnTo>
                  <a:lnTo>
                    <a:pt x="0" y="0"/>
                  </a:lnTo>
                  <a:close/>
                </a:path>
              </a:pathLst>
            </a:custGeom>
            <a:solidFill>
              <a:srgbClr val="B1B4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1" name="Google Shape;2101;p34"/>
            <p:cNvSpPr/>
            <p:nvPr/>
          </p:nvSpPr>
          <p:spPr>
            <a:xfrm>
              <a:off x="5831808" y="2798312"/>
              <a:ext cx="380520" cy="219646"/>
            </a:xfrm>
            <a:custGeom>
              <a:avLst/>
              <a:gdLst/>
              <a:ahLst/>
              <a:cxnLst/>
              <a:rect l="l" t="t" r="r" b="b"/>
              <a:pathLst>
                <a:path w="380520" h="219646" extrusionOk="0">
                  <a:moveTo>
                    <a:pt x="69384" y="0"/>
                  </a:moveTo>
                  <a:lnTo>
                    <a:pt x="380520" y="179546"/>
                  </a:lnTo>
                  <a:lnTo>
                    <a:pt x="311136" y="219646"/>
                  </a:lnTo>
                  <a:lnTo>
                    <a:pt x="0" y="40100"/>
                  </a:lnTo>
                  <a:lnTo>
                    <a:pt x="69384" y="0"/>
                  </a:ln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2" name="Google Shape;2102;p34"/>
            <p:cNvSpPr/>
            <p:nvPr/>
          </p:nvSpPr>
          <p:spPr>
            <a:xfrm>
              <a:off x="6056214" y="2910510"/>
              <a:ext cx="696628" cy="514166"/>
            </a:xfrm>
            <a:custGeom>
              <a:avLst/>
              <a:gdLst/>
              <a:ahLst/>
              <a:cxnLst/>
              <a:rect l="l" t="t" r="r" b="b"/>
              <a:pathLst>
                <a:path w="696628" h="514166" extrusionOk="0">
                  <a:moveTo>
                    <a:pt x="20772" y="62109"/>
                  </a:moveTo>
                  <a:cubicBezTo>
                    <a:pt x="50182" y="12389"/>
                    <a:pt x="99770" y="-12567"/>
                    <a:pt x="131464" y="6293"/>
                  </a:cubicBezTo>
                  <a:lnTo>
                    <a:pt x="696629" y="335096"/>
                  </a:lnTo>
                  <a:lnTo>
                    <a:pt x="588983" y="514166"/>
                  </a:lnTo>
                  <a:lnTo>
                    <a:pt x="24865" y="186030"/>
                  </a:lnTo>
                  <a:cubicBezTo>
                    <a:pt x="-6830" y="167170"/>
                    <a:pt x="-8257" y="111640"/>
                    <a:pt x="20772" y="62109"/>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3" name="Google Shape;2103;p34"/>
            <p:cNvSpPr/>
            <p:nvPr/>
          </p:nvSpPr>
          <p:spPr>
            <a:xfrm>
              <a:off x="6620145" y="3238764"/>
              <a:ext cx="156663" cy="192193"/>
            </a:xfrm>
            <a:custGeom>
              <a:avLst/>
              <a:gdLst/>
              <a:ahLst/>
              <a:cxnLst/>
              <a:rect l="l" t="t" r="r" b="b"/>
              <a:pathLst>
                <a:path w="156663" h="192193" extrusionOk="0">
                  <a:moveTo>
                    <a:pt x="135743" y="130095"/>
                  </a:moveTo>
                  <a:cubicBezTo>
                    <a:pt x="106238" y="179720"/>
                    <a:pt x="56745" y="204771"/>
                    <a:pt x="25051" y="185912"/>
                  </a:cubicBezTo>
                  <a:cubicBezTo>
                    <a:pt x="-6643" y="167052"/>
                    <a:pt x="-8547" y="111617"/>
                    <a:pt x="20958" y="62087"/>
                  </a:cubicBezTo>
                  <a:cubicBezTo>
                    <a:pt x="50464" y="12557"/>
                    <a:pt x="99956" y="-12589"/>
                    <a:pt x="131650" y="6270"/>
                  </a:cubicBezTo>
                  <a:cubicBezTo>
                    <a:pt x="163344" y="25130"/>
                    <a:pt x="165153" y="80470"/>
                    <a:pt x="135743" y="130095"/>
                  </a:cubicBezTo>
                  <a:close/>
                </a:path>
              </a:pathLst>
            </a:custGeom>
            <a:solidFill>
              <a:srgbClr val="8C50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4" name="Google Shape;2104;p34"/>
            <p:cNvSpPr/>
            <p:nvPr/>
          </p:nvSpPr>
          <p:spPr>
            <a:xfrm>
              <a:off x="6620145" y="3238764"/>
              <a:ext cx="156663" cy="192193"/>
            </a:xfrm>
            <a:custGeom>
              <a:avLst/>
              <a:gdLst/>
              <a:ahLst/>
              <a:cxnLst/>
              <a:rect l="l" t="t" r="r" b="b"/>
              <a:pathLst>
                <a:path w="156663" h="192193" extrusionOk="0">
                  <a:moveTo>
                    <a:pt x="135743" y="130095"/>
                  </a:moveTo>
                  <a:cubicBezTo>
                    <a:pt x="106238" y="179720"/>
                    <a:pt x="56745" y="204771"/>
                    <a:pt x="25051" y="185912"/>
                  </a:cubicBezTo>
                  <a:cubicBezTo>
                    <a:pt x="-6643" y="167052"/>
                    <a:pt x="-8547" y="111617"/>
                    <a:pt x="20958" y="62087"/>
                  </a:cubicBezTo>
                  <a:cubicBezTo>
                    <a:pt x="50464" y="12557"/>
                    <a:pt x="99956" y="-12589"/>
                    <a:pt x="131650" y="6270"/>
                  </a:cubicBezTo>
                  <a:cubicBezTo>
                    <a:pt x="163344" y="25130"/>
                    <a:pt x="165153" y="80470"/>
                    <a:pt x="135743" y="13009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5" name="Google Shape;2105;p34"/>
            <p:cNvSpPr/>
            <p:nvPr/>
          </p:nvSpPr>
          <p:spPr>
            <a:xfrm>
              <a:off x="3797207" y="2991392"/>
              <a:ext cx="2353338" cy="1403876"/>
            </a:xfrm>
            <a:custGeom>
              <a:avLst/>
              <a:gdLst/>
              <a:ahLst/>
              <a:cxnLst/>
              <a:rect l="l" t="t" r="r" b="b"/>
              <a:pathLst>
                <a:path w="2353338" h="1403876" extrusionOk="0">
                  <a:moveTo>
                    <a:pt x="2300432" y="1399691"/>
                  </a:moveTo>
                  <a:lnTo>
                    <a:pt x="7411" y="30758"/>
                  </a:lnTo>
                  <a:cubicBezTo>
                    <a:pt x="-3629" y="24471"/>
                    <a:pt x="-2106" y="13327"/>
                    <a:pt x="10457" y="5992"/>
                  </a:cubicBezTo>
                  <a:lnTo>
                    <a:pt x="10457" y="5992"/>
                  </a:lnTo>
                  <a:cubicBezTo>
                    <a:pt x="23658" y="-1342"/>
                    <a:pt x="39543" y="-1980"/>
                    <a:pt x="53287" y="4278"/>
                  </a:cubicBezTo>
                  <a:lnTo>
                    <a:pt x="2345927" y="1373211"/>
                  </a:lnTo>
                  <a:cubicBezTo>
                    <a:pt x="2356968" y="1379593"/>
                    <a:pt x="2355445" y="1390642"/>
                    <a:pt x="2342881" y="1397976"/>
                  </a:cubicBezTo>
                  <a:lnTo>
                    <a:pt x="2342881" y="1397976"/>
                  </a:lnTo>
                  <a:cubicBezTo>
                    <a:pt x="2329785" y="1405186"/>
                    <a:pt x="2314062" y="1405825"/>
                    <a:pt x="2300432" y="1399691"/>
                  </a:cubicBezTo>
                  <a:close/>
                </a:path>
              </a:pathLst>
            </a:custGeom>
            <a:solidFill>
              <a:srgbClr val="D6D8E5">
                <a:alpha val="298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6" name="Google Shape;2106;p34"/>
            <p:cNvSpPr/>
            <p:nvPr/>
          </p:nvSpPr>
          <p:spPr>
            <a:xfrm>
              <a:off x="2602525" y="4569200"/>
              <a:ext cx="891148" cy="510349"/>
            </a:xfrm>
            <a:custGeom>
              <a:avLst/>
              <a:gdLst/>
              <a:ahLst/>
              <a:cxnLst/>
              <a:rect l="l" t="t" r="r" b="b"/>
              <a:pathLst>
                <a:path w="891148" h="510349" extrusionOk="0">
                  <a:moveTo>
                    <a:pt x="356916" y="510349"/>
                  </a:moveTo>
                  <a:lnTo>
                    <a:pt x="0" y="306038"/>
                  </a:lnTo>
                  <a:lnTo>
                    <a:pt x="534232" y="0"/>
                  </a:lnTo>
                  <a:lnTo>
                    <a:pt x="891149" y="204311"/>
                  </a:lnTo>
                  <a:lnTo>
                    <a:pt x="356916" y="510349"/>
                  </a:lnTo>
                  <a:close/>
                </a:path>
              </a:pathLst>
            </a:custGeom>
            <a:solidFill>
              <a:srgbClr val="D6D8E5">
                <a:alpha val="4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7" name="Google Shape;2107;p34"/>
            <p:cNvSpPr/>
            <p:nvPr/>
          </p:nvSpPr>
          <p:spPr>
            <a:xfrm>
              <a:off x="2671243" y="4325932"/>
              <a:ext cx="591243" cy="341661"/>
            </a:xfrm>
            <a:custGeom>
              <a:avLst/>
              <a:gdLst/>
              <a:ahLst/>
              <a:cxnLst/>
              <a:rect l="l" t="t" r="r" b="b"/>
              <a:pathLst>
                <a:path w="591243" h="341661" extrusionOk="0">
                  <a:moveTo>
                    <a:pt x="295622" y="341662"/>
                  </a:moveTo>
                  <a:lnTo>
                    <a:pt x="0" y="170783"/>
                  </a:lnTo>
                  <a:lnTo>
                    <a:pt x="295622" y="0"/>
                  </a:lnTo>
                  <a:lnTo>
                    <a:pt x="591244" y="170783"/>
                  </a:lnTo>
                  <a:lnTo>
                    <a:pt x="295622" y="341662"/>
                  </a:ln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8" name="Google Shape;2108;p34"/>
            <p:cNvSpPr/>
            <p:nvPr/>
          </p:nvSpPr>
          <p:spPr>
            <a:xfrm>
              <a:off x="2671243" y="4496715"/>
              <a:ext cx="295621" cy="512444"/>
            </a:xfrm>
            <a:custGeom>
              <a:avLst/>
              <a:gdLst/>
              <a:ahLst/>
              <a:cxnLst/>
              <a:rect l="l" t="t" r="r" b="b"/>
              <a:pathLst>
                <a:path w="295621" h="512444" extrusionOk="0">
                  <a:moveTo>
                    <a:pt x="295622" y="512445"/>
                  </a:moveTo>
                  <a:lnTo>
                    <a:pt x="0" y="341662"/>
                  </a:lnTo>
                  <a:lnTo>
                    <a:pt x="0" y="0"/>
                  </a:lnTo>
                  <a:lnTo>
                    <a:pt x="295622" y="170879"/>
                  </a:lnTo>
                  <a:lnTo>
                    <a:pt x="295622" y="512445"/>
                  </a:lnTo>
                  <a:close/>
                </a:path>
              </a:pathLst>
            </a:custGeom>
            <a:solidFill>
              <a:srgbClr val="B1B6C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09" name="Google Shape;2109;p34"/>
            <p:cNvSpPr/>
            <p:nvPr/>
          </p:nvSpPr>
          <p:spPr>
            <a:xfrm>
              <a:off x="2966865" y="4496715"/>
              <a:ext cx="295621" cy="512444"/>
            </a:xfrm>
            <a:custGeom>
              <a:avLst/>
              <a:gdLst/>
              <a:ahLst/>
              <a:cxnLst/>
              <a:rect l="l" t="t" r="r" b="b"/>
              <a:pathLst>
                <a:path w="295621" h="512444" extrusionOk="0">
                  <a:moveTo>
                    <a:pt x="295622" y="341662"/>
                  </a:moveTo>
                  <a:lnTo>
                    <a:pt x="0" y="512445"/>
                  </a:lnTo>
                  <a:lnTo>
                    <a:pt x="0" y="170879"/>
                  </a:lnTo>
                  <a:lnTo>
                    <a:pt x="295622" y="0"/>
                  </a:lnTo>
                  <a:lnTo>
                    <a:pt x="295622" y="341662"/>
                  </a:lnTo>
                  <a:close/>
                </a:path>
              </a:pathLst>
            </a:custGeom>
            <a:solidFill>
              <a:srgbClr val="C4C7D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0" name="Google Shape;2110;p34"/>
            <p:cNvSpPr/>
            <p:nvPr/>
          </p:nvSpPr>
          <p:spPr>
            <a:xfrm>
              <a:off x="3352925" y="4700698"/>
              <a:ext cx="220640" cy="124389"/>
            </a:xfrm>
            <a:custGeom>
              <a:avLst/>
              <a:gdLst/>
              <a:ahLst/>
              <a:cxnLst/>
              <a:rect l="l" t="t" r="r" b="b"/>
              <a:pathLst>
                <a:path w="220640" h="124389" extrusionOk="0">
                  <a:moveTo>
                    <a:pt x="11021" y="30141"/>
                  </a:moveTo>
                  <a:cubicBezTo>
                    <a:pt x="36663" y="37161"/>
                    <a:pt x="64037" y="33732"/>
                    <a:pt x="87163" y="20616"/>
                  </a:cubicBezTo>
                  <a:cubicBezTo>
                    <a:pt x="105532" y="21188"/>
                    <a:pt x="205088" y="-21484"/>
                    <a:pt x="218603" y="14330"/>
                  </a:cubicBezTo>
                  <a:cubicBezTo>
                    <a:pt x="230501" y="45762"/>
                    <a:pt x="187385" y="74813"/>
                    <a:pt x="164352" y="80338"/>
                  </a:cubicBezTo>
                  <a:cubicBezTo>
                    <a:pt x="114003" y="92530"/>
                    <a:pt x="76789" y="117676"/>
                    <a:pt x="56611" y="121867"/>
                  </a:cubicBezTo>
                  <a:cubicBezTo>
                    <a:pt x="41573" y="125105"/>
                    <a:pt x="22062" y="127201"/>
                    <a:pt x="10069" y="115295"/>
                  </a:cubicBezTo>
                  <a:cubicBezTo>
                    <a:pt x="-4112" y="101388"/>
                    <a:pt x="-2875" y="48905"/>
                    <a:pt x="11021" y="30141"/>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1" name="Google Shape;2111;p34"/>
            <p:cNvSpPr/>
            <p:nvPr/>
          </p:nvSpPr>
          <p:spPr>
            <a:xfrm>
              <a:off x="3356617" y="4721600"/>
              <a:ext cx="217074" cy="103773"/>
            </a:xfrm>
            <a:custGeom>
              <a:avLst/>
              <a:gdLst/>
              <a:ahLst/>
              <a:cxnLst/>
              <a:rect l="l" t="t" r="r" b="b"/>
              <a:pathLst>
                <a:path w="217074" h="103773" extrusionOk="0">
                  <a:moveTo>
                    <a:pt x="53109" y="92583"/>
                  </a:moveTo>
                  <a:cubicBezTo>
                    <a:pt x="73287" y="88297"/>
                    <a:pt x="110216" y="63246"/>
                    <a:pt x="160850" y="51054"/>
                  </a:cubicBezTo>
                  <a:cubicBezTo>
                    <a:pt x="179886" y="46387"/>
                    <a:pt x="213388" y="25241"/>
                    <a:pt x="216720" y="0"/>
                  </a:cubicBezTo>
                  <a:cubicBezTo>
                    <a:pt x="221193" y="28575"/>
                    <a:pt x="182265" y="54578"/>
                    <a:pt x="160850" y="59722"/>
                  </a:cubicBezTo>
                  <a:cubicBezTo>
                    <a:pt x="110501" y="71914"/>
                    <a:pt x="73287" y="97059"/>
                    <a:pt x="53109" y="101251"/>
                  </a:cubicBezTo>
                  <a:cubicBezTo>
                    <a:pt x="38071" y="104489"/>
                    <a:pt x="18560" y="106584"/>
                    <a:pt x="6567" y="94678"/>
                  </a:cubicBezTo>
                  <a:cubicBezTo>
                    <a:pt x="3439" y="91269"/>
                    <a:pt x="1186" y="87154"/>
                    <a:pt x="0" y="82677"/>
                  </a:cubicBezTo>
                  <a:cubicBezTo>
                    <a:pt x="15148" y="94183"/>
                    <a:pt x="34836" y="97850"/>
                    <a:pt x="53109" y="92583"/>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2" name="Google Shape;2112;p34"/>
            <p:cNvSpPr/>
            <p:nvPr/>
          </p:nvSpPr>
          <p:spPr>
            <a:xfrm>
              <a:off x="3173533" y="4605067"/>
              <a:ext cx="220687" cy="124551"/>
            </a:xfrm>
            <a:custGeom>
              <a:avLst/>
              <a:gdLst/>
              <a:ahLst/>
              <a:cxnLst/>
              <a:rect l="l" t="t" r="r" b="b"/>
              <a:pathLst>
                <a:path w="220687" h="124551" extrusionOk="0">
                  <a:moveTo>
                    <a:pt x="11098" y="30141"/>
                  </a:moveTo>
                  <a:cubicBezTo>
                    <a:pt x="36743" y="37095"/>
                    <a:pt x="64094" y="33675"/>
                    <a:pt x="87240" y="20616"/>
                  </a:cubicBezTo>
                  <a:cubicBezTo>
                    <a:pt x="105609" y="21188"/>
                    <a:pt x="205070" y="-21484"/>
                    <a:pt x="218680" y="14330"/>
                  </a:cubicBezTo>
                  <a:cubicBezTo>
                    <a:pt x="230482" y="45762"/>
                    <a:pt x="187367" y="74718"/>
                    <a:pt x="164334" y="80338"/>
                  </a:cubicBezTo>
                  <a:cubicBezTo>
                    <a:pt x="114270" y="92816"/>
                    <a:pt x="76865" y="117962"/>
                    <a:pt x="57164" y="122058"/>
                  </a:cubicBezTo>
                  <a:cubicBezTo>
                    <a:pt x="42126" y="125296"/>
                    <a:pt x="22614" y="127296"/>
                    <a:pt x="10622" y="115485"/>
                  </a:cubicBezTo>
                  <a:cubicBezTo>
                    <a:pt x="-4226" y="101388"/>
                    <a:pt x="-2989" y="48810"/>
                    <a:pt x="11098" y="30141"/>
                  </a:cubicBezTo>
                  <a:close/>
                </a:path>
              </a:pathLst>
            </a:custGeom>
            <a:solidFill>
              <a:srgbClr val="3822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3" name="Google Shape;2113;p34"/>
            <p:cNvSpPr/>
            <p:nvPr/>
          </p:nvSpPr>
          <p:spPr>
            <a:xfrm>
              <a:off x="3177588" y="4625969"/>
              <a:ext cx="217074" cy="103649"/>
            </a:xfrm>
            <a:custGeom>
              <a:avLst/>
              <a:gdLst/>
              <a:ahLst/>
              <a:cxnLst/>
              <a:rect l="l" t="t" r="r" b="b"/>
              <a:pathLst>
                <a:path w="217074" h="103649" extrusionOk="0">
                  <a:moveTo>
                    <a:pt x="53109" y="92583"/>
                  </a:moveTo>
                  <a:cubicBezTo>
                    <a:pt x="73287" y="88297"/>
                    <a:pt x="110216" y="63246"/>
                    <a:pt x="160755" y="51054"/>
                  </a:cubicBezTo>
                  <a:cubicBezTo>
                    <a:pt x="179791" y="46387"/>
                    <a:pt x="213388" y="25241"/>
                    <a:pt x="216720" y="0"/>
                  </a:cubicBezTo>
                  <a:cubicBezTo>
                    <a:pt x="221193" y="28575"/>
                    <a:pt x="182265" y="54483"/>
                    <a:pt x="160755" y="59722"/>
                  </a:cubicBezTo>
                  <a:cubicBezTo>
                    <a:pt x="110216" y="71914"/>
                    <a:pt x="72811" y="97060"/>
                    <a:pt x="53109" y="101155"/>
                  </a:cubicBezTo>
                  <a:cubicBezTo>
                    <a:pt x="38071" y="104394"/>
                    <a:pt x="18560" y="106394"/>
                    <a:pt x="6567" y="94583"/>
                  </a:cubicBezTo>
                  <a:cubicBezTo>
                    <a:pt x="3481" y="91145"/>
                    <a:pt x="1233" y="87039"/>
                    <a:pt x="0" y="82582"/>
                  </a:cubicBezTo>
                  <a:cubicBezTo>
                    <a:pt x="15132" y="94116"/>
                    <a:pt x="34821" y="97831"/>
                    <a:pt x="53109" y="92583"/>
                  </a:cubicBezTo>
                  <a:close/>
                </a:path>
              </a:pathLst>
            </a:custGeom>
            <a:solidFill>
              <a:srgbClr val="757B8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4" name="Google Shape;2114;p34"/>
            <p:cNvSpPr/>
            <p:nvPr/>
          </p:nvSpPr>
          <p:spPr>
            <a:xfrm>
              <a:off x="2766014" y="4132721"/>
              <a:ext cx="711887" cy="612953"/>
            </a:xfrm>
            <a:custGeom>
              <a:avLst/>
              <a:gdLst/>
              <a:ahLst/>
              <a:cxnLst/>
              <a:rect l="l" t="t" r="r" b="b"/>
              <a:pathLst>
                <a:path w="711887" h="612953" extrusionOk="0">
                  <a:moveTo>
                    <a:pt x="139081" y="378472"/>
                  </a:moveTo>
                  <a:cubicBezTo>
                    <a:pt x="216746" y="412572"/>
                    <a:pt x="289937" y="418001"/>
                    <a:pt x="349804" y="385806"/>
                  </a:cubicBezTo>
                  <a:lnTo>
                    <a:pt x="411670" y="350088"/>
                  </a:lnTo>
                  <a:cubicBezTo>
                    <a:pt x="415381" y="430002"/>
                    <a:pt x="418903" y="506774"/>
                    <a:pt x="418903" y="506774"/>
                  </a:cubicBezTo>
                  <a:cubicBezTo>
                    <a:pt x="418903" y="506774"/>
                    <a:pt x="466492" y="542683"/>
                    <a:pt x="503231" y="510679"/>
                  </a:cubicBezTo>
                  <a:cubicBezTo>
                    <a:pt x="503231" y="510679"/>
                    <a:pt x="510940" y="398475"/>
                    <a:pt x="518744" y="288175"/>
                  </a:cubicBezTo>
                  <a:lnTo>
                    <a:pt x="583656" y="250742"/>
                  </a:lnTo>
                  <a:cubicBezTo>
                    <a:pt x="582151" y="256628"/>
                    <a:pt x="581321" y="262667"/>
                    <a:pt x="581181" y="268744"/>
                  </a:cubicBezTo>
                  <a:cubicBezTo>
                    <a:pt x="581657" y="289699"/>
                    <a:pt x="596219" y="601262"/>
                    <a:pt x="596219" y="601262"/>
                  </a:cubicBezTo>
                  <a:cubicBezTo>
                    <a:pt x="596219" y="601262"/>
                    <a:pt x="643808" y="629837"/>
                    <a:pt x="680927" y="597642"/>
                  </a:cubicBezTo>
                  <a:cubicBezTo>
                    <a:pt x="680927" y="597642"/>
                    <a:pt x="705769" y="236645"/>
                    <a:pt x="711479" y="179019"/>
                  </a:cubicBezTo>
                  <a:cubicBezTo>
                    <a:pt x="717951" y="114153"/>
                    <a:pt x="645997" y="82149"/>
                    <a:pt x="600407" y="98818"/>
                  </a:cubicBezTo>
                  <a:cubicBezTo>
                    <a:pt x="589842" y="102628"/>
                    <a:pt x="563764" y="112344"/>
                    <a:pt x="530832" y="124631"/>
                  </a:cubicBezTo>
                  <a:cubicBezTo>
                    <a:pt x="532260" y="106629"/>
                    <a:pt x="533402" y="92532"/>
                    <a:pt x="534258" y="84531"/>
                  </a:cubicBezTo>
                  <a:cubicBezTo>
                    <a:pt x="540635" y="19665"/>
                    <a:pt x="468681" y="-12243"/>
                    <a:pt x="423186" y="4330"/>
                  </a:cubicBezTo>
                  <a:cubicBezTo>
                    <a:pt x="381689" y="19475"/>
                    <a:pt x="101581" y="124631"/>
                    <a:pt x="101581" y="124631"/>
                  </a:cubicBezTo>
                  <a:cubicBezTo>
                    <a:pt x="103236" y="151558"/>
                    <a:pt x="106414" y="178362"/>
                    <a:pt x="111098" y="204927"/>
                  </a:cubicBezTo>
                  <a:lnTo>
                    <a:pt x="407" y="195402"/>
                  </a:lnTo>
                  <a:cubicBezTo>
                    <a:pt x="-5875" y="299700"/>
                    <a:pt x="61511" y="344277"/>
                    <a:pt x="139081" y="378472"/>
                  </a:cubicBezTo>
                  <a:close/>
                  <a:moveTo>
                    <a:pt x="332291" y="199021"/>
                  </a:moveTo>
                  <a:lnTo>
                    <a:pt x="406340" y="156254"/>
                  </a:lnTo>
                  <a:cubicBezTo>
                    <a:pt x="405118" y="161483"/>
                    <a:pt x="404323" y="166798"/>
                    <a:pt x="403960" y="17216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5" name="Google Shape;2115;p34"/>
            <p:cNvSpPr/>
            <p:nvPr/>
          </p:nvSpPr>
          <p:spPr>
            <a:xfrm>
              <a:off x="2706078" y="4012750"/>
              <a:ext cx="153426" cy="268033"/>
            </a:xfrm>
            <a:custGeom>
              <a:avLst/>
              <a:gdLst/>
              <a:ahLst/>
              <a:cxnLst/>
              <a:rect l="l" t="t" r="r" b="b"/>
              <a:pathLst>
                <a:path w="153426" h="268033" extrusionOk="0">
                  <a:moveTo>
                    <a:pt x="0" y="0"/>
                  </a:moveTo>
                  <a:cubicBezTo>
                    <a:pt x="0" y="0"/>
                    <a:pt x="9518" y="137731"/>
                    <a:pt x="27221" y="157544"/>
                  </a:cubicBezTo>
                  <a:cubicBezTo>
                    <a:pt x="44924" y="177355"/>
                    <a:pt x="106313" y="190500"/>
                    <a:pt x="106313" y="190500"/>
                  </a:cubicBezTo>
                  <a:lnTo>
                    <a:pt x="153426" y="268034"/>
                  </a:lnTo>
                  <a:cubicBezTo>
                    <a:pt x="153426" y="268034"/>
                    <a:pt x="110501" y="21717"/>
                    <a:pt x="101174" y="15812"/>
                  </a:cubicBezTo>
                  <a:cubicBezTo>
                    <a:pt x="91846" y="9906"/>
                    <a:pt x="0" y="0"/>
                    <a:pt x="0" y="0"/>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6" name="Google Shape;2116;p34"/>
            <p:cNvSpPr/>
            <p:nvPr/>
          </p:nvSpPr>
          <p:spPr>
            <a:xfrm>
              <a:off x="2694181" y="3854621"/>
              <a:ext cx="102411" cy="197244"/>
            </a:xfrm>
            <a:custGeom>
              <a:avLst/>
              <a:gdLst/>
              <a:ahLst/>
              <a:cxnLst/>
              <a:rect l="l" t="t" r="r" b="b"/>
              <a:pathLst>
                <a:path w="102411" h="197244" extrusionOk="0">
                  <a:moveTo>
                    <a:pt x="102411" y="4776"/>
                  </a:moveTo>
                  <a:cubicBezTo>
                    <a:pt x="78681" y="-6244"/>
                    <a:pt x="50468" y="2376"/>
                    <a:pt x="36929" y="24778"/>
                  </a:cubicBezTo>
                  <a:cubicBezTo>
                    <a:pt x="19607" y="53353"/>
                    <a:pt x="1618" y="151842"/>
                    <a:pt x="0" y="168701"/>
                  </a:cubicBezTo>
                  <a:cubicBezTo>
                    <a:pt x="0" y="168701"/>
                    <a:pt x="24270" y="202229"/>
                    <a:pt x="60723" y="196609"/>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17" name="Google Shape;2117;p34"/>
            <p:cNvSpPr/>
            <p:nvPr/>
          </p:nvSpPr>
          <p:spPr>
            <a:xfrm>
              <a:off x="2799755" y="3593223"/>
              <a:ext cx="234442" cy="375527"/>
            </a:xfrm>
            <a:custGeom>
              <a:avLst/>
              <a:gdLst/>
              <a:ahLst/>
              <a:cxnLst/>
              <a:rect l="l" t="t" r="r" b="b"/>
              <a:pathLst>
                <a:path w="234442" h="375527" extrusionOk="0">
                  <a:moveTo>
                    <a:pt x="13397" y="267888"/>
                  </a:moveTo>
                  <a:cubicBezTo>
                    <a:pt x="37192" y="269032"/>
                    <a:pt x="54895" y="275127"/>
                    <a:pt x="57845" y="267888"/>
                  </a:cubicBezTo>
                  <a:cubicBezTo>
                    <a:pt x="60387" y="255592"/>
                    <a:pt x="62198" y="243152"/>
                    <a:pt x="63271" y="230646"/>
                  </a:cubicBezTo>
                  <a:cubicBezTo>
                    <a:pt x="60510" y="223693"/>
                    <a:pt x="58131" y="216263"/>
                    <a:pt x="58131" y="216263"/>
                  </a:cubicBezTo>
                  <a:cubicBezTo>
                    <a:pt x="28245" y="197880"/>
                    <a:pt x="18823" y="165590"/>
                    <a:pt x="14920" y="127966"/>
                  </a:cubicBezTo>
                  <a:cubicBezTo>
                    <a:pt x="8258" y="63673"/>
                    <a:pt x="42903" y="7380"/>
                    <a:pt x="107243" y="617"/>
                  </a:cubicBezTo>
                  <a:cubicBezTo>
                    <a:pt x="167585" y="-5670"/>
                    <a:pt x="211938" y="36812"/>
                    <a:pt x="223931" y="95200"/>
                  </a:cubicBezTo>
                  <a:cubicBezTo>
                    <a:pt x="230307" y="123775"/>
                    <a:pt x="242966" y="178449"/>
                    <a:pt x="225834" y="225788"/>
                  </a:cubicBezTo>
                  <a:cubicBezTo>
                    <a:pt x="216316" y="252268"/>
                    <a:pt x="203848" y="273413"/>
                    <a:pt x="191475" y="277413"/>
                  </a:cubicBezTo>
                  <a:cubicBezTo>
                    <a:pt x="179496" y="277042"/>
                    <a:pt x="167548" y="275994"/>
                    <a:pt x="155688" y="274270"/>
                  </a:cubicBezTo>
                  <a:lnTo>
                    <a:pt x="155688" y="274270"/>
                  </a:lnTo>
                  <a:cubicBezTo>
                    <a:pt x="155688" y="274270"/>
                    <a:pt x="152452" y="292177"/>
                    <a:pt x="150263" y="303607"/>
                  </a:cubicBezTo>
                  <a:cubicBezTo>
                    <a:pt x="148074" y="315037"/>
                    <a:pt x="148930" y="321133"/>
                    <a:pt x="171678" y="335230"/>
                  </a:cubicBezTo>
                  <a:cubicBezTo>
                    <a:pt x="194425" y="349327"/>
                    <a:pt x="137224" y="378188"/>
                    <a:pt x="99819" y="375330"/>
                  </a:cubicBezTo>
                  <a:cubicBezTo>
                    <a:pt x="62414" y="372473"/>
                    <a:pt x="20250" y="349899"/>
                    <a:pt x="8734" y="325705"/>
                  </a:cubicBezTo>
                  <a:cubicBezTo>
                    <a:pt x="-4115" y="298940"/>
                    <a:pt x="-2973" y="267126"/>
                    <a:pt x="13397" y="267888"/>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118" name="Google Shape;2118;p34"/>
            <p:cNvGrpSpPr/>
            <p:nvPr/>
          </p:nvGrpSpPr>
          <p:grpSpPr>
            <a:xfrm>
              <a:off x="2941619" y="3895613"/>
              <a:ext cx="483621" cy="510995"/>
              <a:chOff x="4345944" y="4626313"/>
              <a:chExt cx="483621" cy="510995"/>
            </a:xfrm>
          </p:grpSpPr>
          <p:grpSp>
            <p:nvGrpSpPr>
              <p:cNvPr id="2119" name="Google Shape;2119;p34"/>
              <p:cNvGrpSpPr/>
              <p:nvPr/>
            </p:nvGrpSpPr>
            <p:grpSpPr>
              <a:xfrm>
                <a:off x="4345944" y="4852987"/>
                <a:ext cx="474200" cy="284321"/>
                <a:chOff x="4345944" y="4852987"/>
                <a:chExt cx="474200" cy="284321"/>
              </a:xfrm>
            </p:grpSpPr>
            <p:sp>
              <p:nvSpPr>
                <p:cNvPr id="2120" name="Google Shape;2120;p34"/>
                <p:cNvSpPr/>
                <p:nvPr/>
              </p:nvSpPr>
              <p:spPr>
                <a:xfrm>
                  <a:off x="4346061" y="4969668"/>
                  <a:ext cx="474083" cy="167618"/>
                </a:xfrm>
                <a:custGeom>
                  <a:avLst/>
                  <a:gdLst/>
                  <a:ahLst/>
                  <a:cxnLst/>
                  <a:rect l="l" t="t" r="r" b="b"/>
                  <a:pathLst>
                    <a:path w="474083" h="167618" extrusionOk="0">
                      <a:moveTo>
                        <a:pt x="474082" y="43529"/>
                      </a:moveTo>
                      <a:lnTo>
                        <a:pt x="474082" y="43529"/>
                      </a:lnTo>
                      <a:cubicBezTo>
                        <a:pt x="474178" y="50425"/>
                        <a:pt x="470537" y="56845"/>
                        <a:pt x="464564" y="60293"/>
                      </a:cubicBezTo>
                      <a:lnTo>
                        <a:pt x="283155" y="165068"/>
                      </a:lnTo>
                      <a:cubicBezTo>
                        <a:pt x="277266" y="168469"/>
                        <a:pt x="270009" y="168469"/>
                        <a:pt x="264120" y="165068"/>
                      </a:cubicBezTo>
                      <a:lnTo>
                        <a:pt x="9520" y="18193"/>
                      </a:lnTo>
                      <a:cubicBezTo>
                        <a:pt x="3547" y="14745"/>
                        <a:pt x="-94" y="8334"/>
                        <a:pt x="2" y="1429"/>
                      </a:cubicBezTo>
                      <a:lnTo>
                        <a:pt x="2" y="0"/>
                      </a:lnTo>
                      <a:close/>
                    </a:path>
                  </a:pathLst>
                </a:custGeom>
                <a:solidFill>
                  <a:srgbClr val="E5E5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1" name="Google Shape;2121;p34"/>
                <p:cNvSpPr/>
                <p:nvPr/>
              </p:nvSpPr>
              <p:spPr>
                <a:xfrm>
                  <a:off x="4619603" y="5013483"/>
                  <a:ext cx="200539" cy="123825"/>
                </a:xfrm>
                <a:custGeom>
                  <a:avLst/>
                  <a:gdLst/>
                  <a:ahLst/>
                  <a:cxnLst/>
                  <a:rect l="l" t="t" r="r" b="b"/>
                  <a:pathLst>
                    <a:path w="200539" h="123825" extrusionOk="0">
                      <a:moveTo>
                        <a:pt x="190926" y="16478"/>
                      </a:moveTo>
                      <a:lnTo>
                        <a:pt x="9518" y="121253"/>
                      </a:lnTo>
                      <a:cubicBezTo>
                        <a:pt x="6626" y="122930"/>
                        <a:pt x="3344" y="123815"/>
                        <a:pt x="0" y="123825"/>
                      </a:cubicBezTo>
                      <a:lnTo>
                        <a:pt x="0" y="0"/>
                      </a:lnTo>
                      <a:lnTo>
                        <a:pt x="200539" y="0"/>
                      </a:lnTo>
                      <a:cubicBezTo>
                        <a:pt x="200513" y="6820"/>
                        <a:pt x="196846" y="13106"/>
                        <a:pt x="190926" y="16478"/>
                      </a:cubicBezTo>
                      <a:close/>
                    </a:path>
                  </a:pathLst>
                </a:custGeom>
                <a:solidFill>
                  <a:srgbClr val="E5E5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2" name="Google Shape;2122;p34"/>
                <p:cNvSpPr/>
                <p:nvPr/>
              </p:nvSpPr>
              <p:spPr>
                <a:xfrm>
                  <a:off x="4345944" y="4852987"/>
                  <a:ext cx="474198" cy="274003"/>
                </a:xfrm>
                <a:custGeom>
                  <a:avLst/>
                  <a:gdLst/>
                  <a:ahLst/>
                  <a:cxnLst/>
                  <a:rect l="l" t="t" r="r" b="b"/>
                  <a:pathLst>
                    <a:path w="474198" h="274003" extrusionOk="0">
                      <a:moveTo>
                        <a:pt x="280322" y="272224"/>
                      </a:moveTo>
                      <a:cubicBezTo>
                        <a:pt x="276096" y="274596"/>
                        <a:pt x="270938" y="274596"/>
                        <a:pt x="266712" y="272224"/>
                      </a:cubicBezTo>
                      <a:lnTo>
                        <a:pt x="2498" y="119824"/>
                      </a:lnTo>
                      <a:cubicBezTo>
                        <a:pt x="-833" y="117824"/>
                        <a:pt x="-833" y="114681"/>
                        <a:pt x="2498" y="112776"/>
                      </a:cubicBezTo>
                      <a:lnTo>
                        <a:pt x="197137" y="0"/>
                      </a:lnTo>
                      <a:lnTo>
                        <a:pt x="474199" y="160211"/>
                      </a:ln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123" name="Google Shape;2123;p34"/>
                <p:cNvGrpSpPr/>
                <p:nvPr/>
              </p:nvGrpSpPr>
              <p:grpSpPr>
                <a:xfrm>
                  <a:off x="4457040" y="4985575"/>
                  <a:ext cx="133724" cy="77247"/>
                  <a:chOff x="4457040" y="4985575"/>
                  <a:chExt cx="133724" cy="77247"/>
                </a:xfrm>
              </p:grpSpPr>
              <p:sp>
                <p:nvSpPr>
                  <p:cNvPr id="2124" name="Google Shape;2124;p34"/>
                  <p:cNvSpPr/>
                  <p:nvPr/>
                </p:nvSpPr>
                <p:spPr>
                  <a:xfrm>
                    <a:off x="4457040" y="4985575"/>
                    <a:ext cx="133724" cy="77247"/>
                  </a:xfrm>
                  <a:custGeom>
                    <a:avLst/>
                    <a:gdLst/>
                    <a:ahLst/>
                    <a:cxnLst/>
                    <a:rect l="l" t="t" r="r" b="b"/>
                    <a:pathLst>
                      <a:path w="133724" h="77247" extrusionOk="0">
                        <a:moveTo>
                          <a:pt x="0" y="27622"/>
                        </a:moveTo>
                        <a:lnTo>
                          <a:pt x="1332" y="28384"/>
                        </a:lnTo>
                        <a:lnTo>
                          <a:pt x="85945" y="77248"/>
                        </a:lnTo>
                        <a:lnTo>
                          <a:pt x="132487" y="50387"/>
                        </a:lnTo>
                        <a:lnTo>
                          <a:pt x="133725" y="49625"/>
                        </a:lnTo>
                        <a:lnTo>
                          <a:pt x="47779" y="0"/>
                        </a:lnTo>
                        <a:lnTo>
                          <a:pt x="0" y="27622"/>
                        </a:lnTo>
                        <a:close/>
                      </a:path>
                    </a:pathLst>
                  </a:custGeom>
                  <a:solidFill>
                    <a:srgbClr val="BFBFB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5" name="Google Shape;2125;p34"/>
                  <p:cNvSpPr/>
                  <p:nvPr/>
                </p:nvSpPr>
                <p:spPr>
                  <a:xfrm>
                    <a:off x="4458372" y="4987099"/>
                    <a:ext cx="131154" cy="75723"/>
                  </a:xfrm>
                  <a:custGeom>
                    <a:avLst/>
                    <a:gdLst/>
                    <a:ahLst/>
                    <a:cxnLst/>
                    <a:rect l="l" t="t" r="r" b="b"/>
                    <a:pathLst>
                      <a:path w="131154" h="75723" extrusionOk="0">
                        <a:moveTo>
                          <a:pt x="0" y="26861"/>
                        </a:moveTo>
                        <a:lnTo>
                          <a:pt x="84613" y="75724"/>
                        </a:lnTo>
                        <a:lnTo>
                          <a:pt x="131155" y="48863"/>
                        </a:lnTo>
                        <a:lnTo>
                          <a:pt x="46447" y="0"/>
                        </a:lnTo>
                        <a:lnTo>
                          <a:pt x="0" y="26861"/>
                        </a:lnTo>
                        <a:close/>
                      </a:path>
                    </a:pathLst>
                  </a:custGeom>
                  <a:solidFill>
                    <a:srgbClr val="E5E5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126" name="Google Shape;2126;p34"/>
                <p:cNvSpPr/>
                <p:nvPr/>
              </p:nvSpPr>
              <p:spPr>
                <a:xfrm>
                  <a:off x="4747605" y="5011693"/>
                  <a:ext cx="29363" cy="16916"/>
                </a:xfrm>
                <a:custGeom>
                  <a:avLst/>
                  <a:gdLst/>
                  <a:ahLst/>
                  <a:cxnLst/>
                  <a:rect l="l" t="t" r="r" b="b"/>
                  <a:pathLst>
                    <a:path w="29363" h="16916" extrusionOk="0">
                      <a:moveTo>
                        <a:pt x="679" y="9411"/>
                      </a:moveTo>
                      <a:lnTo>
                        <a:pt x="12957" y="16459"/>
                      </a:lnTo>
                      <a:cubicBezTo>
                        <a:pt x="14185" y="17069"/>
                        <a:pt x="15630" y="17069"/>
                        <a:pt x="16859" y="16459"/>
                      </a:cubicBezTo>
                      <a:lnTo>
                        <a:pt x="28470" y="9696"/>
                      </a:lnTo>
                      <a:cubicBezTo>
                        <a:pt x="29613" y="9030"/>
                        <a:pt x="29708" y="8077"/>
                        <a:pt x="28470" y="7506"/>
                      </a:cubicBezTo>
                      <a:lnTo>
                        <a:pt x="16288" y="457"/>
                      </a:lnTo>
                      <a:cubicBezTo>
                        <a:pt x="15059" y="-152"/>
                        <a:pt x="13614" y="-152"/>
                        <a:pt x="12385" y="457"/>
                      </a:cubicBezTo>
                      <a:lnTo>
                        <a:pt x="679" y="7220"/>
                      </a:lnTo>
                      <a:cubicBezTo>
                        <a:pt x="-178" y="7982"/>
                        <a:pt x="-273" y="8839"/>
                        <a:pt x="679" y="941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7" name="Google Shape;2127;p34"/>
                <p:cNvSpPr/>
                <p:nvPr/>
              </p:nvSpPr>
              <p:spPr>
                <a:xfrm>
                  <a:off x="4730414" y="5001691"/>
                  <a:ext cx="29303" cy="16916"/>
                </a:xfrm>
                <a:custGeom>
                  <a:avLst/>
                  <a:gdLst/>
                  <a:ahLst/>
                  <a:cxnLst/>
                  <a:rect l="l" t="t" r="r" b="b"/>
                  <a:pathLst>
                    <a:path w="29303" h="16916" extrusionOk="0">
                      <a:moveTo>
                        <a:pt x="642" y="9411"/>
                      </a:moveTo>
                      <a:lnTo>
                        <a:pt x="12825" y="16459"/>
                      </a:lnTo>
                      <a:cubicBezTo>
                        <a:pt x="14054" y="17069"/>
                        <a:pt x="15499" y="17069"/>
                        <a:pt x="16727" y="16459"/>
                      </a:cubicBezTo>
                      <a:lnTo>
                        <a:pt x="28339" y="9696"/>
                      </a:lnTo>
                      <a:cubicBezTo>
                        <a:pt x="29576" y="9030"/>
                        <a:pt x="29672" y="8077"/>
                        <a:pt x="28339" y="7506"/>
                      </a:cubicBezTo>
                      <a:lnTo>
                        <a:pt x="16156" y="457"/>
                      </a:lnTo>
                      <a:cubicBezTo>
                        <a:pt x="14928" y="-152"/>
                        <a:pt x="13483" y="-152"/>
                        <a:pt x="12254" y="457"/>
                      </a:cubicBezTo>
                      <a:lnTo>
                        <a:pt x="642" y="7124"/>
                      </a:lnTo>
                      <a:cubicBezTo>
                        <a:pt x="-214" y="7791"/>
                        <a:pt x="-214" y="8458"/>
                        <a:pt x="642" y="941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8" name="Google Shape;2128;p34"/>
                <p:cNvSpPr/>
                <p:nvPr/>
              </p:nvSpPr>
              <p:spPr>
                <a:xfrm>
                  <a:off x="4713055" y="4991690"/>
                  <a:ext cx="29363" cy="16916"/>
                </a:xfrm>
                <a:custGeom>
                  <a:avLst/>
                  <a:gdLst/>
                  <a:ahLst/>
                  <a:cxnLst/>
                  <a:rect l="l" t="t" r="r" b="b"/>
                  <a:pathLst>
                    <a:path w="29363" h="16916" extrusionOk="0">
                      <a:moveTo>
                        <a:pt x="679" y="9411"/>
                      </a:moveTo>
                      <a:lnTo>
                        <a:pt x="12957" y="16459"/>
                      </a:lnTo>
                      <a:cubicBezTo>
                        <a:pt x="14152" y="17069"/>
                        <a:pt x="15568" y="17069"/>
                        <a:pt x="16764" y="16459"/>
                      </a:cubicBezTo>
                      <a:lnTo>
                        <a:pt x="28471" y="9792"/>
                      </a:lnTo>
                      <a:cubicBezTo>
                        <a:pt x="29613" y="9125"/>
                        <a:pt x="29708" y="8077"/>
                        <a:pt x="28471" y="7506"/>
                      </a:cubicBezTo>
                      <a:lnTo>
                        <a:pt x="16193" y="457"/>
                      </a:lnTo>
                      <a:cubicBezTo>
                        <a:pt x="14997" y="-152"/>
                        <a:pt x="13581" y="-152"/>
                        <a:pt x="12385" y="457"/>
                      </a:cubicBezTo>
                      <a:lnTo>
                        <a:pt x="679" y="7125"/>
                      </a:lnTo>
                      <a:cubicBezTo>
                        <a:pt x="-178" y="7792"/>
                        <a:pt x="-273" y="8935"/>
                        <a:pt x="679" y="941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29" name="Google Shape;2129;p34"/>
                <p:cNvSpPr/>
                <p:nvPr/>
              </p:nvSpPr>
              <p:spPr>
                <a:xfrm>
                  <a:off x="4695787" y="4981117"/>
                  <a:ext cx="29345" cy="17487"/>
                </a:xfrm>
                <a:custGeom>
                  <a:avLst/>
                  <a:gdLst/>
                  <a:ahLst/>
                  <a:cxnLst/>
                  <a:rect l="l" t="t" r="r" b="b"/>
                  <a:pathLst>
                    <a:path w="29345" h="17487" extrusionOk="0">
                      <a:moveTo>
                        <a:pt x="720" y="9982"/>
                      </a:moveTo>
                      <a:lnTo>
                        <a:pt x="12903" y="17031"/>
                      </a:lnTo>
                      <a:cubicBezTo>
                        <a:pt x="14131" y="17640"/>
                        <a:pt x="15576" y="17640"/>
                        <a:pt x="16805" y="17031"/>
                      </a:cubicBezTo>
                      <a:lnTo>
                        <a:pt x="28417" y="10363"/>
                      </a:lnTo>
                      <a:cubicBezTo>
                        <a:pt x="29559" y="9696"/>
                        <a:pt x="29749" y="8649"/>
                        <a:pt x="28417" y="8077"/>
                      </a:cubicBezTo>
                      <a:lnTo>
                        <a:pt x="16519" y="457"/>
                      </a:lnTo>
                      <a:cubicBezTo>
                        <a:pt x="15291" y="-152"/>
                        <a:pt x="13846" y="-152"/>
                        <a:pt x="12617" y="457"/>
                      </a:cubicBezTo>
                      <a:lnTo>
                        <a:pt x="1005" y="7125"/>
                      </a:lnTo>
                      <a:cubicBezTo>
                        <a:pt x="-232" y="8363"/>
                        <a:pt x="-327" y="9411"/>
                        <a:pt x="720" y="9982"/>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0" name="Google Shape;2130;p34"/>
                <p:cNvSpPr/>
                <p:nvPr/>
              </p:nvSpPr>
              <p:spPr>
                <a:xfrm>
                  <a:off x="4678497" y="4971592"/>
                  <a:ext cx="29372" cy="17487"/>
                </a:xfrm>
                <a:custGeom>
                  <a:avLst/>
                  <a:gdLst/>
                  <a:ahLst/>
                  <a:cxnLst/>
                  <a:rect l="l" t="t" r="r" b="b"/>
                  <a:pathLst>
                    <a:path w="29372" h="17487" extrusionOk="0">
                      <a:moveTo>
                        <a:pt x="688" y="9982"/>
                      </a:moveTo>
                      <a:lnTo>
                        <a:pt x="12871" y="17031"/>
                      </a:lnTo>
                      <a:cubicBezTo>
                        <a:pt x="14099" y="17640"/>
                        <a:pt x="15544" y="17640"/>
                        <a:pt x="16773" y="17031"/>
                      </a:cubicBezTo>
                      <a:lnTo>
                        <a:pt x="28480" y="10268"/>
                      </a:lnTo>
                      <a:cubicBezTo>
                        <a:pt x="29622" y="9601"/>
                        <a:pt x="29717" y="8553"/>
                        <a:pt x="28480" y="7982"/>
                      </a:cubicBezTo>
                      <a:lnTo>
                        <a:pt x="16487" y="457"/>
                      </a:lnTo>
                      <a:cubicBezTo>
                        <a:pt x="15259" y="-152"/>
                        <a:pt x="13814" y="-152"/>
                        <a:pt x="12585" y="457"/>
                      </a:cubicBezTo>
                      <a:lnTo>
                        <a:pt x="973" y="7220"/>
                      </a:lnTo>
                      <a:cubicBezTo>
                        <a:pt x="-169" y="7982"/>
                        <a:pt x="-359" y="8935"/>
                        <a:pt x="688" y="9982"/>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1" name="Google Shape;2131;p34"/>
                <p:cNvSpPr/>
                <p:nvPr/>
              </p:nvSpPr>
              <p:spPr>
                <a:xfrm>
                  <a:off x="4661184" y="4961591"/>
                  <a:ext cx="29363" cy="17011"/>
                </a:xfrm>
                <a:custGeom>
                  <a:avLst/>
                  <a:gdLst/>
                  <a:ahLst/>
                  <a:cxnLst/>
                  <a:rect l="l" t="t" r="r" b="b"/>
                  <a:pathLst>
                    <a:path w="29363" h="17011" extrusionOk="0">
                      <a:moveTo>
                        <a:pt x="679" y="9506"/>
                      </a:moveTo>
                      <a:lnTo>
                        <a:pt x="12957" y="16555"/>
                      </a:lnTo>
                      <a:cubicBezTo>
                        <a:pt x="14152" y="17164"/>
                        <a:pt x="15568" y="17164"/>
                        <a:pt x="16764" y="16555"/>
                      </a:cubicBezTo>
                      <a:lnTo>
                        <a:pt x="28470" y="9792"/>
                      </a:lnTo>
                      <a:cubicBezTo>
                        <a:pt x="29613" y="9125"/>
                        <a:pt x="29708" y="8077"/>
                        <a:pt x="28470" y="7506"/>
                      </a:cubicBezTo>
                      <a:lnTo>
                        <a:pt x="16288" y="457"/>
                      </a:lnTo>
                      <a:cubicBezTo>
                        <a:pt x="15059" y="-152"/>
                        <a:pt x="13614" y="-152"/>
                        <a:pt x="12385" y="457"/>
                      </a:cubicBezTo>
                      <a:lnTo>
                        <a:pt x="679" y="7220"/>
                      </a:lnTo>
                      <a:cubicBezTo>
                        <a:pt x="-178" y="7982"/>
                        <a:pt x="-273" y="8934"/>
                        <a:pt x="679" y="9506"/>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2" name="Google Shape;2132;p34"/>
                <p:cNvSpPr/>
                <p:nvPr/>
              </p:nvSpPr>
              <p:spPr>
                <a:xfrm>
                  <a:off x="4643896" y="4951685"/>
                  <a:ext cx="29270" cy="17011"/>
                </a:xfrm>
                <a:custGeom>
                  <a:avLst/>
                  <a:gdLst/>
                  <a:ahLst/>
                  <a:cxnLst/>
                  <a:rect l="l" t="t" r="r" b="b"/>
                  <a:pathLst>
                    <a:path w="29270" h="17011" extrusionOk="0">
                      <a:moveTo>
                        <a:pt x="644" y="9411"/>
                      </a:moveTo>
                      <a:lnTo>
                        <a:pt x="12827" y="16554"/>
                      </a:lnTo>
                      <a:cubicBezTo>
                        <a:pt x="14056" y="17164"/>
                        <a:pt x="15501" y="17164"/>
                        <a:pt x="16729" y="16554"/>
                      </a:cubicBezTo>
                      <a:lnTo>
                        <a:pt x="28341" y="9792"/>
                      </a:lnTo>
                      <a:cubicBezTo>
                        <a:pt x="29483" y="9125"/>
                        <a:pt x="29674" y="8172"/>
                        <a:pt x="28341" y="7601"/>
                      </a:cubicBezTo>
                      <a:lnTo>
                        <a:pt x="16158" y="457"/>
                      </a:lnTo>
                      <a:cubicBezTo>
                        <a:pt x="14930" y="-152"/>
                        <a:pt x="13485" y="-152"/>
                        <a:pt x="12256" y="457"/>
                      </a:cubicBezTo>
                      <a:lnTo>
                        <a:pt x="644" y="7220"/>
                      </a:lnTo>
                      <a:cubicBezTo>
                        <a:pt x="-117" y="7887"/>
                        <a:pt x="-307" y="8839"/>
                        <a:pt x="644" y="941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3" name="Google Shape;2133;p34"/>
                <p:cNvSpPr/>
                <p:nvPr/>
              </p:nvSpPr>
              <p:spPr>
                <a:xfrm>
                  <a:off x="4626634" y="4941779"/>
                  <a:ext cx="29363" cy="16916"/>
                </a:xfrm>
                <a:custGeom>
                  <a:avLst/>
                  <a:gdLst/>
                  <a:ahLst/>
                  <a:cxnLst/>
                  <a:rect l="l" t="t" r="r" b="b"/>
                  <a:pathLst>
                    <a:path w="29363" h="16916" extrusionOk="0">
                      <a:moveTo>
                        <a:pt x="679" y="9411"/>
                      </a:moveTo>
                      <a:lnTo>
                        <a:pt x="12861" y="16459"/>
                      </a:lnTo>
                      <a:cubicBezTo>
                        <a:pt x="14090" y="17069"/>
                        <a:pt x="15535" y="17069"/>
                        <a:pt x="16764" y="16459"/>
                      </a:cubicBezTo>
                      <a:lnTo>
                        <a:pt x="28471" y="9696"/>
                      </a:lnTo>
                      <a:cubicBezTo>
                        <a:pt x="29613" y="9030"/>
                        <a:pt x="29708" y="8077"/>
                        <a:pt x="28471" y="7506"/>
                      </a:cubicBezTo>
                      <a:lnTo>
                        <a:pt x="16193" y="457"/>
                      </a:lnTo>
                      <a:cubicBezTo>
                        <a:pt x="14964" y="-152"/>
                        <a:pt x="13519" y="-152"/>
                        <a:pt x="12290" y="457"/>
                      </a:cubicBezTo>
                      <a:lnTo>
                        <a:pt x="679" y="7220"/>
                      </a:lnTo>
                      <a:cubicBezTo>
                        <a:pt x="-178" y="7792"/>
                        <a:pt x="-273" y="8839"/>
                        <a:pt x="679" y="941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4" name="Google Shape;2134;p34"/>
                <p:cNvSpPr/>
                <p:nvPr/>
              </p:nvSpPr>
              <p:spPr>
                <a:xfrm>
                  <a:off x="4609300" y="4931587"/>
                  <a:ext cx="29374" cy="17106"/>
                </a:xfrm>
                <a:custGeom>
                  <a:avLst/>
                  <a:gdLst/>
                  <a:ahLst/>
                  <a:cxnLst/>
                  <a:rect l="l" t="t" r="r" b="b"/>
                  <a:pathLst>
                    <a:path w="29374" h="17106" extrusionOk="0">
                      <a:moveTo>
                        <a:pt x="690" y="9601"/>
                      </a:moveTo>
                      <a:lnTo>
                        <a:pt x="12968" y="16650"/>
                      </a:lnTo>
                      <a:cubicBezTo>
                        <a:pt x="14197" y="17259"/>
                        <a:pt x="15642" y="17259"/>
                        <a:pt x="16870" y="16650"/>
                      </a:cubicBezTo>
                      <a:lnTo>
                        <a:pt x="28482" y="9887"/>
                      </a:lnTo>
                      <a:cubicBezTo>
                        <a:pt x="29624" y="9220"/>
                        <a:pt x="29719" y="8268"/>
                        <a:pt x="28482" y="7696"/>
                      </a:cubicBezTo>
                      <a:lnTo>
                        <a:pt x="16204" y="457"/>
                      </a:lnTo>
                      <a:cubicBezTo>
                        <a:pt x="14975" y="-152"/>
                        <a:pt x="13530" y="-152"/>
                        <a:pt x="12302" y="457"/>
                      </a:cubicBezTo>
                      <a:lnTo>
                        <a:pt x="595" y="7220"/>
                      </a:lnTo>
                      <a:cubicBezTo>
                        <a:pt x="-167" y="7982"/>
                        <a:pt x="-262" y="9030"/>
                        <a:pt x="690" y="960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5" name="Google Shape;2135;p34"/>
                <p:cNvSpPr/>
                <p:nvPr/>
              </p:nvSpPr>
              <p:spPr>
                <a:xfrm>
                  <a:off x="4592048" y="4921776"/>
                  <a:ext cx="29341" cy="16916"/>
                </a:xfrm>
                <a:custGeom>
                  <a:avLst/>
                  <a:gdLst/>
                  <a:ahLst/>
                  <a:cxnLst/>
                  <a:rect l="l" t="t" r="r" b="b"/>
                  <a:pathLst>
                    <a:path w="29341" h="16916" extrusionOk="0">
                      <a:moveTo>
                        <a:pt x="716" y="9411"/>
                      </a:moveTo>
                      <a:lnTo>
                        <a:pt x="12898" y="16459"/>
                      </a:lnTo>
                      <a:cubicBezTo>
                        <a:pt x="14127" y="17069"/>
                        <a:pt x="15572" y="17069"/>
                        <a:pt x="16801" y="16459"/>
                      </a:cubicBezTo>
                      <a:lnTo>
                        <a:pt x="28412" y="9792"/>
                      </a:lnTo>
                      <a:cubicBezTo>
                        <a:pt x="29554" y="9125"/>
                        <a:pt x="29745" y="8077"/>
                        <a:pt x="28412" y="7506"/>
                      </a:cubicBezTo>
                      <a:lnTo>
                        <a:pt x="16230" y="457"/>
                      </a:lnTo>
                      <a:cubicBezTo>
                        <a:pt x="15001" y="-152"/>
                        <a:pt x="13556" y="-152"/>
                        <a:pt x="12327" y="457"/>
                      </a:cubicBezTo>
                      <a:lnTo>
                        <a:pt x="716" y="7125"/>
                      </a:lnTo>
                      <a:cubicBezTo>
                        <a:pt x="-141" y="7792"/>
                        <a:pt x="-331" y="8839"/>
                        <a:pt x="716" y="941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6" name="Google Shape;2136;p34"/>
                <p:cNvSpPr/>
                <p:nvPr/>
              </p:nvSpPr>
              <p:spPr>
                <a:xfrm>
                  <a:off x="4574762" y="4911775"/>
                  <a:ext cx="29363" cy="16916"/>
                </a:xfrm>
                <a:custGeom>
                  <a:avLst/>
                  <a:gdLst/>
                  <a:ahLst/>
                  <a:cxnLst/>
                  <a:rect l="l" t="t" r="r" b="b"/>
                  <a:pathLst>
                    <a:path w="29363" h="16916" extrusionOk="0">
                      <a:moveTo>
                        <a:pt x="679" y="9411"/>
                      </a:moveTo>
                      <a:lnTo>
                        <a:pt x="12861" y="16459"/>
                      </a:lnTo>
                      <a:cubicBezTo>
                        <a:pt x="14090" y="17069"/>
                        <a:pt x="15535" y="17069"/>
                        <a:pt x="16764" y="16459"/>
                      </a:cubicBezTo>
                      <a:lnTo>
                        <a:pt x="28470" y="9792"/>
                      </a:lnTo>
                      <a:cubicBezTo>
                        <a:pt x="29613" y="9125"/>
                        <a:pt x="29708" y="8077"/>
                        <a:pt x="28470" y="7506"/>
                      </a:cubicBezTo>
                      <a:lnTo>
                        <a:pt x="16193" y="457"/>
                      </a:lnTo>
                      <a:cubicBezTo>
                        <a:pt x="14997" y="-152"/>
                        <a:pt x="13581" y="-152"/>
                        <a:pt x="12385" y="457"/>
                      </a:cubicBezTo>
                      <a:lnTo>
                        <a:pt x="679" y="7125"/>
                      </a:lnTo>
                      <a:cubicBezTo>
                        <a:pt x="-178" y="7791"/>
                        <a:pt x="-273" y="8839"/>
                        <a:pt x="679" y="941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7" name="Google Shape;2137;p34"/>
                <p:cNvSpPr/>
                <p:nvPr/>
              </p:nvSpPr>
              <p:spPr>
                <a:xfrm>
                  <a:off x="4557452" y="4901679"/>
                  <a:ext cx="29387" cy="16983"/>
                </a:xfrm>
                <a:custGeom>
                  <a:avLst/>
                  <a:gdLst/>
                  <a:ahLst/>
                  <a:cxnLst/>
                  <a:rect l="l" t="t" r="r" b="b"/>
                  <a:pathLst>
                    <a:path w="29387" h="16983" extrusionOk="0">
                      <a:moveTo>
                        <a:pt x="761" y="9506"/>
                      </a:moveTo>
                      <a:lnTo>
                        <a:pt x="12944" y="16554"/>
                      </a:lnTo>
                      <a:cubicBezTo>
                        <a:pt x="14182" y="17126"/>
                        <a:pt x="15608" y="17126"/>
                        <a:pt x="16846" y="16554"/>
                      </a:cubicBezTo>
                      <a:lnTo>
                        <a:pt x="28458" y="9792"/>
                      </a:lnTo>
                      <a:cubicBezTo>
                        <a:pt x="29600" y="9125"/>
                        <a:pt x="29791" y="8077"/>
                        <a:pt x="28458" y="7506"/>
                      </a:cubicBezTo>
                      <a:lnTo>
                        <a:pt x="16275" y="457"/>
                      </a:lnTo>
                      <a:cubicBezTo>
                        <a:pt x="15047" y="-152"/>
                        <a:pt x="13602" y="-152"/>
                        <a:pt x="12373" y="457"/>
                      </a:cubicBezTo>
                      <a:lnTo>
                        <a:pt x="666" y="7220"/>
                      </a:lnTo>
                      <a:cubicBezTo>
                        <a:pt x="-190" y="7982"/>
                        <a:pt x="-286" y="8934"/>
                        <a:pt x="761" y="9506"/>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8" name="Google Shape;2138;p34"/>
                <p:cNvSpPr/>
                <p:nvPr/>
              </p:nvSpPr>
              <p:spPr>
                <a:xfrm>
                  <a:off x="4540118" y="4891677"/>
                  <a:ext cx="29458" cy="17011"/>
                </a:xfrm>
                <a:custGeom>
                  <a:avLst/>
                  <a:gdLst/>
                  <a:ahLst/>
                  <a:cxnLst/>
                  <a:rect l="l" t="t" r="r" b="b"/>
                  <a:pathLst>
                    <a:path w="29458" h="17011" extrusionOk="0">
                      <a:moveTo>
                        <a:pt x="774" y="9506"/>
                      </a:moveTo>
                      <a:lnTo>
                        <a:pt x="12956" y="16554"/>
                      </a:lnTo>
                      <a:cubicBezTo>
                        <a:pt x="14185" y="17164"/>
                        <a:pt x="15630" y="17164"/>
                        <a:pt x="16859" y="16554"/>
                      </a:cubicBezTo>
                      <a:lnTo>
                        <a:pt x="28566" y="9792"/>
                      </a:lnTo>
                      <a:cubicBezTo>
                        <a:pt x="29708" y="9125"/>
                        <a:pt x="29803" y="8077"/>
                        <a:pt x="28566" y="7506"/>
                      </a:cubicBezTo>
                      <a:lnTo>
                        <a:pt x="16383" y="457"/>
                      </a:lnTo>
                      <a:cubicBezTo>
                        <a:pt x="15154" y="-152"/>
                        <a:pt x="13709" y="-152"/>
                        <a:pt x="12481" y="457"/>
                      </a:cubicBezTo>
                      <a:lnTo>
                        <a:pt x="869" y="7220"/>
                      </a:lnTo>
                      <a:cubicBezTo>
                        <a:pt x="-273" y="7982"/>
                        <a:pt x="-273" y="8935"/>
                        <a:pt x="774" y="9506"/>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39" name="Google Shape;2139;p34"/>
                <p:cNvSpPr/>
                <p:nvPr/>
              </p:nvSpPr>
              <p:spPr>
                <a:xfrm>
                  <a:off x="4514573" y="4876818"/>
                  <a:ext cx="37680" cy="21809"/>
                </a:xfrm>
                <a:custGeom>
                  <a:avLst/>
                  <a:gdLst/>
                  <a:ahLst/>
                  <a:cxnLst/>
                  <a:rect l="l" t="t" r="r" b="b"/>
                  <a:pathLst>
                    <a:path w="37680" h="21809" extrusionOk="0">
                      <a:moveTo>
                        <a:pt x="716" y="9506"/>
                      </a:moveTo>
                      <a:lnTo>
                        <a:pt x="21274" y="21317"/>
                      </a:lnTo>
                      <a:cubicBezTo>
                        <a:pt x="22457" y="21974"/>
                        <a:pt x="23898" y="21974"/>
                        <a:pt x="25081" y="21317"/>
                      </a:cubicBezTo>
                      <a:lnTo>
                        <a:pt x="36788" y="14554"/>
                      </a:lnTo>
                      <a:cubicBezTo>
                        <a:pt x="37930" y="13887"/>
                        <a:pt x="38025" y="12935"/>
                        <a:pt x="36788" y="12363"/>
                      </a:cubicBezTo>
                      <a:lnTo>
                        <a:pt x="16230" y="457"/>
                      </a:lnTo>
                      <a:cubicBezTo>
                        <a:pt x="15001" y="-152"/>
                        <a:pt x="13556" y="-152"/>
                        <a:pt x="12327" y="457"/>
                      </a:cubicBezTo>
                      <a:lnTo>
                        <a:pt x="716" y="7125"/>
                      </a:lnTo>
                      <a:cubicBezTo>
                        <a:pt x="-141" y="7982"/>
                        <a:pt x="-331" y="9506"/>
                        <a:pt x="716" y="9506"/>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0" name="Google Shape;2140;p34"/>
                <p:cNvSpPr/>
                <p:nvPr/>
              </p:nvSpPr>
              <p:spPr>
                <a:xfrm>
                  <a:off x="4705251" y="5006549"/>
                  <a:ext cx="29363" cy="16916"/>
                </a:xfrm>
                <a:custGeom>
                  <a:avLst/>
                  <a:gdLst/>
                  <a:ahLst/>
                  <a:cxnLst/>
                  <a:rect l="l" t="t" r="r" b="b"/>
                  <a:pathLst>
                    <a:path w="29363" h="16916" extrusionOk="0">
                      <a:moveTo>
                        <a:pt x="679" y="9411"/>
                      </a:moveTo>
                      <a:lnTo>
                        <a:pt x="12861" y="16459"/>
                      </a:lnTo>
                      <a:cubicBezTo>
                        <a:pt x="14090" y="17069"/>
                        <a:pt x="15535" y="17069"/>
                        <a:pt x="16764" y="16459"/>
                      </a:cubicBezTo>
                      <a:lnTo>
                        <a:pt x="28471" y="9697"/>
                      </a:lnTo>
                      <a:cubicBezTo>
                        <a:pt x="29613" y="9030"/>
                        <a:pt x="29708" y="8077"/>
                        <a:pt x="28471" y="7506"/>
                      </a:cubicBezTo>
                      <a:lnTo>
                        <a:pt x="16193" y="457"/>
                      </a:lnTo>
                      <a:cubicBezTo>
                        <a:pt x="14964" y="-152"/>
                        <a:pt x="13519" y="-152"/>
                        <a:pt x="12290" y="457"/>
                      </a:cubicBezTo>
                      <a:lnTo>
                        <a:pt x="679" y="7220"/>
                      </a:lnTo>
                      <a:cubicBezTo>
                        <a:pt x="-178" y="7792"/>
                        <a:pt x="-273" y="8839"/>
                        <a:pt x="679" y="941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1" name="Google Shape;2141;p34"/>
                <p:cNvSpPr/>
                <p:nvPr/>
              </p:nvSpPr>
              <p:spPr>
                <a:xfrm>
                  <a:off x="4687929" y="4996548"/>
                  <a:ext cx="29363" cy="16916"/>
                </a:xfrm>
                <a:custGeom>
                  <a:avLst/>
                  <a:gdLst/>
                  <a:ahLst/>
                  <a:cxnLst/>
                  <a:rect l="l" t="t" r="r" b="b"/>
                  <a:pathLst>
                    <a:path w="29363" h="16916" extrusionOk="0">
                      <a:moveTo>
                        <a:pt x="679" y="9411"/>
                      </a:moveTo>
                      <a:lnTo>
                        <a:pt x="12861" y="16459"/>
                      </a:lnTo>
                      <a:cubicBezTo>
                        <a:pt x="14090" y="17069"/>
                        <a:pt x="15535" y="17069"/>
                        <a:pt x="16764" y="16459"/>
                      </a:cubicBezTo>
                      <a:lnTo>
                        <a:pt x="28471" y="9696"/>
                      </a:lnTo>
                      <a:cubicBezTo>
                        <a:pt x="29613" y="9030"/>
                        <a:pt x="29708" y="8077"/>
                        <a:pt x="28471" y="7506"/>
                      </a:cubicBezTo>
                      <a:lnTo>
                        <a:pt x="16193" y="457"/>
                      </a:lnTo>
                      <a:cubicBezTo>
                        <a:pt x="14964" y="-152"/>
                        <a:pt x="13519" y="-152"/>
                        <a:pt x="12290" y="457"/>
                      </a:cubicBezTo>
                      <a:lnTo>
                        <a:pt x="679" y="7220"/>
                      </a:lnTo>
                      <a:cubicBezTo>
                        <a:pt x="-178" y="7792"/>
                        <a:pt x="-273" y="8839"/>
                        <a:pt x="679" y="941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2" name="Google Shape;2142;p34"/>
                <p:cNvSpPr/>
                <p:nvPr/>
              </p:nvSpPr>
              <p:spPr>
                <a:xfrm>
                  <a:off x="4670606" y="4986547"/>
                  <a:ext cx="29363" cy="16916"/>
                </a:xfrm>
                <a:custGeom>
                  <a:avLst/>
                  <a:gdLst/>
                  <a:ahLst/>
                  <a:cxnLst/>
                  <a:rect l="l" t="t" r="r" b="b"/>
                  <a:pathLst>
                    <a:path w="29363" h="16916" extrusionOk="0">
                      <a:moveTo>
                        <a:pt x="679" y="9411"/>
                      </a:moveTo>
                      <a:lnTo>
                        <a:pt x="12861" y="16459"/>
                      </a:lnTo>
                      <a:cubicBezTo>
                        <a:pt x="14090" y="17069"/>
                        <a:pt x="15535" y="17069"/>
                        <a:pt x="16764" y="16459"/>
                      </a:cubicBezTo>
                      <a:lnTo>
                        <a:pt x="28471" y="9696"/>
                      </a:lnTo>
                      <a:cubicBezTo>
                        <a:pt x="29613" y="9030"/>
                        <a:pt x="29708" y="8077"/>
                        <a:pt x="28471" y="7506"/>
                      </a:cubicBezTo>
                      <a:lnTo>
                        <a:pt x="16193" y="457"/>
                      </a:lnTo>
                      <a:cubicBezTo>
                        <a:pt x="14964" y="-152"/>
                        <a:pt x="13519" y="-152"/>
                        <a:pt x="12290" y="457"/>
                      </a:cubicBezTo>
                      <a:lnTo>
                        <a:pt x="679" y="7220"/>
                      </a:lnTo>
                      <a:cubicBezTo>
                        <a:pt x="-178" y="7791"/>
                        <a:pt x="-273" y="8839"/>
                        <a:pt x="679" y="941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3" name="Google Shape;2143;p34"/>
                <p:cNvSpPr/>
                <p:nvPr/>
              </p:nvSpPr>
              <p:spPr>
                <a:xfrm>
                  <a:off x="4653308" y="4976545"/>
                  <a:ext cx="29434" cy="16916"/>
                </a:xfrm>
                <a:custGeom>
                  <a:avLst/>
                  <a:gdLst/>
                  <a:ahLst/>
                  <a:cxnLst/>
                  <a:rect l="l" t="t" r="r" b="b"/>
                  <a:pathLst>
                    <a:path w="29434" h="16916" extrusionOk="0">
                      <a:moveTo>
                        <a:pt x="750" y="9411"/>
                      </a:moveTo>
                      <a:lnTo>
                        <a:pt x="12933" y="16459"/>
                      </a:lnTo>
                      <a:cubicBezTo>
                        <a:pt x="14161" y="17069"/>
                        <a:pt x="15606" y="17069"/>
                        <a:pt x="16835" y="16459"/>
                      </a:cubicBezTo>
                      <a:lnTo>
                        <a:pt x="28542" y="9696"/>
                      </a:lnTo>
                      <a:cubicBezTo>
                        <a:pt x="29684" y="9030"/>
                        <a:pt x="29779" y="8077"/>
                        <a:pt x="28542" y="7506"/>
                      </a:cubicBezTo>
                      <a:lnTo>
                        <a:pt x="16264" y="457"/>
                      </a:lnTo>
                      <a:cubicBezTo>
                        <a:pt x="15068" y="-152"/>
                        <a:pt x="13652" y="-152"/>
                        <a:pt x="12457" y="457"/>
                      </a:cubicBezTo>
                      <a:lnTo>
                        <a:pt x="750" y="7220"/>
                      </a:lnTo>
                      <a:cubicBezTo>
                        <a:pt x="-202" y="7792"/>
                        <a:pt x="-297" y="8839"/>
                        <a:pt x="750" y="941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4" name="Google Shape;2144;p34"/>
                <p:cNvSpPr/>
                <p:nvPr/>
              </p:nvSpPr>
              <p:spPr>
                <a:xfrm>
                  <a:off x="4636115" y="4966449"/>
                  <a:ext cx="29341" cy="17047"/>
                </a:xfrm>
                <a:custGeom>
                  <a:avLst/>
                  <a:gdLst/>
                  <a:ahLst/>
                  <a:cxnLst/>
                  <a:rect l="l" t="t" r="r" b="b"/>
                  <a:pathLst>
                    <a:path w="29341" h="17047" extrusionOk="0">
                      <a:moveTo>
                        <a:pt x="716" y="9506"/>
                      </a:moveTo>
                      <a:lnTo>
                        <a:pt x="12898" y="16554"/>
                      </a:lnTo>
                      <a:cubicBezTo>
                        <a:pt x="14116" y="17212"/>
                        <a:pt x="15583" y="17212"/>
                        <a:pt x="16801" y="16554"/>
                      </a:cubicBezTo>
                      <a:lnTo>
                        <a:pt x="28412" y="9792"/>
                      </a:lnTo>
                      <a:cubicBezTo>
                        <a:pt x="29554" y="9125"/>
                        <a:pt x="29745" y="8172"/>
                        <a:pt x="28412" y="7601"/>
                      </a:cubicBezTo>
                      <a:lnTo>
                        <a:pt x="16230" y="457"/>
                      </a:lnTo>
                      <a:cubicBezTo>
                        <a:pt x="15001" y="-152"/>
                        <a:pt x="13556" y="-152"/>
                        <a:pt x="12327" y="457"/>
                      </a:cubicBezTo>
                      <a:lnTo>
                        <a:pt x="716" y="7220"/>
                      </a:lnTo>
                      <a:cubicBezTo>
                        <a:pt x="-141" y="7982"/>
                        <a:pt x="-331" y="8935"/>
                        <a:pt x="716" y="9506"/>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5" name="Google Shape;2145;p34"/>
                <p:cNvSpPr/>
                <p:nvPr/>
              </p:nvSpPr>
              <p:spPr>
                <a:xfrm>
                  <a:off x="4618793" y="4956352"/>
                  <a:ext cx="29341" cy="17106"/>
                </a:xfrm>
                <a:custGeom>
                  <a:avLst/>
                  <a:gdLst/>
                  <a:ahLst/>
                  <a:cxnLst/>
                  <a:rect l="l" t="t" r="r" b="b"/>
                  <a:pathLst>
                    <a:path w="29341" h="17106" extrusionOk="0">
                      <a:moveTo>
                        <a:pt x="716" y="9601"/>
                      </a:moveTo>
                      <a:lnTo>
                        <a:pt x="12898" y="16650"/>
                      </a:lnTo>
                      <a:cubicBezTo>
                        <a:pt x="14127" y="17259"/>
                        <a:pt x="15572" y="17259"/>
                        <a:pt x="16801" y="16650"/>
                      </a:cubicBezTo>
                      <a:lnTo>
                        <a:pt x="28412" y="9887"/>
                      </a:lnTo>
                      <a:cubicBezTo>
                        <a:pt x="29554" y="9220"/>
                        <a:pt x="29745" y="8268"/>
                        <a:pt x="28412" y="7601"/>
                      </a:cubicBezTo>
                      <a:lnTo>
                        <a:pt x="16230" y="457"/>
                      </a:lnTo>
                      <a:cubicBezTo>
                        <a:pt x="15001" y="-152"/>
                        <a:pt x="13556" y="-152"/>
                        <a:pt x="12327" y="457"/>
                      </a:cubicBezTo>
                      <a:lnTo>
                        <a:pt x="716" y="7220"/>
                      </a:lnTo>
                      <a:cubicBezTo>
                        <a:pt x="-141" y="8077"/>
                        <a:pt x="-331" y="9030"/>
                        <a:pt x="716" y="960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6" name="Google Shape;2146;p34"/>
                <p:cNvSpPr/>
                <p:nvPr/>
              </p:nvSpPr>
              <p:spPr>
                <a:xfrm>
                  <a:off x="4601470" y="4946446"/>
                  <a:ext cx="29341" cy="17011"/>
                </a:xfrm>
                <a:custGeom>
                  <a:avLst/>
                  <a:gdLst/>
                  <a:ahLst/>
                  <a:cxnLst/>
                  <a:rect l="l" t="t" r="r" b="b"/>
                  <a:pathLst>
                    <a:path w="29341" h="17011" extrusionOk="0">
                      <a:moveTo>
                        <a:pt x="716" y="9506"/>
                      </a:moveTo>
                      <a:lnTo>
                        <a:pt x="12898" y="16554"/>
                      </a:lnTo>
                      <a:cubicBezTo>
                        <a:pt x="14127" y="17164"/>
                        <a:pt x="15572" y="17164"/>
                        <a:pt x="16801" y="16554"/>
                      </a:cubicBezTo>
                      <a:lnTo>
                        <a:pt x="28412" y="9792"/>
                      </a:lnTo>
                      <a:cubicBezTo>
                        <a:pt x="29554" y="9125"/>
                        <a:pt x="29745" y="8077"/>
                        <a:pt x="28412" y="7506"/>
                      </a:cubicBezTo>
                      <a:lnTo>
                        <a:pt x="16230" y="457"/>
                      </a:lnTo>
                      <a:cubicBezTo>
                        <a:pt x="15001" y="-152"/>
                        <a:pt x="13556" y="-152"/>
                        <a:pt x="12327" y="457"/>
                      </a:cubicBezTo>
                      <a:lnTo>
                        <a:pt x="716" y="7220"/>
                      </a:lnTo>
                      <a:cubicBezTo>
                        <a:pt x="-141" y="7982"/>
                        <a:pt x="-331" y="8935"/>
                        <a:pt x="716" y="9506"/>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7" name="Google Shape;2147;p34"/>
                <p:cNvSpPr/>
                <p:nvPr/>
              </p:nvSpPr>
              <p:spPr>
                <a:xfrm>
                  <a:off x="4584137" y="4936445"/>
                  <a:ext cx="29291" cy="17011"/>
                </a:xfrm>
                <a:custGeom>
                  <a:avLst/>
                  <a:gdLst/>
                  <a:ahLst/>
                  <a:cxnLst/>
                  <a:rect l="l" t="t" r="r" b="b"/>
                  <a:pathLst>
                    <a:path w="29291" h="17011" extrusionOk="0">
                      <a:moveTo>
                        <a:pt x="726" y="9506"/>
                      </a:moveTo>
                      <a:lnTo>
                        <a:pt x="12814" y="16554"/>
                      </a:lnTo>
                      <a:cubicBezTo>
                        <a:pt x="14043" y="17164"/>
                        <a:pt x="15487" y="17164"/>
                        <a:pt x="16716" y="16554"/>
                      </a:cubicBezTo>
                      <a:lnTo>
                        <a:pt x="28328" y="9792"/>
                      </a:lnTo>
                      <a:cubicBezTo>
                        <a:pt x="29565" y="9125"/>
                        <a:pt x="29660" y="8077"/>
                        <a:pt x="28328" y="7506"/>
                      </a:cubicBezTo>
                      <a:lnTo>
                        <a:pt x="16145" y="457"/>
                      </a:lnTo>
                      <a:cubicBezTo>
                        <a:pt x="14916" y="-152"/>
                        <a:pt x="13471" y="-152"/>
                        <a:pt x="12243" y="457"/>
                      </a:cubicBezTo>
                      <a:lnTo>
                        <a:pt x="631" y="7220"/>
                      </a:lnTo>
                      <a:cubicBezTo>
                        <a:pt x="-130" y="7982"/>
                        <a:pt x="-321" y="8935"/>
                        <a:pt x="726" y="9506"/>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8" name="Google Shape;2148;p34"/>
                <p:cNvSpPr/>
                <p:nvPr/>
              </p:nvSpPr>
              <p:spPr>
                <a:xfrm>
                  <a:off x="4566835" y="4926444"/>
                  <a:ext cx="29390" cy="17011"/>
                </a:xfrm>
                <a:custGeom>
                  <a:avLst/>
                  <a:gdLst/>
                  <a:ahLst/>
                  <a:cxnLst/>
                  <a:rect l="l" t="t" r="r" b="b"/>
                  <a:pathLst>
                    <a:path w="29390" h="17011" extrusionOk="0">
                      <a:moveTo>
                        <a:pt x="706" y="9506"/>
                      </a:moveTo>
                      <a:lnTo>
                        <a:pt x="12888" y="16554"/>
                      </a:lnTo>
                      <a:cubicBezTo>
                        <a:pt x="14117" y="17164"/>
                        <a:pt x="15562" y="17164"/>
                        <a:pt x="16791" y="16554"/>
                      </a:cubicBezTo>
                      <a:lnTo>
                        <a:pt x="28498" y="9791"/>
                      </a:lnTo>
                      <a:cubicBezTo>
                        <a:pt x="29640" y="9125"/>
                        <a:pt x="29735" y="8077"/>
                        <a:pt x="28498" y="7506"/>
                      </a:cubicBezTo>
                      <a:lnTo>
                        <a:pt x="16315" y="457"/>
                      </a:lnTo>
                      <a:cubicBezTo>
                        <a:pt x="15086" y="-152"/>
                        <a:pt x="13641" y="-152"/>
                        <a:pt x="12413" y="457"/>
                      </a:cubicBezTo>
                      <a:lnTo>
                        <a:pt x="801" y="7220"/>
                      </a:lnTo>
                      <a:cubicBezTo>
                        <a:pt x="-151" y="7982"/>
                        <a:pt x="-341" y="8934"/>
                        <a:pt x="706" y="9506"/>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49" name="Google Shape;2149;p34"/>
                <p:cNvSpPr/>
                <p:nvPr/>
              </p:nvSpPr>
              <p:spPr>
                <a:xfrm>
                  <a:off x="4549576" y="4916443"/>
                  <a:ext cx="29326" cy="17011"/>
                </a:xfrm>
                <a:custGeom>
                  <a:avLst/>
                  <a:gdLst/>
                  <a:ahLst/>
                  <a:cxnLst/>
                  <a:rect l="l" t="t" r="r" b="b"/>
                  <a:pathLst>
                    <a:path w="29326" h="17011" extrusionOk="0">
                      <a:moveTo>
                        <a:pt x="642" y="9506"/>
                      </a:moveTo>
                      <a:lnTo>
                        <a:pt x="12825" y="16554"/>
                      </a:lnTo>
                      <a:cubicBezTo>
                        <a:pt x="14054" y="17164"/>
                        <a:pt x="15499" y="17164"/>
                        <a:pt x="16727" y="16554"/>
                      </a:cubicBezTo>
                      <a:lnTo>
                        <a:pt x="28434" y="9792"/>
                      </a:lnTo>
                      <a:cubicBezTo>
                        <a:pt x="29576" y="9125"/>
                        <a:pt x="29672" y="8077"/>
                        <a:pt x="28434" y="7506"/>
                      </a:cubicBezTo>
                      <a:lnTo>
                        <a:pt x="16156" y="457"/>
                      </a:lnTo>
                      <a:cubicBezTo>
                        <a:pt x="14928" y="-152"/>
                        <a:pt x="13483" y="-152"/>
                        <a:pt x="12254" y="457"/>
                      </a:cubicBezTo>
                      <a:lnTo>
                        <a:pt x="642" y="7220"/>
                      </a:lnTo>
                      <a:cubicBezTo>
                        <a:pt x="-214" y="7982"/>
                        <a:pt x="-214" y="8935"/>
                        <a:pt x="642" y="9506"/>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0" name="Google Shape;2150;p34"/>
                <p:cNvSpPr/>
                <p:nvPr/>
              </p:nvSpPr>
              <p:spPr>
                <a:xfrm>
                  <a:off x="4532218" y="4906536"/>
                  <a:ext cx="29363" cy="16916"/>
                </a:xfrm>
                <a:custGeom>
                  <a:avLst/>
                  <a:gdLst/>
                  <a:ahLst/>
                  <a:cxnLst/>
                  <a:rect l="l" t="t" r="r" b="b"/>
                  <a:pathLst>
                    <a:path w="29363" h="16916" extrusionOk="0">
                      <a:moveTo>
                        <a:pt x="679" y="9411"/>
                      </a:moveTo>
                      <a:lnTo>
                        <a:pt x="12861" y="16459"/>
                      </a:lnTo>
                      <a:cubicBezTo>
                        <a:pt x="14090" y="17069"/>
                        <a:pt x="15535" y="17069"/>
                        <a:pt x="16764" y="16459"/>
                      </a:cubicBezTo>
                      <a:lnTo>
                        <a:pt x="28470" y="9792"/>
                      </a:lnTo>
                      <a:cubicBezTo>
                        <a:pt x="29613" y="9125"/>
                        <a:pt x="29708" y="8077"/>
                        <a:pt x="28470" y="7506"/>
                      </a:cubicBezTo>
                      <a:lnTo>
                        <a:pt x="16193" y="457"/>
                      </a:lnTo>
                      <a:cubicBezTo>
                        <a:pt x="14964" y="-152"/>
                        <a:pt x="13519" y="-152"/>
                        <a:pt x="12290" y="457"/>
                      </a:cubicBezTo>
                      <a:lnTo>
                        <a:pt x="679" y="7220"/>
                      </a:lnTo>
                      <a:cubicBezTo>
                        <a:pt x="-178" y="8363"/>
                        <a:pt x="-273" y="8839"/>
                        <a:pt x="679" y="941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1" name="Google Shape;2151;p34"/>
                <p:cNvSpPr/>
                <p:nvPr/>
              </p:nvSpPr>
              <p:spPr>
                <a:xfrm>
                  <a:off x="4514896" y="4896535"/>
                  <a:ext cx="29363" cy="16916"/>
                </a:xfrm>
                <a:custGeom>
                  <a:avLst/>
                  <a:gdLst/>
                  <a:ahLst/>
                  <a:cxnLst/>
                  <a:rect l="l" t="t" r="r" b="b"/>
                  <a:pathLst>
                    <a:path w="29363" h="16916" extrusionOk="0">
                      <a:moveTo>
                        <a:pt x="679" y="9411"/>
                      </a:moveTo>
                      <a:lnTo>
                        <a:pt x="12861" y="16459"/>
                      </a:lnTo>
                      <a:cubicBezTo>
                        <a:pt x="14090" y="17069"/>
                        <a:pt x="15535" y="17069"/>
                        <a:pt x="16764" y="16459"/>
                      </a:cubicBezTo>
                      <a:lnTo>
                        <a:pt x="28470" y="9792"/>
                      </a:lnTo>
                      <a:cubicBezTo>
                        <a:pt x="29613" y="9125"/>
                        <a:pt x="29708" y="8077"/>
                        <a:pt x="28470" y="7506"/>
                      </a:cubicBezTo>
                      <a:lnTo>
                        <a:pt x="16193" y="457"/>
                      </a:lnTo>
                      <a:cubicBezTo>
                        <a:pt x="14964" y="-152"/>
                        <a:pt x="13519" y="-152"/>
                        <a:pt x="12290" y="457"/>
                      </a:cubicBezTo>
                      <a:lnTo>
                        <a:pt x="679" y="7125"/>
                      </a:lnTo>
                      <a:cubicBezTo>
                        <a:pt x="-178" y="7792"/>
                        <a:pt x="-273" y="8839"/>
                        <a:pt x="679" y="941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2" name="Google Shape;2152;p34"/>
                <p:cNvSpPr/>
                <p:nvPr/>
              </p:nvSpPr>
              <p:spPr>
                <a:xfrm>
                  <a:off x="4722536" y="5016484"/>
                  <a:ext cx="37680" cy="21745"/>
                </a:xfrm>
                <a:custGeom>
                  <a:avLst/>
                  <a:gdLst/>
                  <a:ahLst/>
                  <a:cxnLst/>
                  <a:rect l="l" t="t" r="r" b="b"/>
                  <a:pathLst>
                    <a:path w="37680" h="21745" extrusionOk="0">
                      <a:moveTo>
                        <a:pt x="716" y="9477"/>
                      </a:moveTo>
                      <a:lnTo>
                        <a:pt x="21274" y="21288"/>
                      </a:lnTo>
                      <a:cubicBezTo>
                        <a:pt x="22503" y="21898"/>
                        <a:pt x="23948" y="21898"/>
                        <a:pt x="25176" y="21288"/>
                      </a:cubicBezTo>
                      <a:lnTo>
                        <a:pt x="36788" y="14526"/>
                      </a:lnTo>
                      <a:cubicBezTo>
                        <a:pt x="37930" y="13859"/>
                        <a:pt x="38025" y="12811"/>
                        <a:pt x="36788" y="12240"/>
                      </a:cubicBezTo>
                      <a:lnTo>
                        <a:pt x="16230" y="429"/>
                      </a:lnTo>
                      <a:cubicBezTo>
                        <a:pt x="14991" y="-143"/>
                        <a:pt x="13566" y="-143"/>
                        <a:pt x="12327" y="429"/>
                      </a:cubicBezTo>
                      <a:lnTo>
                        <a:pt x="716" y="7192"/>
                      </a:lnTo>
                      <a:cubicBezTo>
                        <a:pt x="-141" y="7858"/>
                        <a:pt x="-331" y="8906"/>
                        <a:pt x="716" y="9477"/>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3" name="Google Shape;2153;p34"/>
                <p:cNvSpPr/>
                <p:nvPr/>
              </p:nvSpPr>
              <p:spPr>
                <a:xfrm>
                  <a:off x="4481005" y="4886460"/>
                  <a:ext cx="46109" cy="24112"/>
                </a:xfrm>
                <a:custGeom>
                  <a:avLst/>
                  <a:gdLst/>
                  <a:ahLst/>
                  <a:cxnLst/>
                  <a:rect l="l" t="t" r="r" b="b"/>
                  <a:pathLst>
                    <a:path w="46109" h="24112" extrusionOk="0">
                      <a:moveTo>
                        <a:pt x="33141" y="436"/>
                      </a:moveTo>
                      <a:lnTo>
                        <a:pt x="45324" y="7484"/>
                      </a:lnTo>
                      <a:cubicBezTo>
                        <a:pt x="46371" y="8056"/>
                        <a:pt x="46371" y="9008"/>
                        <a:pt x="45324" y="9580"/>
                      </a:cubicBezTo>
                      <a:lnTo>
                        <a:pt x="33046" y="16723"/>
                      </a:lnTo>
                      <a:cubicBezTo>
                        <a:pt x="31910" y="17305"/>
                        <a:pt x="30566" y="17305"/>
                        <a:pt x="29429" y="16723"/>
                      </a:cubicBezTo>
                      <a:lnTo>
                        <a:pt x="28478" y="16152"/>
                      </a:lnTo>
                      <a:cubicBezTo>
                        <a:pt x="27408" y="15581"/>
                        <a:pt x="26121" y="15581"/>
                        <a:pt x="25051" y="16152"/>
                      </a:cubicBezTo>
                      <a:lnTo>
                        <a:pt x="12107" y="23677"/>
                      </a:lnTo>
                      <a:cubicBezTo>
                        <a:pt x="10971" y="24258"/>
                        <a:pt x="9627" y="24258"/>
                        <a:pt x="8490" y="23677"/>
                      </a:cubicBezTo>
                      <a:lnTo>
                        <a:pt x="686" y="19200"/>
                      </a:lnTo>
                      <a:cubicBezTo>
                        <a:pt x="107" y="18952"/>
                        <a:pt x="-157" y="18276"/>
                        <a:pt x="96" y="17695"/>
                      </a:cubicBezTo>
                      <a:cubicBezTo>
                        <a:pt x="211" y="17428"/>
                        <a:pt x="421" y="17219"/>
                        <a:pt x="686" y="17105"/>
                      </a:cubicBezTo>
                      <a:lnTo>
                        <a:pt x="12868" y="10056"/>
                      </a:lnTo>
                      <a:lnTo>
                        <a:pt x="15438" y="8627"/>
                      </a:lnTo>
                      <a:lnTo>
                        <a:pt x="17247" y="7580"/>
                      </a:lnTo>
                      <a:lnTo>
                        <a:pt x="19055" y="6532"/>
                      </a:lnTo>
                      <a:lnTo>
                        <a:pt x="29525" y="436"/>
                      </a:lnTo>
                      <a:cubicBezTo>
                        <a:pt x="30661" y="-145"/>
                        <a:pt x="32005" y="-145"/>
                        <a:pt x="33141" y="436"/>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4" name="Google Shape;2154;p34"/>
                <p:cNvSpPr/>
                <p:nvPr/>
              </p:nvSpPr>
              <p:spPr>
                <a:xfrm>
                  <a:off x="4680529" y="5050364"/>
                  <a:ext cx="29375" cy="16916"/>
                </a:xfrm>
                <a:custGeom>
                  <a:avLst/>
                  <a:gdLst/>
                  <a:ahLst/>
                  <a:cxnLst/>
                  <a:rect l="l" t="t" r="r" b="b"/>
                  <a:pathLst>
                    <a:path w="29375" h="16916" extrusionOk="0">
                      <a:moveTo>
                        <a:pt x="750" y="9411"/>
                      </a:moveTo>
                      <a:lnTo>
                        <a:pt x="12933" y="16459"/>
                      </a:lnTo>
                      <a:cubicBezTo>
                        <a:pt x="14161" y="17069"/>
                        <a:pt x="15606" y="17069"/>
                        <a:pt x="16835" y="16459"/>
                      </a:cubicBezTo>
                      <a:lnTo>
                        <a:pt x="28447" y="9696"/>
                      </a:lnTo>
                      <a:cubicBezTo>
                        <a:pt x="29589" y="9030"/>
                        <a:pt x="29779" y="8077"/>
                        <a:pt x="28447" y="7506"/>
                      </a:cubicBezTo>
                      <a:lnTo>
                        <a:pt x="16264" y="457"/>
                      </a:lnTo>
                      <a:cubicBezTo>
                        <a:pt x="15035" y="-152"/>
                        <a:pt x="13590" y="-152"/>
                        <a:pt x="12362" y="457"/>
                      </a:cubicBezTo>
                      <a:lnTo>
                        <a:pt x="750" y="7125"/>
                      </a:lnTo>
                      <a:cubicBezTo>
                        <a:pt x="-202" y="7411"/>
                        <a:pt x="-297" y="8839"/>
                        <a:pt x="750" y="941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5" name="Google Shape;2155;p34"/>
                <p:cNvSpPr/>
                <p:nvPr/>
              </p:nvSpPr>
              <p:spPr>
                <a:xfrm>
                  <a:off x="4663322" y="5040268"/>
                  <a:ext cx="28938" cy="17011"/>
                </a:xfrm>
                <a:custGeom>
                  <a:avLst/>
                  <a:gdLst/>
                  <a:ahLst/>
                  <a:cxnLst/>
                  <a:rect l="l" t="t" r="r" b="b"/>
                  <a:pathLst>
                    <a:path w="28938" h="17011" extrusionOk="0">
                      <a:moveTo>
                        <a:pt x="254" y="9506"/>
                      </a:moveTo>
                      <a:lnTo>
                        <a:pt x="12532" y="16554"/>
                      </a:lnTo>
                      <a:cubicBezTo>
                        <a:pt x="13760" y="17164"/>
                        <a:pt x="15205" y="17164"/>
                        <a:pt x="16434" y="16554"/>
                      </a:cubicBezTo>
                      <a:lnTo>
                        <a:pt x="28046" y="9792"/>
                      </a:lnTo>
                      <a:cubicBezTo>
                        <a:pt x="29188" y="9125"/>
                        <a:pt x="29283" y="8077"/>
                        <a:pt x="28046" y="7506"/>
                      </a:cubicBezTo>
                      <a:lnTo>
                        <a:pt x="15863" y="457"/>
                      </a:lnTo>
                      <a:cubicBezTo>
                        <a:pt x="14634" y="-152"/>
                        <a:pt x="13189" y="-152"/>
                        <a:pt x="11961" y="457"/>
                      </a:cubicBezTo>
                      <a:lnTo>
                        <a:pt x="254" y="7220"/>
                      </a:lnTo>
                      <a:cubicBezTo>
                        <a:pt x="254" y="7982"/>
                        <a:pt x="-317" y="8935"/>
                        <a:pt x="254" y="9506"/>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6" name="Google Shape;2156;p34"/>
                <p:cNvSpPr/>
                <p:nvPr/>
              </p:nvSpPr>
              <p:spPr>
                <a:xfrm>
                  <a:off x="4646050" y="5030457"/>
                  <a:ext cx="29363" cy="16916"/>
                </a:xfrm>
                <a:custGeom>
                  <a:avLst/>
                  <a:gdLst/>
                  <a:ahLst/>
                  <a:cxnLst/>
                  <a:rect l="l" t="t" r="r" b="b"/>
                  <a:pathLst>
                    <a:path w="29363" h="16916" extrusionOk="0">
                      <a:moveTo>
                        <a:pt x="679" y="9411"/>
                      </a:moveTo>
                      <a:lnTo>
                        <a:pt x="12957" y="16459"/>
                      </a:lnTo>
                      <a:cubicBezTo>
                        <a:pt x="14152" y="17069"/>
                        <a:pt x="15568" y="17069"/>
                        <a:pt x="16764" y="16459"/>
                      </a:cubicBezTo>
                      <a:lnTo>
                        <a:pt x="28471" y="9696"/>
                      </a:lnTo>
                      <a:cubicBezTo>
                        <a:pt x="29613" y="9030"/>
                        <a:pt x="29708" y="8077"/>
                        <a:pt x="28471" y="7506"/>
                      </a:cubicBezTo>
                      <a:lnTo>
                        <a:pt x="16288" y="457"/>
                      </a:lnTo>
                      <a:cubicBezTo>
                        <a:pt x="15059" y="-152"/>
                        <a:pt x="13614" y="-152"/>
                        <a:pt x="12385" y="457"/>
                      </a:cubicBezTo>
                      <a:lnTo>
                        <a:pt x="679" y="7220"/>
                      </a:lnTo>
                      <a:cubicBezTo>
                        <a:pt x="-178" y="8268"/>
                        <a:pt x="-273" y="8839"/>
                        <a:pt x="679" y="941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7" name="Google Shape;2157;p34"/>
                <p:cNvSpPr/>
                <p:nvPr/>
              </p:nvSpPr>
              <p:spPr>
                <a:xfrm>
                  <a:off x="4499297" y="4945494"/>
                  <a:ext cx="29352" cy="17011"/>
                </a:xfrm>
                <a:custGeom>
                  <a:avLst/>
                  <a:gdLst/>
                  <a:ahLst/>
                  <a:cxnLst/>
                  <a:rect l="l" t="t" r="r" b="b"/>
                  <a:pathLst>
                    <a:path w="29352" h="17011" extrusionOk="0">
                      <a:moveTo>
                        <a:pt x="668" y="9506"/>
                      </a:moveTo>
                      <a:lnTo>
                        <a:pt x="12851" y="16554"/>
                      </a:lnTo>
                      <a:cubicBezTo>
                        <a:pt x="14080" y="17164"/>
                        <a:pt x="15524" y="17164"/>
                        <a:pt x="16753" y="16554"/>
                      </a:cubicBezTo>
                      <a:lnTo>
                        <a:pt x="28460" y="9791"/>
                      </a:lnTo>
                      <a:cubicBezTo>
                        <a:pt x="29602" y="9125"/>
                        <a:pt x="29697" y="8077"/>
                        <a:pt x="28460" y="7506"/>
                      </a:cubicBezTo>
                      <a:lnTo>
                        <a:pt x="16277" y="457"/>
                      </a:lnTo>
                      <a:cubicBezTo>
                        <a:pt x="15048" y="-152"/>
                        <a:pt x="13604" y="-152"/>
                        <a:pt x="12375" y="457"/>
                      </a:cubicBezTo>
                      <a:lnTo>
                        <a:pt x="763" y="7220"/>
                      </a:lnTo>
                      <a:cubicBezTo>
                        <a:pt x="-189" y="7982"/>
                        <a:pt x="-284" y="8934"/>
                        <a:pt x="668" y="9506"/>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8" name="Google Shape;2158;p34"/>
                <p:cNvSpPr/>
                <p:nvPr/>
              </p:nvSpPr>
              <p:spPr>
                <a:xfrm>
                  <a:off x="4482022" y="4935683"/>
                  <a:ext cx="29376" cy="16916"/>
                </a:xfrm>
                <a:custGeom>
                  <a:avLst/>
                  <a:gdLst/>
                  <a:ahLst/>
                  <a:cxnLst/>
                  <a:rect l="l" t="t" r="r" b="b"/>
                  <a:pathLst>
                    <a:path w="29376" h="16916" extrusionOk="0">
                      <a:moveTo>
                        <a:pt x="716" y="9411"/>
                      </a:moveTo>
                      <a:lnTo>
                        <a:pt x="12898" y="16459"/>
                      </a:lnTo>
                      <a:cubicBezTo>
                        <a:pt x="14127" y="17069"/>
                        <a:pt x="15572" y="17069"/>
                        <a:pt x="16801" y="16459"/>
                      </a:cubicBezTo>
                      <a:lnTo>
                        <a:pt x="28412" y="9697"/>
                      </a:lnTo>
                      <a:cubicBezTo>
                        <a:pt x="29650" y="9030"/>
                        <a:pt x="29745" y="8077"/>
                        <a:pt x="28412" y="7506"/>
                      </a:cubicBezTo>
                      <a:lnTo>
                        <a:pt x="16230" y="457"/>
                      </a:lnTo>
                      <a:cubicBezTo>
                        <a:pt x="15001" y="-152"/>
                        <a:pt x="13556" y="-152"/>
                        <a:pt x="12327" y="457"/>
                      </a:cubicBezTo>
                      <a:lnTo>
                        <a:pt x="716" y="7220"/>
                      </a:lnTo>
                      <a:cubicBezTo>
                        <a:pt x="-141" y="7792"/>
                        <a:pt x="-331" y="8839"/>
                        <a:pt x="716" y="941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59" name="Google Shape;2159;p34"/>
                <p:cNvSpPr/>
                <p:nvPr/>
              </p:nvSpPr>
              <p:spPr>
                <a:xfrm>
                  <a:off x="4464795" y="4925682"/>
                  <a:ext cx="29341" cy="16916"/>
                </a:xfrm>
                <a:custGeom>
                  <a:avLst/>
                  <a:gdLst/>
                  <a:ahLst/>
                  <a:cxnLst/>
                  <a:rect l="l" t="t" r="r" b="b"/>
                  <a:pathLst>
                    <a:path w="29341" h="16916" extrusionOk="0">
                      <a:moveTo>
                        <a:pt x="716" y="9411"/>
                      </a:moveTo>
                      <a:lnTo>
                        <a:pt x="12898" y="16459"/>
                      </a:lnTo>
                      <a:cubicBezTo>
                        <a:pt x="14127" y="17069"/>
                        <a:pt x="15572" y="17069"/>
                        <a:pt x="16801" y="16459"/>
                      </a:cubicBezTo>
                      <a:lnTo>
                        <a:pt x="28412" y="9792"/>
                      </a:lnTo>
                      <a:cubicBezTo>
                        <a:pt x="29554" y="9125"/>
                        <a:pt x="29745" y="8077"/>
                        <a:pt x="28412" y="7506"/>
                      </a:cubicBezTo>
                      <a:lnTo>
                        <a:pt x="16230" y="457"/>
                      </a:lnTo>
                      <a:cubicBezTo>
                        <a:pt x="15001" y="-152"/>
                        <a:pt x="13556" y="-152"/>
                        <a:pt x="12327" y="457"/>
                      </a:cubicBezTo>
                      <a:lnTo>
                        <a:pt x="716" y="7125"/>
                      </a:lnTo>
                      <a:cubicBezTo>
                        <a:pt x="-141" y="8268"/>
                        <a:pt x="-331" y="8839"/>
                        <a:pt x="716" y="941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0" name="Google Shape;2160;p34"/>
                <p:cNvSpPr/>
                <p:nvPr/>
              </p:nvSpPr>
              <p:spPr>
                <a:xfrm>
                  <a:off x="4447522" y="4915490"/>
                  <a:ext cx="29387" cy="17202"/>
                </a:xfrm>
                <a:custGeom>
                  <a:avLst/>
                  <a:gdLst/>
                  <a:ahLst/>
                  <a:cxnLst/>
                  <a:rect l="l" t="t" r="r" b="b"/>
                  <a:pathLst>
                    <a:path w="29387" h="17202" extrusionOk="0">
                      <a:moveTo>
                        <a:pt x="761" y="9601"/>
                      </a:moveTo>
                      <a:lnTo>
                        <a:pt x="12944" y="16745"/>
                      </a:lnTo>
                      <a:cubicBezTo>
                        <a:pt x="14173" y="17355"/>
                        <a:pt x="15618" y="17355"/>
                        <a:pt x="16846" y="16745"/>
                      </a:cubicBezTo>
                      <a:lnTo>
                        <a:pt x="28458" y="9982"/>
                      </a:lnTo>
                      <a:cubicBezTo>
                        <a:pt x="29600" y="9316"/>
                        <a:pt x="29791" y="8363"/>
                        <a:pt x="28458" y="7792"/>
                      </a:cubicBezTo>
                      <a:lnTo>
                        <a:pt x="16180" y="457"/>
                      </a:lnTo>
                      <a:cubicBezTo>
                        <a:pt x="14951" y="-152"/>
                        <a:pt x="13507" y="-152"/>
                        <a:pt x="12278" y="457"/>
                      </a:cubicBezTo>
                      <a:lnTo>
                        <a:pt x="666" y="7220"/>
                      </a:lnTo>
                      <a:cubicBezTo>
                        <a:pt x="-190" y="8077"/>
                        <a:pt x="-286" y="8935"/>
                        <a:pt x="761" y="960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1" name="Google Shape;2161;p34"/>
                <p:cNvSpPr/>
                <p:nvPr/>
              </p:nvSpPr>
              <p:spPr>
                <a:xfrm>
                  <a:off x="4624469" y="5017884"/>
                  <a:ext cx="34098" cy="19393"/>
                </a:xfrm>
                <a:custGeom>
                  <a:avLst/>
                  <a:gdLst/>
                  <a:ahLst/>
                  <a:cxnLst/>
                  <a:rect l="l" t="t" r="r" b="b"/>
                  <a:pathLst>
                    <a:path w="34098" h="19393" extrusionOk="0">
                      <a:moveTo>
                        <a:pt x="1035" y="9411"/>
                      </a:moveTo>
                      <a:lnTo>
                        <a:pt x="17691" y="18936"/>
                      </a:lnTo>
                      <a:cubicBezTo>
                        <a:pt x="18887" y="19546"/>
                        <a:pt x="20303" y="19546"/>
                        <a:pt x="21499" y="18936"/>
                      </a:cubicBezTo>
                      <a:lnTo>
                        <a:pt x="33205" y="12268"/>
                      </a:lnTo>
                      <a:cubicBezTo>
                        <a:pt x="34348" y="11602"/>
                        <a:pt x="34443" y="10554"/>
                        <a:pt x="33205" y="9982"/>
                      </a:cubicBezTo>
                      <a:lnTo>
                        <a:pt x="16549" y="457"/>
                      </a:lnTo>
                      <a:cubicBezTo>
                        <a:pt x="15321" y="-152"/>
                        <a:pt x="13876" y="-152"/>
                        <a:pt x="12647" y="457"/>
                      </a:cubicBezTo>
                      <a:lnTo>
                        <a:pt x="1035" y="7220"/>
                      </a:lnTo>
                      <a:cubicBezTo>
                        <a:pt x="-297" y="7887"/>
                        <a:pt x="-392" y="8839"/>
                        <a:pt x="1035" y="941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2" name="Google Shape;2162;p34"/>
                <p:cNvSpPr/>
                <p:nvPr/>
              </p:nvSpPr>
              <p:spPr>
                <a:xfrm>
                  <a:off x="4516514" y="4955590"/>
                  <a:ext cx="33778" cy="19392"/>
                </a:xfrm>
                <a:custGeom>
                  <a:avLst/>
                  <a:gdLst/>
                  <a:ahLst/>
                  <a:cxnLst/>
                  <a:rect l="l" t="t" r="r" b="b"/>
                  <a:pathLst>
                    <a:path w="33778" h="19392" extrusionOk="0">
                      <a:moveTo>
                        <a:pt x="679" y="9411"/>
                      </a:moveTo>
                      <a:lnTo>
                        <a:pt x="17335" y="18936"/>
                      </a:lnTo>
                      <a:cubicBezTo>
                        <a:pt x="18563" y="19545"/>
                        <a:pt x="20008" y="19545"/>
                        <a:pt x="21237" y="18936"/>
                      </a:cubicBezTo>
                      <a:lnTo>
                        <a:pt x="32849" y="12173"/>
                      </a:lnTo>
                      <a:cubicBezTo>
                        <a:pt x="33991" y="11506"/>
                        <a:pt x="34181" y="10554"/>
                        <a:pt x="32849" y="9982"/>
                      </a:cubicBezTo>
                      <a:lnTo>
                        <a:pt x="16193" y="457"/>
                      </a:lnTo>
                      <a:cubicBezTo>
                        <a:pt x="14964" y="-152"/>
                        <a:pt x="13519" y="-152"/>
                        <a:pt x="12290" y="457"/>
                      </a:cubicBezTo>
                      <a:lnTo>
                        <a:pt x="679" y="7220"/>
                      </a:lnTo>
                      <a:cubicBezTo>
                        <a:pt x="-178" y="7791"/>
                        <a:pt x="-273" y="8839"/>
                        <a:pt x="679" y="941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3" name="Google Shape;2163;p34"/>
                <p:cNvSpPr/>
                <p:nvPr/>
              </p:nvSpPr>
              <p:spPr>
                <a:xfrm>
                  <a:off x="4538177" y="4968068"/>
                  <a:ext cx="98308" cy="56826"/>
                </a:xfrm>
                <a:custGeom>
                  <a:avLst/>
                  <a:gdLst/>
                  <a:ahLst/>
                  <a:cxnLst/>
                  <a:rect l="l" t="t" r="r" b="b"/>
                  <a:pathLst>
                    <a:path w="98308" h="56826" extrusionOk="0">
                      <a:moveTo>
                        <a:pt x="716" y="9411"/>
                      </a:moveTo>
                      <a:lnTo>
                        <a:pt x="81902" y="56369"/>
                      </a:lnTo>
                      <a:cubicBezTo>
                        <a:pt x="83131" y="56978"/>
                        <a:pt x="84576" y="56978"/>
                        <a:pt x="85804" y="56369"/>
                      </a:cubicBezTo>
                      <a:lnTo>
                        <a:pt x="97416" y="49606"/>
                      </a:lnTo>
                      <a:cubicBezTo>
                        <a:pt x="98558" y="48939"/>
                        <a:pt x="98653" y="47987"/>
                        <a:pt x="97416" y="47415"/>
                      </a:cubicBezTo>
                      <a:lnTo>
                        <a:pt x="16230" y="457"/>
                      </a:lnTo>
                      <a:cubicBezTo>
                        <a:pt x="15001" y="-152"/>
                        <a:pt x="13556" y="-152"/>
                        <a:pt x="12327" y="457"/>
                      </a:cubicBezTo>
                      <a:lnTo>
                        <a:pt x="716" y="7220"/>
                      </a:lnTo>
                      <a:cubicBezTo>
                        <a:pt x="-141" y="7887"/>
                        <a:pt x="-331" y="8839"/>
                        <a:pt x="716" y="941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4" name="Google Shape;2164;p34"/>
                <p:cNvSpPr/>
                <p:nvPr/>
              </p:nvSpPr>
              <p:spPr>
                <a:xfrm>
                  <a:off x="4683753" y="5013502"/>
                  <a:ext cx="29387" cy="16916"/>
                </a:xfrm>
                <a:custGeom>
                  <a:avLst/>
                  <a:gdLst/>
                  <a:ahLst/>
                  <a:cxnLst/>
                  <a:rect l="l" t="t" r="r" b="b"/>
                  <a:pathLst>
                    <a:path w="29387" h="16916" extrusionOk="0">
                      <a:moveTo>
                        <a:pt x="761" y="9411"/>
                      </a:moveTo>
                      <a:lnTo>
                        <a:pt x="12944" y="16459"/>
                      </a:lnTo>
                      <a:cubicBezTo>
                        <a:pt x="14173" y="17069"/>
                        <a:pt x="15618" y="17069"/>
                        <a:pt x="16846" y="16459"/>
                      </a:cubicBezTo>
                      <a:lnTo>
                        <a:pt x="28458" y="9792"/>
                      </a:lnTo>
                      <a:cubicBezTo>
                        <a:pt x="29600" y="9125"/>
                        <a:pt x="29791" y="8077"/>
                        <a:pt x="28458" y="7506"/>
                      </a:cubicBezTo>
                      <a:lnTo>
                        <a:pt x="16275" y="457"/>
                      </a:lnTo>
                      <a:cubicBezTo>
                        <a:pt x="15047" y="-152"/>
                        <a:pt x="13602" y="-152"/>
                        <a:pt x="12373" y="457"/>
                      </a:cubicBezTo>
                      <a:lnTo>
                        <a:pt x="666" y="7125"/>
                      </a:lnTo>
                      <a:cubicBezTo>
                        <a:pt x="-190" y="7792"/>
                        <a:pt x="-286" y="8839"/>
                        <a:pt x="761" y="941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5" name="Google Shape;2165;p34"/>
                <p:cNvSpPr/>
                <p:nvPr/>
              </p:nvSpPr>
              <p:spPr>
                <a:xfrm>
                  <a:off x="4666502" y="5003310"/>
                  <a:ext cx="29374" cy="17106"/>
                </a:xfrm>
                <a:custGeom>
                  <a:avLst/>
                  <a:gdLst/>
                  <a:ahLst/>
                  <a:cxnLst/>
                  <a:rect l="l" t="t" r="r" b="b"/>
                  <a:pathLst>
                    <a:path w="29374" h="17106" extrusionOk="0">
                      <a:moveTo>
                        <a:pt x="690" y="9601"/>
                      </a:moveTo>
                      <a:lnTo>
                        <a:pt x="12873" y="16650"/>
                      </a:lnTo>
                      <a:cubicBezTo>
                        <a:pt x="14102" y="17259"/>
                        <a:pt x="15546" y="17259"/>
                        <a:pt x="16775" y="16650"/>
                      </a:cubicBezTo>
                      <a:lnTo>
                        <a:pt x="28482" y="9982"/>
                      </a:lnTo>
                      <a:cubicBezTo>
                        <a:pt x="29624" y="9316"/>
                        <a:pt x="29719" y="8268"/>
                        <a:pt x="28482" y="7696"/>
                      </a:cubicBezTo>
                      <a:lnTo>
                        <a:pt x="16109" y="457"/>
                      </a:lnTo>
                      <a:cubicBezTo>
                        <a:pt x="14880" y="-152"/>
                        <a:pt x="13435" y="-152"/>
                        <a:pt x="12207" y="457"/>
                      </a:cubicBezTo>
                      <a:lnTo>
                        <a:pt x="595" y="7220"/>
                      </a:lnTo>
                      <a:cubicBezTo>
                        <a:pt x="-167" y="7982"/>
                        <a:pt x="-262" y="9030"/>
                        <a:pt x="690" y="960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6" name="Google Shape;2166;p34"/>
                <p:cNvSpPr/>
                <p:nvPr/>
              </p:nvSpPr>
              <p:spPr>
                <a:xfrm>
                  <a:off x="4649277" y="4993405"/>
                  <a:ext cx="29313" cy="17011"/>
                </a:xfrm>
                <a:custGeom>
                  <a:avLst/>
                  <a:gdLst/>
                  <a:ahLst/>
                  <a:cxnLst/>
                  <a:rect l="l" t="t" r="r" b="b"/>
                  <a:pathLst>
                    <a:path w="29313" h="17011" extrusionOk="0">
                      <a:moveTo>
                        <a:pt x="688" y="9506"/>
                      </a:moveTo>
                      <a:lnTo>
                        <a:pt x="12871" y="16554"/>
                      </a:lnTo>
                      <a:cubicBezTo>
                        <a:pt x="14099" y="17164"/>
                        <a:pt x="15544" y="17164"/>
                        <a:pt x="16773" y="16554"/>
                      </a:cubicBezTo>
                      <a:lnTo>
                        <a:pt x="28385" y="9791"/>
                      </a:lnTo>
                      <a:cubicBezTo>
                        <a:pt x="29527" y="9125"/>
                        <a:pt x="29717" y="8077"/>
                        <a:pt x="28385" y="7506"/>
                      </a:cubicBezTo>
                      <a:lnTo>
                        <a:pt x="16202" y="457"/>
                      </a:lnTo>
                      <a:cubicBezTo>
                        <a:pt x="14973" y="-152"/>
                        <a:pt x="13528" y="-152"/>
                        <a:pt x="12299" y="457"/>
                      </a:cubicBezTo>
                      <a:lnTo>
                        <a:pt x="973" y="7220"/>
                      </a:lnTo>
                      <a:cubicBezTo>
                        <a:pt x="-169" y="7982"/>
                        <a:pt x="-359" y="8934"/>
                        <a:pt x="688" y="9506"/>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7" name="Google Shape;2167;p34"/>
                <p:cNvSpPr/>
                <p:nvPr/>
              </p:nvSpPr>
              <p:spPr>
                <a:xfrm>
                  <a:off x="4631964" y="4983594"/>
                  <a:ext cx="29363" cy="16916"/>
                </a:xfrm>
                <a:custGeom>
                  <a:avLst/>
                  <a:gdLst/>
                  <a:ahLst/>
                  <a:cxnLst/>
                  <a:rect l="l" t="t" r="r" b="b"/>
                  <a:pathLst>
                    <a:path w="29363" h="16916" extrusionOk="0">
                      <a:moveTo>
                        <a:pt x="679" y="9411"/>
                      </a:moveTo>
                      <a:lnTo>
                        <a:pt x="12957" y="16459"/>
                      </a:lnTo>
                      <a:cubicBezTo>
                        <a:pt x="14152" y="17069"/>
                        <a:pt x="15568" y="17069"/>
                        <a:pt x="16764" y="16459"/>
                      </a:cubicBezTo>
                      <a:lnTo>
                        <a:pt x="28470" y="9696"/>
                      </a:lnTo>
                      <a:cubicBezTo>
                        <a:pt x="29613" y="9030"/>
                        <a:pt x="29708" y="8077"/>
                        <a:pt x="28470" y="7506"/>
                      </a:cubicBezTo>
                      <a:lnTo>
                        <a:pt x="16193" y="457"/>
                      </a:lnTo>
                      <a:cubicBezTo>
                        <a:pt x="14997" y="-152"/>
                        <a:pt x="13581" y="-152"/>
                        <a:pt x="12385" y="457"/>
                      </a:cubicBezTo>
                      <a:lnTo>
                        <a:pt x="679" y="7220"/>
                      </a:lnTo>
                      <a:cubicBezTo>
                        <a:pt x="-178" y="7506"/>
                        <a:pt x="-273" y="8839"/>
                        <a:pt x="679" y="941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8" name="Google Shape;2168;p34"/>
                <p:cNvSpPr/>
                <p:nvPr/>
              </p:nvSpPr>
              <p:spPr>
                <a:xfrm>
                  <a:off x="4614700" y="4973593"/>
                  <a:ext cx="29376" cy="16916"/>
                </a:xfrm>
                <a:custGeom>
                  <a:avLst/>
                  <a:gdLst/>
                  <a:ahLst/>
                  <a:cxnLst/>
                  <a:rect l="l" t="t" r="r" b="b"/>
                  <a:pathLst>
                    <a:path w="29376" h="16916" extrusionOk="0">
                      <a:moveTo>
                        <a:pt x="716" y="9411"/>
                      </a:moveTo>
                      <a:lnTo>
                        <a:pt x="12898" y="16459"/>
                      </a:lnTo>
                      <a:cubicBezTo>
                        <a:pt x="14127" y="17069"/>
                        <a:pt x="15572" y="17069"/>
                        <a:pt x="16801" y="16459"/>
                      </a:cubicBezTo>
                      <a:lnTo>
                        <a:pt x="28412" y="9792"/>
                      </a:lnTo>
                      <a:cubicBezTo>
                        <a:pt x="29650" y="9125"/>
                        <a:pt x="29745" y="8077"/>
                        <a:pt x="28412" y="7506"/>
                      </a:cubicBezTo>
                      <a:lnTo>
                        <a:pt x="16230" y="457"/>
                      </a:lnTo>
                      <a:cubicBezTo>
                        <a:pt x="15001" y="-152"/>
                        <a:pt x="13556" y="-152"/>
                        <a:pt x="12327" y="457"/>
                      </a:cubicBezTo>
                      <a:lnTo>
                        <a:pt x="716" y="7125"/>
                      </a:lnTo>
                      <a:cubicBezTo>
                        <a:pt x="-141" y="7982"/>
                        <a:pt x="-331" y="8839"/>
                        <a:pt x="716" y="941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69" name="Google Shape;2169;p34"/>
                <p:cNvSpPr/>
                <p:nvPr/>
              </p:nvSpPr>
              <p:spPr>
                <a:xfrm>
                  <a:off x="4597237" y="4963591"/>
                  <a:ext cx="29541" cy="16916"/>
                </a:xfrm>
                <a:custGeom>
                  <a:avLst/>
                  <a:gdLst/>
                  <a:ahLst/>
                  <a:cxnLst/>
                  <a:rect l="l" t="t" r="r" b="b"/>
                  <a:pathLst>
                    <a:path w="29541" h="16916" extrusionOk="0">
                      <a:moveTo>
                        <a:pt x="857" y="9411"/>
                      </a:moveTo>
                      <a:lnTo>
                        <a:pt x="13135" y="16459"/>
                      </a:lnTo>
                      <a:cubicBezTo>
                        <a:pt x="14363" y="17069"/>
                        <a:pt x="15808" y="17069"/>
                        <a:pt x="17037" y="16459"/>
                      </a:cubicBezTo>
                      <a:lnTo>
                        <a:pt x="28648" y="9792"/>
                      </a:lnTo>
                      <a:cubicBezTo>
                        <a:pt x="29791" y="9125"/>
                        <a:pt x="29886" y="8077"/>
                        <a:pt x="28648" y="7506"/>
                      </a:cubicBezTo>
                      <a:lnTo>
                        <a:pt x="16466" y="457"/>
                      </a:lnTo>
                      <a:cubicBezTo>
                        <a:pt x="15237" y="-152"/>
                        <a:pt x="13792" y="-152"/>
                        <a:pt x="12563" y="457"/>
                      </a:cubicBezTo>
                      <a:lnTo>
                        <a:pt x="857" y="7220"/>
                      </a:lnTo>
                      <a:cubicBezTo>
                        <a:pt x="-286" y="7791"/>
                        <a:pt x="-286" y="8458"/>
                        <a:pt x="857" y="941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0" name="Google Shape;2170;p34"/>
                <p:cNvSpPr/>
                <p:nvPr/>
              </p:nvSpPr>
              <p:spPr>
                <a:xfrm>
                  <a:off x="4580242" y="4953400"/>
                  <a:ext cx="29308" cy="17106"/>
                </a:xfrm>
                <a:custGeom>
                  <a:avLst/>
                  <a:gdLst/>
                  <a:ahLst/>
                  <a:cxnLst/>
                  <a:rect l="l" t="t" r="r" b="b"/>
                  <a:pathLst>
                    <a:path w="29308" h="17106" extrusionOk="0">
                      <a:moveTo>
                        <a:pt x="624" y="9601"/>
                      </a:moveTo>
                      <a:lnTo>
                        <a:pt x="12807" y="16650"/>
                      </a:lnTo>
                      <a:cubicBezTo>
                        <a:pt x="14036" y="17259"/>
                        <a:pt x="15481" y="17259"/>
                        <a:pt x="16709" y="16650"/>
                      </a:cubicBezTo>
                      <a:lnTo>
                        <a:pt x="28416" y="9887"/>
                      </a:lnTo>
                      <a:cubicBezTo>
                        <a:pt x="29558" y="9220"/>
                        <a:pt x="29654" y="8268"/>
                        <a:pt x="28416" y="7601"/>
                      </a:cubicBezTo>
                      <a:lnTo>
                        <a:pt x="16709" y="457"/>
                      </a:lnTo>
                      <a:cubicBezTo>
                        <a:pt x="15481" y="-152"/>
                        <a:pt x="14036" y="-152"/>
                        <a:pt x="12807" y="457"/>
                      </a:cubicBezTo>
                      <a:lnTo>
                        <a:pt x="1195" y="7220"/>
                      </a:lnTo>
                      <a:cubicBezTo>
                        <a:pt x="-232" y="8077"/>
                        <a:pt x="-327" y="9125"/>
                        <a:pt x="624" y="960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1" name="Google Shape;2171;p34"/>
                <p:cNvSpPr/>
                <p:nvPr/>
              </p:nvSpPr>
              <p:spPr>
                <a:xfrm>
                  <a:off x="4562889" y="4943589"/>
                  <a:ext cx="29375" cy="16916"/>
                </a:xfrm>
                <a:custGeom>
                  <a:avLst/>
                  <a:gdLst/>
                  <a:ahLst/>
                  <a:cxnLst/>
                  <a:rect l="l" t="t" r="r" b="b"/>
                  <a:pathLst>
                    <a:path w="29375" h="16916" extrusionOk="0">
                      <a:moveTo>
                        <a:pt x="750" y="9411"/>
                      </a:moveTo>
                      <a:lnTo>
                        <a:pt x="12933" y="16459"/>
                      </a:lnTo>
                      <a:cubicBezTo>
                        <a:pt x="14161" y="17069"/>
                        <a:pt x="15606" y="17069"/>
                        <a:pt x="16835" y="16459"/>
                      </a:cubicBezTo>
                      <a:lnTo>
                        <a:pt x="28447" y="9696"/>
                      </a:lnTo>
                      <a:cubicBezTo>
                        <a:pt x="29589" y="9030"/>
                        <a:pt x="29779" y="8077"/>
                        <a:pt x="28447" y="7506"/>
                      </a:cubicBezTo>
                      <a:lnTo>
                        <a:pt x="16264" y="457"/>
                      </a:lnTo>
                      <a:cubicBezTo>
                        <a:pt x="15035" y="-152"/>
                        <a:pt x="13590" y="-152"/>
                        <a:pt x="12362" y="457"/>
                      </a:cubicBezTo>
                      <a:lnTo>
                        <a:pt x="750" y="7220"/>
                      </a:lnTo>
                      <a:cubicBezTo>
                        <a:pt x="-202" y="7887"/>
                        <a:pt x="-297" y="9411"/>
                        <a:pt x="750" y="941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2" name="Google Shape;2172;p34"/>
                <p:cNvSpPr/>
                <p:nvPr/>
              </p:nvSpPr>
              <p:spPr>
                <a:xfrm>
                  <a:off x="4545668" y="4933492"/>
                  <a:ext cx="29333" cy="17487"/>
                </a:xfrm>
                <a:custGeom>
                  <a:avLst/>
                  <a:gdLst/>
                  <a:ahLst/>
                  <a:cxnLst/>
                  <a:rect l="l" t="t" r="r" b="b"/>
                  <a:pathLst>
                    <a:path w="29333" h="17487" extrusionOk="0">
                      <a:moveTo>
                        <a:pt x="649" y="9982"/>
                      </a:moveTo>
                      <a:lnTo>
                        <a:pt x="12832" y="17031"/>
                      </a:lnTo>
                      <a:cubicBezTo>
                        <a:pt x="14060" y="17640"/>
                        <a:pt x="15505" y="17640"/>
                        <a:pt x="16734" y="17031"/>
                      </a:cubicBezTo>
                      <a:lnTo>
                        <a:pt x="28441" y="10363"/>
                      </a:lnTo>
                      <a:cubicBezTo>
                        <a:pt x="29583" y="9696"/>
                        <a:pt x="29678" y="8649"/>
                        <a:pt x="28441" y="8077"/>
                      </a:cubicBezTo>
                      <a:lnTo>
                        <a:pt x="16448" y="457"/>
                      </a:lnTo>
                      <a:cubicBezTo>
                        <a:pt x="15253" y="-152"/>
                        <a:pt x="13837" y="-152"/>
                        <a:pt x="12641" y="457"/>
                      </a:cubicBezTo>
                      <a:lnTo>
                        <a:pt x="934" y="7125"/>
                      </a:lnTo>
                      <a:cubicBezTo>
                        <a:pt x="-208" y="7982"/>
                        <a:pt x="-303" y="9030"/>
                        <a:pt x="649" y="9982"/>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3" name="Google Shape;2173;p34"/>
                <p:cNvSpPr/>
                <p:nvPr/>
              </p:nvSpPr>
              <p:spPr>
                <a:xfrm>
                  <a:off x="4528402" y="4923967"/>
                  <a:ext cx="29313" cy="16630"/>
                </a:xfrm>
                <a:custGeom>
                  <a:avLst/>
                  <a:gdLst/>
                  <a:ahLst/>
                  <a:cxnLst/>
                  <a:rect l="l" t="t" r="r" b="b"/>
                  <a:pathLst>
                    <a:path w="29313" h="16630" extrusionOk="0">
                      <a:moveTo>
                        <a:pt x="688" y="9125"/>
                      </a:moveTo>
                      <a:lnTo>
                        <a:pt x="12871" y="16173"/>
                      </a:lnTo>
                      <a:cubicBezTo>
                        <a:pt x="14099" y="16783"/>
                        <a:pt x="15544" y="16783"/>
                        <a:pt x="16773" y="16173"/>
                      </a:cubicBezTo>
                      <a:lnTo>
                        <a:pt x="28384" y="9506"/>
                      </a:lnTo>
                      <a:cubicBezTo>
                        <a:pt x="29527" y="8839"/>
                        <a:pt x="29717" y="7791"/>
                        <a:pt x="28384" y="7220"/>
                      </a:cubicBezTo>
                      <a:lnTo>
                        <a:pt x="16487" y="457"/>
                      </a:lnTo>
                      <a:cubicBezTo>
                        <a:pt x="15259" y="-152"/>
                        <a:pt x="13814" y="-152"/>
                        <a:pt x="12585" y="457"/>
                      </a:cubicBezTo>
                      <a:lnTo>
                        <a:pt x="973" y="7220"/>
                      </a:lnTo>
                      <a:cubicBezTo>
                        <a:pt x="-169" y="7601"/>
                        <a:pt x="-359" y="8553"/>
                        <a:pt x="688" y="9125"/>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4" name="Google Shape;2174;p34"/>
                <p:cNvSpPr/>
                <p:nvPr/>
              </p:nvSpPr>
              <p:spPr>
                <a:xfrm>
                  <a:off x="4511410" y="4913585"/>
                  <a:ext cx="29041" cy="17011"/>
                </a:xfrm>
                <a:custGeom>
                  <a:avLst/>
                  <a:gdLst/>
                  <a:ahLst/>
                  <a:cxnLst/>
                  <a:rect l="l" t="t" r="r" b="b"/>
                  <a:pathLst>
                    <a:path w="29041" h="17011" extrusionOk="0">
                      <a:moveTo>
                        <a:pt x="357" y="9506"/>
                      </a:moveTo>
                      <a:lnTo>
                        <a:pt x="12635" y="16554"/>
                      </a:lnTo>
                      <a:cubicBezTo>
                        <a:pt x="13830" y="17164"/>
                        <a:pt x="15247" y="17164"/>
                        <a:pt x="16442" y="16554"/>
                      </a:cubicBezTo>
                      <a:lnTo>
                        <a:pt x="28149" y="9792"/>
                      </a:lnTo>
                      <a:cubicBezTo>
                        <a:pt x="29291" y="9125"/>
                        <a:pt x="29386" y="8172"/>
                        <a:pt x="28149" y="7506"/>
                      </a:cubicBezTo>
                      <a:lnTo>
                        <a:pt x="15966" y="457"/>
                      </a:lnTo>
                      <a:cubicBezTo>
                        <a:pt x="14737" y="-152"/>
                        <a:pt x="13293" y="-152"/>
                        <a:pt x="12064" y="457"/>
                      </a:cubicBezTo>
                      <a:lnTo>
                        <a:pt x="357" y="7220"/>
                      </a:lnTo>
                      <a:cubicBezTo>
                        <a:pt x="-119" y="7982"/>
                        <a:pt x="-119" y="8934"/>
                        <a:pt x="357" y="9506"/>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5" name="Google Shape;2175;p34"/>
                <p:cNvSpPr/>
                <p:nvPr/>
              </p:nvSpPr>
              <p:spPr>
                <a:xfrm>
                  <a:off x="4493824" y="4903774"/>
                  <a:ext cx="29376" cy="16916"/>
                </a:xfrm>
                <a:custGeom>
                  <a:avLst/>
                  <a:gdLst/>
                  <a:ahLst/>
                  <a:cxnLst/>
                  <a:rect l="l" t="t" r="r" b="b"/>
                  <a:pathLst>
                    <a:path w="29376" h="16916" extrusionOk="0">
                      <a:moveTo>
                        <a:pt x="716" y="9411"/>
                      </a:moveTo>
                      <a:lnTo>
                        <a:pt x="12898" y="16459"/>
                      </a:lnTo>
                      <a:cubicBezTo>
                        <a:pt x="14127" y="17069"/>
                        <a:pt x="15572" y="17069"/>
                        <a:pt x="16801" y="16459"/>
                      </a:cubicBezTo>
                      <a:lnTo>
                        <a:pt x="28412" y="9696"/>
                      </a:lnTo>
                      <a:cubicBezTo>
                        <a:pt x="29650" y="9030"/>
                        <a:pt x="29745" y="8077"/>
                        <a:pt x="28412" y="7506"/>
                      </a:cubicBezTo>
                      <a:lnTo>
                        <a:pt x="16230" y="457"/>
                      </a:lnTo>
                      <a:cubicBezTo>
                        <a:pt x="15001" y="-152"/>
                        <a:pt x="13556" y="-152"/>
                        <a:pt x="12327" y="457"/>
                      </a:cubicBezTo>
                      <a:lnTo>
                        <a:pt x="716" y="7220"/>
                      </a:lnTo>
                      <a:cubicBezTo>
                        <a:pt x="-141" y="7791"/>
                        <a:pt x="-331" y="8839"/>
                        <a:pt x="716" y="941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6" name="Google Shape;2176;p34"/>
                <p:cNvSpPr/>
                <p:nvPr/>
              </p:nvSpPr>
              <p:spPr>
                <a:xfrm>
                  <a:off x="4701039" y="5023503"/>
                  <a:ext cx="42331" cy="24441"/>
                </a:xfrm>
                <a:custGeom>
                  <a:avLst/>
                  <a:gdLst/>
                  <a:ahLst/>
                  <a:cxnLst/>
                  <a:rect l="l" t="t" r="r" b="b"/>
                  <a:pathLst>
                    <a:path w="42331" h="24441" extrusionOk="0">
                      <a:moveTo>
                        <a:pt x="607" y="9411"/>
                      </a:moveTo>
                      <a:lnTo>
                        <a:pt x="25829" y="23984"/>
                      </a:lnTo>
                      <a:cubicBezTo>
                        <a:pt x="27058" y="24594"/>
                        <a:pt x="28503" y="24594"/>
                        <a:pt x="29732" y="23984"/>
                      </a:cubicBezTo>
                      <a:lnTo>
                        <a:pt x="41439" y="17221"/>
                      </a:lnTo>
                      <a:cubicBezTo>
                        <a:pt x="42581" y="16555"/>
                        <a:pt x="42676" y="15602"/>
                        <a:pt x="41439" y="15031"/>
                      </a:cubicBezTo>
                      <a:lnTo>
                        <a:pt x="16121" y="457"/>
                      </a:lnTo>
                      <a:cubicBezTo>
                        <a:pt x="14892" y="-152"/>
                        <a:pt x="13448" y="-152"/>
                        <a:pt x="12219" y="457"/>
                      </a:cubicBezTo>
                      <a:lnTo>
                        <a:pt x="607" y="7220"/>
                      </a:lnTo>
                      <a:cubicBezTo>
                        <a:pt x="-154" y="7792"/>
                        <a:pt x="-249" y="8839"/>
                        <a:pt x="607" y="941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7" name="Google Shape;2177;p34"/>
                <p:cNvSpPr/>
                <p:nvPr/>
              </p:nvSpPr>
              <p:spPr>
                <a:xfrm>
                  <a:off x="4675609" y="5027945"/>
                  <a:ext cx="29345" cy="17142"/>
                </a:xfrm>
                <a:custGeom>
                  <a:avLst/>
                  <a:gdLst/>
                  <a:ahLst/>
                  <a:cxnLst/>
                  <a:rect l="l" t="t" r="r" b="b"/>
                  <a:pathLst>
                    <a:path w="29345" h="17142" extrusionOk="0">
                      <a:moveTo>
                        <a:pt x="720" y="9541"/>
                      </a:moveTo>
                      <a:lnTo>
                        <a:pt x="12903" y="16685"/>
                      </a:lnTo>
                      <a:cubicBezTo>
                        <a:pt x="14131" y="17295"/>
                        <a:pt x="15576" y="17295"/>
                        <a:pt x="16805" y="16685"/>
                      </a:cubicBezTo>
                      <a:lnTo>
                        <a:pt x="28416" y="9923"/>
                      </a:lnTo>
                      <a:cubicBezTo>
                        <a:pt x="29559" y="9256"/>
                        <a:pt x="29749" y="8303"/>
                        <a:pt x="28416" y="7732"/>
                      </a:cubicBezTo>
                      <a:lnTo>
                        <a:pt x="16519" y="493"/>
                      </a:lnTo>
                      <a:cubicBezTo>
                        <a:pt x="15302" y="-164"/>
                        <a:pt x="13834" y="-164"/>
                        <a:pt x="12617" y="493"/>
                      </a:cubicBezTo>
                      <a:lnTo>
                        <a:pt x="1005" y="7256"/>
                      </a:lnTo>
                      <a:cubicBezTo>
                        <a:pt x="-232" y="8017"/>
                        <a:pt x="-327" y="8970"/>
                        <a:pt x="720" y="954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8" name="Google Shape;2178;p34"/>
                <p:cNvSpPr/>
                <p:nvPr/>
              </p:nvSpPr>
              <p:spPr>
                <a:xfrm>
                  <a:off x="4658328" y="5018170"/>
                  <a:ext cx="29363" cy="16916"/>
                </a:xfrm>
                <a:custGeom>
                  <a:avLst/>
                  <a:gdLst/>
                  <a:ahLst/>
                  <a:cxnLst/>
                  <a:rect l="l" t="t" r="r" b="b"/>
                  <a:pathLst>
                    <a:path w="29363" h="16916" extrusionOk="0">
                      <a:moveTo>
                        <a:pt x="679" y="9411"/>
                      </a:moveTo>
                      <a:lnTo>
                        <a:pt x="12861" y="16459"/>
                      </a:lnTo>
                      <a:cubicBezTo>
                        <a:pt x="14090" y="17069"/>
                        <a:pt x="15535" y="17069"/>
                        <a:pt x="16764" y="16459"/>
                      </a:cubicBezTo>
                      <a:lnTo>
                        <a:pt x="28471" y="9696"/>
                      </a:lnTo>
                      <a:cubicBezTo>
                        <a:pt x="29613" y="9030"/>
                        <a:pt x="29708" y="8077"/>
                        <a:pt x="28471" y="7506"/>
                      </a:cubicBezTo>
                      <a:lnTo>
                        <a:pt x="16193" y="457"/>
                      </a:lnTo>
                      <a:cubicBezTo>
                        <a:pt x="14997" y="-152"/>
                        <a:pt x="13581" y="-152"/>
                        <a:pt x="12385" y="457"/>
                      </a:cubicBezTo>
                      <a:lnTo>
                        <a:pt x="679" y="7220"/>
                      </a:lnTo>
                      <a:cubicBezTo>
                        <a:pt x="-178" y="7792"/>
                        <a:pt x="-273" y="8839"/>
                        <a:pt x="679" y="941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79" name="Google Shape;2179;p34"/>
                <p:cNvSpPr/>
                <p:nvPr/>
              </p:nvSpPr>
              <p:spPr>
                <a:xfrm>
                  <a:off x="4641064" y="5008168"/>
                  <a:ext cx="29341" cy="16916"/>
                </a:xfrm>
                <a:custGeom>
                  <a:avLst/>
                  <a:gdLst/>
                  <a:ahLst/>
                  <a:cxnLst/>
                  <a:rect l="l" t="t" r="r" b="b"/>
                  <a:pathLst>
                    <a:path w="29341" h="16916" extrusionOk="0">
                      <a:moveTo>
                        <a:pt x="716" y="9411"/>
                      </a:moveTo>
                      <a:lnTo>
                        <a:pt x="12898" y="16459"/>
                      </a:lnTo>
                      <a:cubicBezTo>
                        <a:pt x="14127" y="17069"/>
                        <a:pt x="15572" y="17069"/>
                        <a:pt x="16801" y="16459"/>
                      </a:cubicBezTo>
                      <a:lnTo>
                        <a:pt x="28412" y="9792"/>
                      </a:lnTo>
                      <a:cubicBezTo>
                        <a:pt x="29554" y="9125"/>
                        <a:pt x="29745" y="8077"/>
                        <a:pt x="28412" y="7506"/>
                      </a:cubicBezTo>
                      <a:lnTo>
                        <a:pt x="16230" y="457"/>
                      </a:lnTo>
                      <a:cubicBezTo>
                        <a:pt x="15001" y="-152"/>
                        <a:pt x="13556" y="-152"/>
                        <a:pt x="12327" y="457"/>
                      </a:cubicBezTo>
                      <a:lnTo>
                        <a:pt x="716" y="7125"/>
                      </a:lnTo>
                      <a:cubicBezTo>
                        <a:pt x="-141" y="7791"/>
                        <a:pt x="-331" y="8839"/>
                        <a:pt x="716" y="941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0" name="Google Shape;2180;p34"/>
                <p:cNvSpPr/>
                <p:nvPr/>
              </p:nvSpPr>
              <p:spPr>
                <a:xfrm>
                  <a:off x="4623779" y="4998072"/>
                  <a:ext cx="29363" cy="17011"/>
                </a:xfrm>
                <a:custGeom>
                  <a:avLst/>
                  <a:gdLst/>
                  <a:ahLst/>
                  <a:cxnLst/>
                  <a:rect l="l" t="t" r="r" b="b"/>
                  <a:pathLst>
                    <a:path w="29363" h="17011" extrusionOk="0">
                      <a:moveTo>
                        <a:pt x="679" y="9506"/>
                      </a:moveTo>
                      <a:lnTo>
                        <a:pt x="12957" y="16554"/>
                      </a:lnTo>
                      <a:cubicBezTo>
                        <a:pt x="14185" y="17164"/>
                        <a:pt x="15630" y="17164"/>
                        <a:pt x="16859" y="16554"/>
                      </a:cubicBezTo>
                      <a:lnTo>
                        <a:pt x="28470" y="9792"/>
                      </a:lnTo>
                      <a:cubicBezTo>
                        <a:pt x="29613" y="9125"/>
                        <a:pt x="29708" y="8077"/>
                        <a:pt x="28470" y="7506"/>
                      </a:cubicBezTo>
                      <a:lnTo>
                        <a:pt x="16288" y="457"/>
                      </a:lnTo>
                      <a:cubicBezTo>
                        <a:pt x="15059" y="-152"/>
                        <a:pt x="13614" y="-152"/>
                        <a:pt x="12385" y="457"/>
                      </a:cubicBezTo>
                      <a:lnTo>
                        <a:pt x="679" y="7220"/>
                      </a:lnTo>
                      <a:cubicBezTo>
                        <a:pt x="-178" y="7982"/>
                        <a:pt x="-273" y="8935"/>
                        <a:pt x="679" y="9506"/>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1" name="Google Shape;2181;p34"/>
                <p:cNvSpPr/>
                <p:nvPr/>
              </p:nvSpPr>
              <p:spPr>
                <a:xfrm>
                  <a:off x="4606671" y="4988070"/>
                  <a:ext cx="29244" cy="17106"/>
                </a:xfrm>
                <a:custGeom>
                  <a:avLst/>
                  <a:gdLst/>
                  <a:ahLst/>
                  <a:cxnLst/>
                  <a:rect l="l" t="t" r="r" b="b"/>
                  <a:pathLst>
                    <a:path w="29244" h="17106" extrusionOk="0">
                      <a:moveTo>
                        <a:pt x="560" y="9601"/>
                      </a:moveTo>
                      <a:lnTo>
                        <a:pt x="12742" y="16650"/>
                      </a:lnTo>
                      <a:cubicBezTo>
                        <a:pt x="13971" y="17259"/>
                        <a:pt x="15416" y="17259"/>
                        <a:pt x="16645" y="16650"/>
                      </a:cubicBezTo>
                      <a:lnTo>
                        <a:pt x="28352" y="9697"/>
                      </a:lnTo>
                      <a:cubicBezTo>
                        <a:pt x="29494" y="9030"/>
                        <a:pt x="29589" y="8077"/>
                        <a:pt x="28352" y="7506"/>
                      </a:cubicBezTo>
                      <a:lnTo>
                        <a:pt x="16169" y="457"/>
                      </a:lnTo>
                      <a:cubicBezTo>
                        <a:pt x="14940" y="-152"/>
                        <a:pt x="13495" y="-152"/>
                        <a:pt x="12267" y="457"/>
                      </a:cubicBezTo>
                      <a:lnTo>
                        <a:pt x="655" y="7220"/>
                      </a:lnTo>
                      <a:cubicBezTo>
                        <a:pt x="-202" y="7982"/>
                        <a:pt x="-202" y="9030"/>
                        <a:pt x="560" y="960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2" name="Google Shape;2182;p34"/>
                <p:cNvSpPr/>
                <p:nvPr/>
              </p:nvSpPr>
              <p:spPr>
                <a:xfrm>
                  <a:off x="4589253" y="4978260"/>
                  <a:ext cx="29376" cy="16916"/>
                </a:xfrm>
                <a:custGeom>
                  <a:avLst/>
                  <a:gdLst/>
                  <a:ahLst/>
                  <a:cxnLst/>
                  <a:rect l="l" t="t" r="r" b="b"/>
                  <a:pathLst>
                    <a:path w="29376" h="16916" extrusionOk="0">
                      <a:moveTo>
                        <a:pt x="750" y="9411"/>
                      </a:moveTo>
                      <a:lnTo>
                        <a:pt x="12933" y="16459"/>
                      </a:lnTo>
                      <a:cubicBezTo>
                        <a:pt x="14161" y="17069"/>
                        <a:pt x="15606" y="17069"/>
                        <a:pt x="16835" y="16459"/>
                      </a:cubicBezTo>
                      <a:lnTo>
                        <a:pt x="28447" y="9792"/>
                      </a:lnTo>
                      <a:cubicBezTo>
                        <a:pt x="29589" y="9125"/>
                        <a:pt x="29779" y="8077"/>
                        <a:pt x="28447" y="7506"/>
                      </a:cubicBezTo>
                      <a:lnTo>
                        <a:pt x="16264" y="457"/>
                      </a:lnTo>
                      <a:cubicBezTo>
                        <a:pt x="15035" y="-152"/>
                        <a:pt x="13590" y="-152"/>
                        <a:pt x="12362" y="457"/>
                      </a:cubicBezTo>
                      <a:lnTo>
                        <a:pt x="750" y="7125"/>
                      </a:lnTo>
                      <a:cubicBezTo>
                        <a:pt x="-202" y="7792"/>
                        <a:pt x="-297" y="8839"/>
                        <a:pt x="750" y="941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3" name="Google Shape;2183;p34"/>
                <p:cNvSpPr/>
                <p:nvPr/>
              </p:nvSpPr>
              <p:spPr>
                <a:xfrm>
                  <a:off x="4572002" y="4968259"/>
                  <a:ext cx="29363" cy="16916"/>
                </a:xfrm>
                <a:custGeom>
                  <a:avLst/>
                  <a:gdLst/>
                  <a:ahLst/>
                  <a:cxnLst/>
                  <a:rect l="l" t="t" r="r" b="b"/>
                  <a:pathLst>
                    <a:path w="29363" h="16916" extrusionOk="0">
                      <a:moveTo>
                        <a:pt x="679" y="9411"/>
                      </a:moveTo>
                      <a:lnTo>
                        <a:pt x="12861" y="16459"/>
                      </a:lnTo>
                      <a:cubicBezTo>
                        <a:pt x="14090" y="17069"/>
                        <a:pt x="15535" y="17069"/>
                        <a:pt x="16764" y="16459"/>
                      </a:cubicBezTo>
                      <a:lnTo>
                        <a:pt x="28470" y="9792"/>
                      </a:lnTo>
                      <a:cubicBezTo>
                        <a:pt x="29613" y="9125"/>
                        <a:pt x="29708" y="8077"/>
                        <a:pt x="28470" y="7506"/>
                      </a:cubicBezTo>
                      <a:lnTo>
                        <a:pt x="16193" y="457"/>
                      </a:lnTo>
                      <a:cubicBezTo>
                        <a:pt x="14997" y="-152"/>
                        <a:pt x="13581" y="-152"/>
                        <a:pt x="12385" y="457"/>
                      </a:cubicBezTo>
                      <a:lnTo>
                        <a:pt x="679" y="7220"/>
                      </a:lnTo>
                      <a:cubicBezTo>
                        <a:pt x="-178" y="7792"/>
                        <a:pt x="-273" y="8839"/>
                        <a:pt x="679" y="941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4" name="Google Shape;2184;p34"/>
                <p:cNvSpPr/>
                <p:nvPr/>
              </p:nvSpPr>
              <p:spPr>
                <a:xfrm>
                  <a:off x="4554738" y="4958162"/>
                  <a:ext cx="29341" cy="17011"/>
                </a:xfrm>
                <a:custGeom>
                  <a:avLst/>
                  <a:gdLst/>
                  <a:ahLst/>
                  <a:cxnLst/>
                  <a:rect l="l" t="t" r="r" b="b"/>
                  <a:pathLst>
                    <a:path w="29341" h="17011" extrusionOk="0">
                      <a:moveTo>
                        <a:pt x="716" y="9506"/>
                      </a:moveTo>
                      <a:lnTo>
                        <a:pt x="12898" y="16554"/>
                      </a:lnTo>
                      <a:cubicBezTo>
                        <a:pt x="14127" y="17164"/>
                        <a:pt x="15572" y="17164"/>
                        <a:pt x="16801" y="16554"/>
                      </a:cubicBezTo>
                      <a:lnTo>
                        <a:pt x="28412" y="9792"/>
                      </a:lnTo>
                      <a:cubicBezTo>
                        <a:pt x="29554" y="9125"/>
                        <a:pt x="29745" y="8172"/>
                        <a:pt x="28412" y="7506"/>
                      </a:cubicBezTo>
                      <a:lnTo>
                        <a:pt x="16230" y="457"/>
                      </a:lnTo>
                      <a:cubicBezTo>
                        <a:pt x="15001" y="-152"/>
                        <a:pt x="13556" y="-152"/>
                        <a:pt x="12327" y="457"/>
                      </a:cubicBezTo>
                      <a:lnTo>
                        <a:pt x="716" y="7220"/>
                      </a:lnTo>
                      <a:cubicBezTo>
                        <a:pt x="-141" y="7982"/>
                        <a:pt x="-331" y="8935"/>
                        <a:pt x="716" y="9506"/>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5" name="Google Shape;2185;p34"/>
                <p:cNvSpPr/>
                <p:nvPr/>
              </p:nvSpPr>
              <p:spPr>
                <a:xfrm>
                  <a:off x="4537453" y="4948351"/>
                  <a:ext cx="29363" cy="16916"/>
                </a:xfrm>
                <a:custGeom>
                  <a:avLst/>
                  <a:gdLst/>
                  <a:ahLst/>
                  <a:cxnLst/>
                  <a:rect l="l" t="t" r="r" b="b"/>
                  <a:pathLst>
                    <a:path w="29363" h="16916" extrusionOk="0">
                      <a:moveTo>
                        <a:pt x="679" y="9411"/>
                      </a:moveTo>
                      <a:lnTo>
                        <a:pt x="12957" y="16459"/>
                      </a:lnTo>
                      <a:cubicBezTo>
                        <a:pt x="14185" y="17069"/>
                        <a:pt x="15630" y="17069"/>
                        <a:pt x="16859" y="16459"/>
                      </a:cubicBezTo>
                      <a:lnTo>
                        <a:pt x="28471" y="9696"/>
                      </a:lnTo>
                      <a:cubicBezTo>
                        <a:pt x="29613" y="9030"/>
                        <a:pt x="29708" y="8077"/>
                        <a:pt x="28471" y="7506"/>
                      </a:cubicBezTo>
                      <a:lnTo>
                        <a:pt x="16288" y="457"/>
                      </a:lnTo>
                      <a:cubicBezTo>
                        <a:pt x="15059" y="-152"/>
                        <a:pt x="13614" y="-152"/>
                        <a:pt x="12385" y="457"/>
                      </a:cubicBezTo>
                      <a:lnTo>
                        <a:pt x="679" y="7220"/>
                      </a:lnTo>
                      <a:cubicBezTo>
                        <a:pt x="-178" y="7791"/>
                        <a:pt x="-273" y="8839"/>
                        <a:pt x="679" y="941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6" name="Google Shape;2186;p34"/>
                <p:cNvSpPr/>
                <p:nvPr/>
              </p:nvSpPr>
              <p:spPr>
                <a:xfrm>
                  <a:off x="4520202" y="4938350"/>
                  <a:ext cx="29291" cy="16916"/>
                </a:xfrm>
                <a:custGeom>
                  <a:avLst/>
                  <a:gdLst/>
                  <a:ahLst/>
                  <a:cxnLst/>
                  <a:rect l="l" t="t" r="r" b="b"/>
                  <a:pathLst>
                    <a:path w="29291" h="16916" extrusionOk="0">
                      <a:moveTo>
                        <a:pt x="607" y="9411"/>
                      </a:moveTo>
                      <a:lnTo>
                        <a:pt x="12790" y="16459"/>
                      </a:lnTo>
                      <a:cubicBezTo>
                        <a:pt x="14019" y="17069"/>
                        <a:pt x="15464" y="17069"/>
                        <a:pt x="16692" y="16459"/>
                      </a:cubicBezTo>
                      <a:lnTo>
                        <a:pt x="28399" y="9791"/>
                      </a:lnTo>
                      <a:cubicBezTo>
                        <a:pt x="29541" y="9125"/>
                        <a:pt x="29636" y="8077"/>
                        <a:pt x="28399" y="7506"/>
                      </a:cubicBezTo>
                      <a:lnTo>
                        <a:pt x="16121" y="457"/>
                      </a:lnTo>
                      <a:cubicBezTo>
                        <a:pt x="14893" y="-152"/>
                        <a:pt x="13448" y="-152"/>
                        <a:pt x="12219" y="457"/>
                      </a:cubicBezTo>
                      <a:lnTo>
                        <a:pt x="607" y="7124"/>
                      </a:lnTo>
                      <a:cubicBezTo>
                        <a:pt x="-154" y="7791"/>
                        <a:pt x="-249" y="8839"/>
                        <a:pt x="607" y="941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7" name="Google Shape;2187;p34"/>
                <p:cNvSpPr/>
                <p:nvPr/>
              </p:nvSpPr>
              <p:spPr>
                <a:xfrm>
                  <a:off x="4502927" y="4928253"/>
                  <a:ext cx="29376" cy="17011"/>
                </a:xfrm>
                <a:custGeom>
                  <a:avLst/>
                  <a:gdLst/>
                  <a:ahLst/>
                  <a:cxnLst/>
                  <a:rect l="l" t="t" r="r" b="b"/>
                  <a:pathLst>
                    <a:path w="29376" h="17011" extrusionOk="0">
                      <a:moveTo>
                        <a:pt x="750" y="9506"/>
                      </a:moveTo>
                      <a:lnTo>
                        <a:pt x="12933" y="16555"/>
                      </a:lnTo>
                      <a:cubicBezTo>
                        <a:pt x="14161" y="17164"/>
                        <a:pt x="15606" y="17164"/>
                        <a:pt x="16835" y="16555"/>
                      </a:cubicBezTo>
                      <a:lnTo>
                        <a:pt x="28447" y="9792"/>
                      </a:lnTo>
                      <a:cubicBezTo>
                        <a:pt x="29589" y="9125"/>
                        <a:pt x="29779" y="8077"/>
                        <a:pt x="28447" y="7506"/>
                      </a:cubicBezTo>
                      <a:lnTo>
                        <a:pt x="16264" y="457"/>
                      </a:lnTo>
                      <a:cubicBezTo>
                        <a:pt x="15035" y="-152"/>
                        <a:pt x="13590" y="-152"/>
                        <a:pt x="12362" y="457"/>
                      </a:cubicBezTo>
                      <a:lnTo>
                        <a:pt x="750" y="7220"/>
                      </a:lnTo>
                      <a:cubicBezTo>
                        <a:pt x="-202" y="7982"/>
                        <a:pt x="-297" y="8934"/>
                        <a:pt x="750" y="9506"/>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8" name="Google Shape;2188;p34"/>
                <p:cNvSpPr/>
                <p:nvPr/>
              </p:nvSpPr>
              <p:spPr>
                <a:xfrm>
                  <a:off x="4464204" y="4906060"/>
                  <a:ext cx="50834" cy="28917"/>
                </a:xfrm>
                <a:custGeom>
                  <a:avLst/>
                  <a:gdLst/>
                  <a:ahLst/>
                  <a:cxnLst/>
                  <a:rect l="l" t="t" r="r" b="b"/>
                  <a:pathLst>
                    <a:path w="50834" h="28917" extrusionOk="0">
                      <a:moveTo>
                        <a:pt x="830" y="9411"/>
                      </a:moveTo>
                      <a:lnTo>
                        <a:pt x="34428" y="28461"/>
                      </a:lnTo>
                      <a:cubicBezTo>
                        <a:pt x="35624" y="29070"/>
                        <a:pt x="37040" y="29070"/>
                        <a:pt x="38235" y="28461"/>
                      </a:cubicBezTo>
                      <a:lnTo>
                        <a:pt x="49942" y="21698"/>
                      </a:lnTo>
                      <a:cubicBezTo>
                        <a:pt x="51084" y="21031"/>
                        <a:pt x="51179" y="20079"/>
                        <a:pt x="49942" y="19507"/>
                      </a:cubicBezTo>
                      <a:lnTo>
                        <a:pt x="16344" y="457"/>
                      </a:lnTo>
                      <a:cubicBezTo>
                        <a:pt x="15116" y="-152"/>
                        <a:pt x="13671" y="-152"/>
                        <a:pt x="12442" y="457"/>
                      </a:cubicBezTo>
                      <a:lnTo>
                        <a:pt x="830" y="7125"/>
                      </a:lnTo>
                      <a:cubicBezTo>
                        <a:pt x="-26" y="7792"/>
                        <a:pt x="-502" y="8839"/>
                        <a:pt x="830" y="9411"/>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89" name="Google Shape;2189;p34"/>
                <p:cNvSpPr/>
                <p:nvPr/>
              </p:nvSpPr>
              <p:spPr>
                <a:xfrm>
                  <a:off x="4692687" y="5037982"/>
                  <a:ext cx="33968" cy="19459"/>
                </a:xfrm>
                <a:custGeom>
                  <a:avLst/>
                  <a:gdLst/>
                  <a:ahLst/>
                  <a:cxnLst/>
                  <a:rect l="l" t="t" r="r" b="b"/>
                  <a:pathLst>
                    <a:path w="33968" h="19459" extrusionOk="0">
                      <a:moveTo>
                        <a:pt x="870" y="9506"/>
                      </a:moveTo>
                      <a:lnTo>
                        <a:pt x="17526" y="19031"/>
                      </a:lnTo>
                      <a:cubicBezTo>
                        <a:pt x="18764" y="19603"/>
                        <a:pt x="20190" y="19603"/>
                        <a:pt x="21428" y="19031"/>
                      </a:cubicBezTo>
                      <a:lnTo>
                        <a:pt x="33040" y="12268"/>
                      </a:lnTo>
                      <a:cubicBezTo>
                        <a:pt x="34182" y="11602"/>
                        <a:pt x="34372" y="10554"/>
                        <a:pt x="33040" y="9982"/>
                      </a:cubicBezTo>
                      <a:lnTo>
                        <a:pt x="16384" y="457"/>
                      </a:lnTo>
                      <a:cubicBezTo>
                        <a:pt x="15155" y="-152"/>
                        <a:pt x="13710" y="-152"/>
                        <a:pt x="12481" y="457"/>
                      </a:cubicBezTo>
                      <a:lnTo>
                        <a:pt x="870" y="7220"/>
                      </a:lnTo>
                      <a:cubicBezTo>
                        <a:pt x="13" y="7982"/>
                        <a:pt x="-558" y="8934"/>
                        <a:pt x="870" y="9506"/>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190" name="Google Shape;2190;p34"/>
              <p:cNvGrpSpPr/>
              <p:nvPr/>
            </p:nvGrpSpPr>
            <p:grpSpPr>
              <a:xfrm>
                <a:off x="4543079" y="4626313"/>
                <a:ext cx="286486" cy="386884"/>
                <a:chOff x="4543079" y="4626313"/>
                <a:chExt cx="286486" cy="386884"/>
              </a:xfrm>
            </p:grpSpPr>
            <p:grpSp>
              <p:nvGrpSpPr>
                <p:cNvPr id="2191" name="Google Shape;2191;p34"/>
                <p:cNvGrpSpPr/>
                <p:nvPr/>
              </p:nvGrpSpPr>
              <p:grpSpPr>
                <a:xfrm>
                  <a:off x="4543079" y="4626313"/>
                  <a:ext cx="286486" cy="386884"/>
                  <a:chOff x="4543079" y="4626313"/>
                  <a:chExt cx="286486" cy="386884"/>
                </a:xfrm>
              </p:grpSpPr>
              <p:sp>
                <p:nvSpPr>
                  <p:cNvPr id="2192" name="Google Shape;2192;p34"/>
                  <p:cNvSpPr/>
                  <p:nvPr/>
                </p:nvSpPr>
                <p:spPr>
                  <a:xfrm>
                    <a:off x="4543081" y="4626313"/>
                    <a:ext cx="286484" cy="386884"/>
                  </a:xfrm>
                  <a:custGeom>
                    <a:avLst/>
                    <a:gdLst/>
                    <a:ahLst/>
                    <a:cxnLst/>
                    <a:rect l="l" t="t" r="r" b="b"/>
                    <a:pathLst>
                      <a:path w="286484" h="386884" extrusionOk="0">
                        <a:moveTo>
                          <a:pt x="277062" y="386884"/>
                        </a:moveTo>
                        <a:lnTo>
                          <a:pt x="277062" y="386884"/>
                        </a:lnTo>
                        <a:lnTo>
                          <a:pt x="0" y="226674"/>
                        </a:lnTo>
                        <a:lnTo>
                          <a:pt x="0" y="8646"/>
                        </a:lnTo>
                        <a:lnTo>
                          <a:pt x="2094" y="3693"/>
                        </a:lnTo>
                        <a:lnTo>
                          <a:pt x="4378" y="2550"/>
                        </a:lnTo>
                        <a:lnTo>
                          <a:pt x="4378" y="2550"/>
                        </a:lnTo>
                        <a:cubicBezTo>
                          <a:pt x="10268" y="-850"/>
                          <a:pt x="17524" y="-850"/>
                          <a:pt x="23414" y="2550"/>
                        </a:cubicBezTo>
                        <a:lnTo>
                          <a:pt x="276967" y="149140"/>
                        </a:lnTo>
                        <a:cubicBezTo>
                          <a:pt x="282880" y="152559"/>
                          <a:pt x="286511" y="158884"/>
                          <a:pt x="286485" y="165714"/>
                        </a:cubicBezTo>
                        <a:lnTo>
                          <a:pt x="286485" y="370310"/>
                        </a:lnTo>
                        <a:cubicBezTo>
                          <a:pt x="284867" y="380883"/>
                          <a:pt x="282963" y="383836"/>
                          <a:pt x="277062" y="386884"/>
                        </a:cubicBezTo>
                        <a:close/>
                      </a:path>
                    </a:pathLst>
                  </a:custGeom>
                  <a:solidFill>
                    <a:srgbClr val="E5E5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3" name="Google Shape;2193;p34"/>
                  <p:cNvSpPr/>
                  <p:nvPr/>
                </p:nvSpPr>
                <p:spPr>
                  <a:xfrm>
                    <a:off x="4543081" y="4626313"/>
                    <a:ext cx="284295" cy="175524"/>
                  </a:xfrm>
                  <a:custGeom>
                    <a:avLst/>
                    <a:gdLst/>
                    <a:ahLst/>
                    <a:cxnLst/>
                    <a:rect l="l" t="t" r="r" b="b"/>
                    <a:pathLst>
                      <a:path w="284295" h="175524" extrusionOk="0">
                        <a:moveTo>
                          <a:pt x="251650" y="175524"/>
                        </a:moveTo>
                        <a:lnTo>
                          <a:pt x="0" y="15885"/>
                        </a:lnTo>
                        <a:lnTo>
                          <a:pt x="0" y="8646"/>
                        </a:lnTo>
                        <a:lnTo>
                          <a:pt x="2094" y="3693"/>
                        </a:lnTo>
                        <a:lnTo>
                          <a:pt x="4378" y="2550"/>
                        </a:lnTo>
                        <a:cubicBezTo>
                          <a:pt x="10268" y="-850"/>
                          <a:pt x="17524" y="-850"/>
                          <a:pt x="23414" y="2550"/>
                        </a:cubicBezTo>
                        <a:lnTo>
                          <a:pt x="276967" y="149140"/>
                        </a:lnTo>
                        <a:cubicBezTo>
                          <a:pt x="280042" y="150940"/>
                          <a:pt x="282574" y="153540"/>
                          <a:pt x="284296" y="156665"/>
                        </a:cubicBezTo>
                        <a:close/>
                      </a:path>
                    </a:pathLst>
                  </a:custGeom>
                  <a:solidFill>
                    <a:srgbClr val="E5E5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4" name="Google Shape;2194;p34"/>
                  <p:cNvSpPr/>
                  <p:nvPr/>
                </p:nvSpPr>
                <p:spPr>
                  <a:xfrm>
                    <a:off x="4543079" y="4629510"/>
                    <a:ext cx="277444" cy="383687"/>
                  </a:xfrm>
                  <a:custGeom>
                    <a:avLst/>
                    <a:gdLst/>
                    <a:ahLst/>
                    <a:cxnLst/>
                    <a:rect l="l" t="t" r="r" b="b"/>
                    <a:pathLst>
                      <a:path w="277444" h="383687" extrusionOk="0">
                        <a:moveTo>
                          <a:pt x="6283" y="497"/>
                        </a:moveTo>
                        <a:lnTo>
                          <a:pt x="272781" y="154230"/>
                        </a:lnTo>
                        <a:cubicBezTo>
                          <a:pt x="275643" y="155926"/>
                          <a:pt x="277410" y="159002"/>
                          <a:pt x="277445" y="162326"/>
                        </a:cubicBezTo>
                        <a:lnTo>
                          <a:pt x="277445" y="383688"/>
                        </a:lnTo>
                        <a:lnTo>
                          <a:pt x="2" y="223477"/>
                        </a:lnTo>
                        <a:lnTo>
                          <a:pt x="2" y="4402"/>
                        </a:lnTo>
                        <a:cubicBezTo>
                          <a:pt x="-62" y="2040"/>
                          <a:pt x="1803" y="68"/>
                          <a:pt x="4167" y="1"/>
                        </a:cubicBezTo>
                        <a:cubicBezTo>
                          <a:pt x="4904" y="-17"/>
                          <a:pt x="5632" y="154"/>
                          <a:pt x="6283" y="497"/>
                        </a:cubicBezTo>
                        <a:close/>
                      </a:path>
                    </a:pathLst>
                  </a:custGeom>
                  <a:solidFill>
                    <a:srgbClr val="DCEE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5" name="Google Shape;2195;p34"/>
                  <p:cNvSpPr/>
                  <p:nvPr/>
                </p:nvSpPr>
                <p:spPr>
                  <a:xfrm>
                    <a:off x="4543079" y="4629510"/>
                    <a:ext cx="277444" cy="383687"/>
                  </a:xfrm>
                  <a:custGeom>
                    <a:avLst/>
                    <a:gdLst/>
                    <a:ahLst/>
                    <a:cxnLst/>
                    <a:rect l="l" t="t" r="r" b="b"/>
                    <a:pathLst>
                      <a:path w="277444" h="383687" extrusionOk="0">
                        <a:moveTo>
                          <a:pt x="6283" y="497"/>
                        </a:moveTo>
                        <a:lnTo>
                          <a:pt x="272781" y="154230"/>
                        </a:lnTo>
                        <a:cubicBezTo>
                          <a:pt x="275643" y="155926"/>
                          <a:pt x="277410" y="159002"/>
                          <a:pt x="277445" y="162326"/>
                        </a:cubicBezTo>
                        <a:lnTo>
                          <a:pt x="277445" y="383688"/>
                        </a:lnTo>
                        <a:lnTo>
                          <a:pt x="2" y="223477"/>
                        </a:lnTo>
                        <a:lnTo>
                          <a:pt x="2" y="4402"/>
                        </a:lnTo>
                        <a:cubicBezTo>
                          <a:pt x="-62" y="2040"/>
                          <a:pt x="1803" y="68"/>
                          <a:pt x="4167" y="1"/>
                        </a:cubicBezTo>
                        <a:cubicBezTo>
                          <a:pt x="4904" y="-17"/>
                          <a:pt x="5632" y="154"/>
                          <a:pt x="6283" y="497"/>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6" name="Google Shape;2196;p34"/>
                  <p:cNvSpPr/>
                  <p:nvPr/>
                </p:nvSpPr>
                <p:spPr>
                  <a:xfrm>
                    <a:off x="4543081" y="4845081"/>
                    <a:ext cx="277062" cy="168020"/>
                  </a:xfrm>
                  <a:custGeom>
                    <a:avLst/>
                    <a:gdLst/>
                    <a:ahLst/>
                    <a:cxnLst/>
                    <a:rect l="l" t="t" r="r" b="b"/>
                    <a:pathLst>
                      <a:path w="277062" h="168020" extrusionOk="0">
                        <a:moveTo>
                          <a:pt x="277062" y="168021"/>
                        </a:moveTo>
                        <a:lnTo>
                          <a:pt x="277062" y="160210"/>
                        </a:lnTo>
                        <a:lnTo>
                          <a:pt x="0" y="0"/>
                        </a:lnTo>
                        <a:lnTo>
                          <a:pt x="0" y="7906"/>
                        </a:lnTo>
                        <a:lnTo>
                          <a:pt x="277062" y="168021"/>
                        </a:lnTo>
                        <a:close/>
                      </a:path>
                    </a:pathLst>
                  </a:custGeom>
                  <a:solidFill>
                    <a:srgbClr val="DBDBD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197" name="Google Shape;2197;p34"/>
                <p:cNvSpPr/>
                <p:nvPr/>
              </p:nvSpPr>
              <p:spPr>
                <a:xfrm>
                  <a:off x="4550219" y="4641437"/>
                  <a:ext cx="3426" cy="199929"/>
                </a:xfrm>
                <a:custGeom>
                  <a:avLst/>
                  <a:gdLst/>
                  <a:ahLst/>
                  <a:cxnLst/>
                  <a:rect l="l" t="t" r="r" b="b"/>
                  <a:pathLst>
                    <a:path w="3426" h="199929" extrusionOk="0">
                      <a:moveTo>
                        <a:pt x="0" y="199930"/>
                      </a:moveTo>
                      <a:lnTo>
                        <a:pt x="0" y="0"/>
                      </a:lnTo>
                      <a:lnTo>
                        <a:pt x="3426" y="2000"/>
                      </a:lnTo>
                      <a:lnTo>
                        <a:pt x="3426" y="198310"/>
                      </a:lnTo>
                      <a:lnTo>
                        <a:pt x="0" y="199930"/>
                      </a:lnTo>
                      <a:close/>
                    </a:path>
                  </a:pathLst>
                </a:custGeom>
                <a:solidFill>
                  <a:srgbClr val="1E377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8" name="Google Shape;2198;p34"/>
                <p:cNvSpPr/>
                <p:nvPr/>
              </p:nvSpPr>
              <p:spPr>
                <a:xfrm>
                  <a:off x="4553645" y="4643437"/>
                  <a:ext cx="257645" cy="344805"/>
                </a:xfrm>
                <a:custGeom>
                  <a:avLst/>
                  <a:gdLst/>
                  <a:ahLst/>
                  <a:cxnLst/>
                  <a:rect l="l" t="t" r="r" b="b"/>
                  <a:pathLst>
                    <a:path w="257645" h="344805" extrusionOk="0">
                      <a:moveTo>
                        <a:pt x="0" y="0"/>
                      </a:moveTo>
                      <a:lnTo>
                        <a:pt x="0" y="196310"/>
                      </a:lnTo>
                      <a:lnTo>
                        <a:pt x="257646" y="344805"/>
                      </a:lnTo>
                      <a:lnTo>
                        <a:pt x="257646" y="148876"/>
                      </a:lnTo>
                      <a:lnTo>
                        <a:pt x="0" y="0"/>
                      </a:ln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199" name="Google Shape;2199;p34"/>
                <p:cNvSpPr/>
                <p:nvPr/>
              </p:nvSpPr>
              <p:spPr>
                <a:xfrm>
                  <a:off x="4550219" y="4839747"/>
                  <a:ext cx="261072" cy="152400"/>
                </a:xfrm>
                <a:custGeom>
                  <a:avLst/>
                  <a:gdLst/>
                  <a:ahLst/>
                  <a:cxnLst/>
                  <a:rect l="l" t="t" r="r" b="b"/>
                  <a:pathLst>
                    <a:path w="261072" h="152400" extrusionOk="0">
                      <a:moveTo>
                        <a:pt x="0" y="1619"/>
                      </a:moveTo>
                      <a:lnTo>
                        <a:pt x="261072" y="152400"/>
                      </a:lnTo>
                      <a:lnTo>
                        <a:pt x="261072" y="148495"/>
                      </a:lnTo>
                      <a:lnTo>
                        <a:pt x="3426" y="0"/>
                      </a:lnTo>
                      <a:lnTo>
                        <a:pt x="0" y="1619"/>
                      </a:lnTo>
                      <a:close/>
                    </a:path>
                  </a:pathLst>
                </a:custGeom>
                <a:solidFill>
                  <a:srgbClr val="031F6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2200" name="Google Shape;2200;p34"/>
            <p:cNvSpPr/>
            <p:nvPr/>
          </p:nvSpPr>
          <p:spPr>
            <a:xfrm>
              <a:off x="2723181" y="3858886"/>
              <a:ext cx="360479" cy="597446"/>
            </a:xfrm>
            <a:custGeom>
              <a:avLst/>
              <a:gdLst/>
              <a:ahLst/>
              <a:cxnLst/>
              <a:rect l="l" t="t" r="r" b="b"/>
              <a:pathLst>
                <a:path w="360479" h="597446" extrusionOk="0">
                  <a:moveTo>
                    <a:pt x="124331" y="5750"/>
                  </a:moveTo>
                  <a:cubicBezTo>
                    <a:pt x="117764" y="22133"/>
                    <a:pt x="134515" y="42326"/>
                    <a:pt x="179153" y="56327"/>
                  </a:cubicBezTo>
                  <a:cubicBezTo>
                    <a:pt x="223792" y="70329"/>
                    <a:pt x="227884" y="52327"/>
                    <a:pt x="227884" y="52327"/>
                  </a:cubicBezTo>
                  <a:cubicBezTo>
                    <a:pt x="257639" y="65662"/>
                    <a:pt x="286647" y="80607"/>
                    <a:pt x="314781" y="97094"/>
                  </a:cubicBezTo>
                  <a:cubicBezTo>
                    <a:pt x="341526" y="116144"/>
                    <a:pt x="353424" y="170151"/>
                    <a:pt x="357040" y="261782"/>
                  </a:cubicBezTo>
                  <a:cubicBezTo>
                    <a:pt x="361228" y="367890"/>
                    <a:pt x="361609" y="525243"/>
                    <a:pt x="358087" y="552389"/>
                  </a:cubicBezTo>
                  <a:cubicBezTo>
                    <a:pt x="358087" y="552389"/>
                    <a:pt x="307929" y="602300"/>
                    <a:pt x="243874" y="597062"/>
                  </a:cubicBezTo>
                  <a:cubicBezTo>
                    <a:pt x="179820" y="591823"/>
                    <a:pt x="71793" y="534863"/>
                    <a:pt x="45619" y="491144"/>
                  </a:cubicBezTo>
                  <a:cubicBezTo>
                    <a:pt x="46285" y="398180"/>
                    <a:pt x="57231" y="383035"/>
                    <a:pt x="42193" y="329219"/>
                  </a:cubicBezTo>
                  <a:cubicBezTo>
                    <a:pt x="7738" y="206632"/>
                    <a:pt x="-10441" y="156340"/>
                    <a:pt x="6311" y="74901"/>
                  </a:cubicBezTo>
                  <a:cubicBezTo>
                    <a:pt x="20111" y="7750"/>
                    <a:pt x="39432" y="-632"/>
                    <a:pt x="65987" y="35"/>
                  </a:cubicBezTo>
                  <a:cubicBezTo>
                    <a:pt x="85522" y="901"/>
                    <a:pt x="104997" y="2816"/>
                    <a:pt x="124331" y="5750"/>
                  </a:cubicBezTo>
                  <a:close/>
                </a:path>
              </a:pathLst>
            </a:custGeom>
            <a:solidFill>
              <a:srgbClr val="F4F4F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1" name="Google Shape;2201;p34"/>
            <p:cNvSpPr/>
            <p:nvPr/>
          </p:nvSpPr>
          <p:spPr>
            <a:xfrm>
              <a:off x="2983060" y="3959444"/>
              <a:ext cx="457273" cy="356362"/>
            </a:xfrm>
            <a:custGeom>
              <a:avLst/>
              <a:gdLst/>
              <a:ahLst/>
              <a:cxnLst/>
              <a:rect l="l" t="t" r="r" b="b"/>
              <a:pathLst>
                <a:path w="457273" h="356362" extrusionOk="0">
                  <a:moveTo>
                    <a:pt x="202618" y="274952"/>
                  </a:moveTo>
                  <a:cubicBezTo>
                    <a:pt x="150080" y="288192"/>
                    <a:pt x="137707" y="255045"/>
                    <a:pt x="130759" y="227327"/>
                  </a:cubicBezTo>
                  <a:cubicBezTo>
                    <a:pt x="114388" y="160938"/>
                    <a:pt x="104870" y="100931"/>
                    <a:pt x="92497" y="62831"/>
                  </a:cubicBezTo>
                  <a:cubicBezTo>
                    <a:pt x="77840" y="18254"/>
                    <a:pt x="62421" y="11110"/>
                    <a:pt x="40721" y="2442"/>
                  </a:cubicBezTo>
                  <a:cubicBezTo>
                    <a:pt x="15308" y="-7750"/>
                    <a:pt x="-6868" y="13777"/>
                    <a:pt x="1983" y="70450"/>
                  </a:cubicBezTo>
                  <a:cubicBezTo>
                    <a:pt x="11977" y="137602"/>
                    <a:pt x="25112" y="184750"/>
                    <a:pt x="50143" y="264094"/>
                  </a:cubicBezTo>
                  <a:cubicBezTo>
                    <a:pt x="56711" y="284858"/>
                    <a:pt x="71368" y="321720"/>
                    <a:pt x="93354" y="339532"/>
                  </a:cubicBezTo>
                  <a:cubicBezTo>
                    <a:pt x="120575" y="361439"/>
                    <a:pt x="161406" y="360487"/>
                    <a:pt x="223367" y="345152"/>
                  </a:cubicBezTo>
                  <a:cubicBezTo>
                    <a:pt x="249731" y="338579"/>
                    <a:pt x="278665" y="322768"/>
                    <a:pt x="328062" y="299432"/>
                  </a:cubicBezTo>
                  <a:cubicBezTo>
                    <a:pt x="341482" y="293240"/>
                    <a:pt x="351952" y="289049"/>
                    <a:pt x="377650" y="277048"/>
                  </a:cubicBezTo>
                  <a:cubicBezTo>
                    <a:pt x="403454" y="265427"/>
                    <a:pt x="426079" y="247749"/>
                    <a:pt x="443608" y="225517"/>
                  </a:cubicBezTo>
                  <a:cubicBezTo>
                    <a:pt x="457123" y="205991"/>
                    <a:pt x="458931" y="196942"/>
                    <a:pt x="456171" y="192371"/>
                  </a:cubicBezTo>
                  <a:cubicBezTo>
                    <a:pt x="453411" y="187799"/>
                    <a:pt x="446654" y="187989"/>
                    <a:pt x="439420" y="196181"/>
                  </a:cubicBezTo>
                  <a:cubicBezTo>
                    <a:pt x="428946" y="210097"/>
                    <a:pt x="416049" y="222003"/>
                    <a:pt x="401349" y="231328"/>
                  </a:cubicBezTo>
                  <a:cubicBezTo>
                    <a:pt x="401349" y="231328"/>
                    <a:pt x="417910" y="214088"/>
                    <a:pt x="426952" y="202753"/>
                  </a:cubicBezTo>
                  <a:cubicBezTo>
                    <a:pt x="435249" y="193018"/>
                    <a:pt x="442167" y="182179"/>
                    <a:pt x="447510" y="170558"/>
                  </a:cubicBezTo>
                  <a:cubicBezTo>
                    <a:pt x="452269" y="159224"/>
                    <a:pt x="442466" y="143698"/>
                    <a:pt x="435042" y="151508"/>
                  </a:cubicBezTo>
                  <a:cubicBezTo>
                    <a:pt x="427618" y="159319"/>
                    <a:pt x="424001" y="167987"/>
                    <a:pt x="410391" y="184274"/>
                  </a:cubicBezTo>
                  <a:cubicBezTo>
                    <a:pt x="403232" y="192971"/>
                    <a:pt x="395051" y="200781"/>
                    <a:pt x="386025" y="207515"/>
                  </a:cubicBezTo>
                  <a:cubicBezTo>
                    <a:pt x="394480" y="196114"/>
                    <a:pt x="401992" y="184036"/>
                    <a:pt x="408487" y="171416"/>
                  </a:cubicBezTo>
                  <a:cubicBezTo>
                    <a:pt x="414319" y="161509"/>
                    <a:pt x="417162" y="150137"/>
                    <a:pt x="416673" y="138649"/>
                  </a:cubicBezTo>
                  <a:cubicBezTo>
                    <a:pt x="416673" y="132744"/>
                    <a:pt x="407916" y="125696"/>
                    <a:pt x="400016" y="136935"/>
                  </a:cubicBezTo>
                  <a:cubicBezTo>
                    <a:pt x="392117" y="148174"/>
                    <a:pt x="388310" y="162938"/>
                    <a:pt x="371463" y="180179"/>
                  </a:cubicBezTo>
                  <a:cubicBezTo>
                    <a:pt x="359471" y="192656"/>
                    <a:pt x="349287" y="199800"/>
                    <a:pt x="348906" y="196371"/>
                  </a:cubicBezTo>
                  <a:cubicBezTo>
                    <a:pt x="348525" y="192942"/>
                    <a:pt x="356235" y="185989"/>
                    <a:pt x="360518" y="171511"/>
                  </a:cubicBezTo>
                  <a:cubicBezTo>
                    <a:pt x="364801" y="157033"/>
                    <a:pt x="360518" y="141602"/>
                    <a:pt x="352428" y="139888"/>
                  </a:cubicBezTo>
                  <a:cubicBezTo>
                    <a:pt x="344338" y="138173"/>
                    <a:pt x="345956" y="138649"/>
                    <a:pt x="339579" y="152270"/>
                  </a:cubicBezTo>
                  <a:cubicBezTo>
                    <a:pt x="333202" y="165891"/>
                    <a:pt x="323779" y="176178"/>
                    <a:pt x="315879" y="196181"/>
                  </a:cubicBezTo>
                  <a:cubicBezTo>
                    <a:pt x="311874" y="210192"/>
                    <a:pt x="304450" y="222993"/>
                    <a:pt x="294274" y="233423"/>
                  </a:cubicBezTo>
                  <a:cubicBezTo>
                    <a:pt x="281330" y="247139"/>
                    <a:pt x="252681" y="262856"/>
                    <a:pt x="202618" y="274952"/>
                  </a:cubicBezTo>
                  <a:close/>
                </a:path>
              </a:pathLst>
            </a:custGeom>
            <a:solidFill>
              <a:srgbClr val="DFAE8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2" name="Google Shape;2202;p34"/>
            <p:cNvSpPr/>
            <p:nvPr/>
          </p:nvSpPr>
          <p:spPr>
            <a:xfrm>
              <a:off x="2966834" y="3952080"/>
              <a:ext cx="139371" cy="203905"/>
            </a:xfrm>
            <a:custGeom>
              <a:avLst/>
              <a:gdLst/>
              <a:ahLst/>
              <a:cxnLst/>
              <a:rect l="l" t="t" r="r" b="b"/>
              <a:pathLst>
                <a:path w="139371" h="203905" extrusionOk="0">
                  <a:moveTo>
                    <a:pt x="37531" y="948"/>
                  </a:moveTo>
                  <a:cubicBezTo>
                    <a:pt x="72652" y="-4291"/>
                    <a:pt x="97493" y="11521"/>
                    <a:pt x="113007" y="64861"/>
                  </a:cubicBezTo>
                  <a:cubicBezTo>
                    <a:pt x="128521" y="118201"/>
                    <a:pt x="139371" y="161921"/>
                    <a:pt x="139371" y="161921"/>
                  </a:cubicBezTo>
                  <a:cubicBezTo>
                    <a:pt x="125444" y="182018"/>
                    <a:pt x="104367" y="196020"/>
                    <a:pt x="80456" y="201068"/>
                  </a:cubicBezTo>
                  <a:cubicBezTo>
                    <a:pt x="38483" y="211165"/>
                    <a:pt x="23350" y="191067"/>
                    <a:pt x="23350" y="191067"/>
                  </a:cubicBezTo>
                  <a:cubicBezTo>
                    <a:pt x="23350" y="191067"/>
                    <a:pt x="11643" y="135251"/>
                    <a:pt x="4314" y="97246"/>
                  </a:cubicBezTo>
                  <a:cubicBezTo>
                    <a:pt x="-3015" y="59241"/>
                    <a:pt x="-5965" y="7330"/>
                    <a:pt x="37531" y="948"/>
                  </a:cubicBezTo>
                  <a:close/>
                </a:path>
              </a:pathLst>
            </a:custGeom>
            <a:solidFill>
              <a:srgbClr val="EDEDE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3" name="Google Shape;2203;p34"/>
            <p:cNvSpPr/>
            <p:nvPr/>
          </p:nvSpPr>
          <p:spPr>
            <a:xfrm>
              <a:off x="2806828" y="3576743"/>
              <a:ext cx="227254" cy="250802"/>
            </a:xfrm>
            <a:custGeom>
              <a:avLst/>
              <a:gdLst/>
              <a:ahLst/>
              <a:cxnLst/>
              <a:rect l="l" t="t" r="r" b="b"/>
              <a:pathLst>
                <a:path w="227254" h="250802" extrusionOk="0">
                  <a:moveTo>
                    <a:pt x="214479" y="103393"/>
                  </a:moveTo>
                  <a:cubicBezTo>
                    <a:pt x="214479" y="103393"/>
                    <a:pt x="269967" y="18907"/>
                    <a:pt x="149663" y="1762"/>
                  </a:cubicBezTo>
                  <a:cubicBezTo>
                    <a:pt x="62861" y="-10716"/>
                    <a:pt x="6896" y="45100"/>
                    <a:pt x="710" y="105679"/>
                  </a:cubicBezTo>
                  <a:cubicBezTo>
                    <a:pt x="-5477" y="163496"/>
                    <a:pt x="30119" y="223599"/>
                    <a:pt x="55817" y="247411"/>
                  </a:cubicBezTo>
                  <a:cubicBezTo>
                    <a:pt x="68381" y="251888"/>
                    <a:pt x="95316" y="254460"/>
                    <a:pt x="130817" y="238363"/>
                  </a:cubicBezTo>
                  <a:cubicBezTo>
                    <a:pt x="132258" y="222532"/>
                    <a:pt x="132799" y="206635"/>
                    <a:pt x="132435" y="190738"/>
                  </a:cubicBezTo>
                  <a:cubicBezTo>
                    <a:pt x="132435" y="190738"/>
                    <a:pt x="90748" y="101869"/>
                    <a:pt x="214479" y="103393"/>
                  </a:cubicBezTo>
                  <a:close/>
                </a:path>
              </a:pathLst>
            </a:custGeom>
            <a:solidFill>
              <a:srgbClr val="3A2C6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4" name="Google Shape;2204;p34"/>
            <p:cNvSpPr/>
            <p:nvPr/>
          </p:nvSpPr>
          <p:spPr>
            <a:xfrm>
              <a:off x="3061186" y="4495381"/>
              <a:ext cx="201300" cy="278129"/>
            </a:xfrm>
            <a:custGeom>
              <a:avLst/>
              <a:gdLst/>
              <a:ahLst/>
              <a:cxnLst/>
              <a:rect l="l" t="t" r="r" b="b"/>
              <a:pathLst>
                <a:path w="201300" h="278129" extrusionOk="0">
                  <a:moveTo>
                    <a:pt x="201301" y="253746"/>
                  </a:moveTo>
                  <a:lnTo>
                    <a:pt x="201301" y="0"/>
                  </a:lnTo>
                  <a:lnTo>
                    <a:pt x="0" y="117634"/>
                  </a:lnTo>
                  <a:lnTo>
                    <a:pt x="77570" y="278130"/>
                  </a:lnTo>
                  <a:lnTo>
                    <a:pt x="201301" y="253746"/>
                  </a:lnTo>
                  <a:close/>
                </a:path>
              </a:pathLst>
            </a:custGeom>
            <a:solidFill>
              <a:srgbClr val="C4C7D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205" name="Google Shape;2205;p34"/>
            <p:cNvSpPr/>
            <p:nvPr/>
          </p:nvSpPr>
          <p:spPr>
            <a:xfrm>
              <a:off x="3130570" y="4465187"/>
              <a:ext cx="131916" cy="77057"/>
            </a:xfrm>
            <a:custGeom>
              <a:avLst/>
              <a:gdLst/>
              <a:ahLst/>
              <a:cxnLst/>
              <a:rect l="l" t="t" r="r" b="b"/>
              <a:pathLst>
                <a:path w="131916" h="77057" extrusionOk="0">
                  <a:moveTo>
                    <a:pt x="0" y="44863"/>
                  </a:moveTo>
                  <a:lnTo>
                    <a:pt x="77284" y="0"/>
                  </a:lnTo>
                  <a:lnTo>
                    <a:pt x="131916" y="31528"/>
                  </a:lnTo>
                  <a:lnTo>
                    <a:pt x="51777" y="77057"/>
                  </a:lnTo>
                  <a:lnTo>
                    <a:pt x="0" y="44863"/>
                  </a:lnTo>
                  <a:close/>
                </a:path>
              </a:pathLst>
            </a:custGeom>
            <a:solidFill>
              <a:srgbClr val="D6D8E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206" name="Google Shape;2206;p34"/>
          <p:cNvSpPr txBox="1">
            <a:spLocks noGrp="1"/>
          </p:cNvSpPr>
          <p:nvPr>
            <p:ph type="ctrTitle" idx="4294967295"/>
          </p:nvPr>
        </p:nvSpPr>
        <p:spPr>
          <a:xfrm>
            <a:off x="685800" y="1202438"/>
            <a:ext cx="4343700" cy="8328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7200"/>
              <a:t>THANKS!</a:t>
            </a:r>
            <a:endParaRPr sz="72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E0A66-D05C-4675-AE50-89DA26421671}"/>
              </a:ext>
            </a:extLst>
          </p:cNvPr>
          <p:cNvSpPr>
            <a:spLocks noGrp="1"/>
          </p:cNvSpPr>
          <p:nvPr>
            <p:ph type="title"/>
          </p:nvPr>
        </p:nvSpPr>
        <p:spPr/>
        <p:txBody>
          <a:bodyPr/>
          <a:lstStyle/>
          <a:p>
            <a:r>
              <a:rPr lang="en-AU" dirty="0"/>
              <a:t>OR Operator</a:t>
            </a:r>
            <a:br>
              <a:rPr lang="en-AU" dirty="0"/>
            </a:br>
            <a:endParaRPr lang="en-AU" dirty="0"/>
          </a:p>
        </p:txBody>
      </p:sp>
      <p:graphicFrame>
        <p:nvGraphicFramePr>
          <p:cNvPr id="6" name="Table 6">
            <a:extLst>
              <a:ext uri="{FF2B5EF4-FFF2-40B4-BE49-F238E27FC236}">
                <a16:creationId xmlns:a16="http://schemas.microsoft.com/office/drawing/2014/main" id="{FF4F366B-6AFD-46C2-BEAB-FC292F9C303E}"/>
              </a:ext>
            </a:extLst>
          </p:cNvPr>
          <p:cNvGraphicFramePr>
            <a:graphicFrameLocks noGrp="1"/>
          </p:cNvGraphicFramePr>
          <p:nvPr>
            <p:ph idx="1"/>
            <p:extLst>
              <p:ext uri="{D42A27DB-BD31-4B8C-83A1-F6EECF244321}">
                <p14:modId xmlns:p14="http://schemas.microsoft.com/office/powerpoint/2010/main" val="2338723004"/>
              </p:ext>
            </p:extLst>
          </p:nvPr>
        </p:nvGraphicFramePr>
        <p:xfrm>
          <a:off x="457200" y="1995488"/>
          <a:ext cx="5640387" cy="1112520"/>
        </p:xfrm>
        <a:graphic>
          <a:graphicData uri="http://schemas.openxmlformats.org/drawingml/2006/table">
            <a:tbl>
              <a:tblPr firstRow="1" bandRow="1">
                <a:tableStyleId>{1D54DC6E-5F47-45C2-9750-FF39251B6EC2}</a:tableStyleId>
              </a:tblPr>
              <a:tblGrid>
                <a:gridCol w="1880129">
                  <a:extLst>
                    <a:ext uri="{9D8B030D-6E8A-4147-A177-3AD203B41FA5}">
                      <a16:colId xmlns:a16="http://schemas.microsoft.com/office/drawing/2014/main" val="462184051"/>
                    </a:ext>
                  </a:extLst>
                </a:gridCol>
                <a:gridCol w="1880129">
                  <a:extLst>
                    <a:ext uri="{9D8B030D-6E8A-4147-A177-3AD203B41FA5}">
                      <a16:colId xmlns:a16="http://schemas.microsoft.com/office/drawing/2014/main" val="44182039"/>
                    </a:ext>
                  </a:extLst>
                </a:gridCol>
                <a:gridCol w="1880129">
                  <a:extLst>
                    <a:ext uri="{9D8B030D-6E8A-4147-A177-3AD203B41FA5}">
                      <a16:colId xmlns:a16="http://schemas.microsoft.com/office/drawing/2014/main" val="2652735839"/>
                    </a:ext>
                  </a:extLst>
                </a:gridCol>
              </a:tblGrid>
              <a:tr h="370840">
                <a:tc>
                  <a:txBody>
                    <a:bodyPr/>
                    <a:lstStyle/>
                    <a:p>
                      <a:r>
                        <a:rPr lang="en-AU"/>
                        <a:t>OR</a:t>
                      </a:r>
                    </a:p>
                  </a:txBody>
                  <a:tcPr/>
                </a:tc>
                <a:tc>
                  <a:txBody>
                    <a:bodyPr/>
                    <a:lstStyle/>
                    <a:p>
                      <a:r>
                        <a:rPr lang="en-AU" dirty="0"/>
                        <a:t>Cond 1 TRUE</a:t>
                      </a:r>
                    </a:p>
                  </a:txBody>
                  <a:tcPr/>
                </a:tc>
                <a:tc>
                  <a:txBody>
                    <a:bodyPr/>
                    <a:lstStyle/>
                    <a:p>
                      <a:r>
                        <a:rPr lang="en-AU"/>
                        <a:t>Cond 1 FALSE</a:t>
                      </a:r>
                    </a:p>
                  </a:txBody>
                  <a:tcPr/>
                </a:tc>
                <a:extLst>
                  <a:ext uri="{0D108BD9-81ED-4DB2-BD59-A6C34878D82A}">
                    <a16:rowId xmlns:a16="http://schemas.microsoft.com/office/drawing/2014/main" val="3732948826"/>
                  </a:ext>
                </a:extLst>
              </a:tr>
              <a:tr h="370840">
                <a:tc>
                  <a:txBody>
                    <a:bodyPr/>
                    <a:lstStyle/>
                    <a:p>
                      <a:r>
                        <a:rPr lang="en-AU" dirty="0"/>
                        <a:t>Cond 2 TRUE</a:t>
                      </a:r>
                    </a:p>
                  </a:txBody>
                  <a:tcPr/>
                </a:tc>
                <a:tc>
                  <a:txBody>
                    <a:bodyPr/>
                    <a:lstStyle/>
                    <a:p>
                      <a:r>
                        <a:rPr lang="en-AU" dirty="0"/>
                        <a:t>TRUE</a:t>
                      </a:r>
                    </a:p>
                  </a:txBody>
                  <a:tcPr/>
                </a:tc>
                <a:tc>
                  <a:txBody>
                    <a:bodyPr/>
                    <a:lstStyle/>
                    <a:p>
                      <a:r>
                        <a:rPr lang="en-AU"/>
                        <a:t>TRUE</a:t>
                      </a:r>
                    </a:p>
                  </a:txBody>
                  <a:tcPr/>
                </a:tc>
                <a:extLst>
                  <a:ext uri="{0D108BD9-81ED-4DB2-BD59-A6C34878D82A}">
                    <a16:rowId xmlns:a16="http://schemas.microsoft.com/office/drawing/2014/main" val="3302669222"/>
                  </a:ext>
                </a:extLst>
              </a:tr>
              <a:tr h="370840">
                <a:tc>
                  <a:txBody>
                    <a:bodyPr/>
                    <a:lstStyle/>
                    <a:p>
                      <a:r>
                        <a:rPr lang="en-AU"/>
                        <a:t>Cond 2 FALSE</a:t>
                      </a:r>
                    </a:p>
                  </a:txBody>
                  <a:tcPr/>
                </a:tc>
                <a:tc>
                  <a:txBody>
                    <a:bodyPr/>
                    <a:lstStyle/>
                    <a:p>
                      <a:r>
                        <a:rPr lang="en-AU"/>
                        <a:t>TRUE</a:t>
                      </a:r>
                    </a:p>
                  </a:txBody>
                  <a:tcPr/>
                </a:tc>
                <a:tc>
                  <a:txBody>
                    <a:bodyPr/>
                    <a:lstStyle/>
                    <a:p>
                      <a:r>
                        <a:rPr lang="en-AU" dirty="0"/>
                        <a:t>FALSE</a:t>
                      </a:r>
                    </a:p>
                  </a:txBody>
                  <a:tcPr/>
                </a:tc>
                <a:extLst>
                  <a:ext uri="{0D108BD9-81ED-4DB2-BD59-A6C34878D82A}">
                    <a16:rowId xmlns:a16="http://schemas.microsoft.com/office/drawing/2014/main" val="3601652896"/>
                  </a:ext>
                </a:extLst>
              </a:tr>
            </a:tbl>
          </a:graphicData>
        </a:graphic>
      </p:graphicFrame>
      <p:sp>
        <p:nvSpPr>
          <p:cNvPr id="4" name="Slide Number Placeholder 3">
            <a:extLst>
              <a:ext uri="{FF2B5EF4-FFF2-40B4-BE49-F238E27FC236}">
                <a16:creationId xmlns:a16="http://schemas.microsoft.com/office/drawing/2014/main" id="{D8809F05-3DD0-4149-A2FB-7459D4C1D08F}"/>
              </a:ext>
            </a:extLst>
          </p:cNvPr>
          <p:cNvSpPr>
            <a:spLocks noGrp="1"/>
          </p:cNvSpPr>
          <p:nvPr>
            <p:ph type="sldNum" sz="quarter" idx="12"/>
          </p:nvPr>
        </p:nvSpPr>
        <p:spPr/>
        <p:txBody>
          <a:bodyPr/>
          <a:lstStyle/>
          <a:p>
            <a:fld id="{4FAB73BC-B049-4115-A692-8D63A059BFB8}" type="slidenum">
              <a:rPr lang="en-US" smtClean="0"/>
              <a:pPr/>
              <a:t>43</a:t>
            </a:fld>
            <a:endParaRPr lang="en-US"/>
          </a:p>
        </p:txBody>
      </p:sp>
      <p:graphicFrame>
        <p:nvGraphicFramePr>
          <p:cNvPr id="7" name="Table 6">
            <a:extLst>
              <a:ext uri="{FF2B5EF4-FFF2-40B4-BE49-F238E27FC236}">
                <a16:creationId xmlns:a16="http://schemas.microsoft.com/office/drawing/2014/main" id="{AD4AD0D2-F958-4005-AEBC-A5C739F47437}"/>
              </a:ext>
            </a:extLst>
          </p:cNvPr>
          <p:cNvGraphicFramePr>
            <a:graphicFrameLocks/>
          </p:cNvGraphicFramePr>
          <p:nvPr>
            <p:extLst>
              <p:ext uri="{D42A27DB-BD31-4B8C-83A1-F6EECF244321}">
                <p14:modId xmlns:p14="http://schemas.microsoft.com/office/powerpoint/2010/main" val="3000448376"/>
              </p:ext>
            </p:extLst>
          </p:nvPr>
        </p:nvGraphicFramePr>
        <p:xfrm>
          <a:off x="457200" y="3415196"/>
          <a:ext cx="5640387" cy="1112520"/>
        </p:xfrm>
        <a:graphic>
          <a:graphicData uri="http://schemas.openxmlformats.org/drawingml/2006/table">
            <a:tbl>
              <a:tblPr firstRow="1" bandRow="1">
                <a:tableStyleId>{1D54DC6E-5F47-45C2-9750-FF39251B6EC2}</a:tableStyleId>
              </a:tblPr>
              <a:tblGrid>
                <a:gridCol w="1880129">
                  <a:extLst>
                    <a:ext uri="{9D8B030D-6E8A-4147-A177-3AD203B41FA5}">
                      <a16:colId xmlns:a16="http://schemas.microsoft.com/office/drawing/2014/main" val="462184051"/>
                    </a:ext>
                  </a:extLst>
                </a:gridCol>
                <a:gridCol w="1880129">
                  <a:extLst>
                    <a:ext uri="{9D8B030D-6E8A-4147-A177-3AD203B41FA5}">
                      <a16:colId xmlns:a16="http://schemas.microsoft.com/office/drawing/2014/main" val="44182039"/>
                    </a:ext>
                  </a:extLst>
                </a:gridCol>
                <a:gridCol w="1880129">
                  <a:extLst>
                    <a:ext uri="{9D8B030D-6E8A-4147-A177-3AD203B41FA5}">
                      <a16:colId xmlns:a16="http://schemas.microsoft.com/office/drawing/2014/main" val="2652735839"/>
                    </a:ext>
                  </a:extLst>
                </a:gridCol>
              </a:tblGrid>
              <a:tr h="370840">
                <a:tc>
                  <a:txBody>
                    <a:bodyPr/>
                    <a:lstStyle/>
                    <a:p>
                      <a:r>
                        <a:rPr lang="en-AU"/>
                        <a:t>AND</a:t>
                      </a:r>
                    </a:p>
                  </a:txBody>
                  <a:tcPr/>
                </a:tc>
                <a:tc>
                  <a:txBody>
                    <a:bodyPr/>
                    <a:lstStyle/>
                    <a:p>
                      <a:r>
                        <a:rPr lang="en-AU"/>
                        <a:t>Cond 1 TRUE</a:t>
                      </a:r>
                    </a:p>
                  </a:txBody>
                  <a:tcPr/>
                </a:tc>
                <a:tc>
                  <a:txBody>
                    <a:bodyPr/>
                    <a:lstStyle/>
                    <a:p>
                      <a:r>
                        <a:rPr lang="en-AU"/>
                        <a:t>Cond 1 FALSE</a:t>
                      </a:r>
                    </a:p>
                  </a:txBody>
                  <a:tcPr/>
                </a:tc>
                <a:extLst>
                  <a:ext uri="{0D108BD9-81ED-4DB2-BD59-A6C34878D82A}">
                    <a16:rowId xmlns:a16="http://schemas.microsoft.com/office/drawing/2014/main" val="3732948826"/>
                  </a:ext>
                </a:extLst>
              </a:tr>
              <a:tr h="370840">
                <a:tc>
                  <a:txBody>
                    <a:bodyPr/>
                    <a:lstStyle/>
                    <a:p>
                      <a:r>
                        <a:rPr lang="en-AU"/>
                        <a:t>Cond 2 TRUE</a:t>
                      </a:r>
                    </a:p>
                  </a:txBody>
                  <a:tcPr/>
                </a:tc>
                <a:tc>
                  <a:txBody>
                    <a:bodyPr/>
                    <a:lstStyle/>
                    <a:p>
                      <a:r>
                        <a:rPr lang="en-AU" dirty="0"/>
                        <a:t>TRUE</a:t>
                      </a:r>
                    </a:p>
                  </a:txBody>
                  <a:tcPr/>
                </a:tc>
                <a:tc>
                  <a:txBody>
                    <a:bodyPr/>
                    <a:lstStyle/>
                    <a:p>
                      <a:r>
                        <a:rPr lang="en-AU"/>
                        <a:t>FALSE</a:t>
                      </a:r>
                    </a:p>
                  </a:txBody>
                  <a:tcPr/>
                </a:tc>
                <a:extLst>
                  <a:ext uri="{0D108BD9-81ED-4DB2-BD59-A6C34878D82A}">
                    <a16:rowId xmlns:a16="http://schemas.microsoft.com/office/drawing/2014/main" val="3302669222"/>
                  </a:ext>
                </a:extLst>
              </a:tr>
              <a:tr h="370840">
                <a:tc>
                  <a:txBody>
                    <a:bodyPr/>
                    <a:lstStyle/>
                    <a:p>
                      <a:r>
                        <a:rPr lang="en-AU"/>
                        <a:t>Cond 2 FALSE</a:t>
                      </a:r>
                    </a:p>
                  </a:txBody>
                  <a:tcPr/>
                </a:tc>
                <a:tc>
                  <a:txBody>
                    <a:bodyPr/>
                    <a:lstStyle/>
                    <a:p>
                      <a:r>
                        <a:rPr lang="en-AU"/>
                        <a:t>FALSE</a:t>
                      </a:r>
                    </a:p>
                  </a:txBody>
                  <a:tcPr/>
                </a:tc>
                <a:tc>
                  <a:txBody>
                    <a:bodyPr/>
                    <a:lstStyle/>
                    <a:p>
                      <a:r>
                        <a:rPr lang="en-AU" dirty="0"/>
                        <a:t>FALSE</a:t>
                      </a:r>
                    </a:p>
                  </a:txBody>
                  <a:tcPr/>
                </a:tc>
                <a:extLst>
                  <a:ext uri="{0D108BD9-81ED-4DB2-BD59-A6C34878D82A}">
                    <a16:rowId xmlns:a16="http://schemas.microsoft.com/office/drawing/2014/main" val="3601652896"/>
                  </a:ext>
                </a:extLst>
              </a:tr>
            </a:tbl>
          </a:graphicData>
        </a:graphic>
      </p:graphicFrame>
    </p:spTree>
    <p:extLst>
      <p:ext uri="{BB962C8B-B14F-4D97-AF65-F5344CB8AC3E}">
        <p14:creationId xmlns:p14="http://schemas.microsoft.com/office/powerpoint/2010/main" val="2019264613"/>
      </p:ext>
    </p:extLst>
  </p:cSld>
  <p:clrMapOvr>
    <a:masterClrMapping/>
  </p:clrMapOvr>
</p:sld>
</file>

<file path=ppt/theme/theme1.xml><?xml version="1.0" encoding="utf-8"?>
<a:theme xmlns:a="http://schemas.openxmlformats.org/drawingml/2006/main" name="Gaoler template">
  <a:themeElements>
    <a:clrScheme name="Custom 347">
      <a:dk1>
        <a:srgbClr val="3A3F50"/>
      </a:dk1>
      <a:lt1>
        <a:srgbClr val="FFFFFF"/>
      </a:lt1>
      <a:dk2>
        <a:srgbClr val="757B89"/>
      </a:dk2>
      <a:lt2>
        <a:srgbClr val="E9EAF2"/>
      </a:lt2>
      <a:accent1>
        <a:srgbClr val="00B5DD"/>
      </a:accent1>
      <a:accent2>
        <a:srgbClr val="007BB9"/>
      </a:accent2>
      <a:accent3>
        <a:srgbClr val="8C50FF"/>
      </a:accent3>
      <a:accent4>
        <a:srgbClr val="FF4D4D"/>
      </a:accent4>
      <a:accent5>
        <a:srgbClr val="F9CB07"/>
      </a:accent5>
      <a:accent6>
        <a:srgbClr val="A6CE28"/>
      </a:accent6>
      <a:hlink>
        <a:srgbClr val="007BB9"/>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bf4ebc9-787f-4347-a255-e54ba73e84cf">
      <Terms xmlns="http://schemas.microsoft.com/office/infopath/2007/PartnerControls"/>
    </lcf76f155ced4ddcb4097134ff3c332f>
    <TaxCatchAll xmlns="932a0441-3c05-4d60-9b3e-deb43990010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F1D1F5D6B0BA945BCA8900B3D229BBB" ma:contentTypeVersion="15" ma:contentTypeDescription="Create a new document." ma:contentTypeScope="" ma:versionID="f160f29deee21c4e35c45be22b65575c">
  <xsd:schema xmlns:xsd="http://www.w3.org/2001/XMLSchema" xmlns:xs="http://www.w3.org/2001/XMLSchema" xmlns:p="http://schemas.microsoft.com/office/2006/metadata/properties" xmlns:ns2="ebf4ebc9-787f-4347-a255-e54ba73e84cf" xmlns:ns3="932a0441-3c05-4d60-9b3e-deb439900100" targetNamespace="http://schemas.microsoft.com/office/2006/metadata/properties" ma:root="true" ma:fieldsID="a6bd3223701d38588fa06863a4380de2" ns2:_="" ns3:_="">
    <xsd:import namespace="ebf4ebc9-787f-4347-a255-e54ba73e84cf"/>
    <xsd:import namespace="932a0441-3c05-4d60-9b3e-deb439900100"/>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f4ebc9-787f-4347-a255-e54ba73e84c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13a81aea-b39a-4503-b357-deb112bd17e0"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32a0441-3c05-4d60-9b3e-deb439900100"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a895395c-8b78-4400-ae22-0e07d6988850}" ma:internalName="TaxCatchAll" ma:showField="CatchAllData" ma:web="932a0441-3c05-4d60-9b3e-deb43990010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FEE61F7-29F1-442A-8030-8E12EE887C15}">
  <ds:schemaRefs>
    <ds:schemaRef ds:uri="http://schemas.openxmlformats.org/package/2006/metadata/core-properties"/>
    <ds:schemaRef ds:uri="http://purl.org/dc/terms/"/>
    <ds:schemaRef ds:uri="http://www.w3.org/XML/1998/namespace"/>
    <ds:schemaRef ds:uri="http://schemas.microsoft.com/office/2006/documentManagement/types"/>
    <ds:schemaRef ds:uri="ebf4ebc9-787f-4347-a255-e54ba73e84cf"/>
    <ds:schemaRef ds:uri="http://schemas.microsoft.com/office/2006/metadata/properties"/>
    <ds:schemaRef ds:uri="http://purl.org/dc/elements/1.1/"/>
    <ds:schemaRef ds:uri="http://purl.org/dc/dcmitype/"/>
    <ds:schemaRef ds:uri="http://schemas.microsoft.com/office/infopath/2007/PartnerControls"/>
    <ds:schemaRef ds:uri="932a0441-3c05-4d60-9b3e-deb439900100"/>
  </ds:schemaRefs>
</ds:datastoreItem>
</file>

<file path=customXml/itemProps2.xml><?xml version="1.0" encoding="utf-8"?>
<ds:datastoreItem xmlns:ds="http://schemas.openxmlformats.org/officeDocument/2006/customXml" ds:itemID="{DD171FC9-77B4-4214-BF23-2E4121D196DA}">
  <ds:schemaRefs>
    <ds:schemaRef ds:uri="http://schemas.microsoft.com/sharepoint/v3/contenttype/forms"/>
  </ds:schemaRefs>
</ds:datastoreItem>
</file>

<file path=customXml/itemProps3.xml><?xml version="1.0" encoding="utf-8"?>
<ds:datastoreItem xmlns:ds="http://schemas.openxmlformats.org/officeDocument/2006/customXml" ds:itemID="{ABFA3502-CA8C-4003-9AAF-B55D65704F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bf4ebc9-787f-4347-a255-e54ba73e84cf"/>
    <ds:schemaRef ds:uri="932a0441-3c05-4d60-9b3e-deb43990010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d6fb366-8322-46f3-915e-c4d037a454a9}" enabled="0" method="" siteId="{ed6fb366-8322-46f3-915e-c4d037a454a9}" removed="1"/>
</clbl:labelList>
</file>

<file path=docProps/app.xml><?xml version="1.0" encoding="utf-8"?>
<Properties xmlns="http://schemas.openxmlformats.org/officeDocument/2006/extended-properties" xmlns:vt="http://schemas.openxmlformats.org/officeDocument/2006/docPropsVTypes">
  <Template/>
  <TotalTime>1949</TotalTime>
  <Words>5012</Words>
  <Application>Microsoft Office PowerPoint</Application>
  <PresentationFormat>On-screen Show (16:9)</PresentationFormat>
  <Paragraphs>499</Paragraphs>
  <Slides>43</Slides>
  <Notes>35</Notes>
  <HiddenSlides>1</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43</vt:i4>
      </vt:variant>
    </vt:vector>
  </HeadingPairs>
  <TitlesOfParts>
    <vt:vector size="51" baseType="lpstr">
      <vt:lpstr>Barlow Light</vt:lpstr>
      <vt:lpstr>Calibri</vt:lpstr>
      <vt:lpstr>Courier New</vt:lpstr>
      <vt:lpstr>Arial</vt:lpstr>
      <vt:lpstr>Times New Roman</vt:lpstr>
      <vt:lpstr>Raleway SemiBold</vt:lpstr>
      <vt:lpstr>Gaoler template</vt:lpstr>
      <vt:lpstr>Document</vt:lpstr>
      <vt:lpstr>SQL: Basic Queries</vt:lpstr>
      <vt:lpstr>Simple Select SQL Statement</vt:lpstr>
      <vt:lpstr>PowerPoint Presentation</vt:lpstr>
      <vt:lpstr>Anatomi SELECT Statement</vt:lpstr>
      <vt:lpstr>Anatomi SELECT Statement – Fungsi/Kegunaan</vt:lpstr>
      <vt:lpstr>Writing SQL Statements</vt:lpstr>
      <vt:lpstr>SQL Query Order of  Execution</vt:lpstr>
      <vt:lpstr>Basic SELECT Statement</vt:lpstr>
      <vt:lpstr>Selecting All Columns</vt:lpstr>
      <vt:lpstr>Select Distinct – Duplicate row</vt:lpstr>
      <vt:lpstr>Selecting Specific Columns</vt:lpstr>
      <vt:lpstr>Null Value</vt:lpstr>
      <vt:lpstr>Arithmetic Expressions</vt:lpstr>
      <vt:lpstr>Using Arithmetic Operators</vt:lpstr>
      <vt:lpstr>Operator Precedence</vt:lpstr>
      <vt:lpstr>Column Alias</vt:lpstr>
      <vt:lpstr>Column Alias</vt:lpstr>
      <vt:lpstr>QUEST 1</vt:lpstr>
      <vt:lpstr>Restricting Data</vt:lpstr>
      <vt:lpstr>PowerPoint Presentation</vt:lpstr>
      <vt:lpstr>SQL Query Order of  Execution</vt:lpstr>
      <vt:lpstr>Limiting the Rows that Are Selected</vt:lpstr>
      <vt:lpstr>Using the WHERE Clause</vt:lpstr>
      <vt:lpstr>Character Strings and Dates</vt:lpstr>
      <vt:lpstr>Comparison Operators</vt:lpstr>
      <vt:lpstr>Using Comparison Operators</vt:lpstr>
      <vt:lpstr>Range Conditions Using the BETWEEN Operator</vt:lpstr>
      <vt:lpstr>Membership Condition Using the IN Operator</vt:lpstr>
      <vt:lpstr>Using the NOT Operator</vt:lpstr>
      <vt:lpstr>Pattern Matching Using the LIKE Operator</vt:lpstr>
      <vt:lpstr>QUEST 2</vt:lpstr>
      <vt:lpstr>Using the NULL Conditions</vt:lpstr>
      <vt:lpstr>Defining Conditions Using the Logical Operators</vt:lpstr>
      <vt:lpstr>Using the AND Operator</vt:lpstr>
      <vt:lpstr>Using the OR Operator</vt:lpstr>
      <vt:lpstr>Quest 3!</vt:lpstr>
      <vt:lpstr>Ordering Data</vt:lpstr>
      <vt:lpstr>SQL Query Order of  Execution</vt:lpstr>
      <vt:lpstr>PowerPoint Presentation</vt:lpstr>
      <vt:lpstr>ORDER BY Sorting Data</vt:lpstr>
      <vt:lpstr>Quest 4</vt:lpstr>
      <vt:lpstr>THANKS!</vt:lpstr>
      <vt:lpstr>OR Operator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Structured Query Language</dc:title>
  <dc:creator>Reza Rizky Pratama, A.Md.</dc:creator>
  <cp:lastModifiedBy>Fariz Rosoel</cp:lastModifiedBy>
  <cp:revision>20</cp:revision>
  <cp:lastPrinted>2026-07-05T02:46:20Z</cp:lastPrinted>
  <dcterms:modified xsi:type="dcterms:W3CDTF">2026-08-10T07:16:33Z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0x0101008F1D1F5D6B0BA945BCA8900B3D229BBB</vt:lpwstr>
  </property>
  <property fmtid="{D5CDD505-2E9C-101B-9397-08002B2CF9AE}" pid="3" name="MediaServiceImageTags">
    <vt:lpwstr/>
  </property>
</Properties>
</file>